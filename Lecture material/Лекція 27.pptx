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91" r:id="rId3"/>
    <p:sldId id="257" r:id="rId4"/>
    <p:sldId id="268" r:id="rId5"/>
    <p:sldId id="277" r:id="rId6"/>
    <p:sldId id="271" r:id="rId7"/>
    <p:sldId id="262" r:id="rId8"/>
    <p:sldId id="274" r:id="rId9"/>
    <p:sldId id="280" r:id="rId10"/>
    <p:sldId id="296" r:id="rId11"/>
    <p:sldId id="282" r:id="rId12"/>
    <p:sldId id="297" r:id="rId13"/>
    <p:sldId id="292" r:id="rId14"/>
    <p:sldId id="298" r:id="rId15"/>
    <p:sldId id="275" r:id="rId16"/>
    <p:sldId id="259" r:id="rId17"/>
    <p:sldId id="265" r:id="rId18"/>
    <p:sldId id="266" r:id="rId19"/>
    <p:sldId id="294" r:id="rId20"/>
    <p:sldId id="258" r:id="rId21"/>
    <p:sldId id="289" r:id="rId22"/>
    <p:sldId id="290" r:id="rId23"/>
    <p:sldId id="260" r:id="rId24"/>
    <p:sldId id="261" r:id="rId25"/>
    <p:sldId id="263" r:id="rId26"/>
    <p:sldId id="264" r:id="rId27"/>
    <p:sldId id="267" r:id="rId28"/>
    <p:sldId id="273" r:id="rId29"/>
    <p:sldId id="293" r:id="rId30"/>
    <p:sldId id="295" r:id="rId31"/>
    <p:sldId id="269" r:id="rId32"/>
    <p:sldId id="284" r:id="rId33"/>
    <p:sldId id="286" r:id="rId34"/>
    <p:sldId id="299" r:id="rId35"/>
    <p:sldId id="281" r:id="rId36"/>
    <p:sldId id="288" r:id="rId37"/>
    <p:sldId id="270" r:id="rId38"/>
    <p:sldId id="283" r:id="rId39"/>
    <p:sldId id="285" r:id="rId40"/>
    <p:sldId id="287" r:id="rId41"/>
    <p:sldId id="272" r:id="rId42"/>
    <p:sldId id="276" r:id="rId43"/>
    <p:sldId id="278" r:id="rId44"/>
    <p:sldId id="27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4FB3BB11-CE29-44F0-95D0-4294468DC5D5}">
          <p14:sldIdLst>
            <p14:sldId id="256"/>
            <p14:sldId id="291"/>
            <p14:sldId id="257"/>
            <p14:sldId id="268"/>
            <p14:sldId id="277"/>
            <p14:sldId id="271"/>
            <p14:sldId id="262"/>
            <p14:sldId id="274"/>
            <p14:sldId id="280"/>
            <p14:sldId id="296"/>
            <p14:sldId id="282"/>
            <p14:sldId id="297"/>
            <p14:sldId id="292"/>
            <p14:sldId id="298"/>
            <p14:sldId id="275"/>
          </p14:sldIdLst>
        </p14:section>
        <p14:section name="Окупація України" id="{955E476F-AEA4-401E-BE1B-B3C2D745A632}">
          <p14:sldIdLst>
            <p14:sldId id="259"/>
            <p14:sldId id="265"/>
            <p14:sldId id="266"/>
            <p14:sldId id="294"/>
            <p14:sldId id="258"/>
            <p14:sldId id="289"/>
            <p14:sldId id="290"/>
            <p14:sldId id="260"/>
            <p14:sldId id="261"/>
            <p14:sldId id="263"/>
            <p14:sldId id="264"/>
            <p14:sldId id="267"/>
            <p14:sldId id="273"/>
            <p14:sldId id="293"/>
            <p14:sldId id="295"/>
          </p14:sldIdLst>
        </p14:section>
        <p14:section name="Західноукраїнські землі" id="{05C0D242-0C9B-458A-95FF-7E9E4DD4B44B}">
          <p14:sldIdLst>
            <p14:sldId id="269"/>
            <p14:sldId id="284"/>
            <p14:sldId id="286"/>
            <p14:sldId id="299"/>
            <p14:sldId id="281"/>
            <p14:sldId id="288"/>
            <p14:sldId id="270"/>
            <p14:sldId id="283"/>
            <p14:sldId id="285"/>
            <p14:sldId id="287"/>
            <p14:sldId id="272"/>
            <p14:sldId id="276"/>
            <p14:sldId id="278"/>
            <p14:sldId id="27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360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43A4EB-A5EB-456D-ABFE-157D1363089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FF3A989-4069-40D1-80DC-833696F83F5F}">
      <dgm:prSet/>
      <dgm:spPr/>
      <dgm:t>
        <a:bodyPr/>
        <a:lstStyle/>
        <a:p>
          <a:r>
            <a:rPr lang="ru-RU" b="0" i="0"/>
            <a:t>«консерватизм».</a:t>
          </a:r>
          <a:endParaRPr lang="uk-UA"/>
        </a:p>
      </dgm:t>
    </dgm:pt>
    <dgm:pt modelId="{D3125D23-2A58-4B9B-AE01-B77977BD4918}" type="parTrans" cxnId="{70A6A0D4-4054-4164-B0F3-5063577EBB4F}">
      <dgm:prSet/>
      <dgm:spPr/>
      <dgm:t>
        <a:bodyPr/>
        <a:lstStyle/>
        <a:p>
          <a:endParaRPr lang="uk-UA"/>
        </a:p>
      </dgm:t>
    </dgm:pt>
    <dgm:pt modelId="{3378A5CD-5F84-48D0-A903-0BB9985E943E}" type="sibTrans" cxnId="{70A6A0D4-4054-4164-B0F3-5063577EBB4F}">
      <dgm:prSet/>
      <dgm:spPr/>
      <dgm:t>
        <a:bodyPr/>
        <a:lstStyle/>
        <a:p>
          <a:endParaRPr lang="uk-UA"/>
        </a:p>
      </dgm:t>
    </dgm:pt>
    <dgm:pt modelId="{319891F1-517A-409C-BD36-376124B812B5}">
      <dgm:prSet/>
      <dgm:spPr/>
      <dgm:t>
        <a:bodyPr/>
        <a:lstStyle/>
        <a:p>
          <a:r>
            <a:rPr lang="ru-RU" b="0" i="0"/>
            <a:t>«космополітизм».</a:t>
          </a:r>
          <a:endParaRPr lang="uk-UA"/>
        </a:p>
      </dgm:t>
    </dgm:pt>
    <dgm:pt modelId="{2D0501A9-F54B-4E58-9AB0-8231EFF671C8}" type="parTrans" cxnId="{101B119A-5F3F-4845-9BCC-48C1CFDF5781}">
      <dgm:prSet/>
      <dgm:spPr/>
      <dgm:t>
        <a:bodyPr/>
        <a:lstStyle/>
        <a:p>
          <a:endParaRPr lang="uk-UA"/>
        </a:p>
      </dgm:t>
    </dgm:pt>
    <dgm:pt modelId="{34C45B83-13CE-4F4D-9C4A-3EA4DF526076}" type="sibTrans" cxnId="{101B119A-5F3F-4845-9BCC-48C1CFDF5781}">
      <dgm:prSet/>
      <dgm:spPr/>
      <dgm:t>
        <a:bodyPr/>
        <a:lstStyle/>
        <a:p>
          <a:endParaRPr lang="uk-UA"/>
        </a:p>
      </dgm:t>
    </dgm:pt>
    <dgm:pt modelId="{D0E24B4D-53E3-4B69-A329-6BC8E1651E04}">
      <dgm:prSet/>
      <dgm:spPr/>
      <dgm:t>
        <a:bodyPr/>
        <a:lstStyle/>
        <a:p>
          <a:r>
            <a:rPr lang="ru-RU" b="0" i="0"/>
            <a:t>«колабораціонізм».</a:t>
          </a:r>
          <a:endParaRPr lang="uk-UA"/>
        </a:p>
      </dgm:t>
    </dgm:pt>
    <dgm:pt modelId="{9D7C4023-B3B9-4AF3-9A17-C3DBCE3EF7A3}" type="parTrans" cxnId="{9C6BD1E0-40BA-440C-82F4-D4C728D76121}">
      <dgm:prSet/>
      <dgm:spPr/>
      <dgm:t>
        <a:bodyPr/>
        <a:lstStyle/>
        <a:p>
          <a:endParaRPr lang="uk-UA"/>
        </a:p>
      </dgm:t>
    </dgm:pt>
    <dgm:pt modelId="{B3213AC5-9329-46BF-90D6-A8CFE64FDB37}" type="sibTrans" cxnId="{9C6BD1E0-40BA-440C-82F4-D4C728D76121}">
      <dgm:prSet/>
      <dgm:spPr/>
      <dgm:t>
        <a:bodyPr/>
        <a:lstStyle/>
        <a:p>
          <a:endParaRPr lang="uk-UA"/>
        </a:p>
      </dgm:t>
    </dgm:pt>
    <dgm:pt modelId="{73741B2F-42DC-4B05-8A90-184C08DFE1FE}">
      <dgm:prSet/>
      <dgm:spPr/>
      <dgm:t>
        <a:bodyPr/>
        <a:lstStyle/>
        <a:p>
          <a:r>
            <a:rPr lang="ru-RU" b="0" i="0"/>
            <a:t>«колоніалізм».</a:t>
          </a:r>
          <a:endParaRPr lang="uk-UA"/>
        </a:p>
      </dgm:t>
    </dgm:pt>
    <dgm:pt modelId="{C76144BB-5D62-4BA8-A8C7-F503313A1776}" type="parTrans" cxnId="{B7BF007F-D33D-4408-90BC-F465DA4FBD55}">
      <dgm:prSet/>
      <dgm:spPr/>
      <dgm:t>
        <a:bodyPr/>
        <a:lstStyle/>
        <a:p>
          <a:endParaRPr lang="uk-UA"/>
        </a:p>
      </dgm:t>
    </dgm:pt>
    <dgm:pt modelId="{5B53E6F6-8A7F-48EB-BCD3-332BA13D4966}" type="sibTrans" cxnId="{B7BF007F-D33D-4408-90BC-F465DA4FBD55}">
      <dgm:prSet/>
      <dgm:spPr/>
      <dgm:t>
        <a:bodyPr/>
        <a:lstStyle/>
        <a:p>
          <a:endParaRPr lang="uk-UA"/>
        </a:p>
      </dgm:t>
    </dgm:pt>
    <dgm:pt modelId="{10067B6E-F8D1-4FCD-9FD5-D7173C6F62B7}" type="pres">
      <dgm:prSet presAssocID="{AF43A4EB-A5EB-456D-ABFE-157D1363089E}" presName="linearFlow" presStyleCnt="0">
        <dgm:presLayoutVars>
          <dgm:dir/>
          <dgm:resizeHandles val="exact"/>
        </dgm:presLayoutVars>
      </dgm:prSet>
      <dgm:spPr/>
    </dgm:pt>
    <dgm:pt modelId="{C2901BAC-4A61-4286-B180-002E37BE959C}" type="pres">
      <dgm:prSet presAssocID="{2FF3A989-4069-40D1-80DC-833696F83F5F}" presName="composite" presStyleCnt="0"/>
      <dgm:spPr/>
    </dgm:pt>
    <dgm:pt modelId="{A918B158-01A3-49DF-B24D-BCB5CBCDB962}" type="pres">
      <dgm:prSet presAssocID="{2FF3A989-4069-40D1-80DC-833696F83F5F}" presName="imgShp" presStyleLbl="fgImgPlace1" presStyleIdx="0" presStyleCnt="4"/>
      <dgm:spPr/>
    </dgm:pt>
    <dgm:pt modelId="{B8392BB1-AE26-4AD5-A92D-0D597A8B7EEA}" type="pres">
      <dgm:prSet presAssocID="{2FF3A989-4069-40D1-80DC-833696F83F5F}" presName="txShp" presStyleLbl="node1" presStyleIdx="0" presStyleCnt="4">
        <dgm:presLayoutVars>
          <dgm:bulletEnabled val="1"/>
        </dgm:presLayoutVars>
      </dgm:prSet>
      <dgm:spPr/>
    </dgm:pt>
    <dgm:pt modelId="{78A4D0C4-7B8A-4F84-8AFE-3A66B1D1AFD2}" type="pres">
      <dgm:prSet presAssocID="{3378A5CD-5F84-48D0-A903-0BB9985E943E}" presName="spacing" presStyleCnt="0"/>
      <dgm:spPr/>
    </dgm:pt>
    <dgm:pt modelId="{F25FF92A-2204-41E3-8A4E-673E67684D0E}" type="pres">
      <dgm:prSet presAssocID="{319891F1-517A-409C-BD36-376124B812B5}" presName="composite" presStyleCnt="0"/>
      <dgm:spPr/>
    </dgm:pt>
    <dgm:pt modelId="{C33CB399-5186-4B49-A13B-932B88BDF54F}" type="pres">
      <dgm:prSet presAssocID="{319891F1-517A-409C-BD36-376124B812B5}" presName="imgShp" presStyleLbl="fgImgPlace1" presStyleIdx="1" presStyleCnt="4"/>
      <dgm:spPr/>
    </dgm:pt>
    <dgm:pt modelId="{C4509429-F8CF-4175-A9FE-F3DEDAC34451}" type="pres">
      <dgm:prSet presAssocID="{319891F1-517A-409C-BD36-376124B812B5}" presName="txShp" presStyleLbl="node1" presStyleIdx="1" presStyleCnt="4">
        <dgm:presLayoutVars>
          <dgm:bulletEnabled val="1"/>
        </dgm:presLayoutVars>
      </dgm:prSet>
      <dgm:spPr/>
    </dgm:pt>
    <dgm:pt modelId="{29B681A4-64EF-4366-97B8-368D80383457}" type="pres">
      <dgm:prSet presAssocID="{34C45B83-13CE-4F4D-9C4A-3EA4DF526076}" presName="spacing" presStyleCnt="0"/>
      <dgm:spPr/>
    </dgm:pt>
    <dgm:pt modelId="{34B0690C-7414-4275-B2B9-1B1EA2DAC7E8}" type="pres">
      <dgm:prSet presAssocID="{D0E24B4D-53E3-4B69-A329-6BC8E1651E04}" presName="composite" presStyleCnt="0"/>
      <dgm:spPr/>
    </dgm:pt>
    <dgm:pt modelId="{6CDDA628-1182-4C30-ABD4-EEEF72816641}" type="pres">
      <dgm:prSet presAssocID="{D0E24B4D-53E3-4B69-A329-6BC8E1651E04}" presName="imgShp" presStyleLbl="fgImgPlace1" presStyleIdx="2" presStyleCnt="4"/>
      <dgm:spPr/>
    </dgm:pt>
    <dgm:pt modelId="{22D9A35B-B97F-4B05-88FB-F31449C8EF1D}" type="pres">
      <dgm:prSet presAssocID="{D0E24B4D-53E3-4B69-A329-6BC8E1651E04}" presName="txShp" presStyleLbl="node1" presStyleIdx="2" presStyleCnt="4">
        <dgm:presLayoutVars>
          <dgm:bulletEnabled val="1"/>
        </dgm:presLayoutVars>
      </dgm:prSet>
      <dgm:spPr/>
    </dgm:pt>
    <dgm:pt modelId="{A22DE919-3A9E-4CF2-8A3D-F7FC02201656}" type="pres">
      <dgm:prSet presAssocID="{B3213AC5-9329-46BF-90D6-A8CFE64FDB37}" presName="spacing" presStyleCnt="0"/>
      <dgm:spPr/>
    </dgm:pt>
    <dgm:pt modelId="{88E7532F-941A-4743-913B-3B47DD655D43}" type="pres">
      <dgm:prSet presAssocID="{73741B2F-42DC-4B05-8A90-184C08DFE1FE}" presName="composite" presStyleCnt="0"/>
      <dgm:spPr/>
    </dgm:pt>
    <dgm:pt modelId="{D0C7CFBC-1F5B-4BB6-83C6-625D4BA1D403}" type="pres">
      <dgm:prSet presAssocID="{73741B2F-42DC-4B05-8A90-184C08DFE1FE}" presName="imgShp" presStyleLbl="fgImgPlace1" presStyleIdx="3" presStyleCnt="4"/>
      <dgm:spPr/>
    </dgm:pt>
    <dgm:pt modelId="{8006648B-6347-4BBB-A8BD-8F339603CF5B}" type="pres">
      <dgm:prSet presAssocID="{73741B2F-42DC-4B05-8A90-184C08DFE1FE}" presName="txShp" presStyleLbl="node1" presStyleIdx="3" presStyleCnt="4">
        <dgm:presLayoutVars>
          <dgm:bulletEnabled val="1"/>
        </dgm:presLayoutVars>
      </dgm:prSet>
      <dgm:spPr/>
    </dgm:pt>
  </dgm:ptLst>
  <dgm:cxnLst>
    <dgm:cxn modelId="{18CA680D-A093-4B26-8AF2-0D6788D0015F}" type="presOf" srcId="{AF43A4EB-A5EB-456D-ABFE-157D1363089E}" destId="{10067B6E-F8D1-4FCD-9FD5-D7173C6F62B7}" srcOrd="0" destOrd="0" presId="urn:microsoft.com/office/officeart/2005/8/layout/vList3"/>
    <dgm:cxn modelId="{80DF1F27-4B1A-403A-A871-898B7FFDCB8A}" type="presOf" srcId="{2FF3A989-4069-40D1-80DC-833696F83F5F}" destId="{B8392BB1-AE26-4AD5-A92D-0D597A8B7EEA}" srcOrd="0" destOrd="0" presId="urn:microsoft.com/office/officeart/2005/8/layout/vList3"/>
    <dgm:cxn modelId="{6BCB7642-4913-41E9-81E5-361171E6999F}" type="presOf" srcId="{73741B2F-42DC-4B05-8A90-184C08DFE1FE}" destId="{8006648B-6347-4BBB-A8BD-8F339603CF5B}" srcOrd="0" destOrd="0" presId="urn:microsoft.com/office/officeart/2005/8/layout/vList3"/>
    <dgm:cxn modelId="{0D478374-0E8A-4D80-BC8B-EEB155B9E496}" type="presOf" srcId="{D0E24B4D-53E3-4B69-A329-6BC8E1651E04}" destId="{22D9A35B-B97F-4B05-88FB-F31449C8EF1D}" srcOrd="0" destOrd="0" presId="urn:microsoft.com/office/officeart/2005/8/layout/vList3"/>
    <dgm:cxn modelId="{B7BF007F-D33D-4408-90BC-F465DA4FBD55}" srcId="{AF43A4EB-A5EB-456D-ABFE-157D1363089E}" destId="{73741B2F-42DC-4B05-8A90-184C08DFE1FE}" srcOrd="3" destOrd="0" parTransId="{C76144BB-5D62-4BA8-A8C7-F503313A1776}" sibTransId="{5B53E6F6-8A7F-48EB-BCD3-332BA13D4966}"/>
    <dgm:cxn modelId="{101B119A-5F3F-4845-9BCC-48C1CFDF5781}" srcId="{AF43A4EB-A5EB-456D-ABFE-157D1363089E}" destId="{319891F1-517A-409C-BD36-376124B812B5}" srcOrd="1" destOrd="0" parTransId="{2D0501A9-F54B-4E58-9AB0-8231EFF671C8}" sibTransId="{34C45B83-13CE-4F4D-9C4A-3EA4DF526076}"/>
    <dgm:cxn modelId="{AE3EB6A2-0778-448C-8F52-49D8A6791FB2}" type="presOf" srcId="{319891F1-517A-409C-BD36-376124B812B5}" destId="{C4509429-F8CF-4175-A9FE-F3DEDAC34451}" srcOrd="0" destOrd="0" presId="urn:microsoft.com/office/officeart/2005/8/layout/vList3"/>
    <dgm:cxn modelId="{70A6A0D4-4054-4164-B0F3-5063577EBB4F}" srcId="{AF43A4EB-A5EB-456D-ABFE-157D1363089E}" destId="{2FF3A989-4069-40D1-80DC-833696F83F5F}" srcOrd="0" destOrd="0" parTransId="{D3125D23-2A58-4B9B-AE01-B77977BD4918}" sibTransId="{3378A5CD-5F84-48D0-A903-0BB9985E943E}"/>
    <dgm:cxn modelId="{9C6BD1E0-40BA-440C-82F4-D4C728D76121}" srcId="{AF43A4EB-A5EB-456D-ABFE-157D1363089E}" destId="{D0E24B4D-53E3-4B69-A329-6BC8E1651E04}" srcOrd="2" destOrd="0" parTransId="{9D7C4023-B3B9-4AF3-9A17-C3DBCE3EF7A3}" sibTransId="{B3213AC5-9329-46BF-90D6-A8CFE64FDB37}"/>
    <dgm:cxn modelId="{DBA43435-100F-4EFA-BE12-608CBB8C7ABD}" type="presParOf" srcId="{10067B6E-F8D1-4FCD-9FD5-D7173C6F62B7}" destId="{C2901BAC-4A61-4286-B180-002E37BE959C}" srcOrd="0" destOrd="0" presId="urn:microsoft.com/office/officeart/2005/8/layout/vList3"/>
    <dgm:cxn modelId="{A9FB9EA1-4AB1-4679-8F25-5C588CB5C3D1}" type="presParOf" srcId="{C2901BAC-4A61-4286-B180-002E37BE959C}" destId="{A918B158-01A3-49DF-B24D-BCB5CBCDB962}" srcOrd="0" destOrd="0" presId="urn:microsoft.com/office/officeart/2005/8/layout/vList3"/>
    <dgm:cxn modelId="{99B929D3-3118-4E16-8E46-0CBC36993B1D}" type="presParOf" srcId="{C2901BAC-4A61-4286-B180-002E37BE959C}" destId="{B8392BB1-AE26-4AD5-A92D-0D597A8B7EEA}" srcOrd="1" destOrd="0" presId="urn:microsoft.com/office/officeart/2005/8/layout/vList3"/>
    <dgm:cxn modelId="{06F9817C-D55D-4665-B05C-6CD41604280B}" type="presParOf" srcId="{10067B6E-F8D1-4FCD-9FD5-D7173C6F62B7}" destId="{78A4D0C4-7B8A-4F84-8AFE-3A66B1D1AFD2}" srcOrd="1" destOrd="0" presId="urn:microsoft.com/office/officeart/2005/8/layout/vList3"/>
    <dgm:cxn modelId="{0B6346FB-CF25-427C-8B92-A4DCC84A1ECC}" type="presParOf" srcId="{10067B6E-F8D1-4FCD-9FD5-D7173C6F62B7}" destId="{F25FF92A-2204-41E3-8A4E-673E67684D0E}" srcOrd="2" destOrd="0" presId="urn:microsoft.com/office/officeart/2005/8/layout/vList3"/>
    <dgm:cxn modelId="{CC59ED9D-F829-4D84-8F46-6D4F9DF8760D}" type="presParOf" srcId="{F25FF92A-2204-41E3-8A4E-673E67684D0E}" destId="{C33CB399-5186-4B49-A13B-932B88BDF54F}" srcOrd="0" destOrd="0" presId="urn:microsoft.com/office/officeart/2005/8/layout/vList3"/>
    <dgm:cxn modelId="{3070F442-D7FE-452C-BD29-F51DDB5E61AD}" type="presParOf" srcId="{F25FF92A-2204-41E3-8A4E-673E67684D0E}" destId="{C4509429-F8CF-4175-A9FE-F3DEDAC34451}" srcOrd="1" destOrd="0" presId="urn:microsoft.com/office/officeart/2005/8/layout/vList3"/>
    <dgm:cxn modelId="{BAB79A6F-00CA-482F-9318-28FCF49CA1BC}" type="presParOf" srcId="{10067B6E-F8D1-4FCD-9FD5-D7173C6F62B7}" destId="{29B681A4-64EF-4366-97B8-368D80383457}" srcOrd="3" destOrd="0" presId="urn:microsoft.com/office/officeart/2005/8/layout/vList3"/>
    <dgm:cxn modelId="{65E37432-60ED-41EC-B884-8B9B2243252B}" type="presParOf" srcId="{10067B6E-F8D1-4FCD-9FD5-D7173C6F62B7}" destId="{34B0690C-7414-4275-B2B9-1B1EA2DAC7E8}" srcOrd="4" destOrd="0" presId="urn:microsoft.com/office/officeart/2005/8/layout/vList3"/>
    <dgm:cxn modelId="{D0175295-CE2D-477E-8A2C-43731C828CC2}" type="presParOf" srcId="{34B0690C-7414-4275-B2B9-1B1EA2DAC7E8}" destId="{6CDDA628-1182-4C30-ABD4-EEEF72816641}" srcOrd="0" destOrd="0" presId="urn:microsoft.com/office/officeart/2005/8/layout/vList3"/>
    <dgm:cxn modelId="{5EE9DDA2-2C4C-4668-8BB9-D1037FB28C0C}" type="presParOf" srcId="{34B0690C-7414-4275-B2B9-1B1EA2DAC7E8}" destId="{22D9A35B-B97F-4B05-88FB-F31449C8EF1D}" srcOrd="1" destOrd="0" presId="urn:microsoft.com/office/officeart/2005/8/layout/vList3"/>
    <dgm:cxn modelId="{8ECE6381-8BAE-4559-995B-FB747E74A515}" type="presParOf" srcId="{10067B6E-F8D1-4FCD-9FD5-D7173C6F62B7}" destId="{A22DE919-3A9E-4CF2-8A3D-F7FC02201656}" srcOrd="5" destOrd="0" presId="urn:microsoft.com/office/officeart/2005/8/layout/vList3"/>
    <dgm:cxn modelId="{D78DA9AF-D062-4F16-B8E9-186A20B88156}" type="presParOf" srcId="{10067B6E-F8D1-4FCD-9FD5-D7173C6F62B7}" destId="{88E7532F-941A-4743-913B-3B47DD655D43}" srcOrd="6" destOrd="0" presId="urn:microsoft.com/office/officeart/2005/8/layout/vList3"/>
    <dgm:cxn modelId="{6496771A-B6E2-4EBE-9B59-B9F0D1D44E81}" type="presParOf" srcId="{88E7532F-941A-4743-913B-3B47DD655D43}" destId="{D0C7CFBC-1F5B-4BB6-83C6-625D4BA1D403}" srcOrd="0" destOrd="0" presId="urn:microsoft.com/office/officeart/2005/8/layout/vList3"/>
    <dgm:cxn modelId="{E319F6E3-B3DB-422C-A490-BD3E15BB6BC3}" type="presParOf" srcId="{88E7532F-941A-4743-913B-3B47DD655D43}" destId="{8006648B-6347-4BBB-A8BD-8F339603CF5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21DD8F-BE18-4D05-A828-925527942D2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894CC22-B277-4C78-80E6-7F05CD2A0DC4}">
      <dgm:prSet/>
      <dgm:spPr/>
      <dgm:t>
        <a:bodyPr/>
        <a:lstStyle/>
        <a:p>
          <a:r>
            <a:rPr lang="ru-RU" b="0" i="0"/>
            <a:t>«осадництво»</a:t>
          </a:r>
          <a:endParaRPr lang="uk-UA"/>
        </a:p>
      </dgm:t>
    </dgm:pt>
    <dgm:pt modelId="{C9F2C8FE-2CE8-405D-842C-C152B2ECE924}" type="parTrans" cxnId="{0362B2F5-0C3B-4C33-92A0-DE88E252B4FB}">
      <dgm:prSet/>
      <dgm:spPr/>
      <dgm:t>
        <a:bodyPr/>
        <a:lstStyle/>
        <a:p>
          <a:endParaRPr lang="uk-UA"/>
        </a:p>
      </dgm:t>
    </dgm:pt>
    <dgm:pt modelId="{E1258072-1111-45D2-AE75-8CE8DD23FA46}" type="sibTrans" cxnId="{0362B2F5-0C3B-4C33-92A0-DE88E252B4FB}">
      <dgm:prSet/>
      <dgm:spPr/>
      <dgm:t>
        <a:bodyPr/>
        <a:lstStyle/>
        <a:p>
          <a:endParaRPr lang="uk-UA"/>
        </a:p>
      </dgm:t>
    </dgm:pt>
    <dgm:pt modelId="{EAF64794-C0B9-4EFB-9293-2CB2AD64F79F}">
      <dgm:prSet/>
      <dgm:spPr/>
      <dgm:t>
        <a:bodyPr/>
        <a:lstStyle/>
        <a:p>
          <a:r>
            <a:rPr lang="ru-RU" b="0" i="0"/>
            <a:t>«пацифікація»</a:t>
          </a:r>
          <a:endParaRPr lang="uk-UA"/>
        </a:p>
      </dgm:t>
    </dgm:pt>
    <dgm:pt modelId="{AE84CB30-DE6D-4039-822C-C5220F540BCB}" type="parTrans" cxnId="{2BC94FC0-A58A-4651-9390-4292BAF50B05}">
      <dgm:prSet/>
      <dgm:spPr/>
      <dgm:t>
        <a:bodyPr/>
        <a:lstStyle/>
        <a:p>
          <a:endParaRPr lang="uk-UA"/>
        </a:p>
      </dgm:t>
    </dgm:pt>
    <dgm:pt modelId="{3CC960CD-7941-4CC4-94EA-636D51314718}" type="sibTrans" cxnId="{2BC94FC0-A58A-4651-9390-4292BAF50B05}">
      <dgm:prSet/>
      <dgm:spPr/>
      <dgm:t>
        <a:bodyPr/>
        <a:lstStyle/>
        <a:p>
          <a:endParaRPr lang="uk-UA"/>
        </a:p>
      </dgm:t>
    </dgm:pt>
    <dgm:pt modelId="{F9C1526A-0B31-4CEF-AFA3-32525C9BD596}">
      <dgm:prSet/>
      <dgm:spPr/>
      <dgm:t>
        <a:bodyPr/>
        <a:lstStyle/>
        <a:p>
          <a:r>
            <a:rPr lang="ru-RU" b="0" i="0"/>
            <a:t>«новий порядок»</a:t>
          </a:r>
          <a:endParaRPr lang="uk-UA"/>
        </a:p>
      </dgm:t>
    </dgm:pt>
    <dgm:pt modelId="{D5A5A9A6-DEF2-404D-AAAE-08660DC728B9}" type="parTrans" cxnId="{1E31D5AF-B7C7-4A33-B7A0-916144E32556}">
      <dgm:prSet/>
      <dgm:spPr/>
      <dgm:t>
        <a:bodyPr/>
        <a:lstStyle/>
        <a:p>
          <a:endParaRPr lang="uk-UA"/>
        </a:p>
      </dgm:t>
    </dgm:pt>
    <dgm:pt modelId="{713B088C-DD30-44C2-939D-596AB6F7A641}" type="sibTrans" cxnId="{1E31D5AF-B7C7-4A33-B7A0-916144E32556}">
      <dgm:prSet/>
      <dgm:spPr/>
      <dgm:t>
        <a:bodyPr/>
        <a:lstStyle/>
        <a:p>
          <a:endParaRPr lang="uk-UA"/>
        </a:p>
      </dgm:t>
    </dgm:pt>
    <dgm:pt modelId="{C1F80F6F-9F60-4166-B0B6-CCF4ACEAFCE0}">
      <dgm:prSet/>
      <dgm:spPr/>
      <dgm:t>
        <a:bodyPr/>
        <a:lstStyle/>
        <a:p>
          <a:r>
            <a:rPr lang="ru-RU" b="0" i="0"/>
            <a:t>«радянізація»</a:t>
          </a:r>
          <a:endParaRPr lang="uk-UA"/>
        </a:p>
      </dgm:t>
    </dgm:pt>
    <dgm:pt modelId="{6471DE49-22DB-410D-A40D-69A4DE1FB4AF}" type="parTrans" cxnId="{A1D5036A-3398-4A3C-9559-76A9158CF258}">
      <dgm:prSet/>
      <dgm:spPr/>
      <dgm:t>
        <a:bodyPr/>
        <a:lstStyle/>
        <a:p>
          <a:endParaRPr lang="uk-UA"/>
        </a:p>
      </dgm:t>
    </dgm:pt>
    <dgm:pt modelId="{9F2C298D-FA2C-469A-8004-E54D18B78173}" type="sibTrans" cxnId="{A1D5036A-3398-4A3C-9559-76A9158CF258}">
      <dgm:prSet/>
      <dgm:spPr/>
      <dgm:t>
        <a:bodyPr/>
        <a:lstStyle/>
        <a:p>
          <a:endParaRPr lang="uk-UA"/>
        </a:p>
      </dgm:t>
    </dgm:pt>
    <dgm:pt modelId="{A9A36543-DE88-42C7-9452-9AF642580B7A}" type="pres">
      <dgm:prSet presAssocID="{4321DD8F-BE18-4D05-A828-925527942D24}" presName="linearFlow" presStyleCnt="0">
        <dgm:presLayoutVars>
          <dgm:dir/>
          <dgm:resizeHandles val="exact"/>
        </dgm:presLayoutVars>
      </dgm:prSet>
      <dgm:spPr/>
    </dgm:pt>
    <dgm:pt modelId="{9687CE17-8E70-45A8-B5EB-2858FBB60823}" type="pres">
      <dgm:prSet presAssocID="{F894CC22-B277-4C78-80E6-7F05CD2A0DC4}" presName="composite" presStyleCnt="0"/>
      <dgm:spPr/>
    </dgm:pt>
    <dgm:pt modelId="{2B010DFD-DF02-42C6-A988-9D053C44FEB6}" type="pres">
      <dgm:prSet presAssocID="{F894CC22-B277-4C78-80E6-7F05CD2A0DC4}" presName="imgShp" presStyleLbl="fgImgPlace1" presStyleIdx="0" presStyleCnt="4"/>
      <dgm:spPr/>
    </dgm:pt>
    <dgm:pt modelId="{3CB84061-780B-4C9B-B352-D0BB237411C7}" type="pres">
      <dgm:prSet presAssocID="{F894CC22-B277-4C78-80E6-7F05CD2A0DC4}" presName="txShp" presStyleLbl="node1" presStyleIdx="0" presStyleCnt="4">
        <dgm:presLayoutVars>
          <dgm:bulletEnabled val="1"/>
        </dgm:presLayoutVars>
      </dgm:prSet>
      <dgm:spPr/>
    </dgm:pt>
    <dgm:pt modelId="{F0C0DA5D-66C0-4C07-9B6D-CBBF8B632A4B}" type="pres">
      <dgm:prSet presAssocID="{E1258072-1111-45D2-AE75-8CE8DD23FA46}" presName="spacing" presStyleCnt="0"/>
      <dgm:spPr/>
    </dgm:pt>
    <dgm:pt modelId="{AA57B460-0899-47A4-B41D-0EAA39C86A54}" type="pres">
      <dgm:prSet presAssocID="{EAF64794-C0B9-4EFB-9293-2CB2AD64F79F}" presName="composite" presStyleCnt="0"/>
      <dgm:spPr/>
    </dgm:pt>
    <dgm:pt modelId="{68706844-BC66-435C-AB4E-2ED965E0F603}" type="pres">
      <dgm:prSet presAssocID="{EAF64794-C0B9-4EFB-9293-2CB2AD64F79F}" presName="imgShp" presStyleLbl="fgImgPlace1" presStyleIdx="1" presStyleCnt="4"/>
      <dgm:spPr/>
    </dgm:pt>
    <dgm:pt modelId="{6D66ED92-D3C6-4853-813E-766476D49DEC}" type="pres">
      <dgm:prSet presAssocID="{EAF64794-C0B9-4EFB-9293-2CB2AD64F79F}" presName="txShp" presStyleLbl="node1" presStyleIdx="1" presStyleCnt="4">
        <dgm:presLayoutVars>
          <dgm:bulletEnabled val="1"/>
        </dgm:presLayoutVars>
      </dgm:prSet>
      <dgm:spPr/>
    </dgm:pt>
    <dgm:pt modelId="{10C148FB-9079-462A-A00C-54EF25E45C3C}" type="pres">
      <dgm:prSet presAssocID="{3CC960CD-7941-4CC4-94EA-636D51314718}" presName="spacing" presStyleCnt="0"/>
      <dgm:spPr/>
    </dgm:pt>
    <dgm:pt modelId="{262774F8-696D-4A67-9450-2D884ACCCD11}" type="pres">
      <dgm:prSet presAssocID="{F9C1526A-0B31-4CEF-AFA3-32525C9BD596}" presName="composite" presStyleCnt="0"/>
      <dgm:spPr/>
    </dgm:pt>
    <dgm:pt modelId="{7977D882-A8C8-4BCF-A752-E95472BB918F}" type="pres">
      <dgm:prSet presAssocID="{F9C1526A-0B31-4CEF-AFA3-32525C9BD596}" presName="imgShp" presStyleLbl="fgImgPlace1" presStyleIdx="2" presStyleCnt="4"/>
      <dgm:spPr/>
    </dgm:pt>
    <dgm:pt modelId="{23ABF050-D5D3-4A35-B0D0-D4F332D22299}" type="pres">
      <dgm:prSet presAssocID="{F9C1526A-0B31-4CEF-AFA3-32525C9BD596}" presName="txShp" presStyleLbl="node1" presStyleIdx="2" presStyleCnt="4">
        <dgm:presLayoutVars>
          <dgm:bulletEnabled val="1"/>
        </dgm:presLayoutVars>
      </dgm:prSet>
      <dgm:spPr/>
    </dgm:pt>
    <dgm:pt modelId="{1741B5C4-64FC-4D5B-ACC1-5CF851AE54F6}" type="pres">
      <dgm:prSet presAssocID="{713B088C-DD30-44C2-939D-596AB6F7A641}" presName="spacing" presStyleCnt="0"/>
      <dgm:spPr/>
    </dgm:pt>
    <dgm:pt modelId="{9AA788FF-5116-491D-BE78-4F3E5A54664E}" type="pres">
      <dgm:prSet presAssocID="{C1F80F6F-9F60-4166-B0B6-CCF4ACEAFCE0}" presName="composite" presStyleCnt="0"/>
      <dgm:spPr/>
    </dgm:pt>
    <dgm:pt modelId="{4ADF3EE8-3577-475F-B30D-841EFDFB3C6D}" type="pres">
      <dgm:prSet presAssocID="{C1F80F6F-9F60-4166-B0B6-CCF4ACEAFCE0}" presName="imgShp" presStyleLbl="fgImgPlace1" presStyleIdx="3" presStyleCnt="4"/>
      <dgm:spPr/>
    </dgm:pt>
    <dgm:pt modelId="{1A83CBBF-0044-458F-83A3-5C588B51D053}" type="pres">
      <dgm:prSet presAssocID="{C1F80F6F-9F60-4166-B0B6-CCF4ACEAFCE0}" presName="txShp" presStyleLbl="node1" presStyleIdx="3" presStyleCnt="4">
        <dgm:presLayoutVars>
          <dgm:bulletEnabled val="1"/>
        </dgm:presLayoutVars>
      </dgm:prSet>
      <dgm:spPr/>
    </dgm:pt>
  </dgm:ptLst>
  <dgm:cxnLst>
    <dgm:cxn modelId="{B99CD72B-5FCE-4662-99C9-2DDF47A1F89B}" type="presOf" srcId="{EAF64794-C0B9-4EFB-9293-2CB2AD64F79F}" destId="{6D66ED92-D3C6-4853-813E-766476D49DEC}" srcOrd="0" destOrd="0" presId="urn:microsoft.com/office/officeart/2005/8/layout/vList3"/>
    <dgm:cxn modelId="{A1D5036A-3398-4A3C-9559-76A9158CF258}" srcId="{4321DD8F-BE18-4D05-A828-925527942D24}" destId="{C1F80F6F-9F60-4166-B0B6-CCF4ACEAFCE0}" srcOrd="3" destOrd="0" parTransId="{6471DE49-22DB-410D-A40D-69A4DE1FB4AF}" sibTransId="{9F2C298D-FA2C-469A-8004-E54D18B78173}"/>
    <dgm:cxn modelId="{D1DC617F-9E17-46F0-A1AB-9E7FA5F1C7E3}" type="presOf" srcId="{F9C1526A-0B31-4CEF-AFA3-32525C9BD596}" destId="{23ABF050-D5D3-4A35-B0D0-D4F332D22299}" srcOrd="0" destOrd="0" presId="urn:microsoft.com/office/officeart/2005/8/layout/vList3"/>
    <dgm:cxn modelId="{4173809A-707C-4E46-B6DA-A1B8FE47E66E}" type="presOf" srcId="{F894CC22-B277-4C78-80E6-7F05CD2A0DC4}" destId="{3CB84061-780B-4C9B-B352-D0BB237411C7}" srcOrd="0" destOrd="0" presId="urn:microsoft.com/office/officeart/2005/8/layout/vList3"/>
    <dgm:cxn modelId="{1E31D5AF-B7C7-4A33-B7A0-916144E32556}" srcId="{4321DD8F-BE18-4D05-A828-925527942D24}" destId="{F9C1526A-0B31-4CEF-AFA3-32525C9BD596}" srcOrd="2" destOrd="0" parTransId="{D5A5A9A6-DEF2-404D-AAAE-08660DC728B9}" sibTransId="{713B088C-DD30-44C2-939D-596AB6F7A641}"/>
    <dgm:cxn modelId="{1E8C9FB5-BD82-4EF7-849E-272FB174D8FD}" type="presOf" srcId="{C1F80F6F-9F60-4166-B0B6-CCF4ACEAFCE0}" destId="{1A83CBBF-0044-458F-83A3-5C588B51D053}" srcOrd="0" destOrd="0" presId="urn:microsoft.com/office/officeart/2005/8/layout/vList3"/>
    <dgm:cxn modelId="{4C85D9BD-0DDE-4A86-A310-7F5624B858C7}" type="presOf" srcId="{4321DD8F-BE18-4D05-A828-925527942D24}" destId="{A9A36543-DE88-42C7-9452-9AF642580B7A}" srcOrd="0" destOrd="0" presId="urn:microsoft.com/office/officeart/2005/8/layout/vList3"/>
    <dgm:cxn modelId="{2BC94FC0-A58A-4651-9390-4292BAF50B05}" srcId="{4321DD8F-BE18-4D05-A828-925527942D24}" destId="{EAF64794-C0B9-4EFB-9293-2CB2AD64F79F}" srcOrd="1" destOrd="0" parTransId="{AE84CB30-DE6D-4039-822C-C5220F540BCB}" sibTransId="{3CC960CD-7941-4CC4-94EA-636D51314718}"/>
    <dgm:cxn modelId="{0362B2F5-0C3B-4C33-92A0-DE88E252B4FB}" srcId="{4321DD8F-BE18-4D05-A828-925527942D24}" destId="{F894CC22-B277-4C78-80E6-7F05CD2A0DC4}" srcOrd="0" destOrd="0" parTransId="{C9F2C8FE-2CE8-405D-842C-C152B2ECE924}" sibTransId="{E1258072-1111-45D2-AE75-8CE8DD23FA46}"/>
    <dgm:cxn modelId="{3F668B82-E75D-4F47-BC71-CA5D5494C2EA}" type="presParOf" srcId="{A9A36543-DE88-42C7-9452-9AF642580B7A}" destId="{9687CE17-8E70-45A8-B5EB-2858FBB60823}" srcOrd="0" destOrd="0" presId="urn:microsoft.com/office/officeart/2005/8/layout/vList3"/>
    <dgm:cxn modelId="{E5311097-8169-4F45-ADCB-151774373FCE}" type="presParOf" srcId="{9687CE17-8E70-45A8-B5EB-2858FBB60823}" destId="{2B010DFD-DF02-42C6-A988-9D053C44FEB6}" srcOrd="0" destOrd="0" presId="urn:microsoft.com/office/officeart/2005/8/layout/vList3"/>
    <dgm:cxn modelId="{620E97D9-45FF-4B88-ADCD-D5B3B8AA3A30}" type="presParOf" srcId="{9687CE17-8E70-45A8-B5EB-2858FBB60823}" destId="{3CB84061-780B-4C9B-B352-D0BB237411C7}" srcOrd="1" destOrd="0" presId="urn:microsoft.com/office/officeart/2005/8/layout/vList3"/>
    <dgm:cxn modelId="{9B91BE15-B0D4-4353-BA0F-08E446752044}" type="presParOf" srcId="{A9A36543-DE88-42C7-9452-9AF642580B7A}" destId="{F0C0DA5D-66C0-4C07-9B6D-CBBF8B632A4B}" srcOrd="1" destOrd="0" presId="urn:microsoft.com/office/officeart/2005/8/layout/vList3"/>
    <dgm:cxn modelId="{83371C23-693D-482D-B947-C6E11126F98E}" type="presParOf" srcId="{A9A36543-DE88-42C7-9452-9AF642580B7A}" destId="{AA57B460-0899-47A4-B41D-0EAA39C86A54}" srcOrd="2" destOrd="0" presId="urn:microsoft.com/office/officeart/2005/8/layout/vList3"/>
    <dgm:cxn modelId="{B5A4995C-EE43-4776-B8CB-ED90056DB50B}" type="presParOf" srcId="{AA57B460-0899-47A4-B41D-0EAA39C86A54}" destId="{68706844-BC66-435C-AB4E-2ED965E0F603}" srcOrd="0" destOrd="0" presId="urn:microsoft.com/office/officeart/2005/8/layout/vList3"/>
    <dgm:cxn modelId="{B3379F16-3911-4872-A539-199FF575DC7E}" type="presParOf" srcId="{AA57B460-0899-47A4-B41D-0EAA39C86A54}" destId="{6D66ED92-D3C6-4853-813E-766476D49DEC}" srcOrd="1" destOrd="0" presId="urn:microsoft.com/office/officeart/2005/8/layout/vList3"/>
    <dgm:cxn modelId="{BC0236FF-3366-4064-9C15-B46FAD2B56D8}" type="presParOf" srcId="{A9A36543-DE88-42C7-9452-9AF642580B7A}" destId="{10C148FB-9079-462A-A00C-54EF25E45C3C}" srcOrd="3" destOrd="0" presId="urn:microsoft.com/office/officeart/2005/8/layout/vList3"/>
    <dgm:cxn modelId="{E5595C98-D2E8-42CA-BE10-2A8FF5AC94C3}" type="presParOf" srcId="{A9A36543-DE88-42C7-9452-9AF642580B7A}" destId="{262774F8-696D-4A67-9450-2D884ACCCD11}" srcOrd="4" destOrd="0" presId="urn:microsoft.com/office/officeart/2005/8/layout/vList3"/>
    <dgm:cxn modelId="{17E17F63-F532-4AF1-9300-3EFF2B63DAF5}" type="presParOf" srcId="{262774F8-696D-4A67-9450-2D884ACCCD11}" destId="{7977D882-A8C8-4BCF-A752-E95472BB918F}" srcOrd="0" destOrd="0" presId="urn:microsoft.com/office/officeart/2005/8/layout/vList3"/>
    <dgm:cxn modelId="{0C983E20-3AC2-4B65-A4F1-0967020FC9AA}" type="presParOf" srcId="{262774F8-696D-4A67-9450-2D884ACCCD11}" destId="{23ABF050-D5D3-4A35-B0D0-D4F332D22299}" srcOrd="1" destOrd="0" presId="urn:microsoft.com/office/officeart/2005/8/layout/vList3"/>
    <dgm:cxn modelId="{0E528EAF-BE5B-45BF-9F72-755BFB2D0C92}" type="presParOf" srcId="{A9A36543-DE88-42C7-9452-9AF642580B7A}" destId="{1741B5C4-64FC-4D5B-ACC1-5CF851AE54F6}" srcOrd="5" destOrd="0" presId="urn:microsoft.com/office/officeart/2005/8/layout/vList3"/>
    <dgm:cxn modelId="{C63209BD-9B0E-4DE5-BB35-B6BBFE74742E}" type="presParOf" srcId="{A9A36543-DE88-42C7-9452-9AF642580B7A}" destId="{9AA788FF-5116-491D-BE78-4F3E5A54664E}" srcOrd="6" destOrd="0" presId="urn:microsoft.com/office/officeart/2005/8/layout/vList3"/>
    <dgm:cxn modelId="{9E18BEEB-C706-4D6E-9DD4-9B2C86072902}" type="presParOf" srcId="{9AA788FF-5116-491D-BE78-4F3E5A54664E}" destId="{4ADF3EE8-3577-475F-B30D-841EFDFB3C6D}" srcOrd="0" destOrd="0" presId="urn:microsoft.com/office/officeart/2005/8/layout/vList3"/>
    <dgm:cxn modelId="{F53AFE77-BA65-42AF-AB96-27ACC9A80887}" type="presParOf" srcId="{9AA788FF-5116-491D-BE78-4F3E5A54664E}" destId="{1A83CBBF-0044-458F-83A3-5C588B51D05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23B047-7E6B-4815-BF54-237D58897B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AF1B809-566E-4A81-A5E7-E4223607191F}">
      <dgm:prSet/>
      <dgm:spPr/>
      <dgm:t>
        <a:bodyPr/>
        <a:lstStyle/>
        <a:p>
          <a:r>
            <a:rPr lang="uk-UA" b="0" i="0"/>
            <a:t>заходи з адміністративної уніфікації українських земель, здійснювані урядом Румунії в 1920 — першій половині 1930-х рр.</a:t>
          </a:r>
          <a:endParaRPr lang="uk-UA"/>
        </a:p>
      </dgm:t>
    </dgm:pt>
    <dgm:pt modelId="{AB0CF142-6CE9-4FD6-B46C-FBBE165AD308}" type="parTrans" cxnId="{70C640E4-E109-4B18-810E-0E163433AA01}">
      <dgm:prSet/>
      <dgm:spPr/>
      <dgm:t>
        <a:bodyPr/>
        <a:lstStyle/>
        <a:p>
          <a:endParaRPr lang="uk-UA"/>
        </a:p>
      </dgm:t>
    </dgm:pt>
    <dgm:pt modelId="{491E35D5-9AE9-4005-8555-15CE9E5A3B0D}" type="sibTrans" cxnId="{70C640E4-E109-4B18-810E-0E163433AA01}">
      <dgm:prSet/>
      <dgm:spPr/>
      <dgm:t>
        <a:bodyPr/>
        <a:lstStyle/>
        <a:p>
          <a:endParaRPr lang="uk-UA"/>
        </a:p>
      </dgm:t>
    </dgm:pt>
    <dgm:pt modelId="{FCF9A9AD-159A-4090-9F00-708AC7E3FD18}">
      <dgm:prSet/>
      <dgm:spPr/>
      <dgm:t>
        <a:bodyPr/>
        <a:lstStyle/>
        <a:p>
          <a:r>
            <a:rPr lang="uk-UA" b="0" i="0"/>
            <a:t>адміністративно-репресивна поліцейська акція проти українського населення Східної Галичини, здійснена польською владою восени 1930 р.</a:t>
          </a:r>
          <a:endParaRPr lang="uk-UA"/>
        </a:p>
      </dgm:t>
    </dgm:pt>
    <dgm:pt modelId="{8B9CAF9D-3CA4-4440-B22B-938FE5BD80EA}" type="parTrans" cxnId="{096DC6B4-89B7-4866-9EDE-9678D6AF8CCE}">
      <dgm:prSet/>
      <dgm:spPr/>
      <dgm:t>
        <a:bodyPr/>
        <a:lstStyle/>
        <a:p>
          <a:endParaRPr lang="uk-UA"/>
        </a:p>
      </dgm:t>
    </dgm:pt>
    <dgm:pt modelId="{13F02C12-984A-4CD6-A308-098359B1F753}" type="sibTrans" cxnId="{096DC6B4-89B7-4866-9EDE-9678D6AF8CCE}">
      <dgm:prSet/>
      <dgm:spPr/>
      <dgm:t>
        <a:bodyPr/>
        <a:lstStyle/>
        <a:p>
          <a:endParaRPr lang="uk-UA"/>
        </a:p>
      </dgm:t>
    </dgm:pt>
    <dgm:pt modelId="{DA47EFBF-F641-4ACE-AFA3-F3233D98E925}">
      <dgm:prSet/>
      <dgm:spPr/>
      <dgm:t>
        <a:bodyPr/>
        <a:lstStyle/>
        <a:p>
          <a:r>
            <a:rPr lang="uk-UA" b="0" i="0"/>
            <a:t>політика насадження в західних областях України норм суспільно-політичного, економічного та культурного життя, утверджених в СРСР</a:t>
          </a:r>
          <a:endParaRPr lang="uk-UA"/>
        </a:p>
      </dgm:t>
    </dgm:pt>
    <dgm:pt modelId="{8F4368C8-AA91-4017-9BE0-A7F1CF9BB9FB}" type="parTrans" cxnId="{DD97D418-96E1-414D-B133-1A593E626FCE}">
      <dgm:prSet/>
      <dgm:spPr/>
      <dgm:t>
        <a:bodyPr/>
        <a:lstStyle/>
        <a:p>
          <a:endParaRPr lang="uk-UA"/>
        </a:p>
      </dgm:t>
    </dgm:pt>
    <dgm:pt modelId="{1277A0A4-C983-4F33-BC10-B05F5611FF5C}" type="sibTrans" cxnId="{DD97D418-96E1-414D-B133-1A593E626FCE}">
      <dgm:prSet/>
      <dgm:spPr/>
      <dgm:t>
        <a:bodyPr/>
        <a:lstStyle/>
        <a:p>
          <a:endParaRPr lang="uk-UA"/>
        </a:p>
      </dgm:t>
    </dgm:pt>
    <dgm:pt modelId="{247845AE-83B2-41EB-8BCE-17B4C1561B75}">
      <dgm:prSet/>
      <dgm:spPr/>
      <dgm:t>
        <a:bodyPr/>
        <a:lstStyle/>
        <a:p>
          <a:r>
            <a:rPr lang="uk-UA" b="0" i="0"/>
            <a:t>режим, установлений нацистами на окупованих територіях у роки Другої світової війни, спрямований на експлуатацію людських і матеріальних ресурсів в інтересах Німеччини</a:t>
          </a:r>
          <a:endParaRPr lang="uk-UA"/>
        </a:p>
      </dgm:t>
    </dgm:pt>
    <dgm:pt modelId="{28AFC5FC-0FF1-4B0F-B2B7-72FB13203AFC}" type="parTrans" cxnId="{9819B66D-644A-4C4E-9DAF-546A7EECC4EF}">
      <dgm:prSet/>
      <dgm:spPr/>
      <dgm:t>
        <a:bodyPr/>
        <a:lstStyle/>
        <a:p>
          <a:endParaRPr lang="uk-UA"/>
        </a:p>
      </dgm:t>
    </dgm:pt>
    <dgm:pt modelId="{1F225BFF-3B1C-4773-8C72-FCC05F005D34}" type="sibTrans" cxnId="{9819B66D-644A-4C4E-9DAF-546A7EECC4EF}">
      <dgm:prSet/>
      <dgm:spPr/>
      <dgm:t>
        <a:bodyPr/>
        <a:lstStyle/>
        <a:p>
          <a:endParaRPr lang="uk-UA"/>
        </a:p>
      </dgm:t>
    </dgm:pt>
    <dgm:pt modelId="{2C328819-3CF9-4AAA-94FE-FF79F0AC6491}">
      <dgm:prSet/>
      <dgm:spPr/>
      <dgm:t>
        <a:bodyPr/>
        <a:lstStyle/>
        <a:p>
          <a:r>
            <a:rPr lang="uk-UA" b="0" i="0"/>
            <a:t>політика планомірного заселення українських земель військовими та цивільними колоністами, здійснювана урядом Польщі в 1920-х рр.</a:t>
          </a:r>
          <a:endParaRPr lang="uk-UA"/>
        </a:p>
      </dgm:t>
    </dgm:pt>
    <dgm:pt modelId="{E9F7B74F-92E8-46F0-9C97-684742E5AABC}" type="parTrans" cxnId="{DC5DDB33-2E4F-4CF2-BC65-835E32BC763D}">
      <dgm:prSet/>
      <dgm:spPr/>
      <dgm:t>
        <a:bodyPr/>
        <a:lstStyle/>
        <a:p>
          <a:endParaRPr lang="uk-UA"/>
        </a:p>
      </dgm:t>
    </dgm:pt>
    <dgm:pt modelId="{F4587C5B-412C-4F30-B666-437F801D3250}" type="sibTrans" cxnId="{DC5DDB33-2E4F-4CF2-BC65-835E32BC763D}">
      <dgm:prSet/>
      <dgm:spPr/>
      <dgm:t>
        <a:bodyPr/>
        <a:lstStyle/>
        <a:p>
          <a:endParaRPr lang="uk-UA"/>
        </a:p>
      </dgm:t>
    </dgm:pt>
    <dgm:pt modelId="{85B18B52-7A52-4350-8E83-FAC3DBCBA52E}" type="pres">
      <dgm:prSet presAssocID="{B023B047-7E6B-4815-BF54-237D58897B37}" presName="linear" presStyleCnt="0">
        <dgm:presLayoutVars>
          <dgm:animLvl val="lvl"/>
          <dgm:resizeHandles val="exact"/>
        </dgm:presLayoutVars>
      </dgm:prSet>
      <dgm:spPr/>
    </dgm:pt>
    <dgm:pt modelId="{E2FFEC7E-07BB-46AA-AD12-13CF4EAE5657}" type="pres">
      <dgm:prSet presAssocID="{9AF1B809-566E-4A81-A5E7-E4223607191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0F679CE-5DBE-439E-AEB6-ADB5775C4E06}" type="pres">
      <dgm:prSet presAssocID="{491E35D5-9AE9-4005-8555-15CE9E5A3B0D}" presName="spacer" presStyleCnt="0"/>
      <dgm:spPr/>
    </dgm:pt>
    <dgm:pt modelId="{0C306B7E-79BE-4632-8702-48CC0809159F}" type="pres">
      <dgm:prSet presAssocID="{FCF9A9AD-159A-4090-9F00-708AC7E3FD1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9714C36-2C8D-4180-8EA2-3CA68356F1B5}" type="pres">
      <dgm:prSet presAssocID="{13F02C12-984A-4CD6-A308-098359B1F753}" presName="spacer" presStyleCnt="0"/>
      <dgm:spPr/>
    </dgm:pt>
    <dgm:pt modelId="{485710B6-DB58-4A56-9C7A-F4638F5F0A56}" type="pres">
      <dgm:prSet presAssocID="{DA47EFBF-F641-4ACE-AFA3-F3233D98E92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9EA73F6-AB81-45AC-B840-DC73758D56BD}" type="pres">
      <dgm:prSet presAssocID="{1277A0A4-C983-4F33-BC10-B05F5611FF5C}" presName="spacer" presStyleCnt="0"/>
      <dgm:spPr/>
    </dgm:pt>
    <dgm:pt modelId="{796DA374-6C58-4FC6-9988-B89B1E206B63}" type="pres">
      <dgm:prSet presAssocID="{247845AE-83B2-41EB-8BCE-17B4C1561B7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B362F1C-7474-4A08-B1BB-C80DA3D6699B}" type="pres">
      <dgm:prSet presAssocID="{1F225BFF-3B1C-4773-8C72-FCC05F005D34}" presName="spacer" presStyleCnt="0"/>
      <dgm:spPr/>
    </dgm:pt>
    <dgm:pt modelId="{121FA111-FE2E-49DA-96CA-025C8E9DBC32}" type="pres">
      <dgm:prSet presAssocID="{2C328819-3CF9-4AAA-94FE-FF79F0AC649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31D1A12-47A8-4403-A470-11FF4957A78E}" type="presOf" srcId="{FCF9A9AD-159A-4090-9F00-708AC7E3FD18}" destId="{0C306B7E-79BE-4632-8702-48CC0809159F}" srcOrd="0" destOrd="0" presId="urn:microsoft.com/office/officeart/2005/8/layout/vList2"/>
    <dgm:cxn modelId="{DD97D418-96E1-414D-B133-1A593E626FCE}" srcId="{B023B047-7E6B-4815-BF54-237D58897B37}" destId="{DA47EFBF-F641-4ACE-AFA3-F3233D98E925}" srcOrd="2" destOrd="0" parTransId="{8F4368C8-AA91-4017-9BE0-A7F1CF9BB9FB}" sibTransId="{1277A0A4-C983-4F33-BC10-B05F5611FF5C}"/>
    <dgm:cxn modelId="{DC5DDB33-2E4F-4CF2-BC65-835E32BC763D}" srcId="{B023B047-7E6B-4815-BF54-237D58897B37}" destId="{2C328819-3CF9-4AAA-94FE-FF79F0AC6491}" srcOrd="4" destOrd="0" parTransId="{E9F7B74F-92E8-46F0-9C97-684742E5AABC}" sibTransId="{F4587C5B-412C-4F30-B666-437F801D3250}"/>
    <dgm:cxn modelId="{9819B66D-644A-4C4E-9DAF-546A7EECC4EF}" srcId="{B023B047-7E6B-4815-BF54-237D58897B37}" destId="{247845AE-83B2-41EB-8BCE-17B4C1561B75}" srcOrd="3" destOrd="0" parTransId="{28AFC5FC-0FF1-4B0F-B2B7-72FB13203AFC}" sibTransId="{1F225BFF-3B1C-4773-8C72-FCC05F005D34}"/>
    <dgm:cxn modelId="{6C26CF81-A1D4-4BD5-BFDF-DCEEDFECAD00}" type="presOf" srcId="{247845AE-83B2-41EB-8BCE-17B4C1561B75}" destId="{796DA374-6C58-4FC6-9988-B89B1E206B63}" srcOrd="0" destOrd="0" presId="urn:microsoft.com/office/officeart/2005/8/layout/vList2"/>
    <dgm:cxn modelId="{BF098593-3B96-44EB-AC09-AF81AEFF0C19}" type="presOf" srcId="{DA47EFBF-F641-4ACE-AFA3-F3233D98E925}" destId="{485710B6-DB58-4A56-9C7A-F4638F5F0A56}" srcOrd="0" destOrd="0" presId="urn:microsoft.com/office/officeart/2005/8/layout/vList2"/>
    <dgm:cxn modelId="{096DC6B4-89B7-4866-9EDE-9678D6AF8CCE}" srcId="{B023B047-7E6B-4815-BF54-237D58897B37}" destId="{FCF9A9AD-159A-4090-9F00-708AC7E3FD18}" srcOrd="1" destOrd="0" parTransId="{8B9CAF9D-3CA4-4440-B22B-938FE5BD80EA}" sibTransId="{13F02C12-984A-4CD6-A308-098359B1F753}"/>
    <dgm:cxn modelId="{EFAF26C2-DB14-476B-9B84-0ADB5C80F612}" type="presOf" srcId="{B023B047-7E6B-4815-BF54-237D58897B37}" destId="{85B18B52-7A52-4350-8E83-FAC3DBCBA52E}" srcOrd="0" destOrd="0" presId="urn:microsoft.com/office/officeart/2005/8/layout/vList2"/>
    <dgm:cxn modelId="{4F308CDB-ADAA-437C-8117-825709A23FE5}" type="presOf" srcId="{9AF1B809-566E-4A81-A5E7-E4223607191F}" destId="{E2FFEC7E-07BB-46AA-AD12-13CF4EAE5657}" srcOrd="0" destOrd="0" presId="urn:microsoft.com/office/officeart/2005/8/layout/vList2"/>
    <dgm:cxn modelId="{70C640E4-E109-4B18-810E-0E163433AA01}" srcId="{B023B047-7E6B-4815-BF54-237D58897B37}" destId="{9AF1B809-566E-4A81-A5E7-E4223607191F}" srcOrd="0" destOrd="0" parTransId="{AB0CF142-6CE9-4FD6-B46C-FBBE165AD308}" sibTransId="{491E35D5-9AE9-4005-8555-15CE9E5A3B0D}"/>
    <dgm:cxn modelId="{327834E5-8585-4C87-8F37-D65E1C76A726}" type="presOf" srcId="{2C328819-3CF9-4AAA-94FE-FF79F0AC6491}" destId="{121FA111-FE2E-49DA-96CA-025C8E9DBC32}" srcOrd="0" destOrd="0" presId="urn:microsoft.com/office/officeart/2005/8/layout/vList2"/>
    <dgm:cxn modelId="{EABBF83E-3AAA-4115-889C-BE28F40408EF}" type="presParOf" srcId="{85B18B52-7A52-4350-8E83-FAC3DBCBA52E}" destId="{E2FFEC7E-07BB-46AA-AD12-13CF4EAE5657}" srcOrd="0" destOrd="0" presId="urn:microsoft.com/office/officeart/2005/8/layout/vList2"/>
    <dgm:cxn modelId="{1C63B706-DEDA-4874-AF68-68F80AA2DCE6}" type="presParOf" srcId="{85B18B52-7A52-4350-8E83-FAC3DBCBA52E}" destId="{A0F679CE-5DBE-439E-AEB6-ADB5775C4E06}" srcOrd="1" destOrd="0" presId="urn:microsoft.com/office/officeart/2005/8/layout/vList2"/>
    <dgm:cxn modelId="{F1E5CFE2-DB78-4D08-B922-B25BA1ACEF43}" type="presParOf" srcId="{85B18B52-7A52-4350-8E83-FAC3DBCBA52E}" destId="{0C306B7E-79BE-4632-8702-48CC0809159F}" srcOrd="2" destOrd="0" presId="urn:microsoft.com/office/officeart/2005/8/layout/vList2"/>
    <dgm:cxn modelId="{C07BBD18-0B0B-4A2F-8994-AC7527E0BBD6}" type="presParOf" srcId="{85B18B52-7A52-4350-8E83-FAC3DBCBA52E}" destId="{D9714C36-2C8D-4180-8EA2-3CA68356F1B5}" srcOrd="3" destOrd="0" presId="urn:microsoft.com/office/officeart/2005/8/layout/vList2"/>
    <dgm:cxn modelId="{64F090F8-8F03-4DBE-A26B-4F9B5F81798D}" type="presParOf" srcId="{85B18B52-7A52-4350-8E83-FAC3DBCBA52E}" destId="{485710B6-DB58-4A56-9C7A-F4638F5F0A56}" srcOrd="4" destOrd="0" presId="urn:microsoft.com/office/officeart/2005/8/layout/vList2"/>
    <dgm:cxn modelId="{54EA517C-4546-404C-956A-2B631D00F1FF}" type="presParOf" srcId="{85B18B52-7A52-4350-8E83-FAC3DBCBA52E}" destId="{89EA73F6-AB81-45AC-B840-DC73758D56BD}" srcOrd="5" destOrd="0" presId="urn:microsoft.com/office/officeart/2005/8/layout/vList2"/>
    <dgm:cxn modelId="{961C25E7-368F-4912-B8A7-1D964278F85E}" type="presParOf" srcId="{85B18B52-7A52-4350-8E83-FAC3DBCBA52E}" destId="{796DA374-6C58-4FC6-9988-B89B1E206B63}" srcOrd="6" destOrd="0" presId="urn:microsoft.com/office/officeart/2005/8/layout/vList2"/>
    <dgm:cxn modelId="{E64750EA-B883-4D3E-B4DA-D1BD68DB68F9}" type="presParOf" srcId="{85B18B52-7A52-4350-8E83-FAC3DBCBA52E}" destId="{5B362F1C-7474-4A08-B1BB-C80DA3D6699B}" srcOrd="7" destOrd="0" presId="urn:microsoft.com/office/officeart/2005/8/layout/vList2"/>
    <dgm:cxn modelId="{166C542F-AD6B-421D-8DF7-1D5FDCFCCA90}" type="presParOf" srcId="{85B18B52-7A52-4350-8E83-FAC3DBCBA52E}" destId="{121FA111-FE2E-49DA-96CA-025C8E9DBC3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65B983-ECF2-49CC-BFEF-C84AC13BB7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04997D-C4BA-4B25-AE9D-7CA2E7662BD1}">
      <dgm:prSet/>
      <dgm:spPr/>
      <dgm:t>
        <a:bodyPr/>
        <a:lstStyle/>
        <a:p>
          <a:r>
            <a:rPr lang="uk-UA" b="0" i="0"/>
            <a:t>рейхскомісаріат «Україна»</a:t>
          </a:r>
          <a:endParaRPr lang="uk-UA"/>
        </a:p>
      </dgm:t>
    </dgm:pt>
    <dgm:pt modelId="{79F61FC1-BB64-4105-92F5-556F451016E8}" type="parTrans" cxnId="{CD18FDC9-3195-41B7-B766-EADA8C6AE7F1}">
      <dgm:prSet/>
      <dgm:spPr/>
      <dgm:t>
        <a:bodyPr/>
        <a:lstStyle/>
        <a:p>
          <a:endParaRPr lang="uk-UA"/>
        </a:p>
      </dgm:t>
    </dgm:pt>
    <dgm:pt modelId="{8F94E04E-01CF-4897-A1DC-6F4D8D34DA8F}" type="sibTrans" cxnId="{CD18FDC9-3195-41B7-B766-EADA8C6AE7F1}">
      <dgm:prSet/>
      <dgm:spPr/>
      <dgm:t>
        <a:bodyPr/>
        <a:lstStyle/>
        <a:p>
          <a:endParaRPr lang="uk-UA"/>
        </a:p>
      </dgm:t>
    </dgm:pt>
    <dgm:pt modelId="{A6B422A1-88B7-4690-983C-56EA86A749B1}">
      <dgm:prSet/>
      <dgm:spPr/>
      <dgm:t>
        <a:bodyPr/>
        <a:lstStyle/>
        <a:p>
          <a:r>
            <a:rPr lang="uk-UA" b="0" i="0"/>
            <a:t>дистрикт «Галичина» у складі Генерал-губернаторства</a:t>
          </a:r>
          <a:endParaRPr lang="uk-UA"/>
        </a:p>
      </dgm:t>
    </dgm:pt>
    <dgm:pt modelId="{07C3BD94-ADE4-48CA-933E-47DF40192989}" type="parTrans" cxnId="{59487EDB-AB3F-4E4F-8471-834E450DD0AD}">
      <dgm:prSet/>
      <dgm:spPr/>
      <dgm:t>
        <a:bodyPr/>
        <a:lstStyle/>
        <a:p>
          <a:endParaRPr lang="uk-UA"/>
        </a:p>
      </dgm:t>
    </dgm:pt>
    <dgm:pt modelId="{83DD51CC-9A16-4B39-8470-7F63EFFE2414}" type="sibTrans" cxnId="{59487EDB-AB3F-4E4F-8471-834E450DD0AD}">
      <dgm:prSet/>
      <dgm:spPr/>
      <dgm:t>
        <a:bodyPr/>
        <a:lstStyle/>
        <a:p>
          <a:endParaRPr lang="uk-UA"/>
        </a:p>
      </dgm:t>
    </dgm:pt>
    <dgm:pt modelId="{6571A9A3-9807-40DA-8E00-20AB1E0ACA94}">
      <dgm:prSet/>
      <dgm:spPr/>
      <dgm:t>
        <a:bodyPr/>
        <a:lstStyle/>
        <a:p>
          <a:r>
            <a:rPr lang="uk-UA" b="0" i="0"/>
            <a:t>військова адміністрація німецького командування</a:t>
          </a:r>
          <a:endParaRPr lang="uk-UA"/>
        </a:p>
      </dgm:t>
    </dgm:pt>
    <dgm:pt modelId="{D8F5C36D-B8C6-4BA2-8D70-F9BABAD6361F}" type="parTrans" cxnId="{A811A9E6-046A-4BB4-8073-B69AB4311D2F}">
      <dgm:prSet/>
      <dgm:spPr/>
      <dgm:t>
        <a:bodyPr/>
        <a:lstStyle/>
        <a:p>
          <a:endParaRPr lang="uk-UA"/>
        </a:p>
      </dgm:t>
    </dgm:pt>
    <dgm:pt modelId="{F0422C42-4355-47AE-A506-60B184689158}" type="sibTrans" cxnId="{A811A9E6-046A-4BB4-8073-B69AB4311D2F}">
      <dgm:prSet/>
      <dgm:spPr/>
      <dgm:t>
        <a:bodyPr/>
        <a:lstStyle/>
        <a:p>
          <a:endParaRPr lang="uk-UA"/>
        </a:p>
      </dgm:t>
    </dgm:pt>
    <dgm:pt modelId="{915B5E0C-11F3-4C85-92C3-6500755852D2}">
      <dgm:prSet/>
      <dgm:spPr/>
      <dgm:t>
        <a:bodyPr/>
        <a:lstStyle/>
        <a:p>
          <a:r>
            <a:rPr lang="uk-UA" b="0" i="0"/>
            <a:t>рейхскомісаріат «Остланд»</a:t>
          </a:r>
          <a:endParaRPr lang="uk-UA"/>
        </a:p>
      </dgm:t>
    </dgm:pt>
    <dgm:pt modelId="{BD56C72B-29C6-4DA4-8662-D9304200FCB3}" type="parTrans" cxnId="{5200C425-A616-433C-8360-8057725B7455}">
      <dgm:prSet/>
      <dgm:spPr/>
      <dgm:t>
        <a:bodyPr/>
        <a:lstStyle/>
        <a:p>
          <a:endParaRPr lang="uk-UA"/>
        </a:p>
      </dgm:t>
    </dgm:pt>
    <dgm:pt modelId="{33D23F0C-A6DD-40D4-AC62-A8977F5235F2}" type="sibTrans" cxnId="{5200C425-A616-433C-8360-8057725B7455}">
      <dgm:prSet/>
      <dgm:spPr/>
      <dgm:t>
        <a:bodyPr/>
        <a:lstStyle/>
        <a:p>
          <a:endParaRPr lang="uk-UA"/>
        </a:p>
      </dgm:t>
    </dgm:pt>
    <dgm:pt modelId="{CF405960-DD66-473B-80AC-00ED76617CC0}">
      <dgm:prSet/>
      <dgm:spPr/>
      <dgm:t>
        <a:bodyPr/>
        <a:lstStyle/>
        <a:p>
          <a:r>
            <a:rPr lang="uk-UA" b="0" i="0"/>
            <a:t>провінція «Трансністрія» під управлінням румунської адміністрації</a:t>
          </a:r>
          <a:endParaRPr lang="uk-UA"/>
        </a:p>
      </dgm:t>
    </dgm:pt>
    <dgm:pt modelId="{B3EC1A10-B23C-4F88-94D9-48DECA8D9B90}" type="parTrans" cxnId="{70C3C10F-2261-41BA-91D8-F11DDD794BC8}">
      <dgm:prSet/>
      <dgm:spPr/>
      <dgm:t>
        <a:bodyPr/>
        <a:lstStyle/>
        <a:p>
          <a:endParaRPr lang="uk-UA"/>
        </a:p>
      </dgm:t>
    </dgm:pt>
    <dgm:pt modelId="{3FA9E593-03AF-44F2-A515-B4459786ABFA}" type="sibTrans" cxnId="{70C3C10F-2261-41BA-91D8-F11DDD794BC8}">
      <dgm:prSet/>
      <dgm:spPr/>
      <dgm:t>
        <a:bodyPr/>
        <a:lstStyle/>
        <a:p>
          <a:endParaRPr lang="uk-UA"/>
        </a:p>
      </dgm:t>
    </dgm:pt>
    <dgm:pt modelId="{7BCC8919-1B79-4BEE-9187-660F7A1BC490}" type="pres">
      <dgm:prSet presAssocID="{8365B983-ECF2-49CC-BFEF-C84AC13BB728}" presName="linear" presStyleCnt="0">
        <dgm:presLayoutVars>
          <dgm:animLvl val="lvl"/>
          <dgm:resizeHandles val="exact"/>
        </dgm:presLayoutVars>
      </dgm:prSet>
      <dgm:spPr/>
    </dgm:pt>
    <dgm:pt modelId="{8B74CA15-BCEF-4DD1-8BEE-FB5A504A44CC}" type="pres">
      <dgm:prSet presAssocID="{3004997D-C4BA-4B25-AE9D-7CA2E7662BD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69AC2C4-9E45-4BA9-A7A3-D5174D2085FB}" type="pres">
      <dgm:prSet presAssocID="{8F94E04E-01CF-4897-A1DC-6F4D8D34DA8F}" presName="spacer" presStyleCnt="0"/>
      <dgm:spPr/>
    </dgm:pt>
    <dgm:pt modelId="{392B592C-2554-4DAA-8088-32B1B8CE4C39}" type="pres">
      <dgm:prSet presAssocID="{A6B422A1-88B7-4690-983C-56EA86A749B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695CB4F-A0E8-4F7B-BB0E-207004F1A8BB}" type="pres">
      <dgm:prSet presAssocID="{83DD51CC-9A16-4B39-8470-7F63EFFE2414}" presName="spacer" presStyleCnt="0"/>
      <dgm:spPr/>
    </dgm:pt>
    <dgm:pt modelId="{B0A75265-FF56-4140-8A14-D3F2EB3055BF}" type="pres">
      <dgm:prSet presAssocID="{6571A9A3-9807-40DA-8E00-20AB1E0ACA9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691A72F-E766-46F4-B8D9-7973D7B9AF01}" type="pres">
      <dgm:prSet presAssocID="{F0422C42-4355-47AE-A506-60B184689158}" presName="spacer" presStyleCnt="0"/>
      <dgm:spPr/>
    </dgm:pt>
    <dgm:pt modelId="{02C7D491-D9A8-4BF0-8AC3-8A9763067E7E}" type="pres">
      <dgm:prSet presAssocID="{915B5E0C-11F3-4C85-92C3-6500755852D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59C4A5C-0C4E-487B-B15E-F07A49BF1883}" type="pres">
      <dgm:prSet presAssocID="{33D23F0C-A6DD-40D4-AC62-A8977F5235F2}" presName="spacer" presStyleCnt="0"/>
      <dgm:spPr/>
    </dgm:pt>
    <dgm:pt modelId="{D97DA88A-7CCF-4286-8F0D-FA487AF4BA1B}" type="pres">
      <dgm:prSet presAssocID="{CF405960-DD66-473B-80AC-00ED76617CC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0C3C10F-2261-41BA-91D8-F11DDD794BC8}" srcId="{8365B983-ECF2-49CC-BFEF-C84AC13BB728}" destId="{CF405960-DD66-473B-80AC-00ED76617CC0}" srcOrd="4" destOrd="0" parTransId="{B3EC1A10-B23C-4F88-94D9-48DECA8D9B90}" sibTransId="{3FA9E593-03AF-44F2-A515-B4459786ABFA}"/>
    <dgm:cxn modelId="{FA7AF610-19F7-4DF2-A47B-D11B4B9C2A50}" type="presOf" srcId="{CF405960-DD66-473B-80AC-00ED76617CC0}" destId="{D97DA88A-7CCF-4286-8F0D-FA487AF4BA1B}" srcOrd="0" destOrd="0" presId="urn:microsoft.com/office/officeart/2005/8/layout/vList2"/>
    <dgm:cxn modelId="{5200C425-A616-433C-8360-8057725B7455}" srcId="{8365B983-ECF2-49CC-BFEF-C84AC13BB728}" destId="{915B5E0C-11F3-4C85-92C3-6500755852D2}" srcOrd="3" destOrd="0" parTransId="{BD56C72B-29C6-4DA4-8662-D9304200FCB3}" sibTransId="{33D23F0C-A6DD-40D4-AC62-A8977F5235F2}"/>
    <dgm:cxn modelId="{95DEAD2D-9509-452F-A263-582697EC3331}" type="presOf" srcId="{A6B422A1-88B7-4690-983C-56EA86A749B1}" destId="{392B592C-2554-4DAA-8088-32B1B8CE4C39}" srcOrd="0" destOrd="0" presId="urn:microsoft.com/office/officeart/2005/8/layout/vList2"/>
    <dgm:cxn modelId="{A66E784C-B643-4615-86B6-912FDB311006}" type="presOf" srcId="{6571A9A3-9807-40DA-8E00-20AB1E0ACA94}" destId="{B0A75265-FF56-4140-8A14-D3F2EB3055BF}" srcOrd="0" destOrd="0" presId="urn:microsoft.com/office/officeart/2005/8/layout/vList2"/>
    <dgm:cxn modelId="{27C8BB4F-0804-48C0-A762-698C5F4161E1}" type="presOf" srcId="{915B5E0C-11F3-4C85-92C3-6500755852D2}" destId="{02C7D491-D9A8-4BF0-8AC3-8A9763067E7E}" srcOrd="0" destOrd="0" presId="urn:microsoft.com/office/officeart/2005/8/layout/vList2"/>
    <dgm:cxn modelId="{18BE47AC-0E3C-41D2-AA48-E6ED42E454A8}" type="presOf" srcId="{8365B983-ECF2-49CC-BFEF-C84AC13BB728}" destId="{7BCC8919-1B79-4BEE-9187-660F7A1BC490}" srcOrd="0" destOrd="0" presId="urn:microsoft.com/office/officeart/2005/8/layout/vList2"/>
    <dgm:cxn modelId="{CD18FDC9-3195-41B7-B766-EADA8C6AE7F1}" srcId="{8365B983-ECF2-49CC-BFEF-C84AC13BB728}" destId="{3004997D-C4BA-4B25-AE9D-7CA2E7662BD1}" srcOrd="0" destOrd="0" parTransId="{79F61FC1-BB64-4105-92F5-556F451016E8}" sibTransId="{8F94E04E-01CF-4897-A1DC-6F4D8D34DA8F}"/>
    <dgm:cxn modelId="{59487EDB-AB3F-4E4F-8471-834E450DD0AD}" srcId="{8365B983-ECF2-49CC-BFEF-C84AC13BB728}" destId="{A6B422A1-88B7-4690-983C-56EA86A749B1}" srcOrd="1" destOrd="0" parTransId="{07C3BD94-ADE4-48CA-933E-47DF40192989}" sibTransId="{83DD51CC-9A16-4B39-8470-7F63EFFE2414}"/>
    <dgm:cxn modelId="{A811A9E6-046A-4BB4-8073-B69AB4311D2F}" srcId="{8365B983-ECF2-49CC-BFEF-C84AC13BB728}" destId="{6571A9A3-9807-40DA-8E00-20AB1E0ACA94}" srcOrd="2" destOrd="0" parTransId="{D8F5C36D-B8C6-4BA2-8D70-F9BABAD6361F}" sibTransId="{F0422C42-4355-47AE-A506-60B184689158}"/>
    <dgm:cxn modelId="{FE772BFA-D8C8-47F9-B2B0-76EAC8C90373}" type="presOf" srcId="{3004997D-C4BA-4B25-AE9D-7CA2E7662BD1}" destId="{8B74CA15-BCEF-4DD1-8BEE-FB5A504A44CC}" srcOrd="0" destOrd="0" presId="urn:microsoft.com/office/officeart/2005/8/layout/vList2"/>
    <dgm:cxn modelId="{8F9534F4-917E-456E-9661-67841143D57F}" type="presParOf" srcId="{7BCC8919-1B79-4BEE-9187-660F7A1BC490}" destId="{8B74CA15-BCEF-4DD1-8BEE-FB5A504A44CC}" srcOrd="0" destOrd="0" presId="urn:microsoft.com/office/officeart/2005/8/layout/vList2"/>
    <dgm:cxn modelId="{806EF0B4-2AD7-4502-B551-5F7B0C1E9A9B}" type="presParOf" srcId="{7BCC8919-1B79-4BEE-9187-660F7A1BC490}" destId="{669AC2C4-9E45-4BA9-A7A3-D5174D2085FB}" srcOrd="1" destOrd="0" presId="urn:microsoft.com/office/officeart/2005/8/layout/vList2"/>
    <dgm:cxn modelId="{31D6A414-B2AD-40DD-B698-7D1C9C8C8DE4}" type="presParOf" srcId="{7BCC8919-1B79-4BEE-9187-660F7A1BC490}" destId="{392B592C-2554-4DAA-8088-32B1B8CE4C39}" srcOrd="2" destOrd="0" presId="urn:microsoft.com/office/officeart/2005/8/layout/vList2"/>
    <dgm:cxn modelId="{9A53A4CE-5601-4056-B067-37BDBCC35CC2}" type="presParOf" srcId="{7BCC8919-1B79-4BEE-9187-660F7A1BC490}" destId="{7695CB4F-A0E8-4F7B-BB0E-207004F1A8BB}" srcOrd="3" destOrd="0" presId="urn:microsoft.com/office/officeart/2005/8/layout/vList2"/>
    <dgm:cxn modelId="{A42C98A1-E65A-4FF4-9325-8EB1A51B0328}" type="presParOf" srcId="{7BCC8919-1B79-4BEE-9187-660F7A1BC490}" destId="{B0A75265-FF56-4140-8A14-D3F2EB3055BF}" srcOrd="4" destOrd="0" presId="urn:microsoft.com/office/officeart/2005/8/layout/vList2"/>
    <dgm:cxn modelId="{091EB606-D636-40E3-832F-0AA4D5997AB0}" type="presParOf" srcId="{7BCC8919-1B79-4BEE-9187-660F7A1BC490}" destId="{7691A72F-E766-46F4-B8D9-7973D7B9AF01}" srcOrd="5" destOrd="0" presId="urn:microsoft.com/office/officeart/2005/8/layout/vList2"/>
    <dgm:cxn modelId="{F9F57FD3-A0AA-4A56-AE47-FB0A8DD27C54}" type="presParOf" srcId="{7BCC8919-1B79-4BEE-9187-660F7A1BC490}" destId="{02C7D491-D9A8-4BF0-8AC3-8A9763067E7E}" srcOrd="6" destOrd="0" presId="urn:microsoft.com/office/officeart/2005/8/layout/vList2"/>
    <dgm:cxn modelId="{DC29FCCE-A960-49BC-8CB9-00FC1ADC067D}" type="presParOf" srcId="{7BCC8919-1B79-4BEE-9187-660F7A1BC490}" destId="{C59C4A5C-0C4E-487B-B15E-F07A49BF1883}" srcOrd="7" destOrd="0" presId="urn:microsoft.com/office/officeart/2005/8/layout/vList2"/>
    <dgm:cxn modelId="{E8E5072E-D91F-4CEE-B485-F1BBD9686E66}" type="presParOf" srcId="{7BCC8919-1B79-4BEE-9187-660F7A1BC490}" destId="{D97DA88A-7CCF-4286-8F0D-FA487AF4BA1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2BAF0E2-FDCA-4CFE-9D1D-518C013CBA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D63AA62-8B42-4EF6-9AC5-0FDBCA544E40}">
      <dgm:prSet/>
      <dgm:spPr/>
      <dgm:t>
        <a:bodyPr/>
        <a:lstStyle/>
        <a:p>
          <a:r>
            <a:rPr lang="ru-RU" b="0" i="0"/>
            <a:t>Бессарабію</a:t>
          </a:r>
          <a:endParaRPr lang="uk-UA"/>
        </a:p>
      </dgm:t>
    </dgm:pt>
    <dgm:pt modelId="{BEE6D7E3-C360-46E2-8240-8C2F3E75EB8F}" type="parTrans" cxnId="{968EB85C-BF73-428C-B9D5-E1ED74BC1B2B}">
      <dgm:prSet/>
      <dgm:spPr/>
      <dgm:t>
        <a:bodyPr/>
        <a:lstStyle/>
        <a:p>
          <a:endParaRPr lang="uk-UA"/>
        </a:p>
      </dgm:t>
    </dgm:pt>
    <dgm:pt modelId="{B6FF99C1-D774-4695-BC02-15422F7D4486}" type="sibTrans" cxnId="{968EB85C-BF73-428C-B9D5-E1ED74BC1B2B}">
      <dgm:prSet/>
      <dgm:spPr/>
      <dgm:t>
        <a:bodyPr/>
        <a:lstStyle/>
        <a:p>
          <a:endParaRPr lang="uk-UA"/>
        </a:p>
      </dgm:t>
    </dgm:pt>
    <dgm:pt modelId="{AD4DC4EC-45AB-469A-A21E-570F3C5ACD1E}">
      <dgm:prSet/>
      <dgm:spPr/>
      <dgm:t>
        <a:bodyPr/>
        <a:lstStyle/>
        <a:p>
          <a:r>
            <a:rPr lang="ru-RU" b="0" i="0"/>
            <a:t>Північну Буковину</a:t>
          </a:r>
          <a:endParaRPr lang="uk-UA"/>
        </a:p>
      </dgm:t>
    </dgm:pt>
    <dgm:pt modelId="{22746909-C268-4DC7-A00C-1BB1104D76BE}" type="parTrans" cxnId="{7262EB99-9F34-41A5-A2CB-A71D15A10403}">
      <dgm:prSet/>
      <dgm:spPr/>
      <dgm:t>
        <a:bodyPr/>
        <a:lstStyle/>
        <a:p>
          <a:endParaRPr lang="uk-UA"/>
        </a:p>
      </dgm:t>
    </dgm:pt>
    <dgm:pt modelId="{DEA72140-073D-472D-99E7-04BCCFA8E191}" type="sibTrans" cxnId="{7262EB99-9F34-41A5-A2CB-A71D15A10403}">
      <dgm:prSet/>
      <dgm:spPr/>
      <dgm:t>
        <a:bodyPr/>
        <a:lstStyle/>
        <a:p>
          <a:endParaRPr lang="uk-UA"/>
        </a:p>
      </dgm:t>
    </dgm:pt>
    <dgm:pt modelId="{97A83ED4-3839-4D84-B17A-B9A209B805CA}">
      <dgm:prSet/>
      <dgm:spPr/>
      <dgm:t>
        <a:bodyPr/>
        <a:lstStyle/>
        <a:p>
          <a:r>
            <a:rPr lang="ru-RU" b="0" i="0"/>
            <a:t>Марморощину</a:t>
          </a:r>
          <a:endParaRPr lang="uk-UA"/>
        </a:p>
      </dgm:t>
    </dgm:pt>
    <dgm:pt modelId="{E56BF08F-475F-4EBE-B00C-2A59964A0EF6}" type="parTrans" cxnId="{911EF7FA-F21A-4F2A-AE72-BEFCC03CA9B4}">
      <dgm:prSet/>
      <dgm:spPr/>
      <dgm:t>
        <a:bodyPr/>
        <a:lstStyle/>
        <a:p>
          <a:endParaRPr lang="uk-UA"/>
        </a:p>
      </dgm:t>
    </dgm:pt>
    <dgm:pt modelId="{BB81148D-0BBC-4424-8022-4CE0EB71D079}" type="sibTrans" cxnId="{911EF7FA-F21A-4F2A-AE72-BEFCC03CA9B4}">
      <dgm:prSet/>
      <dgm:spPr/>
      <dgm:t>
        <a:bodyPr/>
        <a:lstStyle/>
        <a:p>
          <a:endParaRPr lang="uk-UA"/>
        </a:p>
      </dgm:t>
    </dgm:pt>
    <dgm:pt modelId="{5B8A4D42-191D-4333-9532-30229DA7332D}">
      <dgm:prSet/>
      <dgm:spPr/>
      <dgm:t>
        <a:bodyPr/>
        <a:lstStyle/>
        <a:p>
          <a:r>
            <a:rPr lang="ru-RU" b="0" i="0"/>
            <a:t>Трансністрію</a:t>
          </a:r>
          <a:endParaRPr lang="uk-UA"/>
        </a:p>
      </dgm:t>
    </dgm:pt>
    <dgm:pt modelId="{FBFB1380-2F90-43B2-B9D5-17E3FD0037C6}" type="parTrans" cxnId="{3645A2BD-342E-4040-B229-5B7548312F0C}">
      <dgm:prSet/>
      <dgm:spPr/>
      <dgm:t>
        <a:bodyPr/>
        <a:lstStyle/>
        <a:p>
          <a:endParaRPr lang="uk-UA"/>
        </a:p>
      </dgm:t>
    </dgm:pt>
    <dgm:pt modelId="{4E71422B-6397-4370-A64A-3F268D8D0A08}" type="sibTrans" cxnId="{3645A2BD-342E-4040-B229-5B7548312F0C}">
      <dgm:prSet/>
      <dgm:spPr/>
      <dgm:t>
        <a:bodyPr/>
        <a:lstStyle/>
        <a:p>
          <a:endParaRPr lang="uk-UA"/>
        </a:p>
      </dgm:t>
    </dgm:pt>
    <dgm:pt modelId="{68BCFD8C-E908-400E-9AC6-0DCD180466C6}" type="pres">
      <dgm:prSet presAssocID="{A2BAF0E2-FDCA-4CFE-9D1D-518C013CBA19}" presName="linear" presStyleCnt="0">
        <dgm:presLayoutVars>
          <dgm:animLvl val="lvl"/>
          <dgm:resizeHandles val="exact"/>
        </dgm:presLayoutVars>
      </dgm:prSet>
      <dgm:spPr/>
    </dgm:pt>
    <dgm:pt modelId="{E62D9E7A-487C-4D07-A569-2E1D2364F756}" type="pres">
      <dgm:prSet presAssocID="{1D63AA62-8B42-4EF6-9AC5-0FDBCA544E4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D3D19B9-E76A-4B27-A228-809AE3AE2432}" type="pres">
      <dgm:prSet presAssocID="{B6FF99C1-D774-4695-BC02-15422F7D4486}" presName="spacer" presStyleCnt="0"/>
      <dgm:spPr/>
    </dgm:pt>
    <dgm:pt modelId="{9661E3FC-9B5C-4758-A71B-BFFFE1454967}" type="pres">
      <dgm:prSet presAssocID="{AD4DC4EC-45AB-469A-A21E-570F3C5ACD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1E69AA-3F75-473F-BB2F-6F25BB1709BF}" type="pres">
      <dgm:prSet presAssocID="{DEA72140-073D-472D-99E7-04BCCFA8E191}" presName="spacer" presStyleCnt="0"/>
      <dgm:spPr/>
    </dgm:pt>
    <dgm:pt modelId="{952A5266-59B5-4ED9-9102-D2D222DF7878}" type="pres">
      <dgm:prSet presAssocID="{97A83ED4-3839-4D84-B17A-B9A209B805C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D47EA72-57E9-4D00-89D9-F1236A968390}" type="pres">
      <dgm:prSet presAssocID="{BB81148D-0BBC-4424-8022-4CE0EB71D079}" presName="spacer" presStyleCnt="0"/>
      <dgm:spPr/>
    </dgm:pt>
    <dgm:pt modelId="{70201991-CFDE-4A02-8599-2B22BB953F34}" type="pres">
      <dgm:prSet presAssocID="{5B8A4D42-191D-4333-9532-30229DA7332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14B0E17-F412-4E87-8863-54980EDF1084}" type="presOf" srcId="{5B8A4D42-191D-4333-9532-30229DA7332D}" destId="{70201991-CFDE-4A02-8599-2B22BB953F34}" srcOrd="0" destOrd="0" presId="urn:microsoft.com/office/officeart/2005/8/layout/vList2"/>
    <dgm:cxn modelId="{968EB85C-BF73-428C-B9D5-E1ED74BC1B2B}" srcId="{A2BAF0E2-FDCA-4CFE-9D1D-518C013CBA19}" destId="{1D63AA62-8B42-4EF6-9AC5-0FDBCA544E40}" srcOrd="0" destOrd="0" parTransId="{BEE6D7E3-C360-46E2-8240-8C2F3E75EB8F}" sibTransId="{B6FF99C1-D774-4695-BC02-15422F7D4486}"/>
    <dgm:cxn modelId="{B96E104D-CDCC-41F7-973E-8AD5187B155A}" type="presOf" srcId="{1D63AA62-8B42-4EF6-9AC5-0FDBCA544E40}" destId="{E62D9E7A-487C-4D07-A569-2E1D2364F756}" srcOrd="0" destOrd="0" presId="urn:microsoft.com/office/officeart/2005/8/layout/vList2"/>
    <dgm:cxn modelId="{9C523271-088E-422E-9447-6FD4BADD3552}" type="presOf" srcId="{A2BAF0E2-FDCA-4CFE-9D1D-518C013CBA19}" destId="{68BCFD8C-E908-400E-9AC6-0DCD180466C6}" srcOrd="0" destOrd="0" presId="urn:microsoft.com/office/officeart/2005/8/layout/vList2"/>
    <dgm:cxn modelId="{B059FE5A-75ED-4F34-BFFE-3FED47FB6475}" type="presOf" srcId="{97A83ED4-3839-4D84-B17A-B9A209B805CA}" destId="{952A5266-59B5-4ED9-9102-D2D222DF7878}" srcOrd="0" destOrd="0" presId="urn:microsoft.com/office/officeart/2005/8/layout/vList2"/>
    <dgm:cxn modelId="{BD16168B-1D92-45B3-9A64-2542CB68D44E}" type="presOf" srcId="{AD4DC4EC-45AB-469A-A21E-570F3C5ACD1E}" destId="{9661E3FC-9B5C-4758-A71B-BFFFE1454967}" srcOrd="0" destOrd="0" presId="urn:microsoft.com/office/officeart/2005/8/layout/vList2"/>
    <dgm:cxn modelId="{7262EB99-9F34-41A5-A2CB-A71D15A10403}" srcId="{A2BAF0E2-FDCA-4CFE-9D1D-518C013CBA19}" destId="{AD4DC4EC-45AB-469A-A21E-570F3C5ACD1E}" srcOrd="1" destOrd="0" parTransId="{22746909-C268-4DC7-A00C-1BB1104D76BE}" sibTransId="{DEA72140-073D-472D-99E7-04BCCFA8E191}"/>
    <dgm:cxn modelId="{3645A2BD-342E-4040-B229-5B7548312F0C}" srcId="{A2BAF0E2-FDCA-4CFE-9D1D-518C013CBA19}" destId="{5B8A4D42-191D-4333-9532-30229DA7332D}" srcOrd="3" destOrd="0" parTransId="{FBFB1380-2F90-43B2-B9D5-17E3FD0037C6}" sibTransId="{4E71422B-6397-4370-A64A-3F268D8D0A08}"/>
    <dgm:cxn modelId="{911EF7FA-F21A-4F2A-AE72-BEFCC03CA9B4}" srcId="{A2BAF0E2-FDCA-4CFE-9D1D-518C013CBA19}" destId="{97A83ED4-3839-4D84-B17A-B9A209B805CA}" srcOrd="2" destOrd="0" parTransId="{E56BF08F-475F-4EBE-B00C-2A59964A0EF6}" sibTransId="{BB81148D-0BBC-4424-8022-4CE0EB71D079}"/>
    <dgm:cxn modelId="{F4E7EA35-2946-48AC-80EF-4263CF0DF21C}" type="presParOf" srcId="{68BCFD8C-E908-400E-9AC6-0DCD180466C6}" destId="{E62D9E7A-487C-4D07-A569-2E1D2364F756}" srcOrd="0" destOrd="0" presId="urn:microsoft.com/office/officeart/2005/8/layout/vList2"/>
    <dgm:cxn modelId="{929001A5-1DA5-42C0-BA20-2AA1B2B9F690}" type="presParOf" srcId="{68BCFD8C-E908-400E-9AC6-0DCD180466C6}" destId="{0D3D19B9-E76A-4B27-A228-809AE3AE2432}" srcOrd="1" destOrd="0" presId="urn:microsoft.com/office/officeart/2005/8/layout/vList2"/>
    <dgm:cxn modelId="{A5930549-1AF6-41B0-A36F-8F8B09CA5EF2}" type="presParOf" srcId="{68BCFD8C-E908-400E-9AC6-0DCD180466C6}" destId="{9661E3FC-9B5C-4758-A71B-BFFFE1454967}" srcOrd="2" destOrd="0" presId="urn:microsoft.com/office/officeart/2005/8/layout/vList2"/>
    <dgm:cxn modelId="{6BDB61ED-8FAF-495D-A89A-E8AC0C514050}" type="presParOf" srcId="{68BCFD8C-E908-400E-9AC6-0DCD180466C6}" destId="{4F1E69AA-3F75-473F-BB2F-6F25BB1709BF}" srcOrd="3" destOrd="0" presId="urn:microsoft.com/office/officeart/2005/8/layout/vList2"/>
    <dgm:cxn modelId="{EE532CDC-BFA1-451D-BA5A-F66C893C49AE}" type="presParOf" srcId="{68BCFD8C-E908-400E-9AC6-0DCD180466C6}" destId="{952A5266-59B5-4ED9-9102-D2D222DF7878}" srcOrd="4" destOrd="0" presId="urn:microsoft.com/office/officeart/2005/8/layout/vList2"/>
    <dgm:cxn modelId="{C0280AA7-B04F-4BBC-8520-7799AD8FD40C}" type="presParOf" srcId="{68BCFD8C-E908-400E-9AC6-0DCD180466C6}" destId="{ED47EA72-57E9-4D00-89D9-F1236A968390}" srcOrd="5" destOrd="0" presId="urn:microsoft.com/office/officeart/2005/8/layout/vList2"/>
    <dgm:cxn modelId="{457EBC87-DF28-4196-8477-305271A0DA96}" type="presParOf" srcId="{68BCFD8C-E908-400E-9AC6-0DCD180466C6}" destId="{70201991-CFDE-4A02-8599-2B22BB953F3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47447C-F4A3-41A1-BB30-A9CF7B1365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30BBB98-1BA0-47F7-A61A-2626B4FF6155}">
      <dgm:prSet/>
      <dgm:spPr/>
      <dgm:t>
        <a:bodyPr/>
        <a:lstStyle/>
        <a:p>
          <a:r>
            <a:rPr lang="ru-RU" b="0" i="0"/>
            <a:t>М. Кирпонос</a:t>
          </a:r>
          <a:endParaRPr lang="uk-UA"/>
        </a:p>
      </dgm:t>
    </dgm:pt>
    <dgm:pt modelId="{D44C0161-A7C5-4477-B12C-0EEEB0CA177C}" type="parTrans" cxnId="{3D33922F-74B5-41E9-AAEB-DB107560F694}">
      <dgm:prSet/>
      <dgm:spPr/>
      <dgm:t>
        <a:bodyPr/>
        <a:lstStyle/>
        <a:p>
          <a:endParaRPr lang="uk-UA"/>
        </a:p>
      </dgm:t>
    </dgm:pt>
    <dgm:pt modelId="{E32033DF-C238-4009-9D1E-AB7B3BD86597}" type="sibTrans" cxnId="{3D33922F-74B5-41E9-AAEB-DB107560F694}">
      <dgm:prSet/>
      <dgm:spPr/>
      <dgm:t>
        <a:bodyPr/>
        <a:lstStyle/>
        <a:p>
          <a:endParaRPr lang="uk-UA"/>
        </a:p>
      </dgm:t>
    </dgm:pt>
    <dgm:pt modelId="{11A22F5D-298D-4272-8425-2A303E5359E8}">
      <dgm:prSet/>
      <dgm:spPr/>
      <dgm:t>
        <a:bodyPr/>
        <a:lstStyle/>
        <a:p>
          <a:r>
            <a:rPr lang="ru-RU" b="0" i="0"/>
            <a:t>C. Тимошенко</a:t>
          </a:r>
          <a:endParaRPr lang="uk-UA"/>
        </a:p>
      </dgm:t>
    </dgm:pt>
    <dgm:pt modelId="{6FF8FBC9-4E94-4F17-B4E6-175AEACA00E4}" type="parTrans" cxnId="{E41383CE-A306-41C2-9A27-EA51A5DDE448}">
      <dgm:prSet/>
      <dgm:spPr/>
      <dgm:t>
        <a:bodyPr/>
        <a:lstStyle/>
        <a:p>
          <a:endParaRPr lang="uk-UA"/>
        </a:p>
      </dgm:t>
    </dgm:pt>
    <dgm:pt modelId="{EE8D3A26-26BE-4ACA-9107-B1ABC9C4FFD5}" type="sibTrans" cxnId="{E41383CE-A306-41C2-9A27-EA51A5DDE448}">
      <dgm:prSet/>
      <dgm:spPr/>
      <dgm:t>
        <a:bodyPr/>
        <a:lstStyle/>
        <a:p>
          <a:endParaRPr lang="uk-UA"/>
        </a:p>
      </dgm:t>
    </dgm:pt>
    <dgm:pt modelId="{47A5A523-1B6B-42D7-B2B0-0A1C5A7D2766}">
      <dgm:prSet/>
      <dgm:spPr/>
      <dgm:t>
        <a:bodyPr/>
        <a:lstStyle/>
        <a:p>
          <a:r>
            <a:rPr lang="ru-RU" b="0" i="0"/>
            <a:t>М. Ватутін</a:t>
          </a:r>
          <a:endParaRPr lang="uk-UA"/>
        </a:p>
      </dgm:t>
    </dgm:pt>
    <dgm:pt modelId="{63F1EE42-C6A2-4300-A8F5-B127C2C1946A}" type="parTrans" cxnId="{8F0B12C0-174F-4417-ACCD-1C215C01096B}">
      <dgm:prSet/>
      <dgm:spPr/>
      <dgm:t>
        <a:bodyPr/>
        <a:lstStyle/>
        <a:p>
          <a:endParaRPr lang="uk-UA"/>
        </a:p>
      </dgm:t>
    </dgm:pt>
    <dgm:pt modelId="{45B1B6E7-F0DF-47C5-950C-5579D30E316B}" type="sibTrans" cxnId="{8F0B12C0-174F-4417-ACCD-1C215C01096B}">
      <dgm:prSet/>
      <dgm:spPr/>
      <dgm:t>
        <a:bodyPr/>
        <a:lstStyle/>
        <a:p>
          <a:endParaRPr lang="uk-UA"/>
        </a:p>
      </dgm:t>
    </dgm:pt>
    <dgm:pt modelId="{B4414C7B-ED2A-4016-9686-7797F7A5F334}">
      <dgm:prSet/>
      <dgm:spPr/>
      <dgm:t>
        <a:bodyPr/>
        <a:lstStyle/>
        <a:p>
          <a:r>
            <a:rPr lang="ru-RU" b="0" i="0"/>
            <a:t>Г. Жуков</a:t>
          </a:r>
          <a:endParaRPr lang="uk-UA"/>
        </a:p>
      </dgm:t>
    </dgm:pt>
    <dgm:pt modelId="{9AC4C950-980A-4692-89EB-BEFE9CB749C6}" type="parTrans" cxnId="{4EDF4204-8F62-4478-8ECF-20894B642E42}">
      <dgm:prSet/>
      <dgm:spPr/>
      <dgm:t>
        <a:bodyPr/>
        <a:lstStyle/>
        <a:p>
          <a:endParaRPr lang="uk-UA"/>
        </a:p>
      </dgm:t>
    </dgm:pt>
    <dgm:pt modelId="{603AD637-04EE-4503-BBE1-57563452121F}" type="sibTrans" cxnId="{4EDF4204-8F62-4478-8ECF-20894B642E42}">
      <dgm:prSet/>
      <dgm:spPr/>
      <dgm:t>
        <a:bodyPr/>
        <a:lstStyle/>
        <a:p>
          <a:endParaRPr lang="uk-UA"/>
        </a:p>
      </dgm:t>
    </dgm:pt>
    <dgm:pt modelId="{3823936B-8E71-47CF-9C86-1B1A06DD4D78}" type="pres">
      <dgm:prSet presAssocID="{D047447C-F4A3-41A1-BB30-A9CF7B1365E5}" presName="linear" presStyleCnt="0">
        <dgm:presLayoutVars>
          <dgm:animLvl val="lvl"/>
          <dgm:resizeHandles val="exact"/>
        </dgm:presLayoutVars>
      </dgm:prSet>
      <dgm:spPr/>
    </dgm:pt>
    <dgm:pt modelId="{285296C9-6FB9-4DE1-9010-DEE606DC9AA4}" type="pres">
      <dgm:prSet presAssocID="{D30BBB98-1BA0-47F7-A61A-2626B4FF615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5F180C8-18AC-4EDA-90CC-FE3125922330}" type="pres">
      <dgm:prSet presAssocID="{E32033DF-C238-4009-9D1E-AB7B3BD86597}" presName="spacer" presStyleCnt="0"/>
      <dgm:spPr/>
    </dgm:pt>
    <dgm:pt modelId="{0E00E154-F9A8-42BC-B8F2-B6487EF80454}" type="pres">
      <dgm:prSet presAssocID="{11A22F5D-298D-4272-8425-2A303E5359E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3BEE10-77CB-466C-BBFA-A3D478DD6626}" type="pres">
      <dgm:prSet presAssocID="{EE8D3A26-26BE-4ACA-9107-B1ABC9C4FFD5}" presName="spacer" presStyleCnt="0"/>
      <dgm:spPr/>
    </dgm:pt>
    <dgm:pt modelId="{84357A28-EA7D-4F03-AC5B-5E636B2E005E}" type="pres">
      <dgm:prSet presAssocID="{47A5A523-1B6B-42D7-B2B0-0A1C5A7D276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F10D57-1E79-4126-9221-A43B278DCDB7}" type="pres">
      <dgm:prSet presAssocID="{45B1B6E7-F0DF-47C5-950C-5579D30E316B}" presName="spacer" presStyleCnt="0"/>
      <dgm:spPr/>
    </dgm:pt>
    <dgm:pt modelId="{7E8FA1B2-E3F5-4201-8D4E-BEBA00B7BCAA}" type="pres">
      <dgm:prSet presAssocID="{B4414C7B-ED2A-4016-9686-7797F7A5F33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EDF4204-8F62-4478-8ECF-20894B642E42}" srcId="{D047447C-F4A3-41A1-BB30-A9CF7B1365E5}" destId="{B4414C7B-ED2A-4016-9686-7797F7A5F334}" srcOrd="3" destOrd="0" parTransId="{9AC4C950-980A-4692-89EB-BEFE9CB749C6}" sibTransId="{603AD637-04EE-4503-BBE1-57563452121F}"/>
    <dgm:cxn modelId="{9443CB11-9E48-49DF-ADE4-62FD1D60E6D0}" type="presOf" srcId="{B4414C7B-ED2A-4016-9686-7797F7A5F334}" destId="{7E8FA1B2-E3F5-4201-8D4E-BEBA00B7BCAA}" srcOrd="0" destOrd="0" presId="urn:microsoft.com/office/officeart/2005/8/layout/vList2"/>
    <dgm:cxn modelId="{22561726-C054-4EB6-A879-9334CDD83DFA}" type="presOf" srcId="{D30BBB98-1BA0-47F7-A61A-2626B4FF6155}" destId="{285296C9-6FB9-4DE1-9010-DEE606DC9AA4}" srcOrd="0" destOrd="0" presId="urn:microsoft.com/office/officeart/2005/8/layout/vList2"/>
    <dgm:cxn modelId="{3D33922F-74B5-41E9-AAEB-DB107560F694}" srcId="{D047447C-F4A3-41A1-BB30-A9CF7B1365E5}" destId="{D30BBB98-1BA0-47F7-A61A-2626B4FF6155}" srcOrd="0" destOrd="0" parTransId="{D44C0161-A7C5-4477-B12C-0EEEB0CA177C}" sibTransId="{E32033DF-C238-4009-9D1E-AB7B3BD86597}"/>
    <dgm:cxn modelId="{8F0B12C0-174F-4417-ACCD-1C215C01096B}" srcId="{D047447C-F4A3-41A1-BB30-A9CF7B1365E5}" destId="{47A5A523-1B6B-42D7-B2B0-0A1C5A7D2766}" srcOrd="2" destOrd="0" parTransId="{63F1EE42-C6A2-4300-A8F5-B127C2C1946A}" sibTransId="{45B1B6E7-F0DF-47C5-950C-5579D30E316B}"/>
    <dgm:cxn modelId="{BFF853C1-9D57-47A1-AEBC-9619985479D2}" type="presOf" srcId="{11A22F5D-298D-4272-8425-2A303E5359E8}" destId="{0E00E154-F9A8-42BC-B8F2-B6487EF80454}" srcOrd="0" destOrd="0" presId="urn:microsoft.com/office/officeart/2005/8/layout/vList2"/>
    <dgm:cxn modelId="{0C6D40CD-7D79-452D-9849-B7096E1D2F7D}" type="presOf" srcId="{47A5A523-1B6B-42D7-B2B0-0A1C5A7D2766}" destId="{84357A28-EA7D-4F03-AC5B-5E636B2E005E}" srcOrd="0" destOrd="0" presId="urn:microsoft.com/office/officeart/2005/8/layout/vList2"/>
    <dgm:cxn modelId="{E41383CE-A306-41C2-9A27-EA51A5DDE448}" srcId="{D047447C-F4A3-41A1-BB30-A9CF7B1365E5}" destId="{11A22F5D-298D-4272-8425-2A303E5359E8}" srcOrd="1" destOrd="0" parTransId="{6FF8FBC9-4E94-4F17-B4E6-175AEACA00E4}" sibTransId="{EE8D3A26-26BE-4ACA-9107-B1ABC9C4FFD5}"/>
    <dgm:cxn modelId="{B4BC7CD0-2E0E-471A-B9AC-CE496604E412}" type="presOf" srcId="{D047447C-F4A3-41A1-BB30-A9CF7B1365E5}" destId="{3823936B-8E71-47CF-9C86-1B1A06DD4D78}" srcOrd="0" destOrd="0" presId="urn:microsoft.com/office/officeart/2005/8/layout/vList2"/>
    <dgm:cxn modelId="{09C7823C-D3AD-4E78-B7DC-7D589B4A3781}" type="presParOf" srcId="{3823936B-8E71-47CF-9C86-1B1A06DD4D78}" destId="{285296C9-6FB9-4DE1-9010-DEE606DC9AA4}" srcOrd="0" destOrd="0" presId="urn:microsoft.com/office/officeart/2005/8/layout/vList2"/>
    <dgm:cxn modelId="{0F7B859F-91B4-436E-B298-6DF1BC535C43}" type="presParOf" srcId="{3823936B-8E71-47CF-9C86-1B1A06DD4D78}" destId="{75F180C8-18AC-4EDA-90CC-FE3125922330}" srcOrd="1" destOrd="0" presId="urn:microsoft.com/office/officeart/2005/8/layout/vList2"/>
    <dgm:cxn modelId="{401C4213-422A-455A-81CF-CB503C31B38D}" type="presParOf" srcId="{3823936B-8E71-47CF-9C86-1B1A06DD4D78}" destId="{0E00E154-F9A8-42BC-B8F2-B6487EF80454}" srcOrd="2" destOrd="0" presId="urn:microsoft.com/office/officeart/2005/8/layout/vList2"/>
    <dgm:cxn modelId="{C425ED64-F14B-4C90-988B-09FC9167794D}" type="presParOf" srcId="{3823936B-8E71-47CF-9C86-1B1A06DD4D78}" destId="{C53BEE10-77CB-466C-BBFA-A3D478DD6626}" srcOrd="3" destOrd="0" presId="urn:microsoft.com/office/officeart/2005/8/layout/vList2"/>
    <dgm:cxn modelId="{B2137C63-8E50-4423-968B-0120FB32A342}" type="presParOf" srcId="{3823936B-8E71-47CF-9C86-1B1A06DD4D78}" destId="{84357A28-EA7D-4F03-AC5B-5E636B2E005E}" srcOrd="4" destOrd="0" presId="urn:microsoft.com/office/officeart/2005/8/layout/vList2"/>
    <dgm:cxn modelId="{994851C5-B34A-4853-B70C-7195DA50C837}" type="presParOf" srcId="{3823936B-8E71-47CF-9C86-1B1A06DD4D78}" destId="{DBF10D57-1E79-4126-9221-A43B278DCDB7}" srcOrd="5" destOrd="0" presId="urn:microsoft.com/office/officeart/2005/8/layout/vList2"/>
    <dgm:cxn modelId="{F5EF4A06-EA14-42C1-B771-160ECDA6ADFC}" type="presParOf" srcId="{3823936B-8E71-47CF-9C86-1B1A06DD4D78}" destId="{7E8FA1B2-E3F5-4201-8D4E-BEBA00B7BC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9B579A5-232C-4C7A-A946-D50AC9B1B4A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7ACFC07-7C2E-4D25-8D73-30BFDD8EB4F5}">
      <dgm:prSet/>
      <dgm:spPr/>
      <dgm:t>
        <a:bodyPr/>
        <a:lstStyle/>
        <a:p>
          <a:r>
            <a:rPr lang="ru-RU" b="0" i="0"/>
            <a:t>обидва варіанти правильні</a:t>
          </a:r>
          <a:endParaRPr lang="uk-UA"/>
        </a:p>
      </dgm:t>
    </dgm:pt>
    <dgm:pt modelId="{18651FDE-D44C-4A0C-A345-8363716925B1}" type="parTrans" cxnId="{CAFD3F45-A821-49D4-9450-52FA1663A1D5}">
      <dgm:prSet/>
      <dgm:spPr/>
      <dgm:t>
        <a:bodyPr/>
        <a:lstStyle/>
        <a:p>
          <a:endParaRPr lang="uk-UA"/>
        </a:p>
      </dgm:t>
    </dgm:pt>
    <dgm:pt modelId="{C8CE5D55-53CE-47BF-BB53-41D12F6245C5}" type="sibTrans" cxnId="{CAFD3F45-A821-49D4-9450-52FA1663A1D5}">
      <dgm:prSet/>
      <dgm:spPr/>
      <dgm:t>
        <a:bodyPr/>
        <a:lstStyle/>
        <a:p>
          <a:endParaRPr lang="uk-UA"/>
        </a:p>
      </dgm:t>
    </dgm:pt>
    <dgm:pt modelId="{EAB6A911-2608-4F06-9E91-DAA9764B2F6D}">
      <dgm:prSet/>
      <dgm:spPr/>
      <dgm:t>
        <a:bodyPr/>
        <a:lstStyle/>
        <a:p>
          <a:r>
            <a:rPr lang="ru-RU" b="0" i="0"/>
            <a:t>тільки 1-й варіант правильний</a:t>
          </a:r>
          <a:endParaRPr lang="uk-UA"/>
        </a:p>
      </dgm:t>
    </dgm:pt>
    <dgm:pt modelId="{273773AE-22B4-460A-A898-48F068244F7F}" type="parTrans" cxnId="{F70FC10B-58B2-434C-A419-9D10B2AF995D}">
      <dgm:prSet/>
      <dgm:spPr/>
      <dgm:t>
        <a:bodyPr/>
        <a:lstStyle/>
        <a:p>
          <a:endParaRPr lang="uk-UA"/>
        </a:p>
      </dgm:t>
    </dgm:pt>
    <dgm:pt modelId="{F6AA5192-34D7-40E6-8385-70558B3FABBF}" type="sibTrans" cxnId="{F70FC10B-58B2-434C-A419-9D10B2AF995D}">
      <dgm:prSet/>
      <dgm:spPr/>
      <dgm:t>
        <a:bodyPr/>
        <a:lstStyle/>
        <a:p>
          <a:endParaRPr lang="uk-UA"/>
        </a:p>
      </dgm:t>
    </dgm:pt>
    <dgm:pt modelId="{AC8455EC-02D3-47F9-9FB9-42D650C8486C}">
      <dgm:prSet/>
      <dgm:spPr/>
      <dgm:t>
        <a:bodyPr/>
        <a:lstStyle/>
        <a:p>
          <a:r>
            <a:rPr lang="ru-RU" b="0" i="0"/>
            <a:t>тільки 2-й варіант правильний</a:t>
          </a:r>
          <a:endParaRPr lang="uk-UA"/>
        </a:p>
      </dgm:t>
    </dgm:pt>
    <dgm:pt modelId="{E3C23291-7024-474D-83EE-41C7D3A31724}" type="parTrans" cxnId="{D61E9A80-7B98-4535-9B6C-5FA259ECE5C0}">
      <dgm:prSet/>
      <dgm:spPr/>
      <dgm:t>
        <a:bodyPr/>
        <a:lstStyle/>
        <a:p>
          <a:endParaRPr lang="uk-UA"/>
        </a:p>
      </dgm:t>
    </dgm:pt>
    <dgm:pt modelId="{DF9BAD6B-A48F-44E7-9601-8A829F9534F4}" type="sibTrans" cxnId="{D61E9A80-7B98-4535-9B6C-5FA259ECE5C0}">
      <dgm:prSet/>
      <dgm:spPr/>
      <dgm:t>
        <a:bodyPr/>
        <a:lstStyle/>
        <a:p>
          <a:endParaRPr lang="uk-UA"/>
        </a:p>
      </dgm:t>
    </dgm:pt>
    <dgm:pt modelId="{D960EA87-FC03-4E6B-B70E-27082322F2E5}">
      <dgm:prSet/>
      <dgm:spPr/>
      <dgm:t>
        <a:bodyPr/>
        <a:lstStyle/>
        <a:p>
          <a:r>
            <a:rPr lang="ru-RU" b="0" i="0"/>
            <a:t>обидва варіанти не правильні</a:t>
          </a:r>
          <a:endParaRPr lang="uk-UA"/>
        </a:p>
      </dgm:t>
    </dgm:pt>
    <dgm:pt modelId="{709C2DD4-D724-4BA5-BFFB-DDECC1CF51FE}" type="parTrans" cxnId="{85F9C66D-76BE-4F8A-90A5-EFBD1432AB42}">
      <dgm:prSet/>
      <dgm:spPr/>
      <dgm:t>
        <a:bodyPr/>
        <a:lstStyle/>
        <a:p>
          <a:endParaRPr lang="uk-UA"/>
        </a:p>
      </dgm:t>
    </dgm:pt>
    <dgm:pt modelId="{B7E7CC10-8EA7-491F-B5DE-9FFE82DD37D9}" type="sibTrans" cxnId="{85F9C66D-76BE-4F8A-90A5-EFBD1432AB42}">
      <dgm:prSet/>
      <dgm:spPr/>
      <dgm:t>
        <a:bodyPr/>
        <a:lstStyle/>
        <a:p>
          <a:endParaRPr lang="uk-UA"/>
        </a:p>
      </dgm:t>
    </dgm:pt>
    <dgm:pt modelId="{1D73604E-7968-4663-B43D-7EF0B37ED66A}" type="pres">
      <dgm:prSet presAssocID="{C9B579A5-232C-4C7A-A946-D50AC9B1B4A3}" presName="linear" presStyleCnt="0">
        <dgm:presLayoutVars>
          <dgm:animLvl val="lvl"/>
          <dgm:resizeHandles val="exact"/>
        </dgm:presLayoutVars>
      </dgm:prSet>
      <dgm:spPr/>
    </dgm:pt>
    <dgm:pt modelId="{53620924-0D07-4AFC-AD52-4ED72A92D9DD}" type="pres">
      <dgm:prSet presAssocID="{17ACFC07-7C2E-4D25-8D73-30BFDD8EB4F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73F2ABF-1517-40FA-AA7E-34F603F76B56}" type="pres">
      <dgm:prSet presAssocID="{C8CE5D55-53CE-47BF-BB53-41D12F6245C5}" presName="spacer" presStyleCnt="0"/>
      <dgm:spPr/>
    </dgm:pt>
    <dgm:pt modelId="{7223F9C6-21EB-4A25-8B63-AC1B42C44BE7}" type="pres">
      <dgm:prSet presAssocID="{EAB6A911-2608-4F06-9E91-DAA9764B2F6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0CDCFF2-1A19-4B9C-B79D-7BD934AB3B2F}" type="pres">
      <dgm:prSet presAssocID="{F6AA5192-34D7-40E6-8385-70558B3FABBF}" presName="spacer" presStyleCnt="0"/>
      <dgm:spPr/>
    </dgm:pt>
    <dgm:pt modelId="{2406F724-B5AC-48DC-B301-CE5C518E7138}" type="pres">
      <dgm:prSet presAssocID="{AC8455EC-02D3-47F9-9FB9-42D650C8486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25A4CFF-A5A0-4738-9B0E-03B98989240F}" type="pres">
      <dgm:prSet presAssocID="{DF9BAD6B-A48F-44E7-9601-8A829F9534F4}" presName="spacer" presStyleCnt="0"/>
      <dgm:spPr/>
    </dgm:pt>
    <dgm:pt modelId="{58598978-E8A8-4C53-B9FD-5EECDA2E1509}" type="pres">
      <dgm:prSet presAssocID="{D960EA87-FC03-4E6B-B70E-27082322F2E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70FC10B-58B2-434C-A419-9D10B2AF995D}" srcId="{C9B579A5-232C-4C7A-A946-D50AC9B1B4A3}" destId="{EAB6A911-2608-4F06-9E91-DAA9764B2F6D}" srcOrd="1" destOrd="0" parTransId="{273773AE-22B4-460A-A898-48F068244F7F}" sibTransId="{F6AA5192-34D7-40E6-8385-70558B3FABBF}"/>
    <dgm:cxn modelId="{2BEB412E-5B00-4C99-B1A3-1D3612551442}" type="presOf" srcId="{D960EA87-FC03-4E6B-B70E-27082322F2E5}" destId="{58598978-E8A8-4C53-B9FD-5EECDA2E1509}" srcOrd="0" destOrd="0" presId="urn:microsoft.com/office/officeart/2005/8/layout/vList2"/>
    <dgm:cxn modelId="{E563395D-77D6-43BB-B13C-7910AA88C1C4}" type="presOf" srcId="{C9B579A5-232C-4C7A-A946-D50AC9B1B4A3}" destId="{1D73604E-7968-4663-B43D-7EF0B37ED66A}" srcOrd="0" destOrd="0" presId="urn:microsoft.com/office/officeart/2005/8/layout/vList2"/>
    <dgm:cxn modelId="{CAFD3F45-A821-49D4-9450-52FA1663A1D5}" srcId="{C9B579A5-232C-4C7A-A946-D50AC9B1B4A3}" destId="{17ACFC07-7C2E-4D25-8D73-30BFDD8EB4F5}" srcOrd="0" destOrd="0" parTransId="{18651FDE-D44C-4A0C-A345-8363716925B1}" sibTransId="{C8CE5D55-53CE-47BF-BB53-41D12F6245C5}"/>
    <dgm:cxn modelId="{5C452A6C-A70E-4B31-8225-04AF38B70ADF}" type="presOf" srcId="{EAB6A911-2608-4F06-9E91-DAA9764B2F6D}" destId="{7223F9C6-21EB-4A25-8B63-AC1B42C44BE7}" srcOrd="0" destOrd="0" presId="urn:microsoft.com/office/officeart/2005/8/layout/vList2"/>
    <dgm:cxn modelId="{85F9C66D-76BE-4F8A-90A5-EFBD1432AB42}" srcId="{C9B579A5-232C-4C7A-A946-D50AC9B1B4A3}" destId="{D960EA87-FC03-4E6B-B70E-27082322F2E5}" srcOrd="3" destOrd="0" parTransId="{709C2DD4-D724-4BA5-BFFB-DDECC1CF51FE}" sibTransId="{B7E7CC10-8EA7-491F-B5DE-9FFE82DD37D9}"/>
    <dgm:cxn modelId="{D61E9A80-7B98-4535-9B6C-5FA259ECE5C0}" srcId="{C9B579A5-232C-4C7A-A946-D50AC9B1B4A3}" destId="{AC8455EC-02D3-47F9-9FB9-42D650C8486C}" srcOrd="2" destOrd="0" parTransId="{E3C23291-7024-474D-83EE-41C7D3A31724}" sibTransId="{DF9BAD6B-A48F-44E7-9601-8A829F9534F4}"/>
    <dgm:cxn modelId="{6A3E58F9-C402-4E6B-BD7E-DA4E54ECEA48}" type="presOf" srcId="{17ACFC07-7C2E-4D25-8D73-30BFDD8EB4F5}" destId="{53620924-0D07-4AFC-AD52-4ED72A92D9DD}" srcOrd="0" destOrd="0" presId="urn:microsoft.com/office/officeart/2005/8/layout/vList2"/>
    <dgm:cxn modelId="{5EC0C0FB-2F61-4D57-A23D-E22E5FD97617}" type="presOf" srcId="{AC8455EC-02D3-47F9-9FB9-42D650C8486C}" destId="{2406F724-B5AC-48DC-B301-CE5C518E7138}" srcOrd="0" destOrd="0" presId="urn:microsoft.com/office/officeart/2005/8/layout/vList2"/>
    <dgm:cxn modelId="{E779FDF0-16BA-4799-807A-DE44A8605BF2}" type="presParOf" srcId="{1D73604E-7968-4663-B43D-7EF0B37ED66A}" destId="{53620924-0D07-4AFC-AD52-4ED72A92D9DD}" srcOrd="0" destOrd="0" presId="urn:microsoft.com/office/officeart/2005/8/layout/vList2"/>
    <dgm:cxn modelId="{B46A5413-5B98-4A17-B268-4D8CB9D63D18}" type="presParOf" srcId="{1D73604E-7968-4663-B43D-7EF0B37ED66A}" destId="{873F2ABF-1517-40FA-AA7E-34F603F76B56}" srcOrd="1" destOrd="0" presId="urn:microsoft.com/office/officeart/2005/8/layout/vList2"/>
    <dgm:cxn modelId="{28E65C1E-EFA6-47B4-B464-23A73A075D65}" type="presParOf" srcId="{1D73604E-7968-4663-B43D-7EF0B37ED66A}" destId="{7223F9C6-21EB-4A25-8B63-AC1B42C44BE7}" srcOrd="2" destOrd="0" presId="urn:microsoft.com/office/officeart/2005/8/layout/vList2"/>
    <dgm:cxn modelId="{E1668E21-D098-4A43-ABF0-45E3AF78BAE7}" type="presParOf" srcId="{1D73604E-7968-4663-B43D-7EF0B37ED66A}" destId="{30CDCFF2-1A19-4B9C-B79D-7BD934AB3B2F}" srcOrd="3" destOrd="0" presId="urn:microsoft.com/office/officeart/2005/8/layout/vList2"/>
    <dgm:cxn modelId="{9FE24380-C28C-43AA-9F6C-8221B30184BF}" type="presParOf" srcId="{1D73604E-7968-4663-B43D-7EF0B37ED66A}" destId="{2406F724-B5AC-48DC-B301-CE5C518E7138}" srcOrd="4" destOrd="0" presId="urn:microsoft.com/office/officeart/2005/8/layout/vList2"/>
    <dgm:cxn modelId="{94EA26E6-E4C6-4845-BDBB-995B5DCCC959}" type="presParOf" srcId="{1D73604E-7968-4663-B43D-7EF0B37ED66A}" destId="{125A4CFF-A5A0-4738-9B0E-03B98989240F}" srcOrd="5" destOrd="0" presId="urn:microsoft.com/office/officeart/2005/8/layout/vList2"/>
    <dgm:cxn modelId="{6E4E9CF7-C5B4-41F4-AF3A-7CCCD05F17AB}" type="presParOf" srcId="{1D73604E-7968-4663-B43D-7EF0B37ED66A}" destId="{58598978-E8A8-4C53-B9FD-5EECDA2E150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308E4BF-0D8E-4411-8DAB-82BF37D258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CD6BDB6-ED96-46E4-96DD-CAAFB15FCF97}">
      <dgm:prSet/>
      <dgm:spPr/>
      <dgm:t>
        <a:bodyPr/>
        <a:lstStyle/>
        <a:p>
          <a:r>
            <a:rPr lang="uk-UA" b="0" i="0" dirty="0"/>
            <a:t>евакуації.</a:t>
          </a:r>
          <a:endParaRPr lang="uk-UA" dirty="0"/>
        </a:p>
      </dgm:t>
    </dgm:pt>
    <dgm:pt modelId="{A8856010-36F7-4595-959A-557B54F9FB0A}" type="parTrans" cxnId="{2D75F1E5-3F63-4618-AFAE-2CF914D3819E}">
      <dgm:prSet/>
      <dgm:spPr/>
      <dgm:t>
        <a:bodyPr/>
        <a:lstStyle/>
        <a:p>
          <a:endParaRPr lang="uk-UA"/>
        </a:p>
      </dgm:t>
    </dgm:pt>
    <dgm:pt modelId="{77116301-C1FE-4680-AE99-72C606DFFACE}" type="sibTrans" cxnId="{2D75F1E5-3F63-4618-AFAE-2CF914D3819E}">
      <dgm:prSet/>
      <dgm:spPr/>
      <dgm:t>
        <a:bodyPr/>
        <a:lstStyle/>
        <a:p>
          <a:endParaRPr lang="uk-UA"/>
        </a:p>
      </dgm:t>
    </dgm:pt>
    <dgm:pt modelId="{C095FC6E-73B9-48D2-AE75-6AA6204F039D}">
      <dgm:prSet/>
      <dgm:spPr/>
      <dgm:t>
        <a:bodyPr/>
        <a:lstStyle/>
        <a:p>
          <a:r>
            <a:rPr lang="uk-UA" b="0" i="0"/>
            <a:t>депортації.</a:t>
          </a:r>
          <a:endParaRPr lang="uk-UA"/>
        </a:p>
      </dgm:t>
    </dgm:pt>
    <dgm:pt modelId="{4FD38D97-B29E-48F4-BF33-3C18E840A8D9}" type="parTrans" cxnId="{638CAE21-DA09-401D-A82E-7A41D905B500}">
      <dgm:prSet/>
      <dgm:spPr/>
      <dgm:t>
        <a:bodyPr/>
        <a:lstStyle/>
        <a:p>
          <a:endParaRPr lang="uk-UA"/>
        </a:p>
      </dgm:t>
    </dgm:pt>
    <dgm:pt modelId="{EA24DDFD-1DA6-4BCE-A7D1-573A6349F585}" type="sibTrans" cxnId="{638CAE21-DA09-401D-A82E-7A41D905B500}">
      <dgm:prSet/>
      <dgm:spPr/>
      <dgm:t>
        <a:bodyPr/>
        <a:lstStyle/>
        <a:p>
          <a:endParaRPr lang="uk-UA"/>
        </a:p>
      </dgm:t>
    </dgm:pt>
    <dgm:pt modelId="{1B6D3389-CEA0-4506-9E03-4F04DDFFF986}">
      <dgm:prSet/>
      <dgm:spPr/>
      <dgm:t>
        <a:bodyPr/>
        <a:lstStyle/>
        <a:p>
          <a:r>
            <a:rPr lang="uk-UA" b="0" i="0"/>
            <a:t>радянізації.</a:t>
          </a:r>
          <a:endParaRPr lang="uk-UA"/>
        </a:p>
      </dgm:t>
    </dgm:pt>
    <dgm:pt modelId="{97646F39-ED07-4D74-88BE-62327D3A4FAC}" type="parTrans" cxnId="{C209128A-019D-4691-A456-C868D6EBE8BD}">
      <dgm:prSet/>
      <dgm:spPr/>
      <dgm:t>
        <a:bodyPr/>
        <a:lstStyle/>
        <a:p>
          <a:endParaRPr lang="uk-UA"/>
        </a:p>
      </dgm:t>
    </dgm:pt>
    <dgm:pt modelId="{9CC776B3-7B77-401E-BD28-CFFDB3201D5C}" type="sibTrans" cxnId="{C209128A-019D-4691-A456-C868D6EBE8BD}">
      <dgm:prSet/>
      <dgm:spPr/>
      <dgm:t>
        <a:bodyPr/>
        <a:lstStyle/>
        <a:p>
          <a:endParaRPr lang="uk-UA"/>
        </a:p>
      </dgm:t>
    </dgm:pt>
    <dgm:pt modelId="{7FC631F1-49FD-4B09-BD32-C0EB71180772}">
      <dgm:prSet/>
      <dgm:spPr/>
      <dgm:t>
        <a:bodyPr/>
        <a:lstStyle/>
        <a:p>
          <a:r>
            <a:rPr lang="uk-UA" b="0" i="0"/>
            <a:t>мобілізації.</a:t>
          </a:r>
          <a:endParaRPr lang="uk-UA"/>
        </a:p>
      </dgm:t>
    </dgm:pt>
    <dgm:pt modelId="{E92B383E-0AE8-49DA-B75A-0ECF1658E700}" type="parTrans" cxnId="{3CA71ED0-5E39-4C32-A568-5E8A76DDDF90}">
      <dgm:prSet/>
      <dgm:spPr/>
      <dgm:t>
        <a:bodyPr/>
        <a:lstStyle/>
        <a:p>
          <a:endParaRPr lang="uk-UA"/>
        </a:p>
      </dgm:t>
    </dgm:pt>
    <dgm:pt modelId="{33450016-8347-490C-A725-9BDAB5147AFC}" type="sibTrans" cxnId="{3CA71ED0-5E39-4C32-A568-5E8A76DDDF90}">
      <dgm:prSet/>
      <dgm:spPr/>
      <dgm:t>
        <a:bodyPr/>
        <a:lstStyle/>
        <a:p>
          <a:endParaRPr lang="uk-UA"/>
        </a:p>
      </dgm:t>
    </dgm:pt>
    <dgm:pt modelId="{2331762B-55F2-4258-AB5D-51C6BF55C2EA}" type="pres">
      <dgm:prSet presAssocID="{A308E4BF-0D8E-4411-8DAB-82BF37D25818}" presName="linear" presStyleCnt="0">
        <dgm:presLayoutVars>
          <dgm:animLvl val="lvl"/>
          <dgm:resizeHandles val="exact"/>
        </dgm:presLayoutVars>
      </dgm:prSet>
      <dgm:spPr/>
    </dgm:pt>
    <dgm:pt modelId="{36DC4882-979D-4F16-A46E-E22408A8A23E}" type="pres">
      <dgm:prSet presAssocID="{1CD6BDB6-ED96-46E4-96DD-CAAFB15FCF9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802C65A-E1AC-4A0C-9BDD-50DC00AC3E05}" type="pres">
      <dgm:prSet presAssocID="{77116301-C1FE-4680-AE99-72C606DFFACE}" presName="spacer" presStyleCnt="0"/>
      <dgm:spPr/>
    </dgm:pt>
    <dgm:pt modelId="{F500B58E-C76A-4495-A486-0FA2C97A1720}" type="pres">
      <dgm:prSet presAssocID="{C095FC6E-73B9-48D2-AE75-6AA6204F039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2F845B5-4904-4780-B546-AC4785D30A1B}" type="pres">
      <dgm:prSet presAssocID="{EA24DDFD-1DA6-4BCE-A7D1-573A6349F585}" presName="spacer" presStyleCnt="0"/>
      <dgm:spPr/>
    </dgm:pt>
    <dgm:pt modelId="{B78C71EB-514C-42C8-A5BB-2F3F4B07247D}" type="pres">
      <dgm:prSet presAssocID="{1B6D3389-CEA0-4506-9E03-4F04DDFFF98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DCCAE42-53D8-439D-A758-58D89809F58F}" type="pres">
      <dgm:prSet presAssocID="{9CC776B3-7B77-401E-BD28-CFFDB3201D5C}" presName="spacer" presStyleCnt="0"/>
      <dgm:spPr/>
    </dgm:pt>
    <dgm:pt modelId="{776355F6-FD60-4FA2-B406-D1A2209532E8}" type="pres">
      <dgm:prSet presAssocID="{7FC631F1-49FD-4B09-BD32-C0EB7118077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4A8E902-3130-40E8-96A2-2FCA4D4167C4}" type="presOf" srcId="{1B6D3389-CEA0-4506-9E03-4F04DDFFF986}" destId="{B78C71EB-514C-42C8-A5BB-2F3F4B07247D}" srcOrd="0" destOrd="0" presId="urn:microsoft.com/office/officeart/2005/8/layout/vList2"/>
    <dgm:cxn modelId="{638CAE21-DA09-401D-A82E-7A41D905B500}" srcId="{A308E4BF-0D8E-4411-8DAB-82BF37D25818}" destId="{C095FC6E-73B9-48D2-AE75-6AA6204F039D}" srcOrd="1" destOrd="0" parTransId="{4FD38D97-B29E-48F4-BF33-3C18E840A8D9}" sibTransId="{EA24DDFD-1DA6-4BCE-A7D1-573A6349F585}"/>
    <dgm:cxn modelId="{B29B9223-4055-4959-8CD2-B4F8BC595BFE}" type="presOf" srcId="{1CD6BDB6-ED96-46E4-96DD-CAAFB15FCF97}" destId="{36DC4882-979D-4F16-A46E-E22408A8A23E}" srcOrd="0" destOrd="0" presId="urn:microsoft.com/office/officeart/2005/8/layout/vList2"/>
    <dgm:cxn modelId="{204CF129-F885-477B-BA8D-4AA2DAA6375C}" type="presOf" srcId="{C095FC6E-73B9-48D2-AE75-6AA6204F039D}" destId="{F500B58E-C76A-4495-A486-0FA2C97A1720}" srcOrd="0" destOrd="0" presId="urn:microsoft.com/office/officeart/2005/8/layout/vList2"/>
    <dgm:cxn modelId="{6B04E877-93C3-4C50-87D6-53B30CE7B44B}" type="presOf" srcId="{7FC631F1-49FD-4B09-BD32-C0EB71180772}" destId="{776355F6-FD60-4FA2-B406-D1A2209532E8}" srcOrd="0" destOrd="0" presId="urn:microsoft.com/office/officeart/2005/8/layout/vList2"/>
    <dgm:cxn modelId="{C209128A-019D-4691-A456-C868D6EBE8BD}" srcId="{A308E4BF-0D8E-4411-8DAB-82BF37D25818}" destId="{1B6D3389-CEA0-4506-9E03-4F04DDFFF986}" srcOrd="2" destOrd="0" parTransId="{97646F39-ED07-4D74-88BE-62327D3A4FAC}" sibTransId="{9CC776B3-7B77-401E-BD28-CFFDB3201D5C}"/>
    <dgm:cxn modelId="{CD2F46A0-3033-4CF6-8A55-8EC3E012C0E9}" type="presOf" srcId="{A308E4BF-0D8E-4411-8DAB-82BF37D25818}" destId="{2331762B-55F2-4258-AB5D-51C6BF55C2EA}" srcOrd="0" destOrd="0" presId="urn:microsoft.com/office/officeart/2005/8/layout/vList2"/>
    <dgm:cxn modelId="{3CA71ED0-5E39-4C32-A568-5E8A76DDDF90}" srcId="{A308E4BF-0D8E-4411-8DAB-82BF37D25818}" destId="{7FC631F1-49FD-4B09-BD32-C0EB71180772}" srcOrd="3" destOrd="0" parTransId="{E92B383E-0AE8-49DA-B75A-0ECF1658E700}" sibTransId="{33450016-8347-490C-A725-9BDAB5147AFC}"/>
    <dgm:cxn modelId="{2D75F1E5-3F63-4618-AFAE-2CF914D3819E}" srcId="{A308E4BF-0D8E-4411-8DAB-82BF37D25818}" destId="{1CD6BDB6-ED96-46E4-96DD-CAAFB15FCF97}" srcOrd="0" destOrd="0" parTransId="{A8856010-36F7-4595-959A-557B54F9FB0A}" sibTransId="{77116301-C1FE-4680-AE99-72C606DFFACE}"/>
    <dgm:cxn modelId="{846FF2A9-6F75-415E-B744-E58A3319DB25}" type="presParOf" srcId="{2331762B-55F2-4258-AB5D-51C6BF55C2EA}" destId="{36DC4882-979D-4F16-A46E-E22408A8A23E}" srcOrd="0" destOrd="0" presId="urn:microsoft.com/office/officeart/2005/8/layout/vList2"/>
    <dgm:cxn modelId="{00A0695A-E8EA-4442-8707-19B1BB471EB7}" type="presParOf" srcId="{2331762B-55F2-4258-AB5D-51C6BF55C2EA}" destId="{E802C65A-E1AC-4A0C-9BDD-50DC00AC3E05}" srcOrd="1" destOrd="0" presId="urn:microsoft.com/office/officeart/2005/8/layout/vList2"/>
    <dgm:cxn modelId="{1B24BDB7-D6F2-4DC3-BC93-B411288C3D5E}" type="presParOf" srcId="{2331762B-55F2-4258-AB5D-51C6BF55C2EA}" destId="{F500B58E-C76A-4495-A486-0FA2C97A1720}" srcOrd="2" destOrd="0" presId="urn:microsoft.com/office/officeart/2005/8/layout/vList2"/>
    <dgm:cxn modelId="{C3729E9E-87C7-4836-A352-8858CEDC55C3}" type="presParOf" srcId="{2331762B-55F2-4258-AB5D-51C6BF55C2EA}" destId="{C2F845B5-4904-4780-B546-AC4785D30A1B}" srcOrd="3" destOrd="0" presId="urn:microsoft.com/office/officeart/2005/8/layout/vList2"/>
    <dgm:cxn modelId="{D07353EA-5CAB-4E5C-AEAC-0EBFD339F6C5}" type="presParOf" srcId="{2331762B-55F2-4258-AB5D-51C6BF55C2EA}" destId="{B78C71EB-514C-42C8-A5BB-2F3F4B07247D}" srcOrd="4" destOrd="0" presId="urn:microsoft.com/office/officeart/2005/8/layout/vList2"/>
    <dgm:cxn modelId="{E498E725-0FC3-42BF-9569-4257DB3A953B}" type="presParOf" srcId="{2331762B-55F2-4258-AB5D-51C6BF55C2EA}" destId="{EDCCAE42-53D8-439D-A758-58D89809F58F}" srcOrd="5" destOrd="0" presId="urn:microsoft.com/office/officeart/2005/8/layout/vList2"/>
    <dgm:cxn modelId="{8C30CCB3-B3F2-4B31-8CB8-7C23CEB67C89}" type="presParOf" srcId="{2331762B-55F2-4258-AB5D-51C6BF55C2EA}" destId="{776355F6-FD60-4FA2-B406-D1A2209532E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CE5460B-9D9C-4B79-A3BA-7E103B26A3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1762656-5F84-486E-9B1C-D81F9C211E56}">
      <dgm:prSet/>
      <dgm:spPr/>
      <dgm:t>
        <a:bodyPr/>
        <a:lstStyle/>
        <a:p>
          <a:r>
            <a:rPr lang="ru-RU" b="0" i="0"/>
            <a:t>«сіру зону».</a:t>
          </a:r>
          <a:endParaRPr lang="uk-UA"/>
        </a:p>
      </dgm:t>
    </dgm:pt>
    <dgm:pt modelId="{83B290F7-E8A5-4601-9FE7-C5958FDFDF4B}" type="parTrans" cxnId="{804A62DC-0A5B-4307-A23D-D212707AE453}">
      <dgm:prSet/>
      <dgm:spPr/>
      <dgm:t>
        <a:bodyPr/>
        <a:lstStyle/>
        <a:p>
          <a:endParaRPr lang="uk-UA"/>
        </a:p>
      </dgm:t>
    </dgm:pt>
    <dgm:pt modelId="{CB432391-8F4F-4450-B3ED-F24639537EBF}" type="sibTrans" cxnId="{804A62DC-0A5B-4307-A23D-D212707AE453}">
      <dgm:prSet/>
      <dgm:spPr/>
      <dgm:t>
        <a:bodyPr/>
        <a:lstStyle/>
        <a:p>
          <a:endParaRPr lang="uk-UA"/>
        </a:p>
      </dgm:t>
    </dgm:pt>
    <dgm:pt modelId="{EFAD5B28-6C0D-4D6E-AC9D-579649353CC1}">
      <dgm:prSet/>
      <dgm:spPr/>
      <dgm:t>
        <a:bodyPr/>
        <a:lstStyle/>
        <a:p>
          <a:r>
            <a:rPr lang="ru-RU" b="0" i="0"/>
            <a:t>«випалену землю».</a:t>
          </a:r>
          <a:endParaRPr lang="uk-UA"/>
        </a:p>
      </dgm:t>
    </dgm:pt>
    <dgm:pt modelId="{A591DB26-BEF5-4BB3-B9E6-0F3E87FAAC4F}" type="parTrans" cxnId="{414B2588-44CD-498D-AC34-7A70B184FF7D}">
      <dgm:prSet/>
      <dgm:spPr/>
      <dgm:t>
        <a:bodyPr/>
        <a:lstStyle/>
        <a:p>
          <a:endParaRPr lang="uk-UA"/>
        </a:p>
      </dgm:t>
    </dgm:pt>
    <dgm:pt modelId="{07257622-5BA2-4A62-B641-989693A3C7D8}" type="sibTrans" cxnId="{414B2588-44CD-498D-AC34-7A70B184FF7D}">
      <dgm:prSet/>
      <dgm:spPr/>
      <dgm:t>
        <a:bodyPr/>
        <a:lstStyle/>
        <a:p>
          <a:endParaRPr lang="uk-UA"/>
        </a:p>
      </dgm:t>
    </dgm:pt>
    <dgm:pt modelId="{31E9AFD9-BAD0-4E51-8EAA-17D812AD4650}">
      <dgm:prSet/>
      <dgm:spPr/>
      <dgm:t>
        <a:bodyPr/>
        <a:lstStyle/>
        <a:p>
          <a:r>
            <a:rPr lang="ru-RU" b="0" i="0"/>
            <a:t>«життєвий простір».</a:t>
          </a:r>
          <a:endParaRPr lang="uk-UA"/>
        </a:p>
      </dgm:t>
    </dgm:pt>
    <dgm:pt modelId="{7E2B9406-FDDB-4930-BF91-68920BAF5D8A}" type="parTrans" cxnId="{6BDEBBEA-6A03-4E29-8F3C-BD5F55C49537}">
      <dgm:prSet/>
      <dgm:spPr/>
      <dgm:t>
        <a:bodyPr/>
        <a:lstStyle/>
        <a:p>
          <a:endParaRPr lang="uk-UA"/>
        </a:p>
      </dgm:t>
    </dgm:pt>
    <dgm:pt modelId="{C337C0F1-3CFB-4439-A435-C7C606C1D04A}" type="sibTrans" cxnId="{6BDEBBEA-6A03-4E29-8F3C-BD5F55C49537}">
      <dgm:prSet/>
      <dgm:spPr/>
      <dgm:t>
        <a:bodyPr/>
        <a:lstStyle/>
        <a:p>
          <a:endParaRPr lang="uk-UA"/>
        </a:p>
      </dgm:t>
    </dgm:pt>
    <dgm:pt modelId="{743C7E5C-E5D2-445B-8D8D-E4AC771D6806}">
      <dgm:prSet/>
      <dgm:spPr/>
      <dgm:t>
        <a:bodyPr/>
        <a:lstStyle/>
        <a:p>
          <a:r>
            <a:rPr lang="ru-RU" b="0" i="0"/>
            <a:t>«санітарний кордон».</a:t>
          </a:r>
          <a:endParaRPr lang="uk-UA"/>
        </a:p>
      </dgm:t>
    </dgm:pt>
    <dgm:pt modelId="{F19D938E-152E-4ECE-BAB3-56DB3E9C5CAE}" type="parTrans" cxnId="{88C8B766-29C5-4CE0-B300-BDC170034492}">
      <dgm:prSet/>
      <dgm:spPr/>
      <dgm:t>
        <a:bodyPr/>
        <a:lstStyle/>
        <a:p>
          <a:endParaRPr lang="uk-UA"/>
        </a:p>
      </dgm:t>
    </dgm:pt>
    <dgm:pt modelId="{9014F0E5-1E10-448F-A4B5-24D38E6CBA8D}" type="sibTrans" cxnId="{88C8B766-29C5-4CE0-B300-BDC170034492}">
      <dgm:prSet/>
      <dgm:spPr/>
      <dgm:t>
        <a:bodyPr/>
        <a:lstStyle/>
        <a:p>
          <a:endParaRPr lang="uk-UA"/>
        </a:p>
      </dgm:t>
    </dgm:pt>
    <dgm:pt modelId="{3109C94E-B205-4F78-9BBA-0E173CB0B25D}" type="pres">
      <dgm:prSet presAssocID="{5CE5460B-9D9C-4B79-A3BA-7E103B26A3C6}" presName="linear" presStyleCnt="0">
        <dgm:presLayoutVars>
          <dgm:animLvl val="lvl"/>
          <dgm:resizeHandles val="exact"/>
        </dgm:presLayoutVars>
      </dgm:prSet>
      <dgm:spPr/>
    </dgm:pt>
    <dgm:pt modelId="{53CE90C7-3EE9-4ECB-B389-B8C2DABA9DF7}" type="pres">
      <dgm:prSet presAssocID="{F1762656-5F84-486E-9B1C-D81F9C211E5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7E61178-5232-4466-A3FC-A184EBCF4379}" type="pres">
      <dgm:prSet presAssocID="{CB432391-8F4F-4450-B3ED-F24639537EBF}" presName="spacer" presStyleCnt="0"/>
      <dgm:spPr/>
    </dgm:pt>
    <dgm:pt modelId="{E70F7FDC-186D-41C0-97F0-541C6C4C5B6B}" type="pres">
      <dgm:prSet presAssocID="{EFAD5B28-6C0D-4D6E-AC9D-579649353CC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6A64239-A001-4691-B1A9-CCA60C666E4E}" type="pres">
      <dgm:prSet presAssocID="{07257622-5BA2-4A62-B641-989693A3C7D8}" presName="spacer" presStyleCnt="0"/>
      <dgm:spPr/>
    </dgm:pt>
    <dgm:pt modelId="{DBFA4A8D-996E-43B8-8CD9-43D596AC4CE3}" type="pres">
      <dgm:prSet presAssocID="{31E9AFD9-BAD0-4E51-8EAA-17D812AD465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D5EE54B-1B05-4C74-BFC5-DD32A4C7B739}" type="pres">
      <dgm:prSet presAssocID="{C337C0F1-3CFB-4439-A435-C7C606C1D04A}" presName="spacer" presStyleCnt="0"/>
      <dgm:spPr/>
    </dgm:pt>
    <dgm:pt modelId="{3FE7553F-748F-482C-8E8C-D61440A0D0CB}" type="pres">
      <dgm:prSet presAssocID="{743C7E5C-E5D2-445B-8D8D-E4AC771D680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2E1130A-7F1C-42FD-B253-4DEBA36E64A9}" type="presOf" srcId="{F1762656-5F84-486E-9B1C-D81F9C211E56}" destId="{53CE90C7-3EE9-4ECB-B389-B8C2DABA9DF7}" srcOrd="0" destOrd="0" presId="urn:microsoft.com/office/officeart/2005/8/layout/vList2"/>
    <dgm:cxn modelId="{62130741-5E20-4A01-838C-2808AD065616}" type="presOf" srcId="{743C7E5C-E5D2-445B-8D8D-E4AC771D6806}" destId="{3FE7553F-748F-482C-8E8C-D61440A0D0CB}" srcOrd="0" destOrd="0" presId="urn:microsoft.com/office/officeart/2005/8/layout/vList2"/>
    <dgm:cxn modelId="{88C8B766-29C5-4CE0-B300-BDC170034492}" srcId="{5CE5460B-9D9C-4B79-A3BA-7E103B26A3C6}" destId="{743C7E5C-E5D2-445B-8D8D-E4AC771D6806}" srcOrd="3" destOrd="0" parTransId="{F19D938E-152E-4ECE-BAB3-56DB3E9C5CAE}" sibTransId="{9014F0E5-1E10-448F-A4B5-24D38E6CBA8D}"/>
    <dgm:cxn modelId="{F8D7C34A-DF12-4BCD-9BE0-36CBFD3EF4E5}" type="presOf" srcId="{31E9AFD9-BAD0-4E51-8EAA-17D812AD4650}" destId="{DBFA4A8D-996E-43B8-8CD9-43D596AC4CE3}" srcOrd="0" destOrd="0" presId="urn:microsoft.com/office/officeart/2005/8/layout/vList2"/>
    <dgm:cxn modelId="{414B2588-44CD-498D-AC34-7A70B184FF7D}" srcId="{5CE5460B-9D9C-4B79-A3BA-7E103B26A3C6}" destId="{EFAD5B28-6C0D-4D6E-AC9D-579649353CC1}" srcOrd="1" destOrd="0" parTransId="{A591DB26-BEF5-4BB3-B9E6-0F3E87FAAC4F}" sibTransId="{07257622-5BA2-4A62-B641-989693A3C7D8}"/>
    <dgm:cxn modelId="{EE8834D8-95C9-4351-AF61-21B475B8C1A5}" type="presOf" srcId="{5CE5460B-9D9C-4B79-A3BA-7E103B26A3C6}" destId="{3109C94E-B205-4F78-9BBA-0E173CB0B25D}" srcOrd="0" destOrd="0" presId="urn:microsoft.com/office/officeart/2005/8/layout/vList2"/>
    <dgm:cxn modelId="{804A62DC-0A5B-4307-A23D-D212707AE453}" srcId="{5CE5460B-9D9C-4B79-A3BA-7E103B26A3C6}" destId="{F1762656-5F84-486E-9B1C-D81F9C211E56}" srcOrd="0" destOrd="0" parTransId="{83B290F7-E8A5-4601-9FE7-C5958FDFDF4B}" sibTransId="{CB432391-8F4F-4450-B3ED-F24639537EBF}"/>
    <dgm:cxn modelId="{6BDEBBEA-6A03-4E29-8F3C-BD5F55C49537}" srcId="{5CE5460B-9D9C-4B79-A3BA-7E103B26A3C6}" destId="{31E9AFD9-BAD0-4E51-8EAA-17D812AD4650}" srcOrd="2" destOrd="0" parTransId="{7E2B9406-FDDB-4930-BF91-68920BAF5D8A}" sibTransId="{C337C0F1-3CFB-4439-A435-C7C606C1D04A}"/>
    <dgm:cxn modelId="{3E3F78EF-8DDC-4F43-9E8E-CBBDD359130F}" type="presOf" srcId="{EFAD5B28-6C0D-4D6E-AC9D-579649353CC1}" destId="{E70F7FDC-186D-41C0-97F0-541C6C4C5B6B}" srcOrd="0" destOrd="0" presId="urn:microsoft.com/office/officeart/2005/8/layout/vList2"/>
    <dgm:cxn modelId="{B83CDCB2-781D-4BB2-8F59-C2D8FEDB9197}" type="presParOf" srcId="{3109C94E-B205-4F78-9BBA-0E173CB0B25D}" destId="{53CE90C7-3EE9-4ECB-B389-B8C2DABA9DF7}" srcOrd="0" destOrd="0" presId="urn:microsoft.com/office/officeart/2005/8/layout/vList2"/>
    <dgm:cxn modelId="{74319E0E-5283-471C-8776-6B0C3195B4A0}" type="presParOf" srcId="{3109C94E-B205-4F78-9BBA-0E173CB0B25D}" destId="{87E61178-5232-4466-A3FC-A184EBCF4379}" srcOrd="1" destOrd="0" presId="urn:microsoft.com/office/officeart/2005/8/layout/vList2"/>
    <dgm:cxn modelId="{0D375ACE-F746-4DD3-8CDC-6533E26F714B}" type="presParOf" srcId="{3109C94E-B205-4F78-9BBA-0E173CB0B25D}" destId="{E70F7FDC-186D-41C0-97F0-541C6C4C5B6B}" srcOrd="2" destOrd="0" presId="urn:microsoft.com/office/officeart/2005/8/layout/vList2"/>
    <dgm:cxn modelId="{C627D970-8D92-4E60-B595-D95C88891476}" type="presParOf" srcId="{3109C94E-B205-4F78-9BBA-0E173CB0B25D}" destId="{C6A64239-A001-4691-B1A9-CCA60C666E4E}" srcOrd="3" destOrd="0" presId="urn:microsoft.com/office/officeart/2005/8/layout/vList2"/>
    <dgm:cxn modelId="{C3A13D14-5B95-45BD-BAA1-A56CD98FA1BA}" type="presParOf" srcId="{3109C94E-B205-4F78-9BBA-0E173CB0B25D}" destId="{DBFA4A8D-996E-43B8-8CD9-43D596AC4CE3}" srcOrd="4" destOrd="0" presId="urn:microsoft.com/office/officeart/2005/8/layout/vList2"/>
    <dgm:cxn modelId="{987AA559-573A-4692-910D-35315C9A868F}" type="presParOf" srcId="{3109C94E-B205-4F78-9BBA-0E173CB0B25D}" destId="{1D5EE54B-1B05-4C74-BFC5-DD32A4C7B739}" srcOrd="5" destOrd="0" presId="urn:microsoft.com/office/officeart/2005/8/layout/vList2"/>
    <dgm:cxn modelId="{116F17FD-C5CB-4A52-A33E-564839D135D5}" type="presParOf" srcId="{3109C94E-B205-4F78-9BBA-0E173CB0B25D}" destId="{3FE7553F-748F-482C-8E8C-D61440A0D0C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C0B91AB-4A0B-43A0-8FF8-15EFBA52510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6BC3033-12B4-48B7-BBF7-BB596DC98335}">
      <dgm:prSet/>
      <dgm:spPr/>
      <dgm:t>
        <a:bodyPr/>
        <a:lstStyle/>
        <a:p>
          <a:r>
            <a:rPr lang="uk-UA" b="0" i="0"/>
            <a:t>зриву планів «блискавичної війни» Німеччини проти СРСР.</a:t>
          </a:r>
          <a:endParaRPr lang="uk-UA"/>
        </a:p>
      </dgm:t>
    </dgm:pt>
    <dgm:pt modelId="{4B4AB605-EB98-401C-B746-E82E89DD0D32}" type="parTrans" cxnId="{2C0038ED-76DC-4B46-96B6-2017AB830302}">
      <dgm:prSet/>
      <dgm:spPr/>
      <dgm:t>
        <a:bodyPr/>
        <a:lstStyle/>
        <a:p>
          <a:endParaRPr lang="uk-UA"/>
        </a:p>
      </dgm:t>
    </dgm:pt>
    <dgm:pt modelId="{EC6BC2A7-2DD6-4827-BAAB-0658DC15B00D}" type="sibTrans" cxnId="{2C0038ED-76DC-4B46-96B6-2017AB830302}">
      <dgm:prSet/>
      <dgm:spPr/>
      <dgm:t>
        <a:bodyPr/>
        <a:lstStyle/>
        <a:p>
          <a:endParaRPr lang="uk-UA"/>
        </a:p>
      </dgm:t>
    </dgm:pt>
    <dgm:pt modelId="{D10789EC-52EE-4F86-95F0-A25E28452982}">
      <dgm:prSet/>
      <dgm:spPr/>
      <dgm:t>
        <a:bodyPr/>
        <a:lstStyle/>
        <a:p>
          <a:r>
            <a:rPr lang="uk-UA" b="0" i="0"/>
            <a:t>повної окупації УРСР військами Німеччини та її союзників.</a:t>
          </a:r>
          <a:endParaRPr lang="uk-UA"/>
        </a:p>
      </dgm:t>
    </dgm:pt>
    <dgm:pt modelId="{BFD4A139-4F95-4BFC-A4E0-0B886B8FEF29}" type="parTrans" cxnId="{500C97FA-0AA2-4C25-9AF3-CA954B675FF9}">
      <dgm:prSet/>
      <dgm:spPr/>
      <dgm:t>
        <a:bodyPr/>
        <a:lstStyle/>
        <a:p>
          <a:endParaRPr lang="uk-UA"/>
        </a:p>
      </dgm:t>
    </dgm:pt>
    <dgm:pt modelId="{061F1C31-CDFB-4B44-8B60-8A7B93F99A86}" type="sibTrans" cxnId="{500C97FA-0AA2-4C25-9AF3-CA954B675FF9}">
      <dgm:prSet/>
      <dgm:spPr/>
      <dgm:t>
        <a:bodyPr/>
        <a:lstStyle/>
        <a:p>
          <a:endParaRPr lang="uk-UA"/>
        </a:p>
      </dgm:t>
    </dgm:pt>
    <dgm:pt modelId="{2FCA9AB0-973B-4293-B7EC-1C2D333F99E3}">
      <dgm:prSet/>
      <dgm:spPr/>
      <dgm:t>
        <a:bodyPr/>
        <a:lstStyle/>
        <a:p>
          <a:r>
            <a:rPr lang="uk-UA" b="0" i="0"/>
            <a:t>утворення маріонеткової Української держави.</a:t>
          </a:r>
          <a:endParaRPr lang="uk-UA"/>
        </a:p>
      </dgm:t>
    </dgm:pt>
    <dgm:pt modelId="{DF313400-B733-40CD-A50E-8DA1DEEDF4F4}" type="parTrans" cxnId="{72AB0000-E3B5-4016-8F47-6F5603DE43BC}">
      <dgm:prSet/>
      <dgm:spPr/>
      <dgm:t>
        <a:bodyPr/>
        <a:lstStyle/>
        <a:p>
          <a:endParaRPr lang="uk-UA"/>
        </a:p>
      </dgm:t>
    </dgm:pt>
    <dgm:pt modelId="{B3E02BEA-3DEF-43D2-A523-6A9E6A2361A3}" type="sibTrans" cxnId="{72AB0000-E3B5-4016-8F47-6F5603DE43BC}">
      <dgm:prSet/>
      <dgm:spPr/>
      <dgm:t>
        <a:bodyPr/>
        <a:lstStyle/>
        <a:p>
          <a:endParaRPr lang="uk-UA"/>
        </a:p>
      </dgm:t>
    </dgm:pt>
    <dgm:pt modelId="{E13BD839-CCB9-4155-89E1-06315BBA88F1}">
      <dgm:prSet/>
      <dgm:spPr/>
      <dgm:t>
        <a:bodyPr/>
        <a:lstStyle/>
        <a:p>
          <a:r>
            <a:rPr lang="uk-UA" b="0" i="0"/>
            <a:t>створення українських збройних формувань у складі Червоної армії.</a:t>
          </a:r>
          <a:endParaRPr lang="uk-UA"/>
        </a:p>
      </dgm:t>
    </dgm:pt>
    <dgm:pt modelId="{9CF6D9C4-5582-4C88-B0E1-4BE6497E29C1}" type="parTrans" cxnId="{4182B327-1D02-4923-8F0E-5B72B9BD2303}">
      <dgm:prSet/>
      <dgm:spPr/>
      <dgm:t>
        <a:bodyPr/>
        <a:lstStyle/>
        <a:p>
          <a:endParaRPr lang="uk-UA"/>
        </a:p>
      </dgm:t>
    </dgm:pt>
    <dgm:pt modelId="{E180B49D-0484-45D0-B945-6E83086FA1D6}" type="sibTrans" cxnId="{4182B327-1D02-4923-8F0E-5B72B9BD2303}">
      <dgm:prSet/>
      <dgm:spPr/>
      <dgm:t>
        <a:bodyPr/>
        <a:lstStyle/>
        <a:p>
          <a:endParaRPr lang="uk-UA"/>
        </a:p>
      </dgm:t>
    </dgm:pt>
    <dgm:pt modelId="{AB533AC7-A636-46F2-BDF1-9ED021BE9A1D}" type="pres">
      <dgm:prSet presAssocID="{DC0B91AB-4A0B-43A0-8FF8-15EFBA525108}" presName="linear" presStyleCnt="0">
        <dgm:presLayoutVars>
          <dgm:animLvl val="lvl"/>
          <dgm:resizeHandles val="exact"/>
        </dgm:presLayoutVars>
      </dgm:prSet>
      <dgm:spPr/>
    </dgm:pt>
    <dgm:pt modelId="{022C76C9-CB3E-47CF-91EA-B739C956A889}" type="pres">
      <dgm:prSet presAssocID="{D6BC3033-12B4-48B7-BBF7-BB596DC983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64167C-24E7-43FF-A80E-ED8B04277C6E}" type="pres">
      <dgm:prSet presAssocID="{EC6BC2A7-2DD6-4827-BAAB-0658DC15B00D}" presName="spacer" presStyleCnt="0"/>
      <dgm:spPr/>
    </dgm:pt>
    <dgm:pt modelId="{1502027D-803C-4FE8-A87A-A72136072711}" type="pres">
      <dgm:prSet presAssocID="{D10789EC-52EE-4F86-95F0-A25E2845298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3733040-41F9-4491-A0C4-56DD61E8DC76}" type="pres">
      <dgm:prSet presAssocID="{061F1C31-CDFB-4B44-8B60-8A7B93F99A86}" presName="spacer" presStyleCnt="0"/>
      <dgm:spPr/>
    </dgm:pt>
    <dgm:pt modelId="{9110615A-7383-4813-A80F-2D454D111DD4}" type="pres">
      <dgm:prSet presAssocID="{2FCA9AB0-973B-4293-B7EC-1C2D333F99E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579CC47-D70D-4D3A-9615-FA1FBB1A1606}" type="pres">
      <dgm:prSet presAssocID="{B3E02BEA-3DEF-43D2-A523-6A9E6A2361A3}" presName="spacer" presStyleCnt="0"/>
      <dgm:spPr/>
    </dgm:pt>
    <dgm:pt modelId="{679076CA-B185-4477-A3FE-E719C267F05E}" type="pres">
      <dgm:prSet presAssocID="{E13BD839-CCB9-4155-89E1-06315BBA88F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2AB0000-E3B5-4016-8F47-6F5603DE43BC}" srcId="{DC0B91AB-4A0B-43A0-8FF8-15EFBA525108}" destId="{2FCA9AB0-973B-4293-B7EC-1C2D333F99E3}" srcOrd="2" destOrd="0" parTransId="{DF313400-B733-40CD-A50E-8DA1DEEDF4F4}" sibTransId="{B3E02BEA-3DEF-43D2-A523-6A9E6A2361A3}"/>
    <dgm:cxn modelId="{4182B327-1D02-4923-8F0E-5B72B9BD2303}" srcId="{DC0B91AB-4A0B-43A0-8FF8-15EFBA525108}" destId="{E13BD839-CCB9-4155-89E1-06315BBA88F1}" srcOrd="3" destOrd="0" parTransId="{9CF6D9C4-5582-4C88-B0E1-4BE6497E29C1}" sibTransId="{E180B49D-0484-45D0-B945-6E83086FA1D6}"/>
    <dgm:cxn modelId="{43D5B660-23C7-441A-A05C-A5B3B23CD50D}" type="presOf" srcId="{D6BC3033-12B4-48B7-BBF7-BB596DC98335}" destId="{022C76C9-CB3E-47CF-91EA-B739C956A889}" srcOrd="0" destOrd="0" presId="urn:microsoft.com/office/officeart/2005/8/layout/vList2"/>
    <dgm:cxn modelId="{D842A84E-4EDE-4D50-9C9E-E65D4BEDF8EE}" type="presOf" srcId="{D10789EC-52EE-4F86-95F0-A25E28452982}" destId="{1502027D-803C-4FE8-A87A-A72136072711}" srcOrd="0" destOrd="0" presId="urn:microsoft.com/office/officeart/2005/8/layout/vList2"/>
    <dgm:cxn modelId="{B894B258-A39B-4E76-A6B1-72B3FFC695BB}" type="presOf" srcId="{DC0B91AB-4A0B-43A0-8FF8-15EFBA525108}" destId="{AB533AC7-A636-46F2-BDF1-9ED021BE9A1D}" srcOrd="0" destOrd="0" presId="urn:microsoft.com/office/officeart/2005/8/layout/vList2"/>
    <dgm:cxn modelId="{8B9F597C-9F9C-4CCC-80E1-C3EAEC72DABE}" type="presOf" srcId="{2FCA9AB0-973B-4293-B7EC-1C2D333F99E3}" destId="{9110615A-7383-4813-A80F-2D454D111DD4}" srcOrd="0" destOrd="0" presId="urn:microsoft.com/office/officeart/2005/8/layout/vList2"/>
    <dgm:cxn modelId="{B55B759F-7221-46DE-948F-331781213660}" type="presOf" srcId="{E13BD839-CCB9-4155-89E1-06315BBA88F1}" destId="{679076CA-B185-4477-A3FE-E719C267F05E}" srcOrd="0" destOrd="0" presId="urn:microsoft.com/office/officeart/2005/8/layout/vList2"/>
    <dgm:cxn modelId="{2C0038ED-76DC-4B46-96B6-2017AB830302}" srcId="{DC0B91AB-4A0B-43A0-8FF8-15EFBA525108}" destId="{D6BC3033-12B4-48B7-BBF7-BB596DC98335}" srcOrd="0" destOrd="0" parTransId="{4B4AB605-EB98-401C-B746-E82E89DD0D32}" sibTransId="{EC6BC2A7-2DD6-4827-BAAB-0658DC15B00D}"/>
    <dgm:cxn modelId="{500C97FA-0AA2-4C25-9AF3-CA954B675FF9}" srcId="{DC0B91AB-4A0B-43A0-8FF8-15EFBA525108}" destId="{D10789EC-52EE-4F86-95F0-A25E28452982}" srcOrd="1" destOrd="0" parTransId="{BFD4A139-4F95-4BFC-A4E0-0B886B8FEF29}" sibTransId="{061F1C31-CDFB-4B44-8B60-8A7B93F99A86}"/>
    <dgm:cxn modelId="{3C7200D1-A9F3-49BF-AB3E-07B3606327B9}" type="presParOf" srcId="{AB533AC7-A636-46F2-BDF1-9ED021BE9A1D}" destId="{022C76C9-CB3E-47CF-91EA-B739C956A889}" srcOrd="0" destOrd="0" presId="urn:microsoft.com/office/officeart/2005/8/layout/vList2"/>
    <dgm:cxn modelId="{D3B17DDE-AE2E-4920-B648-0F147BA5BE45}" type="presParOf" srcId="{AB533AC7-A636-46F2-BDF1-9ED021BE9A1D}" destId="{BB64167C-24E7-43FF-A80E-ED8B04277C6E}" srcOrd="1" destOrd="0" presId="urn:microsoft.com/office/officeart/2005/8/layout/vList2"/>
    <dgm:cxn modelId="{C93731F0-557E-464D-97AC-513B12A63EF3}" type="presParOf" srcId="{AB533AC7-A636-46F2-BDF1-9ED021BE9A1D}" destId="{1502027D-803C-4FE8-A87A-A72136072711}" srcOrd="2" destOrd="0" presId="urn:microsoft.com/office/officeart/2005/8/layout/vList2"/>
    <dgm:cxn modelId="{1F9E96E4-A06F-461E-B054-258293930992}" type="presParOf" srcId="{AB533AC7-A636-46F2-BDF1-9ED021BE9A1D}" destId="{63733040-41F9-4491-A0C4-56DD61E8DC76}" srcOrd="3" destOrd="0" presId="urn:microsoft.com/office/officeart/2005/8/layout/vList2"/>
    <dgm:cxn modelId="{5A8FAB49-24CC-40C7-8B7B-34CBE5032AD4}" type="presParOf" srcId="{AB533AC7-A636-46F2-BDF1-9ED021BE9A1D}" destId="{9110615A-7383-4813-A80F-2D454D111DD4}" srcOrd="4" destOrd="0" presId="urn:microsoft.com/office/officeart/2005/8/layout/vList2"/>
    <dgm:cxn modelId="{AB528CCF-7CA7-478E-B305-7535CE67655F}" type="presParOf" srcId="{AB533AC7-A636-46F2-BDF1-9ED021BE9A1D}" destId="{E579CC47-D70D-4D3A-9615-FA1FBB1A1606}" srcOrd="5" destOrd="0" presId="urn:microsoft.com/office/officeart/2005/8/layout/vList2"/>
    <dgm:cxn modelId="{FA0452D8-0844-4748-B241-523180558B99}" type="presParOf" srcId="{AB533AC7-A636-46F2-BDF1-9ED021BE9A1D}" destId="{679076CA-B185-4477-A3FE-E719C267F05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03199AF-4BE9-41A0-8BAF-78DC66B52D3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16A341D-72B1-4F58-98E3-E2AF9054A936}">
      <dgm:prSet/>
      <dgm:spPr/>
      <dgm:t>
        <a:bodyPr/>
        <a:lstStyle/>
        <a:p>
          <a:r>
            <a:rPr lang="ru-RU" b="0" i="0"/>
            <a:t>Франція («режим Віші»)</a:t>
          </a:r>
          <a:endParaRPr lang="uk-UA"/>
        </a:p>
      </dgm:t>
    </dgm:pt>
    <dgm:pt modelId="{B7CF5077-0BA0-44F4-B6B6-11DB125E97AF}" type="parTrans" cxnId="{C556F463-A0FF-4665-9B03-8658877E3B68}">
      <dgm:prSet/>
      <dgm:spPr/>
      <dgm:t>
        <a:bodyPr/>
        <a:lstStyle/>
        <a:p>
          <a:endParaRPr lang="uk-UA"/>
        </a:p>
      </dgm:t>
    </dgm:pt>
    <dgm:pt modelId="{2DF8A5C6-16E1-46B5-A499-26E33C28C743}" type="sibTrans" cxnId="{C556F463-A0FF-4665-9B03-8658877E3B68}">
      <dgm:prSet/>
      <dgm:spPr/>
      <dgm:t>
        <a:bodyPr/>
        <a:lstStyle/>
        <a:p>
          <a:endParaRPr lang="uk-UA"/>
        </a:p>
      </dgm:t>
    </dgm:pt>
    <dgm:pt modelId="{870E464E-4DF3-4176-999A-A9884281C162}">
      <dgm:prSet/>
      <dgm:spPr/>
      <dgm:t>
        <a:bodyPr/>
        <a:lstStyle/>
        <a:p>
          <a:r>
            <a:rPr lang="ru-RU" b="0" i="0"/>
            <a:t>Хорватія</a:t>
          </a:r>
          <a:endParaRPr lang="uk-UA"/>
        </a:p>
      </dgm:t>
    </dgm:pt>
    <dgm:pt modelId="{C5604F50-3A4F-45D7-908D-04458AD34BED}" type="parTrans" cxnId="{0714BE3E-1467-4093-9FF1-EE7BFEA5A396}">
      <dgm:prSet/>
      <dgm:spPr/>
      <dgm:t>
        <a:bodyPr/>
        <a:lstStyle/>
        <a:p>
          <a:endParaRPr lang="uk-UA"/>
        </a:p>
      </dgm:t>
    </dgm:pt>
    <dgm:pt modelId="{093C6C03-3892-4660-87B0-B8A60BBFF8BD}" type="sibTrans" cxnId="{0714BE3E-1467-4093-9FF1-EE7BFEA5A396}">
      <dgm:prSet/>
      <dgm:spPr/>
      <dgm:t>
        <a:bodyPr/>
        <a:lstStyle/>
        <a:p>
          <a:endParaRPr lang="uk-UA"/>
        </a:p>
      </dgm:t>
    </dgm:pt>
    <dgm:pt modelId="{1C8B5CDE-13F6-4147-83C7-59D6D2EDA628}">
      <dgm:prSet/>
      <dgm:spPr/>
      <dgm:t>
        <a:bodyPr/>
        <a:lstStyle/>
        <a:p>
          <a:r>
            <a:rPr lang="ru-RU" b="0" i="0"/>
            <a:t>Італія</a:t>
          </a:r>
          <a:endParaRPr lang="uk-UA"/>
        </a:p>
      </dgm:t>
    </dgm:pt>
    <dgm:pt modelId="{3F9CBE15-0DDD-4C71-8A4F-9FCC5953656A}" type="parTrans" cxnId="{2983DB43-AA8F-4B1F-8897-9476AB8F950C}">
      <dgm:prSet/>
      <dgm:spPr/>
      <dgm:t>
        <a:bodyPr/>
        <a:lstStyle/>
        <a:p>
          <a:endParaRPr lang="uk-UA"/>
        </a:p>
      </dgm:t>
    </dgm:pt>
    <dgm:pt modelId="{CAF0AE59-B48F-4F1B-B3FA-7865076A6BDA}" type="sibTrans" cxnId="{2983DB43-AA8F-4B1F-8897-9476AB8F950C}">
      <dgm:prSet/>
      <dgm:spPr/>
      <dgm:t>
        <a:bodyPr/>
        <a:lstStyle/>
        <a:p>
          <a:endParaRPr lang="uk-UA"/>
        </a:p>
      </dgm:t>
    </dgm:pt>
    <dgm:pt modelId="{18BB14F2-E3E0-475F-9B22-3A9EAA15DE56}" type="pres">
      <dgm:prSet presAssocID="{B03199AF-4BE9-41A0-8BAF-78DC66B52D3D}" presName="linearFlow" presStyleCnt="0">
        <dgm:presLayoutVars>
          <dgm:dir/>
          <dgm:resizeHandles val="exact"/>
        </dgm:presLayoutVars>
      </dgm:prSet>
      <dgm:spPr/>
    </dgm:pt>
    <dgm:pt modelId="{1FF1F7A4-4006-4ECC-9287-F188DA8F5F1A}" type="pres">
      <dgm:prSet presAssocID="{E16A341D-72B1-4F58-98E3-E2AF9054A936}" presName="composite" presStyleCnt="0"/>
      <dgm:spPr/>
    </dgm:pt>
    <dgm:pt modelId="{1C063676-F01C-4873-846B-7F5EB8132707}" type="pres">
      <dgm:prSet presAssocID="{E16A341D-72B1-4F58-98E3-E2AF9054A936}" presName="imgShp" presStyleLbl="fgImgPlace1" presStyleIdx="0" presStyleCnt="3"/>
      <dgm:spPr/>
    </dgm:pt>
    <dgm:pt modelId="{0B140678-FAD3-41ED-B7C9-941E2BEC000F}" type="pres">
      <dgm:prSet presAssocID="{E16A341D-72B1-4F58-98E3-E2AF9054A936}" presName="txShp" presStyleLbl="node1" presStyleIdx="0" presStyleCnt="3">
        <dgm:presLayoutVars>
          <dgm:bulletEnabled val="1"/>
        </dgm:presLayoutVars>
      </dgm:prSet>
      <dgm:spPr/>
    </dgm:pt>
    <dgm:pt modelId="{A672A45F-1BD9-44F2-8A6A-999E04216D98}" type="pres">
      <dgm:prSet presAssocID="{2DF8A5C6-16E1-46B5-A499-26E33C28C743}" presName="spacing" presStyleCnt="0"/>
      <dgm:spPr/>
    </dgm:pt>
    <dgm:pt modelId="{A100C176-9519-4921-BBE0-DB23FBC748C0}" type="pres">
      <dgm:prSet presAssocID="{870E464E-4DF3-4176-999A-A9884281C162}" presName="composite" presStyleCnt="0"/>
      <dgm:spPr/>
    </dgm:pt>
    <dgm:pt modelId="{70D1F7CC-812A-4DE6-BC07-CA60DF66FB80}" type="pres">
      <dgm:prSet presAssocID="{870E464E-4DF3-4176-999A-A9884281C162}" presName="imgShp" presStyleLbl="fgImgPlace1" presStyleIdx="1" presStyleCnt="3"/>
      <dgm:spPr/>
    </dgm:pt>
    <dgm:pt modelId="{7C2B0757-9781-4327-8637-F27C14EB60D8}" type="pres">
      <dgm:prSet presAssocID="{870E464E-4DF3-4176-999A-A9884281C162}" presName="txShp" presStyleLbl="node1" presStyleIdx="1" presStyleCnt="3">
        <dgm:presLayoutVars>
          <dgm:bulletEnabled val="1"/>
        </dgm:presLayoutVars>
      </dgm:prSet>
      <dgm:spPr/>
    </dgm:pt>
    <dgm:pt modelId="{F50E1317-1398-4D7F-86AE-E3F77DE4D8EE}" type="pres">
      <dgm:prSet presAssocID="{093C6C03-3892-4660-87B0-B8A60BBFF8BD}" presName="spacing" presStyleCnt="0"/>
      <dgm:spPr/>
    </dgm:pt>
    <dgm:pt modelId="{7FB1F3DA-9729-4EFE-A546-AF04C7286564}" type="pres">
      <dgm:prSet presAssocID="{1C8B5CDE-13F6-4147-83C7-59D6D2EDA628}" presName="composite" presStyleCnt="0"/>
      <dgm:spPr/>
    </dgm:pt>
    <dgm:pt modelId="{D4FB314A-1EE6-475B-A775-020A39D09A36}" type="pres">
      <dgm:prSet presAssocID="{1C8B5CDE-13F6-4147-83C7-59D6D2EDA628}" presName="imgShp" presStyleLbl="fgImgPlace1" presStyleIdx="2" presStyleCnt="3"/>
      <dgm:spPr/>
    </dgm:pt>
    <dgm:pt modelId="{8F0C9B8A-E928-461A-ABF7-F27B6EE79D59}" type="pres">
      <dgm:prSet presAssocID="{1C8B5CDE-13F6-4147-83C7-59D6D2EDA628}" presName="txShp" presStyleLbl="node1" presStyleIdx="2" presStyleCnt="3">
        <dgm:presLayoutVars>
          <dgm:bulletEnabled val="1"/>
        </dgm:presLayoutVars>
      </dgm:prSet>
      <dgm:spPr/>
    </dgm:pt>
  </dgm:ptLst>
  <dgm:cxnLst>
    <dgm:cxn modelId="{34609326-DC80-409F-8C64-3233ED5A7D99}" type="presOf" srcId="{B03199AF-4BE9-41A0-8BAF-78DC66B52D3D}" destId="{18BB14F2-E3E0-475F-9B22-3A9EAA15DE56}" srcOrd="0" destOrd="0" presId="urn:microsoft.com/office/officeart/2005/8/layout/vList3"/>
    <dgm:cxn modelId="{0714BE3E-1467-4093-9FF1-EE7BFEA5A396}" srcId="{B03199AF-4BE9-41A0-8BAF-78DC66B52D3D}" destId="{870E464E-4DF3-4176-999A-A9884281C162}" srcOrd="1" destOrd="0" parTransId="{C5604F50-3A4F-45D7-908D-04458AD34BED}" sibTransId="{093C6C03-3892-4660-87B0-B8A60BBFF8BD}"/>
    <dgm:cxn modelId="{2983DB43-AA8F-4B1F-8897-9476AB8F950C}" srcId="{B03199AF-4BE9-41A0-8BAF-78DC66B52D3D}" destId="{1C8B5CDE-13F6-4147-83C7-59D6D2EDA628}" srcOrd="2" destOrd="0" parTransId="{3F9CBE15-0DDD-4C71-8A4F-9FCC5953656A}" sibTransId="{CAF0AE59-B48F-4F1B-B3FA-7865076A6BDA}"/>
    <dgm:cxn modelId="{C556F463-A0FF-4665-9B03-8658877E3B68}" srcId="{B03199AF-4BE9-41A0-8BAF-78DC66B52D3D}" destId="{E16A341D-72B1-4F58-98E3-E2AF9054A936}" srcOrd="0" destOrd="0" parTransId="{B7CF5077-0BA0-44F4-B6B6-11DB125E97AF}" sibTransId="{2DF8A5C6-16E1-46B5-A499-26E33C28C743}"/>
    <dgm:cxn modelId="{5C56DC66-89BD-40DE-AFBA-498FD660A468}" type="presOf" srcId="{E16A341D-72B1-4F58-98E3-E2AF9054A936}" destId="{0B140678-FAD3-41ED-B7C9-941E2BEC000F}" srcOrd="0" destOrd="0" presId="urn:microsoft.com/office/officeart/2005/8/layout/vList3"/>
    <dgm:cxn modelId="{78636D6E-8F57-41B7-AF30-CC2F2EE402F4}" type="presOf" srcId="{870E464E-4DF3-4176-999A-A9884281C162}" destId="{7C2B0757-9781-4327-8637-F27C14EB60D8}" srcOrd="0" destOrd="0" presId="urn:microsoft.com/office/officeart/2005/8/layout/vList3"/>
    <dgm:cxn modelId="{964E77E8-24A2-4380-8BB8-83B7837505F8}" type="presOf" srcId="{1C8B5CDE-13F6-4147-83C7-59D6D2EDA628}" destId="{8F0C9B8A-E928-461A-ABF7-F27B6EE79D59}" srcOrd="0" destOrd="0" presId="urn:microsoft.com/office/officeart/2005/8/layout/vList3"/>
    <dgm:cxn modelId="{E0CB365F-CD40-489B-8023-AC60D7FB9EB7}" type="presParOf" srcId="{18BB14F2-E3E0-475F-9B22-3A9EAA15DE56}" destId="{1FF1F7A4-4006-4ECC-9287-F188DA8F5F1A}" srcOrd="0" destOrd="0" presId="urn:microsoft.com/office/officeart/2005/8/layout/vList3"/>
    <dgm:cxn modelId="{FA94E12C-0026-4B3A-AF23-F14106BF78A6}" type="presParOf" srcId="{1FF1F7A4-4006-4ECC-9287-F188DA8F5F1A}" destId="{1C063676-F01C-4873-846B-7F5EB8132707}" srcOrd="0" destOrd="0" presId="urn:microsoft.com/office/officeart/2005/8/layout/vList3"/>
    <dgm:cxn modelId="{ACAD2468-B521-4CFC-99DC-06838047938E}" type="presParOf" srcId="{1FF1F7A4-4006-4ECC-9287-F188DA8F5F1A}" destId="{0B140678-FAD3-41ED-B7C9-941E2BEC000F}" srcOrd="1" destOrd="0" presId="urn:microsoft.com/office/officeart/2005/8/layout/vList3"/>
    <dgm:cxn modelId="{FB242F2F-BF8A-4985-998C-EC0D736AD205}" type="presParOf" srcId="{18BB14F2-E3E0-475F-9B22-3A9EAA15DE56}" destId="{A672A45F-1BD9-44F2-8A6A-999E04216D98}" srcOrd="1" destOrd="0" presId="urn:microsoft.com/office/officeart/2005/8/layout/vList3"/>
    <dgm:cxn modelId="{9269F9E0-41B9-422E-9C39-81E8A4902BF9}" type="presParOf" srcId="{18BB14F2-E3E0-475F-9B22-3A9EAA15DE56}" destId="{A100C176-9519-4921-BBE0-DB23FBC748C0}" srcOrd="2" destOrd="0" presId="urn:microsoft.com/office/officeart/2005/8/layout/vList3"/>
    <dgm:cxn modelId="{12C335D6-51B3-46D9-8F3C-FEC7C5140251}" type="presParOf" srcId="{A100C176-9519-4921-BBE0-DB23FBC748C0}" destId="{70D1F7CC-812A-4DE6-BC07-CA60DF66FB80}" srcOrd="0" destOrd="0" presId="urn:microsoft.com/office/officeart/2005/8/layout/vList3"/>
    <dgm:cxn modelId="{62A61C88-70C4-4653-81E6-4F60248521A8}" type="presParOf" srcId="{A100C176-9519-4921-BBE0-DB23FBC748C0}" destId="{7C2B0757-9781-4327-8637-F27C14EB60D8}" srcOrd="1" destOrd="0" presId="urn:microsoft.com/office/officeart/2005/8/layout/vList3"/>
    <dgm:cxn modelId="{F5D8EEDF-3C7E-43B1-BCC8-69758364D588}" type="presParOf" srcId="{18BB14F2-E3E0-475F-9B22-3A9EAA15DE56}" destId="{F50E1317-1398-4D7F-86AE-E3F77DE4D8EE}" srcOrd="3" destOrd="0" presId="urn:microsoft.com/office/officeart/2005/8/layout/vList3"/>
    <dgm:cxn modelId="{E018B520-F367-4CF6-87CB-7840C4415BD4}" type="presParOf" srcId="{18BB14F2-E3E0-475F-9B22-3A9EAA15DE56}" destId="{7FB1F3DA-9729-4EFE-A546-AF04C7286564}" srcOrd="4" destOrd="0" presId="urn:microsoft.com/office/officeart/2005/8/layout/vList3"/>
    <dgm:cxn modelId="{865007F9-9CED-46A3-A5E3-E19D1FB310F7}" type="presParOf" srcId="{7FB1F3DA-9729-4EFE-A546-AF04C7286564}" destId="{D4FB314A-1EE6-475B-A775-020A39D09A36}" srcOrd="0" destOrd="0" presId="urn:microsoft.com/office/officeart/2005/8/layout/vList3"/>
    <dgm:cxn modelId="{D936AAD0-C002-4355-AABF-9ED051E1B182}" type="presParOf" srcId="{7FB1F3DA-9729-4EFE-A546-AF04C7286564}" destId="{8F0C9B8A-E928-461A-ABF7-F27B6EE79D5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724F9EB-4637-4116-A6DA-4992B0EDB96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B28C76-CB2D-4B4E-AAD7-D42214C1C3A5}">
      <dgm:prSet/>
      <dgm:spPr/>
      <dgm:t>
        <a:bodyPr/>
        <a:lstStyle/>
        <a:p>
          <a:r>
            <a:rPr lang="uk-UA" b="0" i="0"/>
            <a:t>Японія</a:t>
          </a:r>
          <a:endParaRPr lang="uk-UA"/>
        </a:p>
      </dgm:t>
    </dgm:pt>
    <dgm:pt modelId="{585BF2D4-960B-486A-A0C0-7D81D834C43A}" type="parTrans" cxnId="{70DD5D89-3E14-4424-BF1E-FB99DEF7B277}">
      <dgm:prSet/>
      <dgm:spPr/>
      <dgm:t>
        <a:bodyPr/>
        <a:lstStyle/>
        <a:p>
          <a:endParaRPr lang="uk-UA"/>
        </a:p>
      </dgm:t>
    </dgm:pt>
    <dgm:pt modelId="{D84D6AB4-173C-4CF2-BD3B-17E41128EFFA}" type="sibTrans" cxnId="{70DD5D89-3E14-4424-BF1E-FB99DEF7B277}">
      <dgm:prSet/>
      <dgm:spPr/>
      <dgm:t>
        <a:bodyPr/>
        <a:lstStyle/>
        <a:p>
          <a:endParaRPr lang="uk-UA"/>
        </a:p>
      </dgm:t>
    </dgm:pt>
    <dgm:pt modelId="{6CC7C840-46B5-4EE0-8108-1FDE3B9E30F6}">
      <dgm:prSet/>
      <dgm:spPr/>
      <dgm:t>
        <a:bodyPr/>
        <a:lstStyle/>
        <a:p>
          <a:r>
            <a:rPr lang="uk-UA" b="0" i="0"/>
            <a:t>Угорщина</a:t>
          </a:r>
          <a:endParaRPr lang="uk-UA"/>
        </a:p>
      </dgm:t>
    </dgm:pt>
    <dgm:pt modelId="{5C891373-6776-4250-B5D4-6D0B0A1B11A9}" type="parTrans" cxnId="{D1FD0863-CFA1-4EB8-8975-BDA156EA6A0E}">
      <dgm:prSet/>
      <dgm:spPr/>
      <dgm:t>
        <a:bodyPr/>
        <a:lstStyle/>
        <a:p>
          <a:endParaRPr lang="uk-UA"/>
        </a:p>
      </dgm:t>
    </dgm:pt>
    <dgm:pt modelId="{939E5DEC-94F8-43F8-89AD-220781D8DBD0}" type="sibTrans" cxnId="{D1FD0863-CFA1-4EB8-8975-BDA156EA6A0E}">
      <dgm:prSet/>
      <dgm:spPr/>
      <dgm:t>
        <a:bodyPr/>
        <a:lstStyle/>
        <a:p>
          <a:endParaRPr lang="uk-UA"/>
        </a:p>
      </dgm:t>
    </dgm:pt>
    <dgm:pt modelId="{E39EA0A0-1D6D-4E11-9B99-04A4809DC858}">
      <dgm:prSet/>
      <dgm:spPr/>
      <dgm:t>
        <a:bodyPr/>
        <a:lstStyle/>
        <a:p>
          <a:r>
            <a:rPr lang="uk-UA" b="0" i="0"/>
            <a:t>Румунія</a:t>
          </a:r>
          <a:endParaRPr lang="uk-UA"/>
        </a:p>
      </dgm:t>
    </dgm:pt>
    <dgm:pt modelId="{F244781A-916D-4B23-A390-356D1AA540B7}" type="parTrans" cxnId="{94B141CF-42B6-405A-AD0B-0D23F1772F5F}">
      <dgm:prSet/>
      <dgm:spPr/>
      <dgm:t>
        <a:bodyPr/>
        <a:lstStyle/>
        <a:p>
          <a:endParaRPr lang="uk-UA"/>
        </a:p>
      </dgm:t>
    </dgm:pt>
    <dgm:pt modelId="{AB37A16E-1863-47F9-839A-EFEBABF0C835}" type="sibTrans" cxnId="{94B141CF-42B6-405A-AD0B-0D23F1772F5F}">
      <dgm:prSet/>
      <dgm:spPr/>
      <dgm:t>
        <a:bodyPr/>
        <a:lstStyle/>
        <a:p>
          <a:endParaRPr lang="uk-UA"/>
        </a:p>
      </dgm:t>
    </dgm:pt>
    <dgm:pt modelId="{254140E8-D485-45D2-BED8-937FCCB419A6}">
      <dgm:prSet/>
      <dgm:spPr/>
      <dgm:t>
        <a:bodyPr/>
        <a:lstStyle/>
        <a:p>
          <a:r>
            <a:rPr lang="uk-UA" b="0" i="0"/>
            <a:t>Болгарія</a:t>
          </a:r>
          <a:endParaRPr lang="uk-UA"/>
        </a:p>
      </dgm:t>
    </dgm:pt>
    <dgm:pt modelId="{D888D3DA-D81D-4A1A-8726-526A426C8606}" type="parTrans" cxnId="{FCC376A2-8FDA-447B-8034-1AD0E3E8416A}">
      <dgm:prSet/>
      <dgm:spPr/>
      <dgm:t>
        <a:bodyPr/>
        <a:lstStyle/>
        <a:p>
          <a:endParaRPr lang="uk-UA"/>
        </a:p>
      </dgm:t>
    </dgm:pt>
    <dgm:pt modelId="{FD9211BC-D159-46AF-BED2-62832EEC44A5}" type="sibTrans" cxnId="{FCC376A2-8FDA-447B-8034-1AD0E3E8416A}">
      <dgm:prSet/>
      <dgm:spPr/>
      <dgm:t>
        <a:bodyPr/>
        <a:lstStyle/>
        <a:p>
          <a:endParaRPr lang="uk-UA"/>
        </a:p>
      </dgm:t>
    </dgm:pt>
    <dgm:pt modelId="{719354B9-B7C5-48F5-8A2F-9B68E5D6CAF4}" type="pres">
      <dgm:prSet presAssocID="{1724F9EB-4637-4116-A6DA-4992B0EDB964}" presName="linearFlow" presStyleCnt="0">
        <dgm:presLayoutVars>
          <dgm:dir/>
          <dgm:resizeHandles val="exact"/>
        </dgm:presLayoutVars>
      </dgm:prSet>
      <dgm:spPr/>
    </dgm:pt>
    <dgm:pt modelId="{383B4769-43C6-4BC8-A876-7BBB33C9653E}" type="pres">
      <dgm:prSet presAssocID="{2AB28C76-CB2D-4B4E-AAD7-D42214C1C3A5}" presName="composite" presStyleCnt="0"/>
      <dgm:spPr/>
    </dgm:pt>
    <dgm:pt modelId="{A3988A1B-9998-4EB2-A9FF-ECD185C0FEF2}" type="pres">
      <dgm:prSet presAssocID="{2AB28C76-CB2D-4B4E-AAD7-D42214C1C3A5}" presName="imgShp" presStyleLbl="fgImgPlace1" presStyleIdx="0" presStyleCnt="4"/>
      <dgm:spPr/>
    </dgm:pt>
    <dgm:pt modelId="{6D3656C2-B55B-4147-BFD8-91248E8028E8}" type="pres">
      <dgm:prSet presAssocID="{2AB28C76-CB2D-4B4E-AAD7-D42214C1C3A5}" presName="txShp" presStyleLbl="node1" presStyleIdx="0" presStyleCnt="4">
        <dgm:presLayoutVars>
          <dgm:bulletEnabled val="1"/>
        </dgm:presLayoutVars>
      </dgm:prSet>
      <dgm:spPr/>
    </dgm:pt>
    <dgm:pt modelId="{CBD57904-F5C8-4435-A29D-B6076C138C48}" type="pres">
      <dgm:prSet presAssocID="{D84D6AB4-173C-4CF2-BD3B-17E41128EFFA}" presName="spacing" presStyleCnt="0"/>
      <dgm:spPr/>
    </dgm:pt>
    <dgm:pt modelId="{01B9B03E-808A-4886-B318-09773C7FEFD1}" type="pres">
      <dgm:prSet presAssocID="{6CC7C840-46B5-4EE0-8108-1FDE3B9E30F6}" presName="composite" presStyleCnt="0"/>
      <dgm:spPr/>
    </dgm:pt>
    <dgm:pt modelId="{CC322350-01F3-4AB0-BAF5-9505E5D92DD4}" type="pres">
      <dgm:prSet presAssocID="{6CC7C840-46B5-4EE0-8108-1FDE3B9E30F6}" presName="imgShp" presStyleLbl="fgImgPlace1" presStyleIdx="1" presStyleCnt="4"/>
      <dgm:spPr/>
    </dgm:pt>
    <dgm:pt modelId="{77683661-8E25-4901-A499-7C12534382C6}" type="pres">
      <dgm:prSet presAssocID="{6CC7C840-46B5-4EE0-8108-1FDE3B9E30F6}" presName="txShp" presStyleLbl="node1" presStyleIdx="1" presStyleCnt="4">
        <dgm:presLayoutVars>
          <dgm:bulletEnabled val="1"/>
        </dgm:presLayoutVars>
      </dgm:prSet>
      <dgm:spPr/>
    </dgm:pt>
    <dgm:pt modelId="{A3147C80-1781-4319-9E2E-BD60B4E97B21}" type="pres">
      <dgm:prSet presAssocID="{939E5DEC-94F8-43F8-89AD-220781D8DBD0}" presName="spacing" presStyleCnt="0"/>
      <dgm:spPr/>
    </dgm:pt>
    <dgm:pt modelId="{DD1A23E1-E881-4889-8CF2-F669F83F942B}" type="pres">
      <dgm:prSet presAssocID="{E39EA0A0-1D6D-4E11-9B99-04A4809DC858}" presName="composite" presStyleCnt="0"/>
      <dgm:spPr/>
    </dgm:pt>
    <dgm:pt modelId="{831605DE-C3DF-4968-9FCA-CB249B1152A3}" type="pres">
      <dgm:prSet presAssocID="{E39EA0A0-1D6D-4E11-9B99-04A4809DC858}" presName="imgShp" presStyleLbl="fgImgPlace1" presStyleIdx="2" presStyleCnt="4"/>
      <dgm:spPr/>
    </dgm:pt>
    <dgm:pt modelId="{1D53B6DB-9FB2-4AC6-8203-FECF3F3E216E}" type="pres">
      <dgm:prSet presAssocID="{E39EA0A0-1D6D-4E11-9B99-04A4809DC858}" presName="txShp" presStyleLbl="node1" presStyleIdx="2" presStyleCnt="4">
        <dgm:presLayoutVars>
          <dgm:bulletEnabled val="1"/>
        </dgm:presLayoutVars>
      </dgm:prSet>
      <dgm:spPr/>
    </dgm:pt>
    <dgm:pt modelId="{227EB4A7-5742-4F2A-922C-3FC20C9B2398}" type="pres">
      <dgm:prSet presAssocID="{AB37A16E-1863-47F9-839A-EFEBABF0C835}" presName="spacing" presStyleCnt="0"/>
      <dgm:spPr/>
    </dgm:pt>
    <dgm:pt modelId="{D3C39549-1BC4-45E0-AAAE-97C43090040E}" type="pres">
      <dgm:prSet presAssocID="{254140E8-D485-45D2-BED8-937FCCB419A6}" presName="composite" presStyleCnt="0"/>
      <dgm:spPr/>
    </dgm:pt>
    <dgm:pt modelId="{7589CB8C-8206-4C41-8870-ACA22F1EA928}" type="pres">
      <dgm:prSet presAssocID="{254140E8-D485-45D2-BED8-937FCCB419A6}" presName="imgShp" presStyleLbl="fgImgPlace1" presStyleIdx="3" presStyleCnt="4"/>
      <dgm:spPr/>
    </dgm:pt>
    <dgm:pt modelId="{E0FB71E6-925C-4224-ADBB-4480EC383989}" type="pres">
      <dgm:prSet presAssocID="{254140E8-D485-45D2-BED8-937FCCB419A6}" presName="txShp" presStyleLbl="node1" presStyleIdx="3" presStyleCnt="4">
        <dgm:presLayoutVars>
          <dgm:bulletEnabled val="1"/>
        </dgm:presLayoutVars>
      </dgm:prSet>
      <dgm:spPr/>
    </dgm:pt>
  </dgm:ptLst>
  <dgm:cxnLst>
    <dgm:cxn modelId="{2BAE4C36-5013-4F09-B13D-D4F5FE353740}" type="presOf" srcId="{6CC7C840-46B5-4EE0-8108-1FDE3B9E30F6}" destId="{77683661-8E25-4901-A499-7C12534382C6}" srcOrd="0" destOrd="0" presId="urn:microsoft.com/office/officeart/2005/8/layout/vList3"/>
    <dgm:cxn modelId="{5DABBC3F-A0C6-4582-9983-3DAB481A5EC8}" type="presOf" srcId="{2AB28C76-CB2D-4B4E-AAD7-D42214C1C3A5}" destId="{6D3656C2-B55B-4147-BFD8-91248E8028E8}" srcOrd="0" destOrd="0" presId="urn:microsoft.com/office/officeart/2005/8/layout/vList3"/>
    <dgm:cxn modelId="{D1FD0863-CFA1-4EB8-8975-BDA156EA6A0E}" srcId="{1724F9EB-4637-4116-A6DA-4992B0EDB964}" destId="{6CC7C840-46B5-4EE0-8108-1FDE3B9E30F6}" srcOrd="1" destOrd="0" parTransId="{5C891373-6776-4250-B5D4-6D0B0A1B11A9}" sibTransId="{939E5DEC-94F8-43F8-89AD-220781D8DBD0}"/>
    <dgm:cxn modelId="{61C5FE7E-0C9F-461C-A7B1-DAEF9B79E808}" type="presOf" srcId="{254140E8-D485-45D2-BED8-937FCCB419A6}" destId="{E0FB71E6-925C-4224-ADBB-4480EC383989}" srcOrd="0" destOrd="0" presId="urn:microsoft.com/office/officeart/2005/8/layout/vList3"/>
    <dgm:cxn modelId="{70DD5D89-3E14-4424-BF1E-FB99DEF7B277}" srcId="{1724F9EB-4637-4116-A6DA-4992B0EDB964}" destId="{2AB28C76-CB2D-4B4E-AAD7-D42214C1C3A5}" srcOrd="0" destOrd="0" parTransId="{585BF2D4-960B-486A-A0C0-7D81D834C43A}" sibTransId="{D84D6AB4-173C-4CF2-BD3B-17E41128EFFA}"/>
    <dgm:cxn modelId="{FCC376A2-8FDA-447B-8034-1AD0E3E8416A}" srcId="{1724F9EB-4637-4116-A6DA-4992B0EDB964}" destId="{254140E8-D485-45D2-BED8-937FCCB419A6}" srcOrd="3" destOrd="0" parTransId="{D888D3DA-D81D-4A1A-8726-526A426C8606}" sibTransId="{FD9211BC-D159-46AF-BED2-62832EEC44A5}"/>
    <dgm:cxn modelId="{247D30BE-96FB-4DC5-9F2F-9985E45A0F33}" type="presOf" srcId="{1724F9EB-4637-4116-A6DA-4992B0EDB964}" destId="{719354B9-B7C5-48F5-8A2F-9B68E5D6CAF4}" srcOrd="0" destOrd="0" presId="urn:microsoft.com/office/officeart/2005/8/layout/vList3"/>
    <dgm:cxn modelId="{24A007C6-58D8-46DE-92A8-9C5F8415E6F7}" type="presOf" srcId="{E39EA0A0-1D6D-4E11-9B99-04A4809DC858}" destId="{1D53B6DB-9FB2-4AC6-8203-FECF3F3E216E}" srcOrd="0" destOrd="0" presId="urn:microsoft.com/office/officeart/2005/8/layout/vList3"/>
    <dgm:cxn modelId="{94B141CF-42B6-405A-AD0B-0D23F1772F5F}" srcId="{1724F9EB-4637-4116-A6DA-4992B0EDB964}" destId="{E39EA0A0-1D6D-4E11-9B99-04A4809DC858}" srcOrd="2" destOrd="0" parTransId="{F244781A-916D-4B23-A390-356D1AA540B7}" sibTransId="{AB37A16E-1863-47F9-839A-EFEBABF0C835}"/>
    <dgm:cxn modelId="{8FD2DAFB-5E9E-4C2F-B090-48C0794DC1BE}" type="presParOf" srcId="{719354B9-B7C5-48F5-8A2F-9B68E5D6CAF4}" destId="{383B4769-43C6-4BC8-A876-7BBB33C9653E}" srcOrd="0" destOrd="0" presId="urn:microsoft.com/office/officeart/2005/8/layout/vList3"/>
    <dgm:cxn modelId="{76C5169F-E10C-40C9-8E14-F154B4D5FE61}" type="presParOf" srcId="{383B4769-43C6-4BC8-A876-7BBB33C9653E}" destId="{A3988A1B-9998-4EB2-A9FF-ECD185C0FEF2}" srcOrd="0" destOrd="0" presId="urn:microsoft.com/office/officeart/2005/8/layout/vList3"/>
    <dgm:cxn modelId="{8DA7F5EA-21BA-4BD1-8881-1AB9D6F2C8DC}" type="presParOf" srcId="{383B4769-43C6-4BC8-A876-7BBB33C9653E}" destId="{6D3656C2-B55B-4147-BFD8-91248E8028E8}" srcOrd="1" destOrd="0" presId="urn:microsoft.com/office/officeart/2005/8/layout/vList3"/>
    <dgm:cxn modelId="{62D9B915-722D-4B8D-A184-EE1505D4F146}" type="presParOf" srcId="{719354B9-B7C5-48F5-8A2F-9B68E5D6CAF4}" destId="{CBD57904-F5C8-4435-A29D-B6076C138C48}" srcOrd="1" destOrd="0" presId="urn:microsoft.com/office/officeart/2005/8/layout/vList3"/>
    <dgm:cxn modelId="{38525A47-CBE4-4168-ADD2-1846FC2BE801}" type="presParOf" srcId="{719354B9-B7C5-48F5-8A2F-9B68E5D6CAF4}" destId="{01B9B03E-808A-4886-B318-09773C7FEFD1}" srcOrd="2" destOrd="0" presId="urn:microsoft.com/office/officeart/2005/8/layout/vList3"/>
    <dgm:cxn modelId="{9E8128B3-1B9A-4551-AB75-9C6AC2B38CD7}" type="presParOf" srcId="{01B9B03E-808A-4886-B318-09773C7FEFD1}" destId="{CC322350-01F3-4AB0-BAF5-9505E5D92DD4}" srcOrd="0" destOrd="0" presId="urn:microsoft.com/office/officeart/2005/8/layout/vList3"/>
    <dgm:cxn modelId="{DC2531E8-D79C-47A2-B537-98739E15ECFC}" type="presParOf" srcId="{01B9B03E-808A-4886-B318-09773C7FEFD1}" destId="{77683661-8E25-4901-A499-7C12534382C6}" srcOrd="1" destOrd="0" presId="urn:microsoft.com/office/officeart/2005/8/layout/vList3"/>
    <dgm:cxn modelId="{0A1FD51E-0084-4842-81BC-52AAEC2EBE9C}" type="presParOf" srcId="{719354B9-B7C5-48F5-8A2F-9B68E5D6CAF4}" destId="{A3147C80-1781-4319-9E2E-BD60B4E97B21}" srcOrd="3" destOrd="0" presId="urn:microsoft.com/office/officeart/2005/8/layout/vList3"/>
    <dgm:cxn modelId="{38A7C11B-9204-45C8-828F-A093468A617B}" type="presParOf" srcId="{719354B9-B7C5-48F5-8A2F-9B68E5D6CAF4}" destId="{DD1A23E1-E881-4889-8CF2-F669F83F942B}" srcOrd="4" destOrd="0" presId="urn:microsoft.com/office/officeart/2005/8/layout/vList3"/>
    <dgm:cxn modelId="{9F2E3A78-9EA2-4A7C-9BEA-80D3E4F70E83}" type="presParOf" srcId="{DD1A23E1-E881-4889-8CF2-F669F83F942B}" destId="{831605DE-C3DF-4968-9FCA-CB249B1152A3}" srcOrd="0" destOrd="0" presId="urn:microsoft.com/office/officeart/2005/8/layout/vList3"/>
    <dgm:cxn modelId="{42E04A53-15AD-44A3-8E9C-1C87A1E7AC4D}" type="presParOf" srcId="{DD1A23E1-E881-4889-8CF2-F669F83F942B}" destId="{1D53B6DB-9FB2-4AC6-8203-FECF3F3E216E}" srcOrd="1" destOrd="0" presId="urn:microsoft.com/office/officeart/2005/8/layout/vList3"/>
    <dgm:cxn modelId="{14AE223F-19DA-45C7-9519-F5838CC11868}" type="presParOf" srcId="{719354B9-B7C5-48F5-8A2F-9B68E5D6CAF4}" destId="{227EB4A7-5742-4F2A-922C-3FC20C9B2398}" srcOrd="5" destOrd="0" presId="urn:microsoft.com/office/officeart/2005/8/layout/vList3"/>
    <dgm:cxn modelId="{9823EE37-2798-4242-B6B7-C9B45B363110}" type="presParOf" srcId="{719354B9-B7C5-48F5-8A2F-9B68E5D6CAF4}" destId="{D3C39549-1BC4-45E0-AAAE-97C43090040E}" srcOrd="6" destOrd="0" presId="urn:microsoft.com/office/officeart/2005/8/layout/vList3"/>
    <dgm:cxn modelId="{86FB9885-9D7E-4AB2-94D4-5DDBD90AB56F}" type="presParOf" srcId="{D3C39549-1BC4-45E0-AAAE-97C43090040E}" destId="{7589CB8C-8206-4C41-8870-ACA22F1EA928}" srcOrd="0" destOrd="0" presId="urn:microsoft.com/office/officeart/2005/8/layout/vList3"/>
    <dgm:cxn modelId="{141CC81D-457F-4453-8B6E-9895BB768E64}" type="presParOf" srcId="{D3C39549-1BC4-45E0-AAAE-97C43090040E}" destId="{E0FB71E6-925C-4224-ADBB-4480EC38398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071A5BC-0423-4830-99E0-11917FB1F4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1EC59E-6CD3-43B9-BE22-6B321054B52D}">
      <dgm:prSet/>
      <dgm:spPr/>
      <dgm:t>
        <a:bodyPr/>
        <a:lstStyle/>
        <a:p>
          <a:r>
            <a:rPr lang="ru-RU" b="0" i="0"/>
            <a:t>вересень 1941 р.</a:t>
          </a:r>
          <a:endParaRPr lang="uk-UA"/>
        </a:p>
      </dgm:t>
    </dgm:pt>
    <dgm:pt modelId="{06C81BB9-BB18-4726-AF18-15995D51BC06}" type="parTrans" cxnId="{402013B4-29AF-4873-9310-159B207E0D1E}">
      <dgm:prSet/>
      <dgm:spPr/>
      <dgm:t>
        <a:bodyPr/>
        <a:lstStyle/>
        <a:p>
          <a:endParaRPr lang="uk-UA"/>
        </a:p>
      </dgm:t>
    </dgm:pt>
    <dgm:pt modelId="{05A863FC-D677-4BD2-B66C-4E72892130F7}" type="sibTrans" cxnId="{402013B4-29AF-4873-9310-159B207E0D1E}">
      <dgm:prSet/>
      <dgm:spPr/>
      <dgm:t>
        <a:bodyPr/>
        <a:lstStyle/>
        <a:p>
          <a:endParaRPr lang="uk-UA"/>
        </a:p>
      </dgm:t>
    </dgm:pt>
    <dgm:pt modelId="{0AFA3B09-674E-46BB-8987-E01468464B06}">
      <dgm:prSet/>
      <dgm:spPr/>
      <dgm:t>
        <a:bodyPr/>
        <a:lstStyle/>
        <a:p>
          <a:r>
            <a:rPr lang="ru-RU" b="0" i="0"/>
            <a:t>листопад 1942 р.</a:t>
          </a:r>
          <a:endParaRPr lang="uk-UA"/>
        </a:p>
      </dgm:t>
    </dgm:pt>
    <dgm:pt modelId="{22CEE224-46E9-412B-B7EE-D8858F92130C}" type="parTrans" cxnId="{661C6DEA-96F5-4633-8114-9D86C14C05DF}">
      <dgm:prSet/>
      <dgm:spPr/>
      <dgm:t>
        <a:bodyPr/>
        <a:lstStyle/>
        <a:p>
          <a:endParaRPr lang="uk-UA"/>
        </a:p>
      </dgm:t>
    </dgm:pt>
    <dgm:pt modelId="{4704C1DB-51E6-4B8B-B071-631230DA9815}" type="sibTrans" cxnId="{661C6DEA-96F5-4633-8114-9D86C14C05DF}">
      <dgm:prSet/>
      <dgm:spPr/>
      <dgm:t>
        <a:bodyPr/>
        <a:lstStyle/>
        <a:p>
          <a:endParaRPr lang="uk-UA"/>
        </a:p>
      </dgm:t>
    </dgm:pt>
    <dgm:pt modelId="{48A76F27-642A-4CFC-AA46-4E8D5DF4AD42}">
      <dgm:prSet/>
      <dgm:spPr/>
      <dgm:t>
        <a:bodyPr/>
        <a:lstStyle/>
        <a:p>
          <a:r>
            <a:rPr lang="ru-RU" b="0" i="0"/>
            <a:t>березень 1943 р.</a:t>
          </a:r>
          <a:endParaRPr lang="uk-UA"/>
        </a:p>
      </dgm:t>
    </dgm:pt>
    <dgm:pt modelId="{76A67563-DB1C-4B42-A48E-49AC8FE1E484}" type="parTrans" cxnId="{FC1E3193-E34F-4756-AEDD-3655608C5889}">
      <dgm:prSet/>
      <dgm:spPr/>
      <dgm:t>
        <a:bodyPr/>
        <a:lstStyle/>
        <a:p>
          <a:endParaRPr lang="uk-UA"/>
        </a:p>
      </dgm:t>
    </dgm:pt>
    <dgm:pt modelId="{A794CD90-AC2F-414D-B06A-6AEDE31ECC36}" type="sibTrans" cxnId="{FC1E3193-E34F-4756-AEDD-3655608C5889}">
      <dgm:prSet/>
      <dgm:spPr/>
      <dgm:t>
        <a:bodyPr/>
        <a:lstStyle/>
        <a:p>
          <a:endParaRPr lang="uk-UA"/>
        </a:p>
      </dgm:t>
    </dgm:pt>
    <dgm:pt modelId="{33D72603-6E7C-4CB2-A766-078C8DD6ECC1}">
      <dgm:prSet/>
      <dgm:spPr/>
      <dgm:t>
        <a:bodyPr/>
        <a:lstStyle/>
        <a:p>
          <a:r>
            <a:rPr lang="ru-RU" b="0" i="0"/>
            <a:t>жовтень 1943 р.</a:t>
          </a:r>
          <a:endParaRPr lang="uk-UA"/>
        </a:p>
      </dgm:t>
    </dgm:pt>
    <dgm:pt modelId="{1003AA26-4E9E-47EB-8FC4-9CB90802785A}" type="parTrans" cxnId="{9AE41CA0-B761-4766-842A-9974F93683C5}">
      <dgm:prSet/>
      <dgm:spPr/>
      <dgm:t>
        <a:bodyPr/>
        <a:lstStyle/>
        <a:p>
          <a:endParaRPr lang="uk-UA"/>
        </a:p>
      </dgm:t>
    </dgm:pt>
    <dgm:pt modelId="{825298B4-2E6D-45A7-AC76-2212D6521C9D}" type="sibTrans" cxnId="{9AE41CA0-B761-4766-842A-9974F93683C5}">
      <dgm:prSet/>
      <dgm:spPr/>
      <dgm:t>
        <a:bodyPr/>
        <a:lstStyle/>
        <a:p>
          <a:endParaRPr lang="uk-UA"/>
        </a:p>
      </dgm:t>
    </dgm:pt>
    <dgm:pt modelId="{D1C72C75-E90A-4DD7-A9B4-3C83C23CA274}" type="pres">
      <dgm:prSet presAssocID="{9071A5BC-0423-4830-99E0-11917FB1F43C}" presName="linear" presStyleCnt="0">
        <dgm:presLayoutVars>
          <dgm:animLvl val="lvl"/>
          <dgm:resizeHandles val="exact"/>
        </dgm:presLayoutVars>
      </dgm:prSet>
      <dgm:spPr/>
    </dgm:pt>
    <dgm:pt modelId="{AF81CEC2-EB37-4C2A-A69A-0BBD8A2DEBED}" type="pres">
      <dgm:prSet presAssocID="{931EC59E-6CD3-43B9-BE22-6B321054B52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A843BE-B7A8-478B-85CB-4E51A6EC1F3A}" type="pres">
      <dgm:prSet presAssocID="{05A863FC-D677-4BD2-B66C-4E72892130F7}" presName="spacer" presStyleCnt="0"/>
      <dgm:spPr/>
    </dgm:pt>
    <dgm:pt modelId="{1EE8C1C2-E0B7-4820-AE9F-4EBD12E68D3A}" type="pres">
      <dgm:prSet presAssocID="{0AFA3B09-674E-46BB-8987-E01468464B0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1083475-62F7-4F80-9F96-F0A105ED340E}" type="pres">
      <dgm:prSet presAssocID="{4704C1DB-51E6-4B8B-B071-631230DA9815}" presName="spacer" presStyleCnt="0"/>
      <dgm:spPr/>
    </dgm:pt>
    <dgm:pt modelId="{D0D1392C-7414-4B64-BBF4-86F2AAF8BA9B}" type="pres">
      <dgm:prSet presAssocID="{48A76F27-642A-4CFC-AA46-4E8D5DF4AD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EC503C0-75EE-4BD0-BFEC-DA2554AA0CD7}" type="pres">
      <dgm:prSet presAssocID="{A794CD90-AC2F-414D-B06A-6AEDE31ECC36}" presName="spacer" presStyleCnt="0"/>
      <dgm:spPr/>
    </dgm:pt>
    <dgm:pt modelId="{F1908682-5C34-4DB2-8576-C3B5C13B1A45}" type="pres">
      <dgm:prSet presAssocID="{33D72603-6E7C-4CB2-A766-078C8DD6ECC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56FF01E-4505-4A44-8DFD-1A773575BAB0}" type="presOf" srcId="{931EC59E-6CD3-43B9-BE22-6B321054B52D}" destId="{AF81CEC2-EB37-4C2A-A69A-0BBD8A2DEBED}" srcOrd="0" destOrd="0" presId="urn:microsoft.com/office/officeart/2005/8/layout/vList2"/>
    <dgm:cxn modelId="{313E9929-DE63-4153-81EF-112607C78AEA}" type="presOf" srcId="{9071A5BC-0423-4830-99E0-11917FB1F43C}" destId="{D1C72C75-E90A-4DD7-A9B4-3C83C23CA274}" srcOrd="0" destOrd="0" presId="urn:microsoft.com/office/officeart/2005/8/layout/vList2"/>
    <dgm:cxn modelId="{F8D11C90-3A50-4818-BD23-F84849905389}" type="presOf" srcId="{48A76F27-642A-4CFC-AA46-4E8D5DF4AD42}" destId="{D0D1392C-7414-4B64-BBF4-86F2AAF8BA9B}" srcOrd="0" destOrd="0" presId="urn:microsoft.com/office/officeart/2005/8/layout/vList2"/>
    <dgm:cxn modelId="{F47AF391-7D25-4A6F-8C9D-2FF5E95B1E6E}" type="presOf" srcId="{0AFA3B09-674E-46BB-8987-E01468464B06}" destId="{1EE8C1C2-E0B7-4820-AE9F-4EBD12E68D3A}" srcOrd="0" destOrd="0" presId="urn:microsoft.com/office/officeart/2005/8/layout/vList2"/>
    <dgm:cxn modelId="{FC1E3193-E34F-4756-AEDD-3655608C5889}" srcId="{9071A5BC-0423-4830-99E0-11917FB1F43C}" destId="{48A76F27-642A-4CFC-AA46-4E8D5DF4AD42}" srcOrd="2" destOrd="0" parTransId="{76A67563-DB1C-4B42-A48E-49AC8FE1E484}" sibTransId="{A794CD90-AC2F-414D-B06A-6AEDE31ECC36}"/>
    <dgm:cxn modelId="{9AE41CA0-B761-4766-842A-9974F93683C5}" srcId="{9071A5BC-0423-4830-99E0-11917FB1F43C}" destId="{33D72603-6E7C-4CB2-A766-078C8DD6ECC1}" srcOrd="3" destOrd="0" parTransId="{1003AA26-4E9E-47EB-8FC4-9CB90802785A}" sibTransId="{825298B4-2E6D-45A7-AC76-2212D6521C9D}"/>
    <dgm:cxn modelId="{402013B4-29AF-4873-9310-159B207E0D1E}" srcId="{9071A5BC-0423-4830-99E0-11917FB1F43C}" destId="{931EC59E-6CD3-43B9-BE22-6B321054B52D}" srcOrd="0" destOrd="0" parTransId="{06C81BB9-BB18-4726-AF18-15995D51BC06}" sibTransId="{05A863FC-D677-4BD2-B66C-4E72892130F7}"/>
    <dgm:cxn modelId="{661C6DEA-96F5-4633-8114-9D86C14C05DF}" srcId="{9071A5BC-0423-4830-99E0-11917FB1F43C}" destId="{0AFA3B09-674E-46BB-8987-E01468464B06}" srcOrd="1" destOrd="0" parTransId="{22CEE224-46E9-412B-B7EE-D8858F92130C}" sibTransId="{4704C1DB-51E6-4B8B-B071-631230DA9815}"/>
    <dgm:cxn modelId="{718716EC-D9DF-4B5C-BD02-28FB2EF5D194}" type="presOf" srcId="{33D72603-6E7C-4CB2-A766-078C8DD6ECC1}" destId="{F1908682-5C34-4DB2-8576-C3B5C13B1A45}" srcOrd="0" destOrd="0" presId="urn:microsoft.com/office/officeart/2005/8/layout/vList2"/>
    <dgm:cxn modelId="{BAC2C0C5-CDAA-49C7-A4EA-DC1F3653E567}" type="presParOf" srcId="{D1C72C75-E90A-4DD7-A9B4-3C83C23CA274}" destId="{AF81CEC2-EB37-4C2A-A69A-0BBD8A2DEBED}" srcOrd="0" destOrd="0" presId="urn:microsoft.com/office/officeart/2005/8/layout/vList2"/>
    <dgm:cxn modelId="{AE31E032-A0A8-4A95-B4AB-E9D8ECC13FBB}" type="presParOf" srcId="{D1C72C75-E90A-4DD7-A9B4-3C83C23CA274}" destId="{AEA843BE-B7A8-478B-85CB-4E51A6EC1F3A}" srcOrd="1" destOrd="0" presId="urn:microsoft.com/office/officeart/2005/8/layout/vList2"/>
    <dgm:cxn modelId="{ED2FF48C-A398-477D-AFCF-E1A4585A11A1}" type="presParOf" srcId="{D1C72C75-E90A-4DD7-A9B4-3C83C23CA274}" destId="{1EE8C1C2-E0B7-4820-AE9F-4EBD12E68D3A}" srcOrd="2" destOrd="0" presId="urn:microsoft.com/office/officeart/2005/8/layout/vList2"/>
    <dgm:cxn modelId="{C36BB813-7298-4894-AF0F-78732EFE6A6C}" type="presParOf" srcId="{D1C72C75-E90A-4DD7-A9B4-3C83C23CA274}" destId="{01083475-62F7-4F80-9F96-F0A105ED340E}" srcOrd="3" destOrd="0" presId="urn:microsoft.com/office/officeart/2005/8/layout/vList2"/>
    <dgm:cxn modelId="{EB0BB3B6-A2CF-4338-B60E-E4141EDBEAB1}" type="presParOf" srcId="{D1C72C75-E90A-4DD7-A9B4-3C83C23CA274}" destId="{D0D1392C-7414-4B64-BBF4-86F2AAF8BA9B}" srcOrd="4" destOrd="0" presId="urn:microsoft.com/office/officeart/2005/8/layout/vList2"/>
    <dgm:cxn modelId="{BA7660D1-C371-4128-B790-EA541E2AA265}" type="presParOf" srcId="{D1C72C75-E90A-4DD7-A9B4-3C83C23CA274}" destId="{FEC503C0-75EE-4BD0-BFEC-DA2554AA0CD7}" srcOrd="5" destOrd="0" presId="urn:microsoft.com/office/officeart/2005/8/layout/vList2"/>
    <dgm:cxn modelId="{C853280B-605F-4284-9FA5-D31271FECC78}" type="presParOf" srcId="{D1C72C75-E90A-4DD7-A9B4-3C83C23CA274}" destId="{F1908682-5C34-4DB2-8576-C3B5C13B1A4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BA75229-E8D6-461F-8496-C833A93273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1B9C4D2-45A2-4B0E-9502-67C17C020449}">
      <dgm:prSet/>
      <dgm:spPr/>
      <dgm:t>
        <a:bodyPr/>
        <a:lstStyle/>
        <a:p>
          <a:r>
            <a:rPr lang="uk-UA" b="0" i="0"/>
            <a:t>відновлення радянської влади.</a:t>
          </a:r>
          <a:endParaRPr lang="uk-UA"/>
        </a:p>
      </dgm:t>
    </dgm:pt>
    <dgm:pt modelId="{FED96FA2-B00B-4686-8B9A-0031E2B9BF21}" type="parTrans" cxnId="{DB180745-7DBC-47B3-AA3E-2E0A69CB57A5}">
      <dgm:prSet/>
      <dgm:spPr/>
      <dgm:t>
        <a:bodyPr/>
        <a:lstStyle/>
        <a:p>
          <a:endParaRPr lang="uk-UA"/>
        </a:p>
      </dgm:t>
    </dgm:pt>
    <dgm:pt modelId="{99A8C539-80ED-4DD1-B697-27DFF0A6A2B5}" type="sibTrans" cxnId="{DB180745-7DBC-47B3-AA3E-2E0A69CB57A5}">
      <dgm:prSet/>
      <dgm:spPr/>
      <dgm:t>
        <a:bodyPr/>
        <a:lstStyle/>
        <a:p>
          <a:endParaRPr lang="uk-UA"/>
        </a:p>
      </dgm:t>
    </dgm:pt>
    <dgm:pt modelId="{B8B7A3FF-E5A2-435D-BB26-8B213085587A}">
      <dgm:prSet/>
      <dgm:spPr/>
      <dgm:t>
        <a:bodyPr/>
        <a:lstStyle/>
        <a:p>
          <a:r>
            <a:rPr lang="uk-UA" b="0" i="0"/>
            <a:t>здобуття незалежності Україною.</a:t>
          </a:r>
          <a:endParaRPr lang="uk-UA"/>
        </a:p>
      </dgm:t>
    </dgm:pt>
    <dgm:pt modelId="{D2FFC5D5-4D47-47A6-9B6F-B31F980E24B3}" type="parTrans" cxnId="{0EEA93CD-D220-4088-9589-97C55206352A}">
      <dgm:prSet/>
      <dgm:spPr/>
      <dgm:t>
        <a:bodyPr/>
        <a:lstStyle/>
        <a:p>
          <a:endParaRPr lang="uk-UA"/>
        </a:p>
      </dgm:t>
    </dgm:pt>
    <dgm:pt modelId="{2C6B22B9-80FA-4AEC-B221-47A6A7B8EC6C}" type="sibTrans" cxnId="{0EEA93CD-D220-4088-9589-97C55206352A}">
      <dgm:prSet/>
      <dgm:spPr/>
      <dgm:t>
        <a:bodyPr/>
        <a:lstStyle/>
        <a:p>
          <a:endParaRPr lang="uk-UA"/>
        </a:p>
      </dgm:t>
    </dgm:pt>
    <dgm:pt modelId="{330ACA50-027D-4D65-B935-6B15303451DB}">
      <dgm:prSet/>
      <dgm:spPr/>
      <dgm:t>
        <a:bodyPr/>
        <a:lstStyle/>
        <a:p>
          <a:r>
            <a:rPr lang="uk-UA" b="0" i="0"/>
            <a:t>відновлення Української Народної Республіки.</a:t>
          </a:r>
          <a:endParaRPr lang="uk-UA"/>
        </a:p>
      </dgm:t>
    </dgm:pt>
    <dgm:pt modelId="{6422A191-1ECE-44C5-87C6-4DF9BA5F534E}" type="parTrans" cxnId="{1B6CD011-6F58-47A2-A0C1-9E6F88A91107}">
      <dgm:prSet/>
      <dgm:spPr/>
      <dgm:t>
        <a:bodyPr/>
        <a:lstStyle/>
        <a:p>
          <a:endParaRPr lang="uk-UA"/>
        </a:p>
      </dgm:t>
    </dgm:pt>
    <dgm:pt modelId="{A87CD22F-26B9-454A-81F6-F007A66C6A94}" type="sibTrans" cxnId="{1B6CD011-6F58-47A2-A0C1-9E6F88A91107}">
      <dgm:prSet/>
      <dgm:spPr/>
      <dgm:t>
        <a:bodyPr/>
        <a:lstStyle/>
        <a:p>
          <a:endParaRPr lang="uk-UA"/>
        </a:p>
      </dgm:t>
    </dgm:pt>
    <dgm:pt modelId="{FB04ACA3-EDE2-43FC-8086-435D802D6BD1}">
      <dgm:prSet/>
      <dgm:spPr/>
      <dgm:t>
        <a:bodyPr/>
        <a:lstStyle/>
        <a:p>
          <a:r>
            <a:rPr lang="uk-UA" b="0" i="0"/>
            <a:t>вигнання нацистських окупантів із території України.</a:t>
          </a:r>
          <a:endParaRPr lang="uk-UA"/>
        </a:p>
      </dgm:t>
    </dgm:pt>
    <dgm:pt modelId="{6D2A4DE3-1B66-48F6-AF99-5C7AFB77F42E}" type="parTrans" cxnId="{DB49F5D2-2927-465A-9359-6FC7DD49B506}">
      <dgm:prSet/>
      <dgm:spPr/>
      <dgm:t>
        <a:bodyPr/>
        <a:lstStyle/>
        <a:p>
          <a:endParaRPr lang="uk-UA"/>
        </a:p>
      </dgm:t>
    </dgm:pt>
    <dgm:pt modelId="{7712853A-7B92-40E2-928E-61E447E49B32}" type="sibTrans" cxnId="{DB49F5D2-2927-465A-9359-6FC7DD49B506}">
      <dgm:prSet/>
      <dgm:spPr/>
      <dgm:t>
        <a:bodyPr/>
        <a:lstStyle/>
        <a:p>
          <a:endParaRPr lang="uk-UA"/>
        </a:p>
      </dgm:t>
    </dgm:pt>
    <dgm:pt modelId="{FC630F84-0A74-41DF-80A8-8D539A4F1653}" type="pres">
      <dgm:prSet presAssocID="{9BA75229-E8D6-461F-8496-C833A93273EF}" presName="linear" presStyleCnt="0">
        <dgm:presLayoutVars>
          <dgm:animLvl val="lvl"/>
          <dgm:resizeHandles val="exact"/>
        </dgm:presLayoutVars>
      </dgm:prSet>
      <dgm:spPr/>
    </dgm:pt>
    <dgm:pt modelId="{567D1146-80C8-4BD3-91DB-D87B745EE60B}" type="pres">
      <dgm:prSet presAssocID="{A1B9C4D2-45A2-4B0E-9502-67C17C02044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EDF3FEC-DE42-4A54-AF75-6627DE84CF32}" type="pres">
      <dgm:prSet presAssocID="{99A8C539-80ED-4DD1-B697-27DFF0A6A2B5}" presName="spacer" presStyleCnt="0"/>
      <dgm:spPr/>
    </dgm:pt>
    <dgm:pt modelId="{6ED4913C-BBAB-464F-BAD8-4599DA5438E2}" type="pres">
      <dgm:prSet presAssocID="{B8B7A3FF-E5A2-435D-BB26-8B213085587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60B2C09-1327-4204-9386-3700EC3B436F}" type="pres">
      <dgm:prSet presAssocID="{2C6B22B9-80FA-4AEC-B221-47A6A7B8EC6C}" presName="spacer" presStyleCnt="0"/>
      <dgm:spPr/>
    </dgm:pt>
    <dgm:pt modelId="{5E4D2FD1-336B-4539-BF29-8DBE554FC622}" type="pres">
      <dgm:prSet presAssocID="{330ACA50-027D-4D65-B935-6B15303451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F5081C-F148-4FC4-92A9-C73DA00EC1EA}" type="pres">
      <dgm:prSet presAssocID="{A87CD22F-26B9-454A-81F6-F007A66C6A94}" presName="spacer" presStyleCnt="0"/>
      <dgm:spPr/>
    </dgm:pt>
    <dgm:pt modelId="{CBF0F5A8-4EDF-4B6B-8531-CDF2A7C1D1B4}" type="pres">
      <dgm:prSet presAssocID="{FB04ACA3-EDE2-43FC-8086-435D802D6BD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4FCF60F-D922-4A35-9445-34475EEAE4FE}" type="presOf" srcId="{FB04ACA3-EDE2-43FC-8086-435D802D6BD1}" destId="{CBF0F5A8-4EDF-4B6B-8531-CDF2A7C1D1B4}" srcOrd="0" destOrd="0" presId="urn:microsoft.com/office/officeart/2005/8/layout/vList2"/>
    <dgm:cxn modelId="{1B6CD011-6F58-47A2-A0C1-9E6F88A91107}" srcId="{9BA75229-E8D6-461F-8496-C833A93273EF}" destId="{330ACA50-027D-4D65-B935-6B15303451DB}" srcOrd="2" destOrd="0" parTransId="{6422A191-1ECE-44C5-87C6-4DF9BA5F534E}" sibTransId="{A87CD22F-26B9-454A-81F6-F007A66C6A94}"/>
    <dgm:cxn modelId="{3D2DE221-8EEB-41AC-851E-4B29B67958D9}" type="presOf" srcId="{B8B7A3FF-E5A2-435D-BB26-8B213085587A}" destId="{6ED4913C-BBAB-464F-BAD8-4599DA5438E2}" srcOrd="0" destOrd="0" presId="urn:microsoft.com/office/officeart/2005/8/layout/vList2"/>
    <dgm:cxn modelId="{12A7C426-C274-4753-AD4A-4AEF84A52A46}" type="presOf" srcId="{9BA75229-E8D6-461F-8496-C833A93273EF}" destId="{FC630F84-0A74-41DF-80A8-8D539A4F1653}" srcOrd="0" destOrd="0" presId="urn:microsoft.com/office/officeart/2005/8/layout/vList2"/>
    <dgm:cxn modelId="{DB180745-7DBC-47B3-AA3E-2E0A69CB57A5}" srcId="{9BA75229-E8D6-461F-8496-C833A93273EF}" destId="{A1B9C4D2-45A2-4B0E-9502-67C17C020449}" srcOrd="0" destOrd="0" parTransId="{FED96FA2-B00B-4686-8B9A-0031E2B9BF21}" sibTransId="{99A8C539-80ED-4DD1-B697-27DFF0A6A2B5}"/>
    <dgm:cxn modelId="{3349D3C2-C4A9-473F-9E67-B5031D24BC6F}" type="presOf" srcId="{330ACA50-027D-4D65-B935-6B15303451DB}" destId="{5E4D2FD1-336B-4539-BF29-8DBE554FC622}" srcOrd="0" destOrd="0" presId="urn:microsoft.com/office/officeart/2005/8/layout/vList2"/>
    <dgm:cxn modelId="{0EEA93CD-D220-4088-9589-97C55206352A}" srcId="{9BA75229-E8D6-461F-8496-C833A93273EF}" destId="{B8B7A3FF-E5A2-435D-BB26-8B213085587A}" srcOrd="1" destOrd="0" parTransId="{D2FFC5D5-4D47-47A6-9B6F-B31F980E24B3}" sibTransId="{2C6B22B9-80FA-4AEC-B221-47A6A7B8EC6C}"/>
    <dgm:cxn modelId="{DB49F5D2-2927-465A-9359-6FC7DD49B506}" srcId="{9BA75229-E8D6-461F-8496-C833A93273EF}" destId="{FB04ACA3-EDE2-43FC-8086-435D802D6BD1}" srcOrd="3" destOrd="0" parTransId="{6D2A4DE3-1B66-48F6-AF99-5C7AFB77F42E}" sibTransId="{7712853A-7B92-40E2-928E-61E447E49B32}"/>
    <dgm:cxn modelId="{2E69B4F7-42FB-4038-B59F-A0F062C46C92}" type="presOf" srcId="{A1B9C4D2-45A2-4B0E-9502-67C17C020449}" destId="{567D1146-80C8-4BD3-91DB-D87B745EE60B}" srcOrd="0" destOrd="0" presId="urn:microsoft.com/office/officeart/2005/8/layout/vList2"/>
    <dgm:cxn modelId="{0DD221FD-20E9-4B09-85AF-7692411BB147}" type="presParOf" srcId="{FC630F84-0A74-41DF-80A8-8D539A4F1653}" destId="{567D1146-80C8-4BD3-91DB-D87B745EE60B}" srcOrd="0" destOrd="0" presId="urn:microsoft.com/office/officeart/2005/8/layout/vList2"/>
    <dgm:cxn modelId="{2E5AC64D-B8E5-4467-9B87-552248DF98DA}" type="presParOf" srcId="{FC630F84-0A74-41DF-80A8-8D539A4F1653}" destId="{FEDF3FEC-DE42-4A54-AF75-6627DE84CF32}" srcOrd="1" destOrd="0" presId="urn:microsoft.com/office/officeart/2005/8/layout/vList2"/>
    <dgm:cxn modelId="{66DB2006-93F6-4535-AEDA-094AE6AB8DFD}" type="presParOf" srcId="{FC630F84-0A74-41DF-80A8-8D539A4F1653}" destId="{6ED4913C-BBAB-464F-BAD8-4599DA5438E2}" srcOrd="2" destOrd="0" presId="urn:microsoft.com/office/officeart/2005/8/layout/vList2"/>
    <dgm:cxn modelId="{C780559A-E67E-4FAD-9A90-A22711B832CB}" type="presParOf" srcId="{FC630F84-0A74-41DF-80A8-8D539A4F1653}" destId="{960B2C09-1327-4204-9386-3700EC3B436F}" srcOrd="3" destOrd="0" presId="urn:microsoft.com/office/officeart/2005/8/layout/vList2"/>
    <dgm:cxn modelId="{44B6A282-069B-4E6F-9043-15E5BF8A29DD}" type="presParOf" srcId="{FC630F84-0A74-41DF-80A8-8D539A4F1653}" destId="{5E4D2FD1-336B-4539-BF29-8DBE554FC622}" srcOrd="4" destOrd="0" presId="urn:microsoft.com/office/officeart/2005/8/layout/vList2"/>
    <dgm:cxn modelId="{7B720A47-BC9D-403F-B65B-3F66025DA5FB}" type="presParOf" srcId="{FC630F84-0A74-41DF-80A8-8D539A4F1653}" destId="{44F5081C-F148-4FC4-92A9-C73DA00EC1EA}" srcOrd="5" destOrd="0" presId="urn:microsoft.com/office/officeart/2005/8/layout/vList2"/>
    <dgm:cxn modelId="{25F50E5D-1CCE-4EBA-84B4-E93D335C0A08}" type="presParOf" srcId="{FC630F84-0A74-41DF-80A8-8D539A4F1653}" destId="{CBF0F5A8-4EDF-4B6B-8531-CDF2A7C1D1B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B47EB1F-F095-4806-8966-F9A192AC1A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49E4F35-D594-41F3-A5E5-7DF1CF1FDBD3}">
      <dgm:prSet/>
      <dgm:spPr/>
      <dgm:t>
        <a:bodyPr/>
        <a:lstStyle/>
        <a:p>
          <a:r>
            <a:rPr lang="uk-UA" b="0" i="0"/>
            <a:t>підпільної та партизанської боротьби проти загарбників.</a:t>
          </a:r>
          <a:endParaRPr lang="uk-UA"/>
        </a:p>
      </dgm:t>
    </dgm:pt>
    <dgm:pt modelId="{570B4DD8-BD64-44A9-B85F-5BAC912EF9FB}" type="parTrans" cxnId="{E298F208-6AB6-495F-95E1-1F5E7767477B}">
      <dgm:prSet/>
      <dgm:spPr/>
      <dgm:t>
        <a:bodyPr/>
        <a:lstStyle/>
        <a:p>
          <a:endParaRPr lang="uk-UA"/>
        </a:p>
      </dgm:t>
    </dgm:pt>
    <dgm:pt modelId="{80A60B3A-4133-4176-A29A-80DE06F02A37}" type="sibTrans" cxnId="{E298F208-6AB6-495F-95E1-1F5E7767477B}">
      <dgm:prSet/>
      <dgm:spPr/>
      <dgm:t>
        <a:bodyPr/>
        <a:lstStyle/>
        <a:p>
          <a:endParaRPr lang="uk-UA"/>
        </a:p>
      </dgm:t>
    </dgm:pt>
    <dgm:pt modelId="{16F4C59D-2C13-4F6C-AA17-FAC90D75DCC8}">
      <dgm:prSet/>
      <dgm:spPr/>
      <dgm:t>
        <a:bodyPr/>
        <a:lstStyle/>
        <a:p>
          <a:r>
            <a:rPr lang="uk-UA" b="0" i="0"/>
            <a:t>участі регулярних українських армій у складі військ Антигітлерівської коаліції.</a:t>
          </a:r>
          <a:endParaRPr lang="uk-UA"/>
        </a:p>
      </dgm:t>
    </dgm:pt>
    <dgm:pt modelId="{61F99697-983E-4ABA-B085-9FB1E3FC7D24}" type="parTrans" cxnId="{8EC3AF4F-DF24-4DD2-A493-27BDBA40D9F4}">
      <dgm:prSet/>
      <dgm:spPr/>
      <dgm:t>
        <a:bodyPr/>
        <a:lstStyle/>
        <a:p>
          <a:endParaRPr lang="uk-UA"/>
        </a:p>
      </dgm:t>
    </dgm:pt>
    <dgm:pt modelId="{589878E5-0D08-4362-AD83-01790F587F42}" type="sibTrans" cxnId="{8EC3AF4F-DF24-4DD2-A493-27BDBA40D9F4}">
      <dgm:prSet/>
      <dgm:spPr/>
      <dgm:t>
        <a:bodyPr/>
        <a:lstStyle/>
        <a:p>
          <a:endParaRPr lang="uk-UA"/>
        </a:p>
      </dgm:t>
    </dgm:pt>
    <dgm:pt modelId="{C0B39EBD-4D27-4D8B-96D4-450A8C339163}">
      <dgm:prSet/>
      <dgm:spPr/>
      <dgm:t>
        <a:bodyPr/>
        <a:lstStyle/>
        <a:p>
          <a:r>
            <a:rPr lang="uk-UA" b="0" i="0"/>
            <a:t>загальнонаціонального антифашистського та антирадянського повстання.</a:t>
          </a:r>
          <a:endParaRPr lang="uk-UA"/>
        </a:p>
      </dgm:t>
    </dgm:pt>
    <dgm:pt modelId="{95A04135-7E9F-41F4-B8B8-9F6312CB6360}" type="parTrans" cxnId="{CC615F70-820F-4F25-9E94-99B0C0F94044}">
      <dgm:prSet/>
      <dgm:spPr/>
      <dgm:t>
        <a:bodyPr/>
        <a:lstStyle/>
        <a:p>
          <a:endParaRPr lang="uk-UA"/>
        </a:p>
      </dgm:t>
    </dgm:pt>
    <dgm:pt modelId="{14849FCD-217E-4862-B683-9C67DB551C35}" type="sibTrans" cxnId="{CC615F70-820F-4F25-9E94-99B0C0F94044}">
      <dgm:prSet/>
      <dgm:spPr/>
      <dgm:t>
        <a:bodyPr/>
        <a:lstStyle/>
        <a:p>
          <a:endParaRPr lang="uk-UA"/>
        </a:p>
      </dgm:t>
    </dgm:pt>
    <dgm:pt modelId="{5305CC23-707B-44E2-AF35-E389490F6AE1}">
      <dgm:prSet/>
      <dgm:spPr/>
      <dgm:t>
        <a:bodyPr/>
        <a:lstStyle/>
        <a:p>
          <a:r>
            <a:rPr lang="uk-UA" b="0" i="0"/>
            <a:t>страйків робітників і масових акцій громадської непокори.</a:t>
          </a:r>
          <a:endParaRPr lang="uk-UA"/>
        </a:p>
      </dgm:t>
    </dgm:pt>
    <dgm:pt modelId="{58267BFB-8E6F-44F5-9220-3DAEADC559F0}" type="parTrans" cxnId="{2D975F6D-BA64-4235-824F-29B77E07FED6}">
      <dgm:prSet/>
      <dgm:spPr/>
      <dgm:t>
        <a:bodyPr/>
        <a:lstStyle/>
        <a:p>
          <a:endParaRPr lang="uk-UA"/>
        </a:p>
      </dgm:t>
    </dgm:pt>
    <dgm:pt modelId="{46A57B58-80A0-45B2-BB79-F2EA56F5FAB3}" type="sibTrans" cxnId="{2D975F6D-BA64-4235-824F-29B77E07FED6}">
      <dgm:prSet/>
      <dgm:spPr/>
      <dgm:t>
        <a:bodyPr/>
        <a:lstStyle/>
        <a:p>
          <a:endParaRPr lang="uk-UA"/>
        </a:p>
      </dgm:t>
    </dgm:pt>
    <dgm:pt modelId="{2E71A7FE-95D1-493A-888F-4568EC8B0174}" type="pres">
      <dgm:prSet presAssocID="{9B47EB1F-F095-4806-8966-F9A192AC1A2F}" presName="linear" presStyleCnt="0">
        <dgm:presLayoutVars>
          <dgm:animLvl val="lvl"/>
          <dgm:resizeHandles val="exact"/>
        </dgm:presLayoutVars>
      </dgm:prSet>
      <dgm:spPr/>
    </dgm:pt>
    <dgm:pt modelId="{7CA50A6C-4136-4D21-B8A6-B9B217B8CBF0}" type="pres">
      <dgm:prSet presAssocID="{749E4F35-D594-41F3-A5E5-7DF1CF1FDB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AA85EF9-6D93-4997-A029-6DC3B92D34D5}" type="pres">
      <dgm:prSet presAssocID="{80A60B3A-4133-4176-A29A-80DE06F02A37}" presName="spacer" presStyleCnt="0"/>
      <dgm:spPr/>
    </dgm:pt>
    <dgm:pt modelId="{DEE179A6-7F80-422C-883E-3BDF168A2011}" type="pres">
      <dgm:prSet presAssocID="{16F4C59D-2C13-4F6C-AA17-FAC90D75DCC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626713C-B1C0-47CD-BB09-6D9AA0AD2DAE}" type="pres">
      <dgm:prSet presAssocID="{589878E5-0D08-4362-AD83-01790F587F42}" presName="spacer" presStyleCnt="0"/>
      <dgm:spPr/>
    </dgm:pt>
    <dgm:pt modelId="{F9C2F367-90F8-40C2-B6DF-3357DA791A95}" type="pres">
      <dgm:prSet presAssocID="{C0B39EBD-4D27-4D8B-96D4-450A8C33916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0ABDA62-796D-472E-BDD4-37C930B54261}" type="pres">
      <dgm:prSet presAssocID="{14849FCD-217E-4862-B683-9C67DB551C35}" presName="spacer" presStyleCnt="0"/>
      <dgm:spPr/>
    </dgm:pt>
    <dgm:pt modelId="{0267AEC6-0325-4009-B418-59C7F561ED49}" type="pres">
      <dgm:prSet presAssocID="{5305CC23-707B-44E2-AF35-E389490F6AE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298F208-6AB6-495F-95E1-1F5E7767477B}" srcId="{9B47EB1F-F095-4806-8966-F9A192AC1A2F}" destId="{749E4F35-D594-41F3-A5E5-7DF1CF1FDBD3}" srcOrd="0" destOrd="0" parTransId="{570B4DD8-BD64-44A9-B85F-5BAC912EF9FB}" sibTransId="{80A60B3A-4133-4176-A29A-80DE06F02A37}"/>
    <dgm:cxn modelId="{4BB21619-96DD-4F6E-9B7F-9E648EC848C0}" type="presOf" srcId="{5305CC23-707B-44E2-AF35-E389490F6AE1}" destId="{0267AEC6-0325-4009-B418-59C7F561ED49}" srcOrd="0" destOrd="0" presId="urn:microsoft.com/office/officeart/2005/8/layout/vList2"/>
    <dgm:cxn modelId="{92FC7B30-5CED-4063-BCD0-9CFBFB45C7FD}" type="presOf" srcId="{9B47EB1F-F095-4806-8966-F9A192AC1A2F}" destId="{2E71A7FE-95D1-493A-888F-4568EC8B0174}" srcOrd="0" destOrd="0" presId="urn:microsoft.com/office/officeart/2005/8/layout/vList2"/>
    <dgm:cxn modelId="{A1C7A740-5C49-4B22-A151-5145E108CDA5}" type="presOf" srcId="{749E4F35-D594-41F3-A5E5-7DF1CF1FDBD3}" destId="{7CA50A6C-4136-4D21-B8A6-B9B217B8CBF0}" srcOrd="0" destOrd="0" presId="urn:microsoft.com/office/officeart/2005/8/layout/vList2"/>
    <dgm:cxn modelId="{2D975F6D-BA64-4235-824F-29B77E07FED6}" srcId="{9B47EB1F-F095-4806-8966-F9A192AC1A2F}" destId="{5305CC23-707B-44E2-AF35-E389490F6AE1}" srcOrd="3" destOrd="0" parTransId="{58267BFB-8E6F-44F5-9220-3DAEADC559F0}" sibTransId="{46A57B58-80A0-45B2-BB79-F2EA56F5FAB3}"/>
    <dgm:cxn modelId="{8EC3AF4F-DF24-4DD2-A493-27BDBA40D9F4}" srcId="{9B47EB1F-F095-4806-8966-F9A192AC1A2F}" destId="{16F4C59D-2C13-4F6C-AA17-FAC90D75DCC8}" srcOrd="1" destOrd="0" parTransId="{61F99697-983E-4ABA-B085-9FB1E3FC7D24}" sibTransId="{589878E5-0D08-4362-AD83-01790F587F42}"/>
    <dgm:cxn modelId="{CC615F70-820F-4F25-9E94-99B0C0F94044}" srcId="{9B47EB1F-F095-4806-8966-F9A192AC1A2F}" destId="{C0B39EBD-4D27-4D8B-96D4-450A8C339163}" srcOrd="2" destOrd="0" parTransId="{95A04135-7E9F-41F4-B8B8-9F6312CB6360}" sibTransId="{14849FCD-217E-4862-B683-9C67DB551C35}"/>
    <dgm:cxn modelId="{FADF297C-220B-4090-9F75-D2B9E3F7DE1E}" type="presOf" srcId="{C0B39EBD-4D27-4D8B-96D4-450A8C339163}" destId="{F9C2F367-90F8-40C2-B6DF-3357DA791A95}" srcOrd="0" destOrd="0" presId="urn:microsoft.com/office/officeart/2005/8/layout/vList2"/>
    <dgm:cxn modelId="{100977F5-5A1A-4397-8E47-47A1A1DD671F}" type="presOf" srcId="{16F4C59D-2C13-4F6C-AA17-FAC90D75DCC8}" destId="{DEE179A6-7F80-422C-883E-3BDF168A2011}" srcOrd="0" destOrd="0" presId="urn:microsoft.com/office/officeart/2005/8/layout/vList2"/>
    <dgm:cxn modelId="{3583E987-40FF-41C8-B73D-F5798EE9FC01}" type="presParOf" srcId="{2E71A7FE-95D1-493A-888F-4568EC8B0174}" destId="{7CA50A6C-4136-4D21-B8A6-B9B217B8CBF0}" srcOrd="0" destOrd="0" presId="urn:microsoft.com/office/officeart/2005/8/layout/vList2"/>
    <dgm:cxn modelId="{88657258-8D47-4C3E-A647-8B50A27019BB}" type="presParOf" srcId="{2E71A7FE-95D1-493A-888F-4568EC8B0174}" destId="{DAA85EF9-6D93-4997-A029-6DC3B92D34D5}" srcOrd="1" destOrd="0" presId="urn:microsoft.com/office/officeart/2005/8/layout/vList2"/>
    <dgm:cxn modelId="{E973C9E4-8C72-4F6B-ADE6-F02F7DAFA7DE}" type="presParOf" srcId="{2E71A7FE-95D1-493A-888F-4568EC8B0174}" destId="{DEE179A6-7F80-422C-883E-3BDF168A2011}" srcOrd="2" destOrd="0" presId="urn:microsoft.com/office/officeart/2005/8/layout/vList2"/>
    <dgm:cxn modelId="{5CAB5A31-8D4A-413B-8AE6-27A62ABEC1F0}" type="presParOf" srcId="{2E71A7FE-95D1-493A-888F-4568EC8B0174}" destId="{F626713C-B1C0-47CD-BB09-6D9AA0AD2DAE}" srcOrd="3" destOrd="0" presId="urn:microsoft.com/office/officeart/2005/8/layout/vList2"/>
    <dgm:cxn modelId="{D996C964-0423-47E4-BA7F-21564CEA7DCC}" type="presParOf" srcId="{2E71A7FE-95D1-493A-888F-4568EC8B0174}" destId="{F9C2F367-90F8-40C2-B6DF-3357DA791A95}" srcOrd="4" destOrd="0" presId="urn:microsoft.com/office/officeart/2005/8/layout/vList2"/>
    <dgm:cxn modelId="{51EF300B-2E9C-4EAE-B360-4B32A79B33C0}" type="presParOf" srcId="{2E71A7FE-95D1-493A-888F-4568EC8B0174}" destId="{30ABDA62-796D-472E-BDD4-37C930B54261}" srcOrd="5" destOrd="0" presId="urn:microsoft.com/office/officeart/2005/8/layout/vList2"/>
    <dgm:cxn modelId="{E8A0B0A8-CD3C-4041-8925-B5454CDECA10}" type="presParOf" srcId="{2E71A7FE-95D1-493A-888F-4568EC8B0174}" destId="{0267AEC6-0325-4009-B418-59C7F561ED4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A7BEBCA-679B-4C2B-B842-B7D5244F0D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1383909-1D19-4D81-97FA-3115C6C56D2E}">
      <dgm:prSet/>
      <dgm:spPr/>
      <dgm:t>
        <a:bodyPr/>
        <a:lstStyle/>
        <a:p>
          <a:r>
            <a:rPr lang="uk-UA" b="0" i="0"/>
            <a:t>колабораціонізм</a:t>
          </a:r>
          <a:endParaRPr lang="uk-UA"/>
        </a:p>
      </dgm:t>
    </dgm:pt>
    <dgm:pt modelId="{FBE611C5-C264-4A7D-8B60-5DB7E21730F7}" type="parTrans" cxnId="{E3C72583-E155-4D97-96CF-896BBECC610B}">
      <dgm:prSet/>
      <dgm:spPr/>
      <dgm:t>
        <a:bodyPr/>
        <a:lstStyle/>
        <a:p>
          <a:endParaRPr lang="uk-UA"/>
        </a:p>
      </dgm:t>
    </dgm:pt>
    <dgm:pt modelId="{DCCF2F66-EE77-40FA-8A86-BF5AA0547D58}" type="sibTrans" cxnId="{E3C72583-E155-4D97-96CF-896BBECC610B}">
      <dgm:prSet/>
      <dgm:spPr/>
      <dgm:t>
        <a:bodyPr/>
        <a:lstStyle/>
        <a:p>
          <a:endParaRPr lang="uk-UA"/>
        </a:p>
      </dgm:t>
    </dgm:pt>
    <dgm:pt modelId="{1A55F535-F094-4DA4-8D03-67BC2158C588}">
      <dgm:prSet/>
      <dgm:spPr/>
      <dgm:t>
        <a:bodyPr/>
        <a:lstStyle/>
        <a:p>
          <a:r>
            <a:rPr lang="uk-UA" b="0" i="0"/>
            <a:t>конструктивізм</a:t>
          </a:r>
          <a:endParaRPr lang="uk-UA"/>
        </a:p>
      </dgm:t>
    </dgm:pt>
    <dgm:pt modelId="{571E0FAC-0BC0-4D15-9948-E10074A50EC6}" type="parTrans" cxnId="{0D7C1565-80E4-4670-81E0-923C2716E36F}">
      <dgm:prSet/>
      <dgm:spPr/>
      <dgm:t>
        <a:bodyPr/>
        <a:lstStyle/>
        <a:p>
          <a:endParaRPr lang="uk-UA"/>
        </a:p>
      </dgm:t>
    </dgm:pt>
    <dgm:pt modelId="{0C8A3AC8-42D3-472B-830F-3B8C9AEF682E}" type="sibTrans" cxnId="{0D7C1565-80E4-4670-81E0-923C2716E36F}">
      <dgm:prSet/>
      <dgm:spPr/>
      <dgm:t>
        <a:bodyPr/>
        <a:lstStyle/>
        <a:p>
          <a:endParaRPr lang="uk-UA"/>
        </a:p>
      </dgm:t>
    </dgm:pt>
    <dgm:pt modelId="{BCE34833-420A-4D4E-84F5-19647BF8283F}">
      <dgm:prSet/>
      <dgm:spPr/>
      <dgm:t>
        <a:bodyPr/>
        <a:lstStyle/>
        <a:p>
          <a:r>
            <a:rPr lang="uk-UA" b="0" i="0"/>
            <a:t>космополітизм</a:t>
          </a:r>
          <a:endParaRPr lang="uk-UA"/>
        </a:p>
      </dgm:t>
    </dgm:pt>
    <dgm:pt modelId="{709CB2CB-62E5-42BB-862A-1929E4AF909D}" type="parTrans" cxnId="{E9EBC8A9-149E-4114-8EA7-DE76EAC4879A}">
      <dgm:prSet/>
      <dgm:spPr/>
      <dgm:t>
        <a:bodyPr/>
        <a:lstStyle/>
        <a:p>
          <a:endParaRPr lang="uk-UA"/>
        </a:p>
      </dgm:t>
    </dgm:pt>
    <dgm:pt modelId="{3F988EC9-6D9D-44BA-B083-8C231DEE383D}" type="sibTrans" cxnId="{E9EBC8A9-149E-4114-8EA7-DE76EAC4879A}">
      <dgm:prSet/>
      <dgm:spPr/>
      <dgm:t>
        <a:bodyPr/>
        <a:lstStyle/>
        <a:p>
          <a:endParaRPr lang="uk-UA"/>
        </a:p>
      </dgm:t>
    </dgm:pt>
    <dgm:pt modelId="{6349C91A-73BA-40E0-AF8D-A95537A8C139}">
      <dgm:prSet/>
      <dgm:spPr/>
      <dgm:t>
        <a:bodyPr/>
        <a:lstStyle/>
        <a:p>
          <a:r>
            <a:rPr lang="uk-UA" b="0" i="0"/>
            <a:t>консерватизм</a:t>
          </a:r>
          <a:endParaRPr lang="uk-UA"/>
        </a:p>
      </dgm:t>
    </dgm:pt>
    <dgm:pt modelId="{3DF41BE6-064B-4C75-B974-0C9CC8EAE779}" type="parTrans" cxnId="{3C572AC0-38F3-48F1-B9C0-0818E9608453}">
      <dgm:prSet/>
      <dgm:spPr/>
      <dgm:t>
        <a:bodyPr/>
        <a:lstStyle/>
        <a:p>
          <a:endParaRPr lang="uk-UA"/>
        </a:p>
      </dgm:t>
    </dgm:pt>
    <dgm:pt modelId="{C569817A-5634-44D2-B857-32A6C79186C1}" type="sibTrans" cxnId="{3C572AC0-38F3-48F1-B9C0-0818E9608453}">
      <dgm:prSet/>
      <dgm:spPr/>
      <dgm:t>
        <a:bodyPr/>
        <a:lstStyle/>
        <a:p>
          <a:endParaRPr lang="uk-UA"/>
        </a:p>
      </dgm:t>
    </dgm:pt>
    <dgm:pt modelId="{760830CE-9B99-46F1-A530-2DC50B9DE28B}" type="pres">
      <dgm:prSet presAssocID="{9A7BEBCA-679B-4C2B-B842-B7D5244F0D4C}" presName="linear" presStyleCnt="0">
        <dgm:presLayoutVars>
          <dgm:animLvl val="lvl"/>
          <dgm:resizeHandles val="exact"/>
        </dgm:presLayoutVars>
      </dgm:prSet>
      <dgm:spPr/>
    </dgm:pt>
    <dgm:pt modelId="{31ED4B01-356A-4B40-AE13-E131EC2E9F15}" type="pres">
      <dgm:prSet presAssocID="{61383909-1D19-4D81-97FA-3115C6C56D2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6A24F8A-F326-4FFC-BE18-6BB9F266FB6E}" type="pres">
      <dgm:prSet presAssocID="{DCCF2F66-EE77-40FA-8A86-BF5AA0547D58}" presName="spacer" presStyleCnt="0"/>
      <dgm:spPr/>
    </dgm:pt>
    <dgm:pt modelId="{5B131645-243F-4071-9FD3-87D4780EAA48}" type="pres">
      <dgm:prSet presAssocID="{1A55F535-F094-4DA4-8D03-67BC2158C58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BCA8411-9985-41E7-BD13-95725FB09B71}" type="pres">
      <dgm:prSet presAssocID="{0C8A3AC8-42D3-472B-830F-3B8C9AEF682E}" presName="spacer" presStyleCnt="0"/>
      <dgm:spPr/>
    </dgm:pt>
    <dgm:pt modelId="{3D538769-05BF-4FB1-BFF2-0FA0DA85F465}" type="pres">
      <dgm:prSet presAssocID="{BCE34833-420A-4D4E-84F5-19647BF8283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66FCE69-8099-46E4-BBEB-A46036CC1F03}" type="pres">
      <dgm:prSet presAssocID="{3F988EC9-6D9D-44BA-B083-8C231DEE383D}" presName="spacer" presStyleCnt="0"/>
      <dgm:spPr/>
    </dgm:pt>
    <dgm:pt modelId="{81CAE34A-6890-47AA-9D77-D3E70A65C191}" type="pres">
      <dgm:prSet presAssocID="{6349C91A-73BA-40E0-AF8D-A95537A8C13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75D8015-CB5B-4E93-A5A7-296AE21272CC}" type="presOf" srcId="{61383909-1D19-4D81-97FA-3115C6C56D2E}" destId="{31ED4B01-356A-4B40-AE13-E131EC2E9F15}" srcOrd="0" destOrd="0" presId="urn:microsoft.com/office/officeart/2005/8/layout/vList2"/>
    <dgm:cxn modelId="{EA1C4A17-7706-4BC0-9561-84561CE77155}" type="presOf" srcId="{1A55F535-F094-4DA4-8D03-67BC2158C588}" destId="{5B131645-243F-4071-9FD3-87D4780EAA48}" srcOrd="0" destOrd="0" presId="urn:microsoft.com/office/officeart/2005/8/layout/vList2"/>
    <dgm:cxn modelId="{0D7C1565-80E4-4670-81E0-923C2716E36F}" srcId="{9A7BEBCA-679B-4C2B-B842-B7D5244F0D4C}" destId="{1A55F535-F094-4DA4-8D03-67BC2158C588}" srcOrd="1" destOrd="0" parTransId="{571E0FAC-0BC0-4D15-9948-E10074A50EC6}" sibTransId="{0C8A3AC8-42D3-472B-830F-3B8C9AEF682E}"/>
    <dgm:cxn modelId="{9AD5156E-DE40-47B3-AA6D-E50729045B8D}" type="presOf" srcId="{9A7BEBCA-679B-4C2B-B842-B7D5244F0D4C}" destId="{760830CE-9B99-46F1-A530-2DC50B9DE28B}" srcOrd="0" destOrd="0" presId="urn:microsoft.com/office/officeart/2005/8/layout/vList2"/>
    <dgm:cxn modelId="{C1D2F66E-A203-420B-88D6-6E80F1115FDA}" type="presOf" srcId="{BCE34833-420A-4D4E-84F5-19647BF8283F}" destId="{3D538769-05BF-4FB1-BFF2-0FA0DA85F465}" srcOrd="0" destOrd="0" presId="urn:microsoft.com/office/officeart/2005/8/layout/vList2"/>
    <dgm:cxn modelId="{E3C72583-E155-4D97-96CF-896BBECC610B}" srcId="{9A7BEBCA-679B-4C2B-B842-B7D5244F0D4C}" destId="{61383909-1D19-4D81-97FA-3115C6C56D2E}" srcOrd="0" destOrd="0" parTransId="{FBE611C5-C264-4A7D-8B60-5DB7E21730F7}" sibTransId="{DCCF2F66-EE77-40FA-8A86-BF5AA0547D58}"/>
    <dgm:cxn modelId="{E9EBC8A9-149E-4114-8EA7-DE76EAC4879A}" srcId="{9A7BEBCA-679B-4C2B-B842-B7D5244F0D4C}" destId="{BCE34833-420A-4D4E-84F5-19647BF8283F}" srcOrd="2" destOrd="0" parTransId="{709CB2CB-62E5-42BB-862A-1929E4AF909D}" sibTransId="{3F988EC9-6D9D-44BA-B083-8C231DEE383D}"/>
    <dgm:cxn modelId="{3C572AC0-38F3-48F1-B9C0-0818E9608453}" srcId="{9A7BEBCA-679B-4C2B-B842-B7D5244F0D4C}" destId="{6349C91A-73BA-40E0-AF8D-A95537A8C139}" srcOrd="3" destOrd="0" parTransId="{3DF41BE6-064B-4C75-B974-0C9CC8EAE779}" sibTransId="{C569817A-5634-44D2-B857-32A6C79186C1}"/>
    <dgm:cxn modelId="{A5B862F5-BBC2-4BAA-A0DD-7D97145E7653}" type="presOf" srcId="{6349C91A-73BA-40E0-AF8D-A95537A8C139}" destId="{81CAE34A-6890-47AA-9D77-D3E70A65C191}" srcOrd="0" destOrd="0" presId="urn:microsoft.com/office/officeart/2005/8/layout/vList2"/>
    <dgm:cxn modelId="{94CA7B4E-3A09-46E5-A867-E1B02A71E35F}" type="presParOf" srcId="{760830CE-9B99-46F1-A530-2DC50B9DE28B}" destId="{31ED4B01-356A-4B40-AE13-E131EC2E9F15}" srcOrd="0" destOrd="0" presId="urn:microsoft.com/office/officeart/2005/8/layout/vList2"/>
    <dgm:cxn modelId="{D67A478C-A33F-4DA3-801C-41FF0E78F347}" type="presParOf" srcId="{760830CE-9B99-46F1-A530-2DC50B9DE28B}" destId="{56A24F8A-F326-4FFC-BE18-6BB9F266FB6E}" srcOrd="1" destOrd="0" presId="urn:microsoft.com/office/officeart/2005/8/layout/vList2"/>
    <dgm:cxn modelId="{4D237008-DFB8-48C6-B1B5-45CD888FA9C4}" type="presParOf" srcId="{760830CE-9B99-46F1-A530-2DC50B9DE28B}" destId="{5B131645-243F-4071-9FD3-87D4780EAA48}" srcOrd="2" destOrd="0" presId="urn:microsoft.com/office/officeart/2005/8/layout/vList2"/>
    <dgm:cxn modelId="{B00D42BA-5A02-4A6F-9D4A-B12942804663}" type="presParOf" srcId="{760830CE-9B99-46F1-A530-2DC50B9DE28B}" destId="{7BCA8411-9985-41E7-BD13-95725FB09B71}" srcOrd="3" destOrd="0" presId="urn:microsoft.com/office/officeart/2005/8/layout/vList2"/>
    <dgm:cxn modelId="{5A201D92-22A3-4F8D-A3F0-720B3106E57D}" type="presParOf" srcId="{760830CE-9B99-46F1-A530-2DC50B9DE28B}" destId="{3D538769-05BF-4FB1-BFF2-0FA0DA85F465}" srcOrd="4" destOrd="0" presId="urn:microsoft.com/office/officeart/2005/8/layout/vList2"/>
    <dgm:cxn modelId="{826710C6-E18B-4510-A91F-4F72E3DA5327}" type="presParOf" srcId="{760830CE-9B99-46F1-A530-2DC50B9DE28B}" destId="{266FCE69-8099-46E4-BBEB-A46036CC1F03}" srcOrd="5" destOrd="0" presId="urn:microsoft.com/office/officeart/2005/8/layout/vList2"/>
    <dgm:cxn modelId="{13D94062-724D-4870-BEAA-3EEAD7C57494}" type="presParOf" srcId="{760830CE-9B99-46F1-A530-2DC50B9DE28B}" destId="{81CAE34A-6890-47AA-9D77-D3E70A65C19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E7E0616-F1BE-4CB1-A015-B194C42A187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EB63299-A6CE-4C06-8EA2-88C10219F00D}">
      <dgm:prSet/>
      <dgm:spPr/>
      <dgm:t>
        <a:bodyPr/>
        <a:lstStyle/>
        <a:p>
          <a:r>
            <a:rPr lang="uk-UA" b="0" i="0"/>
            <a:t>ліквідація колгоспно-радгоспної системи, зрівняльний розподіл землі між селянами за трудовими нормами</a:t>
          </a:r>
          <a:endParaRPr lang="uk-UA"/>
        </a:p>
      </dgm:t>
    </dgm:pt>
    <dgm:pt modelId="{A34C98D1-BE45-4F43-8BBF-4945B90F13CA}" type="parTrans" cxnId="{0E368786-F51B-471B-BC05-48D64C62EDCA}">
      <dgm:prSet/>
      <dgm:spPr/>
      <dgm:t>
        <a:bodyPr/>
        <a:lstStyle/>
        <a:p>
          <a:endParaRPr lang="uk-UA"/>
        </a:p>
      </dgm:t>
    </dgm:pt>
    <dgm:pt modelId="{52C209C4-EBEC-4874-98AF-5E9CF6C9AE7B}" type="sibTrans" cxnId="{0E368786-F51B-471B-BC05-48D64C62EDCA}">
      <dgm:prSet/>
      <dgm:spPr/>
      <dgm:t>
        <a:bodyPr/>
        <a:lstStyle/>
        <a:p>
          <a:endParaRPr lang="uk-UA"/>
        </a:p>
      </dgm:t>
    </dgm:pt>
    <dgm:pt modelId="{2C2B7C7F-28DC-46CA-87AC-CD2CEE348CBB}">
      <dgm:prSet/>
      <dgm:spPr/>
      <dgm:t>
        <a:bodyPr/>
        <a:lstStyle/>
        <a:p>
          <a:r>
            <a:rPr lang="uk-UA" b="0" i="0"/>
            <a:t>проведення примусових мобілізацій до Української національної армії</a:t>
          </a:r>
          <a:endParaRPr lang="uk-UA"/>
        </a:p>
      </dgm:t>
    </dgm:pt>
    <dgm:pt modelId="{2D8FF671-0EFD-461B-8165-6E73F330107C}" type="parTrans" cxnId="{D3008E8B-7FE5-48FB-87E9-1141CF4A7A41}">
      <dgm:prSet/>
      <dgm:spPr/>
      <dgm:t>
        <a:bodyPr/>
        <a:lstStyle/>
        <a:p>
          <a:endParaRPr lang="uk-UA"/>
        </a:p>
      </dgm:t>
    </dgm:pt>
    <dgm:pt modelId="{6AE3F157-910A-431D-BA3C-D51C0F6BD663}" type="sibTrans" cxnId="{D3008E8B-7FE5-48FB-87E9-1141CF4A7A41}">
      <dgm:prSet/>
      <dgm:spPr/>
      <dgm:t>
        <a:bodyPr/>
        <a:lstStyle/>
        <a:p>
          <a:endParaRPr lang="uk-UA"/>
        </a:p>
      </dgm:t>
    </dgm:pt>
    <dgm:pt modelId="{157EFD70-09FA-4851-BAE6-97A5E3F4757B}">
      <dgm:prSet/>
      <dgm:spPr/>
      <dgm:t>
        <a:bodyPr/>
        <a:lstStyle/>
        <a:p>
          <a:r>
            <a:rPr lang="uk-UA" b="0" i="0"/>
            <a:t>жорстка експлуатація населення та економічне пограбування (вивіз сировини, продовольства, матеріальних цінностей)</a:t>
          </a:r>
          <a:endParaRPr lang="uk-UA"/>
        </a:p>
      </dgm:t>
    </dgm:pt>
    <dgm:pt modelId="{1699F278-54A6-4C1B-B7F4-4A54079C645A}" type="parTrans" cxnId="{25E89CC1-2D1F-4164-B47B-D8F5271B358E}">
      <dgm:prSet/>
      <dgm:spPr/>
      <dgm:t>
        <a:bodyPr/>
        <a:lstStyle/>
        <a:p>
          <a:endParaRPr lang="uk-UA"/>
        </a:p>
      </dgm:t>
    </dgm:pt>
    <dgm:pt modelId="{7D592171-F332-4975-93BA-D6B23D9F512E}" type="sibTrans" cxnId="{25E89CC1-2D1F-4164-B47B-D8F5271B358E}">
      <dgm:prSet/>
      <dgm:spPr/>
      <dgm:t>
        <a:bodyPr/>
        <a:lstStyle/>
        <a:p>
          <a:endParaRPr lang="uk-UA"/>
        </a:p>
      </dgm:t>
    </dgm:pt>
    <dgm:pt modelId="{37109542-D743-4087-AC2F-37F2E4670BEE}">
      <dgm:prSet/>
      <dgm:spPr/>
      <dgm:t>
        <a:bodyPr/>
        <a:lstStyle/>
        <a:p>
          <a:r>
            <a:rPr lang="uk-UA" b="0" i="0"/>
            <a:t>відновлення та легалізація діяльності українських політичних партій</a:t>
          </a:r>
          <a:endParaRPr lang="uk-UA"/>
        </a:p>
      </dgm:t>
    </dgm:pt>
    <dgm:pt modelId="{4734CB5C-10D7-48B0-891F-2F7402561854}" type="parTrans" cxnId="{52233C2D-7F34-4170-BDC2-17F5BED37D1D}">
      <dgm:prSet/>
      <dgm:spPr/>
      <dgm:t>
        <a:bodyPr/>
        <a:lstStyle/>
        <a:p>
          <a:endParaRPr lang="uk-UA"/>
        </a:p>
      </dgm:t>
    </dgm:pt>
    <dgm:pt modelId="{CF72A96B-F4D1-4E76-8E29-B373844DDB0D}" type="sibTrans" cxnId="{52233C2D-7F34-4170-BDC2-17F5BED37D1D}">
      <dgm:prSet/>
      <dgm:spPr/>
      <dgm:t>
        <a:bodyPr/>
        <a:lstStyle/>
        <a:p>
          <a:endParaRPr lang="uk-UA"/>
        </a:p>
      </dgm:t>
    </dgm:pt>
    <dgm:pt modelId="{64E61B1F-FA18-4F1E-9E07-082C6DEA2836}" type="pres">
      <dgm:prSet presAssocID="{6E7E0616-F1BE-4CB1-A015-B194C42A1872}" presName="linear" presStyleCnt="0">
        <dgm:presLayoutVars>
          <dgm:animLvl val="lvl"/>
          <dgm:resizeHandles val="exact"/>
        </dgm:presLayoutVars>
      </dgm:prSet>
      <dgm:spPr/>
    </dgm:pt>
    <dgm:pt modelId="{64606BCB-9350-4F4C-B455-A727A1FEF0C4}" type="pres">
      <dgm:prSet presAssocID="{BEB63299-A6CE-4C06-8EA2-88C10219F00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9EB5C63-588A-40CA-B708-3193D932658D}" type="pres">
      <dgm:prSet presAssocID="{52C209C4-EBEC-4874-98AF-5E9CF6C9AE7B}" presName="spacer" presStyleCnt="0"/>
      <dgm:spPr/>
    </dgm:pt>
    <dgm:pt modelId="{81F5754D-0779-4847-A79F-6628FDFAA6C4}" type="pres">
      <dgm:prSet presAssocID="{2C2B7C7F-28DC-46CA-87AC-CD2CEE348CB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B73B72A-8DFA-43D2-B78E-929355759806}" type="pres">
      <dgm:prSet presAssocID="{6AE3F157-910A-431D-BA3C-D51C0F6BD663}" presName="spacer" presStyleCnt="0"/>
      <dgm:spPr/>
    </dgm:pt>
    <dgm:pt modelId="{EF87E687-C5B1-49D4-AAB0-4885BE6DE823}" type="pres">
      <dgm:prSet presAssocID="{157EFD70-09FA-4851-BAE6-97A5E3F4757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F8D246A-7EBE-47DB-8534-B21E341712F8}" type="pres">
      <dgm:prSet presAssocID="{7D592171-F332-4975-93BA-D6B23D9F512E}" presName="spacer" presStyleCnt="0"/>
      <dgm:spPr/>
    </dgm:pt>
    <dgm:pt modelId="{4D5D5F6D-1154-4177-AE55-4843A936C428}" type="pres">
      <dgm:prSet presAssocID="{37109542-D743-4087-AC2F-37F2E4670BE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2233C2D-7F34-4170-BDC2-17F5BED37D1D}" srcId="{6E7E0616-F1BE-4CB1-A015-B194C42A1872}" destId="{37109542-D743-4087-AC2F-37F2E4670BEE}" srcOrd="3" destOrd="0" parTransId="{4734CB5C-10D7-48B0-891F-2F7402561854}" sibTransId="{CF72A96B-F4D1-4E76-8E29-B373844DDB0D}"/>
    <dgm:cxn modelId="{D4D0EE64-80A1-418F-93DF-DA3568F901FD}" type="presOf" srcId="{157EFD70-09FA-4851-BAE6-97A5E3F4757B}" destId="{EF87E687-C5B1-49D4-AAB0-4885BE6DE823}" srcOrd="0" destOrd="0" presId="urn:microsoft.com/office/officeart/2005/8/layout/vList2"/>
    <dgm:cxn modelId="{EA48A549-336D-4A33-9559-B2463F840490}" type="presOf" srcId="{37109542-D743-4087-AC2F-37F2E4670BEE}" destId="{4D5D5F6D-1154-4177-AE55-4843A936C428}" srcOrd="0" destOrd="0" presId="urn:microsoft.com/office/officeart/2005/8/layout/vList2"/>
    <dgm:cxn modelId="{8DCDA655-C382-4948-8742-6D156BCDD08B}" type="presOf" srcId="{2C2B7C7F-28DC-46CA-87AC-CD2CEE348CBB}" destId="{81F5754D-0779-4847-A79F-6628FDFAA6C4}" srcOrd="0" destOrd="0" presId="urn:microsoft.com/office/officeart/2005/8/layout/vList2"/>
    <dgm:cxn modelId="{A6305684-D090-4280-8F6C-B5DCF3031F16}" type="presOf" srcId="{BEB63299-A6CE-4C06-8EA2-88C10219F00D}" destId="{64606BCB-9350-4F4C-B455-A727A1FEF0C4}" srcOrd="0" destOrd="0" presId="urn:microsoft.com/office/officeart/2005/8/layout/vList2"/>
    <dgm:cxn modelId="{0E368786-F51B-471B-BC05-48D64C62EDCA}" srcId="{6E7E0616-F1BE-4CB1-A015-B194C42A1872}" destId="{BEB63299-A6CE-4C06-8EA2-88C10219F00D}" srcOrd="0" destOrd="0" parTransId="{A34C98D1-BE45-4F43-8BBF-4945B90F13CA}" sibTransId="{52C209C4-EBEC-4874-98AF-5E9CF6C9AE7B}"/>
    <dgm:cxn modelId="{D3008E8B-7FE5-48FB-87E9-1141CF4A7A41}" srcId="{6E7E0616-F1BE-4CB1-A015-B194C42A1872}" destId="{2C2B7C7F-28DC-46CA-87AC-CD2CEE348CBB}" srcOrd="1" destOrd="0" parTransId="{2D8FF671-0EFD-461B-8165-6E73F330107C}" sibTransId="{6AE3F157-910A-431D-BA3C-D51C0F6BD663}"/>
    <dgm:cxn modelId="{3707589B-B0F7-4969-8626-BC7D28492B94}" type="presOf" srcId="{6E7E0616-F1BE-4CB1-A015-B194C42A1872}" destId="{64E61B1F-FA18-4F1E-9E07-082C6DEA2836}" srcOrd="0" destOrd="0" presId="urn:microsoft.com/office/officeart/2005/8/layout/vList2"/>
    <dgm:cxn modelId="{25E89CC1-2D1F-4164-B47B-D8F5271B358E}" srcId="{6E7E0616-F1BE-4CB1-A015-B194C42A1872}" destId="{157EFD70-09FA-4851-BAE6-97A5E3F4757B}" srcOrd="2" destOrd="0" parTransId="{1699F278-54A6-4C1B-B7F4-4A54079C645A}" sibTransId="{7D592171-F332-4975-93BA-D6B23D9F512E}"/>
    <dgm:cxn modelId="{779D0332-EAC2-4E09-874E-F7492237F657}" type="presParOf" srcId="{64E61B1F-FA18-4F1E-9E07-082C6DEA2836}" destId="{64606BCB-9350-4F4C-B455-A727A1FEF0C4}" srcOrd="0" destOrd="0" presId="urn:microsoft.com/office/officeart/2005/8/layout/vList2"/>
    <dgm:cxn modelId="{795EA84E-1D4D-45C3-A6BD-E0B4BDE3549C}" type="presParOf" srcId="{64E61B1F-FA18-4F1E-9E07-082C6DEA2836}" destId="{69EB5C63-588A-40CA-B708-3193D932658D}" srcOrd="1" destOrd="0" presId="urn:microsoft.com/office/officeart/2005/8/layout/vList2"/>
    <dgm:cxn modelId="{B03D866B-7EC9-4C05-AC29-35C552A40C4C}" type="presParOf" srcId="{64E61B1F-FA18-4F1E-9E07-082C6DEA2836}" destId="{81F5754D-0779-4847-A79F-6628FDFAA6C4}" srcOrd="2" destOrd="0" presId="urn:microsoft.com/office/officeart/2005/8/layout/vList2"/>
    <dgm:cxn modelId="{780144DA-E5CE-4638-8372-68AC1FDA5FD2}" type="presParOf" srcId="{64E61B1F-FA18-4F1E-9E07-082C6DEA2836}" destId="{1B73B72A-8DFA-43D2-B78E-929355759806}" srcOrd="3" destOrd="0" presId="urn:microsoft.com/office/officeart/2005/8/layout/vList2"/>
    <dgm:cxn modelId="{F3D00EC8-71C3-4C08-94AB-B002DC8A4043}" type="presParOf" srcId="{64E61B1F-FA18-4F1E-9E07-082C6DEA2836}" destId="{EF87E687-C5B1-49D4-AAB0-4885BE6DE823}" srcOrd="4" destOrd="0" presId="urn:microsoft.com/office/officeart/2005/8/layout/vList2"/>
    <dgm:cxn modelId="{D6213088-695F-4B82-B57D-CD13B469EF90}" type="presParOf" srcId="{64E61B1F-FA18-4F1E-9E07-082C6DEA2836}" destId="{FF8D246A-7EBE-47DB-8534-B21E341712F8}" srcOrd="5" destOrd="0" presId="urn:microsoft.com/office/officeart/2005/8/layout/vList2"/>
    <dgm:cxn modelId="{3CA13669-8ED8-4C2E-A006-CE319CEC0A0B}" type="presParOf" srcId="{64E61B1F-FA18-4F1E-9E07-082C6DEA2836}" destId="{4D5D5F6D-1154-4177-AE55-4843A936C42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4769CD9-4A6C-4902-A0F8-AF88889402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F1AD59E-75C8-4027-8C7B-E1F7439F6B6F}">
      <dgm:prSet/>
      <dgm:spPr/>
      <dgm:t>
        <a:bodyPr/>
        <a:lstStyle/>
        <a:p>
          <a:r>
            <a:rPr lang="uk-UA" b="0" i="0"/>
            <a:t>тотальний терор, масове знищення місцевого цивільного населення та військовополонених</a:t>
          </a:r>
          <a:endParaRPr lang="uk-UA"/>
        </a:p>
      </dgm:t>
    </dgm:pt>
    <dgm:pt modelId="{0D47C063-08CC-4C94-A910-FFE4C5D77F31}" type="parTrans" cxnId="{600376BD-7ED0-4F8E-BD86-7A02A7FCA11C}">
      <dgm:prSet/>
      <dgm:spPr/>
      <dgm:t>
        <a:bodyPr/>
        <a:lstStyle/>
        <a:p>
          <a:endParaRPr lang="uk-UA"/>
        </a:p>
      </dgm:t>
    </dgm:pt>
    <dgm:pt modelId="{C7DE5D9D-1A0C-4B03-B21F-5D88B25BEAF2}" type="sibTrans" cxnId="{600376BD-7ED0-4F8E-BD86-7A02A7FCA11C}">
      <dgm:prSet/>
      <dgm:spPr/>
      <dgm:t>
        <a:bodyPr/>
        <a:lstStyle/>
        <a:p>
          <a:endParaRPr lang="uk-UA"/>
        </a:p>
      </dgm:t>
    </dgm:pt>
    <dgm:pt modelId="{E63E8E35-E725-43A9-B9F1-5D9BB47DC71C}">
      <dgm:prSet/>
      <dgm:spPr/>
      <dgm:t>
        <a:bodyPr/>
        <a:lstStyle/>
        <a:p>
          <a:r>
            <a:rPr lang="uk-UA" b="0" i="0"/>
            <a:t>денаціоналізація великої промисловості, створення спільних українсько-німецьких підприємств</a:t>
          </a:r>
          <a:endParaRPr lang="uk-UA"/>
        </a:p>
      </dgm:t>
    </dgm:pt>
    <dgm:pt modelId="{B928C867-7604-46FC-975C-2667BCBBD2D1}" type="parTrans" cxnId="{8D81014E-1D29-4740-8AC7-9072077C5398}">
      <dgm:prSet/>
      <dgm:spPr/>
      <dgm:t>
        <a:bodyPr/>
        <a:lstStyle/>
        <a:p>
          <a:endParaRPr lang="uk-UA"/>
        </a:p>
      </dgm:t>
    </dgm:pt>
    <dgm:pt modelId="{AA2CA9F7-3930-424B-BA9A-B46FD6F28193}" type="sibTrans" cxnId="{8D81014E-1D29-4740-8AC7-9072077C5398}">
      <dgm:prSet/>
      <dgm:spPr/>
      <dgm:t>
        <a:bodyPr/>
        <a:lstStyle/>
        <a:p>
          <a:endParaRPr lang="uk-UA"/>
        </a:p>
      </dgm:t>
    </dgm:pt>
    <dgm:pt modelId="{F9791E8B-E48D-4518-BEA2-A93CD637C0CF}">
      <dgm:prSet/>
      <dgm:spPr/>
      <dgm:t>
        <a:bodyPr/>
        <a:lstStyle/>
        <a:p>
          <a:r>
            <a:rPr lang="uk-UA" b="0" i="0"/>
            <a:t>примусове вивезення на господарські роботи до Німеччини місцевого працездатного населення</a:t>
          </a:r>
          <a:endParaRPr lang="uk-UA"/>
        </a:p>
      </dgm:t>
    </dgm:pt>
    <dgm:pt modelId="{94A5AF73-1A08-4787-94C8-9F4DCF9987D6}" type="parTrans" cxnId="{6C718959-F891-48AF-8FCF-B5044E4611BC}">
      <dgm:prSet/>
      <dgm:spPr/>
      <dgm:t>
        <a:bodyPr/>
        <a:lstStyle/>
        <a:p>
          <a:endParaRPr lang="uk-UA"/>
        </a:p>
      </dgm:t>
    </dgm:pt>
    <dgm:pt modelId="{2981D94B-E18C-4183-BC58-490C0C3D839B}" type="sibTrans" cxnId="{6C718959-F891-48AF-8FCF-B5044E4611BC}">
      <dgm:prSet/>
      <dgm:spPr/>
      <dgm:t>
        <a:bodyPr/>
        <a:lstStyle/>
        <a:p>
          <a:endParaRPr lang="uk-UA"/>
        </a:p>
      </dgm:t>
    </dgm:pt>
    <dgm:pt modelId="{1C8B9771-38B8-4257-AF7C-1602B112B261}" type="pres">
      <dgm:prSet presAssocID="{44769CD9-4A6C-4902-A0F8-AF8888940207}" presName="linear" presStyleCnt="0">
        <dgm:presLayoutVars>
          <dgm:animLvl val="lvl"/>
          <dgm:resizeHandles val="exact"/>
        </dgm:presLayoutVars>
      </dgm:prSet>
      <dgm:spPr/>
    </dgm:pt>
    <dgm:pt modelId="{6702615D-1645-4679-9039-DE42386BFA4B}" type="pres">
      <dgm:prSet presAssocID="{AF1AD59E-75C8-4027-8C7B-E1F7439F6B6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5912514-3558-441B-9F47-4297277632E0}" type="pres">
      <dgm:prSet presAssocID="{C7DE5D9D-1A0C-4B03-B21F-5D88B25BEAF2}" presName="spacer" presStyleCnt="0"/>
      <dgm:spPr/>
    </dgm:pt>
    <dgm:pt modelId="{66F9CF6C-96F2-4E08-A940-A54D00FD00E9}" type="pres">
      <dgm:prSet presAssocID="{E63E8E35-E725-43A9-B9F1-5D9BB47DC71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9DC6135-A914-4ECD-B3D7-878616F96091}" type="pres">
      <dgm:prSet presAssocID="{AA2CA9F7-3930-424B-BA9A-B46FD6F28193}" presName="spacer" presStyleCnt="0"/>
      <dgm:spPr/>
    </dgm:pt>
    <dgm:pt modelId="{CC006BB1-E63B-4905-A888-C0D75E34EA4D}" type="pres">
      <dgm:prSet presAssocID="{F9791E8B-E48D-4518-BEA2-A93CD637C0C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4669108-AE43-49B2-B6AD-7D9E90C1356C}" type="presOf" srcId="{44769CD9-4A6C-4902-A0F8-AF8888940207}" destId="{1C8B9771-38B8-4257-AF7C-1602B112B261}" srcOrd="0" destOrd="0" presId="urn:microsoft.com/office/officeart/2005/8/layout/vList2"/>
    <dgm:cxn modelId="{25C14C16-70E2-432D-B32D-B886BE8586D7}" type="presOf" srcId="{F9791E8B-E48D-4518-BEA2-A93CD637C0CF}" destId="{CC006BB1-E63B-4905-A888-C0D75E34EA4D}" srcOrd="0" destOrd="0" presId="urn:microsoft.com/office/officeart/2005/8/layout/vList2"/>
    <dgm:cxn modelId="{B4740C3C-E427-4857-94E9-4261A7167703}" type="presOf" srcId="{E63E8E35-E725-43A9-B9F1-5D9BB47DC71C}" destId="{66F9CF6C-96F2-4E08-A940-A54D00FD00E9}" srcOrd="0" destOrd="0" presId="urn:microsoft.com/office/officeart/2005/8/layout/vList2"/>
    <dgm:cxn modelId="{8D81014E-1D29-4740-8AC7-9072077C5398}" srcId="{44769CD9-4A6C-4902-A0F8-AF8888940207}" destId="{E63E8E35-E725-43A9-B9F1-5D9BB47DC71C}" srcOrd="1" destOrd="0" parTransId="{B928C867-7604-46FC-975C-2667BCBBD2D1}" sibTransId="{AA2CA9F7-3930-424B-BA9A-B46FD6F28193}"/>
    <dgm:cxn modelId="{6C718959-F891-48AF-8FCF-B5044E4611BC}" srcId="{44769CD9-4A6C-4902-A0F8-AF8888940207}" destId="{F9791E8B-E48D-4518-BEA2-A93CD637C0CF}" srcOrd="2" destOrd="0" parTransId="{94A5AF73-1A08-4787-94C8-9F4DCF9987D6}" sibTransId="{2981D94B-E18C-4183-BC58-490C0C3D839B}"/>
    <dgm:cxn modelId="{D710BF85-15F5-43F0-BF84-9A7EAFB4DAB3}" type="presOf" srcId="{AF1AD59E-75C8-4027-8C7B-E1F7439F6B6F}" destId="{6702615D-1645-4679-9039-DE42386BFA4B}" srcOrd="0" destOrd="0" presId="urn:microsoft.com/office/officeart/2005/8/layout/vList2"/>
    <dgm:cxn modelId="{600376BD-7ED0-4F8E-BD86-7A02A7FCA11C}" srcId="{44769CD9-4A6C-4902-A0F8-AF8888940207}" destId="{AF1AD59E-75C8-4027-8C7B-E1F7439F6B6F}" srcOrd="0" destOrd="0" parTransId="{0D47C063-08CC-4C94-A910-FFE4C5D77F31}" sibTransId="{C7DE5D9D-1A0C-4B03-B21F-5D88B25BEAF2}"/>
    <dgm:cxn modelId="{5A28BB07-CEB7-4FE6-B3E0-CF82314A4DA6}" type="presParOf" srcId="{1C8B9771-38B8-4257-AF7C-1602B112B261}" destId="{6702615D-1645-4679-9039-DE42386BFA4B}" srcOrd="0" destOrd="0" presId="urn:microsoft.com/office/officeart/2005/8/layout/vList2"/>
    <dgm:cxn modelId="{D6350B30-1455-4B6E-8FB6-4F85B15EB61C}" type="presParOf" srcId="{1C8B9771-38B8-4257-AF7C-1602B112B261}" destId="{B5912514-3558-441B-9F47-4297277632E0}" srcOrd="1" destOrd="0" presId="urn:microsoft.com/office/officeart/2005/8/layout/vList2"/>
    <dgm:cxn modelId="{2978630C-9591-47AB-8462-9FB321740217}" type="presParOf" srcId="{1C8B9771-38B8-4257-AF7C-1602B112B261}" destId="{66F9CF6C-96F2-4E08-A940-A54D00FD00E9}" srcOrd="2" destOrd="0" presId="urn:microsoft.com/office/officeart/2005/8/layout/vList2"/>
    <dgm:cxn modelId="{C573CBEE-EE8F-42E5-8EA4-6C751948CD3D}" type="presParOf" srcId="{1C8B9771-38B8-4257-AF7C-1602B112B261}" destId="{89DC6135-A914-4ECD-B3D7-878616F96091}" srcOrd="3" destOrd="0" presId="urn:microsoft.com/office/officeart/2005/8/layout/vList2"/>
    <dgm:cxn modelId="{758ED8E5-79F9-4132-BBE2-0344AFEF7671}" type="presParOf" srcId="{1C8B9771-38B8-4257-AF7C-1602B112B261}" destId="{CC006BB1-E63B-4905-A888-C0D75E34EA4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6928EB2-F2FF-4835-B07D-DD524DE5C4F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E060410-3BE7-4A46-A92C-944AEB888632}">
      <dgm:prSet/>
      <dgm:spPr/>
      <dgm:t>
        <a:bodyPr/>
        <a:lstStyle/>
        <a:p>
          <a:r>
            <a:rPr lang="ru-RU" b="0" i="0"/>
            <a:t>«колабораціоністів».</a:t>
          </a:r>
          <a:endParaRPr lang="uk-UA"/>
        </a:p>
      </dgm:t>
    </dgm:pt>
    <dgm:pt modelId="{9A9C9592-0F6C-404C-868A-A3C3B37F9B2C}" type="parTrans" cxnId="{2A385274-28D6-4932-82FE-711F6677DC84}">
      <dgm:prSet/>
      <dgm:spPr/>
      <dgm:t>
        <a:bodyPr/>
        <a:lstStyle/>
        <a:p>
          <a:endParaRPr lang="uk-UA"/>
        </a:p>
      </dgm:t>
    </dgm:pt>
    <dgm:pt modelId="{D27F713B-E3C6-4485-8064-1D5778C0CF34}" type="sibTrans" cxnId="{2A385274-28D6-4932-82FE-711F6677DC84}">
      <dgm:prSet/>
      <dgm:spPr/>
      <dgm:t>
        <a:bodyPr/>
        <a:lstStyle/>
        <a:p>
          <a:endParaRPr lang="uk-UA"/>
        </a:p>
      </dgm:t>
    </dgm:pt>
    <dgm:pt modelId="{0F3FB357-E6D7-4CF1-A2F8-4269ADB7E47F}">
      <dgm:prSet/>
      <dgm:spPr/>
      <dgm:t>
        <a:bodyPr/>
        <a:lstStyle/>
        <a:p>
          <a:r>
            <a:rPr lang="ru-RU" b="0" i="0"/>
            <a:t>«чорносвитників».</a:t>
          </a:r>
          <a:endParaRPr lang="uk-UA"/>
        </a:p>
      </dgm:t>
    </dgm:pt>
    <dgm:pt modelId="{D3886A11-4BEC-4822-A981-E7A775978CE7}" type="parTrans" cxnId="{83734BC2-2B52-4372-94BC-83C108751F05}">
      <dgm:prSet/>
      <dgm:spPr/>
      <dgm:t>
        <a:bodyPr/>
        <a:lstStyle/>
        <a:p>
          <a:endParaRPr lang="uk-UA"/>
        </a:p>
      </dgm:t>
    </dgm:pt>
    <dgm:pt modelId="{C171D7CC-B725-462C-BF4E-766F425C8408}" type="sibTrans" cxnId="{83734BC2-2B52-4372-94BC-83C108751F05}">
      <dgm:prSet/>
      <dgm:spPr/>
      <dgm:t>
        <a:bodyPr/>
        <a:lstStyle/>
        <a:p>
          <a:endParaRPr lang="uk-UA"/>
        </a:p>
      </dgm:t>
    </dgm:pt>
    <dgm:pt modelId="{5590F0B0-874E-44E0-AA2A-DE8F1B977CDA}">
      <dgm:prSet/>
      <dgm:spPr/>
      <dgm:t>
        <a:bodyPr/>
        <a:lstStyle/>
        <a:p>
          <a:r>
            <a:rPr lang="ru-RU" b="0" i="0"/>
            <a:t>«остарбайтерів».</a:t>
          </a:r>
          <a:endParaRPr lang="uk-UA"/>
        </a:p>
      </dgm:t>
    </dgm:pt>
    <dgm:pt modelId="{7D102DAF-286E-44AF-8CE4-F34286C00597}" type="parTrans" cxnId="{D1E1A6CB-5191-4797-95A6-0E2ED9938A3D}">
      <dgm:prSet/>
      <dgm:spPr/>
      <dgm:t>
        <a:bodyPr/>
        <a:lstStyle/>
        <a:p>
          <a:endParaRPr lang="uk-UA"/>
        </a:p>
      </dgm:t>
    </dgm:pt>
    <dgm:pt modelId="{2631202E-2834-4376-BF17-602D4853DE04}" type="sibTrans" cxnId="{D1E1A6CB-5191-4797-95A6-0E2ED9938A3D}">
      <dgm:prSet/>
      <dgm:spPr/>
      <dgm:t>
        <a:bodyPr/>
        <a:lstStyle/>
        <a:p>
          <a:endParaRPr lang="uk-UA"/>
        </a:p>
      </dgm:t>
    </dgm:pt>
    <dgm:pt modelId="{7DA4C4E5-73CE-468C-9365-E6DC0E56CD9E}">
      <dgm:prSet/>
      <dgm:spPr/>
      <dgm:t>
        <a:bodyPr/>
        <a:lstStyle/>
        <a:p>
          <a:r>
            <a:rPr lang="ru-RU" b="0" i="0"/>
            <a:t>«осадників».</a:t>
          </a:r>
          <a:endParaRPr lang="uk-UA"/>
        </a:p>
      </dgm:t>
    </dgm:pt>
    <dgm:pt modelId="{56CF0924-7FB0-44E6-B773-29CA2B3CFD86}" type="parTrans" cxnId="{74691AC3-5116-4BC1-858F-A92E45462D7E}">
      <dgm:prSet/>
      <dgm:spPr/>
      <dgm:t>
        <a:bodyPr/>
        <a:lstStyle/>
        <a:p>
          <a:endParaRPr lang="uk-UA"/>
        </a:p>
      </dgm:t>
    </dgm:pt>
    <dgm:pt modelId="{38CBF950-FE67-47BE-8B19-50CB61DD9B87}" type="sibTrans" cxnId="{74691AC3-5116-4BC1-858F-A92E45462D7E}">
      <dgm:prSet/>
      <dgm:spPr/>
      <dgm:t>
        <a:bodyPr/>
        <a:lstStyle/>
        <a:p>
          <a:endParaRPr lang="uk-UA"/>
        </a:p>
      </dgm:t>
    </dgm:pt>
    <dgm:pt modelId="{DE700ADC-B541-461F-9DAF-2593ED8E1824}" type="pres">
      <dgm:prSet presAssocID="{06928EB2-F2FF-4835-B07D-DD524DE5C4F0}" presName="linear" presStyleCnt="0">
        <dgm:presLayoutVars>
          <dgm:animLvl val="lvl"/>
          <dgm:resizeHandles val="exact"/>
        </dgm:presLayoutVars>
      </dgm:prSet>
      <dgm:spPr/>
    </dgm:pt>
    <dgm:pt modelId="{FD9E671A-B6EB-47B7-BC6E-A7F2DBA14BB5}" type="pres">
      <dgm:prSet presAssocID="{1E060410-3BE7-4A46-A92C-944AEB88863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30F6FE-E85E-4D9D-8B98-E213C8BC7EEE}" type="pres">
      <dgm:prSet presAssocID="{D27F713B-E3C6-4485-8064-1D5778C0CF34}" presName="spacer" presStyleCnt="0"/>
      <dgm:spPr/>
    </dgm:pt>
    <dgm:pt modelId="{5488ED56-671D-4A40-8450-3128925534A7}" type="pres">
      <dgm:prSet presAssocID="{0F3FB357-E6D7-4CF1-A2F8-4269ADB7E47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2536CD9-FF2D-4067-B08B-D6CB04888101}" type="pres">
      <dgm:prSet presAssocID="{C171D7CC-B725-462C-BF4E-766F425C8408}" presName="spacer" presStyleCnt="0"/>
      <dgm:spPr/>
    </dgm:pt>
    <dgm:pt modelId="{B0EAF56C-2436-4F2B-98E7-849978E1E9EC}" type="pres">
      <dgm:prSet presAssocID="{5590F0B0-874E-44E0-AA2A-DE8F1B977CD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780F6A9-4937-459F-942D-CEB54BB5920E}" type="pres">
      <dgm:prSet presAssocID="{2631202E-2834-4376-BF17-602D4853DE04}" presName="spacer" presStyleCnt="0"/>
      <dgm:spPr/>
    </dgm:pt>
    <dgm:pt modelId="{2A06393F-EFE9-4612-A176-06D8BC485A82}" type="pres">
      <dgm:prSet presAssocID="{7DA4C4E5-73CE-468C-9365-E6DC0E56CD9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DAAC667-7E75-4878-905D-6EB1D45E800C}" type="presOf" srcId="{5590F0B0-874E-44E0-AA2A-DE8F1B977CDA}" destId="{B0EAF56C-2436-4F2B-98E7-849978E1E9EC}" srcOrd="0" destOrd="0" presId="urn:microsoft.com/office/officeart/2005/8/layout/vList2"/>
    <dgm:cxn modelId="{D520436D-C28D-4A54-9D46-1CE52B1328F5}" type="presOf" srcId="{7DA4C4E5-73CE-468C-9365-E6DC0E56CD9E}" destId="{2A06393F-EFE9-4612-A176-06D8BC485A82}" srcOrd="0" destOrd="0" presId="urn:microsoft.com/office/officeart/2005/8/layout/vList2"/>
    <dgm:cxn modelId="{78186972-DB61-431F-91CF-76B7588FE801}" type="presOf" srcId="{06928EB2-F2FF-4835-B07D-DD524DE5C4F0}" destId="{DE700ADC-B541-461F-9DAF-2593ED8E1824}" srcOrd="0" destOrd="0" presId="urn:microsoft.com/office/officeart/2005/8/layout/vList2"/>
    <dgm:cxn modelId="{2A385274-28D6-4932-82FE-711F6677DC84}" srcId="{06928EB2-F2FF-4835-B07D-DD524DE5C4F0}" destId="{1E060410-3BE7-4A46-A92C-944AEB888632}" srcOrd="0" destOrd="0" parTransId="{9A9C9592-0F6C-404C-868A-A3C3B37F9B2C}" sibTransId="{D27F713B-E3C6-4485-8064-1D5778C0CF34}"/>
    <dgm:cxn modelId="{83734BC2-2B52-4372-94BC-83C108751F05}" srcId="{06928EB2-F2FF-4835-B07D-DD524DE5C4F0}" destId="{0F3FB357-E6D7-4CF1-A2F8-4269ADB7E47F}" srcOrd="1" destOrd="0" parTransId="{D3886A11-4BEC-4822-A981-E7A775978CE7}" sibTransId="{C171D7CC-B725-462C-BF4E-766F425C8408}"/>
    <dgm:cxn modelId="{74691AC3-5116-4BC1-858F-A92E45462D7E}" srcId="{06928EB2-F2FF-4835-B07D-DD524DE5C4F0}" destId="{7DA4C4E5-73CE-468C-9365-E6DC0E56CD9E}" srcOrd="3" destOrd="0" parTransId="{56CF0924-7FB0-44E6-B773-29CA2B3CFD86}" sibTransId="{38CBF950-FE67-47BE-8B19-50CB61DD9B87}"/>
    <dgm:cxn modelId="{E917A1C9-69D5-47BA-A1C3-8375F742FBA3}" type="presOf" srcId="{0F3FB357-E6D7-4CF1-A2F8-4269ADB7E47F}" destId="{5488ED56-671D-4A40-8450-3128925534A7}" srcOrd="0" destOrd="0" presId="urn:microsoft.com/office/officeart/2005/8/layout/vList2"/>
    <dgm:cxn modelId="{D1E1A6CB-5191-4797-95A6-0E2ED9938A3D}" srcId="{06928EB2-F2FF-4835-B07D-DD524DE5C4F0}" destId="{5590F0B0-874E-44E0-AA2A-DE8F1B977CDA}" srcOrd="2" destOrd="0" parTransId="{7D102DAF-286E-44AF-8CE4-F34286C00597}" sibTransId="{2631202E-2834-4376-BF17-602D4853DE04}"/>
    <dgm:cxn modelId="{56B5E2FB-A0A2-4608-BB05-59DD4FA6B999}" type="presOf" srcId="{1E060410-3BE7-4A46-A92C-944AEB888632}" destId="{FD9E671A-B6EB-47B7-BC6E-A7F2DBA14BB5}" srcOrd="0" destOrd="0" presId="urn:microsoft.com/office/officeart/2005/8/layout/vList2"/>
    <dgm:cxn modelId="{C7BD7D1F-6218-4F78-810A-43644BB23052}" type="presParOf" srcId="{DE700ADC-B541-461F-9DAF-2593ED8E1824}" destId="{FD9E671A-B6EB-47B7-BC6E-A7F2DBA14BB5}" srcOrd="0" destOrd="0" presId="urn:microsoft.com/office/officeart/2005/8/layout/vList2"/>
    <dgm:cxn modelId="{D449AFF6-B5CB-40D2-8451-B867A447C31F}" type="presParOf" srcId="{DE700ADC-B541-461F-9DAF-2593ED8E1824}" destId="{1130F6FE-E85E-4D9D-8B98-E213C8BC7EEE}" srcOrd="1" destOrd="0" presId="urn:microsoft.com/office/officeart/2005/8/layout/vList2"/>
    <dgm:cxn modelId="{EAF703DD-2A9D-4919-AF15-1B88E2EB88F3}" type="presParOf" srcId="{DE700ADC-B541-461F-9DAF-2593ED8E1824}" destId="{5488ED56-671D-4A40-8450-3128925534A7}" srcOrd="2" destOrd="0" presId="urn:microsoft.com/office/officeart/2005/8/layout/vList2"/>
    <dgm:cxn modelId="{A28460FA-2843-41D6-BC53-33329BFB5C34}" type="presParOf" srcId="{DE700ADC-B541-461F-9DAF-2593ED8E1824}" destId="{B2536CD9-FF2D-4067-B08B-D6CB04888101}" srcOrd="3" destOrd="0" presId="urn:microsoft.com/office/officeart/2005/8/layout/vList2"/>
    <dgm:cxn modelId="{013C1645-DADE-4BE0-8C57-AF6575E2E863}" type="presParOf" srcId="{DE700ADC-B541-461F-9DAF-2593ED8E1824}" destId="{B0EAF56C-2436-4F2B-98E7-849978E1E9EC}" srcOrd="4" destOrd="0" presId="urn:microsoft.com/office/officeart/2005/8/layout/vList2"/>
    <dgm:cxn modelId="{131435C2-CAE7-4523-B209-A9C4BA492D16}" type="presParOf" srcId="{DE700ADC-B541-461F-9DAF-2593ED8E1824}" destId="{E780F6A9-4937-459F-942D-CEB54BB5920E}" srcOrd="5" destOrd="0" presId="urn:microsoft.com/office/officeart/2005/8/layout/vList2"/>
    <dgm:cxn modelId="{CA0CBE94-0845-41F2-A036-CA1AE695624A}" type="presParOf" srcId="{DE700ADC-B541-461F-9DAF-2593ED8E1824}" destId="{2A06393F-EFE9-4612-A176-06D8BC485A8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6FFE9EC-B7AE-4E23-9C0C-009A6E20E7F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7C18729-6DF4-4E32-8976-559D6990110E}">
      <dgm:prSet/>
      <dgm:spPr/>
      <dgm:t>
        <a:bodyPr/>
        <a:lstStyle/>
        <a:p>
          <a:r>
            <a:rPr lang="uk-UA" b="0" i="0"/>
            <a:t>рейхскомісаріаті «Україна».</a:t>
          </a:r>
          <a:endParaRPr lang="uk-UA"/>
        </a:p>
      </dgm:t>
    </dgm:pt>
    <dgm:pt modelId="{1496D498-0654-4FA0-B86C-C025139D679F}" type="parTrans" cxnId="{227D5CEE-A992-4E1B-8ECC-B67516A96272}">
      <dgm:prSet/>
      <dgm:spPr/>
      <dgm:t>
        <a:bodyPr/>
        <a:lstStyle/>
        <a:p>
          <a:endParaRPr lang="uk-UA"/>
        </a:p>
      </dgm:t>
    </dgm:pt>
    <dgm:pt modelId="{7F7C539B-DF75-4AC5-B0E5-2A15E3BA6B7B}" type="sibTrans" cxnId="{227D5CEE-A992-4E1B-8ECC-B67516A96272}">
      <dgm:prSet/>
      <dgm:spPr/>
      <dgm:t>
        <a:bodyPr/>
        <a:lstStyle/>
        <a:p>
          <a:endParaRPr lang="uk-UA"/>
        </a:p>
      </dgm:t>
    </dgm:pt>
    <dgm:pt modelId="{7907E8AA-9719-4785-BBF3-DCBFCD2EBBD1}">
      <dgm:prSet/>
      <dgm:spPr/>
      <dgm:t>
        <a:bodyPr/>
        <a:lstStyle/>
        <a:p>
          <a:r>
            <a:rPr lang="uk-UA" b="0" i="0"/>
            <a:t>прифронтових областях.</a:t>
          </a:r>
          <a:endParaRPr lang="uk-UA"/>
        </a:p>
      </dgm:t>
    </dgm:pt>
    <dgm:pt modelId="{CCE3835C-AB5B-48DB-8DEC-377C1AF4F179}" type="parTrans" cxnId="{7C8CEA33-F442-4C79-9666-F175EBFBAF82}">
      <dgm:prSet/>
      <dgm:spPr/>
      <dgm:t>
        <a:bodyPr/>
        <a:lstStyle/>
        <a:p>
          <a:endParaRPr lang="uk-UA"/>
        </a:p>
      </dgm:t>
    </dgm:pt>
    <dgm:pt modelId="{2DB90165-03F7-4603-A8C1-300317269967}" type="sibTrans" cxnId="{7C8CEA33-F442-4C79-9666-F175EBFBAF82}">
      <dgm:prSet/>
      <dgm:spPr/>
      <dgm:t>
        <a:bodyPr/>
        <a:lstStyle/>
        <a:p>
          <a:endParaRPr lang="uk-UA"/>
        </a:p>
      </dgm:t>
    </dgm:pt>
    <dgm:pt modelId="{8E7063F1-70AB-4FF3-BDEC-3927983403A0}">
      <dgm:prSet/>
      <dgm:spPr/>
      <dgm:t>
        <a:bodyPr/>
        <a:lstStyle/>
        <a:p>
          <a:r>
            <a:rPr lang="uk-UA" b="0" i="0"/>
            <a:t>дистрикті «Галичина».</a:t>
          </a:r>
          <a:endParaRPr lang="uk-UA"/>
        </a:p>
      </dgm:t>
    </dgm:pt>
    <dgm:pt modelId="{F8E9822E-ACB8-4C1D-AEC1-072828256A85}" type="parTrans" cxnId="{58937EF8-C1C5-451C-ACB1-1D888B37E11D}">
      <dgm:prSet/>
      <dgm:spPr/>
      <dgm:t>
        <a:bodyPr/>
        <a:lstStyle/>
        <a:p>
          <a:endParaRPr lang="uk-UA"/>
        </a:p>
      </dgm:t>
    </dgm:pt>
    <dgm:pt modelId="{B7B43428-493D-4B27-AFA5-71A496CFE42D}" type="sibTrans" cxnId="{58937EF8-C1C5-451C-ACB1-1D888B37E11D}">
      <dgm:prSet/>
      <dgm:spPr/>
      <dgm:t>
        <a:bodyPr/>
        <a:lstStyle/>
        <a:p>
          <a:endParaRPr lang="uk-UA"/>
        </a:p>
      </dgm:t>
    </dgm:pt>
    <dgm:pt modelId="{CC99E700-1149-4531-A44B-43E07611C4E7}">
      <dgm:prSet/>
      <dgm:spPr/>
      <dgm:t>
        <a:bodyPr/>
        <a:lstStyle/>
        <a:p>
          <a:r>
            <a:rPr lang="uk-UA" b="0" i="0"/>
            <a:t>окрузі «Трансністрія».</a:t>
          </a:r>
          <a:endParaRPr lang="uk-UA"/>
        </a:p>
      </dgm:t>
    </dgm:pt>
    <dgm:pt modelId="{01E8B8FA-37EA-4AE4-BA66-6FC8663A1231}" type="parTrans" cxnId="{7CF57625-8CA2-4442-AA77-7B8B113BF5B0}">
      <dgm:prSet/>
      <dgm:spPr/>
      <dgm:t>
        <a:bodyPr/>
        <a:lstStyle/>
        <a:p>
          <a:endParaRPr lang="uk-UA"/>
        </a:p>
      </dgm:t>
    </dgm:pt>
    <dgm:pt modelId="{7D49CF54-DCC0-4087-B4E2-56C92848F30F}" type="sibTrans" cxnId="{7CF57625-8CA2-4442-AA77-7B8B113BF5B0}">
      <dgm:prSet/>
      <dgm:spPr/>
      <dgm:t>
        <a:bodyPr/>
        <a:lstStyle/>
        <a:p>
          <a:endParaRPr lang="uk-UA"/>
        </a:p>
      </dgm:t>
    </dgm:pt>
    <dgm:pt modelId="{3D03208E-FDCB-425D-84D0-3A69A5EC8BCC}" type="pres">
      <dgm:prSet presAssocID="{96FFE9EC-B7AE-4E23-9C0C-009A6E20E7FE}" presName="linear" presStyleCnt="0">
        <dgm:presLayoutVars>
          <dgm:animLvl val="lvl"/>
          <dgm:resizeHandles val="exact"/>
        </dgm:presLayoutVars>
      </dgm:prSet>
      <dgm:spPr/>
    </dgm:pt>
    <dgm:pt modelId="{3E096636-49D0-4F56-8375-6C53C90D38FE}" type="pres">
      <dgm:prSet presAssocID="{D7C18729-6DF4-4E32-8976-559D6990110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C9407BC-ECD3-467F-BCDD-42FCF1BF76C8}" type="pres">
      <dgm:prSet presAssocID="{7F7C539B-DF75-4AC5-B0E5-2A15E3BA6B7B}" presName="spacer" presStyleCnt="0"/>
      <dgm:spPr/>
    </dgm:pt>
    <dgm:pt modelId="{8AD4A981-2F8F-4879-B77A-E2224E7FBDED}" type="pres">
      <dgm:prSet presAssocID="{7907E8AA-9719-4785-BBF3-DCBFCD2EBBD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E6F9F76-8926-4CBD-B403-24753821E2C3}" type="pres">
      <dgm:prSet presAssocID="{2DB90165-03F7-4603-A8C1-300317269967}" presName="spacer" presStyleCnt="0"/>
      <dgm:spPr/>
    </dgm:pt>
    <dgm:pt modelId="{70D7F596-F675-48F0-89F3-12BAD2929BE0}" type="pres">
      <dgm:prSet presAssocID="{8E7063F1-70AB-4FF3-BDEC-3927983403A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6191BE9-E2FA-40D7-8C32-5A910699F88B}" type="pres">
      <dgm:prSet presAssocID="{B7B43428-493D-4B27-AFA5-71A496CFE42D}" presName="spacer" presStyleCnt="0"/>
      <dgm:spPr/>
    </dgm:pt>
    <dgm:pt modelId="{E9F04CC6-3186-4FAA-A8EF-D6883485AE49}" type="pres">
      <dgm:prSet presAssocID="{CC99E700-1149-4531-A44B-43E07611C4E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CF57625-8CA2-4442-AA77-7B8B113BF5B0}" srcId="{96FFE9EC-B7AE-4E23-9C0C-009A6E20E7FE}" destId="{CC99E700-1149-4531-A44B-43E07611C4E7}" srcOrd="3" destOrd="0" parTransId="{01E8B8FA-37EA-4AE4-BA66-6FC8663A1231}" sibTransId="{7D49CF54-DCC0-4087-B4E2-56C92848F30F}"/>
    <dgm:cxn modelId="{ED2A642D-3ED0-42EC-A894-7E47E967C1CA}" type="presOf" srcId="{8E7063F1-70AB-4FF3-BDEC-3927983403A0}" destId="{70D7F596-F675-48F0-89F3-12BAD2929BE0}" srcOrd="0" destOrd="0" presId="urn:microsoft.com/office/officeart/2005/8/layout/vList2"/>
    <dgm:cxn modelId="{7C8CEA33-F442-4C79-9666-F175EBFBAF82}" srcId="{96FFE9EC-B7AE-4E23-9C0C-009A6E20E7FE}" destId="{7907E8AA-9719-4785-BBF3-DCBFCD2EBBD1}" srcOrd="1" destOrd="0" parTransId="{CCE3835C-AB5B-48DB-8DEC-377C1AF4F179}" sibTransId="{2DB90165-03F7-4603-A8C1-300317269967}"/>
    <dgm:cxn modelId="{405C6F48-EB1E-4A62-BA9C-ED660FCDE887}" type="presOf" srcId="{CC99E700-1149-4531-A44B-43E07611C4E7}" destId="{E9F04CC6-3186-4FAA-A8EF-D6883485AE49}" srcOrd="0" destOrd="0" presId="urn:microsoft.com/office/officeart/2005/8/layout/vList2"/>
    <dgm:cxn modelId="{30188975-08D7-4394-8AE5-FB0C3A4962A6}" type="presOf" srcId="{7907E8AA-9719-4785-BBF3-DCBFCD2EBBD1}" destId="{8AD4A981-2F8F-4879-B77A-E2224E7FBDED}" srcOrd="0" destOrd="0" presId="urn:microsoft.com/office/officeart/2005/8/layout/vList2"/>
    <dgm:cxn modelId="{152840A1-A5C7-45EB-B1B6-90780395F6B0}" type="presOf" srcId="{D7C18729-6DF4-4E32-8976-559D6990110E}" destId="{3E096636-49D0-4F56-8375-6C53C90D38FE}" srcOrd="0" destOrd="0" presId="urn:microsoft.com/office/officeart/2005/8/layout/vList2"/>
    <dgm:cxn modelId="{1AAB71BB-2388-4EAC-8929-ECADA38B18EF}" type="presOf" srcId="{96FFE9EC-B7AE-4E23-9C0C-009A6E20E7FE}" destId="{3D03208E-FDCB-425D-84D0-3A69A5EC8BCC}" srcOrd="0" destOrd="0" presId="urn:microsoft.com/office/officeart/2005/8/layout/vList2"/>
    <dgm:cxn modelId="{227D5CEE-A992-4E1B-8ECC-B67516A96272}" srcId="{96FFE9EC-B7AE-4E23-9C0C-009A6E20E7FE}" destId="{D7C18729-6DF4-4E32-8976-559D6990110E}" srcOrd="0" destOrd="0" parTransId="{1496D498-0654-4FA0-B86C-C025139D679F}" sibTransId="{7F7C539B-DF75-4AC5-B0E5-2A15E3BA6B7B}"/>
    <dgm:cxn modelId="{58937EF8-C1C5-451C-ACB1-1D888B37E11D}" srcId="{96FFE9EC-B7AE-4E23-9C0C-009A6E20E7FE}" destId="{8E7063F1-70AB-4FF3-BDEC-3927983403A0}" srcOrd="2" destOrd="0" parTransId="{F8E9822E-ACB8-4C1D-AEC1-072828256A85}" sibTransId="{B7B43428-493D-4B27-AFA5-71A496CFE42D}"/>
    <dgm:cxn modelId="{A24DFDD8-24BB-4DDE-ABF5-2768C595213A}" type="presParOf" srcId="{3D03208E-FDCB-425D-84D0-3A69A5EC8BCC}" destId="{3E096636-49D0-4F56-8375-6C53C90D38FE}" srcOrd="0" destOrd="0" presId="urn:microsoft.com/office/officeart/2005/8/layout/vList2"/>
    <dgm:cxn modelId="{8048AE8B-A922-457C-8C43-075FD07FDDF2}" type="presParOf" srcId="{3D03208E-FDCB-425D-84D0-3A69A5EC8BCC}" destId="{0C9407BC-ECD3-467F-BCDD-42FCF1BF76C8}" srcOrd="1" destOrd="0" presId="urn:microsoft.com/office/officeart/2005/8/layout/vList2"/>
    <dgm:cxn modelId="{6F34DBCF-D8C5-4543-B594-6907DB76A4C3}" type="presParOf" srcId="{3D03208E-FDCB-425D-84D0-3A69A5EC8BCC}" destId="{8AD4A981-2F8F-4879-B77A-E2224E7FBDED}" srcOrd="2" destOrd="0" presId="urn:microsoft.com/office/officeart/2005/8/layout/vList2"/>
    <dgm:cxn modelId="{D3575873-3B91-4700-A37B-AAC9E24512C5}" type="presParOf" srcId="{3D03208E-FDCB-425D-84D0-3A69A5EC8BCC}" destId="{3E6F9F76-8926-4CBD-B403-24753821E2C3}" srcOrd="3" destOrd="0" presId="urn:microsoft.com/office/officeart/2005/8/layout/vList2"/>
    <dgm:cxn modelId="{CABD6766-2CD7-41D7-BE3B-2A0A46D204F3}" type="presParOf" srcId="{3D03208E-FDCB-425D-84D0-3A69A5EC8BCC}" destId="{70D7F596-F675-48F0-89F3-12BAD2929BE0}" srcOrd="4" destOrd="0" presId="urn:microsoft.com/office/officeart/2005/8/layout/vList2"/>
    <dgm:cxn modelId="{859F000F-C5B6-48E9-BF6A-3E9D18ED8FA3}" type="presParOf" srcId="{3D03208E-FDCB-425D-84D0-3A69A5EC8BCC}" destId="{A6191BE9-E2FA-40D7-8C32-5A910699F88B}" srcOrd="5" destOrd="0" presId="urn:microsoft.com/office/officeart/2005/8/layout/vList2"/>
    <dgm:cxn modelId="{182E02EE-60CD-4CBA-97C1-9D16FD1B2D9B}" type="presParOf" srcId="{3D03208E-FDCB-425D-84D0-3A69A5EC8BCC}" destId="{E9F04CC6-3186-4FAA-A8EF-D6883485AE4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F81F9363-E5D5-4CBE-BAE3-80A623DFFD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CA65FA-86E5-4DA9-83C9-17507E4FE685}">
      <dgm:prSet/>
      <dgm:spPr/>
      <dgm:t>
        <a:bodyPr/>
        <a:lstStyle/>
        <a:p>
          <a:r>
            <a:rPr lang="uk-UA" b="0" i="0"/>
            <a:t>розконсервування створеної напередодні війни розгалуженої мережі схованок і баз для ведення партизанської боротьби</a:t>
          </a:r>
          <a:endParaRPr lang="uk-UA"/>
        </a:p>
      </dgm:t>
    </dgm:pt>
    <dgm:pt modelId="{BF1DDB7F-33BE-449C-B362-3686C7DC3B2E}" type="parTrans" cxnId="{8081C474-3664-4BB6-836D-C83DC2C96DDF}">
      <dgm:prSet/>
      <dgm:spPr/>
      <dgm:t>
        <a:bodyPr/>
        <a:lstStyle/>
        <a:p>
          <a:endParaRPr lang="uk-UA"/>
        </a:p>
      </dgm:t>
    </dgm:pt>
    <dgm:pt modelId="{684E1BC7-703D-4E2D-8DF6-8E9789A4199C}" type="sibTrans" cxnId="{8081C474-3664-4BB6-836D-C83DC2C96DDF}">
      <dgm:prSet/>
      <dgm:spPr/>
      <dgm:t>
        <a:bodyPr/>
        <a:lstStyle/>
        <a:p>
          <a:endParaRPr lang="uk-UA"/>
        </a:p>
      </dgm:t>
    </dgm:pt>
    <dgm:pt modelId="{863A7C57-EEE4-48B5-B613-9B60E3BACB13}">
      <dgm:prSet/>
      <dgm:spPr/>
      <dgm:t>
        <a:bodyPr/>
        <a:lstStyle/>
        <a:p>
          <a:r>
            <a:rPr lang="uk-UA" b="0" i="0"/>
            <a:t>встановлення тісної взаємодії радянських партизан із загонами УПА та польською Армією Крайовою в боротьбі проти окупантів</a:t>
          </a:r>
          <a:endParaRPr lang="uk-UA"/>
        </a:p>
      </dgm:t>
    </dgm:pt>
    <dgm:pt modelId="{0EE3B4F1-6810-44F1-9640-3B64E963B25E}" type="parTrans" cxnId="{B6CE92B1-FBDA-409A-8116-A8164897A30A}">
      <dgm:prSet/>
      <dgm:spPr/>
      <dgm:t>
        <a:bodyPr/>
        <a:lstStyle/>
        <a:p>
          <a:endParaRPr lang="uk-UA"/>
        </a:p>
      </dgm:t>
    </dgm:pt>
    <dgm:pt modelId="{6DFC40AB-DD99-47D6-8BBA-BBC6500DBA8F}" type="sibTrans" cxnId="{B6CE92B1-FBDA-409A-8116-A8164897A30A}">
      <dgm:prSet/>
      <dgm:spPr/>
      <dgm:t>
        <a:bodyPr/>
        <a:lstStyle/>
        <a:p>
          <a:endParaRPr lang="uk-UA"/>
        </a:p>
      </dgm:t>
    </dgm:pt>
    <dgm:pt modelId="{A9D615D0-6D38-4A32-AE76-8657082A2462}">
      <dgm:prSet/>
      <dgm:spPr/>
      <dgm:t>
        <a:bodyPr/>
        <a:lstStyle/>
        <a:p>
          <a:r>
            <a:rPr lang="uk-UA" b="0" i="0"/>
            <a:t>наказ Верховного Головнокомандувача частинам Червоної армії, що опинилися в оточенні, переходити до партизанської боротьби</a:t>
          </a:r>
          <a:endParaRPr lang="uk-UA"/>
        </a:p>
      </dgm:t>
    </dgm:pt>
    <dgm:pt modelId="{883BD8F9-A7F9-49E6-9D17-D248A5280F5A}" type="parTrans" cxnId="{6FCED7D3-A65D-45F6-9B3D-1502BCF20711}">
      <dgm:prSet/>
      <dgm:spPr/>
      <dgm:t>
        <a:bodyPr/>
        <a:lstStyle/>
        <a:p>
          <a:endParaRPr lang="uk-UA"/>
        </a:p>
      </dgm:t>
    </dgm:pt>
    <dgm:pt modelId="{7896841A-56A3-4810-9D02-1163306527DC}" type="sibTrans" cxnId="{6FCED7D3-A65D-45F6-9B3D-1502BCF20711}">
      <dgm:prSet/>
      <dgm:spPr/>
      <dgm:t>
        <a:bodyPr/>
        <a:lstStyle/>
        <a:p>
          <a:endParaRPr lang="uk-UA"/>
        </a:p>
      </dgm:t>
    </dgm:pt>
    <dgm:pt modelId="{6A275ECC-AE10-40DF-8369-B8FABC601EBC}">
      <dgm:prSet/>
      <dgm:spPr/>
      <dgm:t>
        <a:bodyPr/>
        <a:lstStyle/>
        <a:p>
          <a:r>
            <a:rPr lang="uk-UA" b="0" i="0"/>
            <a:t>створення координаційного центру, підтримка партизанських загонів боєприпасами, зброєю, медикаментами з «Великої землі»</a:t>
          </a:r>
          <a:endParaRPr lang="uk-UA"/>
        </a:p>
      </dgm:t>
    </dgm:pt>
    <dgm:pt modelId="{0C884038-5E62-4ED7-B667-22406C87BA6E}" type="parTrans" cxnId="{5FD5525D-1B40-428E-BAD6-49374B080FFE}">
      <dgm:prSet/>
      <dgm:spPr/>
      <dgm:t>
        <a:bodyPr/>
        <a:lstStyle/>
        <a:p>
          <a:endParaRPr lang="uk-UA"/>
        </a:p>
      </dgm:t>
    </dgm:pt>
    <dgm:pt modelId="{70A0A40D-DEA1-4520-9D23-E45BFEFDF9E6}" type="sibTrans" cxnId="{5FD5525D-1B40-428E-BAD6-49374B080FFE}">
      <dgm:prSet/>
      <dgm:spPr/>
      <dgm:t>
        <a:bodyPr/>
        <a:lstStyle/>
        <a:p>
          <a:endParaRPr lang="uk-UA"/>
        </a:p>
      </dgm:t>
    </dgm:pt>
    <dgm:pt modelId="{49F6F3B4-FCEA-4352-BBDB-7A8BC3345185}" type="pres">
      <dgm:prSet presAssocID="{F81F9363-E5D5-4CBE-BAE3-80A623DFFD4F}" presName="linear" presStyleCnt="0">
        <dgm:presLayoutVars>
          <dgm:animLvl val="lvl"/>
          <dgm:resizeHandles val="exact"/>
        </dgm:presLayoutVars>
      </dgm:prSet>
      <dgm:spPr/>
    </dgm:pt>
    <dgm:pt modelId="{EBCAD62A-ADD9-484F-8B7F-F2CFA41400D9}" type="pres">
      <dgm:prSet presAssocID="{D8CA65FA-86E5-4DA9-83C9-17507E4FE68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65471DA-276B-41D3-AF96-04DC97C18209}" type="pres">
      <dgm:prSet presAssocID="{684E1BC7-703D-4E2D-8DF6-8E9789A4199C}" presName="spacer" presStyleCnt="0"/>
      <dgm:spPr/>
    </dgm:pt>
    <dgm:pt modelId="{87A4CE78-A6A9-41C1-81C2-2D2BA3347BEC}" type="pres">
      <dgm:prSet presAssocID="{863A7C57-EEE4-48B5-B613-9B60E3BACB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3F39AB2-AE69-4E35-969A-98F70E3510EA}" type="pres">
      <dgm:prSet presAssocID="{6DFC40AB-DD99-47D6-8BBA-BBC6500DBA8F}" presName="spacer" presStyleCnt="0"/>
      <dgm:spPr/>
    </dgm:pt>
    <dgm:pt modelId="{AF457730-FB62-46D2-B4F2-6BF52403D026}" type="pres">
      <dgm:prSet presAssocID="{A9D615D0-6D38-4A32-AE76-8657082A246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6F40175-D024-4400-A593-BEF54BE66EE5}" type="pres">
      <dgm:prSet presAssocID="{7896841A-56A3-4810-9D02-1163306527DC}" presName="spacer" presStyleCnt="0"/>
      <dgm:spPr/>
    </dgm:pt>
    <dgm:pt modelId="{3F6621EA-6ECF-4C79-A12A-C775C46D4EC1}" type="pres">
      <dgm:prSet presAssocID="{6A275ECC-AE10-40DF-8369-B8FABC601EB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FD5525D-1B40-428E-BAD6-49374B080FFE}" srcId="{F81F9363-E5D5-4CBE-BAE3-80A623DFFD4F}" destId="{6A275ECC-AE10-40DF-8369-B8FABC601EBC}" srcOrd="3" destOrd="0" parTransId="{0C884038-5E62-4ED7-B667-22406C87BA6E}" sibTransId="{70A0A40D-DEA1-4520-9D23-E45BFEFDF9E6}"/>
    <dgm:cxn modelId="{F287DD66-CC20-4B86-B55C-D0AEFC338055}" type="presOf" srcId="{6A275ECC-AE10-40DF-8369-B8FABC601EBC}" destId="{3F6621EA-6ECF-4C79-A12A-C775C46D4EC1}" srcOrd="0" destOrd="0" presId="urn:microsoft.com/office/officeart/2005/8/layout/vList2"/>
    <dgm:cxn modelId="{8081C474-3664-4BB6-836D-C83DC2C96DDF}" srcId="{F81F9363-E5D5-4CBE-BAE3-80A623DFFD4F}" destId="{D8CA65FA-86E5-4DA9-83C9-17507E4FE685}" srcOrd="0" destOrd="0" parTransId="{BF1DDB7F-33BE-449C-B362-3686C7DC3B2E}" sibTransId="{684E1BC7-703D-4E2D-8DF6-8E9789A4199C}"/>
    <dgm:cxn modelId="{08A3437D-1B24-4EF5-A2CD-4D80CCCA6212}" type="presOf" srcId="{A9D615D0-6D38-4A32-AE76-8657082A2462}" destId="{AF457730-FB62-46D2-B4F2-6BF52403D026}" srcOrd="0" destOrd="0" presId="urn:microsoft.com/office/officeart/2005/8/layout/vList2"/>
    <dgm:cxn modelId="{E2D99BA0-B89D-4818-973F-3CBBFA050743}" type="presOf" srcId="{F81F9363-E5D5-4CBE-BAE3-80A623DFFD4F}" destId="{49F6F3B4-FCEA-4352-BBDB-7A8BC3345185}" srcOrd="0" destOrd="0" presId="urn:microsoft.com/office/officeart/2005/8/layout/vList2"/>
    <dgm:cxn modelId="{B6CE92B1-FBDA-409A-8116-A8164897A30A}" srcId="{F81F9363-E5D5-4CBE-BAE3-80A623DFFD4F}" destId="{863A7C57-EEE4-48B5-B613-9B60E3BACB13}" srcOrd="1" destOrd="0" parTransId="{0EE3B4F1-6810-44F1-9640-3B64E963B25E}" sibTransId="{6DFC40AB-DD99-47D6-8BBA-BBC6500DBA8F}"/>
    <dgm:cxn modelId="{158712C4-9BDE-4DDE-9BF3-C3280E0AE65C}" type="presOf" srcId="{D8CA65FA-86E5-4DA9-83C9-17507E4FE685}" destId="{EBCAD62A-ADD9-484F-8B7F-F2CFA41400D9}" srcOrd="0" destOrd="0" presId="urn:microsoft.com/office/officeart/2005/8/layout/vList2"/>
    <dgm:cxn modelId="{6FCED7D3-A65D-45F6-9B3D-1502BCF20711}" srcId="{F81F9363-E5D5-4CBE-BAE3-80A623DFFD4F}" destId="{A9D615D0-6D38-4A32-AE76-8657082A2462}" srcOrd="2" destOrd="0" parTransId="{883BD8F9-A7F9-49E6-9D17-D248A5280F5A}" sibTransId="{7896841A-56A3-4810-9D02-1163306527DC}"/>
    <dgm:cxn modelId="{6B3617F8-AF38-40BA-9487-EBB430112062}" type="presOf" srcId="{863A7C57-EEE4-48B5-B613-9B60E3BACB13}" destId="{87A4CE78-A6A9-41C1-81C2-2D2BA3347BEC}" srcOrd="0" destOrd="0" presId="urn:microsoft.com/office/officeart/2005/8/layout/vList2"/>
    <dgm:cxn modelId="{7D65949A-7486-4E41-9F91-DDCB415BC087}" type="presParOf" srcId="{49F6F3B4-FCEA-4352-BBDB-7A8BC3345185}" destId="{EBCAD62A-ADD9-484F-8B7F-F2CFA41400D9}" srcOrd="0" destOrd="0" presId="urn:microsoft.com/office/officeart/2005/8/layout/vList2"/>
    <dgm:cxn modelId="{2A178DBB-FBBC-4C72-89B7-B7333F96F4CA}" type="presParOf" srcId="{49F6F3B4-FCEA-4352-BBDB-7A8BC3345185}" destId="{E65471DA-276B-41D3-AF96-04DC97C18209}" srcOrd="1" destOrd="0" presId="urn:microsoft.com/office/officeart/2005/8/layout/vList2"/>
    <dgm:cxn modelId="{95A220C5-FC30-4AFA-89D0-B5826067F40A}" type="presParOf" srcId="{49F6F3B4-FCEA-4352-BBDB-7A8BC3345185}" destId="{87A4CE78-A6A9-41C1-81C2-2D2BA3347BEC}" srcOrd="2" destOrd="0" presId="urn:microsoft.com/office/officeart/2005/8/layout/vList2"/>
    <dgm:cxn modelId="{6CAFDFCB-A9A2-44EF-BF03-F059BE7243DE}" type="presParOf" srcId="{49F6F3B4-FCEA-4352-BBDB-7A8BC3345185}" destId="{63F39AB2-AE69-4E35-969A-98F70E3510EA}" srcOrd="3" destOrd="0" presId="urn:microsoft.com/office/officeart/2005/8/layout/vList2"/>
    <dgm:cxn modelId="{EE8D3A02-DD27-411E-B096-AEB9ABD6864B}" type="presParOf" srcId="{49F6F3B4-FCEA-4352-BBDB-7A8BC3345185}" destId="{AF457730-FB62-46D2-B4F2-6BF52403D026}" srcOrd="4" destOrd="0" presId="urn:microsoft.com/office/officeart/2005/8/layout/vList2"/>
    <dgm:cxn modelId="{A33FAAF1-194F-46E8-8700-241BA02AB865}" type="presParOf" srcId="{49F6F3B4-FCEA-4352-BBDB-7A8BC3345185}" destId="{46F40175-D024-4400-A593-BEF54BE66EE5}" srcOrd="5" destOrd="0" presId="urn:microsoft.com/office/officeart/2005/8/layout/vList2"/>
    <dgm:cxn modelId="{545609E2-DD9C-431E-B0CB-205CB83DB67D}" type="presParOf" srcId="{49F6F3B4-FCEA-4352-BBDB-7A8BC3345185}" destId="{3F6621EA-6ECF-4C79-A12A-C775C46D4EC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491FA286-0431-4B13-9DAA-E9C7EECE7ED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00E8F94-20FC-4533-9967-BD930A4C965B}">
      <dgm:prSet/>
      <dgm:spPr/>
      <dgm:t>
        <a:bodyPr/>
        <a:lstStyle/>
        <a:p>
          <a:r>
            <a:rPr lang="ru-RU" b="0" i="0"/>
            <a:t>О. Федорова</a:t>
          </a:r>
          <a:endParaRPr lang="uk-UA"/>
        </a:p>
      </dgm:t>
    </dgm:pt>
    <dgm:pt modelId="{966E73B3-DE66-4F53-912F-9C239A12CA9F}" type="parTrans" cxnId="{860CC913-68C4-4B2D-8115-A3647EDAC705}">
      <dgm:prSet/>
      <dgm:spPr/>
      <dgm:t>
        <a:bodyPr/>
        <a:lstStyle/>
        <a:p>
          <a:endParaRPr lang="uk-UA"/>
        </a:p>
      </dgm:t>
    </dgm:pt>
    <dgm:pt modelId="{02BF1551-A8A3-4875-973A-757686CE0E43}" type="sibTrans" cxnId="{860CC913-68C4-4B2D-8115-A3647EDAC705}">
      <dgm:prSet/>
      <dgm:spPr/>
      <dgm:t>
        <a:bodyPr/>
        <a:lstStyle/>
        <a:p>
          <a:endParaRPr lang="uk-UA"/>
        </a:p>
      </dgm:t>
    </dgm:pt>
    <dgm:pt modelId="{B16795EE-F8D3-4879-98F6-FCAEAD91130F}">
      <dgm:prSet/>
      <dgm:spPr/>
      <dgm:t>
        <a:bodyPr/>
        <a:lstStyle/>
        <a:p>
          <a:r>
            <a:rPr lang="ru-RU" b="0" i="0"/>
            <a:t>Т. Строкача</a:t>
          </a:r>
          <a:endParaRPr lang="uk-UA"/>
        </a:p>
      </dgm:t>
    </dgm:pt>
    <dgm:pt modelId="{4F431910-1C24-428F-B578-0308C7CE157D}" type="parTrans" cxnId="{0B45CB3F-81EA-47B9-8100-38AFE3EFD7ED}">
      <dgm:prSet/>
      <dgm:spPr/>
      <dgm:t>
        <a:bodyPr/>
        <a:lstStyle/>
        <a:p>
          <a:endParaRPr lang="uk-UA"/>
        </a:p>
      </dgm:t>
    </dgm:pt>
    <dgm:pt modelId="{EE683CB3-7534-4FF8-8CBC-459CECC14015}" type="sibTrans" cxnId="{0B45CB3F-81EA-47B9-8100-38AFE3EFD7ED}">
      <dgm:prSet/>
      <dgm:spPr/>
      <dgm:t>
        <a:bodyPr/>
        <a:lstStyle/>
        <a:p>
          <a:endParaRPr lang="uk-UA"/>
        </a:p>
      </dgm:t>
    </dgm:pt>
    <dgm:pt modelId="{C61165C2-253D-4804-A747-C368325CD161}">
      <dgm:prSet/>
      <dgm:spPr/>
      <dgm:t>
        <a:bodyPr/>
        <a:lstStyle/>
        <a:p>
          <a:r>
            <a:rPr lang="ru-RU" b="0" i="0"/>
            <a:t>О. Сабурова</a:t>
          </a:r>
          <a:endParaRPr lang="uk-UA"/>
        </a:p>
      </dgm:t>
    </dgm:pt>
    <dgm:pt modelId="{EB827C4C-007C-428D-A765-0C8398E1400B}" type="parTrans" cxnId="{041691BC-278E-477C-AFF6-3D45ED25ADF1}">
      <dgm:prSet/>
      <dgm:spPr/>
      <dgm:t>
        <a:bodyPr/>
        <a:lstStyle/>
        <a:p>
          <a:endParaRPr lang="uk-UA"/>
        </a:p>
      </dgm:t>
    </dgm:pt>
    <dgm:pt modelId="{C46B9DAB-4B51-4D4D-84E4-0BFB3C5F9F12}" type="sibTrans" cxnId="{041691BC-278E-477C-AFF6-3D45ED25ADF1}">
      <dgm:prSet/>
      <dgm:spPr/>
      <dgm:t>
        <a:bodyPr/>
        <a:lstStyle/>
        <a:p>
          <a:endParaRPr lang="uk-UA"/>
        </a:p>
      </dgm:t>
    </dgm:pt>
    <dgm:pt modelId="{8FC979FE-D979-473A-93CD-89727386424E}">
      <dgm:prSet/>
      <dgm:spPr/>
      <dgm:t>
        <a:bodyPr/>
        <a:lstStyle/>
        <a:p>
          <a:r>
            <a:rPr lang="ru-RU" b="0" i="0"/>
            <a:t>С. Ковпака</a:t>
          </a:r>
          <a:endParaRPr lang="uk-UA"/>
        </a:p>
      </dgm:t>
    </dgm:pt>
    <dgm:pt modelId="{0E66FFA7-F2D6-488A-A06E-379E0261B5C3}" type="parTrans" cxnId="{72AB2593-81AA-4836-8CCB-6C26749E97E3}">
      <dgm:prSet/>
      <dgm:spPr/>
      <dgm:t>
        <a:bodyPr/>
        <a:lstStyle/>
        <a:p>
          <a:endParaRPr lang="uk-UA"/>
        </a:p>
      </dgm:t>
    </dgm:pt>
    <dgm:pt modelId="{0B6381CD-146A-44C9-9553-11C68EB3ACFE}" type="sibTrans" cxnId="{72AB2593-81AA-4836-8CCB-6C26749E97E3}">
      <dgm:prSet/>
      <dgm:spPr/>
      <dgm:t>
        <a:bodyPr/>
        <a:lstStyle/>
        <a:p>
          <a:endParaRPr lang="uk-UA"/>
        </a:p>
      </dgm:t>
    </dgm:pt>
    <dgm:pt modelId="{828C603F-3BAD-45DE-9062-F807F0E8AE6B}" type="pres">
      <dgm:prSet presAssocID="{491FA286-0431-4B13-9DAA-E9C7EECE7ED8}" presName="linear" presStyleCnt="0">
        <dgm:presLayoutVars>
          <dgm:animLvl val="lvl"/>
          <dgm:resizeHandles val="exact"/>
        </dgm:presLayoutVars>
      </dgm:prSet>
      <dgm:spPr/>
    </dgm:pt>
    <dgm:pt modelId="{E4E09406-29B3-4E85-B9BC-E8469D9C2C9E}" type="pres">
      <dgm:prSet presAssocID="{A00E8F94-20FC-4533-9967-BD930A4C965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17B0EF7-2065-4ABB-87C0-4D49B4F76E27}" type="pres">
      <dgm:prSet presAssocID="{02BF1551-A8A3-4875-973A-757686CE0E43}" presName="spacer" presStyleCnt="0"/>
      <dgm:spPr/>
    </dgm:pt>
    <dgm:pt modelId="{2A11BDD1-3A78-4FD9-8421-2843E0AD0DE1}" type="pres">
      <dgm:prSet presAssocID="{B16795EE-F8D3-4879-98F6-FCAEAD91130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86B3ECB-49EA-4C16-A9D6-14D5E4077600}" type="pres">
      <dgm:prSet presAssocID="{EE683CB3-7534-4FF8-8CBC-459CECC14015}" presName="spacer" presStyleCnt="0"/>
      <dgm:spPr/>
    </dgm:pt>
    <dgm:pt modelId="{96A43E17-A50C-429B-A733-585EED7A0CC8}" type="pres">
      <dgm:prSet presAssocID="{C61165C2-253D-4804-A747-C368325CD1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77A33E-D8F0-42A5-B287-18C946045672}" type="pres">
      <dgm:prSet presAssocID="{C46B9DAB-4B51-4D4D-84E4-0BFB3C5F9F12}" presName="spacer" presStyleCnt="0"/>
      <dgm:spPr/>
    </dgm:pt>
    <dgm:pt modelId="{8F5101E2-5BEB-4A43-A51B-41E7E7D77AA4}" type="pres">
      <dgm:prSet presAssocID="{8FC979FE-D979-473A-93CD-89727386424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0CC913-68C4-4B2D-8115-A3647EDAC705}" srcId="{491FA286-0431-4B13-9DAA-E9C7EECE7ED8}" destId="{A00E8F94-20FC-4533-9967-BD930A4C965B}" srcOrd="0" destOrd="0" parTransId="{966E73B3-DE66-4F53-912F-9C239A12CA9F}" sibTransId="{02BF1551-A8A3-4875-973A-757686CE0E43}"/>
    <dgm:cxn modelId="{0B45CB3F-81EA-47B9-8100-38AFE3EFD7ED}" srcId="{491FA286-0431-4B13-9DAA-E9C7EECE7ED8}" destId="{B16795EE-F8D3-4879-98F6-FCAEAD91130F}" srcOrd="1" destOrd="0" parTransId="{4F431910-1C24-428F-B578-0308C7CE157D}" sibTransId="{EE683CB3-7534-4FF8-8CBC-459CECC14015}"/>
    <dgm:cxn modelId="{3A302361-6A54-453D-A19A-3E3DDFFBC93B}" type="presOf" srcId="{8FC979FE-D979-473A-93CD-89727386424E}" destId="{8F5101E2-5BEB-4A43-A51B-41E7E7D77AA4}" srcOrd="0" destOrd="0" presId="urn:microsoft.com/office/officeart/2005/8/layout/vList2"/>
    <dgm:cxn modelId="{275BFE4D-4EEA-4360-B1C8-DEBA5406B99C}" type="presOf" srcId="{A00E8F94-20FC-4533-9967-BD930A4C965B}" destId="{E4E09406-29B3-4E85-B9BC-E8469D9C2C9E}" srcOrd="0" destOrd="0" presId="urn:microsoft.com/office/officeart/2005/8/layout/vList2"/>
    <dgm:cxn modelId="{A90DDE6F-7A67-487C-A5EA-FE41FA363ABC}" type="presOf" srcId="{491FA286-0431-4B13-9DAA-E9C7EECE7ED8}" destId="{828C603F-3BAD-45DE-9062-F807F0E8AE6B}" srcOrd="0" destOrd="0" presId="urn:microsoft.com/office/officeart/2005/8/layout/vList2"/>
    <dgm:cxn modelId="{72AB2593-81AA-4836-8CCB-6C26749E97E3}" srcId="{491FA286-0431-4B13-9DAA-E9C7EECE7ED8}" destId="{8FC979FE-D979-473A-93CD-89727386424E}" srcOrd="3" destOrd="0" parTransId="{0E66FFA7-F2D6-488A-A06E-379E0261B5C3}" sibTransId="{0B6381CD-146A-44C9-9553-11C68EB3ACFE}"/>
    <dgm:cxn modelId="{041691BC-278E-477C-AFF6-3D45ED25ADF1}" srcId="{491FA286-0431-4B13-9DAA-E9C7EECE7ED8}" destId="{C61165C2-253D-4804-A747-C368325CD161}" srcOrd="2" destOrd="0" parTransId="{EB827C4C-007C-428D-A765-0C8398E1400B}" sibTransId="{C46B9DAB-4B51-4D4D-84E4-0BFB3C5F9F12}"/>
    <dgm:cxn modelId="{B81C2EF4-A345-418B-9E7C-2CCD5E8B13EE}" type="presOf" srcId="{B16795EE-F8D3-4879-98F6-FCAEAD91130F}" destId="{2A11BDD1-3A78-4FD9-8421-2843E0AD0DE1}" srcOrd="0" destOrd="0" presId="urn:microsoft.com/office/officeart/2005/8/layout/vList2"/>
    <dgm:cxn modelId="{A921B5F9-9AF9-4B92-9A78-7F635C15A358}" type="presOf" srcId="{C61165C2-253D-4804-A747-C368325CD161}" destId="{96A43E17-A50C-429B-A733-585EED7A0CC8}" srcOrd="0" destOrd="0" presId="urn:microsoft.com/office/officeart/2005/8/layout/vList2"/>
    <dgm:cxn modelId="{8F5B161D-5E78-4742-B989-5D15A6A9D202}" type="presParOf" srcId="{828C603F-3BAD-45DE-9062-F807F0E8AE6B}" destId="{E4E09406-29B3-4E85-B9BC-E8469D9C2C9E}" srcOrd="0" destOrd="0" presId="urn:microsoft.com/office/officeart/2005/8/layout/vList2"/>
    <dgm:cxn modelId="{7F82FD33-25A0-4328-9193-EB4E4A3408BD}" type="presParOf" srcId="{828C603F-3BAD-45DE-9062-F807F0E8AE6B}" destId="{D17B0EF7-2065-4ABB-87C0-4D49B4F76E27}" srcOrd="1" destOrd="0" presId="urn:microsoft.com/office/officeart/2005/8/layout/vList2"/>
    <dgm:cxn modelId="{32DF49C3-90C0-4015-B7B5-7FA5F30A567A}" type="presParOf" srcId="{828C603F-3BAD-45DE-9062-F807F0E8AE6B}" destId="{2A11BDD1-3A78-4FD9-8421-2843E0AD0DE1}" srcOrd="2" destOrd="0" presId="urn:microsoft.com/office/officeart/2005/8/layout/vList2"/>
    <dgm:cxn modelId="{4AB272C1-DDFF-49C5-B207-8764FFFB377D}" type="presParOf" srcId="{828C603F-3BAD-45DE-9062-F807F0E8AE6B}" destId="{B86B3ECB-49EA-4C16-A9D6-14D5E4077600}" srcOrd="3" destOrd="0" presId="urn:microsoft.com/office/officeart/2005/8/layout/vList2"/>
    <dgm:cxn modelId="{50E37ABE-863B-4B26-BC1E-0FE9627C7468}" type="presParOf" srcId="{828C603F-3BAD-45DE-9062-F807F0E8AE6B}" destId="{96A43E17-A50C-429B-A733-585EED7A0CC8}" srcOrd="4" destOrd="0" presId="urn:microsoft.com/office/officeart/2005/8/layout/vList2"/>
    <dgm:cxn modelId="{90C1176D-17EF-4E51-BC1B-BE15DEBB2A84}" type="presParOf" srcId="{828C603F-3BAD-45DE-9062-F807F0E8AE6B}" destId="{DF77A33E-D8F0-42A5-B287-18C946045672}" srcOrd="5" destOrd="0" presId="urn:microsoft.com/office/officeart/2005/8/layout/vList2"/>
    <dgm:cxn modelId="{1A4FE00A-DF4C-4434-B74E-15FA873DF485}" type="presParOf" srcId="{828C603F-3BAD-45DE-9062-F807F0E8AE6B}" destId="{8F5101E2-5BEB-4A43-A51B-41E7E7D77AA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2B55901E-887B-4783-A790-8D414FEACC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E61953F-7515-4E48-A907-9D4D6462D12C}">
      <dgm:prSet/>
      <dgm:spPr/>
      <dgm:t>
        <a:bodyPr/>
        <a:lstStyle/>
        <a:p>
          <a:r>
            <a:rPr lang="uk-UA" b="0" i="0"/>
            <a:t>зірвати перекидання німецьких військ у Західну Європу під час відкриття Другого фронту</a:t>
          </a:r>
          <a:endParaRPr lang="uk-UA"/>
        </a:p>
      </dgm:t>
    </dgm:pt>
    <dgm:pt modelId="{4497D890-954C-4C53-93BC-774E0CBA68ED}" type="parTrans" cxnId="{8F773B1A-0D1A-41B4-858E-30A4104DBDAA}">
      <dgm:prSet/>
      <dgm:spPr/>
      <dgm:t>
        <a:bodyPr/>
        <a:lstStyle/>
        <a:p>
          <a:endParaRPr lang="uk-UA"/>
        </a:p>
      </dgm:t>
    </dgm:pt>
    <dgm:pt modelId="{118ABF97-E0BA-40E8-9A01-785F3F1A8D59}" type="sibTrans" cxnId="{8F773B1A-0D1A-41B4-858E-30A4104DBDAA}">
      <dgm:prSet/>
      <dgm:spPr/>
      <dgm:t>
        <a:bodyPr/>
        <a:lstStyle/>
        <a:p>
          <a:endParaRPr lang="uk-UA"/>
        </a:p>
      </dgm:t>
    </dgm:pt>
    <dgm:pt modelId="{A8BBE425-12D0-41E4-A800-5C2B186BFEE0}">
      <dgm:prSet/>
      <dgm:spPr/>
      <dgm:t>
        <a:bodyPr/>
        <a:lstStyle/>
        <a:p>
          <a:r>
            <a:rPr lang="uk-UA" b="0" i="0"/>
            <a:t>унеможливити будівництво «Східного валу» напередодні загального наступу радянських військ</a:t>
          </a:r>
          <a:endParaRPr lang="uk-UA"/>
        </a:p>
      </dgm:t>
    </dgm:pt>
    <dgm:pt modelId="{0BC5F395-5BAE-45BF-86B6-B64C6B1E5939}" type="parTrans" cxnId="{6BFE70FC-4256-4437-ABFC-8F9DB6F3D629}">
      <dgm:prSet/>
      <dgm:spPr/>
      <dgm:t>
        <a:bodyPr/>
        <a:lstStyle/>
        <a:p>
          <a:endParaRPr lang="uk-UA"/>
        </a:p>
      </dgm:t>
    </dgm:pt>
    <dgm:pt modelId="{7A389365-0C91-4C30-B0A9-7642E5C15458}" type="sibTrans" cxnId="{6BFE70FC-4256-4437-ABFC-8F9DB6F3D629}">
      <dgm:prSet/>
      <dgm:spPr/>
      <dgm:t>
        <a:bodyPr/>
        <a:lstStyle/>
        <a:p>
          <a:endParaRPr lang="uk-UA"/>
        </a:p>
      </dgm:t>
    </dgm:pt>
    <dgm:pt modelId="{009A16DC-05BF-4F90-B477-A9BE2F45D1AE}">
      <dgm:prSet/>
      <dgm:spPr/>
      <dgm:t>
        <a:bodyPr/>
        <a:lstStyle/>
        <a:p>
          <a:r>
            <a:rPr lang="uk-UA" b="0" i="0" dirty="0"/>
            <a:t>дезорганізувати евакуацію й відступ німецьких військових частин з-під Сталінграда</a:t>
          </a:r>
          <a:endParaRPr lang="uk-UA" dirty="0"/>
        </a:p>
      </dgm:t>
    </dgm:pt>
    <dgm:pt modelId="{45C2FC8F-A7C4-4D10-A411-A69B5CCA851E}" type="parTrans" cxnId="{C26A287A-C57C-4538-8214-7057BF27D6EB}">
      <dgm:prSet/>
      <dgm:spPr/>
      <dgm:t>
        <a:bodyPr/>
        <a:lstStyle/>
        <a:p>
          <a:endParaRPr lang="uk-UA"/>
        </a:p>
      </dgm:t>
    </dgm:pt>
    <dgm:pt modelId="{71ECBBF9-D604-43BA-84B1-E8AC5D49B515}" type="sibTrans" cxnId="{C26A287A-C57C-4538-8214-7057BF27D6EB}">
      <dgm:prSet/>
      <dgm:spPr/>
      <dgm:t>
        <a:bodyPr/>
        <a:lstStyle/>
        <a:p>
          <a:endParaRPr lang="uk-UA"/>
        </a:p>
      </dgm:t>
    </dgm:pt>
    <dgm:pt modelId="{DAB90E42-1535-4AF9-B2EC-97B335AA18D4}">
      <dgm:prSet/>
      <dgm:spPr/>
      <dgm:t>
        <a:bodyPr/>
        <a:lstStyle/>
        <a:p>
          <a:r>
            <a:rPr lang="uk-UA" b="0" i="0"/>
            <a:t>порушити постачання живої сили і техніки вермахту на фронт у район Курської дуги</a:t>
          </a:r>
          <a:endParaRPr lang="uk-UA"/>
        </a:p>
      </dgm:t>
    </dgm:pt>
    <dgm:pt modelId="{485B584E-685E-4E40-8570-6919E86755E8}" type="parTrans" cxnId="{FBFD38A6-4D97-43B1-AF70-99E4935CEA95}">
      <dgm:prSet/>
      <dgm:spPr/>
      <dgm:t>
        <a:bodyPr/>
        <a:lstStyle/>
        <a:p>
          <a:endParaRPr lang="uk-UA"/>
        </a:p>
      </dgm:t>
    </dgm:pt>
    <dgm:pt modelId="{3B608002-E294-4BF2-A48F-4F8635A63C48}" type="sibTrans" cxnId="{FBFD38A6-4D97-43B1-AF70-99E4935CEA95}">
      <dgm:prSet/>
      <dgm:spPr/>
      <dgm:t>
        <a:bodyPr/>
        <a:lstStyle/>
        <a:p>
          <a:endParaRPr lang="uk-UA"/>
        </a:p>
      </dgm:t>
    </dgm:pt>
    <dgm:pt modelId="{45FACCE0-6E18-4526-BE86-B7FC72FD451A}" type="pres">
      <dgm:prSet presAssocID="{2B55901E-887B-4783-A790-8D414FEACCD6}" presName="linear" presStyleCnt="0">
        <dgm:presLayoutVars>
          <dgm:animLvl val="lvl"/>
          <dgm:resizeHandles val="exact"/>
        </dgm:presLayoutVars>
      </dgm:prSet>
      <dgm:spPr/>
    </dgm:pt>
    <dgm:pt modelId="{CDD48F98-8F66-4F5E-A956-7B7571A5BEF4}" type="pres">
      <dgm:prSet presAssocID="{CE61953F-7515-4E48-A907-9D4D6462D12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C00C12-56AA-4367-8F80-0CC3E5C3327C}" type="pres">
      <dgm:prSet presAssocID="{118ABF97-E0BA-40E8-9A01-785F3F1A8D59}" presName="spacer" presStyleCnt="0"/>
      <dgm:spPr/>
    </dgm:pt>
    <dgm:pt modelId="{E7545215-6909-4A93-BFD9-8910F7A72C6D}" type="pres">
      <dgm:prSet presAssocID="{A8BBE425-12D0-41E4-A800-5C2B186BFEE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9605386-129D-4FE8-BF70-9EF37FB43D35}" type="pres">
      <dgm:prSet presAssocID="{7A389365-0C91-4C30-B0A9-7642E5C15458}" presName="spacer" presStyleCnt="0"/>
      <dgm:spPr/>
    </dgm:pt>
    <dgm:pt modelId="{4F23E534-5B72-4777-89CB-3D75D892FB8B}" type="pres">
      <dgm:prSet presAssocID="{009A16DC-05BF-4F90-B477-A9BE2F45D1A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F6C88A-E64A-4E69-8ADD-9CD0CEE1D3EA}" type="pres">
      <dgm:prSet presAssocID="{71ECBBF9-D604-43BA-84B1-E8AC5D49B515}" presName="spacer" presStyleCnt="0"/>
      <dgm:spPr/>
    </dgm:pt>
    <dgm:pt modelId="{E8D42966-65AE-404F-AB29-36CC89AE31AD}" type="pres">
      <dgm:prSet presAssocID="{DAB90E42-1535-4AF9-B2EC-97B335AA18D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F773B1A-0D1A-41B4-858E-30A4104DBDAA}" srcId="{2B55901E-887B-4783-A790-8D414FEACCD6}" destId="{CE61953F-7515-4E48-A907-9D4D6462D12C}" srcOrd="0" destOrd="0" parTransId="{4497D890-954C-4C53-93BC-774E0CBA68ED}" sibTransId="{118ABF97-E0BA-40E8-9A01-785F3F1A8D59}"/>
    <dgm:cxn modelId="{891E1049-044B-4319-BDEF-3A5C088534F7}" type="presOf" srcId="{2B55901E-887B-4783-A790-8D414FEACCD6}" destId="{45FACCE0-6E18-4526-BE86-B7FC72FD451A}" srcOrd="0" destOrd="0" presId="urn:microsoft.com/office/officeart/2005/8/layout/vList2"/>
    <dgm:cxn modelId="{C26A287A-C57C-4538-8214-7057BF27D6EB}" srcId="{2B55901E-887B-4783-A790-8D414FEACCD6}" destId="{009A16DC-05BF-4F90-B477-A9BE2F45D1AE}" srcOrd="2" destOrd="0" parTransId="{45C2FC8F-A7C4-4D10-A411-A69B5CCA851E}" sibTransId="{71ECBBF9-D604-43BA-84B1-E8AC5D49B515}"/>
    <dgm:cxn modelId="{B41FD0A2-96F8-47A4-B850-BC202071DC7E}" type="presOf" srcId="{009A16DC-05BF-4F90-B477-A9BE2F45D1AE}" destId="{4F23E534-5B72-4777-89CB-3D75D892FB8B}" srcOrd="0" destOrd="0" presId="urn:microsoft.com/office/officeart/2005/8/layout/vList2"/>
    <dgm:cxn modelId="{FBFD38A6-4D97-43B1-AF70-99E4935CEA95}" srcId="{2B55901E-887B-4783-A790-8D414FEACCD6}" destId="{DAB90E42-1535-4AF9-B2EC-97B335AA18D4}" srcOrd="3" destOrd="0" parTransId="{485B584E-685E-4E40-8570-6919E86755E8}" sibTransId="{3B608002-E294-4BF2-A48F-4F8635A63C48}"/>
    <dgm:cxn modelId="{EBAE78A9-51D2-4947-BFB4-B701DEDB9F82}" type="presOf" srcId="{A8BBE425-12D0-41E4-A800-5C2B186BFEE0}" destId="{E7545215-6909-4A93-BFD9-8910F7A72C6D}" srcOrd="0" destOrd="0" presId="urn:microsoft.com/office/officeart/2005/8/layout/vList2"/>
    <dgm:cxn modelId="{79D0D6A9-A40B-4982-AB85-9A88DD85E4C5}" type="presOf" srcId="{CE61953F-7515-4E48-A907-9D4D6462D12C}" destId="{CDD48F98-8F66-4F5E-A956-7B7571A5BEF4}" srcOrd="0" destOrd="0" presId="urn:microsoft.com/office/officeart/2005/8/layout/vList2"/>
    <dgm:cxn modelId="{1B346CBE-E7BF-4ABC-9C8F-7E101423928B}" type="presOf" srcId="{DAB90E42-1535-4AF9-B2EC-97B335AA18D4}" destId="{E8D42966-65AE-404F-AB29-36CC89AE31AD}" srcOrd="0" destOrd="0" presId="urn:microsoft.com/office/officeart/2005/8/layout/vList2"/>
    <dgm:cxn modelId="{6BFE70FC-4256-4437-ABFC-8F9DB6F3D629}" srcId="{2B55901E-887B-4783-A790-8D414FEACCD6}" destId="{A8BBE425-12D0-41E4-A800-5C2B186BFEE0}" srcOrd="1" destOrd="0" parTransId="{0BC5F395-5BAE-45BF-86B6-B64C6B1E5939}" sibTransId="{7A389365-0C91-4C30-B0A9-7642E5C15458}"/>
    <dgm:cxn modelId="{6BD68664-874A-4077-93DE-924693B367EA}" type="presParOf" srcId="{45FACCE0-6E18-4526-BE86-B7FC72FD451A}" destId="{CDD48F98-8F66-4F5E-A956-7B7571A5BEF4}" srcOrd="0" destOrd="0" presId="urn:microsoft.com/office/officeart/2005/8/layout/vList2"/>
    <dgm:cxn modelId="{7E8F3975-AD5F-4AF8-A428-433C5BDC712B}" type="presParOf" srcId="{45FACCE0-6E18-4526-BE86-B7FC72FD451A}" destId="{94C00C12-56AA-4367-8F80-0CC3E5C3327C}" srcOrd="1" destOrd="0" presId="urn:microsoft.com/office/officeart/2005/8/layout/vList2"/>
    <dgm:cxn modelId="{60240AE1-EA35-427A-9AD4-50979BF5CBB0}" type="presParOf" srcId="{45FACCE0-6E18-4526-BE86-B7FC72FD451A}" destId="{E7545215-6909-4A93-BFD9-8910F7A72C6D}" srcOrd="2" destOrd="0" presId="urn:microsoft.com/office/officeart/2005/8/layout/vList2"/>
    <dgm:cxn modelId="{105FFC4D-339B-4E3F-9B96-E42F14AC77B6}" type="presParOf" srcId="{45FACCE0-6E18-4526-BE86-B7FC72FD451A}" destId="{79605386-129D-4FE8-BF70-9EF37FB43D35}" srcOrd="3" destOrd="0" presId="urn:microsoft.com/office/officeart/2005/8/layout/vList2"/>
    <dgm:cxn modelId="{C6C1B352-46DA-45D7-A8FA-CBDD707A6C58}" type="presParOf" srcId="{45FACCE0-6E18-4526-BE86-B7FC72FD451A}" destId="{4F23E534-5B72-4777-89CB-3D75D892FB8B}" srcOrd="4" destOrd="0" presId="urn:microsoft.com/office/officeart/2005/8/layout/vList2"/>
    <dgm:cxn modelId="{0358D6A3-8496-43E7-AFE8-C11D36F8A53D}" type="presParOf" srcId="{45FACCE0-6E18-4526-BE86-B7FC72FD451A}" destId="{DEF6C88A-E64A-4E69-8ADD-9CD0CEE1D3EA}" srcOrd="5" destOrd="0" presId="urn:microsoft.com/office/officeart/2005/8/layout/vList2"/>
    <dgm:cxn modelId="{FAC44877-50F4-46D5-BC34-19BD15A5F3BF}" type="presParOf" srcId="{45FACCE0-6E18-4526-BE86-B7FC72FD451A}" destId="{E8D42966-65AE-404F-AB29-36CC89AE31A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B34226E4-CDEB-4F66-A749-729ABF89E1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443769B-85FB-4DFA-B1BA-6E545DC3F9AD}">
      <dgm:prSet/>
      <dgm:spPr/>
      <dgm:t>
        <a:bodyPr/>
        <a:lstStyle/>
        <a:p>
          <a:r>
            <a:rPr lang="uk-UA" b="0" i="0"/>
            <a:t>мобілізацію до лав Червоної армії, збирання коштів та матеріальних цінностей для потреб фронту</a:t>
          </a:r>
          <a:endParaRPr lang="uk-UA"/>
        </a:p>
      </dgm:t>
    </dgm:pt>
    <dgm:pt modelId="{511EBADC-D04A-42A8-90C4-0D1D9C12901E}" type="parTrans" cxnId="{BC7795E6-852D-476D-9A54-A3F2332C2830}">
      <dgm:prSet/>
      <dgm:spPr/>
      <dgm:t>
        <a:bodyPr/>
        <a:lstStyle/>
        <a:p>
          <a:endParaRPr lang="uk-UA"/>
        </a:p>
      </dgm:t>
    </dgm:pt>
    <dgm:pt modelId="{C5461B13-6AB2-4FA0-B175-5A678DFE4BCE}" type="sibTrans" cxnId="{BC7795E6-852D-476D-9A54-A3F2332C2830}">
      <dgm:prSet/>
      <dgm:spPr/>
      <dgm:t>
        <a:bodyPr/>
        <a:lstStyle/>
        <a:p>
          <a:endParaRPr lang="uk-UA"/>
        </a:p>
      </dgm:t>
    </dgm:pt>
    <dgm:pt modelId="{C253E38D-2991-4048-A015-7D8C8F0B3EE0}">
      <dgm:prSet/>
      <dgm:spPr/>
      <dgm:t>
        <a:bodyPr/>
        <a:lstStyle/>
        <a:p>
          <a:r>
            <a:rPr lang="uk-UA" b="0" i="0"/>
            <a:t>постачання продовольства населенню окупованих територій, організація баз постачання для українського підпілля</a:t>
          </a:r>
          <a:endParaRPr lang="uk-UA"/>
        </a:p>
      </dgm:t>
    </dgm:pt>
    <dgm:pt modelId="{2F13418D-08CD-43C6-A46D-BA4393A025D2}" type="parTrans" cxnId="{1B5FC032-156B-4C69-9BFF-DDA60510FF94}">
      <dgm:prSet/>
      <dgm:spPr/>
      <dgm:t>
        <a:bodyPr/>
        <a:lstStyle/>
        <a:p>
          <a:endParaRPr lang="uk-UA"/>
        </a:p>
      </dgm:t>
    </dgm:pt>
    <dgm:pt modelId="{C074BE13-D8E4-4256-AADD-E6985B8EFBDC}" type="sibTrans" cxnId="{1B5FC032-156B-4C69-9BFF-DDA60510FF94}">
      <dgm:prSet/>
      <dgm:spPr/>
      <dgm:t>
        <a:bodyPr/>
        <a:lstStyle/>
        <a:p>
          <a:endParaRPr lang="uk-UA"/>
        </a:p>
      </dgm:t>
    </dgm:pt>
    <dgm:pt modelId="{E8E4F976-AB5D-41DE-BCDF-669CEFF461D8}" type="pres">
      <dgm:prSet presAssocID="{B34226E4-CDEB-4F66-A749-729ABF89E112}" presName="linear" presStyleCnt="0">
        <dgm:presLayoutVars>
          <dgm:animLvl val="lvl"/>
          <dgm:resizeHandles val="exact"/>
        </dgm:presLayoutVars>
      </dgm:prSet>
      <dgm:spPr/>
    </dgm:pt>
    <dgm:pt modelId="{1A770011-B9FD-4F67-90F8-14DEBE8FFC71}" type="pres">
      <dgm:prSet presAssocID="{2443769B-85FB-4DFA-B1BA-6E545DC3F9A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0844A7A-EC98-4B54-9D45-BF5C0BE26830}" type="pres">
      <dgm:prSet presAssocID="{C5461B13-6AB2-4FA0-B175-5A678DFE4BCE}" presName="spacer" presStyleCnt="0"/>
      <dgm:spPr/>
    </dgm:pt>
    <dgm:pt modelId="{BDA85DB2-4F8F-4057-A536-E47485BC89DA}" type="pres">
      <dgm:prSet presAssocID="{C253E38D-2991-4048-A015-7D8C8F0B3EE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B5FC032-156B-4C69-9BFF-DDA60510FF94}" srcId="{B34226E4-CDEB-4F66-A749-729ABF89E112}" destId="{C253E38D-2991-4048-A015-7D8C8F0B3EE0}" srcOrd="1" destOrd="0" parTransId="{2F13418D-08CD-43C6-A46D-BA4393A025D2}" sibTransId="{C074BE13-D8E4-4256-AADD-E6985B8EFBDC}"/>
    <dgm:cxn modelId="{3AFD1B65-A8A6-434A-98AA-C9794CDD3103}" type="presOf" srcId="{C253E38D-2991-4048-A015-7D8C8F0B3EE0}" destId="{BDA85DB2-4F8F-4057-A536-E47485BC89DA}" srcOrd="0" destOrd="0" presId="urn:microsoft.com/office/officeart/2005/8/layout/vList2"/>
    <dgm:cxn modelId="{1916AD6F-8590-4DEE-B2BF-A5E57C2C3235}" type="presOf" srcId="{B34226E4-CDEB-4F66-A749-729ABF89E112}" destId="{E8E4F976-AB5D-41DE-BCDF-669CEFF461D8}" srcOrd="0" destOrd="0" presId="urn:microsoft.com/office/officeart/2005/8/layout/vList2"/>
    <dgm:cxn modelId="{C44445A5-264A-43DA-9648-1F692FE6B4C8}" type="presOf" srcId="{2443769B-85FB-4DFA-B1BA-6E545DC3F9AD}" destId="{1A770011-B9FD-4F67-90F8-14DEBE8FFC71}" srcOrd="0" destOrd="0" presId="urn:microsoft.com/office/officeart/2005/8/layout/vList2"/>
    <dgm:cxn modelId="{BC7795E6-852D-476D-9A54-A3F2332C2830}" srcId="{B34226E4-CDEB-4F66-A749-729ABF89E112}" destId="{2443769B-85FB-4DFA-B1BA-6E545DC3F9AD}" srcOrd="0" destOrd="0" parTransId="{511EBADC-D04A-42A8-90C4-0D1D9C12901E}" sibTransId="{C5461B13-6AB2-4FA0-B175-5A678DFE4BCE}"/>
    <dgm:cxn modelId="{FCB4E0E8-17EF-4633-BC85-0270E25C22E7}" type="presParOf" srcId="{E8E4F976-AB5D-41DE-BCDF-669CEFF461D8}" destId="{1A770011-B9FD-4F67-90F8-14DEBE8FFC71}" srcOrd="0" destOrd="0" presId="urn:microsoft.com/office/officeart/2005/8/layout/vList2"/>
    <dgm:cxn modelId="{DB3DD987-0A1E-4819-9E9E-B32803C36B77}" type="presParOf" srcId="{E8E4F976-AB5D-41DE-BCDF-669CEFF461D8}" destId="{70844A7A-EC98-4B54-9D45-BF5C0BE26830}" srcOrd="1" destOrd="0" presId="urn:microsoft.com/office/officeart/2005/8/layout/vList2"/>
    <dgm:cxn modelId="{B403A6EB-A728-42FF-BEBD-8AFDE488094F}" type="presParOf" srcId="{E8E4F976-AB5D-41DE-BCDF-669CEFF461D8}" destId="{BDA85DB2-4F8F-4057-A536-E47485BC89D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921444BB-FADC-4EA8-A605-CAC4953A3E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0955640-8F4D-4248-B34B-B9935EF75C63}">
      <dgm:prSet/>
      <dgm:spPr/>
      <dgm:t>
        <a:bodyPr/>
        <a:lstStyle/>
        <a:p>
          <a:r>
            <a:rPr lang="uk-UA" b="0" i="0"/>
            <a:t>установлення контактів з Українською Повстанською Армією (УПА) та Армією Крайовою (АК) для спільної збройної боротьби проти окупантів</a:t>
          </a:r>
          <a:endParaRPr lang="uk-UA"/>
        </a:p>
      </dgm:t>
    </dgm:pt>
    <dgm:pt modelId="{5C5C93BE-7FA8-48AC-8997-E0C63EAD91FC}" type="parTrans" cxnId="{0FADA3F3-4688-4DC6-86D6-5499A069F7A1}">
      <dgm:prSet/>
      <dgm:spPr/>
      <dgm:t>
        <a:bodyPr/>
        <a:lstStyle/>
        <a:p>
          <a:endParaRPr lang="uk-UA"/>
        </a:p>
      </dgm:t>
    </dgm:pt>
    <dgm:pt modelId="{BD3BE65D-6B19-4033-A9CA-2E69C0344E17}" type="sibTrans" cxnId="{0FADA3F3-4688-4DC6-86D6-5499A069F7A1}">
      <dgm:prSet/>
      <dgm:spPr/>
      <dgm:t>
        <a:bodyPr/>
        <a:lstStyle/>
        <a:p>
          <a:endParaRPr lang="uk-UA"/>
        </a:p>
      </dgm:t>
    </dgm:pt>
    <dgm:pt modelId="{61F9328B-CCA7-4294-A794-9511BF2EC061}">
      <dgm:prSet/>
      <dgm:spPr/>
      <dgm:t>
        <a:bodyPr/>
        <a:lstStyle/>
        <a:p>
          <a:r>
            <a:rPr lang="uk-UA" b="0" i="0"/>
            <a:t>репрезентацію радянської влади, нейтралізацію впливу на цих територіях ОУН та її збройних формувань</a:t>
          </a:r>
          <a:endParaRPr lang="uk-UA"/>
        </a:p>
      </dgm:t>
    </dgm:pt>
    <dgm:pt modelId="{D3E6AB37-5EA9-4A4A-A12A-7013371B798A}" type="parTrans" cxnId="{0A9D75DA-ACDD-46BC-BB5D-25ABC1917CA8}">
      <dgm:prSet/>
      <dgm:spPr/>
      <dgm:t>
        <a:bodyPr/>
        <a:lstStyle/>
        <a:p>
          <a:endParaRPr lang="uk-UA"/>
        </a:p>
      </dgm:t>
    </dgm:pt>
    <dgm:pt modelId="{66E55C1A-BA2C-4B7B-994F-0FBEDF7D2DAC}" type="sibTrans" cxnId="{0A9D75DA-ACDD-46BC-BB5D-25ABC1917CA8}">
      <dgm:prSet/>
      <dgm:spPr/>
      <dgm:t>
        <a:bodyPr/>
        <a:lstStyle/>
        <a:p>
          <a:endParaRPr lang="uk-UA"/>
        </a:p>
      </dgm:t>
    </dgm:pt>
    <dgm:pt modelId="{16CD79B4-9125-4AE6-BBB8-AE9058DC40C3}" type="pres">
      <dgm:prSet presAssocID="{921444BB-FADC-4EA8-A605-CAC4953A3EE7}" presName="linear" presStyleCnt="0">
        <dgm:presLayoutVars>
          <dgm:animLvl val="lvl"/>
          <dgm:resizeHandles val="exact"/>
        </dgm:presLayoutVars>
      </dgm:prSet>
      <dgm:spPr/>
    </dgm:pt>
    <dgm:pt modelId="{4A0394AE-91F7-4C2D-9CD1-95B5EC31AABA}" type="pres">
      <dgm:prSet presAssocID="{D0955640-8F4D-4248-B34B-B9935EF75C6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3575C0C-AC89-4AFC-B9FF-90DD81B5C2F2}" type="pres">
      <dgm:prSet presAssocID="{BD3BE65D-6B19-4033-A9CA-2E69C0344E17}" presName="spacer" presStyleCnt="0"/>
      <dgm:spPr/>
    </dgm:pt>
    <dgm:pt modelId="{522FE5E6-CBCB-4316-95E6-0805371C2E82}" type="pres">
      <dgm:prSet presAssocID="{61F9328B-CCA7-4294-A794-9511BF2EC06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7CA730D-5533-4571-AF97-33E65439524D}" type="presOf" srcId="{921444BB-FADC-4EA8-A605-CAC4953A3EE7}" destId="{16CD79B4-9125-4AE6-BBB8-AE9058DC40C3}" srcOrd="0" destOrd="0" presId="urn:microsoft.com/office/officeart/2005/8/layout/vList2"/>
    <dgm:cxn modelId="{67A63E65-56C2-457A-B633-D7646336AA25}" type="presOf" srcId="{D0955640-8F4D-4248-B34B-B9935EF75C63}" destId="{4A0394AE-91F7-4C2D-9CD1-95B5EC31AABA}" srcOrd="0" destOrd="0" presId="urn:microsoft.com/office/officeart/2005/8/layout/vList2"/>
    <dgm:cxn modelId="{97E04751-76E3-4BCA-891E-D4B975AC03F2}" type="presOf" srcId="{61F9328B-CCA7-4294-A794-9511BF2EC061}" destId="{522FE5E6-CBCB-4316-95E6-0805371C2E82}" srcOrd="0" destOrd="0" presId="urn:microsoft.com/office/officeart/2005/8/layout/vList2"/>
    <dgm:cxn modelId="{0A9D75DA-ACDD-46BC-BB5D-25ABC1917CA8}" srcId="{921444BB-FADC-4EA8-A605-CAC4953A3EE7}" destId="{61F9328B-CCA7-4294-A794-9511BF2EC061}" srcOrd="1" destOrd="0" parTransId="{D3E6AB37-5EA9-4A4A-A12A-7013371B798A}" sibTransId="{66E55C1A-BA2C-4B7B-994F-0FBEDF7D2DAC}"/>
    <dgm:cxn modelId="{0FADA3F3-4688-4DC6-86D6-5499A069F7A1}" srcId="{921444BB-FADC-4EA8-A605-CAC4953A3EE7}" destId="{D0955640-8F4D-4248-B34B-B9935EF75C63}" srcOrd="0" destOrd="0" parTransId="{5C5C93BE-7FA8-48AC-8997-E0C63EAD91FC}" sibTransId="{BD3BE65D-6B19-4033-A9CA-2E69C0344E17}"/>
    <dgm:cxn modelId="{E3055C0D-0E51-441E-BA23-6064019C66B9}" type="presParOf" srcId="{16CD79B4-9125-4AE6-BBB8-AE9058DC40C3}" destId="{4A0394AE-91F7-4C2D-9CD1-95B5EC31AABA}" srcOrd="0" destOrd="0" presId="urn:microsoft.com/office/officeart/2005/8/layout/vList2"/>
    <dgm:cxn modelId="{E6B82F0A-E900-43F3-9436-D9A8CEAA3635}" type="presParOf" srcId="{16CD79B4-9125-4AE6-BBB8-AE9058DC40C3}" destId="{F3575C0C-AC89-4AFC-B9FF-90DD81B5C2F2}" srcOrd="1" destOrd="0" presId="urn:microsoft.com/office/officeart/2005/8/layout/vList2"/>
    <dgm:cxn modelId="{FE41EC30-6A87-4E4D-92F0-CF7901C90BA3}" type="presParOf" srcId="{16CD79B4-9125-4AE6-BBB8-AE9058DC40C3}" destId="{522FE5E6-CBCB-4316-95E6-0805371C2E8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AB70BCE5-746B-4F99-86DA-B8D58117012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83AF2CE-D3C3-484E-BECA-7969F04EB8B5}">
      <dgm:prSet/>
      <dgm:spPr/>
      <dgm:t>
        <a:bodyPr/>
        <a:lstStyle/>
        <a:p>
          <a:r>
            <a:rPr lang="uk-UA" b="0" i="0"/>
            <a:t>нейтралізацію впливу на цій території ОУН та її збройних формувань.</a:t>
          </a:r>
          <a:endParaRPr lang="uk-UA"/>
        </a:p>
      </dgm:t>
    </dgm:pt>
    <dgm:pt modelId="{071D576A-3E30-45B5-8775-6FA113A389DB}" type="parTrans" cxnId="{1C3C680A-D32D-4620-91CA-ECD372DB30AA}">
      <dgm:prSet/>
      <dgm:spPr/>
      <dgm:t>
        <a:bodyPr/>
        <a:lstStyle/>
        <a:p>
          <a:endParaRPr lang="uk-UA"/>
        </a:p>
      </dgm:t>
    </dgm:pt>
    <dgm:pt modelId="{38A81F34-36FB-4FDD-A0AC-490B615E78D3}" type="sibTrans" cxnId="{1C3C680A-D32D-4620-91CA-ECD372DB30AA}">
      <dgm:prSet/>
      <dgm:spPr/>
      <dgm:t>
        <a:bodyPr/>
        <a:lstStyle/>
        <a:p>
          <a:endParaRPr lang="uk-UA"/>
        </a:p>
      </dgm:t>
    </dgm:pt>
    <dgm:pt modelId="{0D78A685-B686-4BBF-8353-54E806D6300A}">
      <dgm:prSet/>
      <dgm:spPr/>
      <dgm:t>
        <a:bodyPr/>
        <a:lstStyle/>
        <a:p>
          <a:r>
            <a:rPr lang="uk-UA" b="0" i="0"/>
            <a:t>постачання продовольства населенню окупованих територій.</a:t>
          </a:r>
          <a:endParaRPr lang="uk-UA"/>
        </a:p>
      </dgm:t>
    </dgm:pt>
    <dgm:pt modelId="{F35FB550-57F0-4A10-832A-126E2EA85383}" type="parTrans" cxnId="{FFF196C5-4E4D-4512-AA24-064ED6F279C3}">
      <dgm:prSet/>
      <dgm:spPr/>
      <dgm:t>
        <a:bodyPr/>
        <a:lstStyle/>
        <a:p>
          <a:endParaRPr lang="uk-UA"/>
        </a:p>
      </dgm:t>
    </dgm:pt>
    <dgm:pt modelId="{A0730887-3A00-4685-8C17-13FBEE4BAD10}" type="sibTrans" cxnId="{FFF196C5-4E4D-4512-AA24-064ED6F279C3}">
      <dgm:prSet/>
      <dgm:spPr/>
      <dgm:t>
        <a:bodyPr/>
        <a:lstStyle/>
        <a:p>
          <a:endParaRPr lang="uk-UA"/>
        </a:p>
      </dgm:t>
    </dgm:pt>
    <dgm:pt modelId="{5272270C-6AF0-468F-924F-1284B163A154}">
      <dgm:prSet/>
      <dgm:spPr/>
      <dgm:t>
        <a:bodyPr/>
        <a:lstStyle/>
        <a:p>
          <a:r>
            <a:rPr lang="uk-UA" b="0" i="0"/>
            <a:t>відновлення в регіоні радянської влади.</a:t>
          </a:r>
          <a:endParaRPr lang="uk-UA"/>
        </a:p>
      </dgm:t>
    </dgm:pt>
    <dgm:pt modelId="{27088AD8-2239-496E-B028-258F1F20BE21}" type="parTrans" cxnId="{84B350D2-FD7A-4691-AC29-BB2E820DA581}">
      <dgm:prSet/>
      <dgm:spPr/>
      <dgm:t>
        <a:bodyPr/>
        <a:lstStyle/>
        <a:p>
          <a:endParaRPr lang="uk-UA"/>
        </a:p>
      </dgm:t>
    </dgm:pt>
    <dgm:pt modelId="{FDADB6AA-D25A-4DF7-90A5-F057EA597D9B}" type="sibTrans" cxnId="{84B350D2-FD7A-4691-AC29-BB2E820DA581}">
      <dgm:prSet/>
      <dgm:spPr/>
      <dgm:t>
        <a:bodyPr/>
        <a:lstStyle/>
        <a:p>
          <a:endParaRPr lang="uk-UA"/>
        </a:p>
      </dgm:t>
    </dgm:pt>
    <dgm:pt modelId="{44282436-10E0-4908-AF50-8BFEF01E68CE}">
      <dgm:prSet/>
      <dgm:spPr/>
      <dgm:t>
        <a:bodyPr/>
        <a:lstStyle/>
        <a:p>
          <a:r>
            <a:rPr lang="uk-UA" b="0" i="0"/>
            <a:t>мобілізацію до лав Червоної Армії.</a:t>
          </a:r>
          <a:endParaRPr lang="uk-UA"/>
        </a:p>
      </dgm:t>
    </dgm:pt>
    <dgm:pt modelId="{8AEF8416-B4CF-4C65-8C9F-B371A901FBFA}" type="parTrans" cxnId="{3B62B081-6950-4249-97A1-CB7E7ADF376E}">
      <dgm:prSet/>
      <dgm:spPr/>
      <dgm:t>
        <a:bodyPr/>
        <a:lstStyle/>
        <a:p>
          <a:endParaRPr lang="uk-UA"/>
        </a:p>
      </dgm:t>
    </dgm:pt>
    <dgm:pt modelId="{0CD56183-50C9-48EB-82DD-10F6C7A3070C}" type="sibTrans" cxnId="{3B62B081-6950-4249-97A1-CB7E7ADF376E}">
      <dgm:prSet/>
      <dgm:spPr/>
      <dgm:t>
        <a:bodyPr/>
        <a:lstStyle/>
        <a:p>
          <a:endParaRPr lang="uk-UA"/>
        </a:p>
      </dgm:t>
    </dgm:pt>
    <dgm:pt modelId="{97A87286-882B-4C3D-8C67-78A9A2694DBE}" type="pres">
      <dgm:prSet presAssocID="{AB70BCE5-746B-4F99-86DA-B8D58117012C}" presName="linear" presStyleCnt="0">
        <dgm:presLayoutVars>
          <dgm:animLvl val="lvl"/>
          <dgm:resizeHandles val="exact"/>
        </dgm:presLayoutVars>
      </dgm:prSet>
      <dgm:spPr/>
    </dgm:pt>
    <dgm:pt modelId="{DD2E0C37-C638-40BC-BE50-D1892B39F6D8}" type="pres">
      <dgm:prSet presAssocID="{C83AF2CE-D3C3-484E-BECA-7969F04EB8B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206AD46-142D-4AE5-85C3-5F86BE77A626}" type="pres">
      <dgm:prSet presAssocID="{38A81F34-36FB-4FDD-A0AC-490B615E78D3}" presName="spacer" presStyleCnt="0"/>
      <dgm:spPr/>
    </dgm:pt>
    <dgm:pt modelId="{5862D7F4-3A48-472C-AD8A-9FF7C30E1FB2}" type="pres">
      <dgm:prSet presAssocID="{0D78A685-B686-4BBF-8353-54E806D6300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451DCE-297E-4ED0-8E4F-90E6814FEB41}" type="pres">
      <dgm:prSet presAssocID="{A0730887-3A00-4685-8C17-13FBEE4BAD10}" presName="spacer" presStyleCnt="0"/>
      <dgm:spPr/>
    </dgm:pt>
    <dgm:pt modelId="{F2637B54-2A30-48B2-B79C-3251AE2A77CE}" type="pres">
      <dgm:prSet presAssocID="{5272270C-6AF0-468F-924F-1284B163A15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00B313-051D-4ABB-BC86-CA876E43567B}" type="pres">
      <dgm:prSet presAssocID="{FDADB6AA-D25A-4DF7-90A5-F057EA597D9B}" presName="spacer" presStyleCnt="0"/>
      <dgm:spPr/>
    </dgm:pt>
    <dgm:pt modelId="{3DE85EDA-44C9-41B4-AFF4-EF8E8536B01A}" type="pres">
      <dgm:prSet presAssocID="{44282436-10E0-4908-AF50-8BFEF01E68C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C3C680A-D32D-4620-91CA-ECD372DB30AA}" srcId="{AB70BCE5-746B-4F99-86DA-B8D58117012C}" destId="{C83AF2CE-D3C3-484E-BECA-7969F04EB8B5}" srcOrd="0" destOrd="0" parTransId="{071D576A-3E30-45B5-8775-6FA113A389DB}" sibTransId="{38A81F34-36FB-4FDD-A0AC-490B615E78D3}"/>
    <dgm:cxn modelId="{030DDF7B-9D91-4B6C-ADAB-D821CB4F0134}" type="presOf" srcId="{0D78A685-B686-4BBF-8353-54E806D6300A}" destId="{5862D7F4-3A48-472C-AD8A-9FF7C30E1FB2}" srcOrd="0" destOrd="0" presId="urn:microsoft.com/office/officeart/2005/8/layout/vList2"/>
    <dgm:cxn modelId="{3B62B081-6950-4249-97A1-CB7E7ADF376E}" srcId="{AB70BCE5-746B-4F99-86DA-B8D58117012C}" destId="{44282436-10E0-4908-AF50-8BFEF01E68CE}" srcOrd="3" destOrd="0" parTransId="{8AEF8416-B4CF-4C65-8C9F-B371A901FBFA}" sibTransId="{0CD56183-50C9-48EB-82DD-10F6C7A3070C}"/>
    <dgm:cxn modelId="{FF38E898-6F79-4C62-B020-3BC8B1A98F1C}" type="presOf" srcId="{C83AF2CE-D3C3-484E-BECA-7969F04EB8B5}" destId="{DD2E0C37-C638-40BC-BE50-D1892B39F6D8}" srcOrd="0" destOrd="0" presId="urn:microsoft.com/office/officeart/2005/8/layout/vList2"/>
    <dgm:cxn modelId="{83390CA8-D5AD-4EDB-9D22-20681E811FE4}" type="presOf" srcId="{AB70BCE5-746B-4F99-86DA-B8D58117012C}" destId="{97A87286-882B-4C3D-8C67-78A9A2694DBE}" srcOrd="0" destOrd="0" presId="urn:microsoft.com/office/officeart/2005/8/layout/vList2"/>
    <dgm:cxn modelId="{FFF196C5-4E4D-4512-AA24-064ED6F279C3}" srcId="{AB70BCE5-746B-4F99-86DA-B8D58117012C}" destId="{0D78A685-B686-4BBF-8353-54E806D6300A}" srcOrd="1" destOrd="0" parTransId="{F35FB550-57F0-4A10-832A-126E2EA85383}" sibTransId="{A0730887-3A00-4685-8C17-13FBEE4BAD10}"/>
    <dgm:cxn modelId="{B0E7B9D1-25E5-4928-8F25-0930E07E0EC2}" type="presOf" srcId="{44282436-10E0-4908-AF50-8BFEF01E68CE}" destId="{3DE85EDA-44C9-41B4-AFF4-EF8E8536B01A}" srcOrd="0" destOrd="0" presId="urn:microsoft.com/office/officeart/2005/8/layout/vList2"/>
    <dgm:cxn modelId="{84B350D2-FD7A-4691-AC29-BB2E820DA581}" srcId="{AB70BCE5-746B-4F99-86DA-B8D58117012C}" destId="{5272270C-6AF0-468F-924F-1284B163A154}" srcOrd="2" destOrd="0" parTransId="{27088AD8-2239-496E-B028-258F1F20BE21}" sibTransId="{FDADB6AA-D25A-4DF7-90A5-F057EA597D9B}"/>
    <dgm:cxn modelId="{DB98F3E6-4D5C-49CC-B0A6-67531FC41306}" type="presOf" srcId="{5272270C-6AF0-468F-924F-1284B163A154}" destId="{F2637B54-2A30-48B2-B79C-3251AE2A77CE}" srcOrd="0" destOrd="0" presId="urn:microsoft.com/office/officeart/2005/8/layout/vList2"/>
    <dgm:cxn modelId="{A86CE0D7-F28A-4568-9D20-28E5B2A6C6DA}" type="presParOf" srcId="{97A87286-882B-4C3D-8C67-78A9A2694DBE}" destId="{DD2E0C37-C638-40BC-BE50-D1892B39F6D8}" srcOrd="0" destOrd="0" presId="urn:microsoft.com/office/officeart/2005/8/layout/vList2"/>
    <dgm:cxn modelId="{7B3C5765-091C-46D2-833B-E90FA81C8A88}" type="presParOf" srcId="{97A87286-882B-4C3D-8C67-78A9A2694DBE}" destId="{4206AD46-142D-4AE5-85C3-5F86BE77A626}" srcOrd="1" destOrd="0" presId="urn:microsoft.com/office/officeart/2005/8/layout/vList2"/>
    <dgm:cxn modelId="{9F48A62D-0361-42A3-80C5-AAA86B310B86}" type="presParOf" srcId="{97A87286-882B-4C3D-8C67-78A9A2694DBE}" destId="{5862D7F4-3A48-472C-AD8A-9FF7C30E1FB2}" srcOrd="2" destOrd="0" presId="urn:microsoft.com/office/officeart/2005/8/layout/vList2"/>
    <dgm:cxn modelId="{A5BC16DB-100C-483B-AE7D-C6928F88E0CC}" type="presParOf" srcId="{97A87286-882B-4C3D-8C67-78A9A2694DBE}" destId="{4F451DCE-297E-4ED0-8E4F-90E6814FEB41}" srcOrd="3" destOrd="0" presId="urn:microsoft.com/office/officeart/2005/8/layout/vList2"/>
    <dgm:cxn modelId="{AA6D0D37-DC27-4562-871B-E43ADD8FB91E}" type="presParOf" srcId="{97A87286-882B-4C3D-8C67-78A9A2694DBE}" destId="{F2637B54-2A30-48B2-B79C-3251AE2A77CE}" srcOrd="4" destOrd="0" presId="urn:microsoft.com/office/officeart/2005/8/layout/vList2"/>
    <dgm:cxn modelId="{E73E2C6E-030E-4AB2-A6AB-AB34CE4D7600}" type="presParOf" srcId="{97A87286-882B-4C3D-8C67-78A9A2694DBE}" destId="{B000B313-051D-4ABB-BC86-CA876E43567B}" srcOrd="5" destOrd="0" presId="urn:microsoft.com/office/officeart/2005/8/layout/vList2"/>
    <dgm:cxn modelId="{E35A8786-6E19-40B5-842F-CFB74BA1B0FE}" type="presParOf" srcId="{97A87286-882B-4C3D-8C67-78A9A2694DBE}" destId="{3DE85EDA-44C9-41B4-AFF4-EF8E8536B01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74314FBE-8FAE-42D7-8C46-A52AAC4598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ED8722-4FD6-47F7-B2FF-EFDF3E7566ED}">
      <dgm:prSet/>
      <dgm:spPr/>
      <dgm:t>
        <a:bodyPr/>
        <a:lstStyle/>
        <a:p>
          <a:r>
            <a:rPr lang="ru-RU" b="0" i="0"/>
            <a:t>план «Барбаросса»</a:t>
          </a:r>
          <a:endParaRPr lang="uk-UA"/>
        </a:p>
      </dgm:t>
    </dgm:pt>
    <dgm:pt modelId="{D8B341C0-159C-4117-B785-55D6415C8CD9}" type="parTrans" cxnId="{4B90D172-29DD-4FAE-958A-791B99C7972A}">
      <dgm:prSet/>
      <dgm:spPr/>
      <dgm:t>
        <a:bodyPr/>
        <a:lstStyle/>
        <a:p>
          <a:endParaRPr lang="uk-UA"/>
        </a:p>
      </dgm:t>
    </dgm:pt>
    <dgm:pt modelId="{72278F32-CA87-4EFF-8EA1-271227D68367}" type="sibTrans" cxnId="{4B90D172-29DD-4FAE-958A-791B99C7972A}">
      <dgm:prSet/>
      <dgm:spPr/>
      <dgm:t>
        <a:bodyPr/>
        <a:lstStyle/>
        <a:p>
          <a:endParaRPr lang="uk-UA"/>
        </a:p>
      </dgm:t>
    </dgm:pt>
    <dgm:pt modelId="{F09EF74B-5322-4E32-8CEE-55F86B2702D9}">
      <dgm:prSet/>
      <dgm:spPr/>
      <dgm:t>
        <a:bodyPr/>
        <a:lstStyle/>
        <a:p>
          <a:r>
            <a:rPr lang="ru-RU" b="0" i="0"/>
            <a:t>«Східний вал»</a:t>
          </a:r>
          <a:endParaRPr lang="uk-UA"/>
        </a:p>
      </dgm:t>
    </dgm:pt>
    <dgm:pt modelId="{58D91636-83BA-4FAC-A3E0-A6D43837FF4D}" type="parTrans" cxnId="{2A49A257-9689-41C3-98B2-4BA01926759F}">
      <dgm:prSet/>
      <dgm:spPr/>
      <dgm:t>
        <a:bodyPr/>
        <a:lstStyle/>
        <a:p>
          <a:endParaRPr lang="uk-UA"/>
        </a:p>
      </dgm:t>
    </dgm:pt>
    <dgm:pt modelId="{30DB5946-83B2-4D7F-868C-9F7DF115B73C}" type="sibTrans" cxnId="{2A49A257-9689-41C3-98B2-4BA01926759F}">
      <dgm:prSet/>
      <dgm:spPr/>
      <dgm:t>
        <a:bodyPr/>
        <a:lstStyle/>
        <a:p>
          <a:endParaRPr lang="uk-UA"/>
        </a:p>
      </dgm:t>
    </dgm:pt>
    <dgm:pt modelId="{8DBAFC1B-23AB-4654-B68D-7C0E9ED4C69B}">
      <dgm:prSet/>
      <dgm:spPr/>
      <dgm:t>
        <a:bodyPr/>
        <a:lstStyle/>
        <a:p>
          <a:r>
            <a:rPr lang="ru-RU" b="0" i="0"/>
            <a:t>партизанський рейд</a:t>
          </a:r>
          <a:endParaRPr lang="uk-UA"/>
        </a:p>
      </dgm:t>
    </dgm:pt>
    <dgm:pt modelId="{239F77CA-4CC7-4900-BF1B-DD9027E72853}" type="parTrans" cxnId="{602B5EC3-2157-4E0B-AE47-D74194190E26}">
      <dgm:prSet/>
      <dgm:spPr/>
      <dgm:t>
        <a:bodyPr/>
        <a:lstStyle/>
        <a:p>
          <a:endParaRPr lang="uk-UA"/>
        </a:p>
      </dgm:t>
    </dgm:pt>
    <dgm:pt modelId="{36AEC891-C5D1-4D0A-A5D2-350C5AFD4CC9}" type="sibTrans" cxnId="{602B5EC3-2157-4E0B-AE47-D74194190E26}">
      <dgm:prSet/>
      <dgm:spPr/>
      <dgm:t>
        <a:bodyPr/>
        <a:lstStyle/>
        <a:p>
          <a:endParaRPr lang="uk-UA"/>
        </a:p>
      </dgm:t>
    </dgm:pt>
    <dgm:pt modelId="{E3477855-AF04-4E92-B8B3-C5F2B3450A33}">
      <dgm:prSet/>
      <dgm:spPr/>
      <dgm:t>
        <a:bodyPr/>
        <a:lstStyle/>
        <a:p>
          <a:r>
            <a:rPr lang="ru-RU" b="0" i="0"/>
            <a:t>похідні групи</a:t>
          </a:r>
          <a:endParaRPr lang="uk-UA"/>
        </a:p>
      </dgm:t>
    </dgm:pt>
    <dgm:pt modelId="{6DC49CFD-3711-4404-9600-F58A591A7F33}" type="parTrans" cxnId="{2B62435E-366B-43D2-9B13-3F3DA4757CA3}">
      <dgm:prSet/>
      <dgm:spPr/>
      <dgm:t>
        <a:bodyPr/>
        <a:lstStyle/>
        <a:p>
          <a:endParaRPr lang="uk-UA"/>
        </a:p>
      </dgm:t>
    </dgm:pt>
    <dgm:pt modelId="{E71DA704-54B1-4E9F-BAC2-7DD0A4E2A327}" type="sibTrans" cxnId="{2B62435E-366B-43D2-9B13-3F3DA4757CA3}">
      <dgm:prSet/>
      <dgm:spPr/>
      <dgm:t>
        <a:bodyPr/>
        <a:lstStyle/>
        <a:p>
          <a:endParaRPr lang="uk-UA"/>
        </a:p>
      </dgm:t>
    </dgm:pt>
    <dgm:pt modelId="{62434923-C65C-4E1E-9FF6-29D3EBDCDA15}">
      <dgm:prSet/>
      <dgm:spPr/>
      <dgm:t>
        <a:bodyPr/>
        <a:lstStyle/>
        <a:p>
          <a:r>
            <a:rPr lang="ru-RU" b="0" i="0"/>
            <a:t>плацдарм</a:t>
          </a:r>
          <a:endParaRPr lang="uk-UA"/>
        </a:p>
      </dgm:t>
    </dgm:pt>
    <dgm:pt modelId="{9927B6F0-F7C7-435E-817A-EC2B6E79A8FD}" type="parTrans" cxnId="{6FF9EA5C-5BBE-466D-921D-054322958470}">
      <dgm:prSet/>
      <dgm:spPr/>
      <dgm:t>
        <a:bodyPr/>
        <a:lstStyle/>
        <a:p>
          <a:endParaRPr lang="uk-UA"/>
        </a:p>
      </dgm:t>
    </dgm:pt>
    <dgm:pt modelId="{D06AB008-F3C9-41A7-BB7C-C5C8DD9DF965}" type="sibTrans" cxnId="{6FF9EA5C-5BBE-466D-921D-054322958470}">
      <dgm:prSet/>
      <dgm:spPr/>
      <dgm:t>
        <a:bodyPr/>
        <a:lstStyle/>
        <a:p>
          <a:endParaRPr lang="uk-UA"/>
        </a:p>
      </dgm:t>
    </dgm:pt>
    <dgm:pt modelId="{03A3E165-2045-485A-A13E-D7EB95F1AAED}">
      <dgm:prSet/>
      <dgm:spPr/>
      <dgm:t>
        <a:bodyPr/>
        <a:lstStyle/>
        <a:p>
          <a:r>
            <a:rPr lang="ru-RU" b="0" i="0" dirty="0" err="1"/>
            <a:t>евакуація</a:t>
          </a:r>
          <a:endParaRPr lang="uk-UA" dirty="0"/>
        </a:p>
      </dgm:t>
    </dgm:pt>
    <dgm:pt modelId="{0F7C1DAE-299E-4C6D-A68F-C7380F7537A7}" type="parTrans" cxnId="{FAFCCD08-1917-42AA-B6EA-7BFFE3F3846B}">
      <dgm:prSet/>
      <dgm:spPr/>
      <dgm:t>
        <a:bodyPr/>
        <a:lstStyle/>
        <a:p>
          <a:endParaRPr lang="uk-UA"/>
        </a:p>
      </dgm:t>
    </dgm:pt>
    <dgm:pt modelId="{10B42FBF-29FF-4C08-B677-84A57AB1BFBA}" type="sibTrans" cxnId="{FAFCCD08-1917-42AA-B6EA-7BFFE3F3846B}">
      <dgm:prSet/>
      <dgm:spPr/>
      <dgm:t>
        <a:bodyPr/>
        <a:lstStyle/>
        <a:p>
          <a:endParaRPr lang="uk-UA"/>
        </a:p>
      </dgm:t>
    </dgm:pt>
    <dgm:pt modelId="{483B3E5B-ADF0-4F87-8BD5-1592F549D2C7}" type="pres">
      <dgm:prSet presAssocID="{74314FBE-8FAE-42D7-8C46-A52AAC459817}" presName="linear" presStyleCnt="0">
        <dgm:presLayoutVars>
          <dgm:animLvl val="lvl"/>
          <dgm:resizeHandles val="exact"/>
        </dgm:presLayoutVars>
      </dgm:prSet>
      <dgm:spPr/>
    </dgm:pt>
    <dgm:pt modelId="{BCDB32A5-2058-4A58-A576-0B66922F7FFF}" type="pres">
      <dgm:prSet presAssocID="{05ED8722-4FD6-47F7-B2FF-EFDF3E7566E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84A902C-129A-42B8-A752-273217F38F6D}" type="pres">
      <dgm:prSet presAssocID="{72278F32-CA87-4EFF-8EA1-271227D68367}" presName="spacer" presStyleCnt="0"/>
      <dgm:spPr/>
    </dgm:pt>
    <dgm:pt modelId="{AE431114-C53D-4DF9-9F34-8BF5FB067AB1}" type="pres">
      <dgm:prSet presAssocID="{F09EF74B-5322-4E32-8CEE-55F86B2702D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DB9B4B0-0D72-401A-B9B9-2766342B2AFD}" type="pres">
      <dgm:prSet presAssocID="{30DB5946-83B2-4D7F-868C-9F7DF115B73C}" presName="spacer" presStyleCnt="0"/>
      <dgm:spPr/>
    </dgm:pt>
    <dgm:pt modelId="{C7AB6934-A393-4536-A412-9576A025CCDD}" type="pres">
      <dgm:prSet presAssocID="{8DBAFC1B-23AB-4654-B68D-7C0E9ED4C69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D22057E-C083-493D-B98D-55E1E62A6386}" type="pres">
      <dgm:prSet presAssocID="{36AEC891-C5D1-4D0A-A5D2-350C5AFD4CC9}" presName="spacer" presStyleCnt="0"/>
      <dgm:spPr/>
    </dgm:pt>
    <dgm:pt modelId="{42446CBD-C6D3-403F-A5D9-1E55B38C9797}" type="pres">
      <dgm:prSet presAssocID="{E3477855-AF04-4E92-B8B3-C5F2B3450A3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3113139-8605-4770-8736-F9FC9404BB5E}" type="pres">
      <dgm:prSet presAssocID="{E71DA704-54B1-4E9F-BAC2-7DD0A4E2A327}" presName="spacer" presStyleCnt="0"/>
      <dgm:spPr/>
    </dgm:pt>
    <dgm:pt modelId="{70CCAEDD-1185-4F2E-8852-7224336C8833}" type="pres">
      <dgm:prSet presAssocID="{62434923-C65C-4E1E-9FF6-29D3EBDCDA1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8388F11-2AB2-4090-83A9-00F19546BA34}" type="pres">
      <dgm:prSet presAssocID="{D06AB008-F3C9-41A7-BB7C-C5C8DD9DF965}" presName="spacer" presStyleCnt="0"/>
      <dgm:spPr/>
    </dgm:pt>
    <dgm:pt modelId="{BA3E76EC-E4FC-4AD3-A70E-7CDB7EDF813E}" type="pres">
      <dgm:prSet presAssocID="{03A3E165-2045-485A-A13E-D7EB95F1AAE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AFCCD08-1917-42AA-B6EA-7BFFE3F3846B}" srcId="{74314FBE-8FAE-42D7-8C46-A52AAC459817}" destId="{03A3E165-2045-485A-A13E-D7EB95F1AAED}" srcOrd="5" destOrd="0" parTransId="{0F7C1DAE-299E-4C6D-A68F-C7380F7537A7}" sibTransId="{10B42FBF-29FF-4C08-B677-84A57AB1BFBA}"/>
    <dgm:cxn modelId="{A79E900E-8C70-4300-B977-7B50C64A9B14}" type="presOf" srcId="{F09EF74B-5322-4E32-8CEE-55F86B2702D9}" destId="{AE431114-C53D-4DF9-9F34-8BF5FB067AB1}" srcOrd="0" destOrd="0" presId="urn:microsoft.com/office/officeart/2005/8/layout/vList2"/>
    <dgm:cxn modelId="{AB177712-6360-4965-8D0B-C7D19239E8B6}" type="presOf" srcId="{03A3E165-2045-485A-A13E-D7EB95F1AAED}" destId="{BA3E76EC-E4FC-4AD3-A70E-7CDB7EDF813E}" srcOrd="0" destOrd="0" presId="urn:microsoft.com/office/officeart/2005/8/layout/vList2"/>
    <dgm:cxn modelId="{68FC865B-61EE-4369-9F77-6116FF2D4EC1}" type="presOf" srcId="{8DBAFC1B-23AB-4654-B68D-7C0E9ED4C69B}" destId="{C7AB6934-A393-4536-A412-9576A025CCDD}" srcOrd="0" destOrd="0" presId="urn:microsoft.com/office/officeart/2005/8/layout/vList2"/>
    <dgm:cxn modelId="{6FF9EA5C-5BBE-466D-921D-054322958470}" srcId="{74314FBE-8FAE-42D7-8C46-A52AAC459817}" destId="{62434923-C65C-4E1E-9FF6-29D3EBDCDA15}" srcOrd="4" destOrd="0" parTransId="{9927B6F0-F7C7-435E-817A-EC2B6E79A8FD}" sibTransId="{D06AB008-F3C9-41A7-BB7C-C5C8DD9DF965}"/>
    <dgm:cxn modelId="{2B62435E-366B-43D2-9B13-3F3DA4757CA3}" srcId="{74314FBE-8FAE-42D7-8C46-A52AAC459817}" destId="{E3477855-AF04-4E92-B8B3-C5F2B3450A33}" srcOrd="3" destOrd="0" parTransId="{6DC49CFD-3711-4404-9600-F58A591A7F33}" sibTransId="{E71DA704-54B1-4E9F-BAC2-7DD0A4E2A327}"/>
    <dgm:cxn modelId="{4B90D172-29DD-4FAE-958A-791B99C7972A}" srcId="{74314FBE-8FAE-42D7-8C46-A52AAC459817}" destId="{05ED8722-4FD6-47F7-B2FF-EFDF3E7566ED}" srcOrd="0" destOrd="0" parTransId="{D8B341C0-159C-4117-B785-55D6415C8CD9}" sibTransId="{72278F32-CA87-4EFF-8EA1-271227D68367}"/>
    <dgm:cxn modelId="{DEE5F476-9249-479E-9CBC-15A41ECB7E0B}" type="presOf" srcId="{E3477855-AF04-4E92-B8B3-C5F2B3450A33}" destId="{42446CBD-C6D3-403F-A5D9-1E55B38C9797}" srcOrd="0" destOrd="0" presId="urn:microsoft.com/office/officeart/2005/8/layout/vList2"/>
    <dgm:cxn modelId="{2A49A257-9689-41C3-98B2-4BA01926759F}" srcId="{74314FBE-8FAE-42D7-8C46-A52AAC459817}" destId="{F09EF74B-5322-4E32-8CEE-55F86B2702D9}" srcOrd="1" destOrd="0" parTransId="{58D91636-83BA-4FAC-A3E0-A6D43837FF4D}" sibTransId="{30DB5946-83B2-4D7F-868C-9F7DF115B73C}"/>
    <dgm:cxn modelId="{BA26D38B-FA51-4B27-A335-3379AE012907}" type="presOf" srcId="{74314FBE-8FAE-42D7-8C46-A52AAC459817}" destId="{483B3E5B-ADF0-4F87-8BD5-1592F549D2C7}" srcOrd="0" destOrd="0" presId="urn:microsoft.com/office/officeart/2005/8/layout/vList2"/>
    <dgm:cxn modelId="{202E6FBC-EED1-429A-8AF1-DE67A6DCE563}" type="presOf" srcId="{62434923-C65C-4E1E-9FF6-29D3EBDCDA15}" destId="{70CCAEDD-1185-4F2E-8852-7224336C8833}" srcOrd="0" destOrd="0" presId="urn:microsoft.com/office/officeart/2005/8/layout/vList2"/>
    <dgm:cxn modelId="{602B5EC3-2157-4E0B-AE47-D74194190E26}" srcId="{74314FBE-8FAE-42D7-8C46-A52AAC459817}" destId="{8DBAFC1B-23AB-4654-B68D-7C0E9ED4C69B}" srcOrd="2" destOrd="0" parTransId="{239F77CA-4CC7-4900-BF1B-DD9027E72853}" sibTransId="{36AEC891-C5D1-4D0A-A5D2-350C5AFD4CC9}"/>
    <dgm:cxn modelId="{0FB112F1-9756-4048-AF03-B2E1B3E14325}" type="presOf" srcId="{05ED8722-4FD6-47F7-B2FF-EFDF3E7566ED}" destId="{BCDB32A5-2058-4A58-A576-0B66922F7FFF}" srcOrd="0" destOrd="0" presId="urn:microsoft.com/office/officeart/2005/8/layout/vList2"/>
    <dgm:cxn modelId="{1FA95AC9-4E0F-48D5-AEB9-EF882F9A839A}" type="presParOf" srcId="{483B3E5B-ADF0-4F87-8BD5-1592F549D2C7}" destId="{BCDB32A5-2058-4A58-A576-0B66922F7FFF}" srcOrd="0" destOrd="0" presId="urn:microsoft.com/office/officeart/2005/8/layout/vList2"/>
    <dgm:cxn modelId="{E7E5EE99-A7E3-4790-80AD-4CDD8CEDB6D7}" type="presParOf" srcId="{483B3E5B-ADF0-4F87-8BD5-1592F549D2C7}" destId="{384A902C-129A-42B8-A752-273217F38F6D}" srcOrd="1" destOrd="0" presId="urn:microsoft.com/office/officeart/2005/8/layout/vList2"/>
    <dgm:cxn modelId="{DC253A99-7BEB-48C0-8458-2AFC32C9544A}" type="presParOf" srcId="{483B3E5B-ADF0-4F87-8BD5-1592F549D2C7}" destId="{AE431114-C53D-4DF9-9F34-8BF5FB067AB1}" srcOrd="2" destOrd="0" presId="urn:microsoft.com/office/officeart/2005/8/layout/vList2"/>
    <dgm:cxn modelId="{96313A6F-69C3-40BE-8984-B08EF957F40C}" type="presParOf" srcId="{483B3E5B-ADF0-4F87-8BD5-1592F549D2C7}" destId="{5DB9B4B0-0D72-401A-B9B9-2766342B2AFD}" srcOrd="3" destOrd="0" presId="urn:microsoft.com/office/officeart/2005/8/layout/vList2"/>
    <dgm:cxn modelId="{F096F44E-5674-4674-BD46-343A5A5668EB}" type="presParOf" srcId="{483B3E5B-ADF0-4F87-8BD5-1592F549D2C7}" destId="{C7AB6934-A393-4536-A412-9576A025CCDD}" srcOrd="4" destOrd="0" presId="urn:microsoft.com/office/officeart/2005/8/layout/vList2"/>
    <dgm:cxn modelId="{4CC7F71E-75FA-49A4-A7BD-498E04F98ADB}" type="presParOf" srcId="{483B3E5B-ADF0-4F87-8BD5-1592F549D2C7}" destId="{5D22057E-C083-493D-B98D-55E1E62A6386}" srcOrd="5" destOrd="0" presId="urn:microsoft.com/office/officeart/2005/8/layout/vList2"/>
    <dgm:cxn modelId="{3872AC04-3422-4035-B29A-A5D564D9FEF0}" type="presParOf" srcId="{483B3E5B-ADF0-4F87-8BD5-1592F549D2C7}" destId="{42446CBD-C6D3-403F-A5D9-1E55B38C9797}" srcOrd="6" destOrd="0" presId="urn:microsoft.com/office/officeart/2005/8/layout/vList2"/>
    <dgm:cxn modelId="{D46A79A2-886E-46AE-AABB-83415C995DA2}" type="presParOf" srcId="{483B3E5B-ADF0-4F87-8BD5-1592F549D2C7}" destId="{B3113139-8605-4770-8736-F9FC9404BB5E}" srcOrd="7" destOrd="0" presId="urn:microsoft.com/office/officeart/2005/8/layout/vList2"/>
    <dgm:cxn modelId="{8591073B-085A-4EF0-8B1A-F669145A31A8}" type="presParOf" srcId="{483B3E5B-ADF0-4F87-8BD5-1592F549D2C7}" destId="{70CCAEDD-1185-4F2E-8852-7224336C8833}" srcOrd="8" destOrd="0" presId="urn:microsoft.com/office/officeart/2005/8/layout/vList2"/>
    <dgm:cxn modelId="{71B71901-FBE6-4324-B521-8346303C7E5E}" type="presParOf" srcId="{483B3E5B-ADF0-4F87-8BD5-1592F549D2C7}" destId="{78388F11-2AB2-4090-83A9-00F19546BA34}" srcOrd="9" destOrd="0" presId="urn:microsoft.com/office/officeart/2005/8/layout/vList2"/>
    <dgm:cxn modelId="{E8DE0B1A-C106-4A37-827C-E41082BD7CDE}" type="presParOf" srcId="{483B3E5B-ADF0-4F87-8BD5-1592F549D2C7}" destId="{BA3E76EC-E4FC-4AD3-A70E-7CDB7EDF813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1FBD8495-E37C-411A-B3DA-495CB2A8A45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B261BB8-56DD-47E7-8EC4-D02B6D7E6829}">
      <dgm:prSet/>
      <dgm:spPr/>
      <dgm:t>
        <a:bodyPr/>
        <a:lstStyle/>
        <a:p>
          <a:r>
            <a:rPr lang="uk-UA" b="0" i="0"/>
            <a:t>використання окупаційною адміністрацією природних ресурсів України.</a:t>
          </a:r>
          <a:endParaRPr lang="uk-UA"/>
        </a:p>
      </dgm:t>
    </dgm:pt>
    <dgm:pt modelId="{81EAAA0A-AEDC-4E40-8430-5163DF5BBC7E}" type="parTrans" cxnId="{342A9069-9B1A-494D-9CFB-80D643274834}">
      <dgm:prSet/>
      <dgm:spPr/>
      <dgm:t>
        <a:bodyPr/>
        <a:lstStyle/>
        <a:p>
          <a:endParaRPr lang="uk-UA"/>
        </a:p>
      </dgm:t>
    </dgm:pt>
    <dgm:pt modelId="{85D79FE5-EF0D-4F7D-8B87-30FDDFA4E59E}" type="sibTrans" cxnId="{342A9069-9B1A-494D-9CFB-80D643274834}">
      <dgm:prSet/>
      <dgm:spPr/>
      <dgm:t>
        <a:bodyPr/>
        <a:lstStyle/>
        <a:p>
          <a:endParaRPr lang="uk-UA"/>
        </a:p>
      </dgm:t>
    </dgm:pt>
    <dgm:pt modelId="{CD4B6F04-AA08-43F3-9A1D-597FEAF31453}">
      <dgm:prSet/>
      <dgm:spPr/>
      <dgm:t>
        <a:bodyPr/>
        <a:lstStyle/>
        <a:p>
          <a:r>
            <a:rPr lang="uk-UA" b="0" i="0"/>
            <a:t>формування окупаційної адміністрації в Україні з місцевого населення.</a:t>
          </a:r>
          <a:endParaRPr lang="uk-UA"/>
        </a:p>
      </dgm:t>
    </dgm:pt>
    <dgm:pt modelId="{9DCFFDEE-40F7-4AA4-B509-6E90B98D249D}" type="parTrans" cxnId="{83FED080-3BDC-40BA-9AEC-161B71AF4400}">
      <dgm:prSet/>
      <dgm:spPr/>
      <dgm:t>
        <a:bodyPr/>
        <a:lstStyle/>
        <a:p>
          <a:endParaRPr lang="uk-UA"/>
        </a:p>
      </dgm:t>
    </dgm:pt>
    <dgm:pt modelId="{EFADE5E7-1228-43D9-8430-39949E9C5551}" type="sibTrans" cxnId="{83FED080-3BDC-40BA-9AEC-161B71AF4400}">
      <dgm:prSet/>
      <dgm:spPr/>
      <dgm:t>
        <a:bodyPr/>
        <a:lstStyle/>
        <a:p>
          <a:endParaRPr lang="uk-UA"/>
        </a:p>
      </dgm:t>
    </dgm:pt>
    <dgm:pt modelId="{6D169CA8-F978-4504-B359-163625E62F0C}">
      <dgm:prSet/>
      <dgm:spPr/>
      <dgm:t>
        <a:bodyPr/>
        <a:lstStyle/>
        <a:p>
          <a:r>
            <a:rPr lang="uk-UA" b="0" i="0"/>
            <a:t>створення окупантами системи боротьби з партизанським рухом в Україні.</a:t>
          </a:r>
          <a:endParaRPr lang="uk-UA"/>
        </a:p>
      </dgm:t>
    </dgm:pt>
    <dgm:pt modelId="{2EE347AF-0AB5-4865-908B-6D0858D01CC2}" type="parTrans" cxnId="{C8F146AA-8962-43E9-976C-F37AC13743CD}">
      <dgm:prSet/>
      <dgm:spPr/>
      <dgm:t>
        <a:bodyPr/>
        <a:lstStyle/>
        <a:p>
          <a:endParaRPr lang="uk-UA"/>
        </a:p>
      </dgm:t>
    </dgm:pt>
    <dgm:pt modelId="{72C10989-24EA-4699-8E7B-6A166FCFBBF6}" type="sibTrans" cxnId="{C8F146AA-8962-43E9-976C-F37AC13743CD}">
      <dgm:prSet/>
      <dgm:spPr/>
      <dgm:t>
        <a:bodyPr/>
        <a:lstStyle/>
        <a:p>
          <a:endParaRPr lang="uk-UA"/>
        </a:p>
      </dgm:t>
    </dgm:pt>
    <dgm:pt modelId="{9982BBC2-B2B2-49D0-86D5-CF04234E356A}">
      <dgm:prSet/>
      <dgm:spPr/>
      <dgm:t>
        <a:bodyPr/>
        <a:lstStyle/>
        <a:p>
          <a:r>
            <a:rPr lang="uk-UA" b="0" i="0"/>
            <a:t>будівництво «Східного валу» для зупинення наступу Червоної армії.</a:t>
          </a:r>
          <a:endParaRPr lang="uk-UA"/>
        </a:p>
      </dgm:t>
    </dgm:pt>
    <dgm:pt modelId="{E0BC7D43-F435-405B-83E4-B243632A07CF}" type="parTrans" cxnId="{6A9A75AD-04EA-4C37-9EDF-361F212421F3}">
      <dgm:prSet/>
      <dgm:spPr/>
      <dgm:t>
        <a:bodyPr/>
        <a:lstStyle/>
        <a:p>
          <a:endParaRPr lang="uk-UA"/>
        </a:p>
      </dgm:t>
    </dgm:pt>
    <dgm:pt modelId="{3ACD636F-7793-4E19-8B2E-0C7447DDCDD4}" type="sibTrans" cxnId="{6A9A75AD-04EA-4C37-9EDF-361F212421F3}">
      <dgm:prSet/>
      <dgm:spPr/>
      <dgm:t>
        <a:bodyPr/>
        <a:lstStyle/>
        <a:p>
          <a:endParaRPr lang="uk-UA"/>
        </a:p>
      </dgm:t>
    </dgm:pt>
    <dgm:pt modelId="{65B7BDC1-0EFE-4269-83F4-2CE3EFE0BA4F}" type="pres">
      <dgm:prSet presAssocID="{1FBD8495-E37C-411A-B3DA-495CB2A8A457}" presName="linear" presStyleCnt="0">
        <dgm:presLayoutVars>
          <dgm:animLvl val="lvl"/>
          <dgm:resizeHandles val="exact"/>
        </dgm:presLayoutVars>
      </dgm:prSet>
      <dgm:spPr/>
    </dgm:pt>
    <dgm:pt modelId="{A21E6B20-FF62-442A-BADD-F78CE37D7334}" type="pres">
      <dgm:prSet presAssocID="{DB261BB8-56DD-47E7-8EC4-D02B6D7E682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F6A62DA-CD98-40AA-B9A2-58D1034D7F67}" type="pres">
      <dgm:prSet presAssocID="{85D79FE5-EF0D-4F7D-8B87-30FDDFA4E59E}" presName="spacer" presStyleCnt="0"/>
      <dgm:spPr/>
    </dgm:pt>
    <dgm:pt modelId="{785F5D3A-53E3-4BE6-BE2E-5358B598B4EC}" type="pres">
      <dgm:prSet presAssocID="{CD4B6F04-AA08-43F3-9A1D-597FEAF3145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2C4F63A-BC92-48F7-BD08-759E16494CB1}" type="pres">
      <dgm:prSet presAssocID="{EFADE5E7-1228-43D9-8430-39949E9C5551}" presName="spacer" presStyleCnt="0"/>
      <dgm:spPr/>
    </dgm:pt>
    <dgm:pt modelId="{B1303B45-33B7-4B39-9A09-A654BC388FB1}" type="pres">
      <dgm:prSet presAssocID="{6D169CA8-F978-4504-B359-163625E62F0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0D38DE1-9A88-430C-ADFE-C7D2619FBDF2}" type="pres">
      <dgm:prSet presAssocID="{72C10989-24EA-4699-8E7B-6A166FCFBBF6}" presName="spacer" presStyleCnt="0"/>
      <dgm:spPr/>
    </dgm:pt>
    <dgm:pt modelId="{657BDF6B-EF39-427A-9CA2-80B46BF49BA0}" type="pres">
      <dgm:prSet presAssocID="{9982BBC2-B2B2-49D0-86D5-CF04234E356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5A3B0F-85FF-4841-B116-944D7E366FE8}" type="presOf" srcId="{1FBD8495-E37C-411A-B3DA-495CB2A8A457}" destId="{65B7BDC1-0EFE-4269-83F4-2CE3EFE0BA4F}" srcOrd="0" destOrd="0" presId="urn:microsoft.com/office/officeart/2005/8/layout/vList2"/>
    <dgm:cxn modelId="{649A7126-ECA0-407F-BF2F-316FB3A9F85A}" type="presOf" srcId="{CD4B6F04-AA08-43F3-9A1D-597FEAF31453}" destId="{785F5D3A-53E3-4BE6-BE2E-5358B598B4EC}" srcOrd="0" destOrd="0" presId="urn:microsoft.com/office/officeart/2005/8/layout/vList2"/>
    <dgm:cxn modelId="{342A9069-9B1A-494D-9CFB-80D643274834}" srcId="{1FBD8495-E37C-411A-B3DA-495CB2A8A457}" destId="{DB261BB8-56DD-47E7-8EC4-D02B6D7E6829}" srcOrd="0" destOrd="0" parTransId="{81EAAA0A-AEDC-4E40-8430-5163DF5BBC7E}" sibTransId="{85D79FE5-EF0D-4F7D-8B87-30FDDFA4E59E}"/>
    <dgm:cxn modelId="{44F4F54E-664A-45B6-978A-EF959E6BB289}" type="presOf" srcId="{6D169CA8-F978-4504-B359-163625E62F0C}" destId="{B1303B45-33B7-4B39-9A09-A654BC388FB1}" srcOrd="0" destOrd="0" presId="urn:microsoft.com/office/officeart/2005/8/layout/vList2"/>
    <dgm:cxn modelId="{83FED080-3BDC-40BA-9AEC-161B71AF4400}" srcId="{1FBD8495-E37C-411A-B3DA-495CB2A8A457}" destId="{CD4B6F04-AA08-43F3-9A1D-597FEAF31453}" srcOrd="1" destOrd="0" parTransId="{9DCFFDEE-40F7-4AA4-B509-6E90B98D249D}" sibTransId="{EFADE5E7-1228-43D9-8430-39949E9C5551}"/>
    <dgm:cxn modelId="{E8F986A5-5A2C-4F14-8F4F-F4A3286551B7}" type="presOf" srcId="{9982BBC2-B2B2-49D0-86D5-CF04234E356A}" destId="{657BDF6B-EF39-427A-9CA2-80B46BF49BA0}" srcOrd="0" destOrd="0" presId="urn:microsoft.com/office/officeart/2005/8/layout/vList2"/>
    <dgm:cxn modelId="{C8F146AA-8962-43E9-976C-F37AC13743CD}" srcId="{1FBD8495-E37C-411A-B3DA-495CB2A8A457}" destId="{6D169CA8-F978-4504-B359-163625E62F0C}" srcOrd="2" destOrd="0" parTransId="{2EE347AF-0AB5-4865-908B-6D0858D01CC2}" sibTransId="{72C10989-24EA-4699-8E7B-6A166FCFBBF6}"/>
    <dgm:cxn modelId="{6A9A75AD-04EA-4C37-9EDF-361F212421F3}" srcId="{1FBD8495-E37C-411A-B3DA-495CB2A8A457}" destId="{9982BBC2-B2B2-49D0-86D5-CF04234E356A}" srcOrd="3" destOrd="0" parTransId="{E0BC7D43-F435-405B-83E4-B243632A07CF}" sibTransId="{3ACD636F-7793-4E19-8B2E-0C7447DDCDD4}"/>
    <dgm:cxn modelId="{272624E7-175F-4D52-87C6-8495E6880AC9}" type="presOf" srcId="{DB261BB8-56DD-47E7-8EC4-D02B6D7E6829}" destId="{A21E6B20-FF62-442A-BADD-F78CE37D7334}" srcOrd="0" destOrd="0" presId="urn:microsoft.com/office/officeart/2005/8/layout/vList2"/>
    <dgm:cxn modelId="{09AA5D20-B9C0-4478-9597-614D0DD51AA4}" type="presParOf" srcId="{65B7BDC1-0EFE-4269-83F4-2CE3EFE0BA4F}" destId="{A21E6B20-FF62-442A-BADD-F78CE37D7334}" srcOrd="0" destOrd="0" presId="urn:microsoft.com/office/officeart/2005/8/layout/vList2"/>
    <dgm:cxn modelId="{1247D58E-6467-43DA-9E29-EB9399893811}" type="presParOf" srcId="{65B7BDC1-0EFE-4269-83F4-2CE3EFE0BA4F}" destId="{1F6A62DA-CD98-40AA-B9A2-58D1034D7F67}" srcOrd="1" destOrd="0" presId="urn:microsoft.com/office/officeart/2005/8/layout/vList2"/>
    <dgm:cxn modelId="{0C5AD190-36AA-453E-8CFE-458223850194}" type="presParOf" srcId="{65B7BDC1-0EFE-4269-83F4-2CE3EFE0BA4F}" destId="{785F5D3A-53E3-4BE6-BE2E-5358B598B4EC}" srcOrd="2" destOrd="0" presId="urn:microsoft.com/office/officeart/2005/8/layout/vList2"/>
    <dgm:cxn modelId="{601873A6-12B7-40A8-B96F-E86A08B135D2}" type="presParOf" srcId="{65B7BDC1-0EFE-4269-83F4-2CE3EFE0BA4F}" destId="{B2C4F63A-BC92-48F7-BD08-759E16494CB1}" srcOrd="3" destOrd="0" presId="urn:microsoft.com/office/officeart/2005/8/layout/vList2"/>
    <dgm:cxn modelId="{30B5524C-F173-403A-B8B8-1C1ED3118C38}" type="presParOf" srcId="{65B7BDC1-0EFE-4269-83F4-2CE3EFE0BA4F}" destId="{B1303B45-33B7-4B39-9A09-A654BC388FB1}" srcOrd="4" destOrd="0" presId="urn:microsoft.com/office/officeart/2005/8/layout/vList2"/>
    <dgm:cxn modelId="{0AE7C773-5272-442C-A1DF-B892131767C2}" type="presParOf" srcId="{65B7BDC1-0EFE-4269-83F4-2CE3EFE0BA4F}" destId="{20D38DE1-9A88-430C-ADFE-C7D2619FBDF2}" srcOrd="5" destOrd="0" presId="urn:microsoft.com/office/officeart/2005/8/layout/vList2"/>
    <dgm:cxn modelId="{F033C276-2D30-4CA4-990E-3FCFBF23836E}" type="presParOf" srcId="{65B7BDC1-0EFE-4269-83F4-2CE3EFE0BA4F}" destId="{657BDF6B-EF39-427A-9CA2-80B46BF49BA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360F582F-FED9-4A5E-873E-78E2B6C0AC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4C07896-738E-45B5-8D4B-A291AAF64565}">
      <dgm:prSet/>
      <dgm:spPr/>
      <dgm:t>
        <a:bodyPr/>
        <a:lstStyle/>
        <a:p>
          <a:r>
            <a:rPr lang="uk-UA" b="0" i="0"/>
            <a:t>Пише листи керівникам Третього рейху із засудженням винищення євреїв й окупаційної політики на Сході.</a:t>
          </a:r>
          <a:endParaRPr lang="uk-UA"/>
        </a:p>
      </dgm:t>
    </dgm:pt>
    <dgm:pt modelId="{735CC0DE-636A-406B-B532-528D4BB79249}" type="parTrans" cxnId="{BD7E5EB7-37DF-4C2B-8B69-4168F60B7195}">
      <dgm:prSet/>
      <dgm:spPr/>
      <dgm:t>
        <a:bodyPr/>
        <a:lstStyle/>
        <a:p>
          <a:endParaRPr lang="uk-UA"/>
        </a:p>
      </dgm:t>
    </dgm:pt>
    <dgm:pt modelId="{D522E7D5-A969-46E0-B017-BEA9465B25E4}" type="sibTrans" cxnId="{BD7E5EB7-37DF-4C2B-8B69-4168F60B7195}">
      <dgm:prSet/>
      <dgm:spPr/>
      <dgm:t>
        <a:bodyPr/>
        <a:lstStyle/>
        <a:p>
          <a:endParaRPr lang="uk-UA"/>
        </a:p>
      </dgm:t>
    </dgm:pt>
    <dgm:pt modelId="{EF5D32D3-5850-4828-AED9-AC620BFC9E88}">
      <dgm:prSet/>
      <dgm:spPr/>
      <dgm:t>
        <a:bodyPr/>
        <a:lstStyle/>
        <a:p>
          <a:r>
            <a:rPr lang="uk-UA" b="0" i="0"/>
            <a:t>У зв’язку з проведенням акції «пацифікації» протестує проти розправи польських військ над українським населенням Галичини.</a:t>
          </a:r>
          <a:endParaRPr lang="uk-UA"/>
        </a:p>
      </dgm:t>
    </dgm:pt>
    <dgm:pt modelId="{A7F576D1-3FAF-4838-9B09-DBC8EBD846E7}" type="parTrans" cxnId="{CDE5C503-1B18-4AAA-8FF5-2836DAF61C19}">
      <dgm:prSet/>
      <dgm:spPr/>
      <dgm:t>
        <a:bodyPr/>
        <a:lstStyle/>
        <a:p>
          <a:endParaRPr lang="uk-UA"/>
        </a:p>
      </dgm:t>
    </dgm:pt>
    <dgm:pt modelId="{D83F57DA-723E-4081-ABA6-CB7C42D3DBDE}" type="sibTrans" cxnId="{CDE5C503-1B18-4AAA-8FF5-2836DAF61C19}">
      <dgm:prSet/>
      <dgm:spPr/>
      <dgm:t>
        <a:bodyPr/>
        <a:lstStyle/>
        <a:p>
          <a:endParaRPr lang="uk-UA"/>
        </a:p>
      </dgm:t>
    </dgm:pt>
    <dgm:pt modelId="{D8970831-7829-4FC2-8B2D-44ECA993C654}">
      <dgm:prSet/>
      <dgm:spPr/>
      <dgm:t>
        <a:bodyPr/>
        <a:lstStyle/>
        <a:p>
          <a:r>
            <a:rPr lang="uk-UA" b="0" i="0"/>
            <a:t>Виступає з рішучим протестом проти антицерковної політики радянської влади на Західній Україні.</a:t>
          </a:r>
          <a:endParaRPr lang="uk-UA"/>
        </a:p>
      </dgm:t>
    </dgm:pt>
    <dgm:pt modelId="{23652EF0-10E8-4A7E-B6C0-821EB7EB0B6D}" type="parTrans" cxnId="{20403620-8D8E-4FFC-8F1D-2ECEEF024BAD}">
      <dgm:prSet/>
      <dgm:spPr/>
      <dgm:t>
        <a:bodyPr/>
        <a:lstStyle/>
        <a:p>
          <a:endParaRPr lang="uk-UA"/>
        </a:p>
      </dgm:t>
    </dgm:pt>
    <dgm:pt modelId="{5265FEE5-1A7F-45B7-9355-DAFAAAC24BD6}" type="sibTrans" cxnId="{20403620-8D8E-4FFC-8F1D-2ECEEF024BAD}">
      <dgm:prSet/>
      <dgm:spPr/>
      <dgm:t>
        <a:bodyPr/>
        <a:lstStyle/>
        <a:p>
          <a:endParaRPr lang="uk-UA"/>
        </a:p>
      </dgm:t>
    </dgm:pt>
    <dgm:pt modelId="{A7EDEA81-E106-4277-B10A-A5C6050E5202}">
      <dgm:prSet/>
      <dgm:spPr/>
      <dgm:t>
        <a:bodyPr/>
        <a:lstStyle/>
        <a:p>
          <a:r>
            <a:rPr lang="uk-UA" b="0" i="0"/>
            <a:t>Обраний членом Національної Ради Західноукраїнської Народної Республіки.</a:t>
          </a:r>
          <a:endParaRPr lang="uk-UA"/>
        </a:p>
      </dgm:t>
    </dgm:pt>
    <dgm:pt modelId="{3EDD2324-FED3-457C-BCD1-8C27F454CD26}" type="parTrans" cxnId="{334F8A55-8872-4660-A24E-F7E0DE11670A}">
      <dgm:prSet/>
      <dgm:spPr/>
      <dgm:t>
        <a:bodyPr/>
        <a:lstStyle/>
        <a:p>
          <a:endParaRPr lang="uk-UA"/>
        </a:p>
      </dgm:t>
    </dgm:pt>
    <dgm:pt modelId="{57210CB6-9072-4063-A8DB-5440D121C8BB}" type="sibTrans" cxnId="{334F8A55-8872-4660-A24E-F7E0DE11670A}">
      <dgm:prSet/>
      <dgm:spPr/>
      <dgm:t>
        <a:bodyPr/>
        <a:lstStyle/>
        <a:p>
          <a:endParaRPr lang="uk-UA"/>
        </a:p>
      </dgm:t>
    </dgm:pt>
    <dgm:pt modelId="{FC51CE05-72B4-4F8E-A05A-AAF94C6CEC5F}" type="pres">
      <dgm:prSet presAssocID="{360F582F-FED9-4A5E-873E-78E2B6C0AC03}" presName="linear" presStyleCnt="0">
        <dgm:presLayoutVars>
          <dgm:animLvl val="lvl"/>
          <dgm:resizeHandles val="exact"/>
        </dgm:presLayoutVars>
      </dgm:prSet>
      <dgm:spPr/>
    </dgm:pt>
    <dgm:pt modelId="{4F9D1F2C-6DE7-4EE7-95FD-D0F83FC6E646}" type="pres">
      <dgm:prSet presAssocID="{14C07896-738E-45B5-8D4B-A291AAF6456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17A4C7A-E08E-4294-81BD-307D2ED9A4E2}" type="pres">
      <dgm:prSet presAssocID="{D522E7D5-A969-46E0-B017-BEA9465B25E4}" presName="spacer" presStyleCnt="0"/>
      <dgm:spPr/>
    </dgm:pt>
    <dgm:pt modelId="{42D1F30F-5B2A-4180-BACB-8B2EB944E9D7}" type="pres">
      <dgm:prSet presAssocID="{EF5D32D3-5850-4828-AED9-AC620BFC9E8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F2B415-2875-4CCD-A9FD-0D1AEAEFE1E2}" type="pres">
      <dgm:prSet presAssocID="{D83F57DA-723E-4081-ABA6-CB7C42D3DBDE}" presName="spacer" presStyleCnt="0"/>
      <dgm:spPr/>
    </dgm:pt>
    <dgm:pt modelId="{927410DD-50E4-46BB-8670-F465B7399806}" type="pres">
      <dgm:prSet presAssocID="{D8970831-7829-4FC2-8B2D-44ECA993C65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19532AA-34CF-4064-92C6-B81A067B0E18}" type="pres">
      <dgm:prSet presAssocID="{5265FEE5-1A7F-45B7-9355-DAFAAAC24BD6}" presName="spacer" presStyleCnt="0"/>
      <dgm:spPr/>
    </dgm:pt>
    <dgm:pt modelId="{9B57F224-7DC9-4CF5-877B-86D415B5EDA0}" type="pres">
      <dgm:prSet presAssocID="{A7EDEA81-E106-4277-B10A-A5C6050E520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E8DD700-41A2-49C5-892F-F6F7CD1A108C}" type="presOf" srcId="{14C07896-738E-45B5-8D4B-A291AAF64565}" destId="{4F9D1F2C-6DE7-4EE7-95FD-D0F83FC6E646}" srcOrd="0" destOrd="0" presId="urn:microsoft.com/office/officeart/2005/8/layout/vList2"/>
    <dgm:cxn modelId="{CDE5C503-1B18-4AAA-8FF5-2836DAF61C19}" srcId="{360F582F-FED9-4A5E-873E-78E2B6C0AC03}" destId="{EF5D32D3-5850-4828-AED9-AC620BFC9E88}" srcOrd="1" destOrd="0" parTransId="{A7F576D1-3FAF-4838-9B09-DBC8EBD846E7}" sibTransId="{D83F57DA-723E-4081-ABA6-CB7C42D3DBDE}"/>
    <dgm:cxn modelId="{20403620-8D8E-4FFC-8F1D-2ECEEF024BAD}" srcId="{360F582F-FED9-4A5E-873E-78E2B6C0AC03}" destId="{D8970831-7829-4FC2-8B2D-44ECA993C654}" srcOrd="2" destOrd="0" parTransId="{23652EF0-10E8-4A7E-B6C0-821EB7EB0B6D}" sibTransId="{5265FEE5-1A7F-45B7-9355-DAFAAAC24BD6}"/>
    <dgm:cxn modelId="{02B53546-C9F4-4641-89CF-B3F84E3F230C}" type="presOf" srcId="{D8970831-7829-4FC2-8B2D-44ECA993C654}" destId="{927410DD-50E4-46BB-8670-F465B7399806}" srcOrd="0" destOrd="0" presId="urn:microsoft.com/office/officeart/2005/8/layout/vList2"/>
    <dgm:cxn modelId="{139E7571-359D-458B-B66A-1C988111E01E}" type="presOf" srcId="{360F582F-FED9-4A5E-873E-78E2B6C0AC03}" destId="{FC51CE05-72B4-4F8E-A05A-AAF94C6CEC5F}" srcOrd="0" destOrd="0" presId="urn:microsoft.com/office/officeart/2005/8/layout/vList2"/>
    <dgm:cxn modelId="{63EAAB72-7D0F-4E43-BA3A-89A5D00EAE52}" type="presOf" srcId="{EF5D32D3-5850-4828-AED9-AC620BFC9E88}" destId="{42D1F30F-5B2A-4180-BACB-8B2EB944E9D7}" srcOrd="0" destOrd="0" presId="urn:microsoft.com/office/officeart/2005/8/layout/vList2"/>
    <dgm:cxn modelId="{334F8A55-8872-4660-A24E-F7E0DE11670A}" srcId="{360F582F-FED9-4A5E-873E-78E2B6C0AC03}" destId="{A7EDEA81-E106-4277-B10A-A5C6050E5202}" srcOrd="3" destOrd="0" parTransId="{3EDD2324-FED3-457C-BCD1-8C27F454CD26}" sibTransId="{57210CB6-9072-4063-A8DB-5440D121C8BB}"/>
    <dgm:cxn modelId="{BD7E5EB7-37DF-4C2B-8B69-4168F60B7195}" srcId="{360F582F-FED9-4A5E-873E-78E2B6C0AC03}" destId="{14C07896-738E-45B5-8D4B-A291AAF64565}" srcOrd="0" destOrd="0" parTransId="{735CC0DE-636A-406B-B532-528D4BB79249}" sibTransId="{D522E7D5-A969-46E0-B017-BEA9465B25E4}"/>
    <dgm:cxn modelId="{BE4EC4EC-DADB-47CC-9667-D79A586DE5DC}" type="presOf" srcId="{A7EDEA81-E106-4277-B10A-A5C6050E5202}" destId="{9B57F224-7DC9-4CF5-877B-86D415B5EDA0}" srcOrd="0" destOrd="0" presId="urn:microsoft.com/office/officeart/2005/8/layout/vList2"/>
    <dgm:cxn modelId="{FE6E356F-C930-49F5-B113-BDC5FE6B8BC5}" type="presParOf" srcId="{FC51CE05-72B4-4F8E-A05A-AAF94C6CEC5F}" destId="{4F9D1F2C-6DE7-4EE7-95FD-D0F83FC6E646}" srcOrd="0" destOrd="0" presId="urn:microsoft.com/office/officeart/2005/8/layout/vList2"/>
    <dgm:cxn modelId="{929BF346-9CBB-4BB2-9FA5-3961E8CC8B65}" type="presParOf" srcId="{FC51CE05-72B4-4F8E-A05A-AAF94C6CEC5F}" destId="{717A4C7A-E08E-4294-81BD-307D2ED9A4E2}" srcOrd="1" destOrd="0" presId="urn:microsoft.com/office/officeart/2005/8/layout/vList2"/>
    <dgm:cxn modelId="{51E26D0B-8A48-4D8E-8E04-DFBC19C47730}" type="presParOf" srcId="{FC51CE05-72B4-4F8E-A05A-AAF94C6CEC5F}" destId="{42D1F30F-5B2A-4180-BACB-8B2EB944E9D7}" srcOrd="2" destOrd="0" presId="urn:microsoft.com/office/officeart/2005/8/layout/vList2"/>
    <dgm:cxn modelId="{3E63BCA1-C86D-4824-9579-CC6672051B30}" type="presParOf" srcId="{FC51CE05-72B4-4F8E-A05A-AAF94C6CEC5F}" destId="{2CF2B415-2875-4CCD-A9FD-0D1AEAEFE1E2}" srcOrd="3" destOrd="0" presId="urn:microsoft.com/office/officeart/2005/8/layout/vList2"/>
    <dgm:cxn modelId="{3668E5EC-0905-4805-BBFD-A52D568DBB53}" type="presParOf" srcId="{FC51CE05-72B4-4F8E-A05A-AAF94C6CEC5F}" destId="{927410DD-50E4-46BB-8670-F465B7399806}" srcOrd="4" destOrd="0" presId="urn:microsoft.com/office/officeart/2005/8/layout/vList2"/>
    <dgm:cxn modelId="{00AC43E0-694C-4712-9825-B6ACD3A4F34D}" type="presParOf" srcId="{FC51CE05-72B4-4F8E-A05A-AAF94C6CEC5F}" destId="{B19532AA-34CF-4064-92C6-B81A067B0E18}" srcOrd="5" destOrd="0" presId="urn:microsoft.com/office/officeart/2005/8/layout/vList2"/>
    <dgm:cxn modelId="{E1C9D590-A915-41EA-806A-72779FCDDB01}" type="presParOf" srcId="{FC51CE05-72B4-4F8E-A05A-AAF94C6CEC5F}" destId="{9B57F224-7DC9-4CF5-877B-86D415B5EDA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538569F6-C209-4BFF-ADFE-F8D0B8FA881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16BF70A-A780-477E-B8EF-8A358EC924F7}">
      <dgm:prSet/>
      <dgm:spPr/>
      <dgm:t>
        <a:bodyPr/>
        <a:lstStyle/>
        <a:p>
          <a:r>
            <a:rPr lang="uk-UA" b="0" i="0"/>
            <a:t>командувачів радянських партизанських з’єднань.</a:t>
          </a:r>
          <a:endParaRPr lang="uk-UA"/>
        </a:p>
      </dgm:t>
    </dgm:pt>
    <dgm:pt modelId="{E01000F6-8C8D-4B68-B4FF-C5D5FAF88F0B}" type="parTrans" cxnId="{8FAE6FAB-83E8-4C46-9622-DC5F8C6F9EEB}">
      <dgm:prSet/>
      <dgm:spPr/>
      <dgm:t>
        <a:bodyPr/>
        <a:lstStyle/>
        <a:p>
          <a:endParaRPr lang="uk-UA"/>
        </a:p>
      </dgm:t>
    </dgm:pt>
    <dgm:pt modelId="{CD736129-12D0-4DE6-B147-5A633CA2537D}" type="sibTrans" cxnId="{8FAE6FAB-83E8-4C46-9622-DC5F8C6F9EEB}">
      <dgm:prSet/>
      <dgm:spPr/>
      <dgm:t>
        <a:bodyPr/>
        <a:lstStyle/>
        <a:p>
          <a:endParaRPr lang="uk-UA"/>
        </a:p>
      </dgm:t>
    </dgm:pt>
    <dgm:pt modelId="{894005CA-48AF-4AF6-823B-269BBFC05CE0}">
      <dgm:prSet/>
      <dgm:spPr/>
      <dgm:t>
        <a:bodyPr/>
        <a:lstStyle/>
        <a:p>
          <a:r>
            <a:rPr lang="uk-UA" b="0" i="0"/>
            <a:t>учасників українського дисидентського руху.</a:t>
          </a:r>
          <a:endParaRPr lang="uk-UA"/>
        </a:p>
      </dgm:t>
    </dgm:pt>
    <dgm:pt modelId="{107CCAFE-FE2F-4F50-9434-969BD1EB19D6}" type="parTrans" cxnId="{E5A35973-0A07-46E2-8A7B-17AE42D7AB64}">
      <dgm:prSet/>
      <dgm:spPr/>
      <dgm:t>
        <a:bodyPr/>
        <a:lstStyle/>
        <a:p>
          <a:endParaRPr lang="uk-UA"/>
        </a:p>
      </dgm:t>
    </dgm:pt>
    <dgm:pt modelId="{B6F6BB06-276B-41B5-BA59-8634BDFEC9AE}" type="sibTrans" cxnId="{E5A35973-0A07-46E2-8A7B-17AE42D7AB64}">
      <dgm:prSet/>
      <dgm:spPr/>
      <dgm:t>
        <a:bodyPr/>
        <a:lstStyle/>
        <a:p>
          <a:endParaRPr lang="uk-UA"/>
        </a:p>
      </dgm:t>
    </dgm:pt>
    <dgm:pt modelId="{9592E06D-1278-44F3-89B1-2E7DC9C093EE}">
      <dgm:prSet/>
      <dgm:spPr/>
      <dgm:t>
        <a:bodyPr/>
        <a:lstStyle/>
        <a:p>
          <a:r>
            <a:rPr lang="uk-UA" b="0" i="0"/>
            <a:t>партійно-радянських керівників України.</a:t>
          </a:r>
          <a:endParaRPr lang="uk-UA"/>
        </a:p>
      </dgm:t>
    </dgm:pt>
    <dgm:pt modelId="{1570BD88-79F0-45A9-9074-9F8574C687A9}" type="parTrans" cxnId="{EC07AADA-D956-4400-A313-5139DE8C18B0}">
      <dgm:prSet/>
      <dgm:spPr/>
      <dgm:t>
        <a:bodyPr/>
        <a:lstStyle/>
        <a:p>
          <a:endParaRPr lang="uk-UA"/>
        </a:p>
      </dgm:t>
    </dgm:pt>
    <dgm:pt modelId="{954210CE-7601-445F-A9BC-D5130C293676}" type="sibTrans" cxnId="{EC07AADA-D956-4400-A313-5139DE8C18B0}">
      <dgm:prSet/>
      <dgm:spPr/>
      <dgm:t>
        <a:bodyPr/>
        <a:lstStyle/>
        <a:p>
          <a:endParaRPr lang="uk-UA"/>
        </a:p>
      </dgm:t>
    </dgm:pt>
    <dgm:pt modelId="{87CDB0D3-C437-43EC-B1FF-277E4C9960A6}">
      <dgm:prSet/>
      <dgm:spPr/>
      <dgm:t>
        <a:bodyPr/>
        <a:lstStyle/>
        <a:p>
          <a:r>
            <a:rPr lang="uk-UA" b="0" i="0"/>
            <a:t>голів проводу українських націоналістів.</a:t>
          </a:r>
          <a:endParaRPr lang="uk-UA"/>
        </a:p>
      </dgm:t>
    </dgm:pt>
    <dgm:pt modelId="{7B8937D5-9EC3-45BA-AD34-D02A61699FD3}" type="parTrans" cxnId="{B7F7CD60-6DEE-4975-8766-DB00FF92F75D}">
      <dgm:prSet/>
      <dgm:spPr/>
      <dgm:t>
        <a:bodyPr/>
        <a:lstStyle/>
        <a:p>
          <a:endParaRPr lang="uk-UA"/>
        </a:p>
      </dgm:t>
    </dgm:pt>
    <dgm:pt modelId="{58A75D27-0871-4069-9B3F-861D22CE6669}" type="sibTrans" cxnId="{B7F7CD60-6DEE-4975-8766-DB00FF92F75D}">
      <dgm:prSet/>
      <dgm:spPr/>
      <dgm:t>
        <a:bodyPr/>
        <a:lstStyle/>
        <a:p>
          <a:endParaRPr lang="uk-UA"/>
        </a:p>
      </dgm:t>
    </dgm:pt>
    <dgm:pt modelId="{C1BF0AD9-B3B9-4554-A99B-D17ADD21C8A8}" type="pres">
      <dgm:prSet presAssocID="{538569F6-C209-4BFF-ADFE-F8D0B8FA881A}" presName="linear" presStyleCnt="0">
        <dgm:presLayoutVars>
          <dgm:animLvl val="lvl"/>
          <dgm:resizeHandles val="exact"/>
        </dgm:presLayoutVars>
      </dgm:prSet>
      <dgm:spPr/>
    </dgm:pt>
    <dgm:pt modelId="{CB626888-B191-4A4F-BFF2-CF2303CE2DDA}" type="pres">
      <dgm:prSet presAssocID="{216BF70A-A780-477E-B8EF-8A358EC924F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295F401-A935-4B46-99A2-404E3F9A9E72}" type="pres">
      <dgm:prSet presAssocID="{CD736129-12D0-4DE6-B147-5A633CA2537D}" presName="spacer" presStyleCnt="0"/>
      <dgm:spPr/>
    </dgm:pt>
    <dgm:pt modelId="{C135114C-6F7C-40D9-B8A5-C5389EBE6947}" type="pres">
      <dgm:prSet presAssocID="{894005CA-48AF-4AF6-823B-269BBFC05CE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703F82E-AF3F-4368-BBD3-97C626191BDB}" type="pres">
      <dgm:prSet presAssocID="{B6F6BB06-276B-41B5-BA59-8634BDFEC9AE}" presName="spacer" presStyleCnt="0"/>
      <dgm:spPr/>
    </dgm:pt>
    <dgm:pt modelId="{EFCEDB85-ED77-4D37-9B3A-22872075F411}" type="pres">
      <dgm:prSet presAssocID="{9592E06D-1278-44F3-89B1-2E7DC9C093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82E044-3392-42B4-A106-9918D66E2750}" type="pres">
      <dgm:prSet presAssocID="{954210CE-7601-445F-A9BC-D5130C293676}" presName="spacer" presStyleCnt="0"/>
      <dgm:spPr/>
    </dgm:pt>
    <dgm:pt modelId="{2BB45B95-D1D9-44A9-8F26-AFB51FFFD676}" type="pres">
      <dgm:prSet presAssocID="{87CDB0D3-C437-43EC-B1FF-277E4C9960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E94972C-BE3F-4C8E-9011-8BAAB3C1A5C5}" type="presOf" srcId="{538569F6-C209-4BFF-ADFE-F8D0B8FA881A}" destId="{C1BF0AD9-B3B9-4554-A99B-D17ADD21C8A8}" srcOrd="0" destOrd="0" presId="urn:microsoft.com/office/officeart/2005/8/layout/vList2"/>
    <dgm:cxn modelId="{DE3C683A-ED56-45F2-AC9A-A96050A4D78B}" type="presOf" srcId="{9592E06D-1278-44F3-89B1-2E7DC9C093EE}" destId="{EFCEDB85-ED77-4D37-9B3A-22872075F411}" srcOrd="0" destOrd="0" presId="urn:microsoft.com/office/officeart/2005/8/layout/vList2"/>
    <dgm:cxn modelId="{B7F7CD60-6DEE-4975-8766-DB00FF92F75D}" srcId="{538569F6-C209-4BFF-ADFE-F8D0B8FA881A}" destId="{87CDB0D3-C437-43EC-B1FF-277E4C9960A6}" srcOrd="3" destOrd="0" parTransId="{7B8937D5-9EC3-45BA-AD34-D02A61699FD3}" sibTransId="{58A75D27-0871-4069-9B3F-861D22CE6669}"/>
    <dgm:cxn modelId="{E5A35973-0A07-46E2-8A7B-17AE42D7AB64}" srcId="{538569F6-C209-4BFF-ADFE-F8D0B8FA881A}" destId="{894005CA-48AF-4AF6-823B-269BBFC05CE0}" srcOrd="1" destOrd="0" parTransId="{107CCAFE-FE2F-4F50-9434-969BD1EB19D6}" sibTransId="{B6F6BB06-276B-41B5-BA59-8634BDFEC9AE}"/>
    <dgm:cxn modelId="{6525998D-4340-4C33-BF37-2378F3B47FA6}" type="presOf" srcId="{87CDB0D3-C437-43EC-B1FF-277E4C9960A6}" destId="{2BB45B95-D1D9-44A9-8F26-AFB51FFFD676}" srcOrd="0" destOrd="0" presId="urn:microsoft.com/office/officeart/2005/8/layout/vList2"/>
    <dgm:cxn modelId="{8FAE6FAB-83E8-4C46-9622-DC5F8C6F9EEB}" srcId="{538569F6-C209-4BFF-ADFE-F8D0B8FA881A}" destId="{216BF70A-A780-477E-B8EF-8A358EC924F7}" srcOrd="0" destOrd="0" parTransId="{E01000F6-8C8D-4B68-B4FF-C5D5FAF88F0B}" sibTransId="{CD736129-12D0-4DE6-B147-5A633CA2537D}"/>
    <dgm:cxn modelId="{B1D9FFAD-37D0-4AC4-908F-1FB9D01DA429}" type="presOf" srcId="{216BF70A-A780-477E-B8EF-8A358EC924F7}" destId="{CB626888-B191-4A4F-BFF2-CF2303CE2DDA}" srcOrd="0" destOrd="0" presId="urn:microsoft.com/office/officeart/2005/8/layout/vList2"/>
    <dgm:cxn modelId="{91A3B0D9-CC22-4149-893B-073000262DD5}" type="presOf" srcId="{894005CA-48AF-4AF6-823B-269BBFC05CE0}" destId="{C135114C-6F7C-40D9-B8A5-C5389EBE6947}" srcOrd="0" destOrd="0" presId="urn:microsoft.com/office/officeart/2005/8/layout/vList2"/>
    <dgm:cxn modelId="{EC07AADA-D956-4400-A313-5139DE8C18B0}" srcId="{538569F6-C209-4BFF-ADFE-F8D0B8FA881A}" destId="{9592E06D-1278-44F3-89B1-2E7DC9C093EE}" srcOrd="2" destOrd="0" parTransId="{1570BD88-79F0-45A9-9074-9F8574C687A9}" sibTransId="{954210CE-7601-445F-A9BC-D5130C293676}"/>
    <dgm:cxn modelId="{698CB4F8-B9AA-42CF-AF9C-E7F7347ECE27}" type="presParOf" srcId="{C1BF0AD9-B3B9-4554-A99B-D17ADD21C8A8}" destId="{CB626888-B191-4A4F-BFF2-CF2303CE2DDA}" srcOrd="0" destOrd="0" presId="urn:microsoft.com/office/officeart/2005/8/layout/vList2"/>
    <dgm:cxn modelId="{84CFE777-E069-4D50-948D-E85BF7F34249}" type="presParOf" srcId="{C1BF0AD9-B3B9-4554-A99B-D17ADD21C8A8}" destId="{5295F401-A935-4B46-99A2-404E3F9A9E72}" srcOrd="1" destOrd="0" presId="urn:microsoft.com/office/officeart/2005/8/layout/vList2"/>
    <dgm:cxn modelId="{CFB81E13-D4A7-4A89-BD53-6890588A6F78}" type="presParOf" srcId="{C1BF0AD9-B3B9-4554-A99B-D17ADD21C8A8}" destId="{C135114C-6F7C-40D9-B8A5-C5389EBE6947}" srcOrd="2" destOrd="0" presId="urn:microsoft.com/office/officeart/2005/8/layout/vList2"/>
    <dgm:cxn modelId="{3F73C0E4-87C0-4200-BC64-389136C2767F}" type="presParOf" srcId="{C1BF0AD9-B3B9-4554-A99B-D17ADD21C8A8}" destId="{3703F82E-AF3F-4368-BBD3-97C626191BDB}" srcOrd="3" destOrd="0" presId="urn:microsoft.com/office/officeart/2005/8/layout/vList2"/>
    <dgm:cxn modelId="{0A5470E9-E94D-402A-80E6-04C7D75D3E22}" type="presParOf" srcId="{C1BF0AD9-B3B9-4554-A99B-D17ADD21C8A8}" destId="{EFCEDB85-ED77-4D37-9B3A-22872075F411}" srcOrd="4" destOrd="0" presId="urn:microsoft.com/office/officeart/2005/8/layout/vList2"/>
    <dgm:cxn modelId="{FA33FF86-25B6-4EFC-AC3D-2BF3CBA3175E}" type="presParOf" srcId="{C1BF0AD9-B3B9-4554-A99B-D17ADD21C8A8}" destId="{8C82E044-3392-42B4-A106-9918D66E2750}" srcOrd="5" destOrd="0" presId="urn:microsoft.com/office/officeart/2005/8/layout/vList2"/>
    <dgm:cxn modelId="{149229AA-E6B8-4FB5-B68C-FC467659A608}" type="presParOf" srcId="{C1BF0AD9-B3B9-4554-A99B-D17ADD21C8A8}" destId="{2BB45B95-D1D9-44A9-8F26-AFB51FFFD67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B52AD708-F47C-4BFA-AB6C-46B84340660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88731EC-2EEF-4AC8-99FF-084D782E1F62}">
      <dgm:prSet/>
      <dgm:spPr/>
      <dgm:t>
        <a:bodyPr/>
        <a:lstStyle/>
        <a:p>
          <a:r>
            <a:rPr lang="ru-RU" b="0" i="0"/>
            <a:t>«Українська головна визвольна рада».</a:t>
          </a:r>
          <a:endParaRPr lang="uk-UA"/>
        </a:p>
      </dgm:t>
    </dgm:pt>
    <dgm:pt modelId="{2C6159C5-6503-445E-A4FC-62784A09240E}" type="parTrans" cxnId="{7A24A796-DB6C-4DD6-9A81-15AD84377D25}">
      <dgm:prSet/>
      <dgm:spPr/>
      <dgm:t>
        <a:bodyPr/>
        <a:lstStyle/>
        <a:p>
          <a:endParaRPr lang="uk-UA"/>
        </a:p>
      </dgm:t>
    </dgm:pt>
    <dgm:pt modelId="{6E7E4136-FAE4-43F4-98A8-B209993F0370}" type="sibTrans" cxnId="{7A24A796-DB6C-4DD6-9A81-15AD84377D25}">
      <dgm:prSet/>
      <dgm:spPr/>
      <dgm:t>
        <a:bodyPr/>
        <a:lstStyle/>
        <a:p>
          <a:endParaRPr lang="uk-UA"/>
        </a:p>
      </dgm:t>
    </dgm:pt>
    <dgm:pt modelId="{B4C67120-7911-4629-82DD-7C28DDFE50A0}">
      <dgm:prSet/>
      <dgm:spPr/>
      <dgm:t>
        <a:bodyPr/>
        <a:lstStyle/>
        <a:p>
          <a:r>
            <a:rPr lang="ru-RU" b="0" i="0"/>
            <a:t>«Сірожупанна дивізія».</a:t>
          </a:r>
          <a:endParaRPr lang="uk-UA"/>
        </a:p>
      </dgm:t>
    </dgm:pt>
    <dgm:pt modelId="{B690A619-A4A5-444B-AA3C-2FF9E29C3CA2}" type="parTrans" cxnId="{80A8787F-04A6-431C-A4CA-D094DB148C38}">
      <dgm:prSet/>
      <dgm:spPr/>
      <dgm:t>
        <a:bodyPr/>
        <a:lstStyle/>
        <a:p>
          <a:endParaRPr lang="uk-UA"/>
        </a:p>
      </dgm:t>
    </dgm:pt>
    <dgm:pt modelId="{FDBF16C1-AE53-43BD-9F76-285817E033E9}" type="sibTrans" cxnId="{80A8787F-04A6-431C-A4CA-D094DB148C38}">
      <dgm:prSet/>
      <dgm:spPr/>
      <dgm:t>
        <a:bodyPr/>
        <a:lstStyle/>
        <a:p>
          <a:endParaRPr lang="uk-UA"/>
        </a:p>
      </dgm:t>
    </dgm:pt>
    <dgm:pt modelId="{FBAFFBD8-B2F2-47B0-B40F-2A0427D5A776}">
      <dgm:prSet/>
      <dgm:spPr/>
      <dgm:t>
        <a:bodyPr/>
        <a:lstStyle/>
        <a:p>
          <a:r>
            <a:rPr lang="ru-RU" b="0" i="0"/>
            <a:t>«Вільне козацтво».</a:t>
          </a:r>
          <a:endParaRPr lang="uk-UA"/>
        </a:p>
      </dgm:t>
    </dgm:pt>
    <dgm:pt modelId="{2B9A8ACE-2FD0-4E00-9533-7551120BAA97}" type="parTrans" cxnId="{065233D0-1C39-447F-B506-8E35870261D5}">
      <dgm:prSet/>
      <dgm:spPr/>
      <dgm:t>
        <a:bodyPr/>
        <a:lstStyle/>
        <a:p>
          <a:endParaRPr lang="uk-UA"/>
        </a:p>
      </dgm:t>
    </dgm:pt>
    <dgm:pt modelId="{53D075AA-6C79-466D-9809-F82B3E8FEF19}" type="sibTrans" cxnId="{065233D0-1C39-447F-B506-8E35870261D5}">
      <dgm:prSet/>
      <dgm:spPr/>
      <dgm:t>
        <a:bodyPr/>
        <a:lstStyle/>
        <a:p>
          <a:endParaRPr lang="uk-UA"/>
        </a:p>
      </dgm:t>
    </dgm:pt>
    <dgm:pt modelId="{830C6A9C-163E-4964-B58E-A6C25EB80C2C}">
      <dgm:prSet/>
      <dgm:spPr/>
      <dgm:t>
        <a:bodyPr/>
        <a:lstStyle/>
        <a:p>
          <a:r>
            <a:rPr lang="ru-RU" b="0" i="0"/>
            <a:t>«Поліська Січ»</a:t>
          </a:r>
          <a:endParaRPr lang="uk-UA"/>
        </a:p>
      </dgm:t>
    </dgm:pt>
    <dgm:pt modelId="{A0B1CD95-1DD4-40B0-A48D-66B47F34903E}" type="parTrans" cxnId="{B296497A-697D-414B-8300-04FDDF9861D4}">
      <dgm:prSet/>
      <dgm:spPr/>
      <dgm:t>
        <a:bodyPr/>
        <a:lstStyle/>
        <a:p>
          <a:endParaRPr lang="uk-UA"/>
        </a:p>
      </dgm:t>
    </dgm:pt>
    <dgm:pt modelId="{55791FB6-E797-48DF-AE66-EDF5FD9DA422}" type="sibTrans" cxnId="{B296497A-697D-414B-8300-04FDDF9861D4}">
      <dgm:prSet/>
      <dgm:spPr/>
      <dgm:t>
        <a:bodyPr/>
        <a:lstStyle/>
        <a:p>
          <a:endParaRPr lang="uk-UA"/>
        </a:p>
      </dgm:t>
    </dgm:pt>
    <dgm:pt modelId="{0949E57C-660D-4400-BDC9-838CB68A02FD}" type="pres">
      <dgm:prSet presAssocID="{B52AD708-F47C-4BFA-AB6C-46B843406600}" presName="linear" presStyleCnt="0">
        <dgm:presLayoutVars>
          <dgm:animLvl val="lvl"/>
          <dgm:resizeHandles val="exact"/>
        </dgm:presLayoutVars>
      </dgm:prSet>
      <dgm:spPr/>
    </dgm:pt>
    <dgm:pt modelId="{FD947230-880E-44C1-A93A-930D0EF50A33}" type="pres">
      <dgm:prSet presAssocID="{F88731EC-2EEF-4AC8-99FF-084D782E1F6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1B6D0A-6FD6-4ECE-8043-8A9DF7ACE1EC}" type="pres">
      <dgm:prSet presAssocID="{6E7E4136-FAE4-43F4-98A8-B209993F0370}" presName="spacer" presStyleCnt="0"/>
      <dgm:spPr/>
    </dgm:pt>
    <dgm:pt modelId="{7D178224-F1E9-4E27-ABE9-251DEDEC192E}" type="pres">
      <dgm:prSet presAssocID="{B4C67120-7911-4629-82DD-7C28DDFE50A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A595C62-AFEA-4C65-A120-5877FF6EE14A}" type="pres">
      <dgm:prSet presAssocID="{FDBF16C1-AE53-43BD-9F76-285817E033E9}" presName="spacer" presStyleCnt="0"/>
      <dgm:spPr/>
    </dgm:pt>
    <dgm:pt modelId="{C6DEC193-8BE6-4D8C-8226-B3F6DBBF9815}" type="pres">
      <dgm:prSet presAssocID="{FBAFFBD8-B2F2-47B0-B40F-2A0427D5A77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B483E03-28EB-4911-9A6D-F43C8A8265D6}" type="pres">
      <dgm:prSet presAssocID="{53D075AA-6C79-466D-9809-F82B3E8FEF19}" presName="spacer" presStyleCnt="0"/>
      <dgm:spPr/>
    </dgm:pt>
    <dgm:pt modelId="{C27F107A-21D7-4A5B-9479-ADAADC1C3BC0}" type="pres">
      <dgm:prSet presAssocID="{830C6A9C-163E-4964-B58E-A6C25EB80C2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B0F9B26-9A65-43D8-A2F3-3D371106610C}" type="presOf" srcId="{830C6A9C-163E-4964-B58E-A6C25EB80C2C}" destId="{C27F107A-21D7-4A5B-9479-ADAADC1C3BC0}" srcOrd="0" destOrd="0" presId="urn:microsoft.com/office/officeart/2005/8/layout/vList2"/>
    <dgm:cxn modelId="{B296497A-697D-414B-8300-04FDDF9861D4}" srcId="{B52AD708-F47C-4BFA-AB6C-46B843406600}" destId="{830C6A9C-163E-4964-B58E-A6C25EB80C2C}" srcOrd="3" destOrd="0" parTransId="{A0B1CD95-1DD4-40B0-A48D-66B47F34903E}" sibTransId="{55791FB6-E797-48DF-AE66-EDF5FD9DA422}"/>
    <dgm:cxn modelId="{80A8787F-04A6-431C-A4CA-D094DB148C38}" srcId="{B52AD708-F47C-4BFA-AB6C-46B843406600}" destId="{B4C67120-7911-4629-82DD-7C28DDFE50A0}" srcOrd="1" destOrd="0" parTransId="{B690A619-A4A5-444B-AA3C-2FF9E29C3CA2}" sibTransId="{FDBF16C1-AE53-43BD-9F76-285817E033E9}"/>
    <dgm:cxn modelId="{40751184-B9AD-4F9E-BF55-B46CD03E1EE4}" type="presOf" srcId="{B4C67120-7911-4629-82DD-7C28DDFE50A0}" destId="{7D178224-F1E9-4E27-ABE9-251DEDEC192E}" srcOrd="0" destOrd="0" presId="urn:microsoft.com/office/officeart/2005/8/layout/vList2"/>
    <dgm:cxn modelId="{F848C095-2F8D-4C95-8B4B-DBAC5792A7AC}" type="presOf" srcId="{B52AD708-F47C-4BFA-AB6C-46B843406600}" destId="{0949E57C-660D-4400-BDC9-838CB68A02FD}" srcOrd="0" destOrd="0" presId="urn:microsoft.com/office/officeart/2005/8/layout/vList2"/>
    <dgm:cxn modelId="{7A24A796-DB6C-4DD6-9A81-15AD84377D25}" srcId="{B52AD708-F47C-4BFA-AB6C-46B843406600}" destId="{F88731EC-2EEF-4AC8-99FF-084D782E1F62}" srcOrd="0" destOrd="0" parTransId="{2C6159C5-6503-445E-A4FC-62784A09240E}" sibTransId="{6E7E4136-FAE4-43F4-98A8-B209993F0370}"/>
    <dgm:cxn modelId="{538721AB-BE46-4EE0-A643-1B4C6EA6D47A}" type="presOf" srcId="{F88731EC-2EEF-4AC8-99FF-084D782E1F62}" destId="{FD947230-880E-44C1-A93A-930D0EF50A33}" srcOrd="0" destOrd="0" presId="urn:microsoft.com/office/officeart/2005/8/layout/vList2"/>
    <dgm:cxn modelId="{065233D0-1C39-447F-B506-8E35870261D5}" srcId="{B52AD708-F47C-4BFA-AB6C-46B843406600}" destId="{FBAFFBD8-B2F2-47B0-B40F-2A0427D5A776}" srcOrd="2" destOrd="0" parTransId="{2B9A8ACE-2FD0-4E00-9533-7551120BAA97}" sibTransId="{53D075AA-6C79-466D-9809-F82B3E8FEF19}"/>
    <dgm:cxn modelId="{527EC2D3-B117-47B8-BBB7-F857FF2C432C}" type="presOf" srcId="{FBAFFBD8-B2F2-47B0-B40F-2A0427D5A776}" destId="{C6DEC193-8BE6-4D8C-8226-B3F6DBBF9815}" srcOrd="0" destOrd="0" presId="urn:microsoft.com/office/officeart/2005/8/layout/vList2"/>
    <dgm:cxn modelId="{AC174E27-4F25-4300-B666-CBF67F6A3F49}" type="presParOf" srcId="{0949E57C-660D-4400-BDC9-838CB68A02FD}" destId="{FD947230-880E-44C1-A93A-930D0EF50A33}" srcOrd="0" destOrd="0" presId="urn:microsoft.com/office/officeart/2005/8/layout/vList2"/>
    <dgm:cxn modelId="{7CD4BE0C-6E4F-4832-B90F-95BEC9B2D8E6}" type="presParOf" srcId="{0949E57C-660D-4400-BDC9-838CB68A02FD}" destId="{4F1B6D0A-6FD6-4ECE-8043-8A9DF7ACE1EC}" srcOrd="1" destOrd="0" presId="urn:microsoft.com/office/officeart/2005/8/layout/vList2"/>
    <dgm:cxn modelId="{58F8FE4A-5310-47C5-9F35-57D587974359}" type="presParOf" srcId="{0949E57C-660D-4400-BDC9-838CB68A02FD}" destId="{7D178224-F1E9-4E27-ABE9-251DEDEC192E}" srcOrd="2" destOrd="0" presId="urn:microsoft.com/office/officeart/2005/8/layout/vList2"/>
    <dgm:cxn modelId="{82879764-9A85-47CE-8B11-44DE95F24960}" type="presParOf" srcId="{0949E57C-660D-4400-BDC9-838CB68A02FD}" destId="{0A595C62-AFEA-4C65-A120-5877FF6EE14A}" srcOrd="3" destOrd="0" presId="urn:microsoft.com/office/officeart/2005/8/layout/vList2"/>
    <dgm:cxn modelId="{B4899007-B1E3-4BEE-B6FB-6DE5CF6415D7}" type="presParOf" srcId="{0949E57C-660D-4400-BDC9-838CB68A02FD}" destId="{C6DEC193-8BE6-4D8C-8226-B3F6DBBF9815}" srcOrd="4" destOrd="0" presId="urn:microsoft.com/office/officeart/2005/8/layout/vList2"/>
    <dgm:cxn modelId="{6D8328C9-26C8-4173-96A2-B001A5DB9A1A}" type="presParOf" srcId="{0949E57C-660D-4400-BDC9-838CB68A02FD}" destId="{3B483E03-28EB-4911-9A6D-F43C8A8265D6}" srcOrd="5" destOrd="0" presId="urn:microsoft.com/office/officeart/2005/8/layout/vList2"/>
    <dgm:cxn modelId="{3C69292F-405E-46BD-80EB-0F3C6CDF2E95}" type="presParOf" srcId="{0949E57C-660D-4400-BDC9-838CB68A02FD}" destId="{C27F107A-21D7-4A5B-9479-ADAADC1C3BC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3593C55D-3017-4CB0-8F0E-C8E5AF3E65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2D75588-57E9-4ED3-A505-6D3F91DB2700}">
      <dgm:prSet/>
      <dgm:spPr/>
      <dgm:t>
        <a:bodyPr/>
        <a:lstStyle/>
        <a:p>
          <a:r>
            <a:rPr lang="ru-RU" b="0" i="0"/>
            <a:t>Р. Шухевич.</a:t>
          </a:r>
          <a:endParaRPr lang="uk-UA"/>
        </a:p>
      </dgm:t>
    </dgm:pt>
    <dgm:pt modelId="{933A8790-A3B1-48DD-B957-832D3C4A7774}" type="parTrans" cxnId="{A7F76D33-061E-47AB-8006-D15B0F3AD5BF}">
      <dgm:prSet/>
      <dgm:spPr/>
      <dgm:t>
        <a:bodyPr/>
        <a:lstStyle/>
        <a:p>
          <a:endParaRPr lang="uk-UA"/>
        </a:p>
      </dgm:t>
    </dgm:pt>
    <dgm:pt modelId="{2C8E2185-841D-43D3-BCF6-D41E6282A71A}" type="sibTrans" cxnId="{A7F76D33-061E-47AB-8006-D15B0F3AD5BF}">
      <dgm:prSet/>
      <dgm:spPr/>
      <dgm:t>
        <a:bodyPr/>
        <a:lstStyle/>
        <a:p>
          <a:endParaRPr lang="uk-UA"/>
        </a:p>
      </dgm:t>
    </dgm:pt>
    <dgm:pt modelId="{1D73C67F-555D-4FAA-8293-E3CB2EA41747}">
      <dgm:prSet/>
      <dgm:spPr/>
      <dgm:t>
        <a:bodyPr/>
        <a:lstStyle/>
        <a:p>
          <a:r>
            <a:rPr lang="ru-RU" b="0" i="0"/>
            <a:t>А. Мельник.</a:t>
          </a:r>
          <a:endParaRPr lang="uk-UA"/>
        </a:p>
      </dgm:t>
    </dgm:pt>
    <dgm:pt modelId="{5AF1CA9F-F78A-488D-B4E5-824E7A28F4C0}" type="parTrans" cxnId="{BDB51A78-7761-4C96-B09A-229E8DF2223C}">
      <dgm:prSet/>
      <dgm:spPr/>
      <dgm:t>
        <a:bodyPr/>
        <a:lstStyle/>
        <a:p>
          <a:endParaRPr lang="uk-UA"/>
        </a:p>
      </dgm:t>
    </dgm:pt>
    <dgm:pt modelId="{2C34BD8E-33C8-4E99-A63F-ADEF1FD99BD9}" type="sibTrans" cxnId="{BDB51A78-7761-4C96-B09A-229E8DF2223C}">
      <dgm:prSet/>
      <dgm:spPr/>
      <dgm:t>
        <a:bodyPr/>
        <a:lstStyle/>
        <a:p>
          <a:endParaRPr lang="uk-UA"/>
        </a:p>
      </dgm:t>
    </dgm:pt>
    <dgm:pt modelId="{6E1867B2-F7EE-4CD8-9951-13D825050235}">
      <dgm:prSet/>
      <dgm:spPr/>
      <dgm:t>
        <a:bodyPr/>
        <a:lstStyle/>
        <a:p>
          <a:r>
            <a:rPr lang="ru-RU" b="0" i="0"/>
            <a:t>С. Бандера.</a:t>
          </a:r>
          <a:endParaRPr lang="uk-UA"/>
        </a:p>
      </dgm:t>
    </dgm:pt>
    <dgm:pt modelId="{1F904228-BA1C-4DC5-9D3B-49E5D3BFE33C}" type="parTrans" cxnId="{DA7D5CE3-E3F5-49A0-A144-10EAFF3D3444}">
      <dgm:prSet/>
      <dgm:spPr/>
      <dgm:t>
        <a:bodyPr/>
        <a:lstStyle/>
        <a:p>
          <a:endParaRPr lang="uk-UA"/>
        </a:p>
      </dgm:t>
    </dgm:pt>
    <dgm:pt modelId="{8815A755-2C6F-4AD5-BDB3-2BB42CDD2901}" type="sibTrans" cxnId="{DA7D5CE3-E3F5-49A0-A144-10EAFF3D3444}">
      <dgm:prSet/>
      <dgm:spPr/>
      <dgm:t>
        <a:bodyPr/>
        <a:lstStyle/>
        <a:p>
          <a:endParaRPr lang="uk-UA"/>
        </a:p>
      </dgm:t>
    </dgm:pt>
    <dgm:pt modelId="{92BF4124-FAF1-48A6-8085-1BA0F7EBFF55}">
      <dgm:prSet/>
      <dgm:spPr/>
      <dgm:t>
        <a:bodyPr/>
        <a:lstStyle/>
        <a:p>
          <a:r>
            <a:rPr lang="ru-RU" b="0" i="0"/>
            <a:t>Т. Бульба (Боровець).</a:t>
          </a:r>
          <a:endParaRPr lang="uk-UA"/>
        </a:p>
      </dgm:t>
    </dgm:pt>
    <dgm:pt modelId="{254B1826-41CE-4FA6-B92E-67875CA1BE85}" type="parTrans" cxnId="{6F64C442-E9BE-414B-8B32-BA43A6B54C7F}">
      <dgm:prSet/>
      <dgm:spPr/>
      <dgm:t>
        <a:bodyPr/>
        <a:lstStyle/>
        <a:p>
          <a:endParaRPr lang="uk-UA"/>
        </a:p>
      </dgm:t>
    </dgm:pt>
    <dgm:pt modelId="{A22EAADE-D90E-4508-82B1-6CF643AF3AAB}" type="sibTrans" cxnId="{6F64C442-E9BE-414B-8B32-BA43A6B54C7F}">
      <dgm:prSet/>
      <dgm:spPr/>
      <dgm:t>
        <a:bodyPr/>
        <a:lstStyle/>
        <a:p>
          <a:endParaRPr lang="uk-UA"/>
        </a:p>
      </dgm:t>
    </dgm:pt>
    <dgm:pt modelId="{C2F6A64B-D72C-481B-B14A-3C76B91A2CFE}" type="pres">
      <dgm:prSet presAssocID="{3593C55D-3017-4CB0-8F0E-C8E5AF3E6512}" presName="linear" presStyleCnt="0">
        <dgm:presLayoutVars>
          <dgm:animLvl val="lvl"/>
          <dgm:resizeHandles val="exact"/>
        </dgm:presLayoutVars>
      </dgm:prSet>
      <dgm:spPr/>
    </dgm:pt>
    <dgm:pt modelId="{C8170EAB-88FF-46DD-A139-9C067FCF3799}" type="pres">
      <dgm:prSet presAssocID="{D2D75588-57E9-4ED3-A505-6D3F91DB270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68EE662-8697-4E86-A16D-21B51E249E45}" type="pres">
      <dgm:prSet presAssocID="{2C8E2185-841D-43D3-BCF6-D41E6282A71A}" presName="spacer" presStyleCnt="0"/>
      <dgm:spPr/>
    </dgm:pt>
    <dgm:pt modelId="{0F6CD1B9-9916-4BB7-A40D-1A6BD0FBA987}" type="pres">
      <dgm:prSet presAssocID="{1D73C67F-555D-4FAA-8293-E3CB2EA4174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9E1D4DD-EBA0-4B25-A7E3-BA8492193E16}" type="pres">
      <dgm:prSet presAssocID="{2C34BD8E-33C8-4E99-A63F-ADEF1FD99BD9}" presName="spacer" presStyleCnt="0"/>
      <dgm:spPr/>
    </dgm:pt>
    <dgm:pt modelId="{A1A582E2-BD52-431C-89B3-E884D125E021}" type="pres">
      <dgm:prSet presAssocID="{6E1867B2-F7EE-4CD8-9951-13D82505023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0E9C272-7869-4A6C-B688-6BD7659DAE74}" type="pres">
      <dgm:prSet presAssocID="{8815A755-2C6F-4AD5-BDB3-2BB42CDD2901}" presName="spacer" presStyleCnt="0"/>
      <dgm:spPr/>
    </dgm:pt>
    <dgm:pt modelId="{5F00014D-3638-4408-B45B-CE25BD392B05}" type="pres">
      <dgm:prSet presAssocID="{92BF4124-FAF1-48A6-8085-1BA0F7EBFF5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7F76D33-061E-47AB-8006-D15B0F3AD5BF}" srcId="{3593C55D-3017-4CB0-8F0E-C8E5AF3E6512}" destId="{D2D75588-57E9-4ED3-A505-6D3F91DB2700}" srcOrd="0" destOrd="0" parTransId="{933A8790-A3B1-48DD-B957-832D3C4A7774}" sibTransId="{2C8E2185-841D-43D3-BCF6-D41E6282A71A}"/>
    <dgm:cxn modelId="{B9C98F3B-E104-4FED-9726-F65297FCC413}" type="presOf" srcId="{D2D75588-57E9-4ED3-A505-6D3F91DB2700}" destId="{C8170EAB-88FF-46DD-A139-9C067FCF3799}" srcOrd="0" destOrd="0" presId="urn:microsoft.com/office/officeart/2005/8/layout/vList2"/>
    <dgm:cxn modelId="{7A3A8040-C25B-43D7-8442-F73220A61BE9}" type="presOf" srcId="{3593C55D-3017-4CB0-8F0E-C8E5AF3E6512}" destId="{C2F6A64B-D72C-481B-B14A-3C76B91A2CFE}" srcOrd="0" destOrd="0" presId="urn:microsoft.com/office/officeart/2005/8/layout/vList2"/>
    <dgm:cxn modelId="{6F64C442-E9BE-414B-8B32-BA43A6B54C7F}" srcId="{3593C55D-3017-4CB0-8F0E-C8E5AF3E6512}" destId="{92BF4124-FAF1-48A6-8085-1BA0F7EBFF55}" srcOrd="3" destOrd="0" parTransId="{254B1826-41CE-4FA6-B92E-67875CA1BE85}" sibTransId="{A22EAADE-D90E-4508-82B1-6CF643AF3AAB}"/>
    <dgm:cxn modelId="{DBC2CA66-7D6E-45CC-B124-665BB9CE0E84}" type="presOf" srcId="{6E1867B2-F7EE-4CD8-9951-13D825050235}" destId="{A1A582E2-BD52-431C-89B3-E884D125E021}" srcOrd="0" destOrd="0" presId="urn:microsoft.com/office/officeart/2005/8/layout/vList2"/>
    <dgm:cxn modelId="{98999B76-C5E2-4D48-9F2D-ACFA5055DB37}" type="presOf" srcId="{92BF4124-FAF1-48A6-8085-1BA0F7EBFF55}" destId="{5F00014D-3638-4408-B45B-CE25BD392B05}" srcOrd="0" destOrd="0" presId="urn:microsoft.com/office/officeart/2005/8/layout/vList2"/>
    <dgm:cxn modelId="{BDB51A78-7761-4C96-B09A-229E8DF2223C}" srcId="{3593C55D-3017-4CB0-8F0E-C8E5AF3E6512}" destId="{1D73C67F-555D-4FAA-8293-E3CB2EA41747}" srcOrd="1" destOrd="0" parTransId="{5AF1CA9F-F78A-488D-B4E5-824E7A28F4C0}" sibTransId="{2C34BD8E-33C8-4E99-A63F-ADEF1FD99BD9}"/>
    <dgm:cxn modelId="{AF3C5787-03EA-4F57-90B8-377C21DF4F58}" type="presOf" srcId="{1D73C67F-555D-4FAA-8293-E3CB2EA41747}" destId="{0F6CD1B9-9916-4BB7-A40D-1A6BD0FBA987}" srcOrd="0" destOrd="0" presId="urn:microsoft.com/office/officeart/2005/8/layout/vList2"/>
    <dgm:cxn modelId="{DA7D5CE3-E3F5-49A0-A144-10EAFF3D3444}" srcId="{3593C55D-3017-4CB0-8F0E-C8E5AF3E6512}" destId="{6E1867B2-F7EE-4CD8-9951-13D825050235}" srcOrd="2" destOrd="0" parTransId="{1F904228-BA1C-4DC5-9D3B-49E5D3BFE33C}" sibTransId="{8815A755-2C6F-4AD5-BDB3-2BB42CDD2901}"/>
    <dgm:cxn modelId="{61EFD093-6314-4660-B232-EBDFDEC0D69D}" type="presParOf" srcId="{C2F6A64B-D72C-481B-B14A-3C76B91A2CFE}" destId="{C8170EAB-88FF-46DD-A139-9C067FCF3799}" srcOrd="0" destOrd="0" presId="urn:microsoft.com/office/officeart/2005/8/layout/vList2"/>
    <dgm:cxn modelId="{EB7E29FA-A4D1-4E30-B2B9-BAF0800449DA}" type="presParOf" srcId="{C2F6A64B-D72C-481B-B14A-3C76B91A2CFE}" destId="{868EE662-8697-4E86-A16D-21B51E249E45}" srcOrd="1" destOrd="0" presId="urn:microsoft.com/office/officeart/2005/8/layout/vList2"/>
    <dgm:cxn modelId="{F716E47F-2DEE-440E-A77D-38647734BA3C}" type="presParOf" srcId="{C2F6A64B-D72C-481B-B14A-3C76B91A2CFE}" destId="{0F6CD1B9-9916-4BB7-A40D-1A6BD0FBA987}" srcOrd="2" destOrd="0" presId="urn:microsoft.com/office/officeart/2005/8/layout/vList2"/>
    <dgm:cxn modelId="{EEFB2F96-FA89-473B-AA68-FB265D5F4B3B}" type="presParOf" srcId="{C2F6A64B-D72C-481B-B14A-3C76B91A2CFE}" destId="{19E1D4DD-EBA0-4B25-A7E3-BA8492193E16}" srcOrd="3" destOrd="0" presId="urn:microsoft.com/office/officeart/2005/8/layout/vList2"/>
    <dgm:cxn modelId="{B232142C-A0E9-41D6-9735-A2F45170DA04}" type="presParOf" srcId="{C2F6A64B-D72C-481B-B14A-3C76B91A2CFE}" destId="{A1A582E2-BD52-431C-89B3-E884D125E021}" srcOrd="4" destOrd="0" presId="urn:microsoft.com/office/officeart/2005/8/layout/vList2"/>
    <dgm:cxn modelId="{F0BEAE03-730A-49E8-8FC4-BC1196DD55FC}" type="presParOf" srcId="{C2F6A64B-D72C-481B-B14A-3C76B91A2CFE}" destId="{D0E9C272-7869-4A6C-B688-6BD7659DAE74}" srcOrd="5" destOrd="0" presId="urn:microsoft.com/office/officeart/2005/8/layout/vList2"/>
    <dgm:cxn modelId="{532CAEDD-914D-4B38-8C7B-7B63F6870E7A}" type="presParOf" srcId="{C2F6A64B-D72C-481B-B14A-3C76B91A2CFE}" destId="{5F00014D-3638-4408-B45B-CE25BD392B0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43A8DA9D-1F56-4EB4-9D44-8EC7F1007C2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4A0AF74-9AB6-4D5C-9146-BE2B66F69D79}">
      <dgm:prSet/>
      <dgm:spPr/>
      <dgm:t>
        <a:bodyPr/>
        <a:lstStyle/>
        <a:p>
          <a:r>
            <a:rPr lang="uk-UA" b="0" i="0"/>
            <a:t>радянізацію західних областей України.</a:t>
          </a:r>
          <a:endParaRPr lang="uk-UA"/>
        </a:p>
      </dgm:t>
    </dgm:pt>
    <dgm:pt modelId="{21FF55FA-4331-43ED-A9C2-606DB0001E27}" type="parTrans" cxnId="{02294EF0-1D82-48CA-B9E3-E1D9CD5E7C6F}">
      <dgm:prSet/>
      <dgm:spPr/>
      <dgm:t>
        <a:bodyPr/>
        <a:lstStyle/>
        <a:p>
          <a:endParaRPr lang="uk-UA"/>
        </a:p>
      </dgm:t>
    </dgm:pt>
    <dgm:pt modelId="{0328B56D-A8E6-424D-A888-5EC3A8CB28E7}" type="sibTrans" cxnId="{02294EF0-1D82-48CA-B9E3-E1D9CD5E7C6F}">
      <dgm:prSet/>
      <dgm:spPr/>
      <dgm:t>
        <a:bodyPr/>
        <a:lstStyle/>
        <a:p>
          <a:endParaRPr lang="uk-UA"/>
        </a:p>
      </dgm:t>
    </dgm:pt>
    <dgm:pt modelId="{5AD1B86D-410A-4598-A9D9-EB0C5B7D2535}">
      <dgm:prSet/>
      <dgm:spPr/>
      <dgm:t>
        <a:bodyPr/>
        <a:lstStyle/>
        <a:p>
          <a:r>
            <a:rPr lang="uk-UA" b="0" i="0"/>
            <a:t>мету боротьби Української повстанської армії.</a:t>
          </a:r>
          <a:endParaRPr lang="uk-UA"/>
        </a:p>
      </dgm:t>
    </dgm:pt>
    <dgm:pt modelId="{EE931E02-BE76-4836-8B33-E08C7FA371CF}" type="parTrans" cxnId="{04B74E69-4182-4BBE-A82E-CBF8C4B0D380}">
      <dgm:prSet/>
      <dgm:spPr/>
      <dgm:t>
        <a:bodyPr/>
        <a:lstStyle/>
        <a:p>
          <a:endParaRPr lang="uk-UA"/>
        </a:p>
      </dgm:t>
    </dgm:pt>
    <dgm:pt modelId="{739C9E8E-2C35-44EC-9491-98AC8909F0D6}" type="sibTrans" cxnId="{04B74E69-4182-4BBE-A82E-CBF8C4B0D380}">
      <dgm:prSet/>
      <dgm:spPr/>
      <dgm:t>
        <a:bodyPr/>
        <a:lstStyle/>
        <a:p>
          <a:endParaRPr lang="uk-UA"/>
        </a:p>
      </dgm:t>
    </dgm:pt>
    <dgm:pt modelId="{D151155C-6E6A-4BE1-9D70-888488CF5608}">
      <dgm:prSet/>
      <dgm:spPr/>
      <dgm:t>
        <a:bodyPr/>
        <a:lstStyle/>
        <a:p>
          <a:r>
            <a:rPr lang="uk-UA" b="0" i="0"/>
            <a:t>установлення незалежної Карпатської України.</a:t>
          </a:r>
          <a:endParaRPr lang="uk-UA"/>
        </a:p>
      </dgm:t>
    </dgm:pt>
    <dgm:pt modelId="{C61E0A37-02E0-453E-A1BC-016DB4528302}" type="parTrans" cxnId="{80E354EF-D59F-446E-8E2A-71B5A904024D}">
      <dgm:prSet/>
      <dgm:spPr/>
      <dgm:t>
        <a:bodyPr/>
        <a:lstStyle/>
        <a:p>
          <a:endParaRPr lang="uk-UA"/>
        </a:p>
      </dgm:t>
    </dgm:pt>
    <dgm:pt modelId="{B5F3A2A1-5A89-4A9F-BB73-BCF46ECC9873}" type="sibTrans" cxnId="{80E354EF-D59F-446E-8E2A-71B5A904024D}">
      <dgm:prSet/>
      <dgm:spPr/>
      <dgm:t>
        <a:bodyPr/>
        <a:lstStyle/>
        <a:p>
          <a:endParaRPr lang="uk-UA"/>
        </a:p>
      </dgm:t>
    </dgm:pt>
    <dgm:pt modelId="{7B2BC333-BF70-4FB5-A7A2-B6BEEF1D71F6}">
      <dgm:prSet/>
      <dgm:spPr/>
      <dgm:t>
        <a:bodyPr/>
        <a:lstStyle/>
        <a:p>
          <a:r>
            <a:rPr lang="uk-UA" b="0" i="0"/>
            <a:t>розгортання радянського партизанського руху.</a:t>
          </a:r>
          <a:endParaRPr lang="uk-UA"/>
        </a:p>
      </dgm:t>
    </dgm:pt>
    <dgm:pt modelId="{FD44DBED-D1E1-4DCD-AD87-D145511D685F}" type="parTrans" cxnId="{4C7251AA-7B92-452E-AB6A-A956F15392F7}">
      <dgm:prSet/>
      <dgm:spPr/>
      <dgm:t>
        <a:bodyPr/>
        <a:lstStyle/>
        <a:p>
          <a:endParaRPr lang="uk-UA"/>
        </a:p>
      </dgm:t>
    </dgm:pt>
    <dgm:pt modelId="{539CCC39-A6BE-4B98-B424-B979EAEA179F}" type="sibTrans" cxnId="{4C7251AA-7B92-452E-AB6A-A956F15392F7}">
      <dgm:prSet/>
      <dgm:spPr/>
      <dgm:t>
        <a:bodyPr/>
        <a:lstStyle/>
        <a:p>
          <a:endParaRPr lang="uk-UA"/>
        </a:p>
      </dgm:t>
    </dgm:pt>
    <dgm:pt modelId="{7F4971B7-4F98-418D-A8D3-27054CF21B16}" type="pres">
      <dgm:prSet presAssocID="{43A8DA9D-1F56-4EB4-9D44-8EC7F1007C2D}" presName="linear" presStyleCnt="0">
        <dgm:presLayoutVars>
          <dgm:animLvl val="lvl"/>
          <dgm:resizeHandles val="exact"/>
        </dgm:presLayoutVars>
      </dgm:prSet>
      <dgm:spPr/>
    </dgm:pt>
    <dgm:pt modelId="{02F9928A-066D-41AB-AF7E-A4B67ACE52D5}" type="pres">
      <dgm:prSet presAssocID="{44A0AF74-9AB6-4D5C-9146-BE2B66F69D7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560B24A-FECA-40A3-90DA-26339081BE57}" type="pres">
      <dgm:prSet presAssocID="{0328B56D-A8E6-424D-A888-5EC3A8CB28E7}" presName="spacer" presStyleCnt="0"/>
      <dgm:spPr/>
    </dgm:pt>
    <dgm:pt modelId="{F40BE023-74EC-43D3-8683-2CFE8AE8FE7A}" type="pres">
      <dgm:prSet presAssocID="{5AD1B86D-410A-4598-A9D9-EB0C5B7D253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6A1DD1C-24A5-4389-AE2A-17C08972CA53}" type="pres">
      <dgm:prSet presAssocID="{739C9E8E-2C35-44EC-9491-98AC8909F0D6}" presName="spacer" presStyleCnt="0"/>
      <dgm:spPr/>
    </dgm:pt>
    <dgm:pt modelId="{A0A0F266-3613-41D3-A02A-4E5CC2136630}" type="pres">
      <dgm:prSet presAssocID="{D151155C-6E6A-4BE1-9D70-888488CF560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D8F3623-1D3F-4736-B750-2C97F50BF6F0}" type="pres">
      <dgm:prSet presAssocID="{B5F3A2A1-5A89-4A9F-BB73-BCF46ECC9873}" presName="spacer" presStyleCnt="0"/>
      <dgm:spPr/>
    </dgm:pt>
    <dgm:pt modelId="{459C95ED-72FB-43EF-AEAE-9967BA7FAA51}" type="pres">
      <dgm:prSet presAssocID="{7B2BC333-BF70-4FB5-A7A2-B6BEEF1D71F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944A16-6BD8-4319-9808-5FB99E8609D9}" type="presOf" srcId="{44A0AF74-9AB6-4D5C-9146-BE2B66F69D79}" destId="{02F9928A-066D-41AB-AF7E-A4B67ACE52D5}" srcOrd="0" destOrd="0" presId="urn:microsoft.com/office/officeart/2005/8/layout/vList2"/>
    <dgm:cxn modelId="{C05BBC2F-96AD-4B12-8CEC-D7F4D0FABB23}" type="presOf" srcId="{7B2BC333-BF70-4FB5-A7A2-B6BEEF1D71F6}" destId="{459C95ED-72FB-43EF-AEAE-9967BA7FAA51}" srcOrd="0" destOrd="0" presId="urn:microsoft.com/office/officeart/2005/8/layout/vList2"/>
    <dgm:cxn modelId="{04B74E69-4182-4BBE-A82E-CBF8C4B0D380}" srcId="{43A8DA9D-1F56-4EB4-9D44-8EC7F1007C2D}" destId="{5AD1B86D-410A-4598-A9D9-EB0C5B7D2535}" srcOrd="1" destOrd="0" parTransId="{EE931E02-BE76-4836-8B33-E08C7FA371CF}" sibTransId="{739C9E8E-2C35-44EC-9491-98AC8909F0D6}"/>
    <dgm:cxn modelId="{4C7251AA-7B92-452E-AB6A-A956F15392F7}" srcId="{43A8DA9D-1F56-4EB4-9D44-8EC7F1007C2D}" destId="{7B2BC333-BF70-4FB5-A7A2-B6BEEF1D71F6}" srcOrd="3" destOrd="0" parTransId="{FD44DBED-D1E1-4DCD-AD87-D145511D685F}" sibTransId="{539CCC39-A6BE-4B98-B424-B979EAEA179F}"/>
    <dgm:cxn modelId="{753344BC-5AEE-4C4D-89F6-83220C43AE05}" type="presOf" srcId="{D151155C-6E6A-4BE1-9D70-888488CF5608}" destId="{A0A0F266-3613-41D3-A02A-4E5CC2136630}" srcOrd="0" destOrd="0" presId="urn:microsoft.com/office/officeart/2005/8/layout/vList2"/>
    <dgm:cxn modelId="{E288ECCA-E3EF-4120-90EC-C455E4D14AE4}" type="presOf" srcId="{43A8DA9D-1F56-4EB4-9D44-8EC7F1007C2D}" destId="{7F4971B7-4F98-418D-A8D3-27054CF21B16}" srcOrd="0" destOrd="0" presId="urn:microsoft.com/office/officeart/2005/8/layout/vList2"/>
    <dgm:cxn modelId="{80E354EF-D59F-446E-8E2A-71B5A904024D}" srcId="{43A8DA9D-1F56-4EB4-9D44-8EC7F1007C2D}" destId="{D151155C-6E6A-4BE1-9D70-888488CF5608}" srcOrd="2" destOrd="0" parTransId="{C61E0A37-02E0-453E-A1BC-016DB4528302}" sibTransId="{B5F3A2A1-5A89-4A9F-BB73-BCF46ECC9873}"/>
    <dgm:cxn modelId="{02294EF0-1D82-48CA-B9E3-E1D9CD5E7C6F}" srcId="{43A8DA9D-1F56-4EB4-9D44-8EC7F1007C2D}" destId="{44A0AF74-9AB6-4D5C-9146-BE2B66F69D79}" srcOrd="0" destOrd="0" parTransId="{21FF55FA-4331-43ED-A9C2-606DB0001E27}" sibTransId="{0328B56D-A8E6-424D-A888-5EC3A8CB28E7}"/>
    <dgm:cxn modelId="{DA35D3FB-5109-4714-8639-2F18AF05D6B3}" type="presOf" srcId="{5AD1B86D-410A-4598-A9D9-EB0C5B7D2535}" destId="{F40BE023-74EC-43D3-8683-2CFE8AE8FE7A}" srcOrd="0" destOrd="0" presId="urn:microsoft.com/office/officeart/2005/8/layout/vList2"/>
    <dgm:cxn modelId="{407A6CF4-B3E8-4E47-A738-9452E5180895}" type="presParOf" srcId="{7F4971B7-4F98-418D-A8D3-27054CF21B16}" destId="{02F9928A-066D-41AB-AF7E-A4B67ACE52D5}" srcOrd="0" destOrd="0" presId="urn:microsoft.com/office/officeart/2005/8/layout/vList2"/>
    <dgm:cxn modelId="{994D1F50-61FC-421E-8FA6-E5F4DBC80C0A}" type="presParOf" srcId="{7F4971B7-4F98-418D-A8D3-27054CF21B16}" destId="{9560B24A-FECA-40A3-90DA-26339081BE57}" srcOrd="1" destOrd="0" presId="urn:microsoft.com/office/officeart/2005/8/layout/vList2"/>
    <dgm:cxn modelId="{837280C4-FD6E-42BE-83E6-1C3FF93A4E61}" type="presParOf" srcId="{7F4971B7-4F98-418D-A8D3-27054CF21B16}" destId="{F40BE023-74EC-43D3-8683-2CFE8AE8FE7A}" srcOrd="2" destOrd="0" presId="urn:microsoft.com/office/officeart/2005/8/layout/vList2"/>
    <dgm:cxn modelId="{BE7D0DF7-B67E-4A64-9CBD-923C674617A6}" type="presParOf" srcId="{7F4971B7-4F98-418D-A8D3-27054CF21B16}" destId="{C6A1DD1C-24A5-4389-AE2A-17C08972CA53}" srcOrd="3" destOrd="0" presId="urn:microsoft.com/office/officeart/2005/8/layout/vList2"/>
    <dgm:cxn modelId="{CAA68E2B-A9B4-4C9B-8691-4522E79D38D7}" type="presParOf" srcId="{7F4971B7-4F98-418D-A8D3-27054CF21B16}" destId="{A0A0F266-3613-41D3-A02A-4E5CC2136630}" srcOrd="4" destOrd="0" presId="urn:microsoft.com/office/officeart/2005/8/layout/vList2"/>
    <dgm:cxn modelId="{24B12630-5B59-4C23-BDB1-B997B8FECCB9}" type="presParOf" srcId="{7F4971B7-4F98-418D-A8D3-27054CF21B16}" destId="{1D8F3623-1D3F-4736-B750-2C97F50BF6F0}" srcOrd="5" destOrd="0" presId="urn:microsoft.com/office/officeart/2005/8/layout/vList2"/>
    <dgm:cxn modelId="{8BD70693-404E-4222-9AD0-5F524F75CA81}" type="presParOf" srcId="{7F4971B7-4F98-418D-A8D3-27054CF21B16}" destId="{459C95ED-72FB-43EF-AEAE-9967BA7FAA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12DFCCAF-70EB-4976-BA4B-D8B3F957F1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303EE6E-AC8D-468D-99B6-7D30335AF6DA}">
      <dgm:prSet/>
      <dgm:spPr/>
      <dgm:t>
        <a:bodyPr/>
        <a:lstStyle/>
        <a:p>
          <a:r>
            <a:rPr lang="uk-UA" b="0" i="0"/>
            <a:t>учасників українського дисидентського руху.</a:t>
          </a:r>
          <a:endParaRPr lang="uk-UA"/>
        </a:p>
      </dgm:t>
    </dgm:pt>
    <dgm:pt modelId="{E016B534-49E6-442F-B646-539DB11F16D8}" type="parTrans" cxnId="{DFFAC2DF-236A-46F0-B125-64CB3F4BF3D1}">
      <dgm:prSet/>
      <dgm:spPr/>
      <dgm:t>
        <a:bodyPr/>
        <a:lstStyle/>
        <a:p>
          <a:endParaRPr lang="uk-UA"/>
        </a:p>
      </dgm:t>
    </dgm:pt>
    <dgm:pt modelId="{295F4832-5D26-4AD0-BF57-D2EB7ECF2E26}" type="sibTrans" cxnId="{DFFAC2DF-236A-46F0-B125-64CB3F4BF3D1}">
      <dgm:prSet/>
      <dgm:spPr/>
      <dgm:t>
        <a:bodyPr/>
        <a:lstStyle/>
        <a:p>
          <a:endParaRPr lang="uk-UA"/>
        </a:p>
      </dgm:t>
    </dgm:pt>
    <dgm:pt modelId="{4E2352FA-4E48-4F49-9AAF-E7E7E0CA2635}">
      <dgm:prSet/>
      <dgm:spPr/>
      <dgm:t>
        <a:bodyPr/>
        <a:lstStyle/>
        <a:p>
          <a:r>
            <a:rPr lang="uk-UA" b="0" i="0"/>
            <a:t>діячів руху Опору в роки Другої світової війни.</a:t>
          </a:r>
          <a:endParaRPr lang="uk-UA"/>
        </a:p>
      </dgm:t>
    </dgm:pt>
    <dgm:pt modelId="{40952CD5-E551-455B-B88F-60F37149013B}" type="parTrans" cxnId="{5A08B937-4C24-47D7-ACF0-F274BCD11480}">
      <dgm:prSet/>
      <dgm:spPr/>
      <dgm:t>
        <a:bodyPr/>
        <a:lstStyle/>
        <a:p>
          <a:endParaRPr lang="uk-UA"/>
        </a:p>
      </dgm:t>
    </dgm:pt>
    <dgm:pt modelId="{1FD84CEA-D3C3-4D4E-97A0-8FD9AED30F49}" type="sibTrans" cxnId="{5A08B937-4C24-47D7-ACF0-F274BCD11480}">
      <dgm:prSet/>
      <dgm:spPr/>
      <dgm:t>
        <a:bodyPr/>
        <a:lstStyle/>
        <a:p>
          <a:endParaRPr lang="uk-UA"/>
        </a:p>
      </dgm:t>
    </dgm:pt>
    <dgm:pt modelId="{848604D5-6F61-40E1-AB6A-3B0650AFDD4D}">
      <dgm:prSet/>
      <dgm:spPr/>
      <dgm:t>
        <a:bodyPr/>
        <a:lstStyle/>
        <a:p>
          <a:r>
            <a:rPr lang="uk-UA" b="0" i="0"/>
            <a:t>командувачів радянських партизанських з’єднань.</a:t>
          </a:r>
          <a:endParaRPr lang="uk-UA"/>
        </a:p>
      </dgm:t>
    </dgm:pt>
    <dgm:pt modelId="{9C659801-411D-4349-8A42-2B7D62CCF99F}" type="parTrans" cxnId="{D54C53E9-C2E4-4566-976A-7D63EBD9EEC7}">
      <dgm:prSet/>
      <dgm:spPr/>
      <dgm:t>
        <a:bodyPr/>
        <a:lstStyle/>
        <a:p>
          <a:endParaRPr lang="uk-UA"/>
        </a:p>
      </dgm:t>
    </dgm:pt>
    <dgm:pt modelId="{3D41F3B6-AF28-4A02-A750-A68B7E525CD5}" type="sibTrans" cxnId="{D54C53E9-C2E4-4566-976A-7D63EBD9EEC7}">
      <dgm:prSet/>
      <dgm:spPr/>
      <dgm:t>
        <a:bodyPr/>
        <a:lstStyle/>
        <a:p>
          <a:endParaRPr lang="uk-UA"/>
        </a:p>
      </dgm:t>
    </dgm:pt>
    <dgm:pt modelId="{484FE7B3-C0A1-4D83-8C4A-9D6BA3B065E6}">
      <dgm:prSet/>
      <dgm:spPr/>
      <dgm:t>
        <a:bodyPr/>
        <a:lstStyle/>
        <a:p>
          <a:r>
            <a:rPr lang="uk-UA" b="0" i="0"/>
            <a:t>керівників перших загонів Української повстанської армії.</a:t>
          </a:r>
          <a:endParaRPr lang="uk-UA"/>
        </a:p>
      </dgm:t>
    </dgm:pt>
    <dgm:pt modelId="{DA0023D0-EB3A-441B-949C-0DE9C56C08A8}" type="parTrans" cxnId="{7BDEC7AA-A0AD-451A-852D-392CEA3AC057}">
      <dgm:prSet/>
      <dgm:spPr/>
      <dgm:t>
        <a:bodyPr/>
        <a:lstStyle/>
        <a:p>
          <a:endParaRPr lang="uk-UA"/>
        </a:p>
      </dgm:t>
    </dgm:pt>
    <dgm:pt modelId="{B8D2D987-8DEA-4A72-93D3-8AEE6AE608C6}" type="sibTrans" cxnId="{7BDEC7AA-A0AD-451A-852D-392CEA3AC057}">
      <dgm:prSet/>
      <dgm:spPr/>
      <dgm:t>
        <a:bodyPr/>
        <a:lstStyle/>
        <a:p>
          <a:endParaRPr lang="uk-UA"/>
        </a:p>
      </dgm:t>
    </dgm:pt>
    <dgm:pt modelId="{9CF2190F-7EA3-4263-90AA-B4E4E0CAADC4}" type="pres">
      <dgm:prSet presAssocID="{12DFCCAF-70EB-4976-BA4B-D8B3F957F1B9}" presName="linear" presStyleCnt="0">
        <dgm:presLayoutVars>
          <dgm:animLvl val="lvl"/>
          <dgm:resizeHandles val="exact"/>
        </dgm:presLayoutVars>
      </dgm:prSet>
      <dgm:spPr/>
    </dgm:pt>
    <dgm:pt modelId="{CABF8984-1ED7-4339-B63F-1D4012AF165E}" type="pres">
      <dgm:prSet presAssocID="{5303EE6E-AC8D-468D-99B6-7D30335AF6D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5488292-7BB4-4738-A1C9-FD3002C1E840}" type="pres">
      <dgm:prSet presAssocID="{295F4832-5D26-4AD0-BF57-D2EB7ECF2E26}" presName="spacer" presStyleCnt="0"/>
      <dgm:spPr/>
    </dgm:pt>
    <dgm:pt modelId="{47230F7F-11FC-404B-A110-150B7CEFE16D}" type="pres">
      <dgm:prSet presAssocID="{4E2352FA-4E48-4F49-9AAF-E7E7E0CA263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4322411-3CE4-4C30-96F5-FDC03DE0AE31}" type="pres">
      <dgm:prSet presAssocID="{1FD84CEA-D3C3-4D4E-97A0-8FD9AED30F49}" presName="spacer" presStyleCnt="0"/>
      <dgm:spPr/>
    </dgm:pt>
    <dgm:pt modelId="{9F8FBE97-C524-4CFC-A133-A61C8E7370BC}" type="pres">
      <dgm:prSet presAssocID="{848604D5-6F61-40E1-AB6A-3B0650AFDD4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4B99453-D811-4AEF-AFAA-C3931927C085}" type="pres">
      <dgm:prSet presAssocID="{3D41F3B6-AF28-4A02-A750-A68B7E525CD5}" presName="spacer" presStyleCnt="0"/>
      <dgm:spPr/>
    </dgm:pt>
    <dgm:pt modelId="{322E166D-F2D9-4159-974A-ECFDF3031FD2}" type="pres">
      <dgm:prSet presAssocID="{484FE7B3-C0A1-4D83-8C4A-9D6BA3B065E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3B59203-822C-4DD2-BC27-19AF99DEF6CE}" type="presOf" srcId="{4E2352FA-4E48-4F49-9AAF-E7E7E0CA2635}" destId="{47230F7F-11FC-404B-A110-150B7CEFE16D}" srcOrd="0" destOrd="0" presId="urn:microsoft.com/office/officeart/2005/8/layout/vList2"/>
    <dgm:cxn modelId="{5A08B937-4C24-47D7-ACF0-F274BCD11480}" srcId="{12DFCCAF-70EB-4976-BA4B-D8B3F957F1B9}" destId="{4E2352FA-4E48-4F49-9AAF-E7E7E0CA2635}" srcOrd="1" destOrd="0" parTransId="{40952CD5-E551-455B-B88F-60F37149013B}" sibTransId="{1FD84CEA-D3C3-4D4E-97A0-8FD9AED30F49}"/>
    <dgm:cxn modelId="{C17E3A50-197E-4613-8CBD-577E56151443}" type="presOf" srcId="{12DFCCAF-70EB-4976-BA4B-D8B3F957F1B9}" destId="{9CF2190F-7EA3-4263-90AA-B4E4E0CAADC4}" srcOrd="0" destOrd="0" presId="urn:microsoft.com/office/officeart/2005/8/layout/vList2"/>
    <dgm:cxn modelId="{9BE9D294-1107-4F86-B0C6-BB79D45570AD}" type="presOf" srcId="{848604D5-6F61-40E1-AB6A-3B0650AFDD4D}" destId="{9F8FBE97-C524-4CFC-A133-A61C8E7370BC}" srcOrd="0" destOrd="0" presId="urn:microsoft.com/office/officeart/2005/8/layout/vList2"/>
    <dgm:cxn modelId="{7BDEC7AA-A0AD-451A-852D-392CEA3AC057}" srcId="{12DFCCAF-70EB-4976-BA4B-D8B3F957F1B9}" destId="{484FE7B3-C0A1-4D83-8C4A-9D6BA3B065E6}" srcOrd="3" destOrd="0" parTransId="{DA0023D0-EB3A-441B-949C-0DE9C56C08A8}" sibTransId="{B8D2D987-8DEA-4A72-93D3-8AEE6AE608C6}"/>
    <dgm:cxn modelId="{DFFAC2DF-236A-46F0-B125-64CB3F4BF3D1}" srcId="{12DFCCAF-70EB-4976-BA4B-D8B3F957F1B9}" destId="{5303EE6E-AC8D-468D-99B6-7D30335AF6DA}" srcOrd="0" destOrd="0" parTransId="{E016B534-49E6-442F-B646-539DB11F16D8}" sibTransId="{295F4832-5D26-4AD0-BF57-D2EB7ECF2E26}"/>
    <dgm:cxn modelId="{D54C53E9-C2E4-4566-976A-7D63EBD9EEC7}" srcId="{12DFCCAF-70EB-4976-BA4B-D8B3F957F1B9}" destId="{848604D5-6F61-40E1-AB6A-3B0650AFDD4D}" srcOrd="2" destOrd="0" parTransId="{9C659801-411D-4349-8A42-2B7D62CCF99F}" sibTransId="{3D41F3B6-AF28-4A02-A750-A68B7E525CD5}"/>
    <dgm:cxn modelId="{D97EC8EB-1AE8-4070-B147-7005D27A4FF1}" type="presOf" srcId="{5303EE6E-AC8D-468D-99B6-7D30335AF6DA}" destId="{CABF8984-1ED7-4339-B63F-1D4012AF165E}" srcOrd="0" destOrd="0" presId="urn:microsoft.com/office/officeart/2005/8/layout/vList2"/>
    <dgm:cxn modelId="{1BFD37FF-6452-4C1A-908A-C432E50A673D}" type="presOf" srcId="{484FE7B3-C0A1-4D83-8C4A-9D6BA3B065E6}" destId="{322E166D-F2D9-4159-974A-ECFDF3031FD2}" srcOrd="0" destOrd="0" presId="urn:microsoft.com/office/officeart/2005/8/layout/vList2"/>
    <dgm:cxn modelId="{0D1D8883-A2B3-4415-AF18-4252F872DF2F}" type="presParOf" srcId="{9CF2190F-7EA3-4263-90AA-B4E4E0CAADC4}" destId="{CABF8984-1ED7-4339-B63F-1D4012AF165E}" srcOrd="0" destOrd="0" presId="urn:microsoft.com/office/officeart/2005/8/layout/vList2"/>
    <dgm:cxn modelId="{0EFA2839-9867-41FF-BB13-26197FF4106B}" type="presParOf" srcId="{9CF2190F-7EA3-4263-90AA-B4E4E0CAADC4}" destId="{E5488292-7BB4-4738-A1C9-FD3002C1E840}" srcOrd="1" destOrd="0" presId="urn:microsoft.com/office/officeart/2005/8/layout/vList2"/>
    <dgm:cxn modelId="{F3C96D50-9DB9-49BF-A895-6AFA197A1BB5}" type="presParOf" srcId="{9CF2190F-7EA3-4263-90AA-B4E4E0CAADC4}" destId="{47230F7F-11FC-404B-A110-150B7CEFE16D}" srcOrd="2" destOrd="0" presId="urn:microsoft.com/office/officeart/2005/8/layout/vList2"/>
    <dgm:cxn modelId="{EF9281C2-A13D-4BCF-BC06-6705E37462D5}" type="presParOf" srcId="{9CF2190F-7EA3-4263-90AA-B4E4E0CAADC4}" destId="{84322411-3CE4-4C30-96F5-FDC03DE0AE31}" srcOrd="3" destOrd="0" presId="urn:microsoft.com/office/officeart/2005/8/layout/vList2"/>
    <dgm:cxn modelId="{838D43BE-660C-4E4D-8B21-B5CCFC6E8BB5}" type="presParOf" srcId="{9CF2190F-7EA3-4263-90AA-B4E4E0CAADC4}" destId="{9F8FBE97-C524-4CFC-A133-A61C8E7370BC}" srcOrd="4" destOrd="0" presId="urn:microsoft.com/office/officeart/2005/8/layout/vList2"/>
    <dgm:cxn modelId="{CD0CDA91-1AA6-4EDA-8D46-54674317EBD2}" type="presParOf" srcId="{9CF2190F-7EA3-4263-90AA-B4E4E0CAADC4}" destId="{C4B99453-D811-4AEF-AFAA-C3931927C085}" srcOrd="5" destOrd="0" presId="urn:microsoft.com/office/officeart/2005/8/layout/vList2"/>
    <dgm:cxn modelId="{65C1B70F-49E2-4F84-AC0E-BD29177CB1DC}" type="presParOf" srcId="{9CF2190F-7EA3-4263-90AA-B4E4E0CAADC4}" destId="{322E166D-F2D9-4159-974A-ECFDF3031FD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80FD258A-1E04-47EF-AF66-A04C0FE558E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122D434-AA1F-4B18-B879-8001318DCBFE}">
      <dgm:prSet/>
      <dgm:spPr/>
      <dgm:t>
        <a:bodyPr/>
        <a:lstStyle/>
        <a:p>
          <a:r>
            <a:rPr lang="uk-UA" b="0" i="0"/>
            <a:t>очільник рейхскомісаріату «Україна».</a:t>
          </a:r>
          <a:endParaRPr lang="uk-UA"/>
        </a:p>
      </dgm:t>
    </dgm:pt>
    <dgm:pt modelId="{B34E46B7-A9C8-453F-804D-FD31B8EB6D0E}" type="parTrans" cxnId="{E6873862-AA4D-4F58-9D8D-7D85D1F73410}">
      <dgm:prSet/>
      <dgm:spPr/>
      <dgm:t>
        <a:bodyPr/>
        <a:lstStyle/>
        <a:p>
          <a:endParaRPr lang="uk-UA"/>
        </a:p>
      </dgm:t>
    </dgm:pt>
    <dgm:pt modelId="{B8857E26-1181-4FA4-BD50-0745271E5961}" type="sibTrans" cxnId="{E6873862-AA4D-4F58-9D8D-7D85D1F73410}">
      <dgm:prSet/>
      <dgm:spPr/>
      <dgm:t>
        <a:bodyPr/>
        <a:lstStyle/>
        <a:p>
          <a:endParaRPr lang="uk-UA"/>
        </a:p>
      </dgm:t>
    </dgm:pt>
    <dgm:pt modelId="{06F4ABFD-7A79-46F6-8CA6-982E891B6EF5}">
      <dgm:prSet/>
      <dgm:spPr/>
      <dgm:t>
        <a:bodyPr/>
        <a:lstStyle/>
        <a:p>
          <a:r>
            <a:rPr lang="uk-UA" b="0" i="0"/>
            <a:t>провод Організації українських націоналістів С. Бандери.</a:t>
          </a:r>
          <a:endParaRPr lang="uk-UA"/>
        </a:p>
      </dgm:t>
    </dgm:pt>
    <dgm:pt modelId="{D082C8D9-B4E1-4741-91EC-012C46263B33}" type="parTrans" cxnId="{E500A341-1E37-4CFF-8FD4-D95A4D32925A}">
      <dgm:prSet/>
      <dgm:spPr/>
      <dgm:t>
        <a:bodyPr/>
        <a:lstStyle/>
        <a:p>
          <a:endParaRPr lang="uk-UA"/>
        </a:p>
      </dgm:t>
    </dgm:pt>
    <dgm:pt modelId="{B9EB158E-7788-4FB9-8E8F-514D872FD51D}" type="sibTrans" cxnId="{E500A341-1E37-4CFF-8FD4-D95A4D32925A}">
      <dgm:prSet/>
      <dgm:spPr/>
      <dgm:t>
        <a:bodyPr/>
        <a:lstStyle/>
        <a:p>
          <a:endParaRPr lang="uk-UA"/>
        </a:p>
      </dgm:t>
    </dgm:pt>
    <dgm:pt modelId="{1731345E-D50A-4EF4-A11A-20423565351E}">
      <dgm:prSet/>
      <dgm:spPr/>
      <dgm:t>
        <a:bodyPr/>
        <a:lstStyle/>
        <a:p>
          <a:r>
            <a:rPr lang="uk-UA" b="0" i="0"/>
            <a:t>керівник Українського штабу партизанського руху.</a:t>
          </a:r>
          <a:endParaRPr lang="uk-UA"/>
        </a:p>
      </dgm:t>
    </dgm:pt>
    <dgm:pt modelId="{9D92135E-A2E5-4C57-BB86-BF611C597217}" type="parTrans" cxnId="{FBB44215-B443-49D2-B98F-C3300DC67AA2}">
      <dgm:prSet/>
      <dgm:spPr/>
      <dgm:t>
        <a:bodyPr/>
        <a:lstStyle/>
        <a:p>
          <a:endParaRPr lang="uk-UA"/>
        </a:p>
      </dgm:t>
    </dgm:pt>
    <dgm:pt modelId="{567A4104-23C5-4D6C-A736-E9431A916C56}" type="sibTrans" cxnId="{FBB44215-B443-49D2-B98F-C3300DC67AA2}">
      <dgm:prSet/>
      <dgm:spPr/>
      <dgm:t>
        <a:bodyPr/>
        <a:lstStyle/>
        <a:p>
          <a:endParaRPr lang="uk-UA"/>
        </a:p>
      </dgm:t>
    </dgm:pt>
    <dgm:pt modelId="{B6DF707D-54B6-4502-AD15-9F43D979E8A9}">
      <dgm:prSet/>
      <dgm:spPr/>
      <dgm:t>
        <a:bodyPr/>
        <a:lstStyle/>
        <a:p>
          <a:r>
            <a:rPr lang="uk-UA" b="0" i="0"/>
            <a:t>голова уряду Української РСР.</a:t>
          </a:r>
          <a:endParaRPr lang="uk-UA"/>
        </a:p>
      </dgm:t>
    </dgm:pt>
    <dgm:pt modelId="{B4254F49-EB9B-4BEC-9ECA-8B55B3140E6D}" type="parTrans" cxnId="{3089B39C-5507-4DC0-9B86-25AE81ECD5BD}">
      <dgm:prSet/>
      <dgm:spPr/>
      <dgm:t>
        <a:bodyPr/>
        <a:lstStyle/>
        <a:p>
          <a:endParaRPr lang="uk-UA"/>
        </a:p>
      </dgm:t>
    </dgm:pt>
    <dgm:pt modelId="{8282527D-F356-4765-96E7-A1EEEB5263DA}" type="sibTrans" cxnId="{3089B39C-5507-4DC0-9B86-25AE81ECD5BD}">
      <dgm:prSet/>
      <dgm:spPr/>
      <dgm:t>
        <a:bodyPr/>
        <a:lstStyle/>
        <a:p>
          <a:endParaRPr lang="uk-UA"/>
        </a:p>
      </dgm:t>
    </dgm:pt>
    <dgm:pt modelId="{1FB5240C-A927-4798-99D1-1D6503B51CE5}" type="pres">
      <dgm:prSet presAssocID="{80FD258A-1E04-47EF-AF66-A04C0FE558E1}" presName="linear" presStyleCnt="0">
        <dgm:presLayoutVars>
          <dgm:animLvl val="lvl"/>
          <dgm:resizeHandles val="exact"/>
        </dgm:presLayoutVars>
      </dgm:prSet>
      <dgm:spPr/>
    </dgm:pt>
    <dgm:pt modelId="{E4D27013-D9AA-4153-8A10-7A24088B9506}" type="pres">
      <dgm:prSet presAssocID="{7122D434-AA1F-4B18-B879-8001318DCBF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C0F6BE-AECF-4B53-B8C1-C3665BD97199}" type="pres">
      <dgm:prSet presAssocID="{B8857E26-1181-4FA4-BD50-0745271E5961}" presName="spacer" presStyleCnt="0"/>
      <dgm:spPr/>
    </dgm:pt>
    <dgm:pt modelId="{E44E3FFC-B2E9-4FDB-9C7E-B2C54E78B50E}" type="pres">
      <dgm:prSet presAssocID="{06F4ABFD-7A79-46F6-8CA6-982E891B6EF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6D50B88-BC1D-4397-B969-6D67E506893D}" type="pres">
      <dgm:prSet presAssocID="{B9EB158E-7788-4FB9-8E8F-514D872FD51D}" presName="spacer" presStyleCnt="0"/>
      <dgm:spPr/>
    </dgm:pt>
    <dgm:pt modelId="{28E11E51-BCBE-48FD-84B9-DD7BF26EF5E7}" type="pres">
      <dgm:prSet presAssocID="{1731345E-D50A-4EF4-A11A-2042356535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FBF4E5F-FD89-4395-8E7E-E52156FC633B}" type="pres">
      <dgm:prSet presAssocID="{567A4104-23C5-4D6C-A736-E9431A916C56}" presName="spacer" presStyleCnt="0"/>
      <dgm:spPr/>
    </dgm:pt>
    <dgm:pt modelId="{FCACB4E9-71D2-49AD-B2A3-2AFC487901FF}" type="pres">
      <dgm:prSet presAssocID="{B6DF707D-54B6-4502-AD15-9F43D979E8A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BB44215-B443-49D2-B98F-C3300DC67AA2}" srcId="{80FD258A-1E04-47EF-AF66-A04C0FE558E1}" destId="{1731345E-D50A-4EF4-A11A-20423565351E}" srcOrd="2" destOrd="0" parTransId="{9D92135E-A2E5-4C57-BB86-BF611C597217}" sibTransId="{567A4104-23C5-4D6C-A736-E9431A916C56}"/>
    <dgm:cxn modelId="{026E5637-7C78-4A26-A87B-E1A723EE7387}" type="presOf" srcId="{7122D434-AA1F-4B18-B879-8001318DCBFE}" destId="{E4D27013-D9AA-4153-8A10-7A24088B9506}" srcOrd="0" destOrd="0" presId="urn:microsoft.com/office/officeart/2005/8/layout/vList2"/>
    <dgm:cxn modelId="{E500A341-1E37-4CFF-8FD4-D95A4D32925A}" srcId="{80FD258A-1E04-47EF-AF66-A04C0FE558E1}" destId="{06F4ABFD-7A79-46F6-8CA6-982E891B6EF5}" srcOrd="1" destOrd="0" parTransId="{D082C8D9-B4E1-4741-91EC-012C46263B33}" sibTransId="{B9EB158E-7788-4FB9-8E8F-514D872FD51D}"/>
    <dgm:cxn modelId="{E6873862-AA4D-4F58-9D8D-7D85D1F73410}" srcId="{80FD258A-1E04-47EF-AF66-A04C0FE558E1}" destId="{7122D434-AA1F-4B18-B879-8001318DCBFE}" srcOrd="0" destOrd="0" parTransId="{B34E46B7-A9C8-453F-804D-FD31B8EB6D0E}" sibTransId="{B8857E26-1181-4FA4-BD50-0745271E5961}"/>
    <dgm:cxn modelId="{7F90B442-CA87-4D38-84F4-55AE5C0BD250}" type="presOf" srcId="{80FD258A-1E04-47EF-AF66-A04C0FE558E1}" destId="{1FB5240C-A927-4798-99D1-1D6503B51CE5}" srcOrd="0" destOrd="0" presId="urn:microsoft.com/office/officeart/2005/8/layout/vList2"/>
    <dgm:cxn modelId="{3089B39C-5507-4DC0-9B86-25AE81ECD5BD}" srcId="{80FD258A-1E04-47EF-AF66-A04C0FE558E1}" destId="{B6DF707D-54B6-4502-AD15-9F43D979E8A9}" srcOrd="3" destOrd="0" parTransId="{B4254F49-EB9B-4BEC-9ECA-8B55B3140E6D}" sibTransId="{8282527D-F356-4765-96E7-A1EEEB5263DA}"/>
    <dgm:cxn modelId="{02CD4FC7-EF37-44EE-9374-E57CBFB03156}" type="presOf" srcId="{1731345E-D50A-4EF4-A11A-20423565351E}" destId="{28E11E51-BCBE-48FD-84B9-DD7BF26EF5E7}" srcOrd="0" destOrd="0" presId="urn:microsoft.com/office/officeart/2005/8/layout/vList2"/>
    <dgm:cxn modelId="{D23C16C9-2EA3-4528-8424-637AFBAC259A}" type="presOf" srcId="{06F4ABFD-7A79-46F6-8CA6-982E891B6EF5}" destId="{E44E3FFC-B2E9-4FDB-9C7E-B2C54E78B50E}" srcOrd="0" destOrd="0" presId="urn:microsoft.com/office/officeart/2005/8/layout/vList2"/>
    <dgm:cxn modelId="{6E40C4DE-2630-49F1-94F0-B6663B1BAFCA}" type="presOf" srcId="{B6DF707D-54B6-4502-AD15-9F43D979E8A9}" destId="{FCACB4E9-71D2-49AD-B2A3-2AFC487901FF}" srcOrd="0" destOrd="0" presId="urn:microsoft.com/office/officeart/2005/8/layout/vList2"/>
    <dgm:cxn modelId="{86F3ACE2-32F2-48D8-BB2F-5D52A0A2D01D}" type="presParOf" srcId="{1FB5240C-A927-4798-99D1-1D6503B51CE5}" destId="{E4D27013-D9AA-4153-8A10-7A24088B9506}" srcOrd="0" destOrd="0" presId="urn:microsoft.com/office/officeart/2005/8/layout/vList2"/>
    <dgm:cxn modelId="{E76E76FF-B2F1-4303-A6D8-AFE42FBC417D}" type="presParOf" srcId="{1FB5240C-A927-4798-99D1-1D6503B51CE5}" destId="{35C0F6BE-AECF-4B53-B8C1-C3665BD97199}" srcOrd="1" destOrd="0" presId="urn:microsoft.com/office/officeart/2005/8/layout/vList2"/>
    <dgm:cxn modelId="{3F7A9FAD-649E-4476-AB6D-EA49321F5C28}" type="presParOf" srcId="{1FB5240C-A927-4798-99D1-1D6503B51CE5}" destId="{E44E3FFC-B2E9-4FDB-9C7E-B2C54E78B50E}" srcOrd="2" destOrd="0" presId="urn:microsoft.com/office/officeart/2005/8/layout/vList2"/>
    <dgm:cxn modelId="{621F3355-21E0-4DB2-AB0E-F43E0B73BF6C}" type="presParOf" srcId="{1FB5240C-A927-4798-99D1-1D6503B51CE5}" destId="{06D50B88-BC1D-4397-B969-6D67E506893D}" srcOrd="3" destOrd="0" presId="urn:microsoft.com/office/officeart/2005/8/layout/vList2"/>
    <dgm:cxn modelId="{98F82E49-1957-40B1-B7DD-0773D4643BE7}" type="presParOf" srcId="{1FB5240C-A927-4798-99D1-1D6503B51CE5}" destId="{28E11E51-BCBE-48FD-84B9-DD7BF26EF5E7}" srcOrd="4" destOrd="0" presId="urn:microsoft.com/office/officeart/2005/8/layout/vList2"/>
    <dgm:cxn modelId="{628E079F-D4BF-4BE0-B481-B9A83481710A}" type="presParOf" srcId="{1FB5240C-A927-4798-99D1-1D6503B51CE5}" destId="{0FBF4E5F-FD89-4395-8E7E-E52156FC633B}" srcOrd="5" destOrd="0" presId="urn:microsoft.com/office/officeart/2005/8/layout/vList2"/>
    <dgm:cxn modelId="{C8EA3560-AC0C-4AB0-9101-7E3BFABA65B7}" type="presParOf" srcId="{1FB5240C-A927-4798-99D1-1D6503B51CE5}" destId="{FCACB4E9-71D2-49AD-B2A3-2AFC487901F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DAE6B12C-4B4A-4E02-BD83-6426F31F10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F694E66-40A2-42D2-BFB4-850C988F04D3}">
      <dgm:prSet/>
      <dgm:spPr/>
      <dgm:t>
        <a:bodyPr/>
        <a:lstStyle/>
        <a:p>
          <a:r>
            <a:rPr lang="uk-UA" b="0" i="0"/>
            <a:t>Центральної України.</a:t>
          </a:r>
          <a:endParaRPr lang="uk-UA"/>
        </a:p>
      </dgm:t>
    </dgm:pt>
    <dgm:pt modelId="{21A74EC9-9D6A-498B-9705-7E76B7872851}" type="parTrans" cxnId="{2801246B-2255-4FF5-9D78-DFF9E6A7F760}">
      <dgm:prSet/>
      <dgm:spPr/>
      <dgm:t>
        <a:bodyPr/>
        <a:lstStyle/>
        <a:p>
          <a:endParaRPr lang="uk-UA"/>
        </a:p>
      </dgm:t>
    </dgm:pt>
    <dgm:pt modelId="{845139D5-FB0B-4DB6-8481-E88FAADEFD23}" type="sibTrans" cxnId="{2801246B-2255-4FF5-9D78-DFF9E6A7F760}">
      <dgm:prSet/>
      <dgm:spPr/>
      <dgm:t>
        <a:bodyPr/>
        <a:lstStyle/>
        <a:p>
          <a:endParaRPr lang="uk-UA"/>
        </a:p>
      </dgm:t>
    </dgm:pt>
    <dgm:pt modelId="{84FDAEAF-B303-4909-AE61-CCC997D5AC80}">
      <dgm:prSet/>
      <dgm:spPr/>
      <dgm:t>
        <a:bodyPr/>
        <a:lstStyle/>
        <a:p>
          <a:r>
            <a:rPr lang="uk-UA" b="0" i="0"/>
            <a:t>Південної України.</a:t>
          </a:r>
          <a:endParaRPr lang="uk-UA"/>
        </a:p>
      </dgm:t>
    </dgm:pt>
    <dgm:pt modelId="{6C6BC6EE-7FE4-4C74-81B5-9899C4E7FDD9}" type="parTrans" cxnId="{E7E77906-825E-4666-BF7D-0DC56E9FD7CA}">
      <dgm:prSet/>
      <dgm:spPr/>
      <dgm:t>
        <a:bodyPr/>
        <a:lstStyle/>
        <a:p>
          <a:endParaRPr lang="uk-UA"/>
        </a:p>
      </dgm:t>
    </dgm:pt>
    <dgm:pt modelId="{652A4AE6-F2B6-49E3-B6F9-971A8C2DD6DE}" type="sibTrans" cxnId="{E7E77906-825E-4666-BF7D-0DC56E9FD7CA}">
      <dgm:prSet/>
      <dgm:spPr/>
      <dgm:t>
        <a:bodyPr/>
        <a:lstStyle/>
        <a:p>
          <a:endParaRPr lang="uk-UA"/>
        </a:p>
      </dgm:t>
    </dgm:pt>
    <dgm:pt modelId="{750DD953-3B6D-461A-9903-D0C000ABE215}">
      <dgm:prSet/>
      <dgm:spPr/>
      <dgm:t>
        <a:bodyPr/>
        <a:lstStyle/>
        <a:p>
          <a:r>
            <a:rPr lang="uk-UA" b="0" i="0"/>
            <a:t>Західної України.</a:t>
          </a:r>
          <a:endParaRPr lang="uk-UA"/>
        </a:p>
      </dgm:t>
    </dgm:pt>
    <dgm:pt modelId="{A652083F-A65C-4B97-BA78-5975CE39383C}" type="parTrans" cxnId="{C3406709-D4EE-415B-B9AB-3707861F6E1B}">
      <dgm:prSet/>
      <dgm:spPr/>
      <dgm:t>
        <a:bodyPr/>
        <a:lstStyle/>
        <a:p>
          <a:endParaRPr lang="uk-UA"/>
        </a:p>
      </dgm:t>
    </dgm:pt>
    <dgm:pt modelId="{51FBD718-419A-4C36-8A52-854D8200479D}" type="sibTrans" cxnId="{C3406709-D4EE-415B-B9AB-3707861F6E1B}">
      <dgm:prSet/>
      <dgm:spPr/>
      <dgm:t>
        <a:bodyPr/>
        <a:lstStyle/>
        <a:p>
          <a:endParaRPr lang="uk-UA"/>
        </a:p>
      </dgm:t>
    </dgm:pt>
    <dgm:pt modelId="{6D18D7A3-8304-4BFE-A83A-034370E30983}">
      <dgm:prSet/>
      <dgm:spPr/>
      <dgm:t>
        <a:bodyPr/>
        <a:lstStyle/>
        <a:p>
          <a:r>
            <a:rPr lang="uk-UA" b="0" i="0"/>
            <a:t>Східної України.</a:t>
          </a:r>
          <a:endParaRPr lang="uk-UA"/>
        </a:p>
      </dgm:t>
    </dgm:pt>
    <dgm:pt modelId="{EE222024-71F7-4CFF-8D20-492C4E42E26D}" type="parTrans" cxnId="{0762C364-A943-424B-B532-2E4555FA603E}">
      <dgm:prSet/>
      <dgm:spPr/>
      <dgm:t>
        <a:bodyPr/>
        <a:lstStyle/>
        <a:p>
          <a:endParaRPr lang="uk-UA"/>
        </a:p>
      </dgm:t>
    </dgm:pt>
    <dgm:pt modelId="{3C1F21D6-33D7-477C-B436-062359D323BC}" type="sibTrans" cxnId="{0762C364-A943-424B-B532-2E4555FA603E}">
      <dgm:prSet/>
      <dgm:spPr/>
      <dgm:t>
        <a:bodyPr/>
        <a:lstStyle/>
        <a:p>
          <a:endParaRPr lang="uk-UA"/>
        </a:p>
      </dgm:t>
    </dgm:pt>
    <dgm:pt modelId="{248393DD-F329-4782-A879-8169E60131B3}" type="pres">
      <dgm:prSet presAssocID="{DAE6B12C-4B4A-4E02-BD83-6426F31F1011}" presName="linear" presStyleCnt="0">
        <dgm:presLayoutVars>
          <dgm:animLvl val="lvl"/>
          <dgm:resizeHandles val="exact"/>
        </dgm:presLayoutVars>
      </dgm:prSet>
      <dgm:spPr/>
    </dgm:pt>
    <dgm:pt modelId="{904DB0A0-A793-4D14-85E7-765A2CEECBC2}" type="pres">
      <dgm:prSet presAssocID="{FF694E66-40A2-42D2-BFB4-850C988F04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98AA546-25E9-4D1B-8CB0-B8DB6C9231F0}" type="pres">
      <dgm:prSet presAssocID="{845139D5-FB0B-4DB6-8481-E88FAADEFD23}" presName="spacer" presStyleCnt="0"/>
      <dgm:spPr/>
    </dgm:pt>
    <dgm:pt modelId="{FC3A6D65-4664-4346-9D08-5C8E539F56F1}" type="pres">
      <dgm:prSet presAssocID="{84FDAEAF-B303-4909-AE61-CCC997D5AC8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81B222-1172-485A-B909-27D4E8CF59CE}" type="pres">
      <dgm:prSet presAssocID="{652A4AE6-F2B6-49E3-B6F9-971A8C2DD6DE}" presName="spacer" presStyleCnt="0"/>
      <dgm:spPr/>
    </dgm:pt>
    <dgm:pt modelId="{08237551-879E-460F-B523-62D841517254}" type="pres">
      <dgm:prSet presAssocID="{750DD953-3B6D-461A-9903-D0C000ABE21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2897039-089B-4BB0-BBDA-600F90350B96}" type="pres">
      <dgm:prSet presAssocID="{51FBD718-419A-4C36-8A52-854D8200479D}" presName="spacer" presStyleCnt="0"/>
      <dgm:spPr/>
    </dgm:pt>
    <dgm:pt modelId="{22B9633D-02E5-4214-BC89-57FE7C729787}" type="pres">
      <dgm:prSet presAssocID="{6D18D7A3-8304-4BFE-A83A-034370E309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2A30D06-54A2-4C74-9B9A-0776CA0CEC23}" type="presOf" srcId="{84FDAEAF-B303-4909-AE61-CCC997D5AC80}" destId="{FC3A6D65-4664-4346-9D08-5C8E539F56F1}" srcOrd="0" destOrd="0" presId="urn:microsoft.com/office/officeart/2005/8/layout/vList2"/>
    <dgm:cxn modelId="{E7E77906-825E-4666-BF7D-0DC56E9FD7CA}" srcId="{DAE6B12C-4B4A-4E02-BD83-6426F31F1011}" destId="{84FDAEAF-B303-4909-AE61-CCC997D5AC80}" srcOrd="1" destOrd="0" parTransId="{6C6BC6EE-7FE4-4C74-81B5-9899C4E7FDD9}" sibTransId="{652A4AE6-F2B6-49E3-B6F9-971A8C2DD6DE}"/>
    <dgm:cxn modelId="{C3406709-D4EE-415B-B9AB-3707861F6E1B}" srcId="{DAE6B12C-4B4A-4E02-BD83-6426F31F1011}" destId="{750DD953-3B6D-461A-9903-D0C000ABE215}" srcOrd="2" destOrd="0" parTransId="{A652083F-A65C-4B97-BA78-5975CE39383C}" sibTransId="{51FBD718-419A-4C36-8A52-854D8200479D}"/>
    <dgm:cxn modelId="{66CD3113-0859-4C7F-B438-99201B02E6E2}" type="presOf" srcId="{DAE6B12C-4B4A-4E02-BD83-6426F31F1011}" destId="{248393DD-F329-4782-A879-8169E60131B3}" srcOrd="0" destOrd="0" presId="urn:microsoft.com/office/officeart/2005/8/layout/vList2"/>
    <dgm:cxn modelId="{0762C364-A943-424B-B532-2E4555FA603E}" srcId="{DAE6B12C-4B4A-4E02-BD83-6426F31F1011}" destId="{6D18D7A3-8304-4BFE-A83A-034370E30983}" srcOrd="3" destOrd="0" parTransId="{EE222024-71F7-4CFF-8D20-492C4E42E26D}" sibTransId="{3C1F21D6-33D7-477C-B436-062359D323BC}"/>
    <dgm:cxn modelId="{2801246B-2255-4FF5-9D78-DFF9E6A7F760}" srcId="{DAE6B12C-4B4A-4E02-BD83-6426F31F1011}" destId="{FF694E66-40A2-42D2-BFB4-850C988F04D3}" srcOrd="0" destOrd="0" parTransId="{21A74EC9-9D6A-498B-9705-7E76B7872851}" sibTransId="{845139D5-FB0B-4DB6-8481-E88FAADEFD23}"/>
    <dgm:cxn modelId="{F299D672-95D0-4F9B-BE1B-452BA7E04B3B}" type="presOf" srcId="{750DD953-3B6D-461A-9903-D0C000ABE215}" destId="{08237551-879E-460F-B523-62D841517254}" srcOrd="0" destOrd="0" presId="urn:microsoft.com/office/officeart/2005/8/layout/vList2"/>
    <dgm:cxn modelId="{6028F256-A9E2-40BF-8305-A9784C65A799}" type="presOf" srcId="{6D18D7A3-8304-4BFE-A83A-034370E30983}" destId="{22B9633D-02E5-4214-BC89-57FE7C729787}" srcOrd="0" destOrd="0" presId="urn:microsoft.com/office/officeart/2005/8/layout/vList2"/>
    <dgm:cxn modelId="{B90D7B9F-3367-4BAC-A4CA-45836C9DF96A}" type="presOf" srcId="{FF694E66-40A2-42D2-BFB4-850C988F04D3}" destId="{904DB0A0-A793-4D14-85E7-765A2CEECBC2}" srcOrd="0" destOrd="0" presId="urn:microsoft.com/office/officeart/2005/8/layout/vList2"/>
    <dgm:cxn modelId="{22A3DC0D-8721-4E63-9873-A4A25CA8DEB6}" type="presParOf" srcId="{248393DD-F329-4782-A879-8169E60131B3}" destId="{904DB0A0-A793-4D14-85E7-765A2CEECBC2}" srcOrd="0" destOrd="0" presId="urn:microsoft.com/office/officeart/2005/8/layout/vList2"/>
    <dgm:cxn modelId="{510C88CC-5213-478C-B9C5-A439F935D495}" type="presParOf" srcId="{248393DD-F329-4782-A879-8169E60131B3}" destId="{B98AA546-25E9-4D1B-8CB0-B8DB6C9231F0}" srcOrd="1" destOrd="0" presId="urn:microsoft.com/office/officeart/2005/8/layout/vList2"/>
    <dgm:cxn modelId="{89494D54-8E68-47D4-8A39-398711295774}" type="presParOf" srcId="{248393DD-F329-4782-A879-8169E60131B3}" destId="{FC3A6D65-4664-4346-9D08-5C8E539F56F1}" srcOrd="2" destOrd="0" presId="urn:microsoft.com/office/officeart/2005/8/layout/vList2"/>
    <dgm:cxn modelId="{D5A65D8D-3D46-4D8B-BBD8-B1F84F25D965}" type="presParOf" srcId="{248393DD-F329-4782-A879-8169E60131B3}" destId="{DF81B222-1172-485A-B909-27D4E8CF59CE}" srcOrd="3" destOrd="0" presId="urn:microsoft.com/office/officeart/2005/8/layout/vList2"/>
    <dgm:cxn modelId="{D40063E1-CB29-4013-BCFA-9D59EF916376}" type="presParOf" srcId="{248393DD-F329-4782-A879-8169E60131B3}" destId="{08237551-879E-460F-B523-62D841517254}" srcOrd="4" destOrd="0" presId="urn:microsoft.com/office/officeart/2005/8/layout/vList2"/>
    <dgm:cxn modelId="{5C19F8B9-AADD-4956-84F9-3452206E09D2}" type="presParOf" srcId="{248393DD-F329-4782-A879-8169E60131B3}" destId="{A2897039-089B-4BB0-BBDA-600F90350B96}" srcOrd="5" destOrd="0" presId="urn:microsoft.com/office/officeart/2005/8/layout/vList2"/>
    <dgm:cxn modelId="{22B03C7C-5B8D-4EAF-A7CF-F3212FD093FD}" type="presParOf" srcId="{248393DD-F329-4782-A879-8169E60131B3}" destId="{22B9633D-02E5-4214-BC89-57FE7C72978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1FA2F1AC-29E8-434B-9142-DB856EA919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B8B5133-72A5-43B6-B249-4E21F51FE6D0}">
      <dgm:prSet/>
      <dgm:spPr/>
      <dgm:t>
        <a:bodyPr/>
        <a:lstStyle/>
        <a:p>
          <a:r>
            <a:rPr lang="uk-UA" b="0" i="0"/>
            <a:t>створення «похідних груп»</a:t>
          </a:r>
          <a:endParaRPr lang="uk-UA"/>
        </a:p>
      </dgm:t>
    </dgm:pt>
    <dgm:pt modelId="{695EBF23-4F4C-45BD-AA44-F756CD7ECE23}" type="parTrans" cxnId="{71073000-027C-452F-9E71-ED40F06EE38D}">
      <dgm:prSet/>
      <dgm:spPr/>
      <dgm:t>
        <a:bodyPr/>
        <a:lstStyle/>
        <a:p>
          <a:endParaRPr lang="uk-UA"/>
        </a:p>
      </dgm:t>
    </dgm:pt>
    <dgm:pt modelId="{C603D96D-8FBC-4BDB-941C-9BC85C930E13}" type="sibTrans" cxnId="{71073000-027C-452F-9E71-ED40F06EE38D}">
      <dgm:prSet/>
      <dgm:spPr/>
      <dgm:t>
        <a:bodyPr/>
        <a:lstStyle/>
        <a:p>
          <a:endParaRPr lang="uk-UA"/>
        </a:p>
      </dgm:t>
    </dgm:pt>
    <dgm:pt modelId="{937ACFAD-A447-479F-A8C7-5915C432DE0D}">
      <dgm:prSet/>
      <dgm:spPr/>
      <dgm:t>
        <a:bodyPr/>
        <a:lstStyle/>
        <a:p>
          <a:r>
            <a:rPr lang="uk-UA" b="0" i="0"/>
            <a:t>проголошення «Акта відновлення Української Держави»</a:t>
          </a:r>
          <a:endParaRPr lang="uk-UA"/>
        </a:p>
      </dgm:t>
    </dgm:pt>
    <dgm:pt modelId="{F486DB28-437A-4479-BB0E-34FCAFA9A214}" type="parTrans" cxnId="{987D9750-1696-45E3-A0C1-C2F1215ACA28}">
      <dgm:prSet/>
      <dgm:spPr/>
      <dgm:t>
        <a:bodyPr/>
        <a:lstStyle/>
        <a:p>
          <a:endParaRPr lang="uk-UA"/>
        </a:p>
      </dgm:t>
    </dgm:pt>
    <dgm:pt modelId="{5BB5E19B-709B-4285-8C47-8E781D8656D3}" type="sibTrans" cxnId="{987D9750-1696-45E3-A0C1-C2F1215ACA28}">
      <dgm:prSet/>
      <dgm:spPr/>
      <dgm:t>
        <a:bodyPr/>
        <a:lstStyle/>
        <a:p>
          <a:endParaRPr lang="uk-UA"/>
        </a:p>
      </dgm:t>
    </dgm:pt>
    <dgm:pt modelId="{82BF7095-1A7A-48C8-A928-3BF4231EDEB9}">
      <dgm:prSet/>
      <dgm:spPr/>
      <dgm:t>
        <a:bodyPr/>
        <a:lstStyle/>
        <a:p>
          <a:r>
            <a:rPr lang="uk-UA" b="0" i="0"/>
            <a:t>«рейкова війна»</a:t>
          </a:r>
          <a:endParaRPr lang="uk-UA"/>
        </a:p>
      </dgm:t>
    </dgm:pt>
    <dgm:pt modelId="{1C95D59B-1A32-4C67-B25F-C9FFE94513BF}" type="parTrans" cxnId="{BEF188F6-A81F-45DD-8EDE-7B17E9EF8D32}">
      <dgm:prSet/>
      <dgm:spPr/>
      <dgm:t>
        <a:bodyPr/>
        <a:lstStyle/>
        <a:p>
          <a:endParaRPr lang="uk-UA"/>
        </a:p>
      </dgm:t>
    </dgm:pt>
    <dgm:pt modelId="{BFBB74A3-C146-4803-8B35-DBFF6B626B53}" type="sibTrans" cxnId="{BEF188F6-A81F-45DD-8EDE-7B17E9EF8D32}">
      <dgm:prSet/>
      <dgm:spPr/>
      <dgm:t>
        <a:bodyPr/>
        <a:lstStyle/>
        <a:p>
          <a:endParaRPr lang="uk-UA"/>
        </a:p>
      </dgm:t>
    </dgm:pt>
    <dgm:pt modelId="{68C8EF46-2321-4E76-813B-5B7B43B7F037}">
      <dgm:prSet/>
      <dgm:spPr/>
      <dgm:t>
        <a:bodyPr/>
        <a:lstStyle/>
        <a:p>
          <a:r>
            <a:rPr lang="uk-UA" b="0" i="0"/>
            <a:t>«саморозпуск» Української греко-католицької церкви (УГКЦ)</a:t>
          </a:r>
          <a:endParaRPr lang="uk-UA"/>
        </a:p>
      </dgm:t>
    </dgm:pt>
    <dgm:pt modelId="{E59644C1-EE6C-459E-A5DB-AA0211650511}" type="parTrans" cxnId="{7764BFDD-3471-40D8-A530-5D1418E093EF}">
      <dgm:prSet/>
      <dgm:spPr/>
      <dgm:t>
        <a:bodyPr/>
        <a:lstStyle/>
        <a:p>
          <a:endParaRPr lang="uk-UA"/>
        </a:p>
      </dgm:t>
    </dgm:pt>
    <dgm:pt modelId="{BB9EE849-95F0-4E36-B685-530C3383B004}" type="sibTrans" cxnId="{7764BFDD-3471-40D8-A530-5D1418E093EF}">
      <dgm:prSet/>
      <dgm:spPr/>
      <dgm:t>
        <a:bodyPr/>
        <a:lstStyle/>
        <a:p>
          <a:endParaRPr lang="uk-UA"/>
        </a:p>
      </dgm:t>
    </dgm:pt>
    <dgm:pt modelId="{B10CB3F2-8E37-48B5-98E9-78F615A47C4B}" type="pres">
      <dgm:prSet presAssocID="{1FA2F1AC-29E8-434B-9142-DB856EA919F3}" presName="linear" presStyleCnt="0">
        <dgm:presLayoutVars>
          <dgm:animLvl val="lvl"/>
          <dgm:resizeHandles val="exact"/>
        </dgm:presLayoutVars>
      </dgm:prSet>
      <dgm:spPr/>
    </dgm:pt>
    <dgm:pt modelId="{B128A67E-775C-4E5D-88D4-B128C3D06FF0}" type="pres">
      <dgm:prSet presAssocID="{FB8B5133-72A5-43B6-B249-4E21F51FE6D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443A448-30B6-4B06-86FB-32CA2588F878}" type="pres">
      <dgm:prSet presAssocID="{C603D96D-8FBC-4BDB-941C-9BC85C930E13}" presName="spacer" presStyleCnt="0"/>
      <dgm:spPr/>
    </dgm:pt>
    <dgm:pt modelId="{BBBA2114-832B-4212-8C6C-7F5B5C8C6655}" type="pres">
      <dgm:prSet presAssocID="{937ACFAD-A447-479F-A8C7-5915C432DE0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16F2518-BA1C-4F9E-A5FD-3D2B0DD8BBD2}" type="pres">
      <dgm:prSet presAssocID="{5BB5E19B-709B-4285-8C47-8E781D8656D3}" presName="spacer" presStyleCnt="0"/>
      <dgm:spPr/>
    </dgm:pt>
    <dgm:pt modelId="{3435773E-D393-4727-AACD-7E161F41F7C8}" type="pres">
      <dgm:prSet presAssocID="{82BF7095-1A7A-48C8-A928-3BF4231EDEB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EDF6F36-0EAA-4256-BA33-D4D6AAB11537}" type="pres">
      <dgm:prSet presAssocID="{BFBB74A3-C146-4803-8B35-DBFF6B626B53}" presName="spacer" presStyleCnt="0"/>
      <dgm:spPr/>
    </dgm:pt>
    <dgm:pt modelId="{58FE3DA3-9C96-48FD-BCB8-382D54BEABD2}" type="pres">
      <dgm:prSet presAssocID="{68C8EF46-2321-4E76-813B-5B7B43B7F03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1073000-027C-452F-9E71-ED40F06EE38D}" srcId="{1FA2F1AC-29E8-434B-9142-DB856EA919F3}" destId="{FB8B5133-72A5-43B6-B249-4E21F51FE6D0}" srcOrd="0" destOrd="0" parTransId="{695EBF23-4F4C-45BD-AA44-F756CD7ECE23}" sibTransId="{C603D96D-8FBC-4BDB-941C-9BC85C930E13}"/>
    <dgm:cxn modelId="{923FDA13-9AFA-417A-99DE-4E3DDA57F8F2}" type="presOf" srcId="{82BF7095-1A7A-48C8-A928-3BF4231EDEB9}" destId="{3435773E-D393-4727-AACD-7E161F41F7C8}" srcOrd="0" destOrd="0" presId="urn:microsoft.com/office/officeart/2005/8/layout/vList2"/>
    <dgm:cxn modelId="{DED2382C-9175-431E-A7B1-BF6A69FBF07A}" type="presOf" srcId="{937ACFAD-A447-479F-A8C7-5915C432DE0D}" destId="{BBBA2114-832B-4212-8C6C-7F5B5C8C6655}" srcOrd="0" destOrd="0" presId="urn:microsoft.com/office/officeart/2005/8/layout/vList2"/>
    <dgm:cxn modelId="{987D9750-1696-45E3-A0C1-C2F1215ACA28}" srcId="{1FA2F1AC-29E8-434B-9142-DB856EA919F3}" destId="{937ACFAD-A447-479F-A8C7-5915C432DE0D}" srcOrd="1" destOrd="0" parTransId="{F486DB28-437A-4479-BB0E-34FCAFA9A214}" sibTransId="{5BB5E19B-709B-4285-8C47-8E781D8656D3}"/>
    <dgm:cxn modelId="{90B12C98-76E3-43FE-B1C7-71F4E3D8C556}" type="presOf" srcId="{FB8B5133-72A5-43B6-B249-4E21F51FE6D0}" destId="{B128A67E-775C-4E5D-88D4-B128C3D06FF0}" srcOrd="0" destOrd="0" presId="urn:microsoft.com/office/officeart/2005/8/layout/vList2"/>
    <dgm:cxn modelId="{963E4CB3-0AE8-40D5-A4CD-4ACE26A04BF7}" type="presOf" srcId="{68C8EF46-2321-4E76-813B-5B7B43B7F037}" destId="{58FE3DA3-9C96-48FD-BCB8-382D54BEABD2}" srcOrd="0" destOrd="0" presId="urn:microsoft.com/office/officeart/2005/8/layout/vList2"/>
    <dgm:cxn modelId="{85928CCA-894D-436F-ADB1-17575F4B77DE}" type="presOf" srcId="{1FA2F1AC-29E8-434B-9142-DB856EA919F3}" destId="{B10CB3F2-8E37-48B5-98E9-78F615A47C4B}" srcOrd="0" destOrd="0" presId="urn:microsoft.com/office/officeart/2005/8/layout/vList2"/>
    <dgm:cxn modelId="{7764BFDD-3471-40D8-A530-5D1418E093EF}" srcId="{1FA2F1AC-29E8-434B-9142-DB856EA919F3}" destId="{68C8EF46-2321-4E76-813B-5B7B43B7F037}" srcOrd="3" destOrd="0" parTransId="{E59644C1-EE6C-459E-A5DB-AA0211650511}" sibTransId="{BB9EE849-95F0-4E36-B685-530C3383B004}"/>
    <dgm:cxn modelId="{BEF188F6-A81F-45DD-8EDE-7B17E9EF8D32}" srcId="{1FA2F1AC-29E8-434B-9142-DB856EA919F3}" destId="{82BF7095-1A7A-48C8-A928-3BF4231EDEB9}" srcOrd="2" destOrd="0" parTransId="{1C95D59B-1A32-4C67-B25F-C9FFE94513BF}" sibTransId="{BFBB74A3-C146-4803-8B35-DBFF6B626B53}"/>
    <dgm:cxn modelId="{8C109D1F-7AC8-4BCA-B25D-1C694961064B}" type="presParOf" srcId="{B10CB3F2-8E37-48B5-98E9-78F615A47C4B}" destId="{B128A67E-775C-4E5D-88D4-B128C3D06FF0}" srcOrd="0" destOrd="0" presId="urn:microsoft.com/office/officeart/2005/8/layout/vList2"/>
    <dgm:cxn modelId="{A7D50A61-74F7-43C1-A025-73C7DF857D6F}" type="presParOf" srcId="{B10CB3F2-8E37-48B5-98E9-78F615A47C4B}" destId="{B443A448-30B6-4B06-86FB-32CA2588F878}" srcOrd="1" destOrd="0" presId="urn:microsoft.com/office/officeart/2005/8/layout/vList2"/>
    <dgm:cxn modelId="{6F9242F3-70D4-4FBA-ACE4-38D76C7F86E2}" type="presParOf" srcId="{B10CB3F2-8E37-48B5-98E9-78F615A47C4B}" destId="{BBBA2114-832B-4212-8C6C-7F5B5C8C6655}" srcOrd="2" destOrd="0" presId="urn:microsoft.com/office/officeart/2005/8/layout/vList2"/>
    <dgm:cxn modelId="{B66492D7-E740-4C84-8DAF-3B5587CC4CC2}" type="presParOf" srcId="{B10CB3F2-8E37-48B5-98E9-78F615A47C4B}" destId="{216F2518-BA1C-4F9E-A5FD-3D2B0DD8BBD2}" srcOrd="3" destOrd="0" presId="urn:microsoft.com/office/officeart/2005/8/layout/vList2"/>
    <dgm:cxn modelId="{BDDFFA26-02F5-402F-98D9-30E410516D16}" type="presParOf" srcId="{B10CB3F2-8E37-48B5-98E9-78F615A47C4B}" destId="{3435773E-D393-4727-AACD-7E161F41F7C8}" srcOrd="4" destOrd="0" presId="urn:microsoft.com/office/officeart/2005/8/layout/vList2"/>
    <dgm:cxn modelId="{4614F433-BDC4-4BA2-B181-27297688832B}" type="presParOf" srcId="{B10CB3F2-8E37-48B5-98E9-78F615A47C4B}" destId="{6EDF6F36-0EAA-4256-BA33-D4D6AAB11537}" srcOrd="5" destOrd="0" presId="urn:microsoft.com/office/officeart/2005/8/layout/vList2"/>
    <dgm:cxn modelId="{76DE8A9E-7383-4C21-A63A-ADDA280ACD07}" type="presParOf" srcId="{B10CB3F2-8E37-48B5-98E9-78F615A47C4B}" destId="{58FE3DA3-9C96-48FD-BCB8-382D54BEABD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DDC960A2-26EB-4770-B877-5B4B43432E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6B1A948-0934-47D5-9F45-533BA97FCB94}">
      <dgm:prSet/>
      <dgm:spPr/>
      <dgm:t>
        <a:bodyPr/>
        <a:lstStyle/>
        <a:p>
          <a:r>
            <a:rPr lang="uk-UA" b="0" i="0"/>
            <a:t>створення Української повстанської армії (УПА)</a:t>
          </a:r>
          <a:endParaRPr lang="uk-UA"/>
        </a:p>
      </dgm:t>
    </dgm:pt>
    <dgm:pt modelId="{F6BA1EA2-9201-44F1-B646-3CF6DC116D9E}" type="parTrans" cxnId="{DE5B4851-5774-40D3-9B6F-943808EF2877}">
      <dgm:prSet/>
      <dgm:spPr/>
      <dgm:t>
        <a:bodyPr/>
        <a:lstStyle/>
        <a:p>
          <a:endParaRPr lang="uk-UA"/>
        </a:p>
      </dgm:t>
    </dgm:pt>
    <dgm:pt modelId="{90E5EA78-914E-46AD-90DE-0DE514B0AE42}" type="sibTrans" cxnId="{DE5B4851-5774-40D3-9B6F-943808EF2877}">
      <dgm:prSet/>
      <dgm:spPr/>
      <dgm:t>
        <a:bodyPr/>
        <a:lstStyle/>
        <a:p>
          <a:endParaRPr lang="uk-UA"/>
        </a:p>
      </dgm:t>
    </dgm:pt>
    <dgm:pt modelId="{F48A0518-B38A-4BA6-BDC2-0A71CCBF51AA}">
      <dgm:prSet/>
      <dgm:spPr/>
      <dgm:t>
        <a:bodyPr/>
        <a:lstStyle/>
        <a:p>
          <a:r>
            <a:rPr lang="uk-UA" b="0" i="0"/>
            <a:t>«Карпатський рейд»</a:t>
          </a:r>
          <a:endParaRPr lang="uk-UA"/>
        </a:p>
      </dgm:t>
    </dgm:pt>
    <dgm:pt modelId="{EBA0CE16-2391-4680-BBEA-246D9A81A986}" type="parTrans" cxnId="{EEC8D307-E279-450D-AA6D-8BD78FB7F873}">
      <dgm:prSet/>
      <dgm:spPr/>
      <dgm:t>
        <a:bodyPr/>
        <a:lstStyle/>
        <a:p>
          <a:endParaRPr lang="uk-UA"/>
        </a:p>
      </dgm:t>
    </dgm:pt>
    <dgm:pt modelId="{0C64FDF8-AF16-4554-8510-F7E27D43D1B3}" type="sibTrans" cxnId="{EEC8D307-E279-450D-AA6D-8BD78FB7F873}">
      <dgm:prSet/>
      <dgm:spPr/>
      <dgm:t>
        <a:bodyPr/>
        <a:lstStyle/>
        <a:p>
          <a:endParaRPr lang="uk-UA"/>
        </a:p>
      </dgm:t>
    </dgm:pt>
    <dgm:pt modelId="{ABA58957-F2BE-41F8-88B8-B98098404D7F}">
      <dgm:prSet/>
      <dgm:spPr/>
      <dgm:t>
        <a:bodyPr/>
        <a:lstStyle/>
        <a:p>
          <a:r>
            <a:rPr lang="uk-UA" b="0" i="0"/>
            <a:t>створення Українського штабу партизанського руху (УШПР)</a:t>
          </a:r>
          <a:endParaRPr lang="uk-UA"/>
        </a:p>
      </dgm:t>
    </dgm:pt>
    <dgm:pt modelId="{B018A3EB-5DC6-45D9-A9F2-5BABDC8A85DA}" type="parTrans" cxnId="{98B6E425-41CD-47E3-936E-D8DD4A051679}">
      <dgm:prSet/>
      <dgm:spPr/>
      <dgm:t>
        <a:bodyPr/>
        <a:lstStyle/>
        <a:p>
          <a:endParaRPr lang="uk-UA"/>
        </a:p>
      </dgm:t>
    </dgm:pt>
    <dgm:pt modelId="{41DBDC9E-D03D-4F3F-96B4-2A7729882EA9}" type="sibTrans" cxnId="{98B6E425-41CD-47E3-936E-D8DD4A051679}">
      <dgm:prSet/>
      <dgm:spPr/>
      <dgm:t>
        <a:bodyPr/>
        <a:lstStyle/>
        <a:p>
          <a:endParaRPr lang="uk-UA"/>
        </a:p>
      </dgm:t>
    </dgm:pt>
    <dgm:pt modelId="{4FE8C164-745A-4521-AC90-D098EF420C50}" type="pres">
      <dgm:prSet presAssocID="{DDC960A2-26EB-4770-B877-5B4B43432E18}" presName="linear" presStyleCnt="0">
        <dgm:presLayoutVars>
          <dgm:animLvl val="lvl"/>
          <dgm:resizeHandles val="exact"/>
        </dgm:presLayoutVars>
      </dgm:prSet>
      <dgm:spPr/>
    </dgm:pt>
    <dgm:pt modelId="{F4116041-57FA-4C1C-B701-2D4B0A08E434}" type="pres">
      <dgm:prSet presAssocID="{76B1A948-0934-47D5-9F45-533BA97FCB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202506B-8ACA-4554-8DD2-A07B81458FC6}" type="pres">
      <dgm:prSet presAssocID="{90E5EA78-914E-46AD-90DE-0DE514B0AE42}" presName="spacer" presStyleCnt="0"/>
      <dgm:spPr/>
    </dgm:pt>
    <dgm:pt modelId="{8C75FAAB-E50A-491C-A6DF-65BAE96688EC}" type="pres">
      <dgm:prSet presAssocID="{F48A0518-B38A-4BA6-BDC2-0A71CCBF51A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84FA321-3320-45D4-B393-1B05D6A2B6D4}" type="pres">
      <dgm:prSet presAssocID="{0C64FDF8-AF16-4554-8510-F7E27D43D1B3}" presName="spacer" presStyleCnt="0"/>
      <dgm:spPr/>
    </dgm:pt>
    <dgm:pt modelId="{09CCDF01-FBB0-4B69-AB1E-21EDCAA9755A}" type="pres">
      <dgm:prSet presAssocID="{ABA58957-F2BE-41F8-88B8-B98098404D7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EC8D307-E279-450D-AA6D-8BD78FB7F873}" srcId="{DDC960A2-26EB-4770-B877-5B4B43432E18}" destId="{F48A0518-B38A-4BA6-BDC2-0A71CCBF51AA}" srcOrd="1" destOrd="0" parTransId="{EBA0CE16-2391-4680-BBEA-246D9A81A986}" sibTransId="{0C64FDF8-AF16-4554-8510-F7E27D43D1B3}"/>
    <dgm:cxn modelId="{98B6E425-41CD-47E3-936E-D8DD4A051679}" srcId="{DDC960A2-26EB-4770-B877-5B4B43432E18}" destId="{ABA58957-F2BE-41F8-88B8-B98098404D7F}" srcOrd="2" destOrd="0" parTransId="{B018A3EB-5DC6-45D9-A9F2-5BABDC8A85DA}" sibTransId="{41DBDC9E-D03D-4F3F-96B4-2A7729882EA9}"/>
    <dgm:cxn modelId="{89C3DA45-B716-4B2D-9B95-CEB8B0F45642}" type="presOf" srcId="{ABA58957-F2BE-41F8-88B8-B98098404D7F}" destId="{09CCDF01-FBB0-4B69-AB1E-21EDCAA9755A}" srcOrd="0" destOrd="0" presId="urn:microsoft.com/office/officeart/2005/8/layout/vList2"/>
    <dgm:cxn modelId="{307B5C70-A0F8-411A-9A53-77F97782D45B}" type="presOf" srcId="{F48A0518-B38A-4BA6-BDC2-0A71CCBF51AA}" destId="{8C75FAAB-E50A-491C-A6DF-65BAE96688EC}" srcOrd="0" destOrd="0" presId="urn:microsoft.com/office/officeart/2005/8/layout/vList2"/>
    <dgm:cxn modelId="{DE5B4851-5774-40D3-9B6F-943808EF2877}" srcId="{DDC960A2-26EB-4770-B877-5B4B43432E18}" destId="{76B1A948-0934-47D5-9F45-533BA97FCB94}" srcOrd="0" destOrd="0" parTransId="{F6BA1EA2-9201-44F1-B646-3CF6DC116D9E}" sibTransId="{90E5EA78-914E-46AD-90DE-0DE514B0AE42}"/>
    <dgm:cxn modelId="{8137DD7C-BB42-4ED1-BAF7-6E5B7893618C}" type="presOf" srcId="{76B1A948-0934-47D5-9F45-533BA97FCB94}" destId="{F4116041-57FA-4C1C-B701-2D4B0A08E434}" srcOrd="0" destOrd="0" presId="urn:microsoft.com/office/officeart/2005/8/layout/vList2"/>
    <dgm:cxn modelId="{0EB6A3A9-B344-4920-97D4-43CD4E10B85A}" type="presOf" srcId="{DDC960A2-26EB-4770-B877-5B4B43432E18}" destId="{4FE8C164-745A-4521-AC90-D098EF420C50}" srcOrd="0" destOrd="0" presId="urn:microsoft.com/office/officeart/2005/8/layout/vList2"/>
    <dgm:cxn modelId="{58D8C52B-48C7-4863-8844-53083F7BCFD7}" type="presParOf" srcId="{4FE8C164-745A-4521-AC90-D098EF420C50}" destId="{F4116041-57FA-4C1C-B701-2D4B0A08E434}" srcOrd="0" destOrd="0" presId="urn:microsoft.com/office/officeart/2005/8/layout/vList2"/>
    <dgm:cxn modelId="{2534DCE4-953B-4F99-8553-2D8D1FD70740}" type="presParOf" srcId="{4FE8C164-745A-4521-AC90-D098EF420C50}" destId="{6202506B-8ACA-4554-8DD2-A07B81458FC6}" srcOrd="1" destOrd="0" presId="urn:microsoft.com/office/officeart/2005/8/layout/vList2"/>
    <dgm:cxn modelId="{CAC2BCF9-A6EF-4FF5-AB47-D8724F7A0DEA}" type="presParOf" srcId="{4FE8C164-745A-4521-AC90-D098EF420C50}" destId="{8C75FAAB-E50A-491C-A6DF-65BAE96688EC}" srcOrd="2" destOrd="0" presId="urn:microsoft.com/office/officeart/2005/8/layout/vList2"/>
    <dgm:cxn modelId="{09741744-DD7D-44D8-B65A-2E36E8B9B97F}" type="presParOf" srcId="{4FE8C164-745A-4521-AC90-D098EF420C50}" destId="{684FA321-3320-45D4-B393-1B05D6A2B6D4}" srcOrd="3" destOrd="0" presId="urn:microsoft.com/office/officeart/2005/8/layout/vList2"/>
    <dgm:cxn modelId="{A2BE9E99-FC7C-4724-8733-328810CB2174}" type="presParOf" srcId="{4FE8C164-745A-4521-AC90-D098EF420C50}" destId="{09CCDF01-FBB0-4B69-AB1E-21EDCAA9755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C7080A96-A27F-4A34-99D9-D0E61AE06EE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BC300F2-88B0-4D1A-8099-B07B1F84A85A}">
      <dgm:prSet/>
      <dgm:spPr/>
      <dgm:t>
        <a:bodyPr/>
        <a:lstStyle/>
        <a:p>
          <a:r>
            <a:rPr lang="uk-UA" b="0" i="0"/>
            <a:t>територію провінції «Трансністрія» - зони румунської окупації в 1941 р.</a:t>
          </a:r>
          <a:endParaRPr lang="uk-UA"/>
        </a:p>
      </dgm:t>
    </dgm:pt>
    <dgm:pt modelId="{563D8573-EA58-4EB8-983A-04D2371260B6}" type="parTrans" cxnId="{E6A25C00-76F6-4EDA-9A9B-F6CC4B4BACE5}">
      <dgm:prSet/>
      <dgm:spPr/>
      <dgm:t>
        <a:bodyPr/>
        <a:lstStyle/>
        <a:p>
          <a:endParaRPr lang="uk-UA"/>
        </a:p>
      </dgm:t>
    </dgm:pt>
    <dgm:pt modelId="{0C22C8D6-83ED-40F2-8746-8932B7EB1175}" type="sibTrans" cxnId="{E6A25C00-76F6-4EDA-9A9B-F6CC4B4BACE5}">
      <dgm:prSet/>
      <dgm:spPr/>
      <dgm:t>
        <a:bodyPr/>
        <a:lstStyle/>
        <a:p>
          <a:endParaRPr lang="uk-UA"/>
        </a:p>
      </dgm:t>
    </dgm:pt>
    <dgm:pt modelId="{6765DBA2-93A0-448C-94FD-8FDB13F2D1AB}">
      <dgm:prSet/>
      <dgm:spPr/>
      <dgm:t>
        <a:bodyPr/>
        <a:lstStyle/>
        <a:p>
          <a:r>
            <a:rPr lang="uk-UA" b="0" i="0"/>
            <a:t>зону зосередження головних сил радянських партизанів у 1942-1943 рр.</a:t>
          </a:r>
          <a:endParaRPr lang="uk-UA"/>
        </a:p>
      </dgm:t>
    </dgm:pt>
    <dgm:pt modelId="{94EF1F42-1E01-4BBB-B55D-914FB6E636EC}" type="parTrans" cxnId="{EFB8C7BF-ACBA-4933-B4C2-DF7ED8B1464D}">
      <dgm:prSet/>
      <dgm:spPr/>
      <dgm:t>
        <a:bodyPr/>
        <a:lstStyle/>
        <a:p>
          <a:endParaRPr lang="uk-UA"/>
        </a:p>
      </dgm:t>
    </dgm:pt>
    <dgm:pt modelId="{62711C0B-99AE-4D92-94F5-7357B3120915}" type="sibTrans" cxnId="{EFB8C7BF-ACBA-4933-B4C2-DF7ED8B1464D}">
      <dgm:prSet/>
      <dgm:spPr/>
      <dgm:t>
        <a:bodyPr/>
        <a:lstStyle/>
        <a:p>
          <a:endParaRPr lang="uk-UA"/>
        </a:p>
      </dgm:t>
    </dgm:pt>
    <dgm:pt modelId="{D63194CD-760D-4428-B5C8-86A330F96A47}">
      <dgm:prSet/>
      <dgm:spPr/>
      <dgm:t>
        <a:bodyPr/>
        <a:lstStyle/>
        <a:p>
          <a:r>
            <a:rPr lang="uk-UA" b="0" i="0"/>
            <a:t>райони базування загонів Української повстанської армії в 1943-1944 рр.</a:t>
          </a:r>
          <a:endParaRPr lang="uk-UA"/>
        </a:p>
      </dgm:t>
    </dgm:pt>
    <dgm:pt modelId="{4AEBAA31-DC5E-4147-842E-5A586773D5E8}" type="parTrans" cxnId="{2780D9A8-8EB9-4400-BC86-A5EEF51AF8F2}">
      <dgm:prSet/>
      <dgm:spPr/>
      <dgm:t>
        <a:bodyPr/>
        <a:lstStyle/>
        <a:p>
          <a:endParaRPr lang="uk-UA"/>
        </a:p>
      </dgm:t>
    </dgm:pt>
    <dgm:pt modelId="{AA8AF496-0E28-41CB-9D1C-C0B6D99BE00B}" type="sibTrans" cxnId="{2780D9A8-8EB9-4400-BC86-A5EEF51AF8F2}">
      <dgm:prSet/>
      <dgm:spPr/>
      <dgm:t>
        <a:bodyPr/>
        <a:lstStyle/>
        <a:p>
          <a:endParaRPr lang="uk-UA"/>
        </a:p>
      </dgm:t>
    </dgm:pt>
    <dgm:pt modelId="{A4AA9483-5E4D-4924-8A95-1CF3E0FE3A62}">
      <dgm:prSet/>
      <dgm:spPr/>
      <dgm:t>
        <a:bodyPr/>
        <a:lstStyle/>
        <a:p>
          <a:r>
            <a:rPr lang="uk-UA" b="0" i="0"/>
            <a:t>межі дистрикту «Галичина» в складі Генерального губернаторства в 1944 р.</a:t>
          </a:r>
          <a:endParaRPr lang="uk-UA"/>
        </a:p>
      </dgm:t>
    </dgm:pt>
    <dgm:pt modelId="{1A4CA584-F350-4E95-8FD1-A48F6499A66F}" type="parTrans" cxnId="{6FA22791-D7AC-4037-B790-1D587D450510}">
      <dgm:prSet/>
      <dgm:spPr/>
      <dgm:t>
        <a:bodyPr/>
        <a:lstStyle/>
        <a:p>
          <a:endParaRPr lang="uk-UA"/>
        </a:p>
      </dgm:t>
    </dgm:pt>
    <dgm:pt modelId="{D55354F2-9FAB-4315-98FC-28544B93CB64}" type="sibTrans" cxnId="{6FA22791-D7AC-4037-B790-1D587D450510}">
      <dgm:prSet/>
      <dgm:spPr/>
      <dgm:t>
        <a:bodyPr/>
        <a:lstStyle/>
        <a:p>
          <a:endParaRPr lang="uk-UA"/>
        </a:p>
      </dgm:t>
    </dgm:pt>
    <dgm:pt modelId="{6AEA6D21-BBE7-4367-8647-899F84443142}" type="pres">
      <dgm:prSet presAssocID="{C7080A96-A27F-4A34-99D9-D0E61AE06EEC}" presName="linear" presStyleCnt="0">
        <dgm:presLayoutVars>
          <dgm:animLvl val="lvl"/>
          <dgm:resizeHandles val="exact"/>
        </dgm:presLayoutVars>
      </dgm:prSet>
      <dgm:spPr/>
    </dgm:pt>
    <dgm:pt modelId="{E8B4E06A-C9CC-49BF-A6CF-D7EA57F1909A}" type="pres">
      <dgm:prSet presAssocID="{9BC300F2-88B0-4D1A-8099-B07B1F84A85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6BC7680-A838-41FF-B184-4E8C603AAA17}" type="pres">
      <dgm:prSet presAssocID="{0C22C8D6-83ED-40F2-8746-8932B7EB1175}" presName="spacer" presStyleCnt="0"/>
      <dgm:spPr/>
    </dgm:pt>
    <dgm:pt modelId="{C5AF3C86-8A6B-47AE-B8B9-3E13070C865A}" type="pres">
      <dgm:prSet presAssocID="{6765DBA2-93A0-448C-94FD-8FDB13F2D1A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5418579-C428-42FC-9D34-1735555E74A8}" type="pres">
      <dgm:prSet presAssocID="{62711C0B-99AE-4D92-94F5-7357B3120915}" presName="spacer" presStyleCnt="0"/>
      <dgm:spPr/>
    </dgm:pt>
    <dgm:pt modelId="{C984BAA1-8A92-4113-A2B8-3A340EBD2E8F}" type="pres">
      <dgm:prSet presAssocID="{D63194CD-760D-4428-B5C8-86A330F96A4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FC951F-B171-49AC-B184-102D0DA55F89}" type="pres">
      <dgm:prSet presAssocID="{AA8AF496-0E28-41CB-9D1C-C0B6D99BE00B}" presName="spacer" presStyleCnt="0"/>
      <dgm:spPr/>
    </dgm:pt>
    <dgm:pt modelId="{D05325C9-2F0B-42FF-85F5-70B7770668A6}" type="pres">
      <dgm:prSet presAssocID="{A4AA9483-5E4D-4924-8A95-1CF3E0FE3A6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6A25C00-76F6-4EDA-9A9B-F6CC4B4BACE5}" srcId="{C7080A96-A27F-4A34-99D9-D0E61AE06EEC}" destId="{9BC300F2-88B0-4D1A-8099-B07B1F84A85A}" srcOrd="0" destOrd="0" parTransId="{563D8573-EA58-4EB8-983A-04D2371260B6}" sibTransId="{0C22C8D6-83ED-40F2-8746-8932B7EB1175}"/>
    <dgm:cxn modelId="{50005917-B512-4EA7-8B42-F6D760D4310E}" type="presOf" srcId="{9BC300F2-88B0-4D1A-8099-B07B1F84A85A}" destId="{E8B4E06A-C9CC-49BF-A6CF-D7EA57F1909A}" srcOrd="0" destOrd="0" presId="urn:microsoft.com/office/officeart/2005/8/layout/vList2"/>
    <dgm:cxn modelId="{A5BFF45B-BE63-43F1-9DE0-2BEF794331E6}" type="presOf" srcId="{A4AA9483-5E4D-4924-8A95-1CF3E0FE3A62}" destId="{D05325C9-2F0B-42FF-85F5-70B7770668A6}" srcOrd="0" destOrd="0" presId="urn:microsoft.com/office/officeart/2005/8/layout/vList2"/>
    <dgm:cxn modelId="{CEE70A61-F6FC-4C3B-A2DF-BF33585F0B2A}" type="presOf" srcId="{6765DBA2-93A0-448C-94FD-8FDB13F2D1AB}" destId="{C5AF3C86-8A6B-47AE-B8B9-3E13070C865A}" srcOrd="0" destOrd="0" presId="urn:microsoft.com/office/officeart/2005/8/layout/vList2"/>
    <dgm:cxn modelId="{6FA22791-D7AC-4037-B790-1D587D450510}" srcId="{C7080A96-A27F-4A34-99D9-D0E61AE06EEC}" destId="{A4AA9483-5E4D-4924-8A95-1CF3E0FE3A62}" srcOrd="3" destOrd="0" parTransId="{1A4CA584-F350-4E95-8FD1-A48F6499A66F}" sibTransId="{D55354F2-9FAB-4315-98FC-28544B93CB64}"/>
    <dgm:cxn modelId="{98C164A5-B065-4032-B525-A8AE51823077}" type="presOf" srcId="{C7080A96-A27F-4A34-99D9-D0E61AE06EEC}" destId="{6AEA6D21-BBE7-4367-8647-899F84443142}" srcOrd="0" destOrd="0" presId="urn:microsoft.com/office/officeart/2005/8/layout/vList2"/>
    <dgm:cxn modelId="{2780D9A8-8EB9-4400-BC86-A5EEF51AF8F2}" srcId="{C7080A96-A27F-4A34-99D9-D0E61AE06EEC}" destId="{D63194CD-760D-4428-B5C8-86A330F96A47}" srcOrd="2" destOrd="0" parTransId="{4AEBAA31-DC5E-4147-842E-5A586773D5E8}" sibTransId="{AA8AF496-0E28-41CB-9D1C-C0B6D99BE00B}"/>
    <dgm:cxn modelId="{EFB8C7BF-ACBA-4933-B4C2-DF7ED8B1464D}" srcId="{C7080A96-A27F-4A34-99D9-D0E61AE06EEC}" destId="{6765DBA2-93A0-448C-94FD-8FDB13F2D1AB}" srcOrd="1" destOrd="0" parTransId="{94EF1F42-1E01-4BBB-B55D-914FB6E636EC}" sibTransId="{62711C0B-99AE-4D92-94F5-7357B3120915}"/>
    <dgm:cxn modelId="{76D21CED-41EA-4AD9-A2A7-72E69188B443}" type="presOf" srcId="{D63194CD-760D-4428-B5C8-86A330F96A47}" destId="{C984BAA1-8A92-4113-A2B8-3A340EBD2E8F}" srcOrd="0" destOrd="0" presId="urn:microsoft.com/office/officeart/2005/8/layout/vList2"/>
    <dgm:cxn modelId="{241FCB95-3168-4B12-90E8-25B4EE7DB08C}" type="presParOf" srcId="{6AEA6D21-BBE7-4367-8647-899F84443142}" destId="{E8B4E06A-C9CC-49BF-A6CF-D7EA57F1909A}" srcOrd="0" destOrd="0" presId="urn:microsoft.com/office/officeart/2005/8/layout/vList2"/>
    <dgm:cxn modelId="{7AA48DDC-3E60-4E7A-A443-082D05457BC7}" type="presParOf" srcId="{6AEA6D21-BBE7-4367-8647-899F84443142}" destId="{06BC7680-A838-41FF-B184-4E8C603AAA17}" srcOrd="1" destOrd="0" presId="urn:microsoft.com/office/officeart/2005/8/layout/vList2"/>
    <dgm:cxn modelId="{3D11037B-CE21-4F89-AEB0-D808721E7897}" type="presParOf" srcId="{6AEA6D21-BBE7-4367-8647-899F84443142}" destId="{C5AF3C86-8A6B-47AE-B8B9-3E13070C865A}" srcOrd="2" destOrd="0" presId="urn:microsoft.com/office/officeart/2005/8/layout/vList2"/>
    <dgm:cxn modelId="{A4D7FB48-010F-4867-BD81-600444A964CB}" type="presParOf" srcId="{6AEA6D21-BBE7-4367-8647-899F84443142}" destId="{F5418579-C428-42FC-9D34-1735555E74A8}" srcOrd="3" destOrd="0" presId="urn:microsoft.com/office/officeart/2005/8/layout/vList2"/>
    <dgm:cxn modelId="{4C158299-56DC-42AF-8958-BD5377B29EAC}" type="presParOf" srcId="{6AEA6D21-BBE7-4367-8647-899F84443142}" destId="{C984BAA1-8A92-4113-A2B8-3A340EBD2E8F}" srcOrd="4" destOrd="0" presId="urn:microsoft.com/office/officeart/2005/8/layout/vList2"/>
    <dgm:cxn modelId="{8BD4470F-31C5-4537-A5CA-64FDF55A6010}" type="presParOf" srcId="{6AEA6D21-BBE7-4367-8647-899F84443142}" destId="{A1FC951F-B171-49AC-B184-102D0DA55F89}" srcOrd="5" destOrd="0" presId="urn:microsoft.com/office/officeart/2005/8/layout/vList2"/>
    <dgm:cxn modelId="{CC3521C9-F796-4327-A876-A72BCD2452FC}" type="presParOf" srcId="{6AEA6D21-BBE7-4367-8647-899F84443142}" destId="{D05325C9-2F0B-42FF-85F5-70B7770668A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9D06065D-96B6-442C-B9AD-404F4B12ABD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EC46F05-E805-4AFF-A4B8-45BC21D90E0D}">
      <dgm:prSet/>
      <dgm:spPr/>
      <dgm:t>
        <a:bodyPr/>
        <a:lstStyle/>
        <a:p>
          <a:r>
            <a:rPr lang="ru-RU" b="0" i="0"/>
            <a:t>Закарпаття</a:t>
          </a:r>
          <a:endParaRPr lang="uk-UA"/>
        </a:p>
      </dgm:t>
    </dgm:pt>
    <dgm:pt modelId="{680B31DC-1833-4AFF-9B69-E42F37B1F46D}" type="parTrans" cxnId="{38F162FF-9F74-4598-8669-5174152FF5B3}">
      <dgm:prSet/>
      <dgm:spPr/>
      <dgm:t>
        <a:bodyPr/>
        <a:lstStyle/>
        <a:p>
          <a:endParaRPr lang="uk-UA"/>
        </a:p>
      </dgm:t>
    </dgm:pt>
    <dgm:pt modelId="{2891A43A-D0D7-4E0F-938A-D88DE7CCE4C5}" type="sibTrans" cxnId="{38F162FF-9F74-4598-8669-5174152FF5B3}">
      <dgm:prSet/>
      <dgm:spPr/>
      <dgm:t>
        <a:bodyPr/>
        <a:lstStyle/>
        <a:p>
          <a:endParaRPr lang="uk-UA"/>
        </a:p>
      </dgm:t>
    </dgm:pt>
    <dgm:pt modelId="{2DBFA73A-403A-41DC-8FC4-688965449E50}">
      <dgm:prSet/>
      <dgm:spPr/>
      <dgm:t>
        <a:bodyPr/>
        <a:lstStyle/>
        <a:p>
          <a:r>
            <a:rPr lang="ru-RU" b="0" i="0"/>
            <a:t>Східна Галичина</a:t>
          </a:r>
          <a:endParaRPr lang="uk-UA"/>
        </a:p>
      </dgm:t>
    </dgm:pt>
    <dgm:pt modelId="{779CDA97-204F-4BD5-AC84-B259086D7D07}" type="parTrans" cxnId="{6E6EE2E7-5471-4453-B918-CCA748550AEB}">
      <dgm:prSet/>
      <dgm:spPr/>
      <dgm:t>
        <a:bodyPr/>
        <a:lstStyle/>
        <a:p>
          <a:endParaRPr lang="uk-UA"/>
        </a:p>
      </dgm:t>
    </dgm:pt>
    <dgm:pt modelId="{908DB6C8-5900-4E39-AAF1-51D272269262}" type="sibTrans" cxnId="{6E6EE2E7-5471-4453-B918-CCA748550AEB}">
      <dgm:prSet/>
      <dgm:spPr/>
      <dgm:t>
        <a:bodyPr/>
        <a:lstStyle/>
        <a:p>
          <a:endParaRPr lang="uk-UA"/>
        </a:p>
      </dgm:t>
    </dgm:pt>
    <dgm:pt modelId="{7303FFB5-9BCA-4F7D-A442-1D18CB6F5167}">
      <dgm:prSet/>
      <dgm:spPr/>
      <dgm:t>
        <a:bodyPr/>
        <a:lstStyle/>
        <a:p>
          <a:r>
            <a:rPr lang="ru-RU" b="0" i="0"/>
            <a:t>Крим</a:t>
          </a:r>
          <a:endParaRPr lang="uk-UA"/>
        </a:p>
      </dgm:t>
    </dgm:pt>
    <dgm:pt modelId="{87C6607A-88F8-4299-AD4C-22DCDB7CBA22}" type="parTrans" cxnId="{99CC506D-75E0-47D4-8711-A92AA2F06093}">
      <dgm:prSet/>
      <dgm:spPr/>
      <dgm:t>
        <a:bodyPr/>
        <a:lstStyle/>
        <a:p>
          <a:endParaRPr lang="uk-UA"/>
        </a:p>
      </dgm:t>
    </dgm:pt>
    <dgm:pt modelId="{5B7C8429-A22B-48AB-9791-CC9E79671DDD}" type="sibTrans" cxnId="{99CC506D-75E0-47D4-8711-A92AA2F06093}">
      <dgm:prSet/>
      <dgm:spPr/>
      <dgm:t>
        <a:bodyPr/>
        <a:lstStyle/>
        <a:p>
          <a:endParaRPr lang="uk-UA"/>
        </a:p>
      </dgm:t>
    </dgm:pt>
    <dgm:pt modelId="{6776FD51-6D65-493B-9AFA-B34E57109F72}">
      <dgm:prSet/>
      <dgm:spPr/>
      <dgm:t>
        <a:bodyPr/>
        <a:lstStyle/>
        <a:p>
          <a:r>
            <a:rPr lang="ru-RU" b="0" i="0"/>
            <a:t>Північна Буковина</a:t>
          </a:r>
          <a:endParaRPr lang="uk-UA"/>
        </a:p>
      </dgm:t>
    </dgm:pt>
    <dgm:pt modelId="{3F10F119-02B0-4270-9A05-6C602B8862F5}" type="parTrans" cxnId="{30FCD528-C0CE-4179-A5DD-A150A5309E29}">
      <dgm:prSet/>
      <dgm:spPr/>
      <dgm:t>
        <a:bodyPr/>
        <a:lstStyle/>
        <a:p>
          <a:endParaRPr lang="uk-UA"/>
        </a:p>
      </dgm:t>
    </dgm:pt>
    <dgm:pt modelId="{433D6823-0D89-46BC-9F03-0F4092CF9DD9}" type="sibTrans" cxnId="{30FCD528-C0CE-4179-A5DD-A150A5309E29}">
      <dgm:prSet/>
      <dgm:spPr/>
      <dgm:t>
        <a:bodyPr/>
        <a:lstStyle/>
        <a:p>
          <a:endParaRPr lang="uk-UA"/>
        </a:p>
      </dgm:t>
    </dgm:pt>
    <dgm:pt modelId="{2D0F648E-6735-4220-AE2A-864E8E51B00E}" type="pres">
      <dgm:prSet presAssocID="{9D06065D-96B6-442C-B9AD-404F4B12ABD4}" presName="linear" presStyleCnt="0">
        <dgm:presLayoutVars>
          <dgm:animLvl val="lvl"/>
          <dgm:resizeHandles val="exact"/>
        </dgm:presLayoutVars>
      </dgm:prSet>
      <dgm:spPr/>
    </dgm:pt>
    <dgm:pt modelId="{EB485A5E-A25A-4A35-BE4C-6273655A1B02}" type="pres">
      <dgm:prSet presAssocID="{BEC46F05-E805-4AFF-A4B8-45BC21D90E0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A5A854C-74E3-490A-983F-151A25F1E9F6}" type="pres">
      <dgm:prSet presAssocID="{2891A43A-D0D7-4E0F-938A-D88DE7CCE4C5}" presName="spacer" presStyleCnt="0"/>
      <dgm:spPr/>
    </dgm:pt>
    <dgm:pt modelId="{B26C534B-32B0-47D4-A086-CD8233E86FDA}" type="pres">
      <dgm:prSet presAssocID="{2DBFA73A-403A-41DC-8FC4-688965449E5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72CF1AB-91B0-4079-8E7E-CF42391BAADF}" type="pres">
      <dgm:prSet presAssocID="{908DB6C8-5900-4E39-AAF1-51D272269262}" presName="spacer" presStyleCnt="0"/>
      <dgm:spPr/>
    </dgm:pt>
    <dgm:pt modelId="{3B9EC98D-3551-4C6A-90E5-DF5CCB513F40}" type="pres">
      <dgm:prSet presAssocID="{7303FFB5-9BCA-4F7D-A442-1D18CB6F516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00D6814-ED6D-47EA-88B3-C98A731F0790}" type="pres">
      <dgm:prSet presAssocID="{5B7C8429-A22B-48AB-9791-CC9E79671DDD}" presName="spacer" presStyleCnt="0"/>
      <dgm:spPr/>
    </dgm:pt>
    <dgm:pt modelId="{8A66B2B2-519A-4476-9B84-9B41CA2ACC6F}" type="pres">
      <dgm:prSet presAssocID="{6776FD51-6D65-493B-9AFA-B34E57109F7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0FCD528-C0CE-4179-A5DD-A150A5309E29}" srcId="{9D06065D-96B6-442C-B9AD-404F4B12ABD4}" destId="{6776FD51-6D65-493B-9AFA-B34E57109F72}" srcOrd="3" destOrd="0" parTransId="{3F10F119-02B0-4270-9A05-6C602B8862F5}" sibTransId="{433D6823-0D89-46BC-9F03-0F4092CF9DD9}"/>
    <dgm:cxn modelId="{99CC506D-75E0-47D4-8711-A92AA2F06093}" srcId="{9D06065D-96B6-442C-B9AD-404F4B12ABD4}" destId="{7303FFB5-9BCA-4F7D-A442-1D18CB6F5167}" srcOrd="2" destOrd="0" parTransId="{87C6607A-88F8-4299-AD4C-22DCDB7CBA22}" sibTransId="{5B7C8429-A22B-48AB-9791-CC9E79671DDD}"/>
    <dgm:cxn modelId="{5596E3D4-0921-427B-A803-A353ED9B4EFC}" type="presOf" srcId="{6776FD51-6D65-493B-9AFA-B34E57109F72}" destId="{8A66B2B2-519A-4476-9B84-9B41CA2ACC6F}" srcOrd="0" destOrd="0" presId="urn:microsoft.com/office/officeart/2005/8/layout/vList2"/>
    <dgm:cxn modelId="{9BF5CDDB-ADBD-4E0A-ADDF-C115D9EC1CEA}" type="presOf" srcId="{BEC46F05-E805-4AFF-A4B8-45BC21D90E0D}" destId="{EB485A5E-A25A-4A35-BE4C-6273655A1B02}" srcOrd="0" destOrd="0" presId="urn:microsoft.com/office/officeart/2005/8/layout/vList2"/>
    <dgm:cxn modelId="{6E6EE2E7-5471-4453-B918-CCA748550AEB}" srcId="{9D06065D-96B6-442C-B9AD-404F4B12ABD4}" destId="{2DBFA73A-403A-41DC-8FC4-688965449E50}" srcOrd="1" destOrd="0" parTransId="{779CDA97-204F-4BD5-AC84-B259086D7D07}" sibTransId="{908DB6C8-5900-4E39-AAF1-51D272269262}"/>
    <dgm:cxn modelId="{5C791AEE-1F59-4C1C-B0D3-990AB599059E}" type="presOf" srcId="{9D06065D-96B6-442C-B9AD-404F4B12ABD4}" destId="{2D0F648E-6735-4220-AE2A-864E8E51B00E}" srcOrd="0" destOrd="0" presId="urn:microsoft.com/office/officeart/2005/8/layout/vList2"/>
    <dgm:cxn modelId="{0FFDECF2-0333-4521-A5D3-07415016B98A}" type="presOf" srcId="{7303FFB5-9BCA-4F7D-A442-1D18CB6F5167}" destId="{3B9EC98D-3551-4C6A-90E5-DF5CCB513F40}" srcOrd="0" destOrd="0" presId="urn:microsoft.com/office/officeart/2005/8/layout/vList2"/>
    <dgm:cxn modelId="{E98763F8-8C13-40BF-8B66-B313038B21B5}" type="presOf" srcId="{2DBFA73A-403A-41DC-8FC4-688965449E50}" destId="{B26C534B-32B0-47D4-A086-CD8233E86FDA}" srcOrd="0" destOrd="0" presId="urn:microsoft.com/office/officeart/2005/8/layout/vList2"/>
    <dgm:cxn modelId="{38F162FF-9F74-4598-8669-5174152FF5B3}" srcId="{9D06065D-96B6-442C-B9AD-404F4B12ABD4}" destId="{BEC46F05-E805-4AFF-A4B8-45BC21D90E0D}" srcOrd="0" destOrd="0" parTransId="{680B31DC-1833-4AFF-9B69-E42F37B1F46D}" sibTransId="{2891A43A-D0D7-4E0F-938A-D88DE7CCE4C5}"/>
    <dgm:cxn modelId="{335651EE-45A6-4B1C-AE86-1366DE74C328}" type="presParOf" srcId="{2D0F648E-6735-4220-AE2A-864E8E51B00E}" destId="{EB485A5E-A25A-4A35-BE4C-6273655A1B02}" srcOrd="0" destOrd="0" presId="urn:microsoft.com/office/officeart/2005/8/layout/vList2"/>
    <dgm:cxn modelId="{A25E7C1A-6183-4377-BB79-837C047CB8A3}" type="presParOf" srcId="{2D0F648E-6735-4220-AE2A-864E8E51B00E}" destId="{9A5A854C-74E3-490A-983F-151A25F1E9F6}" srcOrd="1" destOrd="0" presId="urn:microsoft.com/office/officeart/2005/8/layout/vList2"/>
    <dgm:cxn modelId="{FC196BE8-8518-4CAD-AFAC-DB7FFF31F79C}" type="presParOf" srcId="{2D0F648E-6735-4220-AE2A-864E8E51B00E}" destId="{B26C534B-32B0-47D4-A086-CD8233E86FDA}" srcOrd="2" destOrd="0" presId="urn:microsoft.com/office/officeart/2005/8/layout/vList2"/>
    <dgm:cxn modelId="{DC1940CC-87DB-4D0C-BFCA-1DFDB0DFFC1F}" type="presParOf" srcId="{2D0F648E-6735-4220-AE2A-864E8E51B00E}" destId="{072CF1AB-91B0-4079-8E7E-CF42391BAADF}" srcOrd="3" destOrd="0" presId="urn:microsoft.com/office/officeart/2005/8/layout/vList2"/>
    <dgm:cxn modelId="{5AE95028-C723-458D-AEBE-E9A670B5D8FD}" type="presParOf" srcId="{2D0F648E-6735-4220-AE2A-864E8E51B00E}" destId="{3B9EC98D-3551-4C6A-90E5-DF5CCB513F40}" srcOrd="4" destOrd="0" presId="urn:microsoft.com/office/officeart/2005/8/layout/vList2"/>
    <dgm:cxn modelId="{570C45F6-D9DA-4E07-BA7A-27BDCC4BA297}" type="presParOf" srcId="{2D0F648E-6735-4220-AE2A-864E8E51B00E}" destId="{400D6814-ED6D-47EA-88B3-C98A731F0790}" srcOrd="5" destOrd="0" presId="urn:microsoft.com/office/officeart/2005/8/layout/vList2"/>
    <dgm:cxn modelId="{7BBE195C-5056-4FF1-8607-766319A8E39A}" type="presParOf" srcId="{2D0F648E-6735-4220-AE2A-864E8E51B00E}" destId="{8A66B2B2-519A-4476-9B84-9B41CA2ACC6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392BB1-AE26-4AD5-A92D-0D597A8B7EEA}">
      <dsp:nvSpPr>
        <dsp:cNvPr id="0" name=""/>
        <dsp:cNvSpPr/>
      </dsp:nvSpPr>
      <dsp:spPr>
        <a:xfrm rot="10800000">
          <a:off x="976407" y="0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«консерватизм».</a:t>
          </a:r>
          <a:endParaRPr lang="uk-UA" sz="1600" kern="1200"/>
        </a:p>
      </dsp:txBody>
      <dsp:txXfrm rot="10800000">
        <a:off x="1135951" y="0"/>
        <a:ext cx="3083528" cy="638175"/>
      </dsp:txXfrm>
    </dsp:sp>
    <dsp:sp modelId="{A918B158-01A3-49DF-B24D-BCB5CBCDB962}">
      <dsp:nvSpPr>
        <dsp:cNvPr id="0" name=""/>
        <dsp:cNvSpPr/>
      </dsp:nvSpPr>
      <dsp:spPr>
        <a:xfrm>
          <a:off x="657320" y="0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09429-F8CF-4175-A9FE-F3DEDAC34451}">
      <dsp:nvSpPr>
        <dsp:cNvPr id="0" name=""/>
        <dsp:cNvSpPr/>
      </dsp:nvSpPr>
      <dsp:spPr>
        <a:xfrm rot="10800000">
          <a:off x="976407" y="828674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«космополітизм».</a:t>
          </a:r>
          <a:endParaRPr lang="uk-UA" sz="1600" kern="1200"/>
        </a:p>
      </dsp:txBody>
      <dsp:txXfrm rot="10800000">
        <a:off x="1135951" y="828674"/>
        <a:ext cx="3083528" cy="638175"/>
      </dsp:txXfrm>
    </dsp:sp>
    <dsp:sp modelId="{C33CB399-5186-4B49-A13B-932B88BDF54F}">
      <dsp:nvSpPr>
        <dsp:cNvPr id="0" name=""/>
        <dsp:cNvSpPr/>
      </dsp:nvSpPr>
      <dsp:spPr>
        <a:xfrm>
          <a:off x="657320" y="828674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D9A35B-B97F-4B05-88FB-F31449C8EF1D}">
      <dsp:nvSpPr>
        <dsp:cNvPr id="0" name=""/>
        <dsp:cNvSpPr/>
      </dsp:nvSpPr>
      <dsp:spPr>
        <a:xfrm rot="10800000">
          <a:off x="976407" y="1657349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«колабораціонізм».</a:t>
          </a:r>
          <a:endParaRPr lang="uk-UA" sz="1600" kern="1200"/>
        </a:p>
      </dsp:txBody>
      <dsp:txXfrm rot="10800000">
        <a:off x="1135951" y="1657349"/>
        <a:ext cx="3083528" cy="638175"/>
      </dsp:txXfrm>
    </dsp:sp>
    <dsp:sp modelId="{6CDDA628-1182-4C30-ABD4-EEEF72816641}">
      <dsp:nvSpPr>
        <dsp:cNvPr id="0" name=""/>
        <dsp:cNvSpPr/>
      </dsp:nvSpPr>
      <dsp:spPr>
        <a:xfrm>
          <a:off x="657320" y="1657349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06648B-6347-4BBB-A8BD-8F339603CF5B}">
      <dsp:nvSpPr>
        <dsp:cNvPr id="0" name=""/>
        <dsp:cNvSpPr/>
      </dsp:nvSpPr>
      <dsp:spPr>
        <a:xfrm rot="10800000">
          <a:off x="976407" y="2486025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«колоніалізм».</a:t>
          </a:r>
          <a:endParaRPr lang="uk-UA" sz="1600" kern="1200"/>
        </a:p>
      </dsp:txBody>
      <dsp:txXfrm rot="10800000">
        <a:off x="1135951" y="2486025"/>
        <a:ext cx="3083528" cy="638175"/>
      </dsp:txXfrm>
    </dsp:sp>
    <dsp:sp modelId="{D0C7CFBC-1F5B-4BB6-83C6-625D4BA1D403}">
      <dsp:nvSpPr>
        <dsp:cNvPr id="0" name=""/>
        <dsp:cNvSpPr/>
      </dsp:nvSpPr>
      <dsp:spPr>
        <a:xfrm>
          <a:off x="657320" y="2486025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B84061-780B-4C9B-B352-D0BB237411C7}">
      <dsp:nvSpPr>
        <dsp:cNvPr id="0" name=""/>
        <dsp:cNvSpPr/>
      </dsp:nvSpPr>
      <dsp:spPr>
        <a:xfrm rot="10800000">
          <a:off x="976407" y="0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«осадництво»</a:t>
          </a:r>
          <a:endParaRPr lang="uk-UA" sz="2100" kern="1200"/>
        </a:p>
      </dsp:txBody>
      <dsp:txXfrm rot="10800000">
        <a:off x="1135951" y="0"/>
        <a:ext cx="3083528" cy="638175"/>
      </dsp:txXfrm>
    </dsp:sp>
    <dsp:sp modelId="{2B010DFD-DF02-42C6-A988-9D053C44FEB6}">
      <dsp:nvSpPr>
        <dsp:cNvPr id="0" name=""/>
        <dsp:cNvSpPr/>
      </dsp:nvSpPr>
      <dsp:spPr>
        <a:xfrm>
          <a:off x="657320" y="0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6ED92-D3C6-4853-813E-766476D49DEC}">
      <dsp:nvSpPr>
        <dsp:cNvPr id="0" name=""/>
        <dsp:cNvSpPr/>
      </dsp:nvSpPr>
      <dsp:spPr>
        <a:xfrm rot="10800000">
          <a:off x="976407" y="828675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«пацифікація»</a:t>
          </a:r>
          <a:endParaRPr lang="uk-UA" sz="2100" kern="1200"/>
        </a:p>
      </dsp:txBody>
      <dsp:txXfrm rot="10800000">
        <a:off x="1135951" y="828675"/>
        <a:ext cx="3083528" cy="638175"/>
      </dsp:txXfrm>
    </dsp:sp>
    <dsp:sp modelId="{68706844-BC66-435C-AB4E-2ED965E0F603}">
      <dsp:nvSpPr>
        <dsp:cNvPr id="0" name=""/>
        <dsp:cNvSpPr/>
      </dsp:nvSpPr>
      <dsp:spPr>
        <a:xfrm>
          <a:off x="657320" y="828675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ABF050-D5D3-4A35-B0D0-D4F332D22299}">
      <dsp:nvSpPr>
        <dsp:cNvPr id="0" name=""/>
        <dsp:cNvSpPr/>
      </dsp:nvSpPr>
      <dsp:spPr>
        <a:xfrm rot="10800000">
          <a:off x="976407" y="1657350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«новий порядок»</a:t>
          </a:r>
          <a:endParaRPr lang="uk-UA" sz="2100" kern="1200"/>
        </a:p>
      </dsp:txBody>
      <dsp:txXfrm rot="10800000">
        <a:off x="1135951" y="1657350"/>
        <a:ext cx="3083528" cy="638175"/>
      </dsp:txXfrm>
    </dsp:sp>
    <dsp:sp modelId="{7977D882-A8C8-4BCF-A752-E95472BB918F}">
      <dsp:nvSpPr>
        <dsp:cNvPr id="0" name=""/>
        <dsp:cNvSpPr/>
      </dsp:nvSpPr>
      <dsp:spPr>
        <a:xfrm>
          <a:off x="657320" y="1657350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83CBBF-0044-458F-83A3-5C588B51D053}">
      <dsp:nvSpPr>
        <dsp:cNvPr id="0" name=""/>
        <dsp:cNvSpPr/>
      </dsp:nvSpPr>
      <dsp:spPr>
        <a:xfrm rot="10800000">
          <a:off x="976407" y="2486025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«радянізація»</a:t>
          </a:r>
          <a:endParaRPr lang="uk-UA" sz="2100" kern="1200"/>
        </a:p>
      </dsp:txBody>
      <dsp:txXfrm rot="10800000">
        <a:off x="1135951" y="2486025"/>
        <a:ext cx="3083528" cy="638175"/>
      </dsp:txXfrm>
    </dsp:sp>
    <dsp:sp modelId="{4ADF3EE8-3577-475F-B30D-841EFDFB3C6D}">
      <dsp:nvSpPr>
        <dsp:cNvPr id="0" name=""/>
        <dsp:cNvSpPr/>
      </dsp:nvSpPr>
      <dsp:spPr>
        <a:xfrm>
          <a:off x="657320" y="2486025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FEC7E-07BB-46AA-AD12-13CF4EAE5657}">
      <dsp:nvSpPr>
        <dsp:cNvPr id="0" name=""/>
        <dsp:cNvSpPr/>
      </dsp:nvSpPr>
      <dsp:spPr>
        <a:xfrm>
          <a:off x="0" y="105984"/>
          <a:ext cx="4876800" cy="5594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заходи з адміністративної уніфікації українських земель, здійснювані урядом Румунії в 1920 — першій половині 1930-х рр.</a:t>
          </a:r>
          <a:endParaRPr lang="uk-UA" sz="1000" kern="1200"/>
        </a:p>
      </dsp:txBody>
      <dsp:txXfrm>
        <a:off x="27308" y="133292"/>
        <a:ext cx="4822184" cy="504790"/>
      </dsp:txXfrm>
    </dsp:sp>
    <dsp:sp modelId="{0C306B7E-79BE-4632-8702-48CC0809159F}">
      <dsp:nvSpPr>
        <dsp:cNvPr id="0" name=""/>
        <dsp:cNvSpPr/>
      </dsp:nvSpPr>
      <dsp:spPr>
        <a:xfrm>
          <a:off x="0" y="694190"/>
          <a:ext cx="4876800" cy="5594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адміністративно-репресивна поліцейська акція проти українського населення Східної Галичини, здійснена польською владою восени 1930 р.</a:t>
          </a:r>
          <a:endParaRPr lang="uk-UA" sz="1000" kern="1200"/>
        </a:p>
      </dsp:txBody>
      <dsp:txXfrm>
        <a:off x="27308" y="721498"/>
        <a:ext cx="4822184" cy="504790"/>
      </dsp:txXfrm>
    </dsp:sp>
    <dsp:sp modelId="{485710B6-DB58-4A56-9C7A-F4638F5F0A56}">
      <dsp:nvSpPr>
        <dsp:cNvPr id="0" name=""/>
        <dsp:cNvSpPr/>
      </dsp:nvSpPr>
      <dsp:spPr>
        <a:xfrm>
          <a:off x="0" y="1282396"/>
          <a:ext cx="4876800" cy="5594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політика насадження в західних областях України норм суспільно-політичного, економічного та культурного життя, утверджених в СРСР</a:t>
          </a:r>
          <a:endParaRPr lang="uk-UA" sz="1000" kern="1200"/>
        </a:p>
      </dsp:txBody>
      <dsp:txXfrm>
        <a:off x="27308" y="1309704"/>
        <a:ext cx="4822184" cy="504790"/>
      </dsp:txXfrm>
    </dsp:sp>
    <dsp:sp modelId="{796DA374-6C58-4FC6-9988-B89B1E206B63}">
      <dsp:nvSpPr>
        <dsp:cNvPr id="0" name=""/>
        <dsp:cNvSpPr/>
      </dsp:nvSpPr>
      <dsp:spPr>
        <a:xfrm>
          <a:off x="0" y="1870603"/>
          <a:ext cx="4876800" cy="5594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режим, установлений нацистами на окупованих територіях у роки Другої світової війни, спрямований на експлуатацію людських і матеріальних ресурсів в інтересах Німеччини</a:t>
          </a:r>
          <a:endParaRPr lang="uk-UA" sz="1000" kern="1200"/>
        </a:p>
      </dsp:txBody>
      <dsp:txXfrm>
        <a:off x="27308" y="1897911"/>
        <a:ext cx="4822184" cy="504790"/>
      </dsp:txXfrm>
    </dsp:sp>
    <dsp:sp modelId="{121FA111-FE2E-49DA-96CA-025C8E9DBC32}">
      <dsp:nvSpPr>
        <dsp:cNvPr id="0" name=""/>
        <dsp:cNvSpPr/>
      </dsp:nvSpPr>
      <dsp:spPr>
        <a:xfrm>
          <a:off x="0" y="2458809"/>
          <a:ext cx="4876800" cy="5594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000" b="0" i="0" kern="1200"/>
            <a:t>політика планомірного заселення українських земель військовими та цивільними колоністами, здійснювана урядом Польщі в 1920-х рр.</a:t>
          </a:r>
          <a:endParaRPr lang="uk-UA" sz="1000" kern="1200"/>
        </a:p>
      </dsp:txBody>
      <dsp:txXfrm>
        <a:off x="27308" y="2486117"/>
        <a:ext cx="4822184" cy="5047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4CA15-BCEF-4DD1-8BEE-FB5A504A44CC}">
      <dsp:nvSpPr>
        <dsp:cNvPr id="0" name=""/>
        <dsp:cNvSpPr/>
      </dsp:nvSpPr>
      <dsp:spPr>
        <a:xfrm>
          <a:off x="0" y="91079"/>
          <a:ext cx="4876800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рейхскомісаріат «Україна»</a:t>
          </a:r>
          <a:endParaRPr lang="uk-UA" sz="1400" kern="1200"/>
        </a:p>
      </dsp:txBody>
      <dsp:txXfrm>
        <a:off x="27149" y="118228"/>
        <a:ext cx="4822502" cy="501854"/>
      </dsp:txXfrm>
    </dsp:sp>
    <dsp:sp modelId="{392B592C-2554-4DAA-8088-32B1B8CE4C39}">
      <dsp:nvSpPr>
        <dsp:cNvPr id="0" name=""/>
        <dsp:cNvSpPr/>
      </dsp:nvSpPr>
      <dsp:spPr>
        <a:xfrm>
          <a:off x="0" y="687551"/>
          <a:ext cx="4876800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дистрикт «Галичина» у складі Генерал-губернаторства</a:t>
          </a:r>
          <a:endParaRPr lang="uk-UA" sz="1400" kern="1200"/>
        </a:p>
      </dsp:txBody>
      <dsp:txXfrm>
        <a:off x="27149" y="714700"/>
        <a:ext cx="4822502" cy="501854"/>
      </dsp:txXfrm>
    </dsp:sp>
    <dsp:sp modelId="{B0A75265-FF56-4140-8A14-D3F2EB3055BF}">
      <dsp:nvSpPr>
        <dsp:cNvPr id="0" name=""/>
        <dsp:cNvSpPr/>
      </dsp:nvSpPr>
      <dsp:spPr>
        <a:xfrm>
          <a:off x="0" y="1284023"/>
          <a:ext cx="4876800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військова адміністрація німецького командування</a:t>
          </a:r>
          <a:endParaRPr lang="uk-UA" sz="1400" kern="1200"/>
        </a:p>
      </dsp:txBody>
      <dsp:txXfrm>
        <a:off x="27149" y="1311172"/>
        <a:ext cx="4822502" cy="501854"/>
      </dsp:txXfrm>
    </dsp:sp>
    <dsp:sp modelId="{02C7D491-D9A8-4BF0-8AC3-8A9763067E7E}">
      <dsp:nvSpPr>
        <dsp:cNvPr id="0" name=""/>
        <dsp:cNvSpPr/>
      </dsp:nvSpPr>
      <dsp:spPr>
        <a:xfrm>
          <a:off x="0" y="1880496"/>
          <a:ext cx="4876800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рейхскомісаріат «Остланд»</a:t>
          </a:r>
          <a:endParaRPr lang="uk-UA" sz="1400" kern="1200"/>
        </a:p>
      </dsp:txBody>
      <dsp:txXfrm>
        <a:off x="27149" y="1907645"/>
        <a:ext cx="4822502" cy="501854"/>
      </dsp:txXfrm>
    </dsp:sp>
    <dsp:sp modelId="{D97DA88A-7CCF-4286-8F0D-FA487AF4BA1B}">
      <dsp:nvSpPr>
        <dsp:cNvPr id="0" name=""/>
        <dsp:cNvSpPr/>
      </dsp:nvSpPr>
      <dsp:spPr>
        <a:xfrm>
          <a:off x="0" y="2476968"/>
          <a:ext cx="4876800" cy="556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провінція «Трансністрія» під управлінням румунської адміністрації</a:t>
          </a:r>
          <a:endParaRPr lang="uk-UA" sz="1400" kern="1200"/>
        </a:p>
      </dsp:txBody>
      <dsp:txXfrm>
        <a:off x="27149" y="2504117"/>
        <a:ext cx="4822502" cy="5018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D9E7A-487C-4D07-A569-2E1D2364F756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Бессарабію</a:t>
          </a:r>
          <a:endParaRPr lang="uk-UA" sz="2900" kern="1200"/>
        </a:p>
      </dsp:txBody>
      <dsp:txXfrm>
        <a:off x="33955" y="79644"/>
        <a:ext cx="4808890" cy="627655"/>
      </dsp:txXfrm>
    </dsp:sp>
    <dsp:sp modelId="{9661E3FC-9B5C-4758-A71B-BFFFE1454967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Північну Буковину</a:t>
          </a:r>
          <a:endParaRPr lang="uk-UA" sz="2900" kern="1200"/>
        </a:p>
      </dsp:txBody>
      <dsp:txXfrm>
        <a:off x="33955" y="858729"/>
        <a:ext cx="4808890" cy="627655"/>
      </dsp:txXfrm>
    </dsp:sp>
    <dsp:sp modelId="{952A5266-59B5-4ED9-9102-D2D222DF7878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Марморощину</a:t>
          </a:r>
          <a:endParaRPr lang="uk-UA" sz="2900" kern="1200"/>
        </a:p>
      </dsp:txBody>
      <dsp:txXfrm>
        <a:off x="33955" y="1637814"/>
        <a:ext cx="4808890" cy="627655"/>
      </dsp:txXfrm>
    </dsp:sp>
    <dsp:sp modelId="{70201991-CFDE-4A02-8599-2B22BB953F34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Трансністрію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5296C9-6FB9-4DE1-9010-DEE606DC9AA4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М. Кирпонос</a:t>
          </a:r>
          <a:endParaRPr lang="uk-UA" sz="2900" kern="1200"/>
        </a:p>
      </dsp:txBody>
      <dsp:txXfrm>
        <a:off x="33955" y="79644"/>
        <a:ext cx="4808890" cy="627655"/>
      </dsp:txXfrm>
    </dsp:sp>
    <dsp:sp modelId="{0E00E154-F9A8-42BC-B8F2-B6487EF80454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C. Тимошенко</a:t>
          </a:r>
          <a:endParaRPr lang="uk-UA" sz="2900" kern="1200"/>
        </a:p>
      </dsp:txBody>
      <dsp:txXfrm>
        <a:off x="33955" y="858729"/>
        <a:ext cx="4808890" cy="627655"/>
      </dsp:txXfrm>
    </dsp:sp>
    <dsp:sp modelId="{84357A28-EA7D-4F03-AC5B-5E636B2E005E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М. Ватутін</a:t>
          </a:r>
          <a:endParaRPr lang="uk-UA" sz="2900" kern="1200"/>
        </a:p>
      </dsp:txBody>
      <dsp:txXfrm>
        <a:off x="33955" y="1637814"/>
        <a:ext cx="4808890" cy="627655"/>
      </dsp:txXfrm>
    </dsp:sp>
    <dsp:sp modelId="{7E8FA1B2-E3F5-4201-8D4E-BEBA00B7BCAA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Г. Жуков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620924-0D07-4AFC-AD52-4ED72A92D9DD}">
      <dsp:nvSpPr>
        <dsp:cNvPr id="0" name=""/>
        <dsp:cNvSpPr/>
      </dsp:nvSpPr>
      <dsp:spPr>
        <a:xfrm>
          <a:off x="0" y="307140"/>
          <a:ext cx="48768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обидва варіанти правильні</a:t>
          </a:r>
          <a:endParaRPr lang="uk-UA" sz="2400" kern="1200"/>
        </a:p>
      </dsp:txBody>
      <dsp:txXfrm>
        <a:off x="28100" y="335240"/>
        <a:ext cx="4820600" cy="519439"/>
      </dsp:txXfrm>
    </dsp:sp>
    <dsp:sp modelId="{7223F9C6-21EB-4A25-8B63-AC1B42C44BE7}">
      <dsp:nvSpPr>
        <dsp:cNvPr id="0" name=""/>
        <dsp:cNvSpPr/>
      </dsp:nvSpPr>
      <dsp:spPr>
        <a:xfrm>
          <a:off x="0" y="951900"/>
          <a:ext cx="48768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тільки 1-й варіант правильний</a:t>
          </a:r>
          <a:endParaRPr lang="uk-UA" sz="2400" kern="1200"/>
        </a:p>
      </dsp:txBody>
      <dsp:txXfrm>
        <a:off x="28100" y="980000"/>
        <a:ext cx="4820600" cy="519439"/>
      </dsp:txXfrm>
    </dsp:sp>
    <dsp:sp modelId="{2406F724-B5AC-48DC-B301-CE5C518E7138}">
      <dsp:nvSpPr>
        <dsp:cNvPr id="0" name=""/>
        <dsp:cNvSpPr/>
      </dsp:nvSpPr>
      <dsp:spPr>
        <a:xfrm>
          <a:off x="0" y="1596660"/>
          <a:ext cx="48768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тільки 2-й варіант правильний</a:t>
          </a:r>
          <a:endParaRPr lang="uk-UA" sz="2400" kern="1200"/>
        </a:p>
      </dsp:txBody>
      <dsp:txXfrm>
        <a:off x="28100" y="1624760"/>
        <a:ext cx="4820600" cy="519439"/>
      </dsp:txXfrm>
    </dsp:sp>
    <dsp:sp modelId="{58598978-E8A8-4C53-B9FD-5EECDA2E1509}">
      <dsp:nvSpPr>
        <dsp:cNvPr id="0" name=""/>
        <dsp:cNvSpPr/>
      </dsp:nvSpPr>
      <dsp:spPr>
        <a:xfrm>
          <a:off x="0" y="2241420"/>
          <a:ext cx="48768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обидва варіанти не правильні</a:t>
          </a:r>
          <a:endParaRPr lang="uk-UA" sz="2400" kern="1200"/>
        </a:p>
      </dsp:txBody>
      <dsp:txXfrm>
        <a:off x="28100" y="2269520"/>
        <a:ext cx="4820600" cy="5194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C4882-979D-4F16-A46E-E22408A8A23E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евакуації.</a:t>
          </a:r>
          <a:endParaRPr lang="uk-UA" sz="2900" kern="1200" dirty="0"/>
        </a:p>
      </dsp:txBody>
      <dsp:txXfrm>
        <a:off x="33955" y="79644"/>
        <a:ext cx="4808890" cy="627655"/>
      </dsp:txXfrm>
    </dsp:sp>
    <dsp:sp modelId="{F500B58E-C76A-4495-A486-0FA2C97A1720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депортації.</a:t>
          </a:r>
          <a:endParaRPr lang="uk-UA" sz="2900" kern="1200"/>
        </a:p>
      </dsp:txBody>
      <dsp:txXfrm>
        <a:off x="33955" y="858729"/>
        <a:ext cx="4808890" cy="627655"/>
      </dsp:txXfrm>
    </dsp:sp>
    <dsp:sp modelId="{B78C71EB-514C-42C8-A5BB-2F3F4B07247D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радянізації.</a:t>
          </a:r>
          <a:endParaRPr lang="uk-UA" sz="2900" kern="1200"/>
        </a:p>
      </dsp:txBody>
      <dsp:txXfrm>
        <a:off x="33955" y="1637814"/>
        <a:ext cx="4808890" cy="627655"/>
      </dsp:txXfrm>
    </dsp:sp>
    <dsp:sp modelId="{776355F6-FD60-4FA2-B406-D1A2209532E8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мобілізації.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CE90C7-3EE9-4ECB-B389-B8C2DABA9DF7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«сіру зону».</a:t>
          </a:r>
          <a:endParaRPr lang="uk-UA" sz="2900" kern="1200"/>
        </a:p>
      </dsp:txBody>
      <dsp:txXfrm>
        <a:off x="33955" y="79644"/>
        <a:ext cx="4808890" cy="627655"/>
      </dsp:txXfrm>
    </dsp:sp>
    <dsp:sp modelId="{E70F7FDC-186D-41C0-97F0-541C6C4C5B6B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«випалену землю».</a:t>
          </a:r>
          <a:endParaRPr lang="uk-UA" sz="2900" kern="1200"/>
        </a:p>
      </dsp:txBody>
      <dsp:txXfrm>
        <a:off x="33955" y="858729"/>
        <a:ext cx="4808890" cy="627655"/>
      </dsp:txXfrm>
    </dsp:sp>
    <dsp:sp modelId="{DBFA4A8D-996E-43B8-8CD9-43D596AC4CE3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«життєвий простір».</a:t>
          </a:r>
          <a:endParaRPr lang="uk-UA" sz="2900" kern="1200"/>
        </a:p>
      </dsp:txBody>
      <dsp:txXfrm>
        <a:off x="33955" y="1637814"/>
        <a:ext cx="4808890" cy="627655"/>
      </dsp:txXfrm>
    </dsp:sp>
    <dsp:sp modelId="{3FE7553F-748F-482C-8E8C-D61440A0D0CB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«санітарний кордон».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2C76C9-CB3E-47CF-91EA-B739C956A889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зриву планів «блискавичної війни» Німеччини проти СРСР.</a:t>
          </a:r>
          <a:endParaRPr lang="uk-UA" sz="1800" kern="1200"/>
        </a:p>
      </dsp:txBody>
      <dsp:txXfrm>
        <a:off x="34954" y="87214"/>
        <a:ext cx="4806892" cy="646132"/>
      </dsp:txXfrm>
    </dsp:sp>
    <dsp:sp modelId="{1502027D-803C-4FE8-A87A-A72136072711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повної окупації УРСР військами Німеччини та її союзників.</a:t>
          </a:r>
          <a:endParaRPr lang="uk-UA" sz="1800" kern="1200"/>
        </a:p>
      </dsp:txBody>
      <dsp:txXfrm>
        <a:off x="34954" y="855094"/>
        <a:ext cx="4806892" cy="646132"/>
      </dsp:txXfrm>
    </dsp:sp>
    <dsp:sp modelId="{9110615A-7383-4813-A80F-2D454D111DD4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утворення маріонеткової Української держави.</a:t>
          </a:r>
          <a:endParaRPr lang="uk-UA" sz="1800" kern="1200"/>
        </a:p>
      </dsp:txBody>
      <dsp:txXfrm>
        <a:off x="34954" y="1622974"/>
        <a:ext cx="4806892" cy="646132"/>
      </dsp:txXfrm>
    </dsp:sp>
    <dsp:sp modelId="{679076CA-B185-4477-A3FE-E719C267F05E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створення українських збройних формувань у складі Червоної армії.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140678-FAD3-41ED-B7C9-941E2BEC000F}">
      <dsp:nvSpPr>
        <dsp:cNvPr id="0" name=""/>
        <dsp:cNvSpPr/>
      </dsp:nvSpPr>
      <dsp:spPr>
        <a:xfrm rot="10800000">
          <a:off x="1033843" y="1143"/>
          <a:ext cx="3243072" cy="86791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272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Франція («режим Віші»)</a:t>
          </a:r>
          <a:endParaRPr lang="uk-UA" sz="2400" kern="1200"/>
        </a:p>
      </dsp:txBody>
      <dsp:txXfrm rot="10800000">
        <a:off x="1250822" y="1143"/>
        <a:ext cx="3026093" cy="867918"/>
      </dsp:txXfrm>
    </dsp:sp>
    <dsp:sp modelId="{1C063676-F01C-4873-846B-7F5EB8132707}">
      <dsp:nvSpPr>
        <dsp:cNvPr id="0" name=""/>
        <dsp:cNvSpPr/>
      </dsp:nvSpPr>
      <dsp:spPr>
        <a:xfrm>
          <a:off x="599884" y="1143"/>
          <a:ext cx="867918" cy="86791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2B0757-9781-4327-8637-F27C14EB60D8}">
      <dsp:nvSpPr>
        <dsp:cNvPr id="0" name=""/>
        <dsp:cNvSpPr/>
      </dsp:nvSpPr>
      <dsp:spPr>
        <a:xfrm rot="10800000">
          <a:off x="1033843" y="1128141"/>
          <a:ext cx="3243072" cy="86791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272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Хорватія</a:t>
          </a:r>
          <a:endParaRPr lang="uk-UA" sz="2400" kern="1200"/>
        </a:p>
      </dsp:txBody>
      <dsp:txXfrm rot="10800000">
        <a:off x="1250822" y="1128141"/>
        <a:ext cx="3026093" cy="867918"/>
      </dsp:txXfrm>
    </dsp:sp>
    <dsp:sp modelId="{70D1F7CC-812A-4DE6-BC07-CA60DF66FB80}">
      <dsp:nvSpPr>
        <dsp:cNvPr id="0" name=""/>
        <dsp:cNvSpPr/>
      </dsp:nvSpPr>
      <dsp:spPr>
        <a:xfrm>
          <a:off x="599884" y="1128141"/>
          <a:ext cx="867918" cy="86791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0C9B8A-E928-461A-ABF7-F27B6EE79D59}">
      <dsp:nvSpPr>
        <dsp:cNvPr id="0" name=""/>
        <dsp:cNvSpPr/>
      </dsp:nvSpPr>
      <dsp:spPr>
        <a:xfrm rot="10800000">
          <a:off x="1033843" y="2255139"/>
          <a:ext cx="3243072" cy="86791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272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Італія</a:t>
          </a:r>
          <a:endParaRPr lang="uk-UA" sz="2400" kern="1200"/>
        </a:p>
      </dsp:txBody>
      <dsp:txXfrm rot="10800000">
        <a:off x="1250822" y="2255139"/>
        <a:ext cx="3026093" cy="867918"/>
      </dsp:txXfrm>
    </dsp:sp>
    <dsp:sp modelId="{D4FB314A-1EE6-475B-A775-020A39D09A36}">
      <dsp:nvSpPr>
        <dsp:cNvPr id="0" name=""/>
        <dsp:cNvSpPr/>
      </dsp:nvSpPr>
      <dsp:spPr>
        <a:xfrm>
          <a:off x="599884" y="2255139"/>
          <a:ext cx="867918" cy="86791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3656C2-B55B-4147-BFD8-91248E8028E8}">
      <dsp:nvSpPr>
        <dsp:cNvPr id="0" name=""/>
        <dsp:cNvSpPr/>
      </dsp:nvSpPr>
      <dsp:spPr>
        <a:xfrm rot="10800000">
          <a:off x="976407" y="0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Японія</a:t>
          </a:r>
          <a:endParaRPr lang="uk-UA" sz="2800" kern="1200"/>
        </a:p>
      </dsp:txBody>
      <dsp:txXfrm rot="10800000">
        <a:off x="1135951" y="0"/>
        <a:ext cx="3083528" cy="638175"/>
      </dsp:txXfrm>
    </dsp:sp>
    <dsp:sp modelId="{A3988A1B-9998-4EB2-A9FF-ECD185C0FEF2}">
      <dsp:nvSpPr>
        <dsp:cNvPr id="0" name=""/>
        <dsp:cNvSpPr/>
      </dsp:nvSpPr>
      <dsp:spPr>
        <a:xfrm>
          <a:off x="657320" y="0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83661-8E25-4901-A499-7C12534382C6}">
      <dsp:nvSpPr>
        <dsp:cNvPr id="0" name=""/>
        <dsp:cNvSpPr/>
      </dsp:nvSpPr>
      <dsp:spPr>
        <a:xfrm rot="10800000">
          <a:off x="976407" y="828674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Угорщина</a:t>
          </a:r>
          <a:endParaRPr lang="uk-UA" sz="2800" kern="1200"/>
        </a:p>
      </dsp:txBody>
      <dsp:txXfrm rot="10800000">
        <a:off x="1135951" y="828674"/>
        <a:ext cx="3083528" cy="638175"/>
      </dsp:txXfrm>
    </dsp:sp>
    <dsp:sp modelId="{CC322350-01F3-4AB0-BAF5-9505E5D92DD4}">
      <dsp:nvSpPr>
        <dsp:cNvPr id="0" name=""/>
        <dsp:cNvSpPr/>
      </dsp:nvSpPr>
      <dsp:spPr>
        <a:xfrm>
          <a:off x="657320" y="828674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3B6DB-9FB2-4AC6-8203-FECF3F3E216E}">
      <dsp:nvSpPr>
        <dsp:cNvPr id="0" name=""/>
        <dsp:cNvSpPr/>
      </dsp:nvSpPr>
      <dsp:spPr>
        <a:xfrm rot="10800000">
          <a:off x="976407" y="1657349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Румунія</a:t>
          </a:r>
          <a:endParaRPr lang="uk-UA" sz="2800" kern="1200"/>
        </a:p>
      </dsp:txBody>
      <dsp:txXfrm rot="10800000">
        <a:off x="1135951" y="1657349"/>
        <a:ext cx="3083528" cy="638175"/>
      </dsp:txXfrm>
    </dsp:sp>
    <dsp:sp modelId="{831605DE-C3DF-4968-9FCA-CB249B1152A3}">
      <dsp:nvSpPr>
        <dsp:cNvPr id="0" name=""/>
        <dsp:cNvSpPr/>
      </dsp:nvSpPr>
      <dsp:spPr>
        <a:xfrm>
          <a:off x="657320" y="1657349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FB71E6-925C-4224-ADBB-4480EC383989}">
      <dsp:nvSpPr>
        <dsp:cNvPr id="0" name=""/>
        <dsp:cNvSpPr/>
      </dsp:nvSpPr>
      <dsp:spPr>
        <a:xfrm rot="10800000">
          <a:off x="976407" y="2486025"/>
          <a:ext cx="3243072" cy="6381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417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800" b="0" i="0" kern="1200"/>
            <a:t>Болгарія</a:t>
          </a:r>
          <a:endParaRPr lang="uk-UA" sz="2800" kern="1200"/>
        </a:p>
      </dsp:txBody>
      <dsp:txXfrm rot="10800000">
        <a:off x="1135951" y="2486025"/>
        <a:ext cx="3083528" cy="638175"/>
      </dsp:txXfrm>
    </dsp:sp>
    <dsp:sp modelId="{7589CB8C-8206-4C41-8870-ACA22F1EA928}">
      <dsp:nvSpPr>
        <dsp:cNvPr id="0" name=""/>
        <dsp:cNvSpPr/>
      </dsp:nvSpPr>
      <dsp:spPr>
        <a:xfrm>
          <a:off x="657320" y="2486025"/>
          <a:ext cx="638175" cy="63817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1CEC2-EB37-4C2A-A69A-0BBD8A2DEBED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вересень 1941 р.</a:t>
          </a:r>
          <a:endParaRPr lang="uk-UA" sz="2900" kern="1200"/>
        </a:p>
      </dsp:txBody>
      <dsp:txXfrm>
        <a:off x="33955" y="79644"/>
        <a:ext cx="4808890" cy="627655"/>
      </dsp:txXfrm>
    </dsp:sp>
    <dsp:sp modelId="{1EE8C1C2-E0B7-4820-AE9F-4EBD12E68D3A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листопад 1942 р.</a:t>
          </a:r>
          <a:endParaRPr lang="uk-UA" sz="2900" kern="1200"/>
        </a:p>
      </dsp:txBody>
      <dsp:txXfrm>
        <a:off x="33955" y="858729"/>
        <a:ext cx="4808890" cy="627655"/>
      </dsp:txXfrm>
    </dsp:sp>
    <dsp:sp modelId="{D0D1392C-7414-4B64-BBF4-86F2AAF8BA9B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березень 1943 р.</a:t>
          </a:r>
          <a:endParaRPr lang="uk-UA" sz="2900" kern="1200"/>
        </a:p>
      </dsp:txBody>
      <dsp:txXfrm>
        <a:off x="33955" y="1637814"/>
        <a:ext cx="4808890" cy="627655"/>
      </dsp:txXfrm>
    </dsp:sp>
    <dsp:sp modelId="{F1908682-5C34-4DB2-8576-C3B5C13B1A45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жовтень 1943 р.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7D1146-80C8-4BD3-91DB-D87B745EE60B}">
      <dsp:nvSpPr>
        <dsp:cNvPr id="0" name=""/>
        <dsp:cNvSpPr/>
      </dsp:nvSpPr>
      <dsp:spPr>
        <a:xfrm>
          <a:off x="0" y="54234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відновлення радянської влади.</a:t>
          </a:r>
          <a:endParaRPr lang="uk-UA" sz="1800" kern="1200"/>
        </a:p>
      </dsp:txBody>
      <dsp:txXfrm>
        <a:off x="34906" y="89140"/>
        <a:ext cx="4806988" cy="645240"/>
      </dsp:txXfrm>
    </dsp:sp>
    <dsp:sp modelId="{6ED4913C-BBAB-464F-BAD8-4599DA5438E2}">
      <dsp:nvSpPr>
        <dsp:cNvPr id="0" name=""/>
        <dsp:cNvSpPr/>
      </dsp:nvSpPr>
      <dsp:spPr>
        <a:xfrm>
          <a:off x="0" y="821127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здобуття незалежності Україною.</a:t>
          </a:r>
          <a:endParaRPr lang="uk-UA" sz="1800" kern="1200"/>
        </a:p>
      </dsp:txBody>
      <dsp:txXfrm>
        <a:off x="34906" y="856033"/>
        <a:ext cx="4806988" cy="645240"/>
      </dsp:txXfrm>
    </dsp:sp>
    <dsp:sp modelId="{5E4D2FD1-336B-4539-BF29-8DBE554FC622}">
      <dsp:nvSpPr>
        <dsp:cNvPr id="0" name=""/>
        <dsp:cNvSpPr/>
      </dsp:nvSpPr>
      <dsp:spPr>
        <a:xfrm>
          <a:off x="0" y="1588020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відновлення Української Народної Республіки.</a:t>
          </a:r>
          <a:endParaRPr lang="uk-UA" sz="1800" kern="1200"/>
        </a:p>
      </dsp:txBody>
      <dsp:txXfrm>
        <a:off x="34906" y="1622926"/>
        <a:ext cx="4806988" cy="645240"/>
      </dsp:txXfrm>
    </dsp:sp>
    <dsp:sp modelId="{CBF0F5A8-4EDF-4B6B-8531-CDF2A7C1D1B4}">
      <dsp:nvSpPr>
        <dsp:cNvPr id="0" name=""/>
        <dsp:cNvSpPr/>
      </dsp:nvSpPr>
      <dsp:spPr>
        <a:xfrm>
          <a:off x="0" y="2354912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вигнання нацистських окупантів із території України.</a:t>
          </a:r>
          <a:endParaRPr lang="uk-UA" sz="1800" kern="1200"/>
        </a:p>
      </dsp:txBody>
      <dsp:txXfrm>
        <a:off x="34906" y="2389818"/>
        <a:ext cx="4806988" cy="64524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50A6C-4136-4D21-B8A6-B9B217B8CBF0}">
      <dsp:nvSpPr>
        <dsp:cNvPr id="0" name=""/>
        <dsp:cNvSpPr/>
      </dsp:nvSpPr>
      <dsp:spPr>
        <a:xfrm>
          <a:off x="0" y="77822"/>
          <a:ext cx="4876800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підпільної та партизанської боротьби проти загарбників.</a:t>
          </a:r>
          <a:endParaRPr lang="uk-UA" sz="1700" kern="1200"/>
        </a:p>
      </dsp:txBody>
      <dsp:txXfrm>
        <a:off x="46424" y="124246"/>
        <a:ext cx="4783952" cy="858142"/>
      </dsp:txXfrm>
    </dsp:sp>
    <dsp:sp modelId="{DEE179A6-7F80-422C-883E-3BDF168A2011}">
      <dsp:nvSpPr>
        <dsp:cNvPr id="0" name=""/>
        <dsp:cNvSpPr/>
      </dsp:nvSpPr>
      <dsp:spPr>
        <a:xfrm>
          <a:off x="0" y="1077772"/>
          <a:ext cx="4876800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участі регулярних українських армій у складі військ Антигітлерівської коаліції.</a:t>
          </a:r>
          <a:endParaRPr lang="uk-UA" sz="1700" kern="1200"/>
        </a:p>
      </dsp:txBody>
      <dsp:txXfrm>
        <a:off x="46424" y="1124196"/>
        <a:ext cx="4783952" cy="858142"/>
      </dsp:txXfrm>
    </dsp:sp>
    <dsp:sp modelId="{F9C2F367-90F8-40C2-B6DF-3357DA791A95}">
      <dsp:nvSpPr>
        <dsp:cNvPr id="0" name=""/>
        <dsp:cNvSpPr/>
      </dsp:nvSpPr>
      <dsp:spPr>
        <a:xfrm>
          <a:off x="0" y="2077723"/>
          <a:ext cx="4876800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загальнонаціонального антифашистського та антирадянського повстання.</a:t>
          </a:r>
          <a:endParaRPr lang="uk-UA" sz="1700" kern="1200"/>
        </a:p>
      </dsp:txBody>
      <dsp:txXfrm>
        <a:off x="46424" y="2124147"/>
        <a:ext cx="4783952" cy="858142"/>
      </dsp:txXfrm>
    </dsp:sp>
    <dsp:sp modelId="{0267AEC6-0325-4009-B418-59C7F561ED49}">
      <dsp:nvSpPr>
        <dsp:cNvPr id="0" name=""/>
        <dsp:cNvSpPr/>
      </dsp:nvSpPr>
      <dsp:spPr>
        <a:xfrm>
          <a:off x="0" y="3077674"/>
          <a:ext cx="4876800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страйків робітників і масових акцій громадської непокори.</a:t>
          </a:r>
          <a:endParaRPr lang="uk-UA" sz="1700" kern="1200"/>
        </a:p>
      </dsp:txBody>
      <dsp:txXfrm>
        <a:off x="46424" y="3124098"/>
        <a:ext cx="4783952" cy="85814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D4B01-356A-4B40-AE13-E131EC2E9F15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колабораціонізм</a:t>
          </a:r>
          <a:endParaRPr lang="uk-UA" sz="2900" kern="1200"/>
        </a:p>
      </dsp:txBody>
      <dsp:txXfrm>
        <a:off x="33955" y="79644"/>
        <a:ext cx="4808890" cy="627655"/>
      </dsp:txXfrm>
    </dsp:sp>
    <dsp:sp modelId="{5B131645-243F-4071-9FD3-87D4780EAA48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конструктивізм</a:t>
          </a:r>
          <a:endParaRPr lang="uk-UA" sz="2900" kern="1200"/>
        </a:p>
      </dsp:txBody>
      <dsp:txXfrm>
        <a:off x="33955" y="858729"/>
        <a:ext cx="4808890" cy="627655"/>
      </dsp:txXfrm>
    </dsp:sp>
    <dsp:sp modelId="{3D538769-05BF-4FB1-BFF2-0FA0DA85F465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космополітизм</a:t>
          </a:r>
          <a:endParaRPr lang="uk-UA" sz="2900" kern="1200"/>
        </a:p>
      </dsp:txBody>
      <dsp:txXfrm>
        <a:off x="33955" y="1637814"/>
        <a:ext cx="4808890" cy="627655"/>
      </dsp:txXfrm>
    </dsp:sp>
    <dsp:sp modelId="{81CAE34A-6890-47AA-9D77-D3E70A65C191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консерватизм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606BCB-9350-4F4C-B455-A727A1FEF0C4}">
      <dsp:nvSpPr>
        <dsp:cNvPr id="0" name=""/>
        <dsp:cNvSpPr/>
      </dsp:nvSpPr>
      <dsp:spPr>
        <a:xfrm>
          <a:off x="0" y="51484"/>
          <a:ext cx="4876800" cy="727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ліквідація колгоспно-радгоспної системи, зрівняльний розподіл землі між селянами за трудовими нормами</a:t>
          </a:r>
          <a:endParaRPr lang="uk-UA" sz="1300" kern="1200"/>
        </a:p>
      </dsp:txBody>
      <dsp:txXfrm>
        <a:off x="35500" y="86984"/>
        <a:ext cx="4805800" cy="656228"/>
      </dsp:txXfrm>
    </dsp:sp>
    <dsp:sp modelId="{81F5754D-0779-4847-A79F-6628FDFAA6C4}">
      <dsp:nvSpPr>
        <dsp:cNvPr id="0" name=""/>
        <dsp:cNvSpPr/>
      </dsp:nvSpPr>
      <dsp:spPr>
        <a:xfrm>
          <a:off x="0" y="816152"/>
          <a:ext cx="4876800" cy="727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проведення примусових мобілізацій до Української національної армії</a:t>
          </a:r>
          <a:endParaRPr lang="uk-UA" sz="1300" kern="1200"/>
        </a:p>
      </dsp:txBody>
      <dsp:txXfrm>
        <a:off x="35500" y="851652"/>
        <a:ext cx="4805800" cy="656228"/>
      </dsp:txXfrm>
    </dsp:sp>
    <dsp:sp modelId="{EF87E687-C5B1-49D4-AAB0-4885BE6DE823}">
      <dsp:nvSpPr>
        <dsp:cNvPr id="0" name=""/>
        <dsp:cNvSpPr/>
      </dsp:nvSpPr>
      <dsp:spPr>
        <a:xfrm>
          <a:off x="0" y="1580820"/>
          <a:ext cx="4876800" cy="727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жорстка експлуатація населення та економічне пограбування (вивіз сировини, продовольства, матеріальних цінностей)</a:t>
          </a:r>
          <a:endParaRPr lang="uk-UA" sz="1300" kern="1200"/>
        </a:p>
      </dsp:txBody>
      <dsp:txXfrm>
        <a:off x="35500" y="1616320"/>
        <a:ext cx="4805800" cy="656228"/>
      </dsp:txXfrm>
    </dsp:sp>
    <dsp:sp modelId="{4D5D5F6D-1154-4177-AE55-4843A936C428}">
      <dsp:nvSpPr>
        <dsp:cNvPr id="0" name=""/>
        <dsp:cNvSpPr/>
      </dsp:nvSpPr>
      <dsp:spPr>
        <a:xfrm>
          <a:off x="0" y="2345488"/>
          <a:ext cx="4876800" cy="727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відновлення та легалізація діяльності українських політичних партій</a:t>
          </a:r>
          <a:endParaRPr lang="uk-UA" sz="1300" kern="1200"/>
        </a:p>
      </dsp:txBody>
      <dsp:txXfrm>
        <a:off x="35500" y="2380988"/>
        <a:ext cx="4805800" cy="65622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02615D-1645-4679-9039-DE42386BFA4B}">
      <dsp:nvSpPr>
        <dsp:cNvPr id="0" name=""/>
        <dsp:cNvSpPr/>
      </dsp:nvSpPr>
      <dsp:spPr>
        <a:xfrm>
          <a:off x="0" y="81059"/>
          <a:ext cx="4876800" cy="95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тотальний терор, масове знищення місцевого цивільного населення та військовополонених</a:t>
          </a:r>
          <a:endParaRPr lang="uk-UA" sz="1700" kern="1200"/>
        </a:p>
      </dsp:txBody>
      <dsp:txXfrm>
        <a:off x="46606" y="127665"/>
        <a:ext cx="4783588" cy="861508"/>
      </dsp:txXfrm>
    </dsp:sp>
    <dsp:sp modelId="{66F9CF6C-96F2-4E08-A940-A54D00FD00E9}">
      <dsp:nvSpPr>
        <dsp:cNvPr id="0" name=""/>
        <dsp:cNvSpPr/>
      </dsp:nvSpPr>
      <dsp:spPr>
        <a:xfrm>
          <a:off x="0" y="1084740"/>
          <a:ext cx="4876800" cy="95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денаціоналізація великої промисловості, створення спільних українсько-німецьких підприємств</a:t>
          </a:r>
          <a:endParaRPr lang="uk-UA" sz="1700" kern="1200"/>
        </a:p>
      </dsp:txBody>
      <dsp:txXfrm>
        <a:off x="46606" y="1131346"/>
        <a:ext cx="4783588" cy="861508"/>
      </dsp:txXfrm>
    </dsp:sp>
    <dsp:sp modelId="{CC006BB1-E63B-4905-A888-C0D75E34EA4D}">
      <dsp:nvSpPr>
        <dsp:cNvPr id="0" name=""/>
        <dsp:cNvSpPr/>
      </dsp:nvSpPr>
      <dsp:spPr>
        <a:xfrm>
          <a:off x="0" y="2088420"/>
          <a:ext cx="4876800" cy="95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примусове вивезення на господарські роботи до Німеччини місцевого працездатного населення</a:t>
          </a:r>
          <a:endParaRPr lang="uk-UA" sz="1700" kern="1200"/>
        </a:p>
      </dsp:txBody>
      <dsp:txXfrm>
        <a:off x="46606" y="2135026"/>
        <a:ext cx="4783588" cy="86150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E671A-B6EB-47B7-BC6E-A7F2DBA14BB5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«колабораціоністів».</a:t>
          </a:r>
          <a:endParaRPr lang="uk-UA" sz="2900" kern="1200"/>
        </a:p>
      </dsp:txBody>
      <dsp:txXfrm>
        <a:off x="33955" y="79644"/>
        <a:ext cx="4808890" cy="627655"/>
      </dsp:txXfrm>
    </dsp:sp>
    <dsp:sp modelId="{5488ED56-671D-4A40-8450-3128925534A7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«чорносвитників».</a:t>
          </a:r>
          <a:endParaRPr lang="uk-UA" sz="2900" kern="1200"/>
        </a:p>
      </dsp:txBody>
      <dsp:txXfrm>
        <a:off x="33955" y="858729"/>
        <a:ext cx="4808890" cy="627655"/>
      </dsp:txXfrm>
    </dsp:sp>
    <dsp:sp modelId="{B0EAF56C-2436-4F2B-98E7-849978E1E9EC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«остарбайтерів».</a:t>
          </a:r>
          <a:endParaRPr lang="uk-UA" sz="2900" kern="1200"/>
        </a:p>
      </dsp:txBody>
      <dsp:txXfrm>
        <a:off x="33955" y="1637814"/>
        <a:ext cx="4808890" cy="627655"/>
      </dsp:txXfrm>
    </dsp:sp>
    <dsp:sp modelId="{2A06393F-EFE9-4612-A176-06D8BC485A82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«осадників».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96636-49D0-4F56-8375-6C53C90D38FE}">
      <dsp:nvSpPr>
        <dsp:cNvPr id="0" name=""/>
        <dsp:cNvSpPr/>
      </dsp:nvSpPr>
      <dsp:spPr>
        <a:xfrm>
          <a:off x="0" y="254849"/>
          <a:ext cx="48768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рейхскомісаріаті «Україна».</a:t>
          </a:r>
          <a:endParaRPr lang="uk-UA" sz="2500" kern="1200"/>
        </a:p>
      </dsp:txBody>
      <dsp:txXfrm>
        <a:off x="29271" y="284120"/>
        <a:ext cx="4818258" cy="541083"/>
      </dsp:txXfrm>
    </dsp:sp>
    <dsp:sp modelId="{8AD4A981-2F8F-4879-B77A-E2224E7FBDED}">
      <dsp:nvSpPr>
        <dsp:cNvPr id="0" name=""/>
        <dsp:cNvSpPr/>
      </dsp:nvSpPr>
      <dsp:spPr>
        <a:xfrm>
          <a:off x="0" y="926475"/>
          <a:ext cx="48768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прифронтових областях.</a:t>
          </a:r>
          <a:endParaRPr lang="uk-UA" sz="2500" kern="1200"/>
        </a:p>
      </dsp:txBody>
      <dsp:txXfrm>
        <a:off x="29271" y="955746"/>
        <a:ext cx="4818258" cy="541083"/>
      </dsp:txXfrm>
    </dsp:sp>
    <dsp:sp modelId="{70D7F596-F675-48F0-89F3-12BAD2929BE0}">
      <dsp:nvSpPr>
        <dsp:cNvPr id="0" name=""/>
        <dsp:cNvSpPr/>
      </dsp:nvSpPr>
      <dsp:spPr>
        <a:xfrm>
          <a:off x="0" y="1598100"/>
          <a:ext cx="48768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дистрикті «Галичина».</a:t>
          </a:r>
          <a:endParaRPr lang="uk-UA" sz="2500" kern="1200"/>
        </a:p>
      </dsp:txBody>
      <dsp:txXfrm>
        <a:off x="29271" y="1627371"/>
        <a:ext cx="4818258" cy="541083"/>
      </dsp:txXfrm>
    </dsp:sp>
    <dsp:sp modelId="{E9F04CC6-3186-4FAA-A8EF-D6883485AE49}">
      <dsp:nvSpPr>
        <dsp:cNvPr id="0" name=""/>
        <dsp:cNvSpPr/>
      </dsp:nvSpPr>
      <dsp:spPr>
        <a:xfrm>
          <a:off x="0" y="2269725"/>
          <a:ext cx="48768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окрузі «Трансністрія».</a:t>
          </a:r>
          <a:endParaRPr lang="uk-UA" sz="2500" kern="1200"/>
        </a:p>
      </dsp:txBody>
      <dsp:txXfrm>
        <a:off x="29271" y="2298996"/>
        <a:ext cx="4818258" cy="541083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CAD62A-ADD9-484F-8B7F-F2CFA41400D9}">
      <dsp:nvSpPr>
        <dsp:cNvPr id="0" name=""/>
        <dsp:cNvSpPr/>
      </dsp:nvSpPr>
      <dsp:spPr>
        <a:xfrm>
          <a:off x="0" y="45779"/>
          <a:ext cx="4876800" cy="73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розконсервування створеної напередодні війни розгалуженої мережі схованок і баз для ведення партизанської боротьби</a:t>
          </a:r>
          <a:endParaRPr lang="uk-UA" sz="1300" kern="1200"/>
        </a:p>
      </dsp:txBody>
      <dsp:txXfrm>
        <a:off x="35640" y="81419"/>
        <a:ext cx="4805520" cy="658800"/>
      </dsp:txXfrm>
    </dsp:sp>
    <dsp:sp modelId="{87A4CE78-A6A9-41C1-81C2-2D2BA3347BEC}">
      <dsp:nvSpPr>
        <dsp:cNvPr id="0" name=""/>
        <dsp:cNvSpPr/>
      </dsp:nvSpPr>
      <dsp:spPr>
        <a:xfrm>
          <a:off x="0" y="813299"/>
          <a:ext cx="4876800" cy="73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встановлення тісної взаємодії радянських партизан із загонами УПА та польською Армією Крайовою в боротьбі проти окупантів</a:t>
          </a:r>
          <a:endParaRPr lang="uk-UA" sz="1300" kern="1200"/>
        </a:p>
      </dsp:txBody>
      <dsp:txXfrm>
        <a:off x="35640" y="848939"/>
        <a:ext cx="4805520" cy="658800"/>
      </dsp:txXfrm>
    </dsp:sp>
    <dsp:sp modelId="{AF457730-FB62-46D2-B4F2-6BF52403D026}">
      <dsp:nvSpPr>
        <dsp:cNvPr id="0" name=""/>
        <dsp:cNvSpPr/>
      </dsp:nvSpPr>
      <dsp:spPr>
        <a:xfrm>
          <a:off x="0" y="1580819"/>
          <a:ext cx="4876800" cy="73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наказ Верховного Головнокомандувача частинам Червоної армії, що опинилися в оточенні, переходити до партизанської боротьби</a:t>
          </a:r>
          <a:endParaRPr lang="uk-UA" sz="1300" kern="1200"/>
        </a:p>
      </dsp:txBody>
      <dsp:txXfrm>
        <a:off x="35640" y="1616459"/>
        <a:ext cx="4805520" cy="658800"/>
      </dsp:txXfrm>
    </dsp:sp>
    <dsp:sp modelId="{3F6621EA-6ECF-4C79-A12A-C775C46D4EC1}">
      <dsp:nvSpPr>
        <dsp:cNvPr id="0" name=""/>
        <dsp:cNvSpPr/>
      </dsp:nvSpPr>
      <dsp:spPr>
        <a:xfrm>
          <a:off x="0" y="2348339"/>
          <a:ext cx="4876800" cy="73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створення координаційного центру, підтримка партизанських загонів боєприпасами, зброєю, медикаментами з «Великої землі»</a:t>
          </a:r>
          <a:endParaRPr lang="uk-UA" sz="1300" kern="1200"/>
        </a:p>
      </dsp:txBody>
      <dsp:txXfrm>
        <a:off x="35640" y="2383979"/>
        <a:ext cx="4805520" cy="65880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E09406-29B3-4E85-B9BC-E8469D9C2C9E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О. Федорова</a:t>
          </a:r>
          <a:endParaRPr lang="uk-UA" sz="2900" kern="1200"/>
        </a:p>
      </dsp:txBody>
      <dsp:txXfrm>
        <a:off x="33955" y="79644"/>
        <a:ext cx="4808890" cy="627655"/>
      </dsp:txXfrm>
    </dsp:sp>
    <dsp:sp modelId="{2A11BDD1-3A78-4FD9-8421-2843E0AD0DE1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Т. Строкача</a:t>
          </a:r>
          <a:endParaRPr lang="uk-UA" sz="2900" kern="1200"/>
        </a:p>
      </dsp:txBody>
      <dsp:txXfrm>
        <a:off x="33955" y="858729"/>
        <a:ext cx="4808890" cy="627655"/>
      </dsp:txXfrm>
    </dsp:sp>
    <dsp:sp modelId="{96A43E17-A50C-429B-A733-585EED7A0CC8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О. Сабурова</a:t>
          </a:r>
          <a:endParaRPr lang="uk-UA" sz="2900" kern="1200"/>
        </a:p>
      </dsp:txBody>
      <dsp:txXfrm>
        <a:off x="33955" y="1637814"/>
        <a:ext cx="4808890" cy="627655"/>
      </dsp:txXfrm>
    </dsp:sp>
    <dsp:sp modelId="{8F5101E2-5BEB-4A43-A51B-41E7E7D77AA4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С. Ковпака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D48F98-8F66-4F5E-A956-7B7571A5BEF4}">
      <dsp:nvSpPr>
        <dsp:cNvPr id="0" name=""/>
        <dsp:cNvSpPr/>
      </dsp:nvSpPr>
      <dsp:spPr>
        <a:xfrm>
          <a:off x="0" y="47681"/>
          <a:ext cx="4876800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зірвати перекидання німецьких військ у Західну Європу під час відкриття Другого фронту</a:t>
          </a:r>
          <a:endParaRPr lang="uk-UA" sz="1500" kern="1200"/>
        </a:p>
      </dsp:txBody>
      <dsp:txXfrm>
        <a:off x="40962" y="88643"/>
        <a:ext cx="4794876" cy="757185"/>
      </dsp:txXfrm>
    </dsp:sp>
    <dsp:sp modelId="{E7545215-6909-4A93-BFD9-8910F7A72C6D}">
      <dsp:nvSpPr>
        <dsp:cNvPr id="0" name=""/>
        <dsp:cNvSpPr/>
      </dsp:nvSpPr>
      <dsp:spPr>
        <a:xfrm>
          <a:off x="0" y="929990"/>
          <a:ext cx="4876800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унеможливити будівництво «Східного валу» напередодні загального наступу радянських військ</a:t>
          </a:r>
          <a:endParaRPr lang="uk-UA" sz="1500" kern="1200"/>
        </a:p>
      </dsp:txBody>
      <dsp:txXfrm>
        <a:off x="40962" y="970952"/>
        <a:ext cx="4794876" cy="757185"/>
      </dsp:txXfrm>
    </dsp:sp>
    <dsp:sp modelId="{4F23E534-5B72-4777-89CB-3D75D892FB8B}">
      <dsp:nvSpPr>
        <dsp:cNvPr id="0" name=""/>
        <dsp:cNvSpPr/>
      </dsp:nvSpPr>
      <dsp:spPr>
        <a:xfrm>
          <a:off x="0" y="1812300"/>
          <a:ext cx="4876800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 dirty="0"/>
            <a:t>дезорганізувати евакуацію й відступ німецьких військових частин з-під Сталінграда</a:t>
          </a:r>
          <a:endParaRPr lang="uk-UA" sz="1500" kern="1200" dirty="0"/>
        </a:p>
      </dsp:txBody>
      <dsp:txXfrm>
        <a:off x="40962" y="1853262"/>
        <a:ext cx="4794876" cy="757185"/>
      </dsp:txXfrm>
    </dsp:sp>
    <dsp:sp modelId="{E8D42966-65AE-404F-AB29-36CC89AE31AD}">
      <dsp:nvSpPr>
        <dsp:cNvPr id="0" name=""/>
        <dsp:cNvSpPr/>
      </dsp:nvSpPr>
      <dsp:spPr>
        <a:xfrm>
          <a:off x="0" y="2694609"/>
          <a:ext cx="4876800" cy="8391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порушити постачання живої сили і техніки вермахту на фронт у район Курської дуги</a:t>
          </a:r>
          <a:endParaRPr lang="uk-UA" sz="1500" kern="1200"/>
        </a:p>
      </dsp:txBody>
      <dsp:txXfrm>
        <a:off x="40962" y="2735571"/>
        <a:ext cx="4794876" cy="75718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770011-B9FD-4F67-90F8-14DEBE8FFC71}">
      <dsp:nvSpPr>
        <dsp:cNvPr id="0" name=""/>
        <dsp:cNvSpPr/>
      </dsp:nvSpPr>
      <dsp:spPr>
        <a:xfrm>
          <a:off x="0" y="94200"/>
          <a:ext cx="4876800" cy="1439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мобілізацію до лав Червоної армії, збирання коштів та матеріальних цінностей для потреб фронту</a:t>
          </a:r>
          <a:endParaRPr lang="uk-UA" sz="2000" kern="1200"/>
        </a:p>
      </dsp:txBody>
      <dsp:txXfrm>
        <a:off x="70251" y="164451"/>
        <a:ext cx="4736298" cy="1298597"/>
      </dsp:txXfrm>
    </dsp:sp>
    <dsp:sp modelId="{BDA85DB2-4F8F-4057-A536-E47485BC89DA}">
      <dsp:nvSpPr>
        <dsp:cNvPr id="0" name=""/>
        <dsp:cNvSpPr/>
      </dsp:nvSpPr>
      <dsp:spPr>
        <a:xfrm>
          <a:off x="0" y="1590900"/>
          <a:ext cx="4876800" cy="1439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постачання продовольства населенню окупованих територій, організація баз постачання для українського підпілля</a:t>
          </a:r>
          <a:endParaRPr lang="uk-UA" sz="2000" kern="1200"/>
        </a:p>
      </dsp:txBody>
      <dsp:txXfrm>
        <a:off x="70251" y="1661151"/>
        <a:ext cx="4736298" cy="1298597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394AE-91F7-4C2D-9CD1-95B5EC31AABA}">
      <dsp:nvSpPr>
        <dsp:cNvPr id="0" name=""/>
        <dsp:cNvSpPr/>
      </dsp:nvSpPr>
      <dsp:spPr>
        <a:xfrm>
          <a:off x="0" y="178710"/>
          <a:ext cx="4876800" cy="1356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установлення контактів з Українською Повстанською Армією (УПА) та Армією Крайовою (АК) для спільної збройної боротьби проти окупантів</a:t>
          </a:r>
          <a:endParaRPr lang="uk-UA" sz="1900" kern="1200"/>
        </a:p>
      </dsp:txBody>
      <dsp:txXfrm>
        <a:off x="66196" y="244906"/>
        <a:ext cx="4744408" cy="1223637"/>
      </dsp:txXfrm>
    </dsp:sp>
    <dsp:sp modelId="{522FE5E6-CBCB-4316-95E6-0805371C2E82}">
      <dsp:nvSpPr>
        <dsp:cNvPr id="0" name=""/>
        <dsp:cNvSpPr/>
      </dsp:nvSpPr>
      <dsp:spPr>
        <a:xfrm>
          <a:off x="0" y="1589460"/>
          <a:ext cx="4876800" cy="1356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репрезентацію радянської влади, нейтралізацію впливу на цих територіях ОУН та її збройних формувань</a:t>
          </a:r>
          <a:endParaRPr lang="uk-UA" sz="1900" kern="1200"/>
        </a:p>
      </dsp:txBody>
      <dsp:txXfrm>
        <a:off x="66196" y="1655656"/>
        <a:ext cx="4744408" cy="122363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2E0C37-C638-40BC-BE50-D1892B39F6D8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нейтралізацію впливу на цій території ОУН та її збройних формувань.</a:t>
          </a:r>
          <a:endParaRPr lang="uk-UA" sz="1800" kern="1200"/>
        </a:p>
      </dsp:txBody>
      <dsp:txXfrm>
        <a:off x="34954" y="87214"/>
        <a:ext cx="4806892" cy="646132"/>
      </dsp:txXfrm>
    </dsp:sp>
    <dsp:sp modelId="{5862D7F4-3A48-472C-AD8A-9FF7C30E1FB2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постачання продовольства населенню окупованих територій.</a:t>
          </a:r>
          <a:endParaRPr lang="uk-UA" sz="1800" kern="1200"/>
        </a:p>
      </dsp:txBody>
      <dsp:txXfrm>
        <a:off x="34954" y="855094"/>
        <a:ext cx="4806892" cy="646132"/>
      </dsp:txXfrm>
    </dsp:sp>
    <dsp:sp modelId="{F2637B54-2A30-48B2-B79C-3251AE2A77CE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відновлення в регіоні радянської влади.</a:t>
          </a:r>
          <a:endParaRPr lang="uk-UA" sz="1800" kern="1200"/>
        </a:p>
      </dsp:txBody>
      <dsp:txXfrm>
        <a:off x="34954" y="1622974"/>
        <a:ext cx="4806892" cy="646132"/>
      </dsp:txXfrm>
    </dsp:sp>
    <dsp:sp modelId="{3DE85EDA-44C9-41B4-AFF4-EF8E8536B01A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мобілізацію до лав Червоної Армії.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B32A5-2058-4A58-A576-0B66922F7FFF}">
      <dsp:nvSpPr>
        <dsp:cNvPr id="0" name=""/>
        <dsp:cNvSpPr/>
      </dsp:nvSpPr>
      <dsp:spPr>
        <a:xfrm>
          <a:off x="0" y="58155"/>
          <a:ext cx="48768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план «Барбаросса»</a:t>
          </a:r>
          <a:endParaRPr lang="uk-UA" sz="1900" kern="1200"/>
        </a:p>
      </dsp:txBody>
      <dsp:txXfrm>
        <a:off x="22246" y="80401"/>
        <a:ext cx="4832308" cy="411223"/>
      </dsp:txXfrm>
    </dsp:sp>
    <dsp:sp modelId="{AE431114-C53D-4DF9-9F34-8BF5FB067AB1}">
      <dsp:nvSpPr>
        <dsp:cNvPr id="0" name=""/>
        <dsp:cNvSpPr/>
      </dsp:nvSpPr>
      <dsp:spPr>
        <a:xfrm>
          <a:off x="0" y="568590"/>
          <a:ext cx="48768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«Східний вал»</a:t>
          </a:r>
          <a:endParaRPr lang="uk-UA" sz="1900" kern="1200"/>
        </a:p>
      </dsp:txBody>
      <dsp:txXfrm>
        <a:off x="22246" y="590836"/>
        <a:ext cx="4832308" cy="411223"/>
      </dsp:txXfrm>
    </dsp:sp>
    <dsp:sp modelId="{C7AB6934-A393-4536-A412-9576A025CCDD}">
      <dsp:nvSpPr>
        <dsp:cNvPr id="0" name=""/>
        <dsp:cNvSpPr/>
      </dsp:nvSpPr>
      <dsp:spPr>
        <a:xfrm>
          <a:off x="0" y="1079025"/>
          <a:ext cx="48768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партизанський рейд</a:t>
          </a:r>
          <a:endParaRPr lang="uk-UA" sz="1900" kern="1200"/>
        </a:p>
      </dsp:txBody>
      <dsp:txXfrm>
        <a:off x="22246" y="1101271"/>
        <a:ext cx="4832308" cy="411223"/>
      </dsp:txXfrm>
    </dsp:sp>
    <dsp:sp modelId="{42446CBD-C6D3-403F-A5D9-1E55B38C9797}">
      <dsp:nvSpPr>
        <dsp:cNvPr id="0" name=""/>
        <dsp:cNvSpPr/>
      </dsp:nvSpPr>
      <dsp:spPr>
        <a:xfrm>
          <a:off x="0" y="1589460"/>
          <a:ext cx="48768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похідні групи</a:t>
          </a:r>
          <a:endParaRPr lang="uk-UA" sz="1900" kern="1200"/>
        </a:p>
      </dsp:txBody>
      <dsp:txXfrm>
        <a:off x="22246" y="1611706"/>
        <a:ext cx="4832308" cy="411223"/>
      </dsp:txXfrm>
    </dsp:sp>
    <dsp:sp modelId="{70CCAEDD-1185-4F2E-8852-7224336C8833}">
      <dsp:nvSpPr>
        <dsp:cNvPr id="0" name=""/>
        <dsp:cNvSpPr/>
      </dsp:nvSpPr>
      <dsp:spPr>
        <a:xfrm>
          <a:off x="0" y="2099895"/>
          <a:ext cx="48768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плацдарм</a:t>
          </a:r>
          <a:endParaRPr lang="uk-UA" sz="1900" kern="1200"/>
        </a:p>
      </dsp:txBody>
      <dsp:txXfrm>
        <a:off x="22246" y="2122141"/>
        <a:ext cx="4832308" cy="411223"/>
      </dsp:txXfrm>
    </dsp:sp>
    <dsp:sp modelId="{BA3E76EC-E4FC-4AD3-A70E-7CDB7EDF813E}">
      <dsp:nvSpPr>
        <dsp:cNvPr id="0" name=""/>
        <dsp:cNvSpPr/>
      </dsp:nvSpPr>
      <dsp:spPr>
        <a:xfrm>
          <a:off x="0" y="2610329"/>
          <a:ext cx="48768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евакуація</a:t>
          </a:r>
          <a:endParaRPr lang="uk-UA" sz="1900" kern="1200" dirty="0"/>
        </a:p>
      </dsp:txBody>
      <dsp:txXfrm>
        <a:off x="22246" y="2632575"/>
        <a:ext cx="4832308" cy="411223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E6B20-FF62-442A-BADD-F78CE37D7334}">
      <dsp:nvSpPr>
        <dsp:cNvPr id="0" name=""/>
        <dsp:cNvSpPr/>
      </dsp:nvSpPr>
      <dsp:spPr>
        <a:xfrm>
          <a:off x="0" y="220019"/>
          <a:ext cx="48768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використання окупаційною адміністрацією природних ресурсів України.</a:t>
          </a:r>
          <a:endParaRPr lang="uk-UA" sz="1600" kern="1200"/>
        </a:p>
      </dsp:txBody>
      <dsp:txXfrm>
        <a:off x="31070" y="251089"/>
        <a:ext cx="4814660" cy="574340"/>
      </dsp:txXfrm>
    </dsp:sp>
    <dsp:sp modelId="{785F5D3A-53E3-4BE6-BE2E-5358B598B4EC}">
      <dsp:nvSpPr>
        <dsp:cNvPr id="0" name=""/>
        <dsp:cNvSpPr/>
      </dsp:nvSpPr>
      <dsp:spPr>
        <a:xfrm>
          <a:off x="0" y="902580"/>
          <a:ext cx="48768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формування окупаційної адміністрації в Україні з місцевого населення.</a:t>
          </a:r>
          <a:endParaRPr lang="uk-UA" sz="1600" kern="1200"/>
        </a:p>
      </dsp:txBody>
      <dsp:txXfrm>
        <a:off x="31070" y="933650"/>
        <a:ext cx="4814660" cy="574340"/>
      </dsp:txXfrm>
    </dsp:sp>
    <dsp:sp modelId="{B1303B45-33B7-4B39-9A09-A654BC388FB1}">
      <dsp:nvSpPr>
        <dsp:cNvPr id="0" name=""/>
        <dsp:cNvSpPr/>
      </dsp:nvSpPr>
      <dsp:spPr>
        <a:xfrm>
          <a:off x="0" y="1585140"/>
          <a:ext cx="48768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створення окупантами системи боротьби з партизанським рухом в Україні.</a:t>
          </a:r>
          <a:endParaRPr lang="uk-UA" sz="1600" kern="1200"/>
        </a:p>
      </dsp:txBody>
      <dsp:txXfrm>
        <a:off x="31070" y="1616210"/>
        <a:ext cx="4814660" cy="574340"/>
      </dsp:txXfrm>
    </dsp:sp>
    <dsp:sp modelId="{657BDF6B-EF39-427A-9CA2-80B46BF49BA0}">
      <dsp:nvSpPr>
        <dsp:cNvPr id="0" name=""/>
        <dsp:cNvSpPr/>
      </dsp:nvSpPr>
      <dsp:spPr>
        <a:xfrm>
          <a:off x="0" y="2267700"/>
          <a:ext cx="4876800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будівництво «Східного валу» для зупинення наступу Червоної армії.</a:t>
          </a:r>
          <a:endParaRPr lang="uk-UA" sz="1600" kern="1200"/>
        </a:p>
      </dsp:txBody>
      <dsp:txXfrm>
        <a:off x="31070" y="2298770"/>
        <a:ext cx="4814660" cy="57434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9D1F2C-6DE7-4EE7-95FD-D0F83FC6E646}">
      <dsp:nvSpPr>
        <dsp:cNvPr id="0" name=""/>
        <dsp:cNvSpPr/>
      </dsp:nvSpPr>
      <dsp:spPr>
        <a:xfrm>
          <a:off x="0" y="51483"/>
          <a:ext cx="4876800" cy="727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Пише листи керівникам Третього рейху із засудженням винищення євреїв й окупаційної політики на Сході.</a:t>
          </a:r>
          <a:endParaRPr lang="uk-UA" sz="1300" kern="1200"/>
        </a:p>
      </dsp:txBody>
      <dsp:txXfrm>
        <a:off x="35500" y="86983"/>
        <a:ext cx="4805800" cy="656228"/>
      </dsp:txXfrm>
    </dsp:sp>
    <dsp:sp modelId="{42D1F30F-5B2A-4180-BACB-8B2EB944E9D7}">
      <dsp:nvSpPr>
        <dsp:cNvPr id="0" name=""/>
        <dsp:cNvSpPr/>
      </dsp:nvSpPr>
      <dsp:spPr>
        <a:xfrm>
          <a:off x="0" y="816151"/>
          <a:ext cx="4876800" cy="727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У зв’язку з проведенням акції «пацифікації» протестує проти розправи польських військ над українським населенням Галичини.</a:t>
          </a:r>
          <a:endParaRPr lang="uk-UA" sz="1300" kern="1200"/>
        </a:p>
      </dsp:txBody>
      <dsp:txXfrm>
        <a:off x="35500" y="851651"/>
        <a:ext cx="4805800" cy="656228"/>
      </dsp:txXfrm>
    </dsp:sp>
    <dsp:sp modelId="{927410DD-50E4-46BB-8670-F465B7399806}">
      <dsp:nvSpPr>
        <dsp:cNvPr id="0" name=""/>
        <dsp:cNvSpPr/>
      </dsp:nvSpPr>
      <dsp:spPr>
        <a:xfrm>
          <a:off x="0" y="1580819"/>
          <a:ext cx="4876800" cy="727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Виступає з рішучим протестом проти антицерковної політики радянської влади на Західній Україні.</a:t>
          </a:r>
          <a:endParaRPr lang="uk-UA" sz="1300" kern="1200"/>
        </a:p>
      </dsp:txBody>
      <dsp:txXfrm>
        <a:off x="35500" y="1616319"/>
        <a:ext cx="4805800" cy="656228"/>
      </dsp:txXfrm>
    </dsp:sp>
    <dsp:sp modelId="{9B57F224-7DC9-4CF5-877B-86D415B5EDA0}">
      <dsp:nvSpPr>
        <dsp:cNvPr id="0" name=""/>
        <dsp:cNvSpPr/>
      </dsp:nvSpPr>
      <dsp:spPr>
        <a:xfrm>
          <a:off x="0" y="2345488"/>
          <a:ext cx="4876800" cy="727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Обраний членом Національної Ради Західноукраїнської Народної Республіки.</a:t>
          </a:r>
          <a:endParaRPr lang="uk-UA" sz="1300" kern="1200"/>
        </a:p>
      </dsp:txBody>
      <dsp:txXfrm>
        <a:off x="35500" y="2380988"/>
        <a:ext cx="4805800" cy="656228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626888-B191-4A4F-BFF2-CF2303CE2DDA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командувачів радянських партизанських з’єднань.</a:t>
          </a:r>
          <a:endParaRPr lang="uk-UA" sz="1800" kern="1200"/>
        </a:p>
      </dsp:txBody>
      <dsp:txXfrm>
        <a:off x="34954" y="87214"/>
        <a:ext cx="4806892" cy="646132"/>
      </dsp:txXfrm>
    </dsp:sp>
    <dsp:sp modelId="{C135114C-6F7C-40D9-B8A5-C5389EBE6947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учасників українського дисидентського руху.</a:t>
          </a:r>
          <a:endParaRPr lang="uk-UA" sz="1800" kern="1200"/>
        </a:p>
      </dsp:txBody>
      <dsp:txXfrm>
        <a:off x="34954" y="855094"/>
        <a:ext cx="4806892" cy="646132"/>
      </dsp:txXfrm>
    </dsp:sp>
    <dsp:sp modelId="{EFCEDB85-ED77-4D37-9B3A-22872075F411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партійно-радянських керівників України.</a:t>
          </a:r>
          <a:endParaRPr lang="uk-UA" sz="1800" kern="1200"/>
        </a:p>
      </dsp:txBody>
      <dsp:txXfrm>
        <a:off x="34954" y="1622974"/>
        <a:ext cx="4806892" cy="646132"/>
      </dsp:txXfrm>
    </dsp:sp>
    <dsp:sp modelId="{2BB45B95-D1D9-44A9-8F26-AFB51FFFD676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голів проводу українських націоналістів.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47230-880E-44C1-A93A-930D0EF50A33}">
      <dsp:nvSpPr>
        <dsp:cNvPr id="0" name=""/>
        <dsp:cNvSpPr/>
      </dsp:nvSpPr>
      <dsp:spPr>
        <a:xfrm>
          <a:off x="0" y="568590"/>
          <a:ext cx="48768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«Українська головна визвольна рада».</a:t>
          </a:r>
          <a:endParaRPr lang="uk-UA" sz="1900" kern="1200"/>
        </a:p>
      </dsp:txBody>
      <dsp:txXfrm>
        <a:off x="22246" y="590836"/>
        <a:ext cx="4832308" cy="411223"/>
      </dsp:txXfrm>
    </dsp:sp>
    <dsp:sp modelId="{7D178224-F1E9-4E27-ABE9-251DEDEC192E}">
      <dsp:nvSpPr>
        <dsp:cNvPr id="0" name=""/>
        <dsp:cNvSpPr/>
      </dsp:nvSpPr>
      <dsp:spPr>
        <a:xfrm>
          <a:off x="0" y="1079024"/>
          <a:ext cx="48768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«Сірожупанна дивізія».</a:t>
          </a:r>
          <a:endParaRPr lang="uk-UA" sz="1900" kern="1200"/>
        </a:p>
      </dsp:txBody>
      <dsp:txXfrm>
        <a:off x="22246" y="1101270"/>
        <a:ext cx="4832308" cy="411223"/>
      </dsp:txXfrm>
    </dsp:sp>
    <dsp:sp modelId="{C6DEC193-8BE6-4D8C-8226-B3F6DBBF9815}">
      <dsp:nvSpPr>
        <dsp:cNvPr id="0" name=""/>
        <dsp:cNvSpPr/>
      </dsp:nvSpPr>
      <dsp:spPr>
        <a:xfrm>
          <a:off x="0" y="1589459"/>
          <a:ext cx="48768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«Вільне козацтво».</a:t>
          </a:r>
          <a:endParaRPr lang="uk-UA" sz="1900" kern="1200"/>
        </a:p>
      </dsp:txBody>
      <dsp:txXfrm>
        <a:off x="22246" y="1611705"/>
        <a:ext cx="4832308" cy="411223"/>
      </dsp:txXfrm>
    </dsp:sp>
    <dsp:sp modelId="{C27F107A-21D7-4A5B-9479-ADAADC1C3BC0}">
      <dsp:nvSpPr>
        <dsp:cNvPr id="0" name=""/>
        <dsp:cNvSpPr/>
      </dsp:nvSpPr>
      <dsp:spPr>
        <a:xfrm>
          <a:off x="0" y="2099895"/>
          <a:ext cx="48768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«Поліська Січ»</a:t>
          </a:r>
          <a:endParaRPr lang="uk-UA" sz="1900" kern="1200"/>
        </a:p>
      </dsp:txBody>
      <dsp:txXfrm>
        <a:off x="22246" y="2122141"/>
        <a:ext cx="4832308" cy="411223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70EAB-88FF-46DD-A139-9C067FCF3799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Р. Шухевич.</a:t>
          </a:r>
          <a:endParaRPr lang="uk-UA" sz="2900" kern="1200"/>
        </a:p>
      </dsp:txBody>
      <dsp:txXfrm>
        <a:off x="33955" y="79644"/>
        <a:ext cx="4808890" cy="627655"/>
      </dsp:txXfrm>
    </dsp:sp>
    <dsp:sp modelId="{0F6CD1B9-9916-4BB7-A40D-1A6BD0FBA987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А. Мельник.</a:t>
          </a:r>
          <a:endParaRPr lang="uk-UA" sz="2900" kern="1200"/>
        </a:p>
      </dsp:txBody>
      <dsp:txXfrm>
        <a:off x="33955" y="858729"/>
        <a:ext cx="4808890" cy="627655"/>
      </dsp:txXfrm>
    </dsp:sp>
    <dsp:sp modelId="{A1A582E2-BD52-431C-89B3-E884D125E021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С. Бандера.</a:t>
          </a:r>
          <a:endParaRPr lang="uk-UA" sz="2900" kern="1200"/>
        </a:p>
      </dsp:txBody>
      <dsp:txXfrm>
        <a:off x="33955" y="1637814"/>
        <a:ext cx="4808890" cy="627655"/>
      </dsp:txXfrm>
    </dsp:sp>
    <dsp:sp modelId="{5F00014D-3638-4408-B45B-CE25BD392B05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Т. Бульба (Боровець).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F9928A-066D-41AB-AF7E-A4B67ACE52D5}">
      <dsp:nvSpPr>
        <dsp:cNvPr id="0" name=""/>
        <dsp:cNvSpPr/>
      </dsp:nvSpPr>
      <dsp:spPr>
        <a:xfrm>
          <a:off x="0" y="54234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радянізацію західних областей України.</a:t>
          </a:r>
          <a:endParaRPr lang="uk-UA" sz="1800" kern="1200"/>
        </a:p>
      </dsp:txBody>
      <dsp:txXfrm>
        <a:off x="34906" y="89140"/>
        <a:ext cx="4806988" cy="645240"/>
      </dsp:txXfrm>
    </dsp:sp>
    <dsp:sp modelId="{F40BE023-74EC-43D3-8683-2CFE8AE8FE7A}">
      <dsp:nvSpPr>
        <dsp:cNvPr id="0" name=""/>
        <dsp:cNvSpPr/>
      </dsp:nvSpPr>
      <dsp:spPr>
        <a:xfrm>
          <a:off x="0" y="821127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мету боротьби Української повстанської армії.</a:t>
          </a:r>
          <a:endParaRPr lang="uk-UA" sz="1800" kern="1200"/>
        </a:p>
      </dsp:txBody>
      <dsp:txXfrm>
        <a:off x="34906" y="856033"/>
        <a:ext cx="4806988" cy="645240"/>
      </dsp:txXfrm>
    </dsp:sp>
    <dsp:sp modelId="{A0A0F266-3613-41D3-A02A-4E5CC2136630}">
      <dsp:nvSpPr>
        <dsp:cNvPr id="0" name=""/>
        <dsp:cNvSpPr/>
      </dsp:nvSpPr>
      <dsp:spPr>
        <a:xfrm>
          <a:off x="0" y="1588020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установлення незалежної Карпатської України.</a:t>
          </a:r>
          <a:endParaRPr lang="uk-UA" sz="1800" kern="1200"/>
        </a:p>
      </dsp:txBody>
      <dsp:txXfrm>
        <a:off x="34906" y="1622926"/>
        <a:ext cx="4806988" cy="645240"/>
      </dsp:txXfrm>
    </dsp:sp>
    <dsp:sp modelId="{459C95ED-72FB-43EF-AEAE-9967BA7FAA51}">
      <dsp:nvSpPr>
        <dsp:cNvPr id="0" name=""/>
        <dsp:cNvSpPr/>
      </dsp:nvSpPr>
      <dsp:spPr>
        <a:xfrm>
          <a:off x="0" y="2354912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розгортання радянського партизанського руху.</a:t>
          </a:r>
          <a:endParaRPr lang="uk-UA" sz="1800" kern="1200"/>
        </a:p>
      </dsp:txBody>
      <dsp:txXfrm>
        <a:off x="34906" y="2389818"/>
        <a:ext cx="4806988" cy="645240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BF8984-1ED7-4339-B63F-1D4012AF165E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учасників українського дисидентського руху.</a:t>
          </a:r>
          <a:endParaRPr lang="uk-UA" sz="1800" kern="1200"/>
        </a:p>
      </dsp:txBody>
      <dsp:txXfrm>
        <a:off x="34954" y="87214"/>
        <a:ext cx="4806892" cy="646132"/>
      </dsp:txXfrm>
    </dsp:sp>
    <dsp:sp modelId="{47230F7F-11FC-404B-A110-150B7CEFE16D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діячів руху Опору в роки Другої світової війни.</a:t>
          </a:r>
          <a:endParaRPr lang="uk-UA" sz="1800" kern="1200"/>
        </a:p>
      </dsp:txBody>
      <dsp:txXfrm>
        <a:off x="34954" y="855094"/>
        <a:ext cx="4806892" cy="646132"/>
      </dsp:txXfrm>
    </dsp:sp>
    <dsp:sp modelId="{9F8FBE97-C524-4CFC-A133-A61C8E7370BC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командувачів радянських партизанських з’єднань.</a:t>
          </a:r>
          <a:endParaRPr lang="uk-UA" sz="1800" kern="1200"/>
        </a:p>
      </dsp:txBody>
      <dsp:txXfrm>
        <a:off x="34954" y="1622974"/>
        <a:ext cx="4806892" cy="646132"/>
      </dsp:txXfrm>
    </dsp:sp>
    <dsp:sp modelId="{322E166D-F2D9-4159-974A-ECFDF3031FD2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керівників перших загонів Української повстанської армії.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D27013-D9AA-4153-8A10-7A24088B9506}">
      <dsp:nvSpPr>
        <dsp:cNvPr id="0" name=""/>
        <dsp:cNvSpPr/>
      </dsp:nvSpPr>
      <dsp:spPr>
        <a:xfrm>
          <a:off x="0" y="40302"/>
          <a:ext cx="48768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очільник рейхскомісаріату «Україна».</a:t>
          </a:r>
          <a:endParaRPr lang="uk-UA" sz="2100" kern="1200"/>
        </a:p>
      </dsp:txBody>
      <dsp:txXfrm>
        <a:off x="40780" y="81082"/>
        <a:ext cx="4795240" cy="753819"/>
      </dsp:txXfrm>
    </dsp:sp>
    <dsp:sp modelId="{E44E3FFC-B2E9-4FDB-9C7E-B2C54E78B50E}">
      <dsp:nvSpPr>
        <dsp:cNvPr id="0" name=""/>
        <dsp:cNvSpPr/>
      </dsp:nvSpPr>
      <dsp:spPr>
        <a:xfrm>
          <a:off x="0" y="936162"/>
          <a:ext cx="48768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провод Організації українських націоналістів С. Бандери.</a:t>
          </a:r>
          <a:endParaRPr lang="uk-UA" sz="2100" kern="1200"/>
        </a:p>
      </dsp:txBody>
      <dsp:txXfrm>
        <a:off x="40780" y="976942"/>
        <a:ext cx="4795240" cy="753819"/>
      </dsp:txXfrm>
    </dsp:sp>
    <dsp:sp modelId="{28E11E51-BCBE-48FD-84B9-DD7BF26EF5E7}">
      <dsp:nvSpPr>
        <dsp:cNvPr id="0" name=""/>
        <dsp:cNvSpPr/>
      </dsp:nvSpPr>
      <dsp:spPr>
        <a:xfrm>
          <a:off x="0" y="1832022"/>
          <a:ext cx="48768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керівник Українського штабу партизанського руху.</a:t>
          </a:r>
          <a:endParaRPr lang="uk-UA" sz="2100" kern="1200"/>
        </a:p>
      </dsp:txBody>
      <dsp:txXfrm>
        <a:off x="40780" y="1872802"/>
        <a:ext cx="4795240" cy="753819"/>
      </dsp:txXfrm>
    </dsp:sp>
    <dsp:sp modelId="{FCACB4E9-71D2-49AD-B2A3-2AFC487901FF}">
      <dsp:nvSpPr>
        <dsp:cNvPr id="0" name=""/>
        <dsp:cNvSpPr/>
      </dsp:nvSpPr>
      <dsp:spPr>
        <a:xfrm>
          <a:off x="0" y="2727883"/>
          <a:ext cx="48768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голова уряду Української РСР.</a:t>
          </a:r>
          <a:endParaRPr lang="uk-UA" sz="2100" kern="1200"/>
        </a:p>
      </dsp:txBody>
      <dsp:txXfrm>
        <a:off x="40780" y="2768663"/>
        <a:ext cx="4795240" cy="753819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4DB0A0-A793-4D14-85E7-765A2CEECBC2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Центральної України.</a:t>
          </a:r>
          <a:endParaRPr lang="uk-UA" sz="2900" kern="1200"/>
        </a:p>
      </dsp:txBody>
      <dsp:txXfrm>
        <a:off x="33955" y="79644"/>
        <a:ext cx="4808890" cy="627655"/>
      </dsp:txXfrm>
    </dsp:sp>
    <dsp:sp modelId="{FC3A6D65-4664-4346-9D08-5C8E539F56F1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Південної України.</a:t>
          </a:r>
          <a:endParaRPr lang="uk-UA" sz="2900" kern="1200"/>
        </a:p>
      </dsp:txBody>
      <dsp:txXfrm>
        <a:off x="33955" y="858729"/>
        <a:ext cx="4808890" cy="627655"/>
      </dsp:txXfrm>
    </dsp:sp>
    <dsp:sp modelId="{08237551-879E-460F-B523-62D841517254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Західної України.</a:t>
          </a:r>
          <a:endParaRPr lang="uk-UA" sz="2900" kern="1200"/>
        </a:p>
      </dsp:txBody>
      <dsp:txXfrm>
        <a:off x="33955" y="1637814"/>
        <a:ext cx="4808890" cy="627655"/>
      </dsp:txXfrm>
    </dsp:sp>
    <dsp:sp modelId="{22B9633D-02E5-4214-BC89-57FE7C729787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Східної України.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28A67E-775C-4E5D-88D4-B128C3D06FF0}">
      <dsp:nvSpPr>
        <dsp:cNvPr id="0" name=""/>
        <dsp:cNvSpPr/>
      </dsp:nvSpPr>
      <dsp:spPr>
        <a:xfrm>
          <a:off x="0" y="54234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створення «похідних груп»</a:t>
          </a:r>
          <a:endParaRPr lang="uk-UA" sz="1800" kern="1200"/>
        </a:p>
      </dsp:txBody>
      <dsp:txXfrm>
        <a:off x="34906" y="89140"/>
        <a:ext cx="4806988" cy="645240"/>
      </dsp:txXfrm>
    </dsp:sp>
    <dsp:sp modelId="{BBBA2114-832B-4212-8C6C-7F5B5C8C6655}">
      <dsp:nvSpPr>
        <dsp:cNvPr id="0" name=""/>
        <dsp:cNvSpPr/>
      </dsp:nvSpPr>
      <dsp:spPr>
        <a:xfrm>
          <a:off x="0" y="821127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проголошення «Акта відновлення Української Держави»</a:t>
          </a:r>
          <a:endParaRPr lang="uk-UA" sz="1800" kern="1200"/>
        </a:p>
      </dsp:txBody>
      <dsp:txXfrm>
        <a:off x="34906" y="856033"/>
        <a:ext cx="4806988" cy="645240"/>
      </dsp:txXfrm>
    </dsp:sp>
    <dsp:sp modelId="{3435773E-D393-4727-AACD-7E161F41F7C8}">
      <dsp:nvSpPr>
        <dsp:cNvPr id="0" name=""/>
        <dsp:cNvSpPr/>
      </dsp:nvSpPr>
      <dsp:spPr>
        <a:xfrm>
          <a:off x="0" y="1588020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«рейкова війна»</a:t>
          </a:r>
          <a:endParaRPr lang="uk-UA" sz="1800" kern="1200"/>
        </a:p>
      </dsp:txBody>
      <dsp:txXfrm>
        <a:off x="34906" y="1622926"/>
        <a:ext cx="4806988" cy="645240"/>
      </dsp:txXfrm>
    </dsp:sp>
    <dsp:sp modelId="{58FE3DA3-9C96-48FD-BCB8-382D54BEABD2}">
      <dsp:nvSpPr>
        <dsp:cNvPr id="0" name=""/>
        <dsp:cNvSpPr/>
      </dsp:nvSpPr>
      <dsp:spPr>
        <a:xfrm>
          <a:off x="0" y="2354913"/>
          <a:ext cx="4876800" cy="715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«саморозпуск» Української греко-католицької церкви (УГКЦ)</a:t>
          </a:r>
          <a:endParaRPr lang="uk-UA" sz="1800" kern="1200"/>
        </a:p>
      </dsp:txBody>
      <dsp:txXfrm>
        <a:off x="34906" y="2389819"/>
        <a:ext cx="4806988" cy="645240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16041-57FA-4C1C-B701-2D4B0A08E434}">
      <dsp:nvSpPr>
        <dsp:cNvPr id="0" name=""/>
        <dsp:cNvSpPr/>
      </dsp:nvSpPr>
      <dsp:spPr>
        <a:xfrm>
          <a:off x="0" y="123449"/>
          <a:ext cx="487680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створення Української повстанської армії (УПА)</a:t>
          </a:r>
          <a:endParaRPr lang="uk-UA" sz="2300" kern="1200"/>
        </a:p>
      </dsp:txBody>
      <dsp:txXfrm>
        <a:off x="44664" y="168113"/>
        <a:ext cx="4787472" cy="825612"/>
      </dsp:txXfrm>
    </dsp:sp>
    <dsp:sp modelId="{8C75FAAB-E50A-491C-A6DF-65BAE96688EC}">
      <dsp:nvSpPr>
        <dsp:cNvPr id="0" name=""/>
        <dsp:cNvSpPr/>
      </dsp:nvSpPr>
      <dsp:spPr>
        <a:xfrm>
          <a:off x="0" y="1104629"/>
          <a:ext cx="487680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«Карпатський рейд»</a:t>
          </a:r>
          <a:endParaRPr lang="uk-UA" sz="2300" kern="1200"/>
        </a:p>
      </dsp:txBody>
      <dsp:txXfrm>
        <a:off x="44664" y="1149293"/>
        <a:ext cx="4787472" cy="825612"/>
      </dsp:txXfrm>
    </dsp:sp>
    <dsp:sp modelId="{09CCDF01-FBB0-4B69-AB1E-21EDCAA9755A}">
      <dsp:nvSpPr>
        <dsp:cNvPr id="0" name=""/>
        <dsp:cNvSpPr/>
      </dsp:nvSpPr>
      <dsp:spPr>
        <a:xfrm>
          <a:off x="0" y="2085810"/>
          <a:ext cx="487680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створення Українського штабу партизанського руху (УШПР)</a:t>
          </a:r>
          <a:endParaRPr lang="uk-UA" sz="2300" kern="1200"/>
        </a:p>
      </dsp:txBody>
      <dsp:txXfrm>
        <a:off x="44664" y="2130474"/>
        <a:ext cx="4787472" cy="825612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4E06A-C9CC-49BF-A6CF-D7EA57F1909A}">
      <dsp:nvSpPr>
        <dsp:cNvPr id="0" name=""/>
        <dsp:cNvSpPr/>
      </dsp:nvSpPr>
      <dsp:spPr>
        <a:xfrm>
          <a:off x="0" y="5226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територію провінції «Трансністрія» - зони румунської окупації в 1941 р.</a:t>
          </a:r>
          <a:endParaRPr lang="uk-UA" sz="1800" kern="1200"/>
        </a:p>
      </dsp:txBody>
      <dsp:txXfrm>
        <a:off x="34954" y="87214"/>
        <a:ext cx="4806892" cy="646132"/>
      </dsp:txXfrm>
    </dsp:sp>
    <dsp:sp modelId="{C5AF3C86-8A6B-47AE-B8B9-3E13070C865A}">
      <dsp:nvSpPr>
        <dsp:cNvPr id="0" name=""/>
        <dsp:cNvSpPr/>
      </dsp:nvSpPr>
      <dsp:spPr>
        <a:xfrm>
          <a:off x="0" y="82014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зону зосередження головних сил радянських партизанів у 1942-1943 рр.</a:t>
          </a:r>
          <a:endParaRPr lang="uk-UA" sz="1800" kern="1200"/>
        </a:p>
      </dsp:txBody>
      <dsp:txXfrm>
        <a:off x="34954" y="855094"/>
        <a:ext cx="4806892" cy="646132"/>
      </dsp:txXfrm>
    </dsp:sp>
    <dsp:sp modelId="{C984BAA1-8A92-4113-A2B8-3A340EBD2E8F}">
      <dsp:nvSpPr>
        <dsp:cNvPr id="0" name=""/>
        <dsp:cNvSpPr/>
      </dsp:nvSpPr>
      <dsp:spPr>
        <a:xfrm>
          <a:off x="0" y="158802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райони базування загонів Української повстанської армії в 1943-1944 рр.</a:t>
          </a:r>
          <a:endParaRPr lang="uk-UA" sz="1800" kern="1200"/>
        </a:p>
      </dsp:txBody>
      <dsp:txXfrm>
        <a:off x="34954" y="1622974"/>
        <a:ext cx="4806892" cy="646132"/>
      </dsp:txXfrm>
    </dsp:sp>
    <dsp:sp modelId="{D05325C9-2F0B-42FF-85F5-70B7770668A6}">
      <dsp:nvSpPr>
        <dsp:cNvPr id="0" name=""/>
        <dsp:cNvSpPr/>
      </dsp:nvSpPr>
      <dsp:spPr>
        <a:xfrm>
          <a:off x="0" y="2355900"/>
          <a:ext cx="4876800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межі дистрикту «Галичина» в складі Генерального губернаторства в 1944 р.</a:t>
          </a:r>
          <a:endParaRPr lang="uk-UA" sz="1800" kern="1200"/>
        </a:p>
      </dsp:txBody>
      <dsp:txXfrm>
        <a:off x="34954" y="2390854"/>
        <a:ext cx="4806892" cy="646132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485A5E-A25A-4A35-BE4C-6273655A1B02}">
      <dsp:nvSpPr>
        <dsp:cNvPr id="0" name=""/>
        <dsp:cNvSpPr/>
      </dsp:nvSpPr>
      <dsp:spPr>
        <a:xfrm>
          <a:off x="0" y="4568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Закарпаття</a:t>
          </a:r>
          <a:endParaRPr lang="uk-UA" sz="2900" kern="1200"/>
        </a:p>
      </dsp:txBody>
      <dsp:txXfrm>
        <a:off x="33955" y="79644"/>
        <a:ext cx="4808890" cy="627655"/>
      </dsp:txXfrm>
    </dsp:sp>
    <dsp:sp modelId="{B26C534B-32B0-47D4-A086-CD8233E86FDA}">
      <dsp:nvSpPr>
        <dsp:cNvPr id="0" name=""/>
        <dsp:cNvSpPr/>
      </dsp:nvSpPr>
      <dsp:spPr>
        <a:xfrm>
          <a:off x="0" y="824774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Східна Галичина</a:t>
          </a:r>
          <a:endParaRPr lang="uk-UA" sz="2900" kern="1200"/>
        </a:p>
      </dsp:txBody>
      <dsp:txXfrm>
        <a:off x="33955" y="858729"/>
        <a:ext cx="4808890" cy="627655"/>
      </dsp:txXfrm>
    </dsp:sp>
    <dsp:sp modelId="{3B9EC98D-3551-4C6A-90E5-DF5CCB513F40}">
      <dsp:nvSpPr>
        <dsp:cNvPr id="0" name=""/>
        <dsp:cNvSpPr/>
      </dsp:nvSpPr>
      <dsp:spPr>
        <a:xfrm>
          <a:off x="0" y="1603859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Крим</a:t>
          </a:r>
          <a:endParaRPr lang="uk-UA" sz="2900" kern="1200"/>
        </a:p>
      </dsp:txBody>
      <dsp:txXfrm>
        <a:off x="33955" y="1637814"/>
        <a:ext cx="4808890" cy="627655"/>
      </dsp:txXfrm>
    </dsp:sp>
    <dsp:sp modelId="{8A66B2B2-519A-4476-9B84-9B41CA2ACC6F}">
      <dsp:nvSpPr>
        <dsp:cNvPr id="0" name=""/>
        <dsp:cNvSpPr/>
      </dsp:nvSpPr>
      <dsp:spPr>
        <a:xfrm>
          <a:off x="0" y="2382945"/>
          <a:ext cx="4876800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Північна Буковина</a:t>
          </a:r>
          <a:endParaRPr lang="uk-UA" sz="2900" kern="1200"/>
        </a:p>
      </dsp:txBody>
      <dsp:txXfrm>
        <a:off x="33955" y="2416900"/>
        <a:ext cx="4808890" cy="6276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91508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349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9961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6347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6443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053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7818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99104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293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5867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92332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6196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7818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 цита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10604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Істина/хибні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61796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04059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8930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8198A89-B8CF-40E6-B645-A2527DA5A274}" type="datetimeFigureOut">
              <a:rPr lang="uk-UA" smtClean="0"/>
              <a:t>02.03.2025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6CEA268-6354-4899-B95B-167055909F7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603246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2.jpe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8.xml"/><Relationship Id="rId3" Type="http://schemas.openxmlformats.org/officeDocument/2006/relationships/diagramLayout" Target="../diagrams/layout17.xml"/><Relationship Id="rId7" Type="http://schemas.openxmlformats.org/officeDocument/2006/relationships/diagramData" Target="../diagrams/data18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11" Type="http://schemas.microsoft.com/office/2007/relationships/diagramDrawing" Target="../diagrams/drawing18.xml"/><Relationship Id="rId5" Type="http://schemas.openxmlformats.org/officeDocument/2006/relationships/diagramColors" Target="../diagrams/colors17.xml"/><Relationship Id="rId10" Type="http://schemas.openxmlformats.org/officeDocument/2006/relationships/diagramColors" Target="../diagrams/colors18.xml"/><Relationship Id="rId4" Type="http://schemas.openxmlformats.org/officeDocument/2006/relationships/diagramQuickStyle" Target="../diagrams/quickStyle17.xml"/><Relationship Id="rId9" Type="http://schemas.openxmlformats.org/officeDocument/2006/relationships/diagramQuickStyle" Target="../diagrams/quickStyl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5.xml"/><Relationship Id="rId3" Type="http://schemas.openxmlformats.org/officeDocument/2006/relationships/diagramLayout" Target="../diagrams/layout24.xml"/><Relationship Id="rId7" Type="http://schemas.openxmlformats.org/officeDocument/2006/relationships/diagramData" Target="../diagrams/data25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11" Type="http://schemas.microsoft.com/office/2007/relationships/diagramDrawing" Target="../diagrams/drawing25.xml"/><Relationship Id="rId5" Type="http://schemas.openxmlformats.org/officeDocument/2006/relationships/diagramColors" Target="../diagrams/colors24.xml"/><Relationship Id="rId10" Type="http://schemas.openxmlformats.org/officeDocument/2006/relationships/diagramColors" Target="../diagrams/colors25.xml"/><Relationship Id="rId4" Type="http://schemas.openxmlformats.org/officeDocument/2006/relationships/diagramQuickStyle" Target="../diagrams/quickStyle24.xml"/><Relationship Id="rId9" Type="http://schemas.openxmlformats.org/officeDocument/2006/relationships/diagramQuickStyle" Target="../diagrams/quickStyle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7" Type="http://schemas.openxmlformats.org/officeDocument/2006/relationships/image" Target="../media/image13.png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7" Type="http://schemas.openxmlformats.org/officeDocument/2006/relationships/image" Target="../media/image18.jpeg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7" Type="http://schemas.openxmlformats.org/officeDocument/2006/relationships/image" Target="../media/image19.png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7" Type="http://schemas.openxmlformats.org/officeDocument/2006/relationships/image" Target="../media/image20.jpeg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7" Type="http://schemas.openxmlformats.org/officeDocument/2006/relationships/image" Target="../media/image23.jpeg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8.xml"/><Relationship Id="rId3" Type="http://schemas.openxmlformats.org/officeDocument/2006/relationships/diagramLayout" Target="../diagrams/layout37.xml"/><Relationship Id="rId7" Type="http://schemas.openxmlformats.org/officeDocument/2006/relationships/diagramData" Target="../diagrams/data38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11" Type="http://schemas.microsoft.com/office/2007/relationships/diagramDrawing" Target="../diagrams/drawing38.xml"/><Relationship Id="rId5" Type="http://schemas.openxmlformats.org/officeDocument/2006/relationships/diagramColors" Target="../diagrams/colors37.xml"/><Relationship Id="rId10" Type="http://schemas.openxmlformats.org/officeDocument/2006/relationships/diagramColors" Target="../diagrams/colors38.xml"/><Relationship Id="rId4" Type="http://schemas.openxmlformats.org/officeDocument/2006/relationships/diagramQuickStyle" Target="../diagrams/quickStyle37.xml"/><Relationship Id="rId9" Type="http://schemas.openxmlformats.org/officeDocument/2006/relationships/diagramQuickStyle" Target="../diagrams/quickStyle3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7" Type="http://schemas.openxmlformats.org/officeDocument/2006/relationships/image" Target="../media/image24.jpeg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BE1FF-6B62-36D2-53C9-BE36A9380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Друга </a:t>
            </a:r>
            <a:r>
              <a:rPr lang="ru-RU" dirty="0" err="1"/>
              <a:t>світова</a:t>
            </a:r>
            <a:r>
              <a:rPr lang="ru-RU" dirty="0"/>
              <a:t> </a:t>
            </a:r>
            <a:r>
              <a:rPr lang="ru-RU" dirty="0" err="1"/>
              <a:t>війна</a:t>
            </a:r>
            <a:r>
              <a:rPr lang="ru-RU" dirty="0"/>
              <a:t>: Рух Опору (1941–1943)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6AFDAF4-5693-C934-7089-2A78780035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39139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6E7F6-6BD3-2CDF-EC92-AAC3E953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Поняття</a:t>
            </a:r>
            <a:r>
              <a:rPr lang="ru-RU" dirty="0"/>
              <a:t> «рух Опору» є </a:t>
            </a:r>
            <a:r>
              <a:rPr lang="ru-RU" dirty="0" err="1"/>
              <a:t>протилежним</a:t>
            </a:r>
            <a:r>
              <a:rPr lang="ru-RU" dirty="0"/>
              <a:t> за </a:t>
            </a:r>
            <a:r>
              <a:rPr lang="ru-RU" dirty="0" err="1"/>
              <a:t>суттю</a:t>
            </a:r>
            <a:r>
              <a:rPr lang="ru-RU" dirty="0"/>
              <a:t> та </a:t>
            </a:r>
            <a:r>
              <a:rPr lang="ru-RU" dirty="0" err="1"/>
              <a:t>змістом</a:t>
            </a:r>
            <a:r>
              <a:rPr lang="ru-RU" dirty="0"/>
              <a:t> </a:t>
            </a:r>
            <a:r>
              <a:rPr lang="ru-RU" dirty="0" err="1"/>
              <a:t>поняттю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E7ADAF0-F214-D55A-D7DD-F43DA62B69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F3C961F-A8B4-12AE-8BC7-039D70F48F7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7060690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0848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FDF96-2C85-93D3-871E-572283229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поняттями</a:t>
            </a:r>
            <a:r>
              <a:rPr lang="ru-RU" dirty="0"/>
              <a:t> та </a:t>
            </a:r>
            <a:r>
              <a:rPr lang="ru-RU" dirty="0" err="1"/>
              <a:t>їхніми</a:t>
            </a:r>
            <a:r>
              <a:rPr lang="ru-RU" dirty="0"/>
              <a:t> </a:t>
            </a:r>
            <a:r>
              <a:rPr lang="ru-RU" dirty="0" err="1"/>
              <a:t>визначеннями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5FB3764-D1F7-ED91-A63D-BEB8D3BA131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45213059"/>
              </p:ext>
            </p:extLst>
          </p:nvPr>
        </p:nvGraphicFramePr>
        <p:xfrm>
          <a:off x="1141413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2CF6A712-3ABE-A3A7-0725-20827CE4F18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49649511"/>
              </p:ext>
            </p:extLst>
          </p:nvPr>
        </p:nvGraphicFramePr>
        <p:xfrm>
          <a:off x="6170613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2472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DA78AD-3D52-89AC-4B92-1F75D51F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Установіть відповідність між пронумерованим на картосхемі адміністративним окупаційним утворенням часів Великої Вітчизняної війни (1941-1945 рр.) та його назвою й підпорядкуванням.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CEA2EBF-5695-1B82-7E6F-30E1B0C9547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38259123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2F1A9BF-7625-F1FA-B91D-AAF8B7D36B3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677" y="2667000"/>
            <a:ext cx="4186272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509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742EE-B865-E5F0-564E-A50E60CC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Якою цифрою на картосхемі позначено </a:t>
            </a:r>
            <a:r>
              <a:rPr lang="uk-UA" dirty="0" err="1"/>
              <a:t>рейхскомісаріат</a:t>
            </a:r>
            <a:r>
              <a:rPr lang="uk-UA" dirty="0"/>
              <a:t> «Україна» - адміністративно-територіальну одиницю німецького окупаційного цивільного управління в роки Другої світової війни?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64FCEC0-EBA4-E76D-9302-1F386CE5A6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>
              <a:lnSpc>
                <a:spcPts val="1500"/>
              </a:lnSpc>
              <a:spcAft>
                <a:spcPts val="750"/>
              </a:spcAft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1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2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3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4</a:t>
            </a:r>
          </a:p>
          <a:p>
            <a:endParaRPr lang="uk-U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697685E-C7E2-3510-CC5E-44E5544B100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88" y="2681287"/>
            <a:ext cx="428625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5551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1F67B-F174-6EB1-38C5-9CF073D1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яку </a:t>
            </a:r>
            <a:r>
              <a:rPr lang="ru-RU" dirty="0" err="1"/>
              <a:t>адміністративну</a:t>
            </a:r>
            <a:r>
              <a:rPr lang="ru-RU" dirty="0"/>
              <a:t> </a:t>
            </a:r>
            <a:r>
              <a:rPr lang="ru-RU" dirty="0" err="1"/>
              <a:t>одиницю</a:t>
            </a:r>
            <a:r>
              <a:rPr lang="ru-RU" dirty="0"/>
              <a:t>, </a:t>
            </a:r>
            <a:r>
              <a:rPr lang="ru-RU" dirty="0" err="1"/>
              <a:t>створену</a:t>
            </a:r>
            <a:r>
              <a:rPr lang="ru-RU" dirty="0"/>
              <a:t> </a:t>
            </a:r>
            <a:r>
              <a:rPr lang="ru-RU" dirty="0" err="1"/>
              <a:t>окупантами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у роки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, </a:t>
            </a:r>
            <a:r>
              <a:rPr lang="ru-RU" dirty="0" err="1"/>
              <a:t>ідеться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A99B538-2E43-D6FE-59F2-B31677DD11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Після</a:t>
            </a:r>
            <a:r>
              <a:rPr lang="ru-RU" i="1" dirty="0"/>
              <a:t> того, як (</a:t>
            </a:r>
            <a:r>
              <a:rPr lang="ru-RU" i="1" dirty="0" err="1"/>
              <a:t>німецько-румунські</a:t>
            </a:r>
            <a:r>
              <a:rPr lang="ru-RU" i="1" dirty="0"/>
              <a:t> </a:t>
            </a:r>
            <a:r>
              <a:rPr lang="ru-RU" i="1" dirty="0" err="1"/>
              <a:t>загарбники</a:t>
            </a:r>
            <a:r>
              <a:rPr lang="ru-RU" i="1" dirty="0"/>
              <a:t>) </a:t>
            </a:r>
            <a:r>
              <a:rPr lang="ru-RU" i="1" dirty="0" err="1"/>
              <a:t>встановили</a:t>
            </a:r>
            <a:r>
              <a:rPr lang="ru-RU" i="1" dirty="0"/>
              <a:t> свою </a:t>
            </a:r>
            <a:r>
              <a:rPr lang="ru-RU" i="1" dirty="0" err="1"/>
              <a:t>владу</a:t>
            </a:r>
            <a:r>
              <a:rPr lang="ru-RU" i="1" dirty="0"/>
              <a:t> до </a:t>
            </a:r>
            <a:r>
              <a:rPr lang="ru-RU" i="1" dirty="0" err="1"/>
              <a:t>річки</a:t>
            </a:r>
            <a:r>
              <a:rPr lang="ru-RU" i="1" dirty="0"/>
              <a:t> Буг, </a:t>
            </a:r>
            <a:r>
              <a:rPr lang="ru-RU" i="1" dirty="0" err="1"/>
              <a:t>запанувала</a:t>
            </a:r>
            <a:r>
              <a:rPr lang="ru-RU" i="1" dirty="0"/>
              <a:t> </a:t>
            </a:r>
            <a:r>
              <a:rPr lang="ru-RU" i="1" dirty="0" err="1"/>
              <a:t>румунська</a:t>
            </a:r>
            <a:r>
              <a:rPr lang="ru-RU" i="1" dirty="0"/>
              <a:t> нагайка … </a:t>
            </a:r>
            <a:r>
              <a:rPr lang="ru-RU" i="1" dirty="0" err="1"/>
              <a:t>від</a:t>
            </a:r>
            <a:r>
              <a:rPr lang="ru-RU" i="1" dirty="0"/>
              <a:t> </a:t>
            </a:r>
            <a:r>
              <a:rPr lang="ru-RU" i="1" dirty="0" err="1"/>
              <a:t>Дністра</a:t>
            </a:r>
            <a:r>
              <a:rPr lang="ru-RU" i="1" dirty="0"/>
              <a:t> до Бугу…»?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ACCCDC5-FCFB-6D24-57D8-5E46C69E412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42113113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2894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BC685-412A-9B2F-28EF-EA2FD0F80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 </a:t>
            </a:r>
            <a:r>
              <a:rPr lang="ru-RU" dirty="0" err="1"/>
              <a:t>іменем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 </a:t>
            </a:r>
            <a:r>
              <a:rPr lang="ru-RU" dirty="0" err="1"/>
              <a:t>пов’язані</a:t>
            </a:r>
            <a:r>
              <a:rPr lang="ru-RU" dirty="0"/>
              <a:t> </a:t>
            </a:r>
            <a:r>
              <a:rPr lang="ru-RU" dirty="0" err="1"/>
              <a:t>описані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A94A4BD-95E5-4AD5-306C-4A17177C0F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Командування</a:t>
            </a:r>
            <a:r>
              <a:rPr lang="ru-RU" i="1" dirty="0"/>
              <a:t> </a:t>
            </a:r>
            <a:r>
              <a:rPr lang="ru-RU" i="1" dirty="0" err="1"/>
              <a:t>Південно-Західного</a:t>
            </a:r>
            <a:r>
              <a:rPr lang="ru-RU" i="1" dirty="0"/>
              <a:t> фронту </a:t>
            </a:r>
            <a:r>
              <a:rPr lang="ru-RU" i="1" dirty="0" err="1"/>
              <a:t>вжило</a:t>
            </a:r>
            <a:r>
              <a:rPr lang="ru-RU" i="1" dirty="0"/>
              <a:t> </a:t>
            </a:r>
            <a:r>
              <a:rPr lang="ru-RU" i="1" dirty="0" err="1"/>
              <a:t>додаткових</a:t>
            </a:r>
            <a:r>
              <a:rPr lang="ru-RU" i="1" dirty="0"/>
              <a:t> </a:t>
            </a:r>
            <a:r>
              <a:rPr lang="ru-RU" i="1" dirty="0" err="1"/>
              <a:t>заходів</a:t>
            </a:r>
            <a:r>
              <a:rPr lang="ru-RU" i="1" dirty="0"/>
              <a:t> для оборони </a:t>
            </a:r>
            <a:r>
              <a:rPr lang="ru-RU" i="1" dirty="0" err="1"/>
              <a:t>Києва</a:t>
            </a:r>
            <a:r>
              <a:rPr lang="ru-RU" i="1" dirty="0"/>
              <a:t> в </a:t>
            </a:r>
            <a:r>
              <a:rPr lang="ru-RU" i="1" dirty="0" err="1"/>
              <a:t>умовах</a:t>
            </a:r>
            <a:r>
              <a:rPr lang="ru-RU" i="1" dirty="0"/>
              <a:t> </a:t>
            </a:r>
            <a:r>
              <a:rPr lang="ru-RU" i="1" dirty="0" err="1"/>
              <a:t>оточення</a:t>
            </a:r>
            <a:r>
              <a:rPr lang="ru-RU" i="1" dirty="0"/>
              <a:t>. </a:t>
            </a:r>
            <a:r>
              <a:rPr lang="ru-RU" i="1" dirty="0" err="1"/>
              <a:t>Навколо</a:t>
            </a:r>
            <a:r>
              <a:rPr lang="ru-RU" i="1" dirty="0"/>
              <a:t> </a:t>
            </a:r>
            <a:r>
              <a:rPr lang="ru-RU" i="1" dirty="0" err="1"/>
              <a:t>міста</a:t>
            </a:r>
            <a:r>
              <a:rPr lang="ru-RU" i="1" dirty="0"/>
              <a:t> </a:t>
            </a:r>
            <a:r>
              <a:rPr lang="ru-RU" i="1" dirty="0" err="1"/>
              <a:t>було</a:t>
            </a:r>
            <a:r>
              <a:rPr lang="ru-RU" i="1" dirty="0"/>
              <a:t> створено три </a:t>
            </a:r>
            <a:r>
              <a:rPr lang="ru-RU" i="1" dirty="0" err="1"/>
              <a:t>лінії</a:t>
            </a:r>
            <a:r>
              <a:rPr lang="ru-RU" i="1" dirty="0"/>
              <a:t> оборони. На </a:t>
            </a:r>
            <a:r>
              <a:rPr lang="ru-RU" i="1" dirty="0" err="1"/>
              <a:t>допомогу</a:t>
            </a:r>
            <a:r>
              <a:rPr lang="ru-RU" i="1" dirty="0"/>
              <a:t> </a:t>
            </a:r>
            <a:r>
              <a:rPr lang="ru-RU" i="1" dirty="0" err="1"/>
              <a:t>армії</a:t>
            </a:r>
            <a:r>
              <a:rPr lang="ru-RU" i="1" dirty="0"/>
              <a:t> сформовано 13 </a:t>
            </a:r>
            <a:r>
              <a:rPr lang="ru-RU" i="1" dirty="0" err="1"/>
              <a:t>винищувальних</a:t>
            </a:r>
            <a:r>
              <a:rPr lang="ru-RU" i="1" dirty="0"/>
              <a:t> </a:t>
            </a:r>
            <a:r>
              <a:rPr lang="ru-RU" i="1" dirty="0" err="1"/>
              <a:t>батальйонів</a:t>
            </a:r>
            <a:r>
              <a:rPr lang="ru-RU" i="1" dirty="0"/>
              <a:t>, 19 </a:t>
            </a:r>
            <a:r>
              <a:rPr lang="ru-RU" i="1" dirty="0" err="1"/>
              <a:t>загонів</a:t>
            </a:r>
            <a:r>
              <a:rPr lang="ru-RU" i="1" dirty="0"/>
              <a:t> народного </a:t>
            </a:r>
            <a:r>
              <a:rPr lang="ru-RU" i="1" dirty="0" err="1"/>
              <a:t>ополчення</a:t>
            </a:r>
            <a:r>
              <a:rPr lang="ru-RU" i="1" dirty="0"/>
              <a:t>...»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A732E73-815F-AD6B-F37B-0E20BCE88AC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27141013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5439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F8328-36BE-94A0-96B8-A12B82AF7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Чи правильне твердження?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B122E1B-4510-1F00-B517-04EA0FF513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Економіка СРСР часів Великої Вітчизняної війни базувалася:</a:t>
            </a:r>
          </a:p>
          <a:p>
            <a:endParaRPr lang="uk-UA" dirty="0"/>
          </a:p>
          <a:p>
            <a:r>
              <a:rPr lang="uk-UA" dirty="0"/>
              <a:t>1) на праці евакуйованих та місцевих жителів східних районів;</a:t>
            </a:r>
          </a:p>
          <a:p>
            <a:r>
              <a:rPr lang="uk-UA" dirty="0"/>
              <a:t>2) на експлуатації сотень тисяч в’язнів ГУЛАГу.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9AF8426-B7BF-5F72-0F55-96B732D015D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27019660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7024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220F2-1D34-61B8-F7BA-0D2CD7A9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Документ є </a:t>
            </a:r>
            <a:r>
              <a:rPr lang="ru-RU" dirty="0" err="1"/>
              <a:t>свідченням</a:t>
            </a:r>
            <a:r>
              <a:rPr lang="ru-RU" dirty="0"/>
              <a:t> </a:t>
            </a:r>
            <a:r>
              <a:rPr lang="ru-RU" dirty="0" err="1"/>
              <a:t>проведення</a:t>
            </a:r>
            <a:r>
              <a:rPr lang="ru-RU" dirty="0"/>
              <a:t> </a:t>
            </a:r>
            <a:r>
              <a:rPr lang="ru-RU" dirty="0" err="1"/>
              <a:t>радянською</a:t>
            </a:r>
            <a:r>
              <a:rPr lang="ru-RU" dirty="0"/>
              <a:t> </a:t>
            </a:r>
            <a:r>
              <a:rPr lang="ru-RU" dirty="0" err="1"/>
              <a:t>владою</a:t>
            </a:r>
            <a:r>
              <a:rPr lang="ru-RU" dirty="0"/>
              <a:t> в роки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заходів</a:t>
            </a:r>
            <a:r>
              <a:rPr lang="ru-RU" dirty="0"/>
              <a:t> з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554555F-8F85-8B91-7E19-676C9AD4F4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«…При </a:t>
            </a:r>
            <a:r>
              <a:rPr lang="ru-RU" i="1" dirty="0" err="1"/>
              <a:t>вимушеному</a:t>
            </a:r>
            <a:r>
              <a:rPr lang="ru-RU" i="1" dirty="0"/>
              <a:t> </a:t>
            </a:r>
            <a:r>
              <a:rPr lang="ru-RU" i="1" dirty="0" err="1"/>
              <a:t>відході</a:t>
            </a:r>
            <a:r>
              <a:rPr lang="ru-RU" i="1" dirty="0"/>
              <a:t> </a:t>
            </a:r>
            <a:r>
              <a:rPr lang="ru-RU" i="1" dirty="0" err="1"/>
              <a:t>частинам</a:t>
            </a:r>
            <a:r>
              <a:rPr lang="ru-RU" i="1" dirty="0"/>
              <a:t> </a:t>
            </a:r>
            <a:r>
              <a:rPr lang="ru-RU" i="1" dirty="0" err="1"/>
              <a:t>Червоної</a:t>
            </a:r>
            <a:r>
              <a:rPr lang="ru-RU" i="1" dirty="0"/>
              <a:t> </a:t>
            </a:r>
            <a:r>
              <a:rPr lang="ru-RU" i="1" dirty="0" err="1"/>
              <a:t>армії</a:t>
            </a:r>
            <a:r>
              <a:rPr lang="ru-RU" i="1" dirty="0"/>
              <a:t> </a:t>
            </a:r>
            <a:r>
              <a:rPr lang="ru-RU" i="1" dirty="0" err="1"/>
              <a:t>забирати</a:t>
            </a:r>
            <a:r>
              <a:rPr lang="ru-RU" i="1" dirty="0"/>
              <a:t> </a:t>
            </a:r>
            <a:r>
              <a:rPr lang="ru-RU" i="1" dirty="0" err="1"/>
              <a:t>рухомий</a:t>
            </a:r>
            <a:r>
              <a:rPr lang="ru-RU" i="1" dirty="0"/>
              <a:t> </a:t>
            </a:r>
            <a:r>
              <a:rPr lang="ru-RU" i="1" dirty="0" err="1"/>
              <a:t>залізничний</a:t>
            </a:r>
            <a:r>
              <a:rPr lang="ru-RU" i="1" dirty="0"/>
              <a:t> склад, не </a:t>
            </a:r>
            <a:r>
              <a:rPr lang="ru-RU" i="1" dirty="0" err="1"/>
              <a:t>залишаючи</a:t>
            </a:r>
            <a:r>
              <a:rPr lang="ru-RU" i="1" dirty="0"/>
              <a:t> </a:t>
            </a:r>
            <a:r>
              <a:rPr lang="ru-RU" i="1" dirty="0" err="1"/>
              <a:t>ворогові</a:t>
            </a:r>
            <a:r>
              <a:rPr lang="ru-RU" i="1" dirty="0"/>
              <a:t> </a:t>
            </a:r>
            <a:r>
              <a:rPr lang="ru-RU" i="1" dirty="0" err="1"/>
              <a:t>жодного</a:t>
            </a:r>
            <a:r>
              <a:rPr lang="ru-RU" i="1" dirty="0"/>
              <a:t> потяга, </a:t>
            </a:r>
            <a:r>
              <a:rPr lang="ru-RU" i="1" dirty="0" err="1"/>
              <a:t>жодного</a:t>
            </a:r>
            <a:r>
              <a:rPr lang="ru-RU" i="1" dirty="0"/>
              <a:t> вагона, </a:t>
            </a:r>
            <a:r>
              <a:rPr lang="ru-RU" i="1" dirty="0" err="1"/>
              <a:t>ні</a:t>
            </a:r>
            <a:r>
              <a:rPr lang="ru-RU" i="1" dirty="0"/>
              <a:t> </a:t>
            </a:r>
            <a:r>
              <a:rPr lang="ru-RU" i="1" dirty="0" err="1"/>
              <a:t>кілограма</a:t>
            </a:r>
            <a:r>
              <a:rPr lang="ru-RU" i="1" dirty="0"/>
              <a:t> </a:t>
            </a:r>
            <a:r>
              <a:rPr lang="ru-RU" i="1" dirty="0" err="1"/>
              <a:t>хліба</a:t>
            </a:r>
            <a:r>
              <a:rPr lang="ru-RU" i="1" dirty="0"/>
              <a:t>, </a:t>
            </a:r>
            <a:r>
              <a:rPr lang="ru-RU" i="1" dirty="0" err="1"/>
              <a:t>ні</a:t>
            </a:r>
            <a:r>
              <a:rPr lang="ru-RU" i="1" dirty="0"/>
              <a:t> </a:t>
            </a:r>
            <a:r>
              <a:rPr lang="ru-RU" i="1" dirty="0" err="1"/>
              <a:t>літра</a:t>
            </a:r>
            <a:r>
              <a:rPr lang="ru-RU" i="1" dirty="0"/>
              <a:t> </a:t>
            </a:r>
            <a:r>
              <a:rPr lang="ru-RU" i="1" dirty="0" err="1"/>
              <a:t>пального</a:t>
            </a:r>
            <a:r>
              <a:rPr lang="ru-RU" i="1" dirty="0"/>
              <a:t>. </a:t>
            </a:r>
            <a:r>
              <a:rPr lang="ru-RU" i="1" dirty="0" err="1"/>
              <a:t>Колгоспники</a:t>
            </a:r>
            <a:r>
              <a:rPr lang="ru-RU" i="1" dirty="0"/>
              <a:t> </a:t>
            </a:r>
            <a:r>
              <a:rPr lang="ru-RU" i="1" dirty="0" err="1"/>
              <a:t>повинні</a:t>
            </a:r>
            <a:r>
              <a:rPr lang="ru-RU" i="1" dirty="0"/>
              <a:t> </a:t>
            </a:r>
            <a:r>
              <a:rPr lang="ru-RU" i="1" dirty="0" err="1"/>
              <a:t>рятувати</a:t>
            </a:r>
            <a:r>
              <a:rPr lang="ru-RU" i="1" dirty="0"/>
              <a:t> худобу, </a:t>
            </a:r>
            <a:r>
              <a:rPr lang="ru-RU" i="1" dirty="0" err="1"/>
              <a:t>хліб</a:t>
            </a:r>
            <a:r>
              <a:rPr lang="ru-RU" i="1" dirty="0"/>
              <a:t> </a:t>
            </a:r>
            <a:r>
              <a:rPr lang="ru-RU" i="1" dirty="0" err="1"/>
              <a:t>здавати</a:t>
            </a:r>
            <a:r>
              <a:rPr lang="ru-RU" i="1" dirty="0"/>
              <a:t> на </a:t>
            </a:r>
            <a:r>
              <a:rPr lang="ru-RU" i="1" dirty="0" err="1"/>
              <a:t>збереження</a:t>
            </a:r>
            <a:r>
              <a:rPr lang="ru-RU" i="1" dirty="0"/>
              <a:t> </a:t>
            </a:r>
            <a:r>
              <a:rPr lang="ru-RU" i="1" dirty="0" err="1"/>
              <a:t>державним</a:t>
            </a:r>
            <a:r>
              <a:rPr lang="ru-RU" i="1" dirty="0"/>
              <a:t> органам для </a:t>
            </a:r>
            <a:r>
              <a:rPr lang="ru-RU" i="1" dirty="0" err="1"/>
              <a:t>вивезення</a:t>
            </a:r>
            <a:r>
              <a:rPr lang="ru-RU" i="1" dirty="0"/>
              <a:t> </a:t>
            </a:r>
            <a:r>
              <a:rPr lang="ru-RU" i="1" dirty="0" err="1"/>
              <a:t>його</a:t>
            </a:r>
            <a:r>
              <a:rPr lang="ru-RU" i="1" dirty="0"/>
              <a:t> в </a:t>
            </a:r>
            <a:r>
              <a:rPr lang="ru-RU" i="1" dirty="0" err="1"/>
              <a:t>тилові</a:t>
            </a:r>
            <a:r>
              <a:rPr lang="ru-RU" i="1" dirty="0"/>
              <a:t> </a:t>
            </a:r>
            <a:r>
              <a:rPr lang="ru-RU" i="1" dirty="0" err="1"/>
              <a:t>райони</a:t>
            </a:r>
            <a:r>
              <a:rPr lang="ru-RU" i="1" dirty="0"/>
              <a:t>...»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36AA947-924E-B19E-A061-FE85B5F6531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17417954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8592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290D5B-728D-4122-EC0F-927554334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Заходи з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47B4489-650D-1CF5-82F2-D65EFE2AE5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примусової евакуації матеріальних цінностей, а за неможливості – знищення їх, були частиною плану радянських військ 1941-1942 рр. і військ нацистської Німеччини 1943-1944 рр. із перетворення території України на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961ED6F-FBAC-D4F8-D137-CA5AF087994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3784333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5845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19A5D5-F3E2-AEEC-972F-C69042628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виходу</a:t>
            </a:r>
            <a:r>
              <a:rPr lang="ru-RU" dirty="0"/>
              <a:t> </a:t>
            </a:r>
            <a:r>
              <a:rPr lang="ru-RU" dirty="0" err="1"/>
              <a:t>друком</a:t>
            </a:r>
            <a:r>
              <a:rPr lang="ru-RU" dirty="0"/>
              <a:t> газет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, </a:t>
            </a:r>
            <a:r>
              <a:rPr lang="ru-RU" dirty="0" err="1"/>
              <a:t>фрагменти</a:t>
            </a:r>
            <a:r>
              <a:rPr lang="ru-RU" dirty="0"/>
              <a:t> </a:t>
            </a:r>
            <a:r>
              <a:rPr lang="ru-RU" dirty="0" err="1"/>
              <a:t>перших</a:t>
            </a:r>
            <a:r>
              <a:rPr lang="ru-RU" dirty="0"/>
              <a:t> </a:t>
            </a:r>
            <a:r>
              <a:rPr lang="ru-RU" dirty="0" err="1"/>
              <a:t>шпальт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фото.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577970-6A10-29B1-5C97-E0FB65DCE4C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98" y="2581090"/>
            <a:ext cx="4640169" cy="1871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49A25E8-2EEA-5BE9-7515-96D14A6DC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97" y="4599783"/>
            <a:ext cx="4640170" cy="2196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C98436B-F0FA-9FF7-2BA9-1DBC9ACF848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947" y="2480217"/>
            <a:ext cx="4449041" cy="19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55A39DD-82B5-AA3A-EF81-82115C470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382" y="4537914"/>
            <a:ext cx="4640170" cy="225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587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8EFF0-2C4A-345D-EE6A-398CB14A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Розташуйте</a:t>
            </a:r>
            <a:r>
              <a:rPr lang="ru-RU" dirty="0"/>
              <a:t> </a:t>
            </a:r>
            <a:r>
              <a:rPr lang="ru-RU" dirty="0" err="1"/>
              <a:t>фрагменти</a:t>
            </a:r>
            <a:r>
              <a:rPr lang="ru-RU" dirty="0"/>
              <a:t> </a:t>
            </a:r>
            <a:r>
              <a:rPr lang="ru-RU" dirty="0" err="1"/>
              <a:t>перших</a:t>
            </a:r>
            <a:r>
              <a:rPr lang="ru-RU" dirty="0"/>
              <a:t> </a:t>
            </a:r>
            <a:r>
              <a:rPr lang="ru-RU" dirty="0" err="1"/>
              <a:t>шпальт</a:t>
            </a:r>
            <a:r>
              <a:rPr lang="ru-RU" dirty="0"/>
              <a:t> </a:t>
            </a:r>
            <a:r>
              <a:rPr lang="ru-RU" dirty="0" err="1"/>
              <a:t>номерів</a:t>
            </a:r>
            <a:r>
              <a:rPr lang="ru-RU" dirty="0"/>
              <a:t> </a:t>
            </a:r>
            <a:r>
              <a:rPr lang="ru-RU" dirty="0" err="1"/>
              <a:t>газети</a:t>
            </a:r>
            <a:r>
              <a:rPr lang="ru-RU" dirty="0"/>
              <a:t> в </a:t>
            </a:r>
            <a:r>
              <a:rPr lang="ru-RU" dirty="0" err="1"/>
              <a:t>послідовності</a:t>
            </a:r>
            <a:r>
              <a:rPr lang="ru-RU" dirty="0"/>
              <a:t> </a:t>
            </a:r>
            <a:r>
              <a:rPr lang="ru-RU" dirty="0" err="1"/>
              <a:t>виходу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друком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DC3887C-7D8C-E307-9D54-5957A630C01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74" y="2438284"/>
            <a:ext cx="4134427" cy="166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05B8CD58-2F60-4424-7309-2F8DE09DD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726" y="4552950"/>
            <a:ext cx="4143375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595CBB3A-A7EE-F277-CED2-D224CCF44CA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223" y="2471679"/>
            <a:ext cx="4153480" cy="1676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BB884052-0139-845B-E109-37152501B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223" y="4552950"/>
            <a:ext cx="4143375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04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A925F-5C51-71D7-7476-0513D765F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Бойові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 на </a:t>
            </a:r>
            <a:r>
              <a:rPr lang="ru-RU" dirty="0" err="1"/>
              <a:t>території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в 1941 р. </a:t>
            </a:r>
            <a:r>
              <a:rPr lang="ru-RU" dirty="0" err="1"/>
              <a:t>призвели</a:t>
            </a:r>
            <a:r>
              <a:rPr lang="ru-RU" dirty="0"/>
              <a:t> до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BEBF39E-AE03-E899-A90A-24886A952E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08FC510-1E8C-3560-AF1E-6EF42F0205B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96825956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6287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EF852-9EBD-F59A-9DA0-0B1B43EB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Укажіть союзників Німеччини в роки Другої світової війни, військові з'єднання яких окупували територію українських земель.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4E5EE93-2CEA-4F65-2CF2-C25BC22103E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53718490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0728B5C-44A9-45DE-CE02-A96AF35681D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79470814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34038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23855D-E0D6-0A8C-1DE8-3D7E85DF6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 </a:t>
            </a:r>
            <a:r>
              <a:rPr lang="ru-RU" dirty="0" err="1"/>
              <a:t>карті</a:t>
            </a:r>
            <a:r>
              <a:rPr lang="ru-RU" dirty="0"/>
              <a:t> </a:t>
            </a:r>
            <a:r>
              <a:rPr lang="ru-RU" dirty="0" err="1"/>
              <a:t>позначено</a:t>
            </a:r>
            <a:r>
              <a:rPr lang="ru-RU" dirty="0"/>
              <a:t> </a:t>
            </a:r>
            <a:r>
              <a:rPr lang="ru-RU" dirty="0" err="1"/>
              <a:t>лінію</a:t>
            </a:r>
            <a:r>
              <a:rPr lang="ru-RU" dirty="0"/>
              <a:t> фронту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Великої</a:t>
            </a:r>
            <a:r>
              <a:rPr lang="ru-RU" dirty="0"/>
              <a:t> </a:t>
            </a:r>
            <a:r>
              <a:rPr lang="ru-RU" dirty="0" err="1"/>
              <a:t>Вітчизняної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станом на: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FC1A439-E9BA-62A8-3FF0-DAEE3C67C32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27798130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8FC29EC1-960B-B7D3-B0C1-5EF74175B36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831" y="2667000"/>
            <a:ext cx="4313963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566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412B1-4A1A-43DD-2062-513414E34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Окупація України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581A39B-9CE0-4159-6ACC-44F00658C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5424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213592-B15C-3F28-3481-A2761C3A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Спільною</a:t>
            </a:r>
            <a:r>
              <a:rPr lang="ru-RU" dirty="0"/>
              <a:t> метою </a:t>
            </a:r>
            <a:r>
              <a:rPr lang="ru-RU" dirty="0" err="1"/>
              <a:t>усіх</a:t>
            </a:r>
            <a:r>
              <a:rPr lang="ru-RU" dirty="0"/>
              <a:t> </a:t>
            </a:r>
            <a:r>
              <a:rPr lang="ru-RU" dirty="0" err="1"/>
              <a:t>течій</a:t>
            </a:r>
            <a:r>
              <a:rPr lang="ru-RU" dirty="0"/>
              <a:t> руху Опору в </a:t>
            </a:r>
            <a:r>
              <a:rPr lang="ru-RU" dirty="0" err="1"/>
              <a:t>Україні</a:t>
            </a:r>
            <a:r>
              <a:rPr lang="ru-RU" dirty="0"/>
              <a:t> в роки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було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19DECB6-90B7-EF07-B4C8-8D24F54FFC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613499D-D77B-4D6D-C696-A00E12A25E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28084294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4264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A6F07-C71C-41E1-C2B8-A796DB63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Національно-визвольна</a:t>
            </a:r>
            <a:r>
              <a:rPr lang="ru-RU" dirty="0"/>
              <a:t> </a:t>
            </a:r>
            <a:r>
              <a:rPr lang="ru-RU" dirty="0" err="1"/>
              <a:t>боротьба</a:t>
            </a:r>
            <a:r>
              <a:rPr lang="ru-RU" dirty="0"/>
              <a:t> </a:t>
            </a:r>
            <a:r>
              <a:rPr lang="ru-RU" dirty="0" err="1"/>
              <a:t>українського</a:t>
            </a:r>
            <a:r>
              <a:rPr lang="ru-RU" dirty="0"/>
              <a:t> народу </a:t>
            </a:r>
            <a:r>
              <a:rPr lang="ru-RU" dirty="0" err="1"/>
              <a:t>проти</a:t>
            </a:r>
            <a:r>
              <a:rPr lang="ru-RU" dirty="0"/>
              <a:t> </a:t>
            </a:r>
            <a:r>
              <a:rPr lang="ru-RU" dirty="0" err="1"/>
              <a:t>окупантів</a:t>
            </a:r>
            <a:r>
              <a:rPr lang="ru-RU" dirty="0"/>
              <a:t> у роки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відбувалася</a:t>
            </a:r>
            <a:r>
              <a:rPr lang="ru-RU" dirty="0"/>
              <a:t> у </a:t>
            </a:r>
            <a:r>
              <a:rPr lang="ru-RU" dirty="0" err="1"/>
              <a:t>формі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02B89B2-4449-6F5F-97C7-401415D61C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9FE1175-F2C0-2B77-AE5F-1286E865464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70580024"/>
              </p:ext>
            </p:extLst>
          </p:nvPr>
        </p:nvGraphicFramePr>
        <p:xfrm>
          <a:off x="6170612" y="2360815"/>
          <a:ext cx="4876800" cy="4106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6837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96F6E-C3A7-781A-9678-BFF39E70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термін</a:t>
            </a:r>
            <a:r>
              <a:rPr lang="ru-RU" dirty="0"/>
              <a:t> </a:t>
            </a:r>
            <a:r>
              <a:rPr lang="ru-RU" dirty="0" err="1"/>
              <a:t>використовується</a:t>
            </a:r>
            <a:r>
              <a:rPr lang="ru-RU" dirty="0"/>
              <a:t> в </a:t>
            </a:r>
            <a:r>
              <a:rPr lang="ru-RU" dirty="0" err="1"/>
              <a:t>історичній</a:t>
            </a:r>
            <a:r>
              <a:rPr lang="ru-RU" dirty="0"/>
              <a:t> </a:t>
            </a:r>
            <a:r>
              <a:rPr lang="ru-RU" dirty="0" err="1"/>
              <a:t>літературі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210C55F-49A1-7258-233C-589B1FBE09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для </a:t>
            </a:r>
            <a:r>
              <a:rPr lang="ru-RU" dirty="0" err="1"/>
              <a:t>означення</a:t>
            </a:r>
            <a:r>
              <a:rPr lang="ru-RU" dirty="0"/>
              <a:t> </a:t>
            </a:r>
            <a:r>
              <a:rPr lang="ru-RU" dirty="0" err="1"/>
              <a:t>добровільної</a:t>
            </a:r>
            <a:r>
              <a:rPr lang="ru-RU" dirty="0"/>
              <a:t> </a:t>
            </a:r>
            <a:r>
              <a:rPr lang="ru-RU" dirty="0" err="1"/>
              <a:t>співпраці</a:t>
            </a:r>
            <a:r>
              <a:rPr lang="ru-RU" dirty="0"/>
              <a:t> в роки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</a:t>
            </a:r>
            <a:r>
              <a:rPr lang="ru-RU" dirty="0" err="1"/>
              <a:t>окремих</a:t>
            </a:r>
            <a:r>
              <a:rPr lang="ru-RU" dirty="0"/>
              <a:t> </a:t>
            </a:r>
            <a:r>
              <a:rPr lang="ru-RU" dirty="0" err="1"/>
              <a:t>осіб</a:t>
            </a:r>
            <a:r>
              <a:rPr lang="ru-RU" dirty="0"/>
              <a:t>, </a:t>
            </a:r>
            <a:r>
              <a:rPr lang="ru-RU" dirty="0" err="1"/>
              <a:t>груп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прошарків</a:t>
            </a:r>
            <a:r>
              <a:rPr lang="ru-RU" dirty="0"/>
              <a:t> </a:t>
            </a:r>
            <a:r>
              <a:rPr lang="ru-RU" dirty="0" err="1"/>
              <a:t>населення</a:t>
            </a:r>
            <a:r>
              <a:rPr lang="ru-RU" dirty="0"/>
              <a:t> </a:t>
            </a:r>
            <a:r>
              <a:rPr lang="ru-RU" dirty="0" err="1"/>
              <a:t>окупованих</a:t>
            </a:r>
            <a:r>
              <a:rPr lang="ru-RU" dirty="0"/>
              <a:t> </a:t>
            </a:r>
            <a:r>
              <a:rPr lang="ru-RU" dirty="0" err="1"/>
              <a:t>територій</a:t>
            </a:r>
            <a:r>
              <a:rPr lang="ru-RU" dirty="0"/>
              <a:t> з </a:t>
            </a:r>
            <a:r>
              <a:rPr lang="ru-RU" dirty="0" err="1"/>
              <a:t>окупаційною</a:t>
            </a:r>
            <a:r>
              <a:rPr lang="ru-RU" dirty="0"/>
              <a:t> </a:t>
            </a:r>
            <a:r>
              <a:rPr lang="ru-RU" dirty="0" err="1"/>
              <a:t>владою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4C19F2F-B305-0164-DE0E-22C8F01D6C8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38482697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7654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F2ADCE-16A8-16D2-E7BB-C03C5A522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характерні</a:t>
            </a:r>
            <a:r>
              <a:rPr lang="ru-RU" dirty="0"/>
              <a:t> </a:t>
            </a:r>
            <a:r>
              <a:rPr lang="ru-RU" dirty="0" err="1"/>
              <a:t>риси</a:t>
            </a:r>
            <a:r>
              <a:rPr lang="ru-RU" dirty="0"/>
              <a:t> </a:t>
            </a:r>
            <a:r>
              <a:rPr lang="ru-RU" dirty="0" err="1"/>
              <a:t>нацистського</a:t>
            </a:r>
            <a:r>
              <a:rPr lang="ru-RU" dirty="0"/>
              <a:t> </a:t>
            </a:r>
            <a:r>
              <a:rPr lang="ru-RU" dirty="0" err="1"/>
              <a:t>окупаційного</a:t>
            </a:r>
            <a:r>
              <a:rPr lang="ru-RU" dirty="0"/>
              <a:t> режиму в </a:t>
            </a:r>
            <a:r>
              <a:rPr lang="ru-RU" dirty="0" err="1"/>
              <a:t>Україні</a:t>
            </a:r>
            <a:r>
              <a:rPr lang="ru-RU" dirty="0"/>
              <a:t> в роки </a:t>
            </a:r>
            <a:r>
              <a:rPr lang="ru-RU" dirty="0" err="1"/>
              <a:t>Великої</a:t>
            </a:r>
            <a:r>
              <a:rPr lang="ru-RU" dirty="0"/>
              <a:t> </a:t>
            </a:r>
            <a:r>
              <a:rPr lang="ru-RU" dirty="0" err="1"/>
              <a:t>Вітчизняної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(1941–1945 </a:t>
            </a:r>
            <a:r>
              <a:rPr lang="ru-RU" dirty="0" err="1"/>
              <a:t>рр</a:t>
            </a:r>
            <a:r>
              <a:rPr lang="ru-RU" dirty="0"/>
              <a:t>.).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943E41A-A283-B01F-BCCF-E2D061E6B8F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3042540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A0D5A3A-7AF6-2485-0BB0-DCA96E63EE4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49574322"/>
              </p:ext>
            </p:extLst>
          </p:nvPr>
        </p:nvGraphicFramePr>
        <p:xfrm>
          <a:off x="6170611" y="2723803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95185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E7B219-504F-D5D5-A6E5-66F96A555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Проаналізуйте</a:t>
            </a:r>
            <a:r>
              <a:rPr lang="ru-RU" dirty="0"/>
              <a:t> директиву </a:t>
            </a:r>
            <a:r>
              <a:rPr lang="ru-RU" dirty="0" err="1"/>
              <a:t>керівнику</a:t>
            </a:r>
            <a:r>
              <a:rPr lang="ru-RU" dirty="0"/>
              <a:t> </a:t>
            </a:r>
            <a:r>
              <a:rPr lang="ru-RU" dirty="0" err="1"/>
              <a:t>Райхсміністерства</a:t>
            </a:r>
            <a:r>
              <a:rPr lang="ru-RU" dirty="0"/>
              <a:t> в справах </a:t>
            </a:r>
            <a:r>
              <a:rPr lang="ru-RU" dirty="0" err="1"/>
              <a:t>окупованих</a:t>
            </a:r>
            <a:r>
              <a:rPr lang="ru-RU" dirty="0"/>
              <a:t> </a:t>
            </a:r>
            <a:r>
              <a:rPr lang="ru-RU" dirty="0" err="1"/>
              <a:t>східних</a:t>
            </a:r>
            <a:r>
              <a:rPr lang="ru-RU" dirty="0"/>
              <a:t> </a:t>
            </a:r>
            <a:r>
              <a:rPr lang="ru-RU" dirty="0" err="1"/>
              <a:t>територій</a:t>
            </a:r>
            <a:r>
              <a:rPr lang="ru-RU" dirty="0"/>
              <a:t> А. Розенбергу: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B4E1E5D-327F-62F4-8B4F-004BD2F256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«Цей мільйон нам конче потрібен протягом наступних чотирьох місяців. Від 15 березня ми встановили щоденні норми вивезення робітників до </a:t>
            </a:r>
            <a:r>
              <a:rPr lang="uk-UA" i="1" dirty="0" err="1"/>
              <a:t>Райху</a:t>
            </a:r>
            <a:r>
              <a:rPr lang="uk-UA" i="1" dirty="0"/>
              <a:t>: з генерального комісаріату “Білорусі” – 500 осіб, з </a:t>
            </a:r>
            <a:r>
              <a:rPr lang="uk-UA" i="1" dirty="0" err="1"/>
              <a:t>райхскомісаріату</a:t>
            </a:r>
            <a:r>
              <a:rPr lang="uk-UA" i="1" dirty="0"/>
              <a:t> “Україна” – 1 000 осіб… Від 1 квітня цього року щоденна квота має бути подвоєна…»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696763E-0A27-308A-B379-5894B5A053B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02562773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0631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7497E2-C3F0-F113-2D5C-0D1DFBB7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документа</a:t>
            </a:r>
            <a:r>
              <a:rPr lang="uk-UA" dirty="0"/>
              <a:t> схарактеризовано ситуацію 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81241E7-ADB1-D38D-895D-6D07027BBA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«У межах українсько-білоруських земель, які включено до складу генерального округу «Житомир», станом на кінець 1941 - початок 1942 рр. проживало З млн 27 тис. осіб. На початку 1945 р. чисельність мешканців округу, попри збільшення його площі від 59 056 км2 до більше ніж 64 800 км2, зменшилася до 2 млн 916 тис. осіб»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57FE34B-A112-EB02-31AF-6B6AEBCA075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81912247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3713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FD6B4-5AB3-F9DB-806F-E0DC57C14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чинник</a:t>
            </a:r>
            <a:r>
              <a:rPr lang="ru-RU" dirty="0"/>
              <a:t>, на думку </a:t>
            </a:r>
            <a:r>
              <a:rPr lang="ru-RU" dirty="0" err="1"/>
              <a:t>вчених</a:t>
            </a:r>
            <a:r>
              <a:rPr lang="ru-RU" dirty="0"/>
              <a:t>, </a:t>
            </a:r>
            <a:r>
              <a:rPr lang="ru-RU" dirty="0" err="1"/>
              <a:t>сприяв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FC3D884-8908-03B9-66F5-144267B120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 «...переходу </a:t>
            </a:r>
            <a:r>
              <a:rPr lang="ru-RU" i="1" dirty="0" err="1"/>
              <a:t>радянського</a:t>
            </a:r>
            <a:r>
              <a:rPr lang="ru-RU" i="1" dirty="0"/>
              <a:t> </a:t>
            </a:r>
            <a:r>
              <a:rPr lang="ru-RU" i="1" dirty="0" err="1"/>
              <a:t>партизанського</a:t>
            </a:r>
            <a:r>
              <a:rPr lang="ru-RU" i="1" dirty="0"/>
              <a:t> руху на </a:t>
            </a:r>
            <a:r>
              <a:rPr lang="ru-RU" i="1" dirty="0" err="1"/>
              <a:t>якісно</a:t>
            </a:r>
            <a:r>
              <a:rPr lang="ru-RU" i="1" dirty="0"/>
              <a:t> </a:t>
            </a:r>
            <a:r>
              <a:rPr lang="ru-RU" i="1" dirty="0" err="1"/>
              <a:t>вищий</a:t>
            </a:r>
            <a:r>
              <a:rPr lang="ru-RU" i="1" dirty="0"/>
              <a:t> </a:t>
            </a:r>
            <a:r>
              <a:rPr lang="ru-RU" i="1" dirty="0" err="1"/>
              <a:t>щабель</a:t>
            </a:r>
            <a:r>
              <a:rPr lang="ru-RU" i="1" dirty="0"/>
              <a:t> і </a:t>
            </a:r>
            <a:r>
              <a:rPr lang="ru-RU" i="1" dirty="0" err="1"/>
              <a:t>перетворенню</a:t>
            </a:r>
            <a:r>
              <a:rPr lang="ru-RU" i="1" dirty="0"/>
              <a:t> </a:t>
            </a:r>
            <a:r>
              <a:rPr lang="ru-RU" i="1" dirty="0" err="1"/>
              <a:t>його</a:t>
            </a:r>
            <a:r>
              <a:rPr lang="ru-RU" i="1" dirty="0"/>
              <a:t> на </a:t>
            </a:r>
            <a:r>
              <a:rPr lang="ru-RU" i="1" dirty="0" err="1"/>
              <a:t>важливий</a:t>
            </a:r>
            <a:r>
              <a:rPr lang="ru-RU" i="1" dirty="0"/>
              <a:t> фактор </a:t>
            </a:r>
            <a:r>
              <a:rPr lang="ru-RU" i="1" dirty="0" err="1"/>
              <a:t>війни</a:t>
            </a:r>
            <a:r>
              <a:rPr lang="ru-RU" i="1" dirty="0"/>
              <a:t>, на </a:t>
            </a:r>
            <a:r>
              <a:rPr lang="ru-RU" i="1" dirty="0" err="1"/>
              <a:t>справжній</a:t>
            </a:r>
            <a:r>
              <a:rPr lang="ru-RU" i="1" dirty="0"/>
              <a:t> </a:t>
            </a:r>
            <a:r>
              <a:rPr lang="ru-RU" i="1" dirty="0" err="1"/>
              <a:t>другий</a:t>
            </a:r>
            <a:r>
              <a:rPr lang="ru-RU" i="1" dirty="0"/>
              <a:t> фронт у </a:t>
            </a:r>
            <a:r>
              <a:rPr lang="ru-RU" i="1" dirty="0" err="1"/>
              <a:t>тилу</a:t>
            </a:r>
            <a:r>
              <a:rPr lang="ru-RU" i="1" dirty="0"/>
              <a:t> ворога...»?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EE0529B-042A-101F-9005-C5A7E3F9D3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37400926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3207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25234-982C-7200-E3B2-F2EA5435A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Видатними</a:t>
            </a:r>
            <a:r>
              <a:rPr lang="ru-RU" dirty="0"/>
              <a:t> </a:t>
            </a:r>
            <a:r>
              <a:rPr lang="ru-RU" dirty="0" err="1"/>
              <a:t>представниками</a:t>
            </a:r>
            <a:r>
              <a:rPr lang="ru-RU" dirty="0"/>
              <a:t> </a:t>
            </a:r>
            <a:r>
              <a:rPr lang="ru-RU" dirty="0" err="1"/>
              <a:t>радянського</a:t>
            </a:r>
            <a:r>
              <a:rPr lang="ru-RU" dirty="0"/>
              <a:t> </a:t>
            </a:r>
            <a:r>
              <a:rPr lang="ru-RU" dirty="0" err="1"/>
              <a:t>партизанського</a:t>
            </a:r>
            <a:r>
              <a:rPr lang="ru-RU" dirty="0"/>
              <a:t> руху в роки </a:t>
            </a:r>
            <a:r>
              <a:rPr lang="ru-RU" dirty="0" err="1"/>
              <a:t>Великоі</a:t>
            </a:r>
            <a:r>
              <a:rPr lang="ru-RU" dirty="0"/>
              <a:t>̈ </a:t>
            </a:r>
            <a:r>
              <a:rPr lang="ru-RU" dirty="0" err="1"/>
              <a:t>Вітчизняноі</a:t>
            </a:r>
            <a:r>
              <a:rPr lang="ru-RU" dirty="0"/>
              <a:t>̈ </a:t>
            </a:r>
            <a:r>
              <a:rPr lang="ru-RU" dirty="0" err="1"/>
              <a:t>війни</a:t>
            </a:r>
            <a:r>
              <a:rPr lang="ru-RU" dirty="0"/>
              <a:t> були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C1AF11F-8037-AA58-F3F5-FB14383E51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6E1841A-E8BF-D4BD-83A6-519B924C39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>
              <a:lnSpc>
                <a:spcPts val="1500"/>
              </a:lnSpc>
              <a:spcAft>
                <a:spcPts val="750"/>
              </a:spcAft>
            </a:pPr>
            <a:b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</a:b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С. Тимошенко, М.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Кирпонос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М.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Ватутін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А. Мельник, С. Бандера, Р. Шухевич.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О. Довженко, О.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Теліга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О.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Ольжич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С. Ковпак, О. Федоров, О. Сабуров.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19245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79B010-202F-0CF5-8AB8-51C5D5F4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 кого з </a:t>
            </a:r>
            <a:r>
              <a:rPr lang="ru-RU" dirty="0" err="1"/>
              <a:t>діячів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494D6FE-0EAD-AA52-0910-8CF5074A45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i="1" dirty="0"/>
              <a:t>«Один із організаторів партизанського руху в Україні в роки Великої Вітчизняної війни. У 1941-1944 рр. — командир Путивльського партизанського загону, згодом — з’єднання партизанських загонів Сумської області, яке впродовж 1942-1943 рр. здійснило рейди з Брянських лісів на Правобережну та Західну Україну. У 1944 р. з’єднання перейменовано в 1-шу Українську партизанську дивізію, названу на його честь»?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13990EF-1BCB-1975-A284-1E5C84CABF8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46884023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8030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16D28-98EF-BEEF-33D6-4688DCB9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Якою</a:t>
            </a:r>
            <a:r>
              <a:rPr lang="ru-RU" dirty="0"/>
              <a:t> </a:t>
            </a:r>
            <a:r>
              <a:rPr lang="ru-RU" dirty="0" err="1"/>
              <a:t>була</a:t>
            </a:r>
            <a:r>
              <a:rPr lang="ru-RU" dirty="0"/>
              <a:t> мета </a:t>
            </a:r>
            <a:r>
              <a:rPr lang="ru-RU" dirty="0" err="1"/>
              <a:t>реалізації</a:t>
            </a:r>
            <a:r>
              <a:rPr lang="ru-RU" dirty="0"/>
              <a:t> </a:t>
            </a:r>
            <a:r>
              <a:rPr lang="ru-RU" dirty="0" err="1"/>
              <a:t>завдань</a:t>
            </a:r>
            <a:r>
              <a:rPr lang="ru-RU" dirty="0"/>
              <a:t> Центрального штабу </a:t>
            </a:r>
            <a:r>
              <a:rPr lang="ru-RU" dirty="0" err="1"/>
              <a:t>партизанського</a:t>
            </a:r>
            <a:r>
              <a:rPr lang="ru-RU" dirty="0"/>
              <a:t> руху: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B5ABFB9-4C30-A38E-5000-351584493C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i="1" dirty="0"/>
              <a:t>«...Штаб вимагає від партизанських загонів на весняно-літній період 1943 р. спрямувати всі свої сили на параліч роботи залізничних вузлів в тилу групи армій «Південь», руйнування залізниць, мостів, нищення ешелонів...»?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69E1571-2CCD-437B-453E-E6A959D381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4228995"/>
              </p:ext>
            </p:extLst>
          </p:nvPr>
        </p:nvGraphicFramePr>
        <p:xfrm>
          <a:off x="6170612" y="2667000"/>
          <a:ext cx="48768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6018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EAD495-BB15-312F-6D89-C0657172C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передбачало</a:t>
            </a:r>
            <a:r>
              <a:rPr lang="ru-RU" dirty="0"/>
              <a:t>, </a:t>
            </a:r>
            <a:r>
              <a:rPr lang="ru-RU" dirty="0" err="1"/>
              <a:t>окрім</a:t>
            </a:r>
            <a:r>
              <a:rPr lang="ru-RU" dirty="0"/>
              <a:t> </a:t>
            </a:r>
            <a:r>
              <a:rPr lang="ru-RU" dirty="0" err="1"/>
              <a:t>воєнних</a:t>
            </a:r>
            <a:r>
              <a:rPr lang="ru-RU" dirty="0"/>
              <a:t> </a:t>
            </a:r>
            <a:r>
              <a:rPr lang="ru-RU" dirty="0" err="1"/>
              <a:t>цілей</a:t>
            </a:r>
            <a:r>
              <a:rPr lang="ru-RU" dirty="0"/>
              <a:t>, </a:t>
            </a:r>
            <a:r>
              <a:rPr lang="ru-RU" dirty="0" err="1"/>
              <a:t>здійснення</a:t>
            </a:r>
            <a:r>
              <a:rPr lang="ru-RU" dirty="0"/>
              <a:t> </a:t>
            </a:r>
            <a:r>
              <a:rPr lang="ru-RU" dirty="0" err="1"/>
              <a:t>рейдів</a:t>
            </a:r>
            <a:r>
              <a:rPr lang="ru-RU" dirty="0"/>
              <a:t> </a:t>
            </a:r>
            <a:r>
              <a:rPr lang="ru-RU" dirty="0" err="1"/>
              <a:t>партизанських</a:t>
            </a:r>
            <a:r>
              <a:rPr lang="ru-RU" dirty="0"/>
              <a:t> </a:t>
            </a:r>
            <a:r>
              <a:rPr lang="ru-RU" dirty="0" err="1"/>
              <a:t>з'єднань</a:t>
            </a:r>
            <a:r>
              <a:rPr lang="ru-RU" dirty="0"/>
              <a:t> на </a:t>
            </a:r>
            <a:r>
              <a:rPr lang="ru-RU" dirty="0" err="1"/>
              <a:t>Правобережну</a:t>
            </a:r>
            <a:r>
              <a:rPr lang="ru-RU" dirty="0"/>
              <a:t> та </a:t>
            </a:r>
            <a:r>
              <a:rPr lang="ru-RU" dirty="0" err="1"/>
              <a:t>Західну</a:t>
            </a:r>
            <a:r>
              <a:rPr lang="ru-RU" dirty="0"/>
              <a:t> </a:t>
            </a:r>
            <a:r>
              <a:rPr lang="ru-RU" dirty="0" err="1"/>
              <a:t>Україну</a:t>
            </a:r>
            <a:r>
              <a:rPr lang="ru-RU" dirty="0"/>
              <a:t> в 1943 р.?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9B283E4-4E3E-593C-8C53-990C763D40C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03121915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193687F-542F-E06D-65A4-6460D1D307F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58634729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83207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37475-21EA-35B5-EF3B-E66D400EC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Рейди</a:t>
            </a:r>
            <a:r>
              <a:rPr lang="ru-RU" dirty="0"/>
              <a:t> </a:t>
            </a:r>
            <a:r>
              <a:rPr lang="ru-RU" dirty="0" err="1"/>
              <a:t>партизанських</a:t>
            </a:r>
            <a:r>
              <a:rPr lang="ru-RU" dirty="0"/>
              <a:t> </a:t>
            </a:r>
            <a:r>
              <a:rPr lang="ru-RU" dirty="0" err="1"/>
              <a:t>з’єднань</a:t>
            </a:r>
            <a:r>
              <a:rPr lang="ru-RU" dirty="0"/>
              <a:t> на </a:t>
            </a:r>
            <a:r>
              <a:rPr lang="ru-RU" dirty="0" err="1"/>
              <a:t>Правобережну</a:t>
            </a:r>
            <a:r>
              <a:rPr lang="ru-RU" dirty="0"/>
              <a:t> </a:t>
            </a:r>
            <a:r>
              <a:rPr lang="ru-RU" dirty="0" err="1"/>
              <a:t>Україну</a:t>
            </a:r>
            <a:r>
              <a:rPr lang="ru-RU" dirty="0"/>
              <a:t> в 1943 р., </a:t>
            </a:r>
            <a:r>
              <a:rPr lang="ru-RU" dirty="0" err="1"/>
              <a:t>окрім</a:t>
            </a:r>
            <a:r>
              <a:rPr lang="ru-RU" dirty="0"/>
              <a:t> </a:t>
            </a:r>
            <a:r>
              <a:rPr lang="ru-RU" dirty="0" err="1"/>
              <a:t>воєнних</a:t>
            </a:r>
            <a:r>
              <a:rPr lang="ru-RU" dirty="0"/>
              <a:t> </a:t>
            </a:r>
            <a:r>
              <a:rPr lang="ru-RU" dirty="0" err="1"/>
              <a:t>цілей</a:t>
            </a:r>
            <a:r>
              <a:rPr lang="ru-RU" dirty="0"/>
              <a:t>, </a:t>
            </a:r>
            <a:r>
              <a:rPr lang="ru-RU" dirty="0" err="1"/>
              <a:t>передбачали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D59B9B2-A155-3FF0-F161-D3563D5809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159221F-A68B-D7E6-7035-6D5659FF810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51500734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9105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70C13E-6DE6-1EFE-B45A-AABC6301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терміни</a:t>
            </a:r>
            <a:r>
              <a:rPr lang="ru-RU" dirty="0"/>
              <a:t> і </a:t>
            </a:r>
            <a:r>
              <a:rPr lang="ru-RU" dirty="0" err="1"/>
              <a:t>поняття</a:t>
            </a:r>
            <a:r>
              <a:rPr lang="ru-RU" dirty="0"/>
              <a:t> </a:t>
            </a:r>
            <a:r>
              <a:rPr lang="ru-RU" dirty="0" err="1"/>
              <a:t>слід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, </a:t>
            </a:r>
            <a:r>
              <a:rPr lang="ru-RU" dirty="0" err="1"/>
              <a:t>характеризуючи</a:t>
            </a:r>
            <a:r>
              <a:rPr lang="ru-RU" dirty="0"/>
              <a:t> </a:t>
            </a:r>
            <a:r>
              <a:rPr lang="ru-RU" dirty="0" err="1"/>
              <a:t>перебіг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на </a:t>
            </a:r>
            <a:r>
              <a:rPr lang="ru-RU" dirty="0" err="1"/>
              <a:t>території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в 1943 р.?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7D1FEB6-38D4-24DB-9A47-DBA12962EC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A7460F8-1F8B-B4F1-2688-16631476A8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37666838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39497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76F56-BBF1-4B91-51E9-2EBB664FF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Карикатура </a:t>
            </a:r>
            <a:r>
              <a:rPr lang="uk-UA" dirty="0" err="1"/>
              <a:t>Кукриніксів</a:t>
            </a:r>
            <a:r>
              <a:rPr lang="uk-UA" dirty="0"/>
              <a:t> відображає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5BCB648-9CBF-5AF1-E8BF-2B98E76A9E3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75684458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ACC452AF-E19C-2D57-B94A-91CD1E8036F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223" y="2667000"/>
            <a:ext cx="2923179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300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874A1-C8FC-1325-1778-3EFD41C6C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Західноукраїнські землі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A932CEE-0457-4706-D309-D5B95D8AA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663808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CEA328-C905-1859-F551-1EB7EA1C0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виходу</a:t>
            </a:r>
            <a:r>
              <a:rPr lang="ru-RU" dirty="0"/>
              <a:t> </a:t>
            </a:r>
            <a:r>
              <a:rPr lang="ru-RU" dirty="0" err="1"/>
              <a:t>друком</a:t>
            </a:r>
            <a:r>
              <a:rPr lang="ru-RU" dirty="0"/>
              <a:t> </a:t>
            </a:r>
            <a:r>
              <a:rPr lang="ru-RU" dirty="0" err="1"/>
              <a:t>часописів</a:t>
            </a:r>
            <a:r>
              <a:rPr lang="ru-RU" dirty="0"/>
              <a:t>, </a:t>
            </a:r>
            <a:r>
              <a:rPr lang="ru-RU" dirty="0" err="1"/>
              <a:t>фрагменти</a:t>
            </a:r>
            <a:r>
              <a:rPr lang="ru-RU" dirty="0"/>
              <a:t> </a:t>
            </a:r>
            <a:r>
              <a:rPr lang="ru-RU" dirty="0" err="1"/>
              <a:t>перших</a:t>
            </a:r>
            <a:r>
              <a:rPr lang="ru-RU" dirty="0"/>
              <a:t> </a:t>
            </a:r>
            <a:r>
              <a:rPr lang="ru-RU" dirty="0" err="1"/>
              <a:t>шпальт</a:t>
            </a:r>
            <a:r>
              <a:rPr lang="ru-RU" dirty="0"/>
              <a:t>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фото.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7B7A534-0095-39AA-5850-1FC48088F97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2667000"/>
            <a:ext cx="47625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1F8E317-1124-986D-8BBA-5EEEB1180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4843462"/>
            <a:ext cx="476250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AFDA43D5-B3EE-5971-28B6-AFE10807F4C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811" y="2651044"/>
            <a:ext cx="4173539" cy="1878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1205D80A-ED82-8C94-8D1D-1252FF76F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810" y="4665581"/>
            <a:ext cx="4173539" cy="200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015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1F0FFF-03C3-E816-1424-16965B9C2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фактів</a:t>
            </a:r>
            <a:r>
              <a:rPr lang="ru-RU" dirty="0"/>
              <a:t> </a:t>
            </a:r>
            <a:r>
              <a:rPr lang="ru-RU" dirty="0" err="1"/>
              <a:t>біографії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, </a:t>
            </a:r>
            <a:r>
              <a:rPr lang="ru-RU" dirty="0" err="1"/>
              <a:t>зображеного</a:t>
            </a:r>
            <a:r>
              <a:rPr lang="ru-RU" dirty="0"/>
              <a:t> на фото.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D28C60C-AD17-18C4-507F-4B311BF5C77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72895041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B34E5A28-6451-2135-9B4F-22D89540B3E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238" y="3062287"/>
            <a:ext cx="3105150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4452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CAFA0-AFC6-A538-BF29-9D9960A5F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5D1A7F-B890-A544-1EFD-6AB5FAF524D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56998414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98B9C108-B352-DEC6-191C-CC7A34FF8DF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3210134"/>
            <a:ext cx="4876800" cy="203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2578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7736E1-4B2B-6516-A5EC-680273BBC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Збройно-політична</a:t>
            </a:r>
            <a:r>
              <a:rPr lang="ru-RU" dirty="0"/>
              <a:t> </a:t>
            </a:r>
            <a:r>
              <a:rPr lang="ru-RU" dirty="0" err="1"/>
              <a:t>формація</a:t>
            </a:r>
            <a:r>
              <a:rPr lang="ru-RU" dirty="0"/>
              <a:t>, створена Т. </a:t>
            </a:r>
            <a:r>
              <a:rPr lang="ru-RU" dirty="0" err="1"/>
              <a:t>Боровцем</a:t>
            </a:r>
            <a:r>
              <a:rPr lang="ru-RU" dirty="0"/>
              <a:t> (Бульбою),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діяла</a:t>
            </a:r>
            <a:r>
              <a:rPr lang="ru-RU" dirty="0"/>
              <a:t> на </a:t>
            </a:r>
            <a:r>
              <a:rPr lang="ru-RU" dirty="0" err="1"/>
              <a:t>Волині</a:t>
            </a:r>
            <a:r>
              <a:rPr lang="ru-RU" dirty="0"/>
              <a:t> з червня 1941 р. до лютого 1944 р., </a:t>
            </a:r>
            <a:r>
              <a:rPr lang="ru-RU" dirty="0" err="1"/>
              <a:t>називалася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FDCB1DF-1BC8-AAA6-C748-8F524F6208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7FAF3B9-BE8E-BA7A-31D4-9FDA9AD8CB8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39550502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34007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2EB26F-CA0C-01C4-1499-1872FC9C2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Засновником</a:t>
            </a:r>
            <a:r>
              <a:rPr lang="ru-RU" dirty="0"/>
              <a:t> «</a:t>
            </a:r>
            <a:r>
              <a:rPr lang="ru-RU" dirty="0" err="1"/>
              <a:t>Поліської</a:t>
            </a:r>
            <a:r>
              <a:rPr lang="ru-RU" dirty="0"/>
              <a:t> </a:t>
            </a:r>
            <a:r>
              <a:rPr lang="ru-RU" dirty="0" err="1"/>
              <a:t>Січі</a:t>
            </a:r>
            <a:r>
              <a:rPr lang="ru-RU" dirty="0"/>
              <a:t>» – 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4500C1E-F2C2-2962-86D4-38240F0DAE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збройно-політичної</a:t>
            </a:r>
            <a:r>
              <a:rPr lang="ru-RU" dirty="0"/>
              <a:t> </a:t>
            </a:r>
            <a:r>
              <a:rPr lang="ru-RU" dirty="0" err="1"/>
              <a:t>формації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діяла</a:t>
            </a:r>
            <a:r>
              <a:rPr lang="ru-RU" dirty="0"/>
              <a:t> на </a:t>
            </a:r>
            <a:r>
              <a:rPr lang="ru-RU" dirty="0" err="1"/>
              <a:t>Волині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червня 1941 р. до лютого 1944 р., – </a:t>
            </a:r>
            <a:r>
              <a:rPr lang="ru-RU" dirty="0" err="1"/>
              <a:t>був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153942C-C1E5-572E-A2C6-EA035F5C442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42017655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13293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BCD08-5F05-BCAB-021C-9E6219BF6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Плакат, </a:t>
            </a:r>
            <a:r>
              <a:rPr lang="ru-RU" dirty="0" err="1"/>
              <a:t>зображений</a:t>
            </a:r>
            <a:r>
              <a:rPr lang="ru-RU" dirty="0"/>
              <a:t> на фото, </a:t>
            </a:r>
            <a:r>
              <a:rPr lang="ru-RU" dirty="0" err="1"/>
              <a:t>пропагував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BBF2245-11E6-94AF-1227-0771148951B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8350279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14BCADC6-3E5A-E9F1-8925-E642ADA27F7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400" y="2667000"/>
            <a:ext cx="2198825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8454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A4E03-0BA2-0178-E1E8-9F8B129EA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портрет </a:t>
            </a:r>
            <a:r>
              <a:rPr lang="ru-RU" dirty="0" err="1"/>
              <a:t>діяча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у 1943 р. </a:t>
            </a:r>
            <a:r>
              <a:rPr lang="ru-RU" dirty="0" err="1"/>
              <a:t>очолив</a:t>
            </a:r>
            <a:r>
              <a:rPr lang="ru-RU" dirty="0"/>
              <a:t> </a:t>
            </a:r>
            <a:r>
              <a:rPr lang="ru-RU" dirty="0" err="1"/>
              <a:t>Українську</a:t>
            </a:r>
            <a:r>
              <a:rPr lang="ru-RU" dirty="0"/>
              <a:t> </a:t>
            </a:r>
            <a:r>
              <a:rPr lang="ru-RU" dirty="0" err="1"/>
              <a:t>Повстанську</a:t>
            </a:r>
            <a:r>
              <a:rPr lang="ru-RU" dirty="0"/>
              <a:t> </a:t>
            </a:r>
            <a:r>
              <a:rPr lang="ru-RU" dirty="0" err="1"/>
              <a:t>Армію</a:t>
            </a:r>
            <a:r>
              <a:rPr lang="ru-RU" dirty="0"/>
              <a:t> (УПА).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C16B1A-644A-5AD8-4DA0-866FD3F9DDE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36"/>
          <a:stretch/>
        </p:blipFill>
        <p:spPr bwMode="auto">
          <a:xfrm>
            <a:off x="551521" y="2657477"/>
            <a:ext cx="2436177" cy="366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05CCD190-ABE1-E477-BED7-37CF29EAAD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19" t="422" r="51217" b="-422"/>
          <a:stretch/>
        </p:blipFill>
        <p:spPr bwMode="auto">
          <a:xfrm>
            <a:off x="3141729" y="2657477"/>
            <a:ext cx="2436177" cy="366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02F2CA9-7741-3B6D-5878-F6648DCD3B2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51" t="-360" r="25985" b="360"/>
          <a:stretch/>
        </p:blipFill>
        <p:spPr bwMode="auto">
          <a:xfrm>
            <a:off x="5792822" y="2657477"/>
            <a:ext cx="2436199" cy="366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9B91DCD1-A561-EB35-1284-4C4CFC61AB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84" r="-12"/>
          <a:stretch/>
        </p:blipFill>
        <p:spPr bwMode="auto">
          <a:xfrm>
            <a:off x="8443937" y="2657477"/>
            <a:ext cx="2603474" cy="370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17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FA22C-6425-AD24-8F43-901C3CBCA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9A8C4-045A-3EB1-DC44-EF4E3D80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</a:t>
            </a:r>
            <a:r>
              <a:rPr lang="ru-RU" dirty="0" err="1"/>
              <a:t>осіб</a:t>
            </a:r>
            <a:r>
              <a:rPr lang="ru-RU" dirty="0"/>
              <a:t> </a:t>
            </a:r>
            <a:r>
              <a:rPr lang="ru-RU" dirty="0" err="1"/>
              <a:t>міг</a:t>
            </a:r>
            <a:r>
              <a:rPr lang="ru-RU" dirty="0"/>
              <a:t> </a:t>
            </a:r>
            <a:r>
              <a:rPr lang="ru-RU" dirty="0" err="1"/>
              <a:t>давати</a:t>
            </a:r>
            <a:r>
              <a:rPr lang="ru-RU" dirty="0"/>
              <a:t> </a:t>
            </a:r>
            <a:r>
              <a:rPr lang="ru-RU" dirty="0" err="1"/>
              <a:t>таку</a:t>
            </a:r>
            <a:r>
              <a:rPr lang="ru-RU" dirty="0"/>
              <a:t> клятву</a:t>
            </a:r>
            <a:endParaRPr lang="uk-UA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AAD1B71-E084-E6D5-2A94-4EB426661F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19" t="422" r="51217" b="-422"/>
          <a:stretch/>
        </p:blipFill>
        <p:spPr bwMode="auto">
          <a:xfrm>
            <a:off x="6691442" y="3035389"/>
            <a:ext cx="1551310" cy="233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0818C6C-55A7-58DC-9227-62D61EB22BE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51" t="-360" r="25985" b="360"/>
          <a:stretch/>
        </p:blipFill>
        <p:spPr bwMode="auto">
          <a:xfrm>
            <a:off x="10405778" y="3035389"/>
            <a:ext cx="1551324" cy="233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CFC53F6-2E43-3EF3-6138-72E461D3EA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84" r="-12"/>
          <a:stretch/>
        </p:blipFill>
        <p:spPr bwMode="auto">
          <a:xfrm>
            <a:off x="8565193" y="4193740"/>
            <a:ext cx="1657842" cy="2356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80D340D-6EAD-C506-C007-2590FF77CB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«Я, воїн Української повстанської армії, узявши в руки зброю, урочисто клянуся своєю честю й совістю перед Великим Народом Українським... боротися за повне визволення всіх українських земель та українського народу від загарбників і здобути Українську Самостійну Соборну Державу...»?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5E2F2C7-0D5D-FA4B-9E9C-403D6D4C9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826" y="1724159"/>
            <a:ext cx="1552575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70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635210-EE5E-9845-72FC-48FB29755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F94D3C2-1357-1F8E-FD44-5AA705E2B13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94714936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763DB967-FAAA-FF2C-DBC1-BDA4F394DD9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8" y="2838450"/>
            <a:ext cx="447675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7122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ACAFC-E65F-5CE6-3B6F-2D0D5D7C1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таку</a:t>
            </a:r>
            <a:r>
              <a:rPr lang="ru-RU" dirty="0"/>
              <a:t> </a:t>
            </a:r>
            <a:r>
              <a:rPr lang="ru-RU" dirty="0" err="1"/>
              <a:t>позицію</a:t>
            </a:r>
            <a:r>
              <a:rPr lang="ru-RU" dirty="0"/>
              <a:t> у </a:t>
            </a:r>
            <a:r>
              <a:rPr lang="ru-RU" dirty="0" err="1"/>
              <a:t>зверненні</a:t>
            </a:r>
            <a:r>
              <a:rPr lang="ru-RU" dirty="0"/>
              <a:t> до </a:t>
            </a:r>
            <a:r>
              <a:rPr lang="ru-RU" dirty="0" err="1"/>
              <a:t>українського</a:t>
            </a:r>
            <a:r>
              <a:rPr lang="ru-RU" dirty="0"/>
              <a:t> народу в роки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світової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проголосив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19DBE33-6AA2-7173-5BE2-7125AE219C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i="1" dirty="0"/>
              <a:t>«Український народ не хоче й не буде своєю кров'ю рятувати Німеччину. Якщо Німеччина стоїть сьогодні перед смертельною небезпекою зі Сходу, то це наслідки дикунської політики німецького імперіалізму серед поневолених народів Сходу... Ми боремося за Українську державу, а не за чужий імперіалізм. Ми мусимо берегти наші сили, бо ми впевнені, що війна у своїй кінцевій фазі </a:t>
            </a:r>
            <a:r>
              <a:rPr lang="uk-UA" i="1" dirty="0" err="1"/>
              <a:t>надасть</a:t>
            </a:r>
            <a:r>
              <a:rPr lang="uk-UA" i="1" dirty="0"/>
              <a:t> нам державу...»,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0BA3C3-AD80-ECBA-A64F-831A2EE7FA0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55530366"/>
              </p:ext>
            </p:extLst>
          </p:nvPr>
        </p:nvGraphicFramePr>
        <p:xfrm>
          <a:off x="6170612" y="2514601"/>
          <a:ext cx="4876800" cy="3603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2287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FE7EE7-259D-95C1-437A-9CD1DDE66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Основна</a:t>
            </a:r>
            <a:r>
              <a:rPr lang="ru-RU" dirty="0"/>
              <a:t> </a:t>
            </a:r>
            <a:r>
              <a:rPr lang="ru-RU" dirty="0" err="1"/>
              <a:t>боротьба</a:t>
            </a:r>
            <a:r>
              <a:rPr lang="ru-RU" dirty="0"/>
              <a:t> </a:t>
            </a:r>
            <a:r>
              <a:rPr lang="ru-RU" dirty="0" err="1"/>
              <a:t>загонів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повстанської</a:t>
            </a:r>
            <a:r>
              <a:rPr lang="ru-RU" dirty="0"/>
              <a:t> </a:t>
            </a:r>
            <a:r>
              <a:rPr lang="ru-RU" dirty="0" err="1"/>
              <a:t>армії</a:t>
            </a:r>
            <a:r>
              <a:rPr lang="ru-RU" dirty="0"/>
              <a:t> в 1942 р. – 1950-х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точилася</a:t>
            </a:r>
            <a:r>
              <a:rPr lang="ru-RU" dirty="0"/>
              <a:t> на землях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2647F85-29CC-5F1E-0A94-16E9D48913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D467E66-BAAF-BB4B-3DD8-41621379D41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24970991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384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44ED5-449A-28A6-6671-5FC7D6481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Укажіть події, пов’язані з діяльністю Організації українських націоналістів (ОУН) в роки Другої світової війни.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8554E1C-7F79-C0C3-9540-901B2EF5078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23550556"/>
              </p:ext>
            </p:extLst>
          </p:nvPr>
        </p:nvGraphicFramePr>
        <p:xfrm>
          <a:off x="1141412" y="2666999"/>
          <a:ext cx="4876800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DC4D1C1-4ED8-4B0D-7CF8-ABC556FD17E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23066094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931962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87829-3E17-CFA2-6222-14F17178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</a:t>
            </a:r>
            <a:r>
              <a:rPr lang="ru-RU" dirty="0" err="1"/>
              <a:t>карті</a:t>
            </a:r>
            <a:r>
              <a:rPr lang="ru-RU" dirty="0"/>
              <a:t> жирною пунктирною </a:t>
            </a:r>
            <a:r>
              <a:rPr lang="ru-RU" dirty="0" err="1"/>
              <a:t>лінією</a:t>
            </a:r>
            <a:r>
              <a:rPr lang="ru-RU" dirty="0"/>
              <a:t> </a:t>
            </a:r>
            <a:r>
              <a:rPr lang="ru-RU" dirty="0" err="1"/>
              <a:t>позначено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27B840B-BAC0-57F0-5839-EB100961E8A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52877404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06F22A54-1D31-EFB9-D180-79AA3ABF0AD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87" y="2667000"/>
            <a:ext cx="4495251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94874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16898-C143-EEA6-470D-547A9A4C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Розташуйте</a:t>
            </a:r>
            <a:r>
              <a:rPr lang="ru-RU" dirty="0"/>
              <a:t> </a:t>
            </a:r>
            <a:r>
              <a:rPr lang="ru-RU" dirty="0" err="1"/>
              <a:t>зображені</a:t>
            </a:r>
            <a:r>
              <a:rPr lang="ru-RU" dirty="0"/>
              <a:t> </a:t>
            </a:r>
            <a:r>
              <a:rPr lang="ru-RU" dirty="0" err="1"/>
              <a:t>плакати</a:t>
            </a:r>
            <a:r>
              <a:rPr lang="ru-RU" dirty="0"/>
              <a:t> </a:t>
            </a:r>
            <a:r>
              <a:rPr lang="ru-RU" dirty="0" err="1"/>
              <a:t>відповідно</a:t>
            </a:r>
            <a:r>
              <a:rPr lang="ru-RU" dirty="0"/>
              <a:t> до </a:t>
            </a:r>
            <a:r>
              <a:rPr lang="ru-RU" dirty="0" err="1"/>
              <a:t>послідовності</a:t>
            </a:r>
            <a:r>
              <a:rPr lang="ru-RU" dirty="0"/>
              <a:t> </a:t>
            </a:r>
            <a:r>
              <a:rPr lang="ru-RU" dirty="0" err="1"/>
              <a:t>віх</a:t>
            </a:r>
            <a:r>
              <a:rPr lang="ru-RU" dirty="0"/>
              <a:t>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8E2091B-35C9-71CA-5AA4-CA95EC5C318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180" y="2730354"/>
            <a:ext cx="2885841" cy="357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23095ABB-1190-0876-715A-009CA031028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695" y="2730354"/>
            <a:ext cx="2698904" cy="362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2DE83241-0793-F680-013F-6BE164DC5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981" y="2730354"/>
            <a:ext cx="2616754" cy="3574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A4761E14-EB9D-E3FF-60E6-06BB756AD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26" y="2730354"/>
            <a:ext cx="2449226" cy="357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6561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5F6ADF-C971-533A-8761-9562D37D7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включення</a:t>
            </a:r>
            <a:r>
              <a:rPr lang="ru-RU" dirty="0"/>
              <a:t> до складу </a:t>
            </a:r>
            <a:r>
              <a:rPr lang="ru-RU" dirty="0" err="1"/>
              <a:t>Української</a:t>
            </a:r>
            <a:r>
              <a:rPr lang="ru-RU" dirty="0"/>
              <a:t> РСР </a:t>
            </a:r>
            <a:r>
              <a:rPr lang="ru-RU" dirty="0" err="1"/>
              <a:t>вказаних</a:t>
            </a:r>
            <a:r>
              <a:rPr lang="ru-RU" dirty="0"/>
              <a:t> </a:t>
            </a:r>
            <a:r>
              <a:rPr lang="ru-RU" dirty="0" err="1"/>
              <a:t>історико-географічних</a:t>
            </a:r>
            <a:r>
              <a:rPr lang="ru-RU" dirty="0"/>
              <a:t> </a:t>
            </a:r>
            <a:r>
              <a:rPr lang="ru-RU" dirty="0" err="1"/>
              <a:t>регіонів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6BF41B7-793F-3A49-ACA8-B84AFBAA54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AB9D603-A297-5DBF-7CA2-3BC264837E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43884209"/>
              </p:ext>
            </p:extLst>
          </p:nvPr>
        </p:nvGraphicFramePr>
        <p:xfrm>
          <a:off x="6170612" y="2667000"/>
          <a:ext cx="48768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96110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ітчаста">
  <a:themeElements>
    <a:clrScheme name="Сітчаст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Сітчаст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ітчаст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Сітчаста</Template>
  <TotalTime>130</TotalTime>
  <Words>2112</Words>
  <Application>Microsoft Office PowerPoint</Application>
  <PresentationFormat>Широкий екран</PresentationFormat>
  <Paragraphs>228</Paragraphs>
  <Slides>46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46</vt:i4>
      </vt:variant>
    </vt:vector>
  </HeadingPairs>
  <TitlesOfParts>
    <vt:vector size="49" baseType="lpstr">
      <vt:lpstr>Arial</vt:lpstr>
      <vt:lpstr>Century Gothic</vt:lpstr>
      <vt:lpstr>Сітчаста</vt:lpstr>
      <vt:lpstr>Друга світова війна: Рух Опору (1941–1943)</vt:lpstr>
      <vt:lpstr>Поняття «рух Опору» є протилежним за суттю та змістом поняттю</vt:lpstr>
      <vt:lpstr>Установіть відповідність між поняттями та їхніми визначеннями.</vt:lpstr>
      <vt:lpstr>Установіть відповідність між пронумерованим на картосхемі адміністративним окупаційним утворенням часів Великої Вітчизняної війни (1941-1945 рр.) та його назвою й підпорядкуванням.</vt:lpstr>
      <vt:lpstr>Якою цифрою на картосхемі позначено рейхскомісаріат «Україна» - адміністративно-територіальну одиницю німецького окупаційного цивільного управління в роки Другої світової війни?</vt:lpstr>
      <vt:lpstr>Про яку адміністративну одиницю, створену окупантами на українських землях у роки Другої світової війни, ідеться в уривку з історичного джерела</vt:lpstr>
      <vt:lpstr>З іменем якого діяча пов’язані описані нижче події?</vt:lpstr>
      <vt:lpstr>Чи правильне твердження?</vt:lpstr>
      <vt:lpstr>Документ є свідченням проведення радянською владою в роки Другої світової війни заходів з</vt:lpstr>
      <vt:lpstr>Заходи з</vt:lpstr>
      <vt:lpstr>Установіть послідовність виходу друком газет часів Другої світової війни, фрагменти перших шпальт яких зображено на фото.</vt:lpstr>
      <vt:lpstr>Розташуйте фрагменти перших шпальт номерів газети в послідовності виходу їх друком.</vt:lpstr>
      <vt:lpstr>Бойові дії на території України в 1941 р. призвели до</vt:lpstr>
      <vt:lpstr>Укажіть союзників Німеччини в роки Другої світової війни, військові з'єднання яких окупували територію українських земель.</vt:lpstr>
      <vt:lpstr>На карті позначено лінію фронту часів Великої Вітчизняної війни станом на:</vt:lpstr>
      <vt:lpstr>Окупація України</vt:lpstr>
      <vt:lpstr>Спільною метою усіх течій руху Опору в Україні в роки Другої світової війни було</vt:lpstr>
      <vt:lpstr>Національно-визвольна боротьба українського народу проти окупантів у роки Другої світової війни відбувалася у формі</vt:lpstr>
      <vt:lpstr>Який термін використовується в історичній літературі</vt:lpstr>
      <vt:lpstr>Укажіть характерні риси нацистського окупаційного режиму в Україні в роки Великої Вітчизняної війни (1941–1945 рр.).</vt:lpstr>
      <vt:lpstr>Проаналізуйте директиву керівнику Райхсміністерства в справах окупованих східних територій А. Розенбергу:</vt:lpstr>
      <vt:lpstr>В уривку з історичного документа схарактеризовано ситуацію в</vt:lpstr>
      <vt:lpstr>Який чинник, на думку вчених, сприяв</vt:lpstr>
      <vt:lpstr>Видатними представниками радянського партизанського руху в роки Великої Вітчизняної війни були</vt:lpstr>
      <vt:lpstr>Про кого з діячів йдеться в уривку з історичного джерела:</vt:lpstr>
      <vt:lpstr>Якою була мета реалізації завдань Центрального штабу партизанського руху:</vt:lpstr>
      <vt:lpstr>Що передбачало, окрім воєнних цілей, здійснення рейдів партизанських з'єднань на Правобережну та Західну Україну в 1943 р.?</vt:lpstr>
      <vt:lpstr>Рейди партизанських з’єднань на Правобережну Україну в 1943 р., окрім воєнних цілей, передбачали</vt:lpstr>
      <vt:lpstr>Які терміни і поняття слід використовувати, характеризуючи перебіг подій на території України в 1943 р.?</vt:lpstr>
      <vt:lpstr>Карикатура Кукриніксів відображає</vt:lpstr>
      <vt:lpstr>Західноукраїнські землі</vt:lpstr>
      <vt:lpstr>Установіть послідовність виходу друком часописів, фрагменти перших шпальт яких зображено на фото.</vt:lpstr>
      <vt:lpstr>Установіть послідовність фактів біографії діяча, зображеного на фото.</vt:lpstr>
      <vt:lpstr>На фото зображено</vt:lpstr>
      <vt:lpstr>Збройно-політична формація, створена Т. Боровцем (Бульбою), що діяла на Волині з червня 1941 р. до лютого 1944 р., називалася</vt:lpstr>
      <vt:lpstr>Засновником «Поліської Січі» – </vt:lpstr>
      <vt:lpstr>Плакат, зображений на фото, пропагував</vt:lpstr>
      <vt:lpstr>Укажіть портрет діяча, який у 1943 р. очолив Українську Повстанську Армію (УПА).</vt:lpstr>
      <vt:lpstr>Хто із зображених осіб міг давати таку клятву</vt:lpstr>
      <vt:lpstr>На фото зображено</vt:lpstr>
      <vt:lpstr>таку позицію у зверненні до українського народу в роки Другої світової війни проголосив</vt:lpstr>
      <vt:lpstr>Основна боротьба загонів Української повстанської армії в 1942 р. – 1950-х рр. точилася на землях</vt:lpstr>
      <vt:lpstr>Укажіть події, пов’язані з діяльністю Організації українських націоналістів (ОУН) в роки Другої світової війни.</vt:lpstr>
      <vt:lpstr>На карті жирною пунктирною лінією позначено</vt:lpstr>
      <vt:lpstr>Розташуйте зображені плакати відповідно до послідовності віх в історії України.</vt:lpstr>
      <vt:lpstr>Установіть послідовність включення до складу Української РСР вказаних історико-географічних регіонів.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3</cp:revision>
  <dcterms:created xsi:type="dcterms:W3CDTF">2025-03-01T20:57:00Z</dcterms:created>
  <dcterms:modified xsi:type="dcterms:W3CDTF">2025-03-02T10:02:51Z</dcterms:modified>
</cp:coreProperties>
</file>