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60" r:id="rId3"/>
    <p:sldId id="261" r:id="rId4"/>
    <p:sldId id="263" r:id="rId5"/>
    <p:sldId id="272" r:id="rId6"/>
    <p:sldId id="271" r:id="rId7"/>
    <p:sldId id="262" r:id="rId8"/>
    <p:sldId id="275" r:id="rId9"/>
    <p:sldId id="278" r:id="rId10"/>
    <p:sldId id="267" r:id="rId11"/>
    <p:sldId id="268" r:id="rId12"/>
    <p:sldId id="269" r:id="rId13"/>
    <p:sldId id="270" r:id="rId14"/>
    <p:sldId id="259" r:id="rId15"/>
    <p:sldId id="286" r:id="rId16"/>
    <p:sldId id="273" r:id="rId17"/>
    <p:sldId id="265" r:id="rId18"/>
    <p:sldId id="257" r:id="rId19"/>
    <p:sldId id="276" r:id="rId20"/>
    <p:sldId id="266" r:id="rId21"/>
    <p:sldId id="258" r:id="rId22"/>
    <p:sldId id="274" r:id="rId23"/>
    <p:sldId id="264" r:id="rId24"/>
    <p:sldId id="281" r:id="rId25"/>
    <p:sldId id="287" r:id="rId26"/>
    <p:sldId id="288" r:id="rId27"/>
    <p:sldId id="289" r:id="rId28"/>
    <p:sldId id="280" r:id="rId29"/>
    <p:sldId id="277" r:id="rId30"/>
    <p:sldId id="282" r:id="rId31"/>
    <p:sldId id="279" r:id="rId32"/>
    <p:sldId id="283" r:id="rId33"/>
    <p:sldId id="284" r:id="rId34"/>
    <p:sldId id="290" r:id="rId35"/>
    <p:sldId id="291" r:id="rId36"/>
    <p:sldId id="292" r:id="rId37"/>
    <p:sldId id="295" r:id="rId38"/>
    <p:sldId id="296" r:id="rId39"/>
    <p:sldId id="293" r:id="rId40"/>
    <p:sldId id="294" r:id="rId41"/>
    <p:sldId id="285" r:id="rId42"/>
    <p:sldId id="297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озділ за замовчуванням" id="{ABDEC6FD-7101-4E94-A853-E284268F4165}">
          <p14:sldIdLst>
            <p14:sldId id="256"/>
          </p14:sldIdLst>
        </p14:section>
        <p14:section name="Короткий зміст попереднього" id="{E2F8C024-3D6A-4BD1-97EB-2E484EE73CA8}">
          <p14:sldIdLst>
            <p14:sldId id="260"/>
            <p14:sldId id="261"/>
          </p14:sldIdLst>
        </p14:section>
        <p14:section name="Політика" id="{B4303861-888C-44FD-A3AD-399C9A3FBC2D}">
          <p14:sldIdLst>
            <p14:sldId id="263"/>
            <p14:sldId id="272"/>
            <p14:sldId id="271"/>
            <p14:sldId id="262"/>
            <p14:sldId id="275"/>
            <p14:sldId id="278"/>
            <p14:sldId id="267"/>
            <p14:sldId id="268"/>
            <p14:sldId id="269"/>
            <p14:sldId id="270"/>
          </p14:sldIdLst>
        </p14:section>
        <p14:section name="Війна з радянщиною" id="{CD2036B0-F403-4C68-ACB1-E321448D271A}">
          <p14:sldIdLst>
            <p14:sldId id="259"/>
            <p14:sldId id="286"/>
            <p14:sldId id="273"/>
            <p14:sldId id="265"/>
            <p14:sldId id="257"/>
            <p14:sldId id="276"/>
            <p14:sldId id="266"/>
            <p14:sldId id="258"/>
            <p14:sldId id="274"/>
            <p14:sldId id="264"/>
          </p14:sldIdLst>
        </p14:section>
        <p14:section name="Дипломатія" id="{2F87CC17-D66F-472D-BA8E-9C30A419CF85}">
          <p14:sldIdLst>
            <p14:sldId id="281"/>
            <p14:sldId id="287"/>
            <p14:sldId id="288"/>
            <p14:sldId id="289"/>
            <p14:sldId id="280"/>
            <p14:sldId id="277"/>
            <p14:sldId id="282"/>
          </p14:sldIdLst>
        </p14:section>
        <p14:section name="Додаткове" id="{72C69F79-F79F-4B40-9D2A-EB44464156AA}">
          <p14:sldIdLst>
            <p14:sldId id="279"/>
            <p14:sldId id="283"/>
            <p14:sldId id="284"/>
            <p14:sldId id="290"/>
            <p14:sldId id="291"/>
            <p14:sldId id="292"/>
            <p14:sldId id="295"/>
            <p14:sldId id="296"/>
            <p14:sldId id="293"/>
            <p14:sldId id="294"/>
            <p14:sldId id="285"/>
            <p14:sldId id="29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78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EED9DF-6B47-4AB7-AB51-7E36C87C780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1804652-10AF-42D7-98D2-2A7FFD55238C}">
      <dgm:prSet/>
      <dgm:spPr/>
      <dgm:t>
        <a:bodyPr/>
        <a:lstStyle/>
        <a:p>
          <a:r>
            <a:rPr lang="ru-RU" b="0" i="0" baseline="0"/>
            <a:t>«Вільним козацтвом».</a:t>
          </a:r>
          <a:endParaRPr lang="uk-UA"/>
        </a:p>
      </dgm:t>
    </dgm:pt>
    <dgm:pt modelId="{44621E77-690C-4304-9F98-4E34830783DD}" type="parTrans" cxnId="{B108433C-FEC4-43FF-A2AC-48FDD80E9920}">
      <dgm:prSet/>
      <dgm:spPr/>
      <dgm:t>
        <a:bodyPr/>
        <a:lstStyle/>
        <a:p>
          <a:endParaRPr lang="uk-UA"/>
        </a:p>
      </dgm:t>
    </dgm:pt>
    <dgm:pt modelId="{8EA948A9-3B1E-45F6-8BC2-D69249F46D4E}" type="sibTrans" cxnId="{B108433C-FEC4-43FF-A2AC-48FDD80E9920}">
      <dgm:prSet/>
      <dgm:spPr/>
      <dgm:t>
        <a:bodyPr/>
        <a:lstStyle/>
        <a:p>
          <a:endParaRPr lang="uk-UA"/>
        </a:p>
      </dgm:t>
    </dgm:pt>
    <dgm:pt modelId="{4F13646D-6578-4E0F-BD3A-CC1BB36DB9F7}">
      <dgm:prSet/>
      <dgm:spPr/>
      <dgm:t>
        <a:bodyPr/>
        <a:lstStyle/>
        <a:p>
          <a:r>
            <a:rPr lang="ru-RU" b="0" i="0" baseline="0"/>
            <a:t>«Січовими стрільцями».</a:t>
          </a:r>
          <a:endParaRPr lang="uk-UA"/>
        </a:p>
      </dgm:t>
    </dgm:pt>
    <dgm:pt modelId="{DBECA320-5233-4C88-91CF-32EC254D0E4C}" type="parTrans" cxnId="{EDB80C39-6634-4AA8-8D30-585DBBF13568}">
      <dgm:prSet/>
      <dgm:spPr/>
      <dgm:t>
        <a:bodyPr/>
        <a:lstStyle/>
        <a:p>
          <a:endParaRPr lang="uk-UA"/>
        </a:p>
      </dgm:t>
    </dgm:pt>
    <dgm:pt modelId="{0C4766CB-2968-49AF-8B05-F845428B0E4C}" type="sibTrans" cxnId="{EDB80C39-6634-4AA8-8D30-585DBBF13568}">
      <dgm:prSet/>
      <dgm:spPr/>
      <dgm:t>
        <a:bodyPr/>
        <a:lstStyle/>
        <a:p>
          <a:endParaRPr lang="uk-UA"/>
        </a:p>
      </dgm:t>
    </dgm:pt>
    <dgm:pt modelId="{B13DB8F3-2300-46A7-8706-F4A6EE61A150}">
      <dgm:prSet/>
      <dgm:spPr/>
      <dgm:t>
        <a:bodyPr/>
        <a:lstStyle/>
        <a:p>
          <a:r>
            <a:rPr lang="ru-RU" b="0" i="0" baseline="0"/>
            <a:t>«Похідними групами».</a:t>
          </a:r>
          <a:endParaRPr lang="uk-UA"/>
        </a:p>
      </dgm:t>
    </dgm:pt>
    <dgm:pt modelId="{CF200EE7-1C82-4A21-B1D1-3A02361AC326}" type="parTrans" cxnId="{F17F1156-EFD2-469D-BCF6-E16DE361EB14}">
      <dgm:prSet/>
      <dgm:spPr/>
      <dgm:t>
        <a:bodyPr/>
        <a:lstStyle/>
        <a:p>
          <a:endParaRPr lang="uk-UA"/>
        </a:p>
      </dgm:t>
    </dgm:pt>
    <dgm:pt modelId="{D09C8721-DB23-426C-89EE-EA754C6FB816}" type="sibTrans" cxnId="{F17F1156-EFD2-469D-BCF6-E16DE361EB14}">
      <dgm:prSet/>
      <dgm:spPr/>
      <dgm:t>
        <a:bodyPr/>
        <a:lstStyle/>
        <a:p>
          <a:endParaRPr lang="uk-UA"/>
        </a:p>
      </dgm:t>
    </dgm:pt>
    <dgm:pt modelId="{0C061C62-C883-40B1-84C2-5A99800C618A}">
      <dgm:prSet/>
      <dgm:spPr/>
      <dgm:t>
        <a:bodyPr/>
        <a:lstStyle/>
        <a:p>
          <a:r>
            <a:rPr lang="ru-RU" b="0" i="0" baseline="0"/>
            <a:t>«Поліською Січчю».</a:t>
          </a:r>
          <a:endParaRPr lang="uk-UA"/>
        </a:p>
      </dgm:t>
    </dgm:pt>
    <dgm:pt modelId="{9789FCFA-EDBA-44C6-AB0F-960C6E96FFDF}" type="parTrans" cxnId="{FDD4AD95-BB2C-4F01-8921-A530F56E2C37}">
      <dgm:prSet/>
      <dgm:spPr/>
      <dgm:t>
        <a:bodyPr/>
        <a:lstStyle/>
        <a:p>
          <a:endParaRPr lang="uk-UA"/>
        </a:p>
      </dgm:t>
    </dgm:pt>
    <dgm:pt modelId="{DB8CC2A3-7ECD-4054-8FC0-C0200FCCE8A4}" type="sibTrans" cxnId="{FDD4AD95-BB2C-4F01-8921-A530F56E2C37}">
      <dgm:prSet/>
      <dgm:spPr/>
      <dgm:t>
        <a:bodyPr/>
        <a:lstStyle/>
        <a:p>
          <a:endParaRPr lang="uk-UA"/>
        </a:p>
      </dgm:t>
    </dgm:pt>
    <dgm:pt modelId="{F41AC5F0-16EB-4544-A3AB-60E9421079E1}" type="pres">
      <dgm:prSet presAssocID="{D5EED9DF-6B47-4AB7-AB51-7E36C87C780C}" presName="linear" presStyleCnt="0">
        <dgm:presLayoutVars>
          <dgm:animLvl val="lvl"/>
          <dgm:resizeHandles val="exact"/>
        </dgm:presLayoutVars>
      </dgm:prSet>
      <dgm:spPr/>
    </dgm:pt>
    <dgm:pt modelId="{40A9B06B-0FE8-4830-81FF-F59136005E9F}" type="pres">
      <dgm:prSet presAssocID="{E1804652-10AF-42D7-98D2-2A7FFD55238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01D9B74-71EE-4F45-836B-FA4ED7324373}" type="pres">
      <dgm:prSet presAssocID="{8EA948A9-3B1E-45F6-8BC2-D69249F46D4E}" presName="spacer" presStyleCnt="0"/>
      <dgm:spPr/>
    </dgm:pt>
    <dgm:pt modelId="{1C2E7D6C-1191-4720-9777-BD99EBA6E7B3}" type="pres">
      <dgm:prSet presAssocID="{4F13646D-6578-4E0F-BD3A-CC1BB36DB9F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29B5263-8CD3-461C-A445-7FE0427546B6}" type="pres">
      <dgm:prSet presAssocID="{0C4766CB-2968-49AF-8B05-F845428B0E4C}" presName="spacer" presStyleCnt="0"/>
      <dgm:spPr/>
    </dgm:pt>
    <dgm:pt modelId="{991C557D-7C71-4B14-84D4-92C06D79F442}" type="pres">
      <dgm:prSet presAssocID="{B13DB8F3-2300-46A7-8706-F4A6EE61A15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0ED643E-FD40-452C-BD37-5C08CB335C3A}" type="pres">
      <dgm:prSet presAssocID="{D09C8721-DB23-426C-89EE-EA754C6FB816}" presName="spacer" presStyleCnt="0"/>
      <dgm:spPr/>
    </dgm:pt>
    <dgm:pt modelId="{A68622EE-F4CD-40F4-BCC3-FA895F49D657}" type="pres">
      <dgm:prSet presAssocID="{0C061C62-C883-40B1-84C2-5A99800C618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DB80C39-6634-4AA8-8D30-585DBBF13568}" srcId="{D5EED9DF-6B47-4AB7-AB51-7E36C87C780C}" destId="{4F13646D-6578-4E0F-BD3A-CC1BB36DB9F7}" srcOrd="1" destOrd="0" parTransId="{DBECA320-5233-4C88-91CF-32EC254D0E4C}" sibTransId="{0C4766CB-2968-49AF-8B05-F845428B0E4C}"/>
    <dgm:cxn modelId="{B108433C-FEC4-43FF-A2AC-48FDD80E9920}" srcId="{D5EED9DF-6B47-4AB7-AB51-7E36C87C780C}" destId="{E1804652-10AF-42D7-98D2-2A7FFD55238C}" srcOrd="0" destOrd="0" parTransId="{44621E77-690C-4304-9F98-4E34830783DD}" sibTransId="{8EA948A9-3B1E-45F6-8BC2-D69249F46D4E}"/>
    <dgm:cxn modelId="{F17F1156-EFD2-469D-BCF6-E16DE361EB14}" srcId="{D5EED9DF-6B47-4AB7-AB51-7E36C87C780C}" destId="{B13DB8F3-2300-46A7-8706-F4A6EE61A150}" srcOrd="2" destOrd="0" parTransId="{CF200EE7-1C82-4A21-B1D1-3A02361AC326}" sibTransId="{D09C8721-DB23-426C-89EE-EA754C6FB816}"/>
    <dgm:cxn modelId="{4D8C8989-A039-46CD-A923-7F30276B48B6}" type="presOf" srcId="{0C061C62-C883-40B1-84C2-5A99800C618A}" destId="{A68622EE-F4CD-40F4-BCC3-FA895F49D657}" srcOrd="0" destOrd="0" presId="urn:microsoft.com/office/officeart/2005/8/layout/vList2"/>
    <dgm:cxn modelId="{3FEDAB8D-1DC8-43D9-988A-29F889D0A4B0}" type="presOf" srcId="{4F13646D-6578-4E0F-BD3A-CC1BB36DB9F7}" destId="{1C2E7D6C-1191-4720-9777-BD99EBA6E7B3}" srcOrd="0" destOrd="0" presId="urn:microsoft.com/office/officeart/2005/8/layout/vList2"/>
    <dgm:cxn modelId="{FDD4AD95-BB2C-4F01-8921-A530F56E2C37}" srcId="{D5EED9DF-6B47-4AB7-AB51-7E36C87C780C}" destId="{0C061C62-C883-40B1-84C2-5A99800C618A}" srcOrd="3" destOrd="0" parTransId="{9789FCFA-EDBA-44C6-AB0F-960C6E96FFDF}" sibTransId="{DB8CC2A3-7ECD-4054-8FC0-C0200FCCE8A4}"/>
    <dgm:cxn modelId="{2AC06797-5EAF-47DA-8F54-FF1C17302685}" type="presOf" srcId="{B13DB8F3-2300-46A7-8706-F4A6EE61A150}" destId="{991C557D-7C71-4B14-84D4-92C06D79F442}" srcOrd="0" destOrd="0" presId="urn:microsoft.com/office/officeart/2005/8/layout/vList2"/>
    <dgm:cxn modelId="{4B70919B-464F-4D62-AD80-7836D1ADF96C}" type="presOf" srcId="{E1804652-10AF-42D7-98D2-2A7FFD55238C}" destId="{40A9B06B-0FE8-4830-81FF-F59136005E9F}" srcOrd="0" destOrd="0" presId="urn:microsoft.com/office/officeart/2005/8/layout/vList2"/>
    <dgm:cxn modelId="{5CC864DF-54B1-4A42-B705-03FCBBF7C28A}" type="presOf" srcId="{D5EED9DF-6B47-4AB7-AB51-7E36C87C780C}" destId="{F41AC5F0-16EB-4544-A3AB-60E9421079E1}" srcOrd="0" destOrd="0" presId="urn:microsoft.com/office/officeart/2005/8/layout/vList2"/>
    <dgm:cxn modelId="{9B899814-8D20-435A-8412-C1B732042197}" type="presParOf" srcId="{F41AC5F0-16EB-4544-A3AB-60E9421079E1}" destId="{40A9B06B-0FE8-4830-81FF-F59136005E9F}" srcOrd="0" destOrd="0" presId="urn:microsoft.com/office/officeart/2005/8/layout/vList2"/>
    <dgm:cxn modelId="{B3769646-1BA1-4C6C-890B-60415967CAB5}" type="presParOf" srcId="{F41AC5F0-16EB-4544-A3AB-60E9421079E1}" destId="{701D9B74-71EE-4F45-836B-FA4ED7324373}" srcOrd="1" destOrd="0" presId="urn:microsoft.com/office/officeart/2005/8/layout/vList2"/>
    <dgm:cxn modelId="{8DF4CEF5-6A7C-4037-95E7-DE70BBA28B80}" type="presParOf" srcId="{F41AC5F0-16EB-4544-A3AB-60E9421079E1}" destId="{1C2E7D6C-1191-4720-9777-BD99EBA6E7B3}" srcOrd="2" destOrd="0" presId="urn:microsoft.com/office/officeart/2005/8/layout/vList2"/>
    <dgm:cxn modelId="{C5A4F72C-0AAC-4473-A577-DF55E5F7A1D6}" type="presParOf" srcId="{F41AC5F0-16EB-4544-A3AB-60E9421079E1}" destId="{F29B5263-8CD3-461C-A445-7FE0427546B6}" srcOrd="3" destOrd="0" presId="urn:microsoft.com/office/officeart/2005/8/layout/vList2"/>
    <dgm:cxn modelId="{B2E8CF3B-1705-4541-9008-1AD8F7BDE166}" type="presParOf" srcId="{F41AC5F0-16EB-4544-A3AB-60E9421079E1}" destId="{991C557D-7C71-4B14-84D4-92C06D79F442}" srcOrd="4" destOrd="0" presId="urn:microsoft.com/office/officeart/2005/8/layout/vList2"/>
    <dgm:cxn modelId="{478FA3B9-16A3-4608-934B-C1D1446B16FB}" type="presParOf" srcId="{F41AC5F0-16EB-4544-A3AB-60E9421079E1}" destId="{D0ED643E-FD40-452C-BD37-5C08CB335C3A}" srcOrd="5" destOrd="0" presId="urn:microsoft.com/office/officeart/2005/8/layout/vList2"/>
    <dgm:cxn modelId="{EB0E7A29-D312-4B29-8F7E-359FCE3F2470}" type="presParOf" srcId="{F41AC5F0-16EB-4544-A3AB-60E9421079E1}" destId="{A68622EE-F4CD-40F4-BCC3-FA895F49D65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1428183-30C9-45E6-B0D6-4ED438A8D7E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AE989D1-AC78-468A-A869-2EC0A26F54E7}">
      <dgm:prSet/>
      <dgm:spPr/>
      <dgm:t>
        <a:bodyPr/>
        <a:lstStyle/>
        <a:p>
          <a:r>
            <a:rPr lang="ru-RU" b="0" i="0" baseline="0"/>
            <a:t>виступу «полуботківців».</a:t>
          </a:r>
          <a:endParaRPr lang="uk-UA"/>
        </a:p>
      </dgm:t>
    </dgm:pt>
    <dgm:pt modelId="{2535E04E-7699-4B9F-87FB-38B972537B5E}" type="parTrans" cxnId="{696BAD61-9A28-4758-8A74-898E69A9D63E}">
      <dgm:prSet/>
      <dgm:spPr/>
      <dgm:t>
        <a:bodyPr/>
        <a:lstStyle/>
        <a:p>
          <a:endParaRPr lang="uk-UA"/>
        </a:p>
      </dgm:t>
    </dgm:pt>
    <dgm:pt modelId="{BB949DF8-C315-4157-A69F-3EDA5F8C6940}" type="sibTrans" cxnId="{696BAD61-9A28-4758-8A74-898E69A9D63E}">
      <dgm:prSet/>
      <dgm:spPr/>
      <dgm:t>
        <a:bodyPr/>
        <a:lstStyle/>
        <a:p>
          <a:endParaRPr lang="uk-UA"/>
        </a:p>
      </dgm:t>
    </dgm:pt>
    <dgm:pt modelId="{61FD6FC6-407E-4838-927E-9549747CB723}">
      <dgm:prSet/>
      <dgm:spPr/>
      <dgm:t>
        <a:bodyPr/>
        <a:lstStyle/>
        <a:p>
          <a:r>
            <a:rPr lang="ru-RU" b="0" i="0" baseline="0"/>
            <a:t>гетьманського перевороту.</a:t>
          </a:r>
          <a:endParaRPr lang="uk-UA"/>
        </a:p>
      </dgm:t>
    </dgm:pt>
    <dgm:pt modelId="{80305D56-2566-4B7E-BE7F-47D306EF37F6}" type="parTrans" cxnId="{09F8E9B9-14EF-4F94-8410-803FEF0F1199}">
      <dgm:prSet/>
      <dgm:spPr/>
      <dgm:t>
        <a:bodyPr/>
        <a:lstStyle/>
        <a:p>
          <a:endParaRPr lang="uk-UA"/>
        </a:p>
      </dgm:t>
    </dgm:pt>
    <dgm:pt modelId="{5B8953CD-3C57-4BD1-BA24-9989B59BCE62}" type="sibTrans" cxnId="{09F8E9B9-14EF-4F94-8410-803FEF0F1199}">
      <dgm:prSet/>
      <dgm:spPr/>
      <dgm:t>
        <a:bodyPr/>
        <a:lstStyle/>
        <a:p>
          <a:endParaRPr lang="uk-UA"/>
        </a:p>
      </dgm:t>
    </dgm:pt>
    <dgm:pt modelId="{C07F6D3B-BFAC-410A-88BD-59153136D6C6}">
      <dgm:prSet/>
      <dgm:spPr/>
      <dgm:t>
        <a:bodyPr/>
        <a:lstStyle/>
        <a:p>
          <a:r>
            <a:rPr lang="ru-RU" b="0" i="0" baseline="0"/>
            <a:t>створення Української Центральної Ради.</a:t>
          </a:r>
          <a:endParaRPr lang="uk-UA"/>
        </a:p>
      </dgm:t>
    </dgm:pt>
    <dgm:pt modelId="{40746D32-21D6-4D12-8111-9D61004B8414}" type="parTrans" cxnId="{5147F48A-0107-4703-85A8-8C06CDC6BDFB}">
      <dgm:prSet/>
      <dgm:spPr/>
      <dgm:t>
        <a:bodyPr/>
        <a:lstStyle/>
        <a:p>
          <a:endParaRPr lang="uk-UA"/>
        </a:p>
      </dgm:t>
    </dgm:pt>
    <dgm:pt modelId="{76020454-01CB-4B3E-A438-89FC976BDF5E}" type="sibTrans" cxnId="{5147F48A-0107-4703-85A8-8C06CDC6BDFB}">
      <dgm:prSet/>
      <dgm:spPr/>
      <dgm:t>
        <a:bodyPr/>
        <a:lstStyle/>
        <a:p>
          <a:endParaRPr lang="uk-UA"/>
        </a:p>
      </dgm:t>
    </dgm:pt>
    <dgm:pt modelId="{1C7BBC10-4692-441E-953D-61DBC6E07ACB}">
      <dgm:prSet/>
      <dgm:spPr/>
      <dgm:t>
        <a:bodyPr/>
        <a:lstStyle/>
        <a:p>
          <a:r>
            <a:rPr lang="ru-RU" b="0" i="0" baseline="0"/>
            <a:t>скликання Всеукраїнського національного конгресу.</a:t>
          </a:r>
          <a:endParaRPr lang="uk-UA"/>
        </a:p>
      </dgm:t>
    </dgm:pt>
    <dgm:pt modelId="{1AF8A330-2803-478E-92DF-BAEB3300C178}" type="parTrans" cxnId="{3006AD1A-9F4B-4A7F-9C6B-BFA11F51D407}">
      <dgm:prSet/>
      <dgm:spPr/>
      <dgm:t>
        <a:bodyPr/>
        <a:lstStyle/>
        <a:p>
          <a:endParaRPr lang="uk-UA"/>
        </a:p>
      </dgm:t>
    </dgm:pt>
    <dgm:pt modelId="{27B0A489-B015-45CD-8BC9-B6BE63F7E0A8}" type="sibTrans" cxnId="{3006AD1A-9F4B-4A7F-9C6B-BFA11F51D407}">
      <dgm:prSet/>
      <dgm:spPr/>
      <dgm:t>
        <a:bodyPr/>
        <a:lstStyle/>
        <a:p>
          <a:endParaRPr lang="uk-UA"/>
        </a:p>
      </dgm:t>
    </dgm:pt>
    <dgm:pt modelId="{9006C413-21C2-48F7-BD3F-65ACFFD542CD}" type="pres">
      <dgm:prSet presAssocID="{D1428183-30C9-45E6-B0D6-4ED438A8D7E9}" presName="linear" presStyleCnt="0">
        <dgm:presLayoutVars>
          <dgm:animLvl val="lvl"/>
          <dgm:resizeHandles val="exact"/>
        </dgm:presLayoutVars>
      </dgm:prSet>
      <dgm:spPr/>
    </dgm:pt>
    <dgm:pt modelId="{73D0D124-8943-4A91-AC84-27D56F41B70E}" type="pres">
      <dgm:prSet presAssocID="{4AE989D1-AC78-468A-A869-2EC0A26F54E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A9FF4C7-3184-47B0-88D4-48E80B513836}" type="pres">
      <dgm:prSet presAssocID="{BB949DF8-C315-4157-A69F-3EDA5F8C6940}" presName="spacer" presStyleCnt="0"/>
      <dgm:spPr/>
    </dgm:pt>
    <dgm:pt modelId="{BE89861B-64AB-42FF-871E-674C618488F8}" type="pres">
      <dgm:prSet presAssocID="{61FD6FC6-407E-4838-927E-9549747CB72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C873A61-EC88-48E6-9629-8B076DF06A85}" type="pres">
      <dgm:prSet presAssocID="{5B8953CD-3C57-4BD1-BA24-9989B59BCE62}" presName="spacer" presStyleCnt="0"/>
      <dgm:spPr/>
    </dgm:pt>
    <dgm:pt modelId="{640A5DD3-C13B-41E9-8E19-397DE86A3C5A}" type="pres">
      <dgm:prSet presAssocID="{C07F6D3B-BFAC-410A-88BD-59153136D6C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558C03A-8FFA-477F-8AC9-DF6F9B8BC400}" type="pres">
      <dgm:prSet presAssocID="{76020454-01CB-4B3E-A438-89FC976BDF5E}" presName="spacer" presStyleCnt="0"/>
      <dgm:spPr/>
    </dgm:pt>
    <dgm:pt modelId="{C56A89AD-9AF2-4D8B-8FFF-B11B6B40B218}" type="pres">
      <dgm:prSet presAssocID="{1C7BBC10-4692-441E-953D-61DBC6E07AC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3C7CE06-9F47-40C5-A1B0-569815BA4807}" type="presOf" srcId="{C07F6D3B-BFAC-410A-88BD-59153136D6C6}" destId="{640A5DD3-C13B-41E9-8E19-397DE86A3C5A}" srcOrd="0" destOrd="0" presId="urn:microsoft.com/office/officeart/2005/8/layout/vList2"/>
    <dgm:cxn modelId="{3006AD1A-9F4B-4A7F-9C6B-BFA11F51D407}" srcId="{D1428183-30C9-45E6-B0D6-4ED438A8D7E9}" destId="{1C7BBC10-4692-441E-953D-61DBC6E07ACB}" srcOrd="3" destOrd="0" parTransId="{1AF8A330-2803-478E-92DF-BAEB3300C178}" sibTransId="{27B0A489-B015-45CD-8BC9-B6BE63F7E0A8}"/>
    <dgm:cxn modelId="{3F36B11A-B6C7-4A58-B706-E174E3B18C8E}" type="presOf" srcId="{4AE989D1-AC78-468A-A869-2EC0A26F54E7}" destId="{73D0D124-8943-4A91-AC84-27D56F41B70E}" srcOrd="0" destOrd="0" presId="urn:microsoft.com/office/officeart/2005/8/layout/vList2"/>
    <dgm:cxn modelId="{696BAD61-9A28-4758-8A74-898E69A9D63E}" srcId="{D1428183-30C9-45E6-B0D6-4ED438A8D7E9}" destId="{4AE989D1-AC78-468A-A869-2EC0A26F54E7}" srcOrd="0" destOrd="0" parTransId="{2535E04E-7699-4B9F-87FB-38B972537B5E}" sibTransId="{BB949DF8-C315-4157-A69F-3EDA5F8C6940}"/>
    <dgm:cxn modelId="{6630224C-D9BD-4BD8-88F7-201D624015F3}" type="presOf" srcId="{61FD6FC6-407E-4838-927E-9549747CB723}" destId="{BE89861B-64AB-42FF-871E-674C618488F8}" srcOrd="0" destOrd="0" presId="urn:microsoft.com/office/officeart/2005/8/layout/vList2"/>
    <dgm:cxn modelId="{5147F48A-0107-4703-85A8-8C06CDC6BDFB}" srcId="{D1428183-30C9-45E6-B0D6-4ED438A8D7E9}" destId="{C07F6D3B-BFAC-410A-88BD-59153136D6C6}" srcOrd="2" destOrd="0" parTransId="{40746D32-21D6-4D12-8111-9D61004B8414}" sibTransId="{76020454-01CB-4B3E-A438-89FC976BDF5E}"/>
    <dgm:cxn modelId="{BFE9CCAE-3C78-403F-B758-ED5B114B22B1}" type="presOf" srcId="{D1428183-30C9-45E6-B0D6-4ED438A8D7E9}" destId="{9006C413-21C2-48F7-BD3F-65ACFFD542CD}" srcOrd="0" destOrd="0" presId="urn:microsoft.com/office/officeart/2005/8/layout/vList2"/>
    <dgm:cxn modelId="{99CCAFB6-E5F5-4E62-A57C-3DA057AEF437}" type="presOf" srcId="{1C7BBC10-4692-441E-953D-61DBC6E07ACB}" destId="{C56A89AD-9AF2-4D8B-8FFF-B11B6B40B218}" srcOrd="0" destOrd="0" presId="urn:microsoft.com/office/officeart/2005/8/layout/vList2"/>
    <dgm:cxn modelId="{09F8E9B9-14EF-4F94-8410-803FEF0F1199}" srcId="{D1428183-30C9-45E6-B0D6-4ED438A8D7E9}" destId="{61FD6FC6-407E-4838-927E-9549747CB723}" srcOrd="1" destOrd="0" parTransId="{80305D56-2566-4B7E-BE7F-47D306EF37F6}" sibTransId="{5B8953CD-3C57-4BD1-BA24-9989B59BCE62}"/>
    <dgm:cxn modelId="{D900FEF7-C519-4B72-B179-93EACB29528A}" type="presParOf" srcId="{9006C413-21C2-48F7-BD3F-65ACFFD542CD}" destId="{73D0D124-8943-4A91-AC84-27D56F41B70E}" srcOrd="0" destOrd="0" presId="urn:microsoft.com/office/officeart/2005/8/layout/vList2"/>
    <dgm:cxn modelId="{8FA4479E-C728-4E1B-BA86-A8E177BA2E23}" type="presParOf" srcId="{9006C413-21C2-48F7-BD3F-65ACFFD542CD}" destId="{1A9FF4C7-3184-47B0-88D4-48E80B513836}" srcOrd="1" destOrd="0" presId="urn:microsoft.com/office/officeart/2005/8/layout/vList2"/>
    <dgm:cxn modelId="{688B1F3A-2F7C-42DC-B91D-287AF655D6BB}" type="presParOf" srcId="{9006C413-21C2-48F7-BD3F-65ACFFD542CD}" destId="{BE89861B-64AB-42FF-871E-674C618488F8}" srcOrd="2" destOrd="0" presId="urn:microsoft.com/office/officeart/2005/8/layout/vList2"/>
    <dgm:cxn modelId="{65C45DA7-36C3-46C1-A6A3-EE9D99A29C2F}" type="presParOf" srcId="{9006C413-21C2-48F7-BD3F-65ACFFD542CD}" destId="{4C873A61-EC88-48E6-9629-8B076DF06A85}" srcOrd="3" destOrd="0" presId="urn:microsoft.com/office/officeart/2005/8/layout/vList2"/>
    <dgm:cxn modelId="{8FAC4E8A-5C02-4737-B34B-1701ACB634FD}" type="presParOf" srcId="{9006C413-21C2-48F7-BD3F-65ACFFD542CD}" destId="{640A5DD3-C13B-41E9-8E19-397DE86A3C5A}" srcOrd="4" destOrd="0" presId="urn:microsoft.com/office/officeart/2005/8/layout/vList2"/>
    <dgm:cxn modelId="{8A0D8BD6-2EF0-4A20-B982-DC39791AFC8E}" type="presParOf" srcId="{9006C413-21C2-48F7-BD3F-65ACFFD542CD}" destId="{0558C03A-8FFA-477F-8AC9-DF6F9B8BC400}" srcOrd="5" destOrd="0" presId="urn:microsoft.com/office/officeart/2005/8/layout/vList2"/>
    <dgm:cxn modelId="{C91D989C-647F-43BB-88DB-4DD9937173B0}" type="presParOf" srcId="{9006C413-21C2-48F7-BD3F-65ACFFD542CD}" destId="{C56A89AD-9AF2-4D8B-8FFF-B11B6B40B21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704FFE5-CEF4-46D1-B7F1-2680BD54E01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2C6808E-4A1A-4929-B872-1CDFA25E13AD}">
      <dgm:prSet/>
      <dgm:spPr/>
      <dgm:t>
        <a:bodyPr/>
        <a:lstStyle/>
        <a:p>
          <a:r>
            <a:rPr lang="ru-RU" b="0" i="0" baseline="0"/>
            <a:t>листопад — грудень 1917 р.</a:t>
          </a:r>
          <a:endParaRPr lang="uk-UA"/>
        </a:p>
      </dgm:t>
    </dgm:pt>
    <dgm:pt modelId="{E4C117D1-CE43-4E79-8B39-3314A8D03427}" type="parTrans" cxnId="{85A80AC5-D4E7-4365-BCD2-7AC9F47ED366}">
      <dgm:prSet/>
      <dgm:spPr/>
      <dgm:t>
        <a:bodyPr/>
        <a:lstStyle/>
        <a:p>
          <a:endParaRPr lang="uk-UA"/>
        </a:p>
      </dgm:t>
    </dgm:pt>
    <dgm:pt modelId="{5859FFB2-5BAD-4643-B422-932FC30DF1BE}" type="sibTrans" cxnId="{85A80AC5-D4E7-4365-BCD2-7AC9F47ED366}">
      <dgm:prSet/>
      <dgm:spPr/>
      <dgm:t>
        <a:bodyPr/>
        <a:lstStyle/>
        <a:p>
          <a:endParaRPr lang="uk-UA"/>
        </a:p>
      </dgm:t>
    </dgm:pt>
    <dgm:pt modelId="{003677D4-3EB2-4764-83AE-0C5695B46C43}">
      <dgm:prSet/>
      <dgm:spPr/>
      <dgm:t>
        <a:bodyPr/>
        <a:lstStyle/>
        <a:p>
          <a:r>
            <a:rPr lang="ru-RU" b="0" i="0" baseline="0"/>
            <a:t>грудень 1917 — січень 1918 рр.</a:t>
          </a:r>
          <a:endParaRPr lang="uk-UA"/>
        </a:p>
      </dgm:t>
    </dgm:pt>
    <dgm:pt modelId="{1CB71DB7-8FCA-4E47-8C71-21018F86C09E}" type="parTrans" cxnId="{4E9A4722-F2A8-4C3D-A346-995BBC5B7BAE}">
      <dgm:prSet/>
      <dgm:spPr/>
      <dgm:t>
        <a:bodyPr/>
        <a:lstStyle/>
        <a:p>
          <a:endParaRPr lang="uk-UA"/>
        </a:p>
      </dgm:t>
    </dgm:pt>
    <dgm:pt modelId="{B3B037C8-A784-4AE5-8C26-A62619637BE0}" type="sibTrans" cxnId="{4E9A4722-F2A8-4C3D-A346-995BBC5B7BAE}">
      <dgm:prSet/>
      <dgm:spPr/>
      <dgm:t>
        <a:bodyPr/>
        <a:lstStyle/>
        <a:p>
          <a:endParaRPr lang="uk-UA"/>
        </a:p>
      </dgm:t>
    </dgm:pt>
    <dgm:pt modelId="{ABE6FA13-774E-4C46-A45A-81E686D47136}">
      <dgm:prSet/>
      <dgm:spPr/>
      <dgm:t>
        <a:bodyPr/>
        <a:lstStyle/>
        <a:p>
          <a:r>
            <a:rPr lang="ru-RU" b="0" i="0" baseline="0"/>
            <a:t>січень — лютий 1918 р.</a:t>
          </a:r>
          <a:endParaRPr lang="uk-UA"/>
        </a:p>
      </dgm:t>
    </dgm:pt>
    <dgm:pt modelId="{336D7579-04CD-43D4-8E2B-BEF481CAECA7}" type="parTrans" cxnId="{3975CA74-6B58-49EE-993A-CA65FFC0AC9A}">
      <dgm:prSet/>
      <dgm:spPr/>
      <dgm:t>
        <a:bodyPr/>
        <a:lstStyle/>
        <a:p>
          <a:endParaRPr lang="uk-UA"/>
        </a:p>
      </dgm:t>
    </dgm:pt>
    <dgm:pt modelId="{2D7E2127-094A-4A7E-8BD8-D22FCEBA9369}" type="sibTrans" cxnId="{3975CA74-6B58-49EE-993A-CA65FFC0AC9A}">
      <dgm:prSet/>
      <dgm:spPr/>
      <dgm:t>
        <a:bodyPr/>
        <a:lstStyle/>
        <a:p>
          <a:endParaRPr lang="uk-UA"/>
        </a:p>
      </dgm:t>
    </dgm:pt>
    <dgm:pt modelId="{C72059A1-D4B5-4332-B17F-1BC3C18F8E1F}">
      <dgm:prSet/>
      <dgm:spPr/>
      <dgm:t>
        <a:bodyPr/>
        <a:lstStyle/>
        <a:p>
          <a:r>
            <a:rPr lang="ru-RU" b="0" i="0" baseline="0"/>
            <a:t>лютий — березень 1918 р</a:t>
          </a:r>
          <a:endParaRPr lang="uk-UA"/>
        </a:p>
      </dgm:t>
    </dgm:pt>
    <dgm:pt modelId="{47195CE8-1F48-4DC5-8730-850ABF6C2C53}" type="parTrans" cxnId="{7FABB8EE-00A5-4E87-A5EE-B965FB4B20AD}">
      <dgm:prSet/>
      <dgm:spPr/>
      <dgm:t>
        <a:bodyPr/>
        <a:lstStyle/>
        <a:p>
          <a:endParaRPr lang="uk-UA"/>
        </a:p>
      </dgm:t>
    </dgm:pt>
    <dgm:pt modelId="{DC541676-1EAC-4A53-BD0D-F890C7775BA9}" type="sibTrans" cxnId="{7FABB8EE-00A5-4E87-A5EE-B965FB4B20AD}">
      <dgm:prSet/>
      <dgm:spPr/>
      <dgm:t>
        <a:bodyPr/>
        <a:lstStyle/>
        <a:p>
          <a:endParaRPr lang="uk-UA"/>
        </a:p>
      </dgm:t>
    </dgm:pt>
    <dgm:pt modelId="{D93A59A0-4131-475C-9D89-35F7EB34F985}" type="pres">
      <dgm:prSet presAssocID="{2704FFE5-CEF4-46D1-B7F1-2680BD54E01F}" presName="linear" presStyleCnt="0">
        <dgm:presLayoutVars>
          <dgm:animLvl val="lvl"/>
          <dgm:resizeHandles val="exact"/>
        </dgm:presLayoutVars>
      </dgm:prSet>
      <dgm:spPr/>
    </dgm:pt>
    <dgm:pt modelId="{DC916FF8-9EDE-4554-A824-F746D332D2D1}" type="pres">
      <dgm:prSet presAssocID="{D2C6808E-4A1A-4929-B872-1CDFA25E13A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A20A127-A6EF-4056-B739-174BC933AF52}" type="pres">
      <dgm:prSet presAssocID="{5859FFB2-5BAD-4643-B422-932FC30DF1BE}" presName="spacer" presStyleCnt="0"/>
      <dgm:spPr/>
    </dgm:pt>
    <dgm:pt modelId="{C1ADC239-50B5-43D6-B0C9-E56A4B430074}" type="pres">
      <dgm:prSet presAssocID="{003677D4-3EB2-4764-83AE-0C5695B46C4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1EB8DEE-6050-4A02-B547-360A2D78D613}" type="pres">
      <dgm:prSet presAssocID="{B3B037C8-A784-4AE5-8C26-A62619637BE0}" presName="spacer" presStyleCnt="0"/>
      <dgm:spPr/>
    </dgm:pt>
    <dgm:pt modelId="{A100E2A6-2904-4CB0-A1A0-928C44922762}" type="pres">
      <dgm:prSet presAssocID="{ABE6FA13-774E-4C46-A45A-81E686D4713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09924F2-C446-415C-A331-5C3C7C084798}" type="pres">
      <dgm:prSet presAssocID="{2D7E2127-094A-4A7E-8BD8-D22FCEBA9369}" presName="spacer" presStyleCnt="0"/>
      <dgm:spPr/>
    </dgm:pt>
    <dgm:pt modelId="{6335ED5D-4CCA-4F84-964B-6E597F0FA1A7}" type="pres">
      <dgm:prSet presAssocID="{C72059A1-D4B5-4332-B17F-1BC3C18F8E1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C3C6F1C-D5F7-42AE-A567-8BB3DFA27A6A}" type="presOf" srcId="{C72059A1-D4B5-4332-B17F-1BC3C18F8E1F}" destId="{6335ED5D-4CCA-4F84-964B-6E597F0FA1A7}" srcOrd="0" destOrd="0" presId="urn:microsoft.com/office/officeart/2005/8/layout/vList2"/>
    <dgm:cxn modelId="{4E9A4722-F2A8-4C3D-A346-995BBC5B7BAE}" srcId="{2704FFE5-CEF4-46D1-B7F1-2680BD54E01F}" destId="{003677D4-3EB2-4764-83AE-0C5695B46C43}" srcOrd="1" destOrd="0" parTransId="{1CB71DB7-8FCA-4E47-8C71-21018F86C09E}" sibTransId="{B3B037C8-A784-4AE5-8C26-A62619637BE0}"/>
    <dgm:cxn modelId="{C2D07822-97C3-483B-BFF0-15AE81575ED0}" type="presOf" srcId="{2704FFE5-CEF4-46D1-B7F1-2680BD54E01F}" destId="{D93A59A0-4131-475C-9D89-35F7EB34F985}" srcOrd="0" destOrd="0" presId="urn:microsoft.com/office/officeart/2005/8/layout/vList2"/>
    <dgm:cxn modelId="{8240BF4C-74AA-44FA-B919-07470E3E9429}" type="presOf" srcId="{ABE6FA13-774E-4C46-A45A-81E686D47136}" destId="{A100E2A6-2904-4CB0-A1A0-928C44922762}" srcOrd="0" destOrd="0" presId="urn:microsoft.com/office/officeart/2005/8/layout/vList2"/>
    <dgm:cxn modelId="{3975CA74-6B58-49EE-993A-CA65FFC0AC9A}" srcId="{2704FFE5-CEF4-46D1-B7F1-2680BD54E01F}" destId="{ABE6FA13-774E-4C46-A45A-81E686D47136}" srcOrd="2" destOrd="0" parTransId="{336D7579-04CD-43D4-8E2B-BEF481CAECA7}" sibTransId="{2D7E2127-094A-4A7E-8BD8-D22FCEBA9369}"/>
    <dgm:cxn modelId="{85A80AC5-D4E7-4365-BCD2-7AC9F47ED366}" srcId="{2704FFE5-CEF4-46D1-B7F1-2680BD54E01F}" destId="{D2C6808E-4A1A-4929-B872-1CDFA25E13AD}" srcOrd="0" destOrd="0" parTransId="{E4C117D1-CE43-4E79-8B39-3314A8D03427}" sibTransId="{5859FFB2-5BAD-4643-B422-932FC30DF1BE}"/>
    <dgm:cxn modelId="{F93896DE-45B9-409B-8300-335CBE8D0E2D}" type="presOf" srcId="{003677D4-3EB2-4764-83AE-0C5695B46C43}" destId="{C1ADC239-50B5-43D6-B0C9-E56A4B430074}" srcOrd="0" destOrd="0" presId="urn:microsoft.com/office/officeart/2005/8/layout/vList2"/>
    <dgm:cxn modelId="{7FABB8EE-00A5-4E87-A5EE-B965FB4B20AD}" srcId="{2704FFE5-CEF4-46D1-B7F1-2680BD54E01F}" destId="{C72059A1-D4B5-4332-B17F-1BC3C18F8E1F}" srcOrd="3" destOrd="0" parTransId="{47195CE8-1F48-4DC5-8730-850ABF6C2C53}" sibTransId="{DC541676-1EAC-4A53-BD0D-F890C7775BA9}"/>
    <dgm:cxn modelId="{C595D7EE-B75B-4B29-B00C-0155C57E9097}" type="presOf" srcId="{D2C6808E-4A1A-4929-B872-1CDFA25E13AD}" destId="{DC916FF8-9EDE-4554-A824-F746D332D2D1}" srcOrd="0" destOrd="0" presId="urn:microsoft.com/office/officeart/2005/8/layout/vList2"/>
    <dgm:cxn modelId="{67DBD73B-43BD-46D2-8682-E2B0A7AC54F5}" type="presParOf" srcId="{D93A59A0-4131-475C-9D89-35F7EB34F985}" destId="{DC916FF8-9EDE-4554-A824-F746D332D2D1}" srcOrd="0" destOrd="0" presId="urn:microsoft.com/office/officeart/2005/8/layout/vList2"/>
    <dgm:cxn modelId="{52868E8E-0A38-4634-BDB0-3B9A15FE4C34}" type="presParOf" srcId="{D93A59A0-4131-475C-9D89-35F7EB34F985}" destId="{0A20A127-A6EF-4056-B739-174BC933AF52}" srcOrd="1" destOrd="0" presId="urn:microsoft.com/office/officeart/2005/8/layout/vList2"/>
    <dgm:cxn modelId="{C8175842-0805-4B49-995C-0815E013B40C}" type="presParOf" srcId="{D93A59A0-4131-475C-9D89-35F7EB34F985}" destId="{C1ADC239-50B5-43D6-B0C9-E56A4B430074}" srcOrd="2" destOrd="0" presId="urn:microsoft.com/office/officeart/2005/8/layout/vList2"/>
    <dgm:cxn modelId="{89289D82-78DE-4F84-A940-3522ED5936CB}" type="presParOf" srcId="{D93A59A0-4131-475C-9D89-35F7EB34F985}" destId="{D1EB8DEE-6050-4A02-B547-360A2D78D613}" srcOrd="3" destOrd="0" presId="urn:microsoft.com/office/officeart/2005/8/layout/vList2"/>
    <dgm:cxn modelId="{5DE36525-EC14-40A1-A286-8769DB59E04F}" type="presParOf" srcId="{D93A59A0-4131-475C-9D89-35F7EB34F985}" destId="{A100E2A6-2904-4CB0-A1A0-928C44922762}" srcOrd="4" destOrd="0" presId="urn:microsoft.com/office/officeart/2005/8/layout/vList2"/>
    <dgm:cxn modelId="{9B47B070-FB98-4BFA-9871-82DC53D0CA43}" type="presParOf" srcId="{D93A59A0-4131-475C-9D89-35F7EB34F985}" destId="{C09924F2-C446-415C-A331-5C3C7C084798}" srcOrd="5" destOrd="0" presId="urn:microsoft.com/office/officeart/2005/8/layout/vList2"/>
    <dgm:cxn modelId="{AD3B1941-8555-44DF-88D3-0B8C4CC952EA}" type="presParOf" srcId="{D93A59A0-4131-475C-9D89-35F7EB34F985}" destId="{6335ED5D-4CCA-4F84-964B-6E597F0FA1A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99D483B-A9D5-421D-A27E-4C825E18BA35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B347064-9B10-46FA-A147-A9A384D7A1E6}">
      <dgm:prSet/>
      <dgm:spPr/>
      <dgm:t>
        <a:bodyPr/>
        <a:lstStyle/>
        <a:p>
          <a:r>
            <a:rPr lang="ru-RU" b="0" i="0" baseline="0"/>
            <a:t>Першим Універсалом.</a:t>
          </a:r>
          <a:endParaRPr lang="uk-UA"/>
        </a:p>
      </dgm:t>
    </dgm:pt>
    <dgm:pt modelId="{0FE177D6-BE88-4C5A-ACEE-2E86283DD3FA}" type="parTrans" cxnId="{29DEC97B-91C5-4C9C-89C2-87641AF98505}">
      <dgm:prSet/>
      <dgm:spPr/>
      <dgm:t>
        <a:bodyPr/>
        <a:lstStyle/>
        <a:p>
          <a:endParaRPr lang="uk-UA"/>
        </a:p>
      </dgm:t>
    </dgm:pt>
    <dgm:pt modelId="{466FCB93-1687-4CE4-86FC-6B6057DC1E88}" type="sibTrans" cxnId="{29DEC97B-91C5-4C9C-89C2-87641AF98505}">
      <dgm:prSet/>
      <dgm:spPr/>
      <dgm:t>
        <a:bodyPr/>
        <a:lstStyle/>
        <a:p>
          <a:endParaRPr lang="uk-UA"/>
        </a:p>
      </dgm:t>
    </dgm:pt>
    <dgm:pt modelId="{8EA7CE0B-5E53-4EF9-97B3-E6447B2110CE}">
      <dgm:prSet/>
      <dgm:spPr/>
      <dgm:t>
        <a:bodyPr/>
        <a:lstStyle/>
        <a:p>
          <a:r>
            <a:rPr lang="ru-RU" b="0" i="0" baseline="0"/>
            <a:t>Другим Універсалом.</a:t>
          </a:r>
          <a:endParaRPr lang="uk-UA"/>
        </a:p>
      </dgm:t>
    </dgm:pt>
    <dgm:pt modelId="{A5C0D84B-EC4B-4900-A21B-8E3A9AAFD379}" type="parTrans" cxnId="{63E3871C-BC81-4879-B0D1-B81C715CB92E}">
      <dgm:prSet/>
      <dgm:spPr/>
      <dgm:t>
        <a:bodyPr/>
        <a:lstStyle/>
        <a:p>
          <a:endParaRPr lang="uk-UA"/>
        </a:p>
      </dgm:t>
    </dgm:pt>
    <dgm:pt modelId="{592507A0-637A-461A-B068-19818838A514}" type="sibTrans" cxnId="{63E3871C-BC81-4879-B0D1-B81C715CB92E}">
      <dgm:prSet/>
      <dgm:spPr/>
      <dgm:t>
        <a:bodyPr/>
        <a:lstStyle/>
        <a:p>
          <a:endParaRPr lang="uk-UA"/>
        </a:p>
      </dgm:t>
    </dgm:pt>
    <dgm:pt modelId="{0D069A60-5A18-473E-B798-CF3426D9B974}">
      <dgm:prSet/>
      <dgm:spPr/>
      <dgm:t>
        <a:bodyPr/>
        <a:lstStyle/>
        <a:p>
          <a:r>
            <a:rPr lang="ru-RU" b="0" i="0" baseline="0"/>
            <a:t>Третім Універсалом.</a:t>
          </a:r>
          <a:endParaRPr lang="uk-UA"/>
        </a:p>
      </dgm:t>
    </dgm:pt>
    <dgm:pt modelId="{0C705B7D-359D-4814-B8D8-FD1FDA0F4D08}" type="parTrans" cxnId="{15A9938B-04A6-4A13-8256-411AAC7A7292}">
      <dgm:prSet/>
      <dgm:spPr/>
      <dgm:t>
        <a:bodyPr/>
        <a:lstStyle/>
        <a:p>
          <a:endParaRPr lang="uk-UA"/>
        </a:p>
      </dgm:t>
    </dgm:pt>
    <dgm:pt modelId="{D66761E4-23E1-417C-B9D5-8FB5C911A791}" type="sibTrans" cxnId="{15A9938B-04A6-4A13-8256-411AAC7A7292}">
      <dgm:prSet/>
      <dgm:spPr/>
      <dgm:t>
        <a:bodyPr/>
        <a:lstStyle/>
        <a:p>
          <a:endParaRPr lang="uk-UA"/>
        </a:p>
      </dgm:t>
    </dgm:pt>
    <dgm:pt modelId="{D59F2800-B028-430B-8A3B-30987F9A0079}">
      <dgm:prSet/>
      <dgm:spPr/>
      <dgm:t>
        <a:bodyPr/>
        <a:lstStyle/>
        <a:p>
          <a:r>
            <a:rPr lang="ru-RU" b="0" i="0" baseline="0"/>
            <a:t>Четвертим Універсалом.</a:t>
          </a:r>
          <a:endParaRPr lang="uk-UA"/>
        </a:p>
      </dgm:t>
    </dgm:pt>
    <dgm:pt modelId="{377EE3BD-4406-4476-B61C-EE80BE5A2E22}" type="parTrans" cxnId="{AC542554-B075-4FE6-9BAA-BDDFF0DE37A8}">
      <dgm:prSet/>
      <dgm:spPr/>
      <dgm:t>
        <a:bodyPr/>
        <a:lstStyle/>
        <a:p>
          <a:endParaRPr lang="uk-UA"/>
        </a:p>
      </dgm:t>
    </dgm:pt>
    <dgm:pt modelId="{B88C2234-1A1D-4AB4-AA3A-8AC996517252}" type="sibTrans" cxnId="{AC542554-B075-4FE6-9BAA-BDDFF0DE37A8}">
      <dgm:prSet/>
      <dgm:spPr/>
      <dgm:t>
        <a:bodyPr/>
        <a:lstStyle/>
        <a:p>
          <a:endParaRPr lang="uk-UA"/>
        </a:p>
      </dgm:t>
    </dgm:pt>
    <dgm:pt modelId="{2A3884A6-F207-4897-8FBF-0935F5F0BB46}" type="pres">
      <dgm:prSet presAssocID="{599D483B-A9D5-421D-A27E-4C825E18BA35}" presName="linearFlow" presStyleCnt="0">
        <dgm:presLayoutVars>
          <dgm:dir/>
          <dgm:resizeHandles val="exact"/>
        </dgm:presLayoutVars>
      </dgm:prSet>
      <dgm:spPr/>
    </dgm:pt>
    <dgm:pt modelId="{E42D742E-7477-4BA0-B2F9-1CA8A3E05054}" type="pres">
      <dgm:prSet presAssocID="{4B347064-9B10-46FA-A147-A9A384D7A1E6}" presName="composite" presStyleCnt="0"/>
      <dgm:spPr/>
    </dgm:pt>
    <dgm:pt modelId="{65A0D8E7-CF4F-4EF6-A31F-CD53CAF7A739}" type="pres">
      <dgm:prSet presAssocID="{4B347064-9B10-46FA-A147-A9A384D7A1E6}" presName="imgShp" presStyleLbl="fgImgPlace1" presStyleIdx="0" presStyleCnt="4"/>
      <dgm:spPr/>
    </dgm:pt>
    <dgm:pt modelId="{DF8A8FFB-231D-4B3F-B142-5D309EF6BEE2}" type="pres">
      <dgm:prSet presAssocID="{4B347064-9B10-46FA-A147-A9A384D7A1E6}" presName="txShp" presStyleLbl="node1" presStyleIdx="0" presStyleCnt="4">
        <dgm:presLayoutVars>
          <dgm:bulletEnabled val="1"/>
        </dgm:presLayoutVars>
      </dgm:prSet>
      <dgm:spPr/>
    </dgm:pt>
    <dgm:pt modelId="{4A493C3F-974C-45BE-9D02-2A7796E0471C}" type="pres">
      <dgm:prSet presAssocID="{466FCB93-1687-4CE4-86FC-6B6057DC1E88}" presName="spacing" presStyleCnt="0"/>
      <dgm:spPr/>
    </dgm:pt>
    <dgm:pt modelId="{307C66FB-26EC-4CDD-932C-CE7B51CDF345}" type="pres">
      <dgm:prSet presAssocID="{8EA7CE0B-5E53-4EF9-97B3-E6447B2110CE}" presName="composite" presStyleCnt="0"/>
      <dgm:spPr/>
    </dgm:pt>
    <dgm:pt modelId="{35F342C6-5FAF-43A1-9AB5-85540FE59368}" type="pres">
      <dgm:prSet presAssocID="{8EA7CE0B-5E53-4EF9-97B3-E6447B2110CE}" presName="imgShp" presStyleLbl="fgImgPlace1" presStyleIdx="1" presStyleCnt="4"/>
      <dgm:spPr/>
    </dgm:pt>
    <dgm:pt modelId="{80C8C0F4-54E5-406B-A31B-9399E7219794}" type="pres">
      <dgm:prSet presAssocID="{8EA7CE0B-5E53-4EF9-97B3-E6447B2110CE}" presName="txShp" presStyleLbl="node1" presStyleIdx="1" presStyleCnt="4">
        <dgm:presLayoutVars>
          <dgm:bulletEnabled val="1"/>
        </dgm:presLayoutVars>
      </dgm:prSet>
      <dgm:spPr/>
    </dgm:pt>
    <dgm:pt modelId="{124747E5-25A5-4936-9D57-35399177BF8F}" type="pres">
      <dgm:prSet presAssocID="{592507A0-637A-461A-B068-19818838A514}" presName="spacing" presStyleCnt="0"/>
      <dgm:spPr/>
    </dgm:pt>
    <dgm:pt modelId="{26553587-E27B-443E-86C1-1EA1FDA553AF}" type="pres">
      <dgm:prSet presAssocID="{0D069A60-5A18-473E-B798-CF3426D9B974}" presName="composite" presStyleCnt="0"/>
      <dgm:spPr/>
    </dgm:pt>
    <dgm:pt modelId="{2B709CE2-8945-4818-A789-94201AE6A775}" type="pres">
      <dgm:prSet presAssocID="{0D069A60-5A18-473E-B798-CF3426D9B974}" presName="imgShp" presStyleLbl="fgImgPlace1" presStyleIdx="2" presStyleCnt="4"/>
      <dgm:spPr/>
    </dgm:pt>
    <dgm:pt modelId="{CB69A95B-6C28-479B-9396-CF079FDBC430}" type="pres">
      <dgm:prSet presAssocID="{0D069A60-5A18-473E-B798-CF3426D9B974}" presName="txShp" presStyleLbl="node1" presStyleIdx="2" presStyleCnt="4">
        <dgm:presLayoutVars>
          <dgm:bulletEnabled val="1"/>
        </dgm:presLayoutVars>
      </dgm:prSet>
      <dgm:spPr/>
    </dgm:pt>
    <dgm:pt modelId="{1ACA729A-B48E-40FB-A1D9-5B480479009B}" type="pres">
      <dgm:prSet presAssocID="{D66761E4-23E1-417C-B9D5-8FB5C911A791}" presName="spacing" presStyleCnt="0"/>
      <dgm:spPr/>
    </dgm:pt>
    <dgm:pt modelId="{13CEBC4D-540A-4C1E-8667-4BAF10FE7464}" type="pres">
      <dgm:prSet presAssocID="{D59F2800-B028-430B-8A3B-30987F9A0079}" presName="composite" presStyleCnt="0"/>
      <dgm:spPr/>
    </dgm:pt>
    <dgm:pt modelId="{2B8207ED-5F25-447E-829C-01FE80FB4CB3}" type="pres">
      <dgm:prSet presAssocID="{D59F2800-B028-430B-8A3B-30987F9A0079}" presName="imgShp" presStyleLbl="fgImgPlace1" presStyleIdx="3" presStyleCnt="4"/>
      <dgm:spPr/>
    </dgm:pt>
    <dgm:pt modelId="{BC7C41EA-DB37-4A2B-8194-DC7C1723822A}" type="pres">
      <dgm:prSet presAssocID="{D59F2800-B028-430B-8A3B-30987F9A0079}" presName="txShp" presStyleLbl="node1" presStyleIdx="3" presStyleCnt="4">
        <dgm:presLayoutVars>
          <dgm:bulletEnabled val="1"/>
        </dgm:presLayoutVars>
      </dgm:prSet>
      <dgm:spPr/>
    </dgm:pt>
  </dgm:ptLst>
  <dgm:cxnLst>
    <dgm:cxn modelId="{54439E00-1704-4401-B90B-AAF9955E23C5}" type="presOf" srcId="{599D483B-A9D5-421D-A27E-4C825E18BA35}" destId="{2A3884A6-F207-4897-8FBF-0935F5F0BB46}" srcOrd="0" destOrd="0" presId="urn:microsoft.com/office/officeart/2005/8/layout/vList3"/>
    <dgm:cxn modelId="{3326AB02-5136-4E79-B045-274817935A7E}" type="presOf" srcId="{4B347064-9B10-46FA-A147-A9A384D7A1E6}" destId="{DF8A8FFB-231D-4B3F-B142-5D309EF6BEE2}" srcOrd="0" destOrd="0" presId="urn:microsoft.com/office/officeart/2005/8/layout/vList3"/>
    <dgm:cxn modelId="{63E3871C-BC81-4879-B0D1-B81C715CB92E}" srcId="{599D483B-A9D5-421D-A27E-4C825E18BA35}" destId="{8EA7CE0B-5E53-4EF9-97B3-E6447B2110CE}" srcOrd="1" destOrd="0" parTransId="{A5C0D84B-EC4B-4900-A21B-8E3A9AAFD379}" sibTransId="{592507A0-637A-461A-B068-19818838A514}"/>
    <dgm:cxn modelId="{31392052-2644-49A9-BC73-24E8E921FD66}" type="presOf" srcId="{D59F2800-B028-430B-8A3B-30987F9A0079}" destId="{BC7C41EA-DB37-4A2B-8194-DC7C1723822A}" srcOrd="0" destOrd="0" presId="urn:microsoft.com/office/officeart/2005/8/layout/vList3"/>
    <dgm:cxn modelId="{AC542554-B075-4FE6-9BAA-BDDFF0DE37A8}" srcId="{599D483B-A9D5-421D-A27E-4C825E18BA35}" destId="{D59F2800-B028-430B-8A3B-30987F9A0079}" srcOrd="3" destOrd="0" parTransId="{377EE3BD-4406-4476-B61C-EE80BE5A2E22}" sibTransId="{B88C2234-1A1D-4AB4-AA3A-8AC996517252}"/>
    <dgm:cxn modelId="{29DEC97B-91C5-4C9C-89C2-87641AF98505}" srcId="{599D483B-A9D5-421D-A27E-4C825E18BA35}" destId="{4B347064-9B10-46FA-A147-A9A384D7A1E6}" srcOrd="0" destOrd="0" parTransId="{0FE177D6-BE88-4C5A-ACEE-2E86283DD3FA}" sibTransId="{466FCB93-1687-4CE4-86FC-6B6057DC1E88}"/>
    <dgm:cxn modelId="{15A9938B-04A6-4A13-8256-411AAC7A7292}" srcId="{599D483B-A9D5-421D-A27E-4C825E18BA35}" destId="{0D069A60-5A18-473E-B798-CF3426D9B974}" srcOrd="2" destOrd="0" parTransId="{0C705B7D-359D-4814-B8D8-FD1FDA0F4D08}" sibTransId="{D66761E4-23E1-417C-B9D5-8FB5C911A791}"/>
    <dgm:cxn modelId="{4DEE7198-8AFD-466C-8D7F-00E73FF816D5}" type="presOf" srcId="{8EA7CE0B-5E53-4EF9-97B3-E6447B2110CE}" destId="{80C8C0F4-54E5-406B-A31B-9399E7219794}" srcOrd="0" destOrd="0" presId="urn:microsoft.com/office/officeart/2005/8/layout/vList3"/>
    <dgm:cxn modelId="{1DFAD3EC-5EE4-455C-8A14-FF46E1E2BE96}" type="presOf" srcId="{0D069A60-5A18-473E-B798-CF3426D9B974}" destId="{CB69A95B-6C28-479B-9396-CF079FDBC430}" srcOrd="0" destOrd="0" presId="urn:microsoft.com/office/officeart/2005/8/layout/vList3"/>
    <dgm:cxn modelId="{F1D7B002-0D47-4559-AEAE-FCD17DB48617}" type="presParOf" srcId="{2A3884A6-F207-4897-8FBF-0935F5F0BB46}" destId="{E42D742E-7477-4BA0-B2F9-1CA8A3E05054}" srcOrd="0" destOrd="0" presId="urn:microsoft.com/office/officeart/2005/8/layout/vList3"/>
    <dgm:cxn modelId="{C8D1A71A-0AA5-40C2-8616-3A76147BC61A}" type="presParOf" srcId="{E42D742E-7477-4BA0-B2F9-1CA8A3E05054}" destId="{65A0D8E7-CF4F-4EF6-A31F-CD53CAF7A739}" srcOrd="0" destOrd="0" presId="urn:microsoft.com/office/officeart/2005/8/layout/vList3"/>
    <dgm:cxn modelId="{9F60C188-836A-4C90-9A2D-7038E4996250}" type="presParOf" srcId="{E42D742E-7477-4BA0-B2F9-1CA8A3E05054}" destId="{DF8A8FFB-231D-4B3F-B142-5D309EF6BEE2}" srcOrd="1" destOrd="0" presId="urn:microsoft.com/office/officeart/2005/8/layout/vList3"/>
    <dgm:cxn modelId="{1099E9E3-9A8E-46C7-BC6A-CEBD47522E3B}" type="presParOf" srcId="{2A3884A6-F207-4897-8FBF-0935F5F0BB46}" destId="{4A493C3F-974C-45BE-9D02-2A7796E0471C}" srcOrd="1" destOrd="0" presId="urn:microsoft.com/office/officeart/2005/8/layout/vList3"/>
    <dgm:cxn modelId="{BDED7082-69B0-4500-8DEC-95E6273DB538}" type="presParOf" srcId="{2A3884A6-F207-4897-8FBF-0935F5F0BB46}" destId="{307C66FB-26EC-4CDD-932C-CE7B51CDF345}" srcOrd="2" destOrd="0" presId="urn:microsoft.com/office/officeart/2005/8/layout/vList3"/>
    <dgm:cxn modelId="{0285E7A6-0313-462B-A7B9-07B18EA7ED4E}" type="presParOf" srcId="{307C66FB-26EC-4CDD-932C-CE7B51CDF345}" destId="{35F342C6-5FAF-43A1-9AB5-85540FE59368}" srcOrd="0" destOrd="0" presId="urn:microsoft.com/office/officeart/2005/8/layout/vList3"/>
    <dgm:cxn modelId="{80710CEF-04BC-4A40-B2E3-F17D151B6ECB}" type="presParOf" srcId="{307C66FB-26EC-4CDD-932C-CE7B51CDF345}" destId="{80C8C0F4-54E5-406B-A31B-9399E7219794}" srcOrd="1" destOrd="0" presId="urn:microsoft.com/office/officeart/2005/8/layout/vList3"/>
    <dgm:cxn modelId="{DED421EC-7E94-4DBA-95EE-0A661CB93A5E}" type="presParOf" srcId="{2A3884A6-F207-4897-8FBF-0935F5F0BB46}" destId="{124747E5-25A5-4936-9D57-35399177BF8F}" srcOrd="3" destOrd="0" presId="urn:microsoft.com/office/officeart/2005/8/layout/vList3"/>
    <dgm:cxn modelId="{16855463-4522-4247-8A35-942F3BEF3E73}" type="presParOf" srcId="{2A3884A6-F207-4897-8FBF-0935F5F0BB46}" destId="{26553587-E27B-443E-86C1-1EA1FDA553AF}" srcOrd="4" destOrd="0" presId="urn:microsoft.com/office/officeart/2005/8/layout/vList3"/>
    <dgm:cxn modelId="{6FD25491-E461-47BF-8C23-DD1159099CB9}" type="presParOf" srcId="{26553587-E27B-443E-86C1-1EA1FDA553AF}" destId="{2B709CE2-8945-4818-A789-94201AE6A775}" srcOrd="0" destOrd="0" presId="urn:microsoft.com/office/officeart/2005/8/layout/vList3"/>
    <dgm:cxn modelId="{C5F63FF9-BE61-4315-9F5D-51F6E4418E53}" type="presParOf" srcId="{26553587-E27B-443E-86C1-1EA1FDA553AF}" destId="{CB69A95B-6C28-479B-9396-CF079FDBC430}" srcOrd="1" destOrd="0" presId="urn:microsoft.com/office/officeart/2005/8/layout/vList3"/>
    <dgm:cxn modelId="{49AA5266-2DC3-4E26-9B88-918B83F4259B}" type="presParOf" srcId="{2A3884A6-F207-4897-8FBF-0935F5F0BB46}" destId="{1ACA729A-B48E-40FB-A1D9-5B480479009B}" srcOrd="5" destOrd="0" presId="urn:microsoft.com/office/officeart/2005/8/layout/vList3"/>
    <dgm:cxn modelId="{8470A063-F285-48AA-8B99-227E169A567D}" type="presParOf" srcId="{2A3884A6-F207-4897-8FBF-0935F5F0BB46}" destId="{13CEBC4D-540A-4C1E-8667-4BAF10FE7464}" srcOrd="6" destOrd="0" presId="urn:microsoft.com/office/officeart/2005/8/layout/vList3"/>
    <dgm:cxn modelId="{37337153-CE71-451C-8126-2CA820087293}" type="presParOf" srcId="{13CEBC4D-540A-4C1E-8667-4BAF10FE7464}" destId="{2B8207ED-5F25-447E-829C-01FE80FB4CB3}" srcOrd="0" destOrd="0" presId="urn:microsoft.com/office/officeart/2005/8/layout/vList3"/>
    <dgm:cxn modelId="{7BD357BF-5455-4AEF-AF2D-4DC4CCCDF345}" type="presParOf" srcId="{13CEBC4D-540A-4C1E-8667-4BAF10FE7464}" destId="{BC7C41EA-DB37-4A2B-8194-DC7C1723822A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1434A1C-276D-46CC-80E1-641ED2648705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373B715-FB05-44AA-9BE2-B110FBB50904}">
      <dgm:prSet/>
      <dgm:spPr/>
      <dgm:t>
        <a:bodyPr/>
        <a:lstStyle/>
        <a:p>
          <a:r>
            <a:rPr lang="ru-RU" b="0" i="0" baseline="0"/>
            <a:t>С. Єфремову</a:t>
          </a:r>
          <a:endParaRPr lang="uk-UA"/>
        </a:p>
      </dgm:t>
    </dgm:pt>
    <dgm:pt modelId="{ABA8AD78-C3B0-4DA4-8DB4-28F7F146FB9D}" type="parTrans" cxnId="{0F00AC8E-E2DC-4511-B9FC-6F99B04AF845}">
      <dgm:prSet/>
      <dgm:spPr/>
      <dgm:t>
        <a:bodyPr/>
        <a:lstStyle/>
        <a:p>
          <a:endParaRPr lang="uk-UA"/>
        </a:p>
      </dgm:t>
    </dgm:pt>
    <dgm:pt modelId="{0C84C707-51D7-4FE1-9EA3-A9A627B09D65}" type="sibTrans" cxnId="{0F00AC8E-E2DC-4511-B9FC-6F99B04AF845}">
      <dgm:prSet/>
      <dgm:spPr/>
      <dgm:t>
        <a:bodyPr/>
        <a:lstStyle/>
        <a:p>
          <a:endParaRPr lang="uk-UA"/>
        </a:p>
      </dgm:t>
    </dgm:pt>
    <dgm:pt modelId="{DB305FD7-D3DB-4B06-84ED-13E098B379D3}">
      <dgm:prSet/>
      <dgm:spPr/>
      <dgm:t>
        <a:bodyPr/>
        <a:lstStyle/>
        <a:p>
          <a:r>
            <a:rPr lang="ru-RU" b="0" i="0" baseline="0"/>
            <a:t>В. Винниченку</a:t>
          </a:r>
          <a:endParaRPr lang="uk-UA"/>
        </a:p>
      </dgm:t>
    </dgm:pt>
    <dgm:pt modelId="{B29EC631-049D-4DC0-AF58-CA89100003E2}" type="parTrans" cxnId="{CBC90609-DD0D-450D-BF93-5839EF219918}">
      <dgm:prSet/>
      <dgm:spPr/>
      <dgm:t>
        <a:bodyPr/>
        <a:lstStyle/>
        <a:p>
          <a:endParaRPr lang="uk-UA"/>
        </a:p>
      </dgm:t>
    </dgm:pt>
    <dgm:pt modelId="{F2128FA1-A8CC-4302-9334-F14540614B26}" type="sibTrans" cxnId="{CBC90609-DD0D-450D-BF93-5839EF219918}">
      <dgm:prSet/>
      <dgm:spPr/>
      <dgm:t>
        <a:bodyPr/>
        <a:lstStyle/>
        <a:p>
          <a:endParaRPr lang="uk-UA"/>
        </a:p>
      </dgm:t>
    </dgm:pt>
    <dgm:pt modelId="{3815D63E-DAAA-480E-8804-C446065F730C}">
      <dgm:prSet/>
      <dgm:spPr/>
      <dgm:t>
        <a:bodyPr/>
        <a:lstStyle/>
        <a:p>
          <a:r>
            <a:rPr lang="ru-RU" b="0" i="0" baseline="0"/>
            <a:t>М. Міхновському</a:t>
          </a:r>
          <a:endParaRPr lang="uk-UA"/>
        </a:p>
      </dgm:t>
    </dgm:pt>
    <dgm:pt modelId="{5401D149-2333-41B2-AE95-FB6F75D532FE}" type="parTrans" cxnId="{DF66F3BF-068B-4BBB-A497-A2AE6082EF8B}">
      <dgm:prSet/>
      <dgm:spPr/>
      <dgm:t>
        <a:bodyPr/>
        <a:lstStyle/>
        <a:p>
          <a:endParaRPr lang="uk-UA"/>
        </a:p>
      </dgm:t>
    </dgm:pt>
    <dgm:pt modelId="{90E3F682-8D25-49F0-B603-69FEB6364AC8}" type="sibTrans" cxnId="{DF66F3BF-068B-4BBB-A497-A2AE6082EF8B}">
      <dgm:prSet/>
      <dgm:spPr/>
      <dgm:t>
        <a:bodyPr/>
        <a:lstStyle/>
        <a:p>
          <a:endParaRPr lang="uk-UA"/>
        </a:p>
      </dgm:t>
    </dgm:pt>
    <dgm:pt modelId="{F8D81A59-4705-4084-B174-201D5BD8245C}">
      <dgm:prSet/>
      <dgm:spPr/>
      <dgm:t>
        <a:bodyPr/>
        <a:lstStyle/>
        <a:p>
          <a:r>
            <a:rPr lang="ru-RU" b="0" i="0" baseline="0"/>
            <a:t>С. Петлюрі</a:t>
          </a:r>
          <a:endParaRPr lang="uk-UA"/>
        </a:p>
      </dgm:t>
    </dgm:pt>
    <dgm:pt modelId="{C50C3D95-33EF-4CA2-B265-F8D75DF27F72}" type="parTrans" cxnId="{4E2AE3AB-92EC-4713-85CC-01A7D28E67F8}">
      <dgm:prSet/>
      <dgm:spPr/>
      <dgm:t>
        <a:bodyPr/>
        <a:lstStyle/>
        <a:p>
          <a:endParaRPr lang="uk-UA"/>
        </a:p>
      </dgm:t>
    </dgm:pt>
    <dgm:pt modelId="{900B5E45-063A-419C-858B-0FD781CC84FD}" type="sibTrans" cxnId="{4E2AE3AB-92EC-4713-85CC-01A7D28E67F8}">
      <dgm:prSet/>
      <dgm:spPr/>
      <dgm:t>
        <a:bodyPr/>
        <a:lstStyle/>
        <a:p>
          <a:endParaRPr lang="uk-UA"/>
        </a:p>
      </dgm:t>
    </dgm:pt>
    <dgm:pt modelId="{81C65EE7-B7EA-4003-8C3C-A6567FDF2787}" type="pres">
      <dgm:prSet presAssocID="{A1434A1C-276D-46CC-80E1-641ED2648705}" presName="linearFlow" presStyleCnt="0">
        <dgm:presLayoutVars>
          <dgm:dir/>
          <dgm:resizeHandles val="exact"/>
        </dgm:presLayoutVars>
      </dgm:prSet>
      <dgm:spPr/>
    </dgm:pt>
    <dgm:pt modelId="{0D3A86CA-958D-4614-9D0C-D332C5573310}" type="pres">
      <dgm:prSet presAssocID="{9373B715-FB05-44AA-9BE2-B110FBB50904}" presName="composite" presStyleCnt="0"/>
      <dgm:spPr/>
    </dgm:pt>
    <dgm:pt modelId="{CF144791-AE61-44BD-9EED-ACB57FB439D2}" type="pres">
      <dgm:prSet presAssocID="{9373B715-FB05-44AA-9BE2-B110FBB50904}" presName="imgShp" presStyleLbl="fgImgPlace1" presStyleIdx="0" presStyleCnt="4"/>
      <dgm:spPr/>
    </dgm:pt>
    <dgm:pt modelId="{6055B071-03AD-41C6-87F0-5A25723E3756}" type="pres">
      <dgm:prSet presAssocID="{9373B715-FB05-44AA-9BE2-B110FBB50904}" presName="txShp" presStyleLbl="node1" presStyleIdx="0" presStyleCnt="4">
        <dgm:presLayoutVars>
          <dgm:bulletEnabled val="1"/>
        </dgm:presLayoutVars>
      </dgm:prSet>
      <dgm:spPr/>
    </dgm:pt>
    <dgm:pt modelId="{A01ECBF2-45D9-41E1-B78C-BC7BC9F89150}" type="pres">
      <dgm:prSet presAssocID="{0C84C707-51D7-4FE1-9EA3-A9A627B09D65}" presName="spacing" presStyleCnt="0"/>
      <dgm:spPr/>
    </dgm:pt>
    <dgm:pt modelId="{2F28A702-21FA-4331-A596-25FA1D4B04B9}" type="pres">
      <dgm:prSet presAssocID="{DB305FD7-D3DB-4B06-84ED-13E098B379D3}" presName="composite" presStyleCnt="0"/>
      <dgm:spPr/>
    </dgm:pt>
    <dgm:pt modelId="{55DF39EA-FD33-40AC-8944-438B235A4894}" type="pres">
      <dgm:prSet presAssocID="{DB305FD7-D3DB-4B06-84ED-13E098B379D3}" presName="imgShp" presStyleLbl="fgImgPlace1" presStyleIdx="1" presStyleCnt="4"/>
      <dgm:spPr/>
    </dgm:pt>
    <dgm:pt modelId="{88E5E720-FD11-4BEC-8A68-A7AA4FDC5A2A}" type="pres">
      <dgm:prSet presAssocID="{DB305FD7-D3DB-4B06-84ED-13E098B379D3}" presName="txShp" presStyleLbl="node1" presStyleIdx="1" presStyleCnt="4">
        <dgm:presLayoutVars>
          <dgm:bulletEnabled val="1"/>
        </dgm:presLayoutVars>
      </dgm:prSet>
      <dgm:spPr/>
    </dgm:pt>
    <dgm:pt modelId="{ADC9634B-230A-4DC9-90B2-0F196C0DF807}" type="pres">
      <dgm:prSet presAssocID="{F2128FA1-A8CC-4302-9334-F14540614B26}" presName="spacing" presStyleCnt="0"/>
      <dgm:spPr/>
    </dgm:pt>
    <dgm:pt modelId="{24D5B510-542B-479E-84A9-4D41C3FB04F5}" type="pres">
      <dgm:prSet presAssocID="{3815D63E-DAAA-480E-8804-C446065F730C}" presName="composite" presStyleCnt="0"/>
      <dgm:spPr/>
    </dgm:pt>
    <dgm:pt modelId="{D078128C-E462-4577-B8E0-A2888886C8C8}" type="pres">
      <dgm:prSet presAssocID="{3815D63E-DAAA-480E-8804-C446065F730C}" presName="imgShp" presStyleLbl="fgImgPlace1" presStyleIdx="2" presStyleCnt="4"/>
      <dgm:spPr/>
    </dgm:pt>
    <dgm:pt modelId="{D1D1A863-89CE-4D34-8A78-656755E299C5}" type="pres">
      <dgm:prSet presAssocID="{3815D63E-DAAA-480E-8804-C446065F730C}" presName="txShp" presStyleLbl="node1" presStyleIdx="2" presStyleCnt="4">
        <dgm:presLayoutVars>
          <dgm:bulletEnabled val="1"/>
        </dgm:presLayoutVars>
      </dgm:prSet>
      <dgm:spPr/>
    </dgm:pt>
    <dgm:pt modelId="{F91C604B-CC50-41C0-881F-786847F73378}" type="pres">
      <dgm:prSet presAssocID="{90E3F682-8D25-49F0-B603-69FEB6364AC8}" presName="spacing" presStyleCnt="0"/>
      <dgm:spPr/>
    </dgm:pt>
    <dgm:pt modelId="{B5B082CD-419C-4A4E-80C5-013E32AF49E4}" type="pres">
      <dgm:prSet presAssocID="{F8D81A59-4705-4084-B174-201D5BD8245C}" presName="composite" presStyleCnt="0"/>
      <dgm:spPr/>
    </dgm:pt>
    <dgm:pt modelId="{3F0F7364-280C-460A-B5F5-4CE4A418656A}" type="pres">
      <dgm:prSet presAssocID="{F8D81A59-4705-4084-B174-201D5BD8245C}" presName="imgShp" presStyleLbl="fgImgPlace1" presStyleIdx="3" presStyleCnt="4"/>
      <dgm:spPr/>
    </dgm:pt>
    <dgm:pt modelId="{A0A30DC7-24EB-4675-988A-487CB20FEAAD}" type="pres">
      <dgm:prSet presAssocID="{F8D81A59-4705-4084-B174-201D5BD8245C}" presName="txShp" presStyleLbl="node1" presStyleIdx="3" presStyleCnt="4">
        <dgm:presLayoutVars>
          <dgm:bulletEnabled val="1"/>
        </dgm:presLayoutVars>
      </dgm:prSet>
      <dgm:spPr/>
    </dgm:pt>
  </dgm:ptLst>
  <dgm:cxnLst>
    <dgm:cxn modelId="{CBC90609-DD0D-450D-BF93-5839EF219918}" srcId="{A1434A1C-276D-46CC-80E1-641ED2648705}" destId="{DB305FD7-D3DB-4B06-84ED-13E098B379D3}" srcOrd="1" destOrd="0" parTransId="{B29EC631-049D-4DC0-AF58-CA89100003E2}" sibTransId="{F2128FA1-A8CC-4302-9334-F14540614B26}"/>
    <dgm:cxn modelId="{31B3060B-53E8-4EE3-958F-50CCBFE2B9C6}" type="presOf" srcId="{3815D63E-DAAA-480E-8804-C446065F730C}" destId="{D1D1A863-89CE-4D34-8A78-656755E299C5}" srcOrd="0" destOrd="0" presId="urn:microsoft.com/office/officeart/2005/8/layout/vList3"/>
    <dgm:cxn modelId="{00F7CC26-ABF9-4308-9558-A2724A57754F}" type="presOf" srcId="{9373B715-FB05-44AA-9BE2-B110FBB50904}" destId="{6055B071-03AD-41C6-87F0-5A25723E3756}" srcOrd="0" destOrd="0" presId="urn:microsoft.com/office/officeart/2005/8/layout/vList3"/>
    <dgm:cxn modelId="{88D30C34-D0BE-49AC-867F-5EB766620D6D}" type="presOf" srcId="{A1434A1C-276D-46CC-80E1-641ED2648705}" destId="{81C65EE7-B7EA-4003-8C3C-A6567FDF2787}" srcOrd="0" destOrd="0" presId="urn:microsoft.com/office/officeart/2005/8/layout/vList3"/>
    <dgm:cxn modelId="{0F00AC8E-E2DC-4511-B9FC-6F99B04AF845}" srcId="{A1434A1C-276D-46CC-80E1-641ED2648705}" destId="{9373B715-FB05-44AA-9BE2-B110FBB50904}" srcOrd="0" destOrd="0" parTransId="{ABA8AD78-C3B0-4DA4-8DB4-28F7F146FB9D}" sibTransId="{0C84C707-51D7-4FE1-9EA3-A9A627B09D65}"/>
    <dgm:cxn modelId="{4E2AE3AB-92EC-4713-85CC-01A7D28E67F8}" srcId="{A1434A1C-276D-46CC-80E1-641ED2648705}" destId="{F8D81A59-4705-4084-B174-201D5BD8245C}" srcOrd="3" destOrd="0" parTransId="{C50C3D95-33EF-4CA2-B265-F8D75DF27F72}" sibTransId="{900B5E45-063A-419C-858B-0FD781CC84FD}"/>
    <dgm:cxn modelId="{2E2970B5-8C21-4557-B33D-8CF97E5085DD}" type="presOf" srcId="{DB305FD7-D3DB-4B06-84ED-13E098B379D3}" destId="{88E5E720-FD11-4BEC-8A68-A7AA4FDC5A2A}" srcOrd="0" destOrd="0" presId="urn:microsoft.com/office/officeart/2005/8/layout/vList3"/>
    <dgm:cxn modelId="{DF66F3BF-068B-4BBB-A497-A2AE6082EF8B}" srcId="{A1434A1C-276D-46CC-80E1-641ED2648705}" destId="{3815D63E-DAAA-480E-8804-C446065F730C}" srcOrd="2" destOrd="0" parTransId="{5401D149-2333-41B2-AE95-FB6F75D532FE}" sibTransId="{90E3F682-8D25-49F0-B603-69FEB6364AC8}"/>
    <dgm:cxn modelId="{178AC9CB-C22F-4BC2-A39D-D7DC373BF6F1}" type="presOf" srcId="{F8D81A59-4705-4084-B174-201D5BD8245C}" destId="{A0A30DC7-24EB-4675-988A-487CB20FEAAD}" srcOrd="0" destOrd="0" presId="urn:microsoft.com/office/officeart/2005/8/layout/vList3"/>
    <dgm:cxn modelId="{4061719F-675C-4E37-B827-58022DFCE617}" type="presParOf" srcId="{81C65EE7-B7EA-4003-8C3C-A6567FDF2787}" destId="{0D3A86CA-958D-4614-9D0C-D332C5573310}" srcOrd="0" destOrd="0" presId="urn:microsoft.com/office/officeart/2005/8/layout/vList3"/>
    <dgm:cxn modelId="{DCF3389E-1F0B-4609-BDF8-43DA30447457}" type="presParOf" srcId="{0D3A86CA-958D-4614-9D0C-D332C5573310}" destId="{CF144791-AE61-44BD-9EED-ACB57FB439D2}" srcOrd="0" destOrd="0" presId="urn:microsoft.com/office/officeart/2005/8/layout/vList3"/>
    <dgm:cxn modelId="{F58EF30C-3FF9-423B-86C1-A7EB4FF2D1CF}" type="presParOf" srcId="{0D3A86CA-958D-4614-9D0C-D332C5573310}" destId="{6055B071-03AD-41C6-87F0-5A25723E3756}" srcOrd="1" destOrd="0" presId="urn:microsoft.com/office/officeart/2005/8/layout/vList3"/>
    <dgm:cxn modelId="{47DCEB84-4078-4524-8FA2-FE35039F4EF1}" type="presParOf" srcId="{81C65EE7-B7EA-4003-8C3C-A6567FDF2787}" destId="{A01ECBF2-45D9-41E1-B78C-BC7BC9F89150}" srcOrd="1" destOrd="0" presId="urn:microsoft.com/office/officeart/2005/8/layout/vList3"/>
    <dgm:cxn modelId="{50E0C305-ED97-44AE-9A28-F33CF9566340}" type="presParOf" srcId="{81C65EE7-B7EA-4003-8C3C-A6567FDF2787}" destId="{2F28A702-21FA-4331-A596-25FA1D4B04B9}" srcOrd="2" destOrd="0" presId="urn:microsoft.com/office/officeart/2005/8/layout/vList3"/>
    <dgm:cxn modelId="{9EAC9273-D1B5-4974-9174-B8D7BD20B82A}" type="presParOf" srcId="{2F28A702-21FA-4331-A596-25FA1D4B04B9}" destId="{55DF39EA-FD33-40AC-8944-438B235A4894}" srcOrd="0" destOrd="0" presId="urn:microsoft.com/office/officeart/2005/8/layout/vList3"/>
    <dgm:cxn modelId="{58F10D0F-BF3D-4E27-AC76-F6C627F6ECA2}" type="presParOf" srcId="{2F28A702-21FA-4331-A596-25FA1D4B04B9}" destId="{88E5E720-FD11-4BEC-8A68-A7AA4FDC5A2A}" srcOrd="1" destOrd="0" presId="urn:microsoft.com/office/officeart/2005/8/layout/vList3"/>
    <dgm:cxn modelId="{37941CC4-E608-49F1-8096-F1FBD4741950}" type="presParOf" srcId="{81C65EE7-B7EA-4003-8C3C-A6567FDF2787}" destId="{ADC9634B-230A-4DC9-90B2-0F196C0DF807}" srcOrd="3" destOrd="0" presId="urn:microsoft.com/office/officeart/2005/8/layout/vList3"/>
    <dgm:cxn modelId="{FE96814F-8A18-4E0F-BF50-2EEADE640D38}" type="presParOf" srcId="{81C65EE7-B7EA-4003-8C3C-A6567FDF2787}" destId="{24D5B510-542B-479E-84A9-4D41C3FB04F5}" srcOrd="4" destOrd="0" presId="urn:microsoft.com/office/officeart/2005/8/layout/vList3"/>
    <dgm:cxn modelId="{43D1D69B-B684-46AE-A691-AA1E7F5C4FFF}" type="presParOf" srcId="{24D5B510-542B-479E-84A9-4D41C3FB04F5}" destId="{D078128C-E462-4577-B8E0-A2888886C8C8}" srcOrd="0" destOrd="0" presId="urn:microsoft.com/office/officeart/2005/8/layout/vList3"/>
    <dgm:cxn modelId="{2B9F95DB-8E86-427E-8521-5532DDD8FCF0}" type="presParOf" srcId="{24D5B510-542B-479E-84A9-4D41C3FB04F5}" destId="{D1D1A863-89CE-4D34-8A78-656755E299C5}" srcOrd="1" destOrd="0" presId="urn:microsoft.com/office/officeart/2005/8/layout/vList3"/>
    <dgm:cxn modelId="{E2766A15-C997-45C4-9FA0-680466C17A8C}" type="presParOf" srcId="{81C65EE7-B7EA-4003-8C3C-A6567FDF2787}" destId="{F91C604B-CC50-41C0-881F-786847F73378}" srcOrd="5" destOrd="0" presId="urn:microsoft.com/office/officeart/2005/8/layout/vList3"/>
    <dgm:cxn modelId="{0F58B38D-9207-41C6-A1DE-C090BEA5FB04}" type="presParOf" srcId="{81C65EE7-B7EA-4003-8C3C-A6567FDF2787}" destId="{B5B082CD-419C-4A4E-80C5-013E32AF49E4}" srcOrd="6" destOrd="0" presId="urn:microsoft.com/office/officeart/2005/8/layout/vList3"/>
    <dgm:cxn modelId="{9533E151-F738-4D2C-B705-E9979E990CAA}" type="presParOf" srcId="{B5B082CD-419C-4A4E-80C5-013E32AF49E4}" destId="{3F0F7364-280C-460A-B5F5-4CE4A418656A}" srcOrd="0" destOrd="0" presId="urn:microsoft.com/office/officeart/2005/8/layout/vList3"/>
    <dgm:cxn modelId="{23D19CB1-7A1D-42DB-9958-98873B4B97F7}" type="presParOf" srcId="{B5B082CD-419C-4A4E-80C5-013E32AF49E4}" destId="{A0A30DC7-24EB-4675-988A-487CB20FEAAD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163941A-EE6C-4480-9103-1265B5371B9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687217F-7517-4E19-AF25-4A5EBABAF2CC}">
      <dgm:prSet/>
      <dgm:spPr/>
      <dgm:t>
        <a:bodyPr/>
        <a:lstStyle/>
        <a:p>
          <a:r>
            <a:rPr lang="ru-RU" b="0" i="0" baseline="0"/>
            <a:t>корніловський заколот</a:t>
          </a:r>
          <a:endParaRPr lang="uk-UA"/>
        </a:p>
      </dgm:t>
    </dgm:pt>
    <dgm:pt modelId="{FF8C0A74-62D0-41FC-92BE-D7478CF57A79}" type="parTrans" cxnId="{598815DD-9151-4B96-86A7-76C65414491B}">
      <dgm:prSet/>
      <dgm:spPr/>
      <dgm:t>
        <a:bodyPr/>
        <a:lstStyle/>
        <a:p>
          <a:endParaRPr lang="uk-UA"/>
        </a:p>
      </dgm:t>
    </dgm:pt>
    <dgm:pt modelId="{F95D1259-320E-4027-9635-8F6B5086CAE6}" type="sibTrans" cxnId="{598815DD-9151-4B96-86A7-76C65414491B}">
      <dgm:prSet/>
      <dgm:spPr/>
      <dgm:t>
        <a:bodyPr/>
        <a:lstStyle/>
        <a:p>
          <a:endParaRPr lang="uk-UA"/>
        </a:p>
      </dgm:t>
    </dgm:pt>
    <dgm:pt modelId="{E54D07E3-BD4D-43E0-AAF8-35C875BF4F1C}">
      <dgm:prSet/>
      <dgm:spPr/>
      <dgm:t>
        <a:bodyPr/>
        <a:lstStyle/>
        <a:p>
          <a:r>
            <a:rPr lang="ru-RU" b="0" i="0" baseline="0"/>
            <a:t>більшовицький переворот</a:t>
          </a:r>
          <a:endParaRPr lang="uk-UA"/>
        </a:p>
      </dgm:t>
    </dgm:pt>
    <dgm:pt modelId="{ACB6556C-3AA6-47C7-A890-63169FE8FDF5}" type="parTrans" cxnId="{4A32701E-197D-4DA8-A055-02D0572766CE}">
      <dgm:prSet/>
      <dgm:spPr/>
      <dgm:t>
        <a:bodyPr/>
        <a:lstStyle/>
        <a:p>
          <a:endParaRPr lang="uk-UA"/>
        </a:p>
      </dgm:t>
    </dgm:pt>
    <dgm:pt modelId="{27822073-D2DF-4B28-A51F-741928CCA201}" type="sibTrans" cxnId="{4A32701E-197D-4DA8-A055-02D0572766CE}">
      <dgm:prSet/>
      <dgm:spPr/>
      <dgm:t>
        <a:bodyPr/>
        <a:lstStyle/>
        <a:p>
          <a:endParaRPr lang="uk-UA"/>
        </a:p>
      </dgm:t>
    </dgm:pt>
    <dgm:pt modelId="{279EBB48-5FC5-42D9-B211-0CE83A07D137}">
      <dgm:prSet/>
      <dgm:spPr/>
      <dgm:t>
        <a:bodyPr/>
        <a:lstStyle/>
        <a:p>
          <a:r>
            <a:rPr lang="ru-RU" b="0" i="0" baseline="0"/>
            <a:t>повалення самодержавства</a:t>
          </a:r>
          <a:endParaRPr lang="uk-UA"/>
        </a:p>
      </dgm:t>
    </dgm:pt>
    <dgm:pt modelId="{BB4156D6-120B-4B4F-A6C0-9C79B3F9AEFC}" type="parTrans" cxnId="{88E5FD72-AFA4-4233-9695-22D1FA7638BD}">
      <dgm:prSet/>
      <dgm:spPr/>
      <dgm:t>
        <a:bodyPr/>
        <a:lstStyle/>
        <a:p>
          <a:endParaRPr lang="uk-UA"/>
        </a:p>
      </dgm:t>
    </dgm:pt>
    <dgm:pt modelId="{DD46444B-8022-4B25-958C-6EA6A3D1F4B2}" type="sibTrans" cxnId="{88E5FD72-AFA4-4233-9695-22D1FA7638BD}">
      <dgm:prSet/>
      <dgm:spPr/>
      <dgm:t>
        <a:bodyPr/>
        <a:lstStyle/>
        <a:p>
          <a:endParaRPr lang="uk-UA"/>
        </a:p>
      </dgm:t>
    </dgm:pt>
    <dgm:pt modelId="{5CFFFEF1-62AF-4E10-B1CA-6BF039545C92}">
      <dgm:prSet/>
      <dgm:spPr/>
      <dgm:t>
        <a:bodyPr/>
        <a:lstStyle/>
        <a:p>
          <a:r>
            <a:rPr lang="ru-RU" b="0" i="0" baseline="0"/>
            <a:t>липнева криза Тимчасового уряду</a:t>
          </a:r>
          <a:endParaRPr lang="uk-UA"/>
        </a:p>
      </dgm:t>
    </dgm:pt>
    <dgm:pt modelId="{AB7BE2F8-8E26-4B36-9D40-5998B5ECC981}" type="parTrans" cxnId="{3D20871B-AABC-4075-B317-8217692D8D60}">
      <dgm:prSet/>
      <dgm:spPr/>
      <dgm:t>
        <a:bodyPr/>
        <a:lstStyle/>
        <a:p>
          <a:endParaRPr lang="uk-UA"/>
        </a:p>
      </dgm:t>
    </dgm:pt>
    <dgm:pt modelId="{EA4D353A-C9CB-4ABD-BE74-2F8B3400C74E}" type="sibTrans" cxnId="{3D20871B-AABC-4075-B317-8217692D8D60}">
      <dgm:prSet/>
      <dgm:spPr/>
      <dgm:t>
        <a:bodyPr/>
        <a:lstStyle/>
        <a:p>
          <a:endParaRPr lang="uk-UA"/>
        </a:p>
      </dgm:t>
    </dgm:pt>
    <dgm:pt modelId="{3D2D8E65-27B8-4B69-A970-8E5DC106D81A}" type="pres">
      <dgm:prSet presAssocID="{3163941A-EE6C-4480-9103-1265B5371B9A}" presName="linear" presStyleCnt="0">
        <dgm:presLayoutVars>
          <dgm:animLvl val="lvl"/>
          <dgm:resizeHandles val="exact"/>
        </dgm:presLayoutVars>
      </dgm:prSet>
      <dgm:spPr/>
    </dgm:pt>
    <dgm:pt modelId="{6C3F4491-6094-4CAD-98E9-7E08F50BF43F}" type="pres">
      <dgm:prSet presAssocID="{E687217F-7517-4E19-AF25-4A5EBABAF2C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5EC33F3-99E5-4BC9-A705-004D5C916710}" type="pres">
      <dgm:prSet presAssocID="{F95D1259-320E-4027-9635-8F6B5086CAE6}" presName="spacer" presStyleCnt="0"/>
      <dgm:spPr/>
    </dgm:pt>
    <dgm:pt modelId="{C73E7A70-0994-4C2C-8C05-A7349ACB71A4}" type="pres">
      <dgm:prSet presAssocID="{E54D07E3-BD4D-43E0-AAF8-35C875BF4F1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D3B0F7E-8FED-4204-B050-DBBF04D0C1BE}" type="pres">
      <dgm:prSet presAssocID="{27822073-D2DF-4B28-A51F-741928CCA201}" presName="spacer" presStyleCnt="0"/>
      <dgm:spPr/>
    </dgm:pt>
    <dgm:pt modelId="{B29AAB1D-8155-4F9F-8E8B-069D9AE9CDBB}" type="pres">
      <dgm:prSet presAssocID="{279EBB48-5FC5-42D9-B211-0CE83A07D13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7D4C393-A0A7-4A4F-A388-6DD9B5BA7125}" type="pres">
      <dgm:prSet presAssocID="{DD46444B-8022-4B25-958C-6EA6A3D1F4B2}" presName="spacer" presStyleCnt="0"/>
      <dgm:spPr/>
    </dgm:pt>
    <dgm:pt modelId="{40C9F14B-63B6-4BC9-AD46-CCD1FEF7BFC8}" type="pres">
      <dgm:prSet presAssocID="{5CFFFEF1-62AF-4E10-B1CA-6BF039545C9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D20871B-AABC-4075-B317-8217692D8D60}" srcId="{3163941A-EE6C-4480-9103-1265B5371B9A}" destId="{5CFFFEF1-62AF-4E10-B1CA-6BF039545C92}" srcOrd="3" destOrd="0" parTransId="{AB7BE2F8-8E26-4B36-9D40-5998B5ECC981}" sibTransId="{EA4D353A-C9CB-4ABD-BE74-2F8B3400C74E}"/>
    <dgm:cxn modelId="{3C51701D-C88A-488E-8498-454ECB5DA510}" type="presOf" srcId="{E54D07E3-BD4D-43E0-AAF8-35C875BF4F1C}" destId="{C73E7A70-0994-4C2C-8C05-A7349ACB71A4}" srcOrd="0" destOrd="0" presId="urn:microsoft.com/office/officeart/2005/8/layout/vList2"/>
    <dgm:cxn modelId="{4A32701E-197D-4DA8-A055-02D0572766CE}" srcId="{3163941A-EE6C-4480-9103-1265B5371B9A}" destId="{E54D07E3-BD4D-43E0-AAF8-35C875BF4F1C}" srcOrd="1" destOrd="0" parTransId="{ACB6556C-3AA6-47C7-A890-63169FE8FDF5}" sibTransId="{27822073-D2DF-4B28-A51F-741928CCA201}"/>
    <dgm:cxn modelId="{B2C2302E-77CB-4620-8FCF-2A95C087E792}" type="presOf" srcId="{3163941A-EE6C-4480-9103-1265B5371B9A}" destId="{3D2D8E65-27B8-4B69-A970-8E5DC106D81A}" srcOrd="0" destOrd="0" presId="urn:microsoft.com/office/officeart/2005/8/layout/vList2"/>
    <dgm:cxn modelId="{3C38E143-68FD-456C-9B54-2AE9F0F37740}" type="presOf" srcId="{5CFFFEF1-62AF-4E10-B1CA-6BF039545C92}" destId="{40C9F14B-63B6-4BC9-AD46-CCD1FEF7BFC8}" srcOrd="0" destOrd="0" presId="urn:microsoft.com/office/officeart/2005/8/layout/vList2"/>
    <dgm:cxn modelId="{EC8C3368-52CC-42C6-B36B-0CCA45B423C5}" type="presOf" srcId="{E687217F-7517-4E19-AF25-4A5EBABAF2CC}" destId="{6C3F4491-6094-4CAD-98E9-7E08F50BF43F}" srcOrd="0" destOrd="0" presId="urn:microsoft.com/office/officeart/2005/8/layout/vList2"/>
    <dgm:cxn modelId="{1284256F-84B1-4EB8-B800-C9314CD35EF3}" type="presOf" srcId="{279EBB48-5FC5-42D9-B211-0CE83A07D137}" destId="{B29AAB1D-8155-4F9F-8E8B-069D9AE9CDBB}" srcOrd="0" destOrd="0" presId="urn:microsoft.com/office/officeart/2005/8/layout/vList2"/>
    <dgm:cxn modelId="{88E5FD72-AFA4-4233-9695-22D1FA7638BD}" srcId="{3163941A-EE6C-4480-9103-1265B5371B9A}" destId="{279EBB48-5FC5-42D9-B211-0CE83A07D137}" srcOrd="2" destOrd="0" parTransId="{BB4156D6-120B-4B4F-A6C0-9C79B3F9AEFC}" sibTransId="{DD46444B-8022-4B25-958C-6EA6A3D1F4B2}"/>
    <dgm:cxn modelId="{598815DD-9151-4B96-86A7-76C65414491B}" srcId="{3163941A-EE6C-4480-9103-1265B5371B9A}" destId="{E687217F-7517-4E19-AF25-4A5EBABAF2CC}" srcOrd="0" destOrd="0" parTransId="{FF8C0A74-62D0-41FC-92BE-D7478CF57A79}" sibTransId="{F95D1259-320E-4027-9635-8F6B5086CAE6}"/>
    <dgm:cxn modelId="{3DEF6BB9-0001-4124-B3ED-3BE525BAC50C}" type="presParOf" srcId="{3D2D8E65-27B8-4B69-A970-8E5DC106D81A}" destId="{6C3F4491-6094-4CAD-98E9-7E08F50BF43F}" srcOrd="0" destOrd="0" presId="urn:microsoft.com/office/officeart/2005/8/layout/vList2"/>
    <dgm:cxn modelId="{6A51F9B2-8271-4D51-AB8D-D981B00CE925}" type="presParOf" srcId="{3D2D8E65-27B8-4B69-A970-8E5DC106D81A}" destId="{65EC33F3-99E5-4BC9-A705-004D5C916710}" srcOrd="1" destOrd="0" presId="urn:microsoft.com/office/officeart/2005/8/layout/vList2"/>
    <dgm:cxn modelId="{43805333-76FD-4CA9-8565-3D4E3E09A386}" type="presParOf" srcId="{3D2D8E65-27B8-4B69-A970-8E5DC106D81A}" destId="{C73E7A70-0994-4C2C-8C05-A7349ACB71A4}" srcOrd="2" destOrd="0" presId="urn:microsoft.com/office/officeart/2005/8/layout/vList2"/>
    <dgm:cxn modelId="{90713806-8B80-4480-BB06-30F7742F2FB3}" type="presParOf" srcId="{3D2D8E65-27B8-4B69-A970-8E5DC106D81A}" destId="{6D3B0F7E-8FED-4204-B050-DBBF04D0C1BE}" srcOrd="3" destOrd="0" presId="urn:microsoft.com/office/officeart/2005/8/layout/vList2"/>
    <dgm:cxn modelId="{BB5BB27A-FF93-4195-BA29-F8C7D752362B}" type="presParOf" srcId="{3D2D8E65-27B8-4B69-A970-8E5DC106D81A}" destId="{B29AAB1D-8155-4F9F-8E8B-069D9AE9CDBB}" srcOrd="4" destOrd="0" presId="urn:microsoft.com/office/officeart/2005/8/layout/vList2"/>
    <dgm:cxn modelId="{5953E0A0-DA85-4040-84FB-F4E91E1513A5}" type="presParOf" srcId="{3D2D8E65-27B8-4B69-A970-8E5DC106D81A}" destId="{67D4C393-A0A7-4A4F-A388-6DD9B5BA7125}" srcOrd="5" destOrd="0" presId="urn:microsoft.com/office/officeart/2005/8/layout/vList2"/>
    <dgm:cxn modelId="{7BB964BB-8739-49A1-99F5-A64781C1CD87}" type="presParOf" srcId="{3D2D8E65-27B8-4B69-A970-8E5DC106D81A}" destId="{40C9F14B-63B6-4BC9-AD46-CCD1FEF7BFC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6963980-FD32-4672-AB90-54400AA9FFBC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6317071-B716-4A4B-872C-C2C99FFED602}">
      <dgm:prSet/>
      <dgm:spPr/>
      <dgm:t>
        <a:bodyPr/>
        <a:lstStyle/>
        <a:p>
          <a:r>
            <a:rPr lang="uk-UA" b="0" i="0" baseline="0"/>
            <a:t>Першим</a:t>
          </a:r>
          <a:endParaRPr lang="uk-UA"/>
        </a:p>
      </dgm:t>
    </dgm:pt>
    <dgm:pt modelId="{1F29B726-E34D-4895-9819-C0048B599AE8}" type="parTrans" cxnId="{36EF6342-D3C1-45C7-B545-8948FCFA391F}">
      <dgm:prSet/>
      <dgm:spPr/>
      <dgm:t>
        <a:bodyPr/>
        <a:lstStyle/>
        <a:p>
          <a:endParaRPr lang="uk-UA"/>
        </a:p>
      </dgm:t>
    </dgm:pt>
    <dgm:pt modelId="{6FBE96F1-7511-441D-B1FC-61D472CA1648}" type="sibTrans" cxnId="{36EF6342-D3C1-45C7-B545-8948FCFA391F}">
      <dgm:prSet/>
      <dgm:spPr/>
      <dgm:t>
        <a:bodyPr/>
        <a:lstStyle/>
        <a:p>
          <a:endParaRPr lang="uk-UA"/>
        </a:p>
      </dgm:t>
    </dgm:pt>
    <dgm:pt modelId="{864159E6-6F0A-447C-91D2-BB552636A40C}">
      <dgm:prSet/>
      <dgm:spPr/>
      <dgm:t>
        <a:bodyPr/>
        <a:lstStyle/>
        <a:p>
          <a:r>
            <a:rPr lang="uk-UA" b="0" i="0" baseline="0"/>
            <a:t>Другим</a:t>
          </a:r>
          <a:endParaRPr lang="uk-UA"/>
        </a:p>
      </dgm:t>
    </dgm:pt>
    <dgm:pt modelId="{27ABF60B-3342-40ED-A10B-3A7D0A97EC4C}" type="parTrans" cxnId="{E790C2B2-E08E-430F-9BE7-0DB0CF235815}">
      <dgm:prSet/>
      <dgm:spPr/>
      <dgm:t>
        <a:bodyPr/>
        <a:lstStyle/>
        <a:p>
          <a:endParaRPr lang="uk-UA"/>
        </a:p>
      </dgm:t>
    </dgm:pt>
    <dgm:pt modelId="{5AB840E3-38E9-40C3-9E6C-564D59CF6612}" type="sibTrans" cxnId="{E790C2B2-E08E-430F-9BE7-0DB0CF235815}">
      <dgm:prSet/>
      <dgm:spPr/>
      <dgm:t>
        <a:bodyPr/>
        <a:lstStyle/>
        <a:p>
          <a:endParaRPr lang="uk-UA"/>
        </a:p>
      </dgm:t>
    </dgm:pt>
    <dgm:pt modelId="{8ADE3CFF-8A72-4D58-AD4D-E65F81345AD2}">
      <dgm:prSet/>
      <dgm:spPr/>
      <dgm:t>
        <a:bodyPr/>
        <a:lstStyle/>
        <a:p>
          <a:r>
            <a:rPr lang="uk-UA" b="0" i="0" baseline="0"/>
            <a:t>Третім</a:t>
          </a:r>
          <a:endParaRPr lang="uk-UA"/>
        </a:p>
      </dgm:t>
    </dgm:pt>
    <dgm:pt modelId="{244ED9CB-EF77-4E6A-98A8-8A9FC4BCB281}" type="parTrans" cxnId="{3BAF4132-A1A1-4671-8668-CDA5AA4CFFAE}">
      <dgm:prSet/>
      <dgm:spPr/>
      <dgm:t>
        <a:bodyPr/>
        <a:lstStyle/>
        <a:p>
          <a:endParaRPr lang="uk-UA"/>
        </a:p>
      </dgm:t>
    </dgm:pt>
    <dgm:pt modelId="{79A4E779-4D38-47EF-95B1-D6840806401B}" type="sibTrans" cxnId="{3BAF4132-A1A1-4671-8668-CDA5AA4CFFAE}">
      <dgm:prSet/>
      <dgm:spPr/>
      <dgm:t>
        <a:bodyPr/>
        <a:lstStyle/>
        <a:p>
          <a:endParaRPr lang="uk-UA"/>
        </a:p>
      </dgm:t>
    </dgm:pt>
    <dgm:pt modelId="{70A2DB6B-1EDA-49D6-B039-F0FC56118F3A}">
      <dgm:prSet/>
      <dgm:spPr/>
      <dgm:t>
        <a:bodyPr/>
        <a:lstStyle/>
        <a:p>
          <a:r>
            <a:rPr lang="uk-UA" b="0" i="0" baseline="0"/>
            <a:t>Четвертим</a:t>
          </a:r>
          <a:endParaRPr lang="uk-UA"/>
        </a:p>
      </dgm:t>
    </dgm:pt>
    <dgm:pt modelId="{BAE5C33A-2995-4E3C-9497-12AA8D4EC346}" type="parTrans" cxnId="{19F5F688-914B-45B4-ADE0-D0CC38A10E62}">
      <dgm:prSet/>
      <dgm:spPr/>
      <dgm:t>
        <a:bodyPr/>
        <a:lstStyle/>
        <a:p>
          <a:endParaRPr lang="uk-UA"/>
        </a:p>
      </dgm:t>
    </dgm:pt>
    <dgm:pt modelId="{4C1089FB-EBFB-44DB-9D2A-4FA58A94B3D0}" type="sibTrans" cxnId="{19F5F688-914B-45B4-ADE0-D0CC38A10E62}">
      <dgm:prSet/>
      <dgm:spPr/>
      <dgm:t>
        <a:bodyPr/>
        <a:lstStyle/>
        <a:p>
          <a:endParaRPr lang="uk-UA"/>
        </a:p>
      </dgm:t>
    </dgm:pt>
    <dgm:pt modelId="{9ED33CA4-5276-4C92-962B-F96F603B1FF2}" type="pres">
      <dgm:prSet presAssocID="{76963980-FD32-4672-AB90-54400AA9FFBC}" presName="matrix" presStyleCnt="0">
        <dgm:presLayoutVars>
          <dgm:chMax val="1"/>
          <dgm:dir/>
          <dgm:resizeHandles val="exact"/>
        </dgm:presLayoutVars>
      </dgm:prSet>
      <dgm:spPr/>
    </dgm:pt>
    <dgm:pt modelId="{C8BCA357-0EB5-427C-800A-D12CC7BD271F}" type="pres">
      <dgm:prSet presAssocID="{76963980-FD32-4672-AB90-54400AA9FFBC}" presName="diamond" presStyleLbl="bgShp" presStyleIdx="0" presStyleCnt="1"/>
      <dgm:spPr/>
    </dgm:pt>
    <dgm:pt modelId="{C3D582DA-3B6A-41FB-A9FB-BED05757C03C}" type="pres">
      <dgm:prSet presAssocID="{76963980-FD32-4672-AB90-54400AA9FFBC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70D0FFD-E4FB-489C-8659-5366664D9247}" type="pres">
      <dgm:prSet presAssocID="{76963980-FD32-4672-AB90-54400AA9FFBC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98EF3CA5-666F-43C3-B2F9-1DDD58364743}" type="pres">
      <dgm:prSet presAssocID="{76963980-FD32-4672-AB90-54400AA9FFBC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CC32370D-7FB6-45A9-BD8C-8E746AF9B9EF}" type="pres">
      <dgm:prSet presAssocID="{76963980-FD32-4672-AB90-54400AA9FFBC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658C703-EF31-4B14-933C-20C3670DC8E7}" type="presOf" srcId="{70A2DB6B-1EDA-49D6-B039-F0FC56118F3A}" destId="{CC32370D-7FB6-45A9-BD8C-8E746AF9B9EF}" srcOrd="0" destOrd="0" presId="urn:microsoft.com/office/officeart/2005/8/layout/matrix3"/>
    <dgm:cxn modelId="{3BAF4132-A1A1-4671-8668-CDA5AA4CFFAE}" srcId="{76963980-FD32-4672-AB90-54400AA9FFBC}" destId="{8ADE3CFF-8A72-4D58-AD4D-E65F81345AD2}" srcOrd="2" destOrd="0" parTransId="{244ED9CB-EF77-4E6A-98A8-8A9FC4BCB281}" sibTransId="{79A4E779-4D38-47EF-95B1-D6840806401B}"/>
    <dgm:cxn modelId="{36EF6342-D3C1-45C7-B545-8948FCFA391F}" srcId="{76963980-FD32-4672-AB90-54400AA9FFBC}" destId="{E6317071-B716-4A4B-872C-C2C99FFED602}" srcOrd="0" destOrd="0" parTransId="{1F29B726-E34D-4895-9819-C0048B599AE8}" sibTransId="{6FBE96F1-7511-441D-B1FC-61D472CA1648}"/>
    <dgm:cxn modelId="{CDCEC74B-1C6A-4F0E-BCCF-C818162358B3}" type="presOf" srcId="{76963980-FD32-4672-AB90-54400AA9FFBC}" destId="{9ED33CA4-5276-4C92-962B-F96F603B1FF2}" srcOrd="0" destOrd="0" presId="urn:microsoft.com/office/officeart/2005/8/layout/matrix3"/>
    <dgm:cxn modelId="{9352A287-8890-42C2-AFCC-5F73CBA9B7EA}" type="presOf" srcId="{864159E6-6F0A-447C-91D2-BB552636A40C}" destId="{770D0FFD-E4FB-489C-8659-5366664D9247}" srcOrd="0" destOrd="0" presId="urn:microsoft.com/office/officeart/2005/8/layout/matrix3"/>
    <dgm:cxn modelId="{19F5F688-914B-45B4-ADE0-D0CC38A10E62}" srcId="{76963980-FD32-4672-AB90-54400AA9FFBC}" destId="{70A2DB6B-1EDA-49D6-B039-F0FC56118F3A}" srcOrd="3" destOrd="0" parTransId="{BAE5C33A-2995-4E3C-9497-12AA8D4EC346}" sibTransId="{4C1089FB-EBFB-44DB-9D2A-4FA58A94B3D0}"/>
    <dgm:cxn modelId="{4D6E8F94-71A7-497F-BF43-1E9377D40238}" type="presOf" srcId="{8ADE3CFF-8A72-4D58-AD4D-E65F81345AD2}" destId="{98EF3CA5-666F-43C3-B2F9-1DDD58364743}" srcOrd="0" destOrd="0" presId="urn:microsoft.com/office/officeart/2005/8/layout/matrix3"/>
    <dgm:cxn modelId="{E790C2B2-E08E-430F-9BE7-0DB0CF235815}" srcId="{76963980-FD32-4672-AB90-54400AA9FFBC}" destId="{864159E6-6F0A-447C-91D2-BB552636A40C}" srcOrd="1" destOrd="0" parTransId="{27ABF60B-3342-40ED-A10B-3A7D0A97EC4C}" sibTransId="{5AB840E3-38E9-40C3-9E6C-564D59CF6612}"/>
    <dgm:cxn modelId="{5BE2AEB5-3CDE-443B-B6AE-DB81F7415DB7}" type="presOf" srcId="{E6317071-B716-4A4B-872C-C2C99FFED602}" destId="{C3D582DA-3B6A-41FB-A9FB-BED05757C03C}" srcOrd="0" destOrd="0" presId="urn:microsoft.com/office/officeart/2005/8/layout/matrix3"/>
    <dgm:cxn modelId="{20DB3666-7DEA-4017-A31E-630A24B018CB}" type="presParOf" srcId="{9ED33CA4-5276-4C92-962B-F96F603B1FF2}" destId="{C8BCA357-0EB5-427C-800A-D12CC7BD271F}" srcOrd="0" destOrd="0" presId="urn:microsoft.com/office/officeart/2005/8/layout/matrix3"/>
    <dgm:cxn modelId="{B9BBFCE6-78CA-4CB2-B57F-504786B2EF92}" type="presParOf" srcId="{9ED33CA4-5276-4C92-962B-F96F603B1FF2}" destId="{C3D582DA-3B6A-41FB-A9FB-BED05757C03C}" srcOrd="1" destOrd="0" presId="urn:microsoft.com/office/officeart/2005/8/layout/matrix3"/>
    <dgm:cxn modelId="{18AC2CA4-C595-4231-8598-740DD7C3D159}" type="presParOf" srcId="{9ED33CA4-5276-4C92-962B-F96F603B1FF2}" destId="{770D0FFD-E4FB-489C-8659-5366664D9247}" srcOrd="2" destOrd="0" presId="urn:microsoft.com/office/officeart/2005/8/layout/matrix3"/>
    <dgm:cxn modelId="{F72D1A20-59CF-4920-8FB3-CC7098AB314F}" type="presParOf" srcId="{9ED33CA4-5276-4C92-962B-F96F603B1FF2}" destId="{98EF3CA5-666F-43C3-B2F9-1DDD58364743}" srcOrd="3" destOrd="0" presId="urn:microsoft.com/office/officeart/2005/8/layout/matrix3"/>
    <dgm:cxn modelId="{E4BF7817-0F32-4875-BCF8-A042E325E103}" type="presParOf" srcId="{9ED33CA4-5276-4C92-962B-F96F603B1FF2}" destId="{CC32370D-7FB6-45A9-BD8C-8E746AF9B9EF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5DF6FDC-878E-4F72-841A-CB3405B104A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843E3C1-AB84-4C01-B070-F09228315219}">
      <dgm:prSet/>
      <dgm:spPr/>
      <dgm:t>
        <a:bodyPr/>
        <a:lstStyle/>
        <a:p>
          <a:r>
            <a:rPr lang="uk-UA" b="0" i="0" baseline="0"/>
            <a:t>вступу військ Директорії в Київ.</a:t>
          </a:r>
          <a:endParaRPr lang="uk-UA"/>
        </a:p>
      </dgm:t>
    </dgm:pt>
    <dgm:pt modelId="{771BE786-5BF7-40FC-862D-668B6519ECBB}" type="parTrans" cxnId="{5126F2E4-360C-4A35-B47E-55AF14F59C3C}">
      <dgm:prSet/>
      <dgm:spPr/>
      <dgm:t>
        <a:bodyPr/>
        <a:lstStyle/>
        <a:p>
          <a:endParaRPr lang="uk-UA"/>
        </a:p>
      </dgm:t>
    </dgm:pt>
    <dgm:pt modelId="{D9CF12A5-4569-4F9A-87B2-8D6565182A80}" type="sibTrans" cxnId="{5126F2E4-360C-4A35-B47E-55AF14F59C3C}">
      <dgm:prSet/>
      <dgm:spPr/>
      <dgm:t>
        <a:bodyPr/>
        <a:lstStyle/>
        <a:p>
          <a:endParaRPr lang="uk-UA"/>
        </a:p>
      </dgm:t>
    </dgm:pt>
    <dgm:pt modelId="{67D995CA-47BF-4DA5-AD63-B3FC748BEB94}">
      <dgm:prSet/>
      <dgm:spPr/>
      <dgm:t>
        <a:bodyPr/>
        <a:lstStyle/>
        <a:p>
          <a:r>
            <a:rPr lang="uk-UA" b="0" i="0" baseline="0"/>
            <a:t>процесу українізації частин російської армії.</a:t>
          </a:r>
          <a:endParaRPr lang="uk-UA"/>
        </a:p>
      </dgm:t>
    </dgm:pt>
    <dgm:pt modelId="{B643D2E3-C71F-49F9-853F-315CEA8ACE48}" type="parTrans" cxnId="{5D0F4C86-D214-41AC-B9D2-455EE907F845}">
      <dgm:prSet/>
      <dgm:spPr/>
      <dgm:t>
        <a:bodyPr/>
        <a:lstStyle/>
        <a:p>
          <a:endParaRPr lang="uk-UA"/>
        </a:p>
      </dgm:t>
    </dgm:pt>
    <dgm:pt modelId="{27BB8443-5079-46B2-83B9-8A78781D28CE}" type="sibTrans" cxnId="{5D0F4C86-D214-41AC-B9D2-455EE907F845}">
      <dgm:prSet/>
      <dgm:spPr/>
      <dgm:t>
        <a:bodyPr/>
        <a:lstStyle/>
        <a:p>
          <a:endParaRPr lang="uk-UA"/>
        </a:p>
      </dgm:t>
    </dgm:pt>
    <dgm:pt modelId="{65C7E975-9DE6-41C8-ABA1-5C3D7B4B54BE}">
      <dgm:prSet/>
      <dgm:spPr/>
      <dgm:t>
        <a:bodyPr/>
        <a:lstStyle/>
        <a:p>
          <a:r>
            <a:rPr lang="uk-UA" b="0" i="0" baseline="0"/>
            <a:t>проголошення П. Скоропадського гетьманом України.</a:t>
          </a:r>
          <a:endParaRPr lang="uk-UA"/>
        </a:p>
      </dgm:t>
    </dgm:pt>
    <dgm:pt modelId="{1EBD022D-F36F-45A6-B68B-6D8334EF1A11}" type="parTrans" cxnId="{1F0E5BB3-B98D-436A-82E4-4068AFC77ED1}">
      <dgm:prSet/>
      <dgm:spPr/>
      <dgm:t>
        <a:bodyPr/>
        <a:lstStyle/>
        <a:p>
          <a:endParaRPr lang="uk-UA"/>
        </a:p>
      </dgm:t>
    </dgm:pt>
    <dgm:pt modelId="{99514E27-1640-48B8-80FF-CEADA226EEB0}" type="sibTrans" cxnId="{1F0E5BB3-B98D-436A-82E4-4068AFC77ED1}">
      <dgm:prSet/>
      <dgm:spPr/>
      <dgm:t>
        <a:bodyPr/>
        <a:lstStyle/>
        <a:p>
          <a:endParaRPr lang="uk-UA"/>
        </a:p>
      </dgm:t>
    </dgm:pt>
    <dgm:pt modelId="{4885D577-220D-4B94-B36C-B8BA32CEAEB0}">
      <dgm:prSet/>
      <dgm:spPr/>
      <dgm:t>
        <a:bodyPr/>
        <a:lstStyle/>
        <a:p>
          <a:r>
            <a:rPr lang="uk-UA" b="0" i="0" baseline="0"/>
            <a:t>формування легіону Українських січових стрільців.</a:t>
          </a:r>
          <a:endParaRPr lang="uk-UA"/>
        </a:p>
      </dgm:t>
    </dgm:pt>
    <dgm:pt modelId="{1518015D-386A-4B14-BF89-00A6EE8DC6DB}" type="parTrans" cxnId="{61E7BA7A-5216-454F-B616-07F092894684}">
      <dgm:prSet/>
      <dgm:spPr/>
      <dgm:t>
        <a:bodyPr/>
        <a:lstStyle/>
        <a:p>
          <a:endParaRPr lang="uk-UA"/>
        </a:p>
      </dgm:t>
    </dgm:pt>
    <dgm:pt modelId="{1ADA496A-DB7C-4D3E-9BE5-9CB1B58238CB}" type="sibTrans" cxnId="{61E7BA7A-5216-454F-B616-07F092894684}">
      <dgm:prSet/>
      <dgm:spPr/>
      <dgm:t>
        <a:bodyPr/>
        <a:lstStyle/>
        <a:p>
          <a:endParaRPr lang="uk-UA"/>
        </a:p>
      </dgm:t>
    </dgm:pt>
    <dgm:pt modelId="{62DED802-5904-4E09-AFC1-6EBE7F9C6F96}" type="pres">
      <dgm:prSet presAssocID="{05DF6FDC-878E-4F72-841A-CB3405B104A0}" presName="linear" presStyleCnt="0">
        <dgm:presLayoutVars>
          <dgm:animLvl val="lvl"/>
          <dgm:resizeHandles val="exact"/>
        </dgm:presLayoutVars>
      </dgm:prSet>
      <dgm:spPr/>
    </dgm:pt>
    <dgm:pt modelId="{15958524-A938-40B2-B628-A9869C511DBB}" type="pres">
      <dgm:prSet presAssocID="{3843E3C1-AB84-4C01-B070-F0922831521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D34F8CC-8961-4843-910E-EFFFDBBC55A6}" type="pres">
      <dgm:prSet presAssocID="{D9CF12A5-4569-4F9A-87B2-8D6565182A80}" presName="spacer" presStyleCnt="0"/>
      <dgm:spPr/>
    </dgm:pt>
    <dgm:pt modelId="{AC88D7C2-735C-4590-9084-191475F418EA}" type="pres">
      <dgm:prSet presAssocID="{67D995CA-47BF-4DA5-AD63-B3FC748BEB9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4BA4663-B29F-4D40-ACDE-5FE5395A925F}" type="pres">
      <dgm:prSet presAssocID="{27BB8443-5079-46B2-83B9-8A78781D28CE}" presName="spacer" presStyleCnt="0"/>
      <dgm:spPr/>
    </dgm:pt>
    <dgm:pt modelId="{463E438B-B50A-43B7-A6FE-58F5019DC58E}" type="pres">
      <dgm:prSet presAssocID="{65C7E975-9DE6-41C8-ABA1-5C3D7B4B54B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D3F301E-3416-4136-8352-5D0D648CB590}" type="pres">
      <dgm:prSet presAssocID="{99514E27-1640-48B8-80FF-CEADA226EEB0}" presName="spacer" presStyleCnt="0"/>
      <dgm:spPr/>
    </dgm:pt>
    <dgm:pt modelId="{66D46EB0-4FC2-4175-912E-7E4C73C6FCFC}" type="pres">
      <dgm:prSet presAssocID="{4885D577-220D-4B94-B36C-B8BA32CEAEB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1153A11-B57C-4843-8481-CC62C0AF8AE2}" type="presOf" srcId="{3843E3C1-AB84-4C01-B070-F09228315219}" destId="{15958524-A938-40B2-B628-A9869C511DBB}" srcOrd="0" destOrd="0" presId="urn:microsoft.com/office/officeart/2005/8/layout/vList2"/>
    <dgm:cxn modelId="{D97D9833-E7F7-4544-B51B-1715D6A83BF3}" type="presOf" srcId="{65C7E975-9DE6-41C8-ABA1-5C3D7B4B54BE}" destId="{463E438B-B50A-43B7-A6FE-58F5019DC58E}" srcOrd="0" destOrd="0" presId="urn:microsoft.com/office/officeart/2005/8/layout/vList2"/>
    <dgm:cxn modelId="{5A790673-EB83-4295-AF9D-5A966FFC5CA5}" type="presOf" srcId="{67D995CA-47BF-4DA5-AD63-B3FC748BEB94}" destId="{AC88D7C2-735C-4590-9084-191475F418EA}" srcOrd="0" destOrd="0" presId="urn:microsoft.com/office/officeart/2005/8/layout/vList2"/>
    <dgm:cxn modelId="{61E7BA7A-5216-454F-B616-07F092894684}" srcId="{05DF6FDC-878E-4F72-841A-CB3405B104A0}" destId="{4885D577-220D-4B94-B36C-B8BA32CEAEB0}" srcOrd="3" destOrd="0" parTransId="{1518015D-386A-4B14-BF89-00A6EE8DC6DB}" sibTransId="{1ADA496A-DB7C-4D3E-9BE5-9CB1B58238CB}"/>
    <dgm:cxn modelId="{5D0F4C86-D214-41AC-B9D2-455EE907F845}" srcId="{05DF6FDC-878E-4F72-841A-CB3405B104A0}" destId="{67D995CA-47BF-4DA5-AD63-B3FC748BEB94}" srcOrd="1" destOrd="0" parTransId="{B643D2E3-C71F-49F9-853F-315CEA8ACE48}" sibTransId="{27BB8443-5079-46B2-83B9-8A78781D28CE}"/>
    <dgm:cxn modelId="{1F0E5BB3-B98D-436A-82E4-4068AFC77ED1}" srcId="{05DF6FDC-878E-4F72-841A-CB3405B104A0}" destId="{65C7E975-9DE6-41C8-ABA1-5C3D7B4B54BE}" srcOrd="2" destOrd="0" parTransId="{1EBD022D-F36F-45A6-B68B-6D8334EF1A11}" sibTransId="{99514E27-1640-48B8-80FF-CEADA226EEB0}"/>
    <dgm:cxn modelId="{520699B8-A2D6-4631-9CD4-F9540CD770A2}" type="presOf" srcId="{05DF6FDC-878E-4F72-841A-CB3405B104A0}" destId="{62DED802-5904-4E09-AFC1-6EBE7F9C6F96}" srcOrd="0" destOrd="0" presId="urn:microsoft.com/office/officeart/2005/8/layout/vList2"/>
    <dgm:cxn modelId="{79DD12BF-BEDF-4B0A-A479-20977A4F42EF}" type="presOf" srcId="{4885D577-220D-4B94-B36C-B8BA32CEAEB0}" destId="{66D46EB0-4FC2-4175-912E-7E4C73C6FCFC}" srcOrd="0" destOrd="0" presId="urn:microsoft.com/office/officeart/2005/8/layout/vList2"/>
    <dgm:cxn modelId="{5126F2E4-360C-4A35-B47E-55AF14F59C3C}" srcId="{05DF6FDC-878E-4F72-841A-CB3405B104A0}" destId="{3843E3C1-AB84-4C01-B070-F09228315219}" srcOrd="0" destOrd="0" parTransId="{771BE786-5BF7-40FC-862D-668B6519ECBB}" sibTransId="{D9CF12A5-4569-4F9A-87B2-8D6565182A80}"/>
    <dgm:cxn modelId="{7B9846C2-8EAE-4AED-8B63-55A1C0E57386}" type="presParOf" srcId="{62DED802-5904-4E09-AFC1-6EBE7F9C6F96}" destId="{15958524-A938-40B2-B628-A9869C511DBB}" srcOrd="0" destOrd="0" presId="urn:microsoft.com/office/officeart/2005/8/layout/vList2"/>
    <dgm:cxn modelId="{8B866027-B46B-414C-9CC2-68A3362A4765}" type="presParOf" srcId="{62DED802-5904-4E09-AFC1-6EBE7F9C6F96}" destId="{CD34F8CC-8961-4843-910E-EFFFDBBC55A6}" srcOrd="1" destOrd="0" presId="urn:microsoft.com/office/officeart/2005/8/layout/vList2"/>
    <dgm:cxn modelId="{824B6BC5-7AAE-4C32-B1FE-645AF2AEA010}" type="presParOf" srcId="{62DED802-5904-4E09-AFC1-6EBE7F9C6F96}" destId="{AC88D7C2-735C-4590-9084-191475F418EA}" srcOrd="2" destOrd="0" presId="urn:microsoft.com/office/officeart/2005/8/layout/vList2"/>
    <dgm:cxn modelId="{387F0208-4E44-476E-B0FC-FAF4065C4829}" type="presParOf" srcId="{62DED802-5904-4E09-AFC1-6EBE7F9C6F96}" destId="{E4BA4663-B29F-4D40-ACDE-5FE5395A925F}" srcOrd="3" destOrd="0" presId="urn:microsoft.com/office/officeart/2005/8/layout/vList2"/>
    <dgm:cxn modelId="{8A3F76DD-9FE2-4EE5-968D-013E031AC758}" type="presParOf" srcId="{62DED802-5904-4E09-AFC1-6EBE7F9C6F96}" destId="{463E438B-B50A-43B7-A6FE-58F5019DC58E}" srcOrd="4" destOrd="0" presId="urn:microsoft.com/office/officeart/2005/8/layout/vList2"/>
    <dgm:cxn modelId="{9B8CAB3D-AFC6-4C0D-86EC-F8D404FB086A}" type="presParOf" srcId="{62DED802-5904-4E09-AFC1-6EBE7F9C6F96}" destId="{BD3F301E-3416-4136-8352-5D0D648CB590}" srcOrd="5" destOrd="0" presId="urn:microsoft.com/office/officeart/2005/8/layout/vList2"/>
    <dgm:cxn modelId="{CD8940E4-454A-45F2-831E-813AC401AAD2}" type="presParOf" srcId="{62DED802-5904-4E09-AFC1-6EBE7F9C6F96}" destId="{66D46EB0-4FC2-4175-912E-7E4C73C6FCF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279F3FE-7C1C-4FC3-9BDA-BD5CD4FF1431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B07A68A-A9D5-4BD9-8B3B-6B924E628B39}">
      <dgm:prSet/>
      <dgm:spPr/>
      <dgm:t>
        <a:bodyPr/>
        <a:lstStyle/>
        <a:p>
          <a:r>
            <a:rPr lang="uk-UA" b="0" i="0" baseline="0"/>
            <a:t>усунення Української Центральної Ради (УЦР) від влади.</a:t>
          </a:r>
          <a:endParaRPr lang="uk-UA"/>
        </a:p>
      </dgm:t>
    </dgm:pt>
    <dgm:pt modelId="{D957C36B-72BE-47DD-AEF9-8E548876BC64}" type="parTrans" cxnId="{D5523F51-6B38-43A9-99BF-E4B3B81FC83C}">
      <dgm:prSet/>
      <dgm:spPr/>
      <dgm:t>
        <a:bodyPr/>
        <a:lstStyle/>
        <a:p>
          <a:endParaRPr lang="uk-UA"/>
        </a:p>
      </dgm:t>
    </dgm:pt>
    <dgm:pt modelId="{236EE245-983A-47C2-BE6F-265EE6BBCCE1}" type="sibTrans" cxnId="{D5523F51-6B38-43A9-99BF-E4B3B81FC83C}">
      <dgm:prSet/>
      <dgm:spPr/>
      <dgm:t>
        <a:bodyPr/>
        <a:lstStyle/>
        <a:p>
          <a:endParaRPr lang="uk-UA"/>
        </a:p>
      </dgm:t>
    </dgm:pt>
    <dgm:pt modelId="{18A1BDC6-4B99-4BA8-A0D7-C3405E89100E}">
      <dgm:prSet/>
      <dgm:spPr/>
      <dgm:t>
        <a:bodyPr/>
        <a:lstStyle/>
        <a:p>
          <a:r>
            <a:rPr lang="uk-UA" b="0" i="0" baseline="0"/>
            <a:t>подолання чергового конфлікту УЦР з Тимчасовим урядом Росії.</a:t>
          </a:r>
          <a:endParaRPr lang="uk-UA"/>
        </a:p>
      </dgm:t>
    </dgm:pt>
    <dgm:pt modelId="{F05C2258-D1D0-4CDC-BAA0-68A8875250F0}" type="parTrans" cxnId="{73D9A973-7E7F-4943-A1EB-83ADA4457A7F}">
      <dgm:prSet/>
      <dgm:spPr/>
      <dgm:t>
        <a:bodyPr/>
        <a:lstStyle/>
        <a:p>
          <a:endParaRPr lang="uk-UA"/>
        </a:p>
      </dgm:t>
    </dgm:pt>
    <dgm:pt modelId="{E615F499-88DE-4554-A58B-613A0FDD01E4}" type="sibTrans" cxnId="{73D9A973-7E7F-4943-A1EB-83ADA4457A7F}">
      <dgm:prSet/>
      <dgm:spPr/>
      <dgm:t>
        <a:bodyPr/>
        <a:lstStyle/>
        <a:p>
          <a:endParaRPr lang="uk-UA"/>
        </a:p>
      </dgm:t>
    </dgm:pt>
    <dgm:pt modelId="{92DEB572-B9C5-470F-BA5D-BFEA8B657D44}">
      <dgm:prSet/>
      <dgm:spPr/>
      <dgm:t>
        <a:bodyPr/>
        <a:lstStyle/>
        <a:p>
          <a:r>
            <a:rPr lang="uk-UA" b="0" i="0" baseline="0"/>
            <a:t>ратифікації умов Берестейського (Брестського) миру з державами Четверного союзу.</a:t>
          </a:r>
          <a:endParaRPr lang="uk-UA"/>
        </a:p>
      </dgm:t>
    </dgm:pt>
    <dgm:pt modelId="{2631415D-6EAB-421D-ACAE-3E894779B0C2}" type="parTrans" cxnId="{E86AF493-C29F-46B1-AA2E-E281B666227D}">
      <dgm:prSet/>
      <dgm:spPr/>
      <dgm:t>
        <a:bodyPr/>
        <a:lstStyle/>
        <a:p>
          <a:endParaRPr lang="uk-UA"/>
        </a:p>
      </dgm:t>
    </dgm:pt>
    <dgm:pt modelId="{DAC39700-A9FC-4E40-9DBB-39507E85291D}" type="sibTrans" cxnId="{E86AF493-C29F-46B1-AA2E-E281B666227D}">
      <dgm:prSet/>
      <dgm:spPr/>
      <dgm:t>
        <a:bodyPr/>
        <a:lstStyle/>
        <a:p>
          <a:endParaRPr lang="uk-UA"/>
        </a:p>
      </dgm:t>
    </dgm:pt>
    <dgm:pt modelId="{31FB7266-309A-4BE7-8385-47240F362F17}">
      <dgm:prSet/>
      <dgm:spPr/>
      <dgm:t>
        <a:bodyPr/>
        <a:lstStyle/>
        <a:p>
          <a:r>
            <a:rPr lang="uk-UA" b="0" i="0" baseline="0"/>
            <a:t>протидії поширенню корніловського заколоту на території України.</a:t>
          </a:r>
          <a:endParaRPr lang="uk-UA"/>
        </a:p>
      </dgm:t>
    </dgm:pt>
    <dgm:pt modelId="{B487A588-7FCC-4DDD-89DB-BD7F439FE8BE}" type="parTrans" cxnId="{EC48EF6C-CF47-4AFF-A2D7-A0D8B5A756D3}">
      <dgm:prSet/>
      <dgm:spPr/>
      <dgm:t>
        <a:bodyPr/>
        <a:lstStyle/>
        <a:p>
          <a:endParaRPr lang="uk-UA"/>
        </a:p>
      </dgm:t>
    </dgm:pt>
    <dgm:pt modelId="{625DB6AF-71FE-427E-8136-808611805B6C}" type="sibTrans" cxnId="{EC48EF6C-CF47-4AFF-A2D7-A0D8B5A756D3}">
      <dgm:prSet/>
      <dgm:spPr/>
      <dgm:t>
        <a:bodyPr/>
        <a:lstStyle/>
        <a:p>
          <a:endParaRPr lang="uk-UA"/>
        </a:p>
      </dgm:t>
    </dgm:pt>
    <dgm:pt modelId="{1B3AC9A8-3AC1-4D8E-8B0E-29690F18FA22}" type="pres">
      <dgm:prSet presAssocID="{2279F3FE-7C1C-4FC3-9BDA-BD5CD4FF1431}" presName="vert0" presStyleCnt="0">
        <dgm:presLayoutVars>
          <dgm:dir/>
          <dgm:animOne val="branch"/>
          <dgm:animLvl val="lvl"/>
        </dgm:presLayoutVars>
      </dgm:prSet>
      <dgm:spPr/>
    </dgm:pt>
    <dgm:pt modelId="{5DB15F01-46FA-4407-8544-22EF9E5FE077}" type="pres">
      <dgm:prSet presAssocID="{0B07A68A-A9D5-4BD9-8B3B-6B924E628B39}" presName="thickLine" presStyleLbl="alignNode1" presStyleIdx="0" presStyleCnt="4"/>
      <dgm:spPr/>
    </dgm:pt>
    <dgm:pt modelId="{B11FAD22-ADB9-44A5-ADE1-5DEE0DA03BA9}" type="pres">
      <dgm:prSet presAssocID="{0B07A68A-A9D5-4BD9-8B3B-6B924E628B39}" presName="horz1" presStyleCnt="0"/>
      <dgm:spPr/>
    </dgm:pt>
    <dgm:pt modelId="{09B963C9-4ACF-4B98-9641-0B282606D4D9}" type="pres">
      <dgm:prSet presAssocID="{0B07A68A-A9D5-4BD9-8B3B-6B924E628B39}" presName="tx1" presStyleLbl="revTx" presStyleIdx="0" presStyleCnt="4"/>
      <dgm:spPr/>
    </dgm:pt>
    <dgm:pt modelId="{6F794B1E-B1BB-493E-A754-6E9DE1168133}" type="pres">
      <dgm:prSet presAssocID="{0B07A68A-A9D5-4BD9-8B3B-6B924E628B39}" presName="vert1" presStyleCnt="0"/>
      <dgm:spPr/>
    </dgm:pt>
    <dgm:pt modelId="{DD324AA3-9B99-4AEE-82C0-0ADDF3F0CE8B}" type="pres">
      <dgm:prSet presAssocID="{18A1BDC6-4B99-4BA8-A0D7-C3405E89100E}" presName="thickLine" presStyleLbl="alignNode1" presStyleIdx="1" presStyleCnt="4"/>
      <dgm:spPr/>
    </dgm:pt>
    <dgm:pt modelId="{F0AF8C9A-B3D1-4D9D-93FD-953D2494EDA4}" type="pres">
      <dgm:prSet presAssocID="{18A1BDC6-4B99-4BA8-A0D7-C3405E89100E}" presName="horz1" presStyleCnt="0"/>
      <dgm:spPr/>
    </dgm:pt>
    <dgm:pt modelId="{764EED12-6D3A-4E24-A11D-95000C445EA1}" type="pres">
      <dgm:prSet presAssocID="{18A1BDC6-4B99-4BA8-A0D7-C3405E89100E}" presName="tx1" presStyleLbl="revTx" presStyleIdx="1" presStyleCnt="4"/>
      <dgm:spPr/>
    </dgm:pt>
    <dgm:pt modelId="{88297581-6E6B-404F-9081-480146FA51BF}" type="pres">
      <dgm:prSet presAssocID="{18A1BDC6-4B99-4BA8-A0D7-C3405E89100E}" presName="vert1" presStyleCnt="0"/>
      <dgm:spPr/>
    </dgm:pt>
    <dgm:pt modelId="{2E4B8640-D6C7-4F2B-8FB5-E5A59A676A96}" type="pres">
      <dgm:prSet presAssocID="{92DEB572-B9C5-470F-BA5D-BFEA8B657D44}" presName="thickLine" presStyleLbl="alignNode1" presStyleIdx="2" presStyleCnt="4"/>
      <dgm:spPr/>
    </dgm:pt>
    <dgm:pt modelId="{0048839B-A6C6-4CEF-9EE5-B7C04FFC1A96}" type="pres">
      <dgm:prSet presAssocID="{92DEB572-B9C5-470F-BA5D-BFEA8B657D44}" presName="horz1" presStyleCnt="0"/>
      <dgm:spPr/>
    </dgm:pt>
    <dgm:pt modelId="{A70E080D-5D15-4618-8A66-6E1D41C5FE36}" type="pres">
      <dgm:prSet presAssocID="{92DEB572-B9C5-470F-BA5D-BFEA8B657D44}" presName="tx1" presStyleLbl="revTx" presStyleIdx="2" presStyleCnt="4"/>
      <dgm:spPr/>
    </dgm:pt>
    <dgm:pt modelId="{90283B0F-9AC0-4DE1-8672-7E7D3A15453B}" type="pres">
      <dgm:prSet presAssocID="{92DEB572-B9C5-470F-BA5D-BFEA8B657D44}" presName="vert1" presStyleCnt="0"/>
      <dgm:spPr/>
    </dgm:pt>
    <dgm:pt modelId="{BC972942-3EFB-4692-AFBF-23AA66A2728B}" type="pres">
      <dgm:prSet presAssocID="{31FB7266-309A-4BE7-8385-47240F362F17}" presName="thickLine" presStyleLbl="alignNode1" presStyleIdx="3" presStyleCnt="4"/>
      <dgm:spPr/>
    </dgm:pt>
    <dgm:pt modelId="{3347114A-070C-469D-B7AA-752439BAE139}" type="pres">
      <dgm:prSet presAssocID="{31FB7266-309A-4BE7-8385-47240F362F17}" presName="horz1" presStyleCnt="0"/>
      <dgm:spPr/>
    </dgm:pt>
    <dgm:pt modelId="{3CE9C428-2E5D-4EEE-B878-1929094EDD82}" type="pres">
      <dgm:prSet presAssocID="{31FB7266-309A-4BE7-8385-47240F362F17}" presName="tx1" presStyleLbl="revTx" presStyleIdx="3" presStyleCnt="4"/>
      <dgm:spPr/>
    </dgm:pt>
    <dgm:pt modelId="{E54D3382-61DF-4327-9E03-557DED1E171A}" type="pres">
      <dgm:prSet presAssocID="{31FB7266-309A-4BE7-8385-47240F362F17}" presName="vert1" presStyleCnt="0"/>
      <dgm:spPr/>
    </dgm:pt>
  </dgm:ptLst>
  <dgm:cxnLst>
    <dgm:cxn modelId="{61F82B19-4CA1-4793-9B65-E19DF2795410}" type="presOf" srcId="{31FB7266-309A-4BE7-8385-47240F362F17}" destId="{3CE9C428-2E5D-4EEE-B878-1929094EDD82}" srcOrd="0" destOrd="0" presId="urn:microsoft.com/office/officeart/2008/layout/LinedList"/>
    <dgm:cxn modelId="{D992C21E-2DBE-40AD-B2CE-42558B142976}" type="presOf" srcId="{92DEB572-B9C5-470F-BA5D-BFEA8B657D44}" destId="{A70E080D-5D15-4618-8A66-6E1D41C5FE36}" srcOrd="0" destOrd="0" presId="urn:microsoft.com/office/officeart/2008/layout/LinedList"/>
    <dgm:cxn modelId="{EC48EF6C-CF47-4AFF-A2D7-A0D8B5A756D3}" srcId="{2279F3FE-7C1C-4FC3-9BDA-BD5CD4FF1431}" destId="{31FB7266-309A-4BE7-8385-47240F362F17}" srcOrd="3" destOrd="0" parTransId="{B487A588-7FCC-4DDD-89DB-BD7F439FE8BE}" sibTransId="{625DB6AF-71FE-427E-8136-808611805B6C}"/>
    <dgm:cxn modelId="{D5523F51-6B38-43A9-99BF-E4B3B81FC83C}" srcId="{2279F3FE-7C1C-4FC3-9BDA-BD5CD4FF1431}" destId="{0B07A68A-A9D5-4BD9-8B3B-6B924E628B39}" srcOrd="0" destOrd="0" parTransId="{D957C36B-72BE-47DD-AEF9-8E548876BC64}" sibTransId="{236EE245-983A-47C2-BE6F-265EE6BBCCE1}"/>
    <dgm:cxn modelId="{73D9A973-7E7F-4943-A1EB-83ADA4457A7F}" srcId="{2279F3FE-7C1C-4FC3-9BDA-BD5CD4FF1431}" destId="{18A1BDC6-4B99-4BA8-A0D7-C3405E89100E}" srcOrd="1" destOrd="0" parTransId="{F05C2258-D1D0-4CDC-BAA0-68A8875250F0}" sibTransId="{E615F499-88DE-4554-A58B-613A0FDD01E4}"/>
    <dgm:cxn modelId="{B1BE7A57-11A5-4516-A5AF-38209F70FA1C}" type="presOf" srcId="{0B07A68A-A9D5-4BD9-8B3B-6B924E628B39}" destId="{09B963C9-4ACF-4B98-9641-0B282606D4D9}" srcOrd="0" destOrd="0" presId="urn:microsoft.com/office/officeart/2008/layout/LinedList"/>
    <dgm:cxn modelId="{E86AF493-C29F-46B1-AA2E-E281B666227D}" srcId="{2279F3FE-7C1C-4FC3-9BDA-BD5CD4FF1431}" destId="{92DEB572-B9C5-470F-BA5D-BFEA8B657D44}" srcOrd="2" destOrd="0" parTransId="{2631415D-6EAB-421D-ACAE-3E894779B0C2}" sibTransId="{DAC39700-A9FC-4E40-9DBB-39507E85291D}"/>
    <dgm:cxn modelId="{CA0341AA-8706-4F25-92AC-46704ED0B00C}" type="presOf" srcId="{18A1BDC6-4B99-4BA8-A0D7-C3405E89100E}" destId="{764EED12-6D3A-4E24-A11D-95000C445EA1}" srcOrd="0" destOrd="0" presId="urn:microsoft.com/office/officeart/2008/layout/LinedList"/>
    <dgm:cxn modelId="{E815D8E9-8F14-4984-AB54-A7DD2A01A15E}" type="presOf" srcId="{2279F3FE-7C1C-4FC3-9BDA-BD5CD4FF1431}" destId="{1B3AC9A8-3AC1-4D8E-8B0E-29690F18FA22}" srcOrd="0" destOrd="0" presId="urn:microsoft.com/office/officeart/2008/layout/LinedList"/>
    <dgm:cxn modelId="{3794EAAF-5952-49D7-949E-102953703FBB}" type="presParOf" srcId="{1B3AC9A8-3AC1-4D8E-8B0E-29690F18FA22}" destId="{5DB15F01-46FA-4407-8544-22EF9E5FE077}" srcOrd="0" destOrd="0" presId="urn:microsoft.com/office/officeart/2008/layout/LinedList"/>
    <dgm:cxn modelId="{DD3E6B7D-52B1-42A2-9A20-E2E23913FE8D}" type="presParOf" srcId="{1B3AC9A8-3AC1-4D8E-8B0E-29690F18FA22}" destId="{B11FAD22-ADB9-44A5-ADE1-5DEE0DA03BA9}" srcOrd="1" destOrd="0" presId="urn:microsoft.com/office/officeart/2008/layout/LinedList"/>
    <dgm:cxn modelId="{39ACBB2B-DE73-4174-A068-E33E760A703D}" type="presParOf" srcId="{B11FAD22-ADB9-44A5-ADE1-5DEE0DA03BA9}" destId="{09B963C9-4ACF-4B98-9641-0B282606D4D9}" srcOrd="0" destOrd="0" presId="urn:microsoft.com/office/officeart/2008/layout/LinedList"/>
    <dgm:cxn modelId="{CC447466-FFDC-4FD7-9C0A-41B8315ACED7}" type="presParOf" srcId="{B11FAD22-ADB9-44A5-ADE1-5DEE0DA03BA9}" destId="{6F794B1E-B1BB-493E-A754-6E9DE1168133}" srcOrd="1" destOrd="0" presId="urn:microsoft.com/office/officeart/2008/layout/LinedList"/>
    <dgm:cxn modelId="{222C34F9-6DED-404E-9A73-E517869FCD10}" type="presParOf" srcId="{1B3AC9A8-3AC1-4D8E-8B0E-29690F18FA22}" destId="{DD324AA3-9B99-4AEE-82C0-0ADDF3F0CE8B}" srcOrd="2" destOrd="0" presId="urn:microsoft.com/office/officeart/2008/layout/LinedList"/>
    <dgm:cxn modelId="{13AB3EF7-D6C2-4574-B531-EA5208FE8F71}" type="presParOf" srcId="{1B3AC9A8-3AC1-4D8E-8B0E-29690F18FA22}" destId="{F0AF8C9A-B3D1-4D9D-93FD-953D2494EDA4}" srcOrd="3" destOrd="0" presId="urn:microsoft.com/office/officeart/2008/layout/LinedList"/>
    <dgm:cxn modelId="{32DBDF9D-7421-41F8-887E-59097B76644E}" type="presParOf" srcId="{F0AF8C9A-B3D1-4D9D-93FD-953D2494EDA4}" destId="{764EED12-6D3A-4E24-A11D-95000C445EA1}" srcOrd="0" destOrd="0" presId="urn:microsoft.com/office/officeart/2008/layout/LinedList"/>
    <dgm:cxn modelId="{3E1CCEA5-A998-460E-8120-6179E54973DA}" type="presParOf" srcId="{F0AF8C9A-B3D1-4D9D-93FD-953D2494EDA4}" destId="{88297581-6E6B-404F-9081-480146FA51BF}" srcOrd="1" destOrd="0" presId="urn:microsoft.com/office/officeart/2008/layout/LinedList"/>
    <dgm:cxn modelId="{DC0BA3BE-A7E2-46E2-8724-8D2DB763F1F5}" type="presParOf" srcId="{1B3AC9A8-3AC1-4D8E-8B0E-29690F18FA22}" destId="{2E4B8640-D6C7-4F2B-8FB5-E5A59A676A96}" srcOrd="4" destOrd="0" presId="urn:microsoft.com/office/officeart/2008/layout/LinedList"/>
    <dgm:cxn modelId="{696D8E2A-5E2B-4FF9-B224-A48481A71836}" type="presParOf" srcId="{1B3AC9A8-3AC1-4D8E-8B0E-29690F18FA22}" destId="{0048839B-A6C6-4CEF-9EE5-B7C04FFC1A96}" srcOrd="5" destOrd="0" presId="urn:microsoft.com/office/officeart/2008/layout/LinedList"/>
    <dgm:cxn modelId="{877B0EB1-31DD-4B24-B1EE-C00B9859A60A}" type="presParOf" srcId="{0048839B-A6C6-4CEF-9EE5-B7C04FFC1A96}" destId="{A70E080D-5D15-4618-8A66-6E1D41C5FE36}" srcOrd="0" destOrd="0" presId="urn:microsoft.com/office/officeart/2008/layout/LinedList"/>
    <dgm:cxn modelId="{D5F79582-8502-4CAC-BE58-7E9294BBFFDA}" type="presParOf" srcId="{0048839B-A6C6-4CEF-9EE5-B7C04FFC1A96}" destId="{90283B0F-9AC0-4DE1-8672-7E7D3A15453B}" srcOrd="1" destOrd="0" presId="urn:microsoft.com/office/officeart/2008/layout/LinedList"/>
    <dgm:cxn modelId="{2306C423-A119-403C-B677-9E1093A3C7AF}" type="presParOf" srcId="{1B3AC9A8-3AC1-4D8E-8B0E-29690F18FA22}" destId="{BC972942-3EFB-4692-AFBF-23AA66A2728B}" srcOrd="6" destOrd="0" presId="urn:microsoft.com/office/officeart/2008/layout/LinedList"/>
    <dgm:cxn modelId="{E41E60A8-B3FB-42A7-91F3-18EE6C4823E1}" type="presParOf" srcId="{1B3AC9A8-3AC1-4D8E-8B0E-29690F18FA22}" destId="{3347114A-070C-469D-B7AA-752439BAE139}" srcOrd="7" destOrd="0" presId="urn:microsoft.com/office/officeart/2008/layout/LinedList"/>
    <dgm:cxn modelId="{7FB778D0-9F93-4832-A3D7-813310579691}" type="presParOf" srcId="{3347114A-070C-469D-B7AA-752439BAE139}" destId="{3CE9C428-2E5D-4EEE-B878-1929094EDD82}" srcOrd="0" destOrd="0" presId="urn:microsoft.com/office/officeart/2008/layout/LinedList"/>
    <dgm:cxn modelId="{7F782680-9621-487C-8FB1-77ECC3613018}" type="presParOf" srcId="{3347114A-070C-469D-B7AA-752439BAE139}" destId="{E54D3382-61DF-4327-9E03-557DED1E171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43101618-42A1-47C3-B3E7-A38C9FCCEE1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ABD8E52-8F50-4BBD-A500-876AC469199E}">
      <dgm:prSet/>
      <dgm:spPr/>
      <dgm:t>
        <a:bodyPr/>
        <a:lstStyle/>
        <a:p>
          <a:r>
            <a:rPr lang="uk-UA" b="0" i="0" baseline="0"/>
            <a:t>створення Донецько-Криворізької радянської республіки.</a:t>
          </a:r>
          <a:endParaRPr lang="uk-UA"/>
        </a:p>
      </dgm:t>
    </dgm:pt>
    <dgm:pt modelId="{BFC041E2-FF74-460A-9B9E-757025ABF1A9}" type="parTrans" cxnId="{CF98ECB9-8447-45A0-A8AB-D07375EE48EC}">
      <dgm:prSet/>
      <dgm:spPr/>
      <dgm:t>
        <a:bodyPr/>
        <a:lstStyle/>
        <a:p>
          <a:endParaRPr lang="uk-UA"/>
        </a:p>
      </dgm:t>
    </dgm:pt>
    <dgm:pt modelId="{7C099672-43D4-43B2-9511-9951CB39DA08}" type="sibTrans" cxnId="{CF98ECB9-8447-45A0-A8AB-D07375EE48EC}">
      <dgm:prSet/>
      <dgm:spPr/>
      <dgm:t>
        <a:bodyPr/>
        <a:lstStyle/>
        <a:p>
          <a:endParaRPr lang="uk-UA"/>
        </a:p>
      </dgm:t>
    </dgm:pt>
    <dgm:pt modelId="{ABA58216-6D02-4A17-ABAB-063375E460B8}">
      <dgm:prSet/>
      <dgm:spPr/>
      <dgm:t>
        <a:bodyPr/>
        <a:lstStyle/>
        <a:p>
          <a:r>
            <a:rPr lang="uk-UA" b="0" i="0" baseline="0"/>
            <a:t>визнання умов Брест-Литовського мирного договору.</a:t>
          </a:r>
          <a:endParaRPr lang="uk-UA"/>
        </a:p>
      </dgm:t>
    </dgm:pt>
    <dgm:pt modelId="{2B94FD51-78B0-46AC-8BB0-3748AF136206}" type="parTrans" cxnId="{684AA182-295A-433C-8616-C3E5347A7039}">
      <dgm:prSet/>
      <dgm:spPr/>
      <dgm:t>
        <a:bodyPr/>
        <a:lstStyle/>
        <a:p>
          <a:endParaRPr lang="uk-UA"/>
        </a:p>
      </dgm:t>
    </dgm:pt>
    <dgm:pt modelId="{EB5AA2D2-3881-4F50-BF90-FB6F2DB0D9DD}" type="sibTrans" cxnId="{684AA182-295A-433C-8616-C3E5347A7039}">
      <dgm:prSet/>
      <dgm:spPr/>
      <dgm:t>
        <a:bodyPr/>
        <a:lstStyle/>
        <a:p>
          <a:endParaRPr lang="uk-UA"/>
        </a:p>
      </dgm:t>
    </dgm:pt>
    <dgm:pt modelId="{385F52D6-0393-488B-8FA7-8DF19EA91BBD}">
      <dgm:prSet/>
      <dgm:spPr/>
      <dgm:t>
        <a:bodyPr/>
        <a:lstStyle/>
        <a:p>
          <a:r>
            <a:rPr lang="uk-UA" b="0" i="0" baseline="0"/>
            <a:t>проголошення радянської влади в Україні.</a:t>
          </a:r>
          <a:endParaRPr lang="uk-UA"/>
        </a:p>
      </dgm:t>
    </dgm:pt>
    <dgm:pt modelId="{8F4E59F1-CC30-40DF-AEEA-15E2A9DBF5B8}" type="parTrans" cxnId="{10EC48D1-31DA-4747-A066-CBCBC96E937A}">
      <dgm:prSet/>
      <dgm:spPr/>
      <dgm:t>
        <a:bodyPr/>
        <a:lstStyle/>
        <a:p>
          <a:endParaRPr lang="uk-UA"/>
        </a:p>
      </dgm:t>
    </dgm:pt>
    <dgm:pt modelId="{AB8B7332-4229-462B-B7D8-D1AE4396DB2B}" type="sibTrans" cxnId="{10EC48D1-31DA-4747-A066-CBCBC96E937A}">
      <dgm:prSet/>
      <dgm:spPr/>
      <dgm:t>
        <a:bodyPr/>
        <a:lstStyle/>
        <a:p>
          <a:endParaRPr lang="uk-UA"/>
        </a:p>
      </dgm:t>
    </dgm:pt>
    <dgm:pt modelId="{8BBFB04B-22E7-4D32-8FAB-2804F2E85B68}">
      <dgm:prSet/>
      <dgm:spPr/>
      <dgm:t>
        <a:bodyPr/>
        <a:lstStyle/>
        <a:p>
          <a:r>
            <a:rPr lang="uk-UA" b="0" i="0" baseline="0"/>
            <a:t>схвалення першої радянської конституції.</a:t>
          </a:r>
          <a:endParaRPr lang="uk-UA"/>
        </a:p>
      </dgm:t>
    </dgm:pt>
    <dgm:pt modelId="{51B41022-85A0-43F7-AF21-AC35D0BBF33A}" type="parTrans" cxnId="{B83FD3EC-0932-4215-BE9B-FC3B175F17DC}">
      <dgm:prSet/>
      <dgm:spPr/>
      <dgm:t>
        <a:bodyPr/>
        <a:lstStyle/>
        <a:p>
          <a:endParaRPr lang="uk-UA"/>
        </a:p>
      </dgm:t>
    </dgm:pt>
    <dgm:pt modelId="{7A1AF059-A496-411C-BBDE-DB5AFA4E8601}" type="sibTrans" cxnId="{B83FD3EC-0932-4215-BE9B-FC3B175F17DC}">
      <dgm:prSet/>
      <dgm:spPr/>
      <dgm:t>
        <a:bodyPr/>
        <a:lstStyle/>
        <a:p>
          <a:endParaRPr lang="uk-UA"/>
        </a:p>
      </dgm:t>
    </dgm:pt>
    <dgm:pt modelId="{48DB88D9-C94B-4E98-A17F-FDC473FE5F2A}" type="pres">
      <dgm:prSet presAssocID="{43101618-42A1-47C3-B3E7-A38C9FCCEE19}" presName="linear" presStyleCnt="0">
        <dgm:presLayoutVars>
          <dgm:animLvl val="lvl"/>
          <dgm:resizeHandles val="exact"/>
        </dgm:presLayoutVars>
      </dgm:prSet>
      <dgm:spPr/>
    </dgm:pt>
    <dgm:pt modelId="{0F0BB07F-BC4E-458E-AF59-C51A7E712008}" type="pres">
      <dgm:prSet presAssocID="{DABD8E52-8F50-4BBD-A500-876AC469199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7400D23-7D05-4330-8509-2AE80759BF7F}" type="pres">
      <dgm:prSet presAssocID="{7C099672-43D4-43B2-9511-9951CB39DA08}" presName="spacer" presStyleCnt="0"/>
      <dgm:spPr/>
    </dgm:pt>
    <dgm:pt modelId="{ECFC1595-5F99-431E-AC3E-E7063A2FC25F}" type="pres">
      <dgm:prSet presAssocID="{ABA58216-6D02-4A17-ABAB-063375E460B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810498A-6C0F-466B-8D50-D5566B59852A}" type="pres">
      <dgm:prSet presAssocID="{EB5AA2D2-3881-4F50-BF90-FB6F2DB0D9DD}" presName="spacer" presStyleCnt="0"/>
      <dgm:spPr/>
    </dgm:pt>
    <dgm:pt modelId="{CA1BACC4-0ADF-4C05-8B50-F5B89C3FCB08}" type="pres">
      <dgm:prSet presAssocID="{385F52D6-0393-488B-8FA7-8DF19EA91BB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B7870FE-CC2C-4622-AAC4-A20728E39EBB}" type="pres">
      <dgm:prSet presAssocID="{AB8B7332-4229-462B-B7D8-D1AE4396DB2B}" presName="spacer" presStyleCnt="0"/>
      <dgm:spPr/>
    </dgm:pt>
    <dgm:pt modelId="{2BFB23ED-E532-47FA-B783-74C1EB8BF105}" type="pres">
      <dgm:prSet presAssocID="{8BBFB04B-22E7-4D32-8FAB-2804F2E85B6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145C200-ED14-4C28-9D63-1794FBB054C5}" type="presOf" srcId="{8BBFB04B-22E7-4D32-8FAB-2804F2E85B68}" destId="{2BFB23ED-E532-47FA-B783-74C1EB8BF105}" srcOrd="0" destOrd="0" presId="urn:microsoft.com/office/officeart/2005/8/layout/vList2"/>
    <dgm:cxn modelId="{C3BFDB01-D57A-4488-A0FD-3EC743894DBC}" type="presOf" srcId="{43101618-42A1-47C3-B3E7-A38C9FCCEE19}" destId="{48DB88D9-C94B-4E98-A17F-FDC473FE5F2A}" srcOrd="0" destOrd="0" presId="urn:microsoft.com/office/officeart/2005/8/layout/vList2"/>
    <dgm:cxn modelId="{32A1AA04-5247-4D68-B451-EDFCEF21A75C}" type="presOf" srcId="{DABD8E52-8F50-4BBD-A500-876AC469199E}" destId="{0F0BB07F-BC4E-458E-AF59-C51A7E712008}" srcOrd="0" destOrd="0" presId="urn:microsoft.com/office/officeart/2005/8/layout/vList2"/>
    <dgm:cxn modelId="{684AA182-295A-433C-8616-C3E5347A7039}" srcId="{43101618-42A1-47C3-B3E7-A38C9FCCEE19}" destId="{ABA58216-6D02-4A17-ABAB-063375E460B8}" srcOrd="1" destOrd="0" parTransId="{2B94FD51-78B0-46AC-8BB0-3748AF136206}" sibTransId="{EB5AA2D2-3881-4F50-BF90-FB6F2DB0D9DD}"/>
    <dgm:cxn modelId="{C9011698-B00D-47E0-A5EE-10105C6BC9AA}" type="presOf" srcId="{ABA58216-6D02-4A17-ABAB-063375E460B8}" destId="{ECFC1595-5F99-431E-AC3E-E7063A2FC25F}" srcOrd="0" destOrd="0" presId="urn:microsoft.com/office/officeart/2005/8/layout/vList2"/>
    <dgm:cxn modelId="{CF98ECB9-8447-45A0-A8AB-D07375EE48EC}" srcId="{43101618-42A1-47C3-B3E7-A38C9FCCEE19}" destId="{DABD8E52-8F50-4BBD-A500-876AC469199E}" srcOrd="0" destOrd="0" parTransId="{BFC041E2-FF74-460A-9B9E-757025ABF1A9}" sibTransId="{7C099672-43D4-43B2-9511-9951CB39DA08}"/>
    <dgm:cxn modelId="{10EC48D1-31DA-4747-A066-CBCBC96E937A}" srcId="{43101618-42A1-47C3-B3E7-A38C9FCCEE19}" destId="{385F52D6-0393-488B-8FA7-8DF19EA91BBD}" srcOrd="2" destOrd="0" parTransId="{8F4E59F1-CC30-40DF-AEEA-15E2A9DBF5B8}" sibTransId="{AB8B7332-4229-462B-B7D8-D1AE4396DB2B}"/>
    <dgm:cxn modelId="{7EE14CEC-5984-4DE2-BBF0-43666D75CF26}" type="presOf" srcId="{385F52D6-0393-488B-8FA7-8DF19EA91BBD}" destId="{CA1BACC4-0ADF-4C05-8B50-F5B89C3FCB08}" srcOrd="0" destOrd="0" presId="urn:microsoft.com/office/officeart/2005/8/layout/vList2"/>
    <dgm:cxn modelId="{B83FD3EC-0932-4215-BE9B-FC3B175F17DC}" srcId="{43101618-42A1-47C3-B3E7-A38C9FCCEE19}" destId="{8BBFB04B-22E7-4D32-8FAB-2804F2E85B68}" srcOrd="3" destOrd="0" parTransId="{51B41022-85A0-43F7-AF21-AC35D0BBF33A}" sibTransId="{7A1AF059-A496-411C-BBDE-DB5AFA4E8601}"/>
    <dgm:cxn modelId="{E8410A69-8D94-4A4E-B7B5-0C7FB7595810}" type="presParOf" srcId="{48DB88D9-C94B-4E98-A17F-FDC473FE5F2A}" destId="{0F0BB07F-BC4E-458E-AF59-C51A7E712008}" srcOrd="0" destOrd="0" presId="urn:microsoft.com/office/officeart/2005/8/layout/vList2"/>
    <dgm:cxn modelId="{86693CC1-A2DB-455E-81BC-D160CCA20F37}" type="presParOf" srcId="{48DB88D9-C94B-4E98-A17F-FDC473FE5F2A}" destId="{77400D23-7D05-4330-8509-2AE80759BF7F}" srcOrd="1" destOrd="0" presId="urn:microsoft.com/office/officeart/2005/8/layout/vList2"/>
    <dgm:cxn modelId="{791C1C63-7491-448B-A0C1-06B66C567BAD}" type="presParOf" srcId="{48DB88D9-C94B-4E98-A17F-FDC473FE5F2A}" destId="{ECFC1595-5F99-431E-AC3E-E7063A2FC25F}" srcOrd="2" destOrd="0" presId="urn:microsoft.com/office/officeart/2005/8/layout/vList2"/>
    <dgm:cxn modelId="{2E8D56B2-26D7-4251-9886-5909FF38C434}" type="presParOf" srcId="{48DB88D9-C94B-4E98-A17F-FDC473FE5F2A}" destId="{2810498A-6C0F-466B-8D50-D5566B59852A}" srcOrd="3" destOrd="0" presId="urn:microsoft.com/office/officeart/2005/8/layout/vList2"/>
    <dgm:cxn modelId="{05D96800-46C4-40AE-9446-6F8284F7870F}" type="presParOf" srcId="{48DB88D9-C94B-4E98-A17F-FDC473FE5F2A}" destId="{CA1BACC4-0ADF-4C05-8B50-F5B89C3FCB08}" srcOrd="4" destOrd="0" presId="urn:microsoft.com/office/officeart/2005/8/layout/vList2"/>
    <dgm:cxn modelId="{EACB9EE3-FB95-4E24-B40F-0E9C9DC187C2}" type="presParOf" srcId="{48DB88D9-C94B-4E98-A17F-FDC473FE5F2A}" destId="{EB7870FE-CC2C-4622-AAC4-A20728E39EBB}" srcOrd="5" destOrd="0" presId="urn:microsoft.com/office/officeart/2005/8/layout/vList2"/>
    <dgm:cxn modelId="{3CACDF25-A9DC-40B7-BC78-15F1197B8836}" type="presParOf" srcId="{48DB88D9-C94B-4E98-A17F-FDC473FE5F2A}" destId="{2BFB23ED-E532-47FA-B783-74C1EB8BF10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278D060B-EAA7-4CF9-9FE2-3A38D0AC512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CC22080-6624-4909-A69B-8BA903C8833D}">
      <dgm:prSet/>
      <dgm:spPr/>
      <dgm:t>
        <a:bodyPr/>
        <a:lstStyle/>
        <a:p>
          <a:r>
            <a:rPr lang="uk-UA" b="0" i="0" baseline="0"/>
            <a:t>«революційний орган українського народу», створений у червні 1917 р. Українською Центральною Радою після оприлюднення Першого Універсалу.</a:t>
          </a:r>
          <a:endParaRPr lang="uk-UA"/>
        </a:p>
      </dgm:t>
    </dgm:pt>
    <dgm:pt modelId="{FF19E718-708F-4758-8758-0109705769F2}" type="parTrans" cxnId="{24964E2C-1CE5-4989-BB2E-9DD2B86FAE13}">
      <dgm:prSet/>
      <dgm:spPr/>
      <dgm:t>
        <a:bodyPr/>
        <a:lstStyle/>
        <a:p>
          <a:endParaRPr lang="uk-UA"/>
        </a:p>
      </dgm:t>
    </dgm:pt>
    <dgm:pt modelId="{2DED66EA-F791-4DF2-9194-935DA628C88F}" type="sibTrans" cxnId="{24964E2C-1CE5-4989-BB2E-9DD2B86FAE13}">
      <dgm:prSet/>
      <dgm:spPr/>
      <dgm:t>
        <a:bodyPr/>
        <a:lstStyle/>
        <a:p>
          <a:endParaRPr lang="uk-UA"/>
        </a:p>
      </dgm:t>
    </dgm:pt>
    <dgm:pt modelId="{2D136CBD-FA4B-4726-8F28-B7312F607E0D}">
      <dgm:prSet/>
      <dgm:spPr/>
      <dgm:t>
        <a:bodyPr/>
        <a:lstStyle/>
        <a:p>
          <a:r>
            <a:rPr lang="uk-UA" b="0" i="0" baseline="0"/>
            <a:t>перший робітничо-селянський уряд радянської України, створений у грудні 1917 р. постановою Центрального Виконавчого Комітету Рад України.</a:t>
          </a:r>
          <a:endParaRPr lang="uk-UA"/>
        </a:p>
      </dgm:t>
    </dgm:pt>
    <dgm:pt modelId="{CE922DDA-417D-4807-A725-00C393258FA5}" type="parTrans" cxnId="{7D055BF8-7718-4579-9FE4-B39239D396D2}">
      <dgm:prSet/>
      <dgm:spPr/>
      <dgm:t>
        <a:bodyPr/>
        <a:lstStyle/>
        <a:p>
          <a:endParaRPr lang="uk-UA"/>
        </a:p>
      </dgm:t>
    </dgm:pt>
    <dgm:pt modelId="{4DAA3F1A-80BB-49B4-B2AE-2A3ACAD96000}" type="sibTrans" cxnId="{7D055BF8-7718-4579-9FE4-B39239D396D2}">
      <dgm:prSet/>
      <dgm:spPr/>
      <dgm:t>
        <a:bodyPr/>
        <a:lstStyle/>
        <a:p>
          <a:endParaRPr lang="uk-UA"/>
        </a:p>
      </dgm:t>
    </dgm:pt>
    <dgm:pt modelId="{E1A96CFB-A512-4940-9A7A-78F843CDD317}">
      <dgm:prSet/>
      <dgm:spPr/>
      <dgm:t>
        <a:bodyPr/>
        <a:lstStyle/>
        <a:p>
          <a:r>
            <a:rPr lang="uk-UA" b="0" i="0" baseline="0"/>
            <a:t>виконавчий орган Української Народної Республіки, створений у січні 1918 р. Четвертим Універсалом Української Центральної Ради.</a:t>
          </a:r>
          <a:endParaRPr lang="uk-UA"/>
        </a:p>
      </dgm:t>
    </dgm:pt>
    <dgm:pt modelId="{E60948E6-4FE2-4B39-AEDF-6AFE391C27AD}" type="parTrans" cxnId="{DA5D80E2-EC6B-4638-AF23-D0AAE86F86E4}">
      <dgm:prSet/>
      <dgm:spPr/>
      <dgm:t>
        <a:bodyPr/>
        <a:lstStyle/>
        <a:p>
          <a:endParaRPr lang="uk-UA"/>
        </a:p>
      </dgm:t>
    </dgm:pt>
    <dgm:pt modelId="{841D50BC-6A4D-4F1E-BA11-4044C2A5180A}" type="sibTrans" cxnId="{DA5D80E2-EC6B-4638-AF23-D0AAE86F86E4}">
      <dgm:prSet/>
      <dgm:spPr/>
      <dgm:t>
        <a:bodyPr/>
        <a:lstStyle/>
        <a:p>
          <a:endParaRPr lang="uk-UA"/>
        </a:p>
      </dgm:t>
    </dgm:pt>
    <dgm:pt modelId="{F98CD37F-FC8D-442B-85C1-8E9B0C215F16}">
      <dgm:prSet/>
      <dgm:spPr/>
      <dgm:t>
        <a:bodyPr/>
        <a:lstStyle/>
        <a:p>
          <a:r>
            <a:rPr lang="uk-UA" b="0" i="0" baseline="0"/>
            <a:t>вищий розпорядчий орган Західноукраїнської Народної Республіки, створений у листопаді 1918 р. рішенням Української Національної Ради</a:t>
          </a:r>
          <a:endParaRPr lang="uk-UA"/>
        </a:p>
      </dgm:t>
    </dgm:pt>
    <dgm:pt modelId="{4D52EF04-BFF1-4458-A202-BC041DB0D18E}" type="parTrans" cxnId="{9B9BAB7C-4F34-4269-AD78-26292F27492A}">
      <dgm:prSet/>
      <dgm:spPr/>
      <dgm:t>
        <a:bodyPr/>
        <a:lstStyle/>
        <a:p>
          <a:endParaRPr lang="uk-UA"/>
        </a:p>
      </dgm:t>
    </dgm:pt>
    <dgm:pt modelId="{BF44C73D-9C90-49F0-A7C6-5494C3E4C606}" type="sibTrans" cxnId="{9B9BAB7C-4F34-4269-AD78-26292F27492A}">
      <dgm:prSet/>
      <dgm:spPr/>
      <dgm:t>
        <a:bodyPr/>
        <a:lstStyle/>
        <a:p>
          <a:endParaRPr lang="uk-UA"/>
        </a:p>
      </dgm:t>
    </dgm:pt>
    <dgm:pt modelId="{255EF54D-B71D-4B3C-8913-90185B931BEC}" type="pres">
      <dgm:prSet presAssocID="{278D060B-EAA7-4CF9-9FE2-3A38D0AC5121}" presName="linear" presStyleCnt="0">
        <dgm:presLayoutVars>
          <dgm:animLvl val="lvl"/>
          <dgm:resizeHandles val="exact"/>
        </dgm:presLayoutVars>
      </dgm:prSet>
      <dgm:spPr/>
    </dgm:pt>
    <dgm:pt modelId="{3E832F1B-1869-45A8-962C-F642FEDAAE09}" type="pres">
      <dgm:prSet presAssocID="{DCC22080-6624-4909-A69B-8BA903C8833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9ECBC30-1B04-4962-BD60-D4B55D0B8E41}" type="pres">
      <dgm:prSet presAssocID="{2DED66EA-F791-4DF2-9194-935DA628C88F}" presName="spacer" presStyleCnt="0"/>
      <dgm:spPr/>
    </dgm:pt>
    <dgm:pt modelId="{FC20F60D-2676-4748-9318-6D1656E696F1}" type="pres">
      <dgm:prSet presAssocID="{2D136CBD-FA4B-4726-8F28-B7312F607E0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AE7AE05-2A8A-4EA1-8DE8-D4144CC345ED}" type="pres">
      <dgm:prSet presAssocID="{4DAA3F1A-80BB-49B4-B2AE-2A3ACAD96000}" presName="spacer" presStyleCnt="0"/>
      <dgm:spPr/>
    </dgm:pt>
    <dgm:pt modelId="{E14C4C5D-72B4-4722-8463-1F372950E01E}" type="pres">
      <dgm:prSet presAssocID="{E1A96CFB-A512-4940-9A7A-78F843CDD31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64FDCB6-0EF5-4EE7-AACA-4DF7E75DCCA4}" type="pres">
      <dgm:prSet presAssocID="{841D50BC-6A4D-4F1E-BA11-4044C2A5180A}" presName="spacer" presStyleCnt="0"/>
      <dgm:spPr/>
    </dgm:pt>
    <dgm:pt modelId="{3162C87F-FB53-4D74-BA3E-E6BE11C85396}" type="pres">
      <dgm:prSet presAssocID="{F98CD37F-FC8D-442B-85C1-8E9B0C215F1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FA57203-FC45-4596-9DA1-ED4D92B762B2}" type="presOf" srcId="{E1A96CFB-A512-4940-9A7A-78F843CDD317}" destId="{E14C4C5D-72B4-4722-8463-1F372950E01E}" srcOrd="0" destOrd="0" presId="urn:microsoft.com/office/officeart/2005/8/layout/vList2"/>
    <dgm:cxn modelId="{24964E2C-1CE5-4989-BB2E-9DD2B86FAE13}" srcId="{278D060B-EAA7-4CF9-9FE2-3A38D0AC5121}" destId="{DCC22080-6624-4909-A69B-8BA903C8833D}" srcOrd="0" destOrd="0" parTransId="{FF19E718-708F-4758-8758-0109705769F2}" sibTransId="{2DED66EA-F791-4DF2-9194-935DA628C88F}"/>
    <dgm:cxn modelId="{7B1BE179-6E62-4AA5-B23F-C02440C03DD6}" type="presOf" srcId="{2D136CBD-FA4B-4726-8F28-B7312F607E0D}" destId="{FC20F60D-2676-4748-9318-6D1656E696F1}" srcOrd="0" destOrd="0" presId="urn:microsoft.com/office/officeart/2005/8/layout/vList2"/>
    <dgm:cxn modelId="{9B9BAB7C-4F34-4269-AD78-26292F27492A}" srcId="{278D060B-EAA7-4CF9-9FE2-3A38D0AC5121}" destId="{F98CD37F-FC8D-442B-85C1-8E9B0C215F16}" srcOrd="3" destOrd="0" parTransId="{4D52EF04-BFF1-4458-A202-BC041DB0D18E}" sibTransId="{BF44C73D-9C90-49F0-A7C6-5494C3E4C606}"/>
    <dgm:cxn modelId="{634F1685-5C33-424E-A25B-93C9867B3D56}" type="presOf" srcId="{DCC22080-6624-4909-A69B-8BA903C8833D}" destId="{3E832F1B-1869-45A8-962C-F642FEDAAE09}" srcOrd="0" destOrd="0" presId="urn:microsoft.com/office/officeart/2005/8/layout/vList2"/>
    <dgm:cxn modelId="{48D1B589-4B88-4E4B-8EA9-5A153D3EF5B9}" type="presOf" srcId="{278D060B-EAA7-4CF9-9FE2-3A38D0AC5121}" destId="{255EF54D-B71D-4B3C-8913-90185B931BEC}" srcOrd="0" destOrd="0" presId="urn:microsoft.com/office/officeart/2005/8/layout/vList2"/>
    <dgm:cxn modelId="{DA5D80E2-EC6B-4638-AF23-D0AAE86F86E4}" srcId="{278D060B-EAA7-4CF9-9FE2-3A38D0AC5121}" destId="{E1A96CFB-A512-4940-9A7A-78F843CDD317}" srcOrd="2" destOrd="0" parTransId="{E60948E6-4FE2-4B39-AEDF-6AFE391C27AD}" sibTransId="{841D50BC-6A4D-4F1E-BA11-4044C2A5180A}"/>
    <dgm:cxn modelId="{1670A3F1-E4EE-4152-A419-03D3F7567230}" type="presOf" srcId="{F98CD37F-FC8D-442B-85C1-8E9B0C215F16}" destId="{3162C87F-FB53-4D74-BA3E-E6BE11C85396}" srcOrd="0" destOrd="0" presId="urn:microsoft.com/office/officeart/2005/8/layout/vList2"/>
    <dgm:cxn modelId="{7D055BF8-7718-4579-9FE4-B39239D396D2}" srcId="{278D060B-EAA7-4CF9-9FE2-3A38D0AC5121}" destId="{2D136CBD-FA4B-4726-8F28-B7312F607E0D}" srcOrd="1" destOrd="0" parTransId="{CE922DDA-417D-4807-A725-00C393258FA5}" sibTransId="{4DAA3F1A-80BB-49B4-B2AE-2A3ACAD96000}"/>
    <dgm:cxn modelId="{3B8B9A4E-59CD-4F47-B16F-A3C3D13C31F8}" type="presParOf" srcId="{255EF54D-B71D-4B3C-8913-90185B931BEC}" destId="{3E832F1B-1869-45A8-962C-F642FEDAAE09}" srcOrd="0" destOrd="0" presId="urn:microsoft.com/office/officeart/2005/8/layout/vList2"/>
    <dgm:cxn modelId="{0CB399CC-3111-4EA6-B542-49537BE9F0C2}" type="presParOf" srcId="{255EF54D-B71D-4B3C-8913-90185B931BEC}" destId="{49ECBC30-1B04-4962-BD60-D4B55D0B8E41}" srcOrd="1" destOrd="0" presId="urn:microsoft.com/office/officeart/2005/8/layout/vList2"/>
    <dgm:cxn modelId="{1F6733B9-CEDE-44F1-8674-65E7DC87118E}" type="presParOf" srcId="{255EF54D-B71D-4B3C-8913-90185B931BEC}" destId="{FC20F60D-2676-4748-9318-6D1656E696F1}" srcOrd="2" destOrd="0" presId="urn:microsoft.com/office/officeart/2005/8/layout/vList2"/>
    <dgm:cxn modelId="{295BF53B-6269-4F17-9692-2EB97690B9CC}" type="presParOf" srcId="{255EF54D-B71D-4B3C-8913-90185B931BEC}" destId="{AAE7AE05-2A8A-4EA1-8DE8-D4144CC345ED}" srcOrd="3" destOrd="0" presId="urn:microsoft.com/office/officeart/2005/8/layout/vList2"/>
    <dgm:cxn modelId="{0C529CAB-C7FB-457D-8AFA-207D6054782A}" type="presParOf" srcId="{255EF54D-B71D-4B3C-8913-90185B931BEC}" destId="{E14C4C5D-72B4-4722-8463-1F372950E01E}" srcOrd="4" destOrd="0" presId="urn:microsoft.com/office/officeart/2005/8/layout/vList2"/>
    <dgm:cxn modelId="{4A79A1CB-71FC-47C4-8FB6-C2EA7285C039}" type="presParOf" srcId="{255EF54D-B71D-4B3C-8913-90185B931BEC}" destId="{864FDCB6-0EF5-4EE7-AACA-4DF7E75DCCA4}" srcOrd="5" destOrd="0" presId="urn:microsoft.com/office/officeart/2005/8/layout/vList2"/>
    <dgm:cxn modelId="{AE019669-A170-4799-8D27-786BB1C3BF27}" type="presParOf" srcId="{255EF54D-B71D-4B3C-8913-90185B931BEC}" destId="{3162C87F-FB53-4D74-BA3E-E6BE11C8539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631338D3-C65B-40C1-A0E2-3ACD62F6279F}" type="doc">
      <dgm:prSet loTypeId="urn:microsoft.com/office/officeart/2008/layout/VerticalCircle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F96752C-F83C-41E2-9DE3-90EF692E657E}">
      <dgm:prSet/>
      <dgm:spPr/>
      <dgm:t>
        <a:bodyPr/>
        <a:lstStyle/>
        <a:p>
          <a:r>
            <a:rPr lang="ru-RU" b="0" i="0" baseline="0"/>
            <a:t>березень – серпень 1917 р.</a:t>
          </a:r>
          <a:endParaRPr lang="uk-UA"/>
        </a:p>
      </dgm:t>
    </dgm:pt>
    <dgm:pt modelId="{4CF545E4-3A2E-40EE-8FCB-87EBA4E764A4}" type="parTrans" cxnId="{04EF0DEE-A7DF-4F50-9323-68CC5FD139E8}">
      <dgm:prSet/>
      <dgm:spPr/>
      <dgm:t>
        <a:bodyPr/>
        <a:lstStyle/>
        <a:p>
          <a:endParaRPr lang="uk-UA"/>
        </a:p>
      </dgm:t>
    </dgm:pt>
    <dgm:pt modelId="{BEA6F4E4-7771-462B-8008-86153C27E965}" type="sibTrans" cxnId="{04EF0DEE-A7DF-4F50-9323-68CC5FD139E8}">
      <dgm:prSet/>
      <dgm:spPr/>
      <dgm:t>
        <a:bodyPr/>
        <a:lstStyle/>
        <a:p>
          <a:endParaRPr lang="uk-UA"/>
        </a:p>
      </dgm:t>
    </dgm:pt>
    <dgm:pt modelId="{758F82F4-29B5-4957-A932-A630D6486AFB}">
      <dgm:prSet/>
      <dgm:spPr/>
      <dgm:t>
        <a:bodyPr/>
        <a:lstStyle/>
        <a:p>
          <a:r>
            <a:rPr lang="ru-RU" b="0" i="0" baseline="0"/>
            <a:t>серпень – листопад 1917 р.</a:t>
          </a:r>
          <a:endParaRPr lang="uk-UA"/>
        </a:p>
      </dgm:t>
    </dgm:pt>
    <dgm:pt modelId="{4AED1DA9-AD5D-4087-9CDE-B85DC33E5602}" type="parTrans" cxnId="{E8D57A62-5694-4FAF-88A9-8564247BC80C}">
      <dgm:prSet/>
      <dgm:spPr/>
      <dgm:t>
        <a:bodyPr/>
        <a:lstStyle/>
        <a:p>
          <a:endParaRPr lang="uk-UA"/>
        </a:p>
      </dgm:t>
    </dgm:pt>
    <dgm:pt modelId="{CC797CA8-7F50-429B-BAFF-44AF33AB35ED}" type="sibTrans" cxnId="{E8D57A62-5694-4FAF-88A9-8564247BC80C}">
      <dgm:prSet/>
      <dgm:spPr/>
      <dgm:t>
        <a:bodyPr/>
        <a:lstStyle/>
        <a:p>
          <a:endParaRPr lang="uk-UA"/>
        </a:p>
      </dgm:t>
    </dgm:pt>
    <dgm:pt modelId="{6E0D486E-61F8-4D6E-A8C1-865111DDA53D}">
      <dgm:prSet/>
      <dgm:spPr/>
      <dgm:t>
        <a:bodyPr/>
        <a:lstStyle/>
        <a:p>
          <a:r>
            <a:rPr lang="ru-RU" b="0" i="0" baseline="0"/>
            <a:t>листопад – грудень 1917 р.</a:t>
          </a:r>
          <a:endParaRPr lang="uk-UA"/>
        </a:p>
      </dgm:t>
    </dgm:pt>
    <dgm:pt modelId="{5F7FBBF8-95FB-41BA-BFE8-F245CB3D898E}" type="parTrans" cxnId="{B3083CEB-C11C-4FDC-B70C-664D8E7705C4}">
      <dgm:prSet/>
      <dgm:spPr/>
      <dgm:t>
        <a:bodyPr/>
        <a:lstStyle/>
        <a:p>
          <a:endParaRPr lang="uk-UA"/>
        </a:p>
      </dgm:t>
    </dgm:pt>
    <dgm:pt modelId="{44F37ABE-9065-40A9-8BA8-4795C00D4243}" type="sibTrans" cxnId="{B3083CEB-C11C-4FDC-B70C-664D8E7705C4}">
      <dgm:prSet/>
      <dgm:spPr/>
      <dgm:t>
        <a:bodyPr/>
        <a:lstStyle/>
        <a:p>
          <a:endParaRPr lang="uk-UA"/>
        </a:p>
      </dgm:t>
    </dgm:pt>
    <dgm:pt modelId="{CA4CEC0F-69F7-4E91-9A98-E006157C4F02}">
      <dgm:prSet/>
      <dgm:spPr/>
      <dgm:t>
        <a:bodyPr/>
        <a:lstStyle/>
        <a:p>
          <a:r>
            <a:rPr lang="ru-RU" b="0" i="0" baseline="0"/>
            <a:t>грудень 1917 р. – січень 1918 р.</a:t>
          </a:r>
          <a:endParaRPr lang="uk-UA"/>
        </a:p>
      </dgm:t>
    </dgm:pt>
    <dgm:pt modelId="{DBA40A36-2C59-49DB-A7AF-0352DB4AE5BA}" type="parTrans" cxnId="{F48B4938-2CE4-4D44-8D8C-DE61BB644BD6}">
      <dgm:prSet/>
      <dgm:spPr/>
      <dgm:t>
        <a:bodyPr/>
        <a:lstStyle/>
        <a:p>
          <a:endParaRPr lang="uk-UA"/>
        </a:p>
      </dgm:t>
    </dgm:pt>
    <dgm:pt modelId="{7FFE296A-393C-4E61-9CA8-71D6D221F07C}" type="sibTrans" cxnId="{F48B4938-2CE4-4D44-8D8C-DE61BB644BD6}">
      <dgm:prSet/>
      <dgm:spPr/>
      <dgm:t>
        <a:bodyPr/>
        <a:lstStyle/>
        <a:p>
          <a:endParaRPr lang="uk-UA"/>
        </a:p>
      </dgm:t>
    </dgm:pt>
    <dgm:pt modelId="{71373648-8464-4D43-94E4-AD9BC8FC9F56}" type="pres">
      <dgm:prSet presAssocID="{631338D3-C65B-40C1-A0E2-3ACD62F6279F}" presName="Name0" presStyleCnt="0">
        <dgm:presLayoutVars>
          <dgm:dir/>
        </dgm:presLayoutVars>
      </dgm:prSet>
      <dgm:spPr/>
    </dgm:pt>
    <dgm:pt modelId="{F4B16DE1-2C5C-487D-9DD2-A44F26D9BB08}" type="pres">
      <dgm:prSet presAssocID="{EF96752C-F83C-41E2-9DE3-90EF692E657E}" presName="noChildren" presStyleCnt="0"/>
      <dgm:spPr/>
    </dgm:pt>
    <dgm:pt modelId="{94B15769-C9A2-4380-A01E-F69FE530A165}" type="pres">
      <dgm:prSet presAssocID="{EF96752C-F83C-41E2-9DE3-90EF692E657E}" presName="gap" presStyleCnt="0"/>
      <dgm:spPr/>
    </dgm:pt>
    <dgm:pt modelId="{7F577479-4120-4021-9324-56D5BFB039E9}" type="pres">
      <dgm:prSet presAssocID="{EF96752C-F83C-41E2-9DE3-90EF692E657E}" presName="medCircle2" presStyleLbl="vennNode1" presStyleIdx="0" presStyleCnt="4"/>
      <dgm:spPr/>
    </dgm:pt>
    <dgm:pt modelId="{931A385A-7813-4091-B2ED-3844EE8AF5EC}" type="pres">
      <dgm:prSet presAssocID="{EF96752C-F83C-41E2-9DE3-90EF692E657E}" presName="txLvlOnly1" presStyleLbl="revTx" presStyleIdx="0" presStyleCnt="4"/>
      <dgm:spPr/>
    </dgm:pt>
    <dgm:pt modelId="{204E4623-BC89-47B8-9DF8-CCBD8D041BD3}" type="pres">
      <dgm:prSet presAssocID="{758F82F4-29B5-4957-A932-A630D6486AFB}" presName="noChildren" presStyleCnt="0"/>
      <dgm:spPr/>
    </dgm:pt>
    <dgm:pt modelId="{91B4DC29-F72F-45D5-ACF0-4FEFF3469E59}" type="pres">
      <dgm:prSet presAssocID="{758F82F4-29B5-4957-A932-A630D6486AFB}" presName="gap" presStyleCnt="0"/>
      <dgm:spPr/>
    </dgm:pt>
    <dgm:pt modelId="{8FFB82E1-B7FF-495A-A6EE-8CFC28B72746}" type="pres">
      <dgm:prSet presAssocID="{758F82F4-29B5-4957-A932-A630D6486AFB}" presName="medCircle2" presStyleLbl="vennNode1" presStyleIdx="1" presStyleCnt="4"/>
      <dgm:spPr/>
    </dgm:pt>
    <dgm:pt modelId="{C3B11975-008E-4A03-B19B-68199E20D93B}" type="pres">
      <dgm:prSet presAssocID="{758F82F4-29B5-4957-A932-A630D6486AFB}" presName="txLvlOnly1" presStyleLbl="revTx" presStyleIdx="1" presStyleCnt="4"/>
      <dgm:spPr/>
    </dgm:pt>
    <dgm:pt modelId="{B184335B-CF9C-4786-8636-FAB174C15B39}" type="pres">
      <dgm:prSet presAssocID="{6E0D486E-61F8-4D6E-A8C1-865111DDA53D}" presName="noChildren" presStyleCnt="0"/>
      <dgm:spPr/>
    </dgm:pt>
    <dgm:pt modelId="{06E89404-000F-4C1C-97DA-A2F0B814ACDB}" type="pres">
      <dgm:prSet presAssocID="{6E0D486E-61F8-4D6E-A8C1-865111DDA53D}" presName="gap" presStyleCnt="0"/>
      <dgm:spPr/>
    </dgm:pt>
    <dgm:pt modelId="{4892788F-501D-49BE-A356-B043E70EF351}" type="pres">
      <dgm:prSet presAssocID="{6E0D486E-61F8-4D6E-A8C1-865111DDA53D}" presName="medCircle2" presStyleLbl="vennNode1" presStyleIdx="2" presStyleCnt="4"/>
      <dgm:spPr/>
    </dgm:pt>
    <dgm:pt modelId="{D22295E5-8E47-486A-8C1B-D8D92993D1FE}" type="pres">
      <dgm:prSet presAssocID="{6E0D486E-61F8-4D6E-A8C1-865111DDA53D}" presName="txLvlOnly1" presStyleLbl="revTx" presStyleIdx="2" presStyleCnt="4"/>
      <dgm:spPr/>
    </dgm:pt>
    <dgm:pt modelId="{C9C2A2BA-92DF-4DCA-966F-01D8506B6953}" type="pres">
      <dgm:prSet presAssocID="{CA4CEC0F-69F7-4E91-9A98-E006157C4F02}" presName="noChildren" presStyleCnt="0"/>
      <dgm:spPr/>
    </dgm:pt>
    <dgm:pt modelId="{681E5C16-1513-4DF3-82C6-EA9EC0A7B0C0}" type="pres">
      <dgm:prSet presAssocID="{CA4CEC0F-69F7-4E91-9A98-E006157C4F02}" presName="gap" presStyleCnt="0"/>
      <dgm:spPr/>
    </dgm:pt>
    <dgm:pt modelId="{1D78CF0B-06E0-453B-9DD9-05BC649F06DC}" type="pres">
      <dgm:prSet presAssocID="{CA4CEC0F-69F7-4E91-9A98-E006157C4F02}" presName="medCircle2" presStyleLbl="vennNode1" presStyleIdx="3" presStyleCnt="4"/>
      <dgm:spPr/>
    </dgm:pt>
    <dgm:pt modelId="{A88C1B07-7E0D-468A-8971-0BBB341115D1}" type="pres">
      <dgm:prSet presAssocID="{CA4CEC0F-69F7-4E91-9A98-E006157C4F02}" presName="txLvlOnly1" presStyleLbl="revTx" presStyleIdx="3" presStyleCnt="4"/>
      <dgm:spPr/>
    </dgm:pt>
  </dgm:ptLst>
  <dgm:cxnLst>
    <dgm:cxn modelId="{63A12A00-EA0C-4AA2-85C7-CA697C8D86D5}" type="presOf" srcId="{EF96752C-F83C-41E2-9DE3-90EF692E657E}" destId="{931A385A-7813-4091-B2ED-3844EE8AF5EC}" srcOrd="0" destOrd="0" presId="urn:microsoft.com/office/officeart/2008/layout/VerticalCircleList"/>
    <dgm:cxn modelId="{B1EB4004-E043-42FA-AAD9-573B8EF6C4D6}" type="presOf" srcId="{758F82F4-29B5-4957-A932-A630D6486AFB}" destId="{C3B11975-008E-4A03-B19B-68199E20D93B}" srcOrd="0" destOrd="0" presId="urn:microsoft.com/office/officeart/2008/layout/VerticalCircleList"/>
    <dgm:cxn modelId="{F48B4938-2CE4-4D44-8D8C-DE61BB644BD6}" srcId="{631338D3-C65B-40C1-A0E2-3ACD62F6279F}" destId="{CA4CEC0F-69F7-4E91-9A98-E006157C4F02}" srcOrd="3" destOrd="0" parTransId="{DBA40A36-2C59-49DB-A7AF-0352DB4AE5BA}" sibTransId="{7FFE296A-393C-4E61-9CA8-71D6D221F07C}"/>
    <dgm:cxn modelId="{E8D57A62-5694-4FAF-88A9-8564247BC80C}" srcId="{631338D3-C65B-40C1-A0E2-3ACD62F6279F}" destId="{758F82F4-29B5-4957-A932-A630D6486AFB}" srcOrd="1" destOrd="0" parTransId="{4AED1DA9-AD5D-4087-9CDE-B85DC33E5602}" sibTransId="{CC797CA8-7F50-429B-BAFF-44AF33AB35ED}"/>
    <dgm:cxn modelId="{3F00CF8D-FDA7-4CEC-A7C1-6E2FE119C4F0}" type="presOf" srcId="{6E0D486E-61F8-4D6E-A8C1-865111DDA53D}" destId="{D22295E5-8E47-486A-8C1B-D8D92993D1FE}" srcOrd="0" destOrd="0" presId="urn:microsoft.com/office/officeart/2008/layout/VerticalCircleList"/>
    <dgm:cxn modelId="{7258D9C4-7422-4149-837A-D18E177899A3}" type="presOf" srcId="{CA4CEC0F-69F7-4E91-9A98-E006157C4F02}" destId="{A88C1B07-7E0D-468A-8971-0BBB341115D1}" srcOrd="0" destOrd="0" presId="urn:microsoft.com/office/officeart/2008/layout/VerticalCircleList"/>
    <dgm:cxn modelId="{2CD6A5CA-656C-42F4-8EBE-AE985A62CFF9}" type="presOf" srcId="{631338D3-C65B-40C1-A0E2-3ACD62F6279F}" destId="{71373648-8464-4D43-94E4-AD9BC8FC9F56}" srcOrd="0" destOrd="0" presId="urn:microsoft.com/office/officeart/2008/layout/VerticalCircleList"/>
    <dgm:cxn modelId="{B3083CEB-C11C-4FDC-B70C-664D8E7705C4}" srcId="{631338D3-C65B-40C1-A0E2-3ACD62F6279F}" destId="{6E0D486E-61F8-4D6E-A8C1-865111DDA53D}" srcOrd="2" destOrd="0" parTransId="{5F7FBBF8-95FB-41BA-BFE8-F245CB3D898E}" sibTransId="{44F37ABE-9065-40A9-8BA8-4795C00D4243}"/>
    <dgm:cxn modelId="{04EF0DEE-A7DF-4F50-9323-68CC5FD139E8}" srcId="{631338D3-C65B-40C1-A0E2-3ACD62F6279F}" destId="{EF96752C-F83C-41E2-9DE3-90EF692E657E}" srcOrd="0" destOrd="0" parTransId="{4CF545E4-3A2E-40EE-8FCB-87EBA4E764A4}" sibTransId="{BEA6F4E4-7771-462B-8008-86153C27E965}"/>
    <dgm:cxn modelId="{B0A41246-4DBE-49A1-8E53-C1C6810F245C}" type="presParOf" srcId="{71373648-8464-4D43-94E4-AD9BC8FC9F56}" destId="{F4B16DE1-2C5C-487D-9DD2-A44F26D9BB08}" srcOrd="0" destOrd="0" presId="urn:microsoft.com/office/officeart/2008/layout/VerticalCircleList"/>
    <dgm:cxn modelId="{C8B257E5-7BEF-4FD6-B6A4-CF83E6CEDE70}" type="presParOf" srcId="{F4B16DE1-2C5C-487D-9DD2-A44F26D9BB08}" destId="{94B15769-C9A2-4380-A01E-F69FE530A165}" srcOrd="0" destOrd="0" presId="urn:microsoft.com/office/officeart/2008/layout/VerticalCircleList"/>
    <dgm:cxn modelId="{DC518D6C-3F89-44DA-AFB0-71E6C8515CE8}" type="presParOf" srcId="{F4B16DE1-2C5C-487D-9DD2-A44F26D9BB08}" destId="{7F577479-4120-4021-9324-56D5BFB039E9}" srcOrd="1" destOrd="0" presId="urn:microsoft.com/office/officeart/2008/layout/VerticalCircleList"/>
    <dgm:cxn modelId="{988A78E7-5472-4864-B924-7641A23BD04D}" type="presParOf" srcId="{F4B16DE1-2C5C-487D-9DD2-A44F26D9BB08}" destId="{931A385A-7813-4091-B2ED-3844EE8AF5EC}" srcOrd="2" destOrd="0" presId="urn:microsoft.com/office/officeart/2008/layout/VerticalCircleList"/>
    <dgm:cxn modelId="{447BFFF8-9A86-4864-AD4F-B10982CFF23F}" type="presParOf" srcId="{71373648-8464-4D43-94E4-AD9BC8FC9F56}" destId="{204E4623-BC89-47B8-9DF8-CCBD8D041BD3}" srcOrd="1" destOrd="0" presId="urn:microsoft.com/office/officeart/2008/layout/VerticalCircleList"/>
    <dgm:cxn modelId="{D49BEA0D-3CE5-48A2-9637-16AD7FE6AC80}" type="presParOf" srcId="{204E4623-BC89-47B8-9DF8-CCBD8D041BD3}" destId="{91B4DC29-F72F-45D5-ACF0-4FEFF3469E59}" srcOrd="0" destOrd="0" presId="urn:microsoft.com/office/officeart/2008/layout/VerticalCircleList"/>
    <dgm:cxn modelId="{2A46490D-B43E-4D6C-AA5C-EB5934EBFF21}" type="presParOf" srcId="{204E4623-BC89-47B8-9DF8-CCBD8D041BD3}" destId="{8FFB82E1-B7FF-495A-A6EE-8CFC28B72746}" srcOrd="1" destOrd="0" presId="urn:microsoft.com/office/officeart/2008/layout/VerticalCircleList"/>
    <dgm:cxn modelId="{2351D6EB-5E3D-4551-A156-60EF32CE37BA}" type="presParOf" srcId="{204E4623-BC89-47B8-9DF8-CCBD8D041BD3}" destId="{C3B11975-008E-4A03-B19B-68199E20D93B}" srcOrd="2" destOrd="0" presId="urn:microsoft.com/office/officeart/2008/layout/VerticalCircleList"/>
    <dgm:cxn modelId="{1EE6B775-4B66-4187-A41D-D2ED9D4D185B}" type="presParOf" srcId="{71373648-8464-4D43-94E4-AD9BC8FC9F56}" destId="{B184335B-CF9C-4786-8636-FAB174C15B39}" srcOrd="2" destOrd="0" presId="urn:microsoft.com/office/officeart/2008/layout/VerticalCircleList"/>
    <dgm:cxn modelId="{170E0667-347E-464D-B0B2-4B8AAE517632}" type="presParOf" srcId="{B184335B-CF9C-4786-8636-FAB174C15B39}" destId="{06E89404-000F-4C1C-97DA-A2F0B814ACDB}" srcOrd="0" destOrd="0" presId="urn:microsoft.com/office/officeart/2008/layout/VerticalCircleList"/>
    <dgm:cxn modelId="{7C7886A2-7994-460A-87AE-EE463AC27E94}" type="presParOf" srcId="{B184335B-CF9C-4786-8636-FAB174C15B39}" destId="{4892788F-501D-49BE-A356-B043E70EF351}" srcOrd="1" destOrd="0" presId="urn:microsoft.com/office/officeart/2008/layout/VerticalCircleList"/>
    <dgm:cxn modelId="{E9A64723-62C7-4EC7-9528-08CCEC8F8AB0}" type="presParOf" srcId="{B184335B-CF9C-4786-8636-FAB174C15B39}" destId="{D22295E5-8E47-486A-8C1B-D8D92993D1FE}" srcOrd="2" destOrd="0" presId="urn:microsoft.com/office/officeart/2008/layout/VerticalCircleList"/>
    <dgm:cxn modelId="{43A46EF2-353B-4BCF-8C33-343F0B8409DB}" type="presParOf" srcId="{71373648-8464-4D43-94E4-AD9BC8FC9F56}" destId="{C9C2A2BA-92DF-4DCA-966F-01D8506B6953}" srcOrd="3" destOrd="0" presId="urn:microsoft.com/office/officeart/2008/layout/VerticalCircleList"/>
    <dgm:cxn modelId="{2ACD947A-2C08-47FD-AD54-BA5E8A10C6E8}" type="presParOf" srcId="{C9C2A2BA-92DF-4DCA-966F-01D8506B6953}" destId="{681E5C16-1513-4DF3-82C6-EA9EC0A7B0C0}" srcOrd="0" destOrd="0" presId="urn:microsoft.com/office/officeart/2008/layout/VerticalCircleList"/>
    <dgm:cxn modelId="{82024C53-CC08-4EE3-AC8E-55FF574EC334}" type="presParOf" srcId="{C9C2A2BA-92DF-4DCA-966F-01D8506B6953}" destId="{1D78CF0B-06E0-453B-9DD9-05BC649F06DC}" srcOrd="1" destOrd="0" presId="urn:microsoft.com/office/officeart/2008/layout/VerticalCircleList"/>
    <dgm:cxn modelId="{8D34D239-69E5-490A-BD28-B8E93BEA6446}" type="presParOf" srcId="{C9C2A2BA-92DF-4DCA-966F-01D8506B6953}" destId="{A88C1B07-7E0D-468A-8971-0BBB341115D1}" srcOrd="2" destOrd="0" presId="urn:microsoft.com/office/officeart/2008/layout/Vertical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67A7FC58-9CFD-4B88-919D-75CAF0B756CA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E285931C-1D12-4C53-AA21-85259FA0B9B2}">
      <dgm:prSet/>
      <dgm:spPr/>
      <dgm:t>
        <a:bodyPr/>
        <a:lstStyle/>
        <a:p>
          <a:r>
            <a:rPr lang="uk-UA" b="0" i="0" baseline="0"/>
            <a:t>визначити перебіг подій першої війни радянської Росії проти Української Народної Республіки (грудень 1917 – лютий 1918 р.).</a:t>
          </a:r>
          <a:endParaRPr lang="uk-UA"/>
        </a:p>
      </dgm:t>
    </dgm:pt>
    <dgm:pt modelId="{A31C615C-FBC0-4DC7-9382-7308B24AE4AD}" type="parTrans" cxnId="{50185598-5059-46C1-8396-E2727039044F}">
      <dgm:prSet/>
      <dgm:spPr/>
      <dgm:t>
        <a:bodyPr/>
        <a:lstStyle/>
        <a:p>
          <a:endParaRPr lang="uk-UA"/>
        </a:p>
      </dgm:t>
    </dgm:pt>
    <dgm:pt modelId="{9E006AC9-C972-42E7-A484-205D145EBC47}" type="sibTrans" cxnId="{50185598-5059-46C1-8396-E2727039044F}">
      <dgm:prSet/>
      <dgm:spPr/>
      <dgm:t>
        <a:bodyPr/>
        <a:lstStyle/>
        <a:p>
          <a:endParaRPr lang="uk-UA"/>
        </a:p>
      </dgm:t>
    </dgm:pt>
    <dgm:pt modelId="{5199EA9A-ED35-4B1F-BDA9-4BBE1B0634C7}">
      <dgm:prSet/>
      <dgm:spPr/>
      <dgm:t>
        <a:bodyPr/>
        <a:lstStyle/>
        <a:p>
          <a:r>
            <a:rPr lang="uk-UA" b="0" i="0" baseline="0"/>
            <a:t>вказати напрямки загального наступу Добровольчої армії генерала А. Денікіна в травні–червні 1919 р.</a:t>
          </a:r>
          <a:endParaRPr lang="uk-UA"/>
        </a:p>
      </dgm:t>
    </dgm:pt>
    <dgm:pt modelId="{41CB0024-188B-40B9-968D-6C86AA6991F6}" type="parTrans" cxnId="{A8AF892F-46AA-40F6-87D8-AE00F5442D32}">
      <dgm:prSet/>
      <dgm:spPr/>
      <dgm:t>
        <a:bodyPr/>
        <a:lstStyle/>
        <a:p>
          <a:endParaRPr lang="uk-UA"/>
        </a:p>
      </dgm:t>
    </dgm:pt>
    <dgm:pt modelId="{30AE09F2-FF00-4BEB-93B3-5F584AC814BB}" type="sibTrans" cxnId="{A8AF892F-46AA-40F6-87D8-AE00F5442D32}">
      <dgm:prSet/>
      <dgm:spPr/>
      <dgm:t>
        <a:bodyPr/>
        <a:lstStyle/>
        <a:p>
          <a:endParaRPr lang="uk-UA"/>
        </a:p>
      </dgm:t>
    </dgm:pt>
    <dgm:pt modelId="{C6E2259A-B419-4A6C-8154-49E12AA5C516}">
      <dgm:prSet/>
      <dgm:spPr/>
      <dgm:t>
        <a:bodyPr/>
        <a:lstStyle/>
        <a:p>
          <a:r>
            <a:rPr lang="uk-UA" b="0" i="0" baseline="0"/>
            <a:t>вказати межу просування польських військ під час польсько-радянської війни (квітень–жовтень 1920 р.).</a:t>
          </a:r>
          <a:endParaRPr lang="uk-UA"/>
        </a:p>
      </dgm:t>
    </dgm:pt>
    <dgm:pt modelId="{5A22D1E9-E2B3-437E-BA28-D7620F33A250}" type="parTrans" cxnId="{63846A49-B430-4A82-91B4-F48F1B652CA2}">
      <dgm:prSet/>
      <dgm:spPr/>
      <dgm:t>
        <a:bodyPr/>
        <a:lstStyle/>
        <a:p>
          <a:endParaRPr lang="uk-UA"/>
        </a:p>
      </dgm:t>
    </dgm:pt>
    <dgm:pt modelId="{2897BD24-8775-478F-85FA-C2C99E87E3CE}" type="sibTrans" cxnId="{63846A49-B430-4A82-91B4-F48F1B652CA2}">
      <dgm:prSet/>
      <dgm:spPr/>
      <dgm:t>
        <a:bodyPr/>
        <a:lstStyle/>
        <a:p>
          <a:endParaRPr lang="uk-UA"/>
        </a:p>
      </dgm:t>
    </dgm:pt>
    <dgm:pt modelId="{9185AAA2-5141-4FED-8F20-14CB8E2B19BF}">
      <dgm:prSet/>
      <dgm:spPr/>
      <dgm:t>
        <a:bodyPr/>
        <a:lstStyle/>
        <a:p>
          <a:r>
            <a:rPr lang="uk-UA" b="0" i="0" baseline="0"/>
            <a:t>показати лінію розмежування військ у Першій світовій війні на момент укладення перемир’я на Східному фронті в грудні 1917 р.</a:t>
          </a:r>
          <a:endParaRPr lang="uk-UA"/>
        </a:p>
      </dgm:t>
    </dgm:pt>
    <dgm:pt modelId="{C2A03EFD-C154-470A-AB79-24D52D3B4C2F}" type="parTrans" cxnId="{1A7520CB-D03C-4A55-AD8D-742C8041B81C}">
      <dgm:prSet/>
      <dgm:spPr/>
      <dgm:t>
        <a:bodyPr/>
        <a:lstStyle/>
        <a:p>
          <a:endParaRPr lang="uk-UA"/>
        </a:p>
      </dgm:t>
    </dgm:pt>
    <dgm:pt modelId="{CAABD5B9-E3B4-4BB2-9C7C-64D18F3A39F1}" type="sibTrans" cxnId="{1A7520CB-D03C-4A55-AD8D-742C8041B81C}">
      <dgm:prSet/>
      <dgm:spPr/>
      <dgm:t>
        <a:bodyPr/>
        <a:lstStyle/>
        <a:p>
          <a:endParaRPr lang="uk-UA"/>
        </a:p>
      </dgm:t>
    </dgm:pt>
    <dgm:pt modelId="{0FE86A6E-18DC-4C38-BCA3-0533872F60AD}">
      <dgm:prSet/>
      <dgm:spPr/>
      <dgm:t>
        <a:bodyPr/>
        <a:lstStyle/>
        <a:p>
          <a:r>
            <a:rPr lang="uk-UA" b="0" i="0" baseline="0"/>
            <a:t>окреслити територію ЗУНР відповідно до ухвали Української Національної Ради 19 жовтня 1918 р.</a:t>
          </a:r>
          <a:endParaRPr lang="uk-UA"/>
        </a:p>
      </dgm:t>
    </dgm:pt>
    <dgm:pt modelId="{06687DCC-E567-4CF8-BED0-6C364250F3D4}" type="parTrans" cxnId="{D115436E-A92F-4A2C-819B-89519E204B30}">
      <dgm:prSet/>
      <dgm:spPr/>
      <dgm:t>
        <a:bodyPr/>
        <a:lstStyle/>
        <a:p>
          <a:endParaRPr lang="uk-UA"/>
        </a:p>
      </dgm:t>
    </dgm:pt>
    <dgm:pt modelId="{C83A68A4-FC3F-41CB-819F-39F27E4F86FB}" type="sibTrans" cxnId="{D115436E-A92F-4A2C-819B-89519E204B30}">
      <dgm:prSet/>
      <dgm:spPr/>
      <dgm:t>
        <a:bodyPr/>
        <a:lstStyle/>
        <a:p>
          <a:endParaRPr lang="uk-UA"/>
        </a:p>
      </dgm:t>
    </dgm:pt>
    <dgm:pt modelId="{E279FB14-D57F-48E3-A8CF-CDFA141B4CC6}">
      <dgm:prSet/>
      <dgm:spPr/>
      <dgm:t>
        <a:bodyPr/>
        <a:lstStyle/>
        <a:p>
          <a:r>
            <a:rPr lang="uk-UA" b="0" i="0" baseline="0"/>
            <a:t>визначити кордони Української Народної Республіки згідно з </a:t>
          </a:r>
          <a:r>
            <a:rPr lang="en-US" b="0" i="0" baseline="0"/>
            <a:t>III </a:t>
          </a:r>
          <a:r>
            <a:rPr lang="uk-UA" b="0" i="0" baseline="0"/>
            <a:t>Універсалом Української Центральної Ради (листопад 1917 р.).</a:t>
          </a:r>
          <a:endParaRPr lang="uk-UA"/>
        </a:p>
      </dgm:t>
    </dgm:pt>
    <dgm:pt modelId="{35A9725E-ADC2-43C1-A99C-76664AA524CF}" type="parTrans" cxnId="{7407297F-53D7-44CC-9581-70F07A034EE9}">
      <dgm:prSet/>
      <dgm:spPr/>
      <dgm:t>
        <a:bodyPr/>
        <a:lstStyle/>
        <a:p>
          <a:endParaRPr lang="uk-UA"/>
        </a:p>
      </dgm:t>
    </dgm:pt>
    <dgm:pt modelId="{E3E628D0-29B3-4E4B-9D8A-0D97105BF545}" type="sibTrans" cxnId="{7407297F-53D7-44CC-9581-70F07A034EE9}">
      <dgm:prSet/>
      <dgm:spPr/>
      <dgm:t>
        <a:bodyPr/>
        <a:lstStyle/>
        <a:p>
          <a:endParaRPr lang="uk-UA"/>
        </a:p>
      </dgm:t>
    </dgm:pt>
    <dgm:pt modelId="{21265DEF-2214-4143-9AA5-0BB07BD69517}">
      <dgm:prSet/>
      <dgm:spPr/>
      <dgm:t>
        <a:bodyPr/>
        <a:lstStyle/>
        <a:p>
          <a:r>
            <a:rPr lang="uk-UA" b="0" i="0" baseline="0"/>
            <a:t>визначити радянсько-польський кордон за Ризьким мирним договором у березні 1921 р.</a:t>
          </a:r>
          <a:endParaRPr lang="uk-UA"/>
        </a:p>
      </dgm:t>
    </dgm:pt>
    <dgm:pt modelId="{ABCB668B-D6EF-4196-948F-7ECC44F72BFB}" type="parTrans" cxnId="{14373B04-4198-4FC4-A0C1-71CFD7DADBB9}">
      <dgm:prSet/>
      <dgm:spPr/>
      <dgm:t>
        <a:bodyPr/>
        <a:lstStyle/>
        <a:p>
          <a:endParaRPr lang="uk-UA"/>
        </a:p>
      </dgm:t>
    </dgm:pt>
    <dgm:pt modelId="{010F24C5-8F91-47A4-A3A7-627B4C6AC795}" type="sibTrans" cxnId="{14373B04-4198-4FC4-A0C1-71CFD7DADBB9}">
      <dgm:prSet/>
      <dgm:spPr/>
      <dgm:t>
        <a:bodyPr/>
        <a:lstStyle/>
        <a:p>
          <a:endParaRPr lang="uk-UA"/>
        </a:p>
      </dgm:t>
    </dgm:pt>
    <dgm:pt modelId="{D85BE837-98A6-47D1-8817-D474A08BB28C}" type="pres">
      <dgm:prSet presAssocID="{67A7FC58-9CFD-4B88-919D-75CAF0B756CA}" presName="vert0" presStyleCnt="0">
        <dgm:presLayoutVars>
          <dgm:dir/>
          <dgm:animOne val="branch"/>
          <dgm:animLvl val="lvl"/>
        </dgm:presLayoutVars>
      </dgm:prSet>
      <dgm:spPr/>
    </dgm:pt>
    <dgm:pt modelId="{7C9703AE-F6C2-4736-88DB-4969D4F33C25}" type="pres">
      <dgm:prSet presAssocID="{E285931C-1D12-4C53-AA21-85259FA0B9B2}" presName="thickLine" presStyleLbl="alignNode1" presStyleIdx="0" presStyleCnt="7"/>
      <dgm:spPr/>
    </dgm:pt>
    <dgm:pt modelId="{9F81AD17-C3A8-4F8B-AE30-67B7046B1B04}" type="pres">
      <dgm:prSet presAssocID="{E285931C-1D12-4C53-AA21-85259FA0B9B2}" presName="horz1" presStyleCnt="0"/>
      <dgm:spPr/>
    </dgm:pt>
    <dgm:pt modelId="{5F1B2353-9E57-4476-AF06-02C075467896}" type="pres">
      <dgm:prSet presAssocID="{E285931C-1D12-4C53-AA21-85259FA0B9B2}" presName="tx1" presStyleLbl="revTx" presStyleIdx="0" presStyleCnt="7"/>
      <dgm:spPr/>
    </dgm:pt>
    <dgm:pt modelId="{B7D10711-FE04-44E6-B7A6-7BA9CF767BA3}" type="pres">
      <dgm:prSet presAssocID="{E285931C-1D12-4C53-AA21-85259FA0B9B2}" presName="vert1" presStyleCnt="0"/>
      <dgm:spPr/>
    </dgm:pt>
    <dgm:pt modelId="{7AF53CB6-F8F4-4709-881E-4EBA2A37749C}" type="pres">
      <dgm:prSet presAssocID="{5199EA9A-ED35-4B1F-BDA9-4BBE1B0634C7}" presName="thickLine" presStyleLbl="alignNode1" presStyleIdx="1" presStyleCnt="7"/>
      <dgm:spPr/>
    </dgm:pt>
    <dgm:pt modelId="{9E083C29-E79B-4775-BA4F-ACB553142EC6}" type="pres">
      <dgm:prSet presAssocID="{5199EA9A-ED35-4B1F-BDA9-4BBE1B0634C7}" presName="horz1" presStyleCnt="0"/>
      <dgm:spPr/>
    </dgm:pt>
    <dgm:pt modelId="{C48EE7CE-3BFB-47A6-A715-9151EE2F60D6}" type="pres">
      <dgm:prSet presAssocID="{5199EA9A-ED35-4B1F-BDA9-4BBE1B0634C7}" presName="tx1" presStyleLbl="revTx" presStyleIdx="1" presStyleCnt="7"/>
      <dgm:spPr/>
    </dgm:pt>
    <dgm:pt modelId="{14860237-29BD-42DC-BA7D-D19DA945A547}" type="pres">
      <dgm:prSet presAssocID="{5199EA9A-ED35-4B1F-BDA9-4BBE1B0634C7}" presName="vert1" presStyleCnt="0"/>
      <dgm:spPr/>
    </dgm:pt>
    <dgm:pt modelId="{F19ED8A7-FBCE-4A59-9CE2-42A208A4DC5F}" type="pres">
      <dgm:prSet presAssocID="{C6E2259A-B419-4A6C-8154-49E12AA5C516}" presName="thickLine" presStyleLbl="alignNode1" presStyleIdx="2" presStyleCnt="7"/>
      <dgm:spPr/>
    </dgm:pt>
    <dgm:pt modelId="{1CEE4BEE-1E38-4F27-AC0F-608D51093589}" type="pres">
      <dgm:prSet presAssocID="{C6E2259A-B419-4A6C-8154-49E12AA5C516}" presName="horz1" presStyleCnt="0"/>
      <dgm:spPr/>
    </dgm:pt>
    <dgm:pt modelId="{AE9E49A2-E76D-406A-936E-5694B2BE4545}" type="pres">
      <dgm:prSet presAssocID="{C6E2259A-B419-4A6C-8154-49E12AA5C516}" presName="tx1" presStyleLbl="revTx" presStyleIdx="2" presStyleCnt="7"/>
      <dgm:spPr/>
    </dgm:pt>
    <dgm:pt modelId="{DD67D85C-4D45-4BEC-A5AC-01DE94E11E67}" type="pres">
      <dgm:prSet presAssocID="{C6E2259A-B419-4A6C-8154-49E12AA5C516}" presName="vert1" presStyleCnt="0"/>
      <dgm:spPr/>
    </dgm:pt>
    <dgm:pt modelId="{E76CCAAE-4394-431D-8AEB-F7ACC659D650}" type="pres">
      <dgm:prSet presAssocID="{9185AAA2-5141-4FED-8F20-14CB8E2B19BF}" presName="thickLine" presStyleLbl="alignNode1" presStyleIdx="3" presStyleCnt="7"/>
      <dgm:spPr/>
    </dgm:pt>
    <dgm:pt modelId="{03F6A7F4-089D-44D8-A5BC-40803127D2E4}" type="pres">
      <dgm:prSet presAssocID="{9185AAA2-5141-4FED-8F20-14CB8E2B19BF}" presName="horz1" presStyleCnt="0"/>
      <dgm:spPr/>
    </dgm:pt>
    <dgm:pt modelId="{9B431FDB-0BE5-4B85-BE20-203DF0522FBF}" type="pres">
      <dgm:prSet presAssocID="{9185AAA2-5141-4FED-8F20-14CB8E2B19BF}" presName="tx1" presStyleLbl="revTx" presStyleIdx="3" presStyleCnt="7"/>
      <dgm:spPr/>
    </dgm:pt>
    <dgm:pt modelId="{166CF501-4F03-46DF-8E1D-62A77F6D1917}" type="pres">
      <dgm:prSet presAssocID="{9185AAA2-5141-4FED-8F20-14CB8E2B19BF}" presName="vert1" presStyleCnt="0"/>
      <dgm:spPr/>
    </dgm:pt>
    <dgm:pt modelId="{0A0CEEF3-F318-41BA-BF10-67506B89DAA7}" type="pres">
      <dgm:prSet presAssocID="{0FE86A6E-18DC-4C38-BCA3-0533872F60AD}" presName="thickLine" presStyleLbl="alignNode1" presStyleIdx="4" presStyleCnt="7"/>
      <dgm:spPr/>
    </dgm:pt>
    <dgm:pt modelId="{FF5008C3-C2E8-4995-B3DD-D280C86BEF2B}" type="pres">
      <dgm:prSet presAssocID="{0FE86A6E-18DC-4C38-BCA3-0533872F60AD}" presName="horz1" presStyleCnt="0"/>
      <dgm:spPr/>
    </dgm:pt>
    <dgm:pt modelId="{81D878D5-F5AD-4059-8FC1-480C31F2503F}" type="pres">
      <dgm:prSet presAssocID="{0FE86A6E-18DC-4C38-BCA3-0533872F60AD}" presName="tx1" presStyleLbl="revTx" presStyleIdx="4" presStyleCnt="7"/>
      <dgm:spPr/>
    </dgm:pt>
    <dgm:pt modelId="{22041095-DDC4-4336-A611-852932BD0D59}" type="pres">
      <dgm:prSet presAssocID="{0FE86A6E-18DC-4C38-BCA3-0533872F60AD}" presName="vert1" presStyleCnt="0"/>
      <dgm:spPr/>
    </dgm:pt>
    <dgm:pt modelId="{6041A9C6-989C-409A-ACF6-D80A1DDC6FB5}" type="pres">
      <dgm:prSet presAssocID="{E279FB14-D57F-48E3-A8CF-CDFA141B4CC6}" presName="thickLine" presStyleLbl="alignNode1" presStyleIdx="5" presStyleCnt="7"/>
      <dgm:spPr/>
    </dgm:pt>
    <dgm:pt modelId="{3F968B1A-EEC3-4BCC-B04E-B692A1B549FB}" type="pres">
      <dgm:prSet presAssocID="{E279FB14-D57F-48E3-A8CF-CDFA141B4CC6}" presName="horz1" presStyleCnt="0"/>
      <dgm:spPr/>
    </dgm:pt>
    <dgm:pt modelId="{FF34B21A-8060-4CC4-AAFF-A82D6F9EB182}" type="pres">
      <dgm:prSet presAssocID="{E279FB14-D57F-48E3-A8CF-CDFA141B4CC6}" presName="tx1" presStyleLbl="revTx" presStyleIdx="5" presStyleCnt="7"/>
      <dgm:spPr/>
    </dgm:pt>
    <dgm:pt modelId="{F57447A4-B5FA-40B7-B78D-5A207376A1BB}" type="pres">
      <dgm:prSet presAssocID="{E279FB14-D57F-48E3-A8CF-CDFA141B4CC6}" presName="vert1" presStyleCnt="0"/>
      <dgm:spPr/>
    </dgm:pt>
    <dgm:pt modelId="{66192142-40D0-4B2D-B6E9-8B152AE8F450}" type="pres">
      <dgm:prSet presAssocID="{21265DEF-2214-4143-9AA5-0BB07BD69517}" presName="thickLine" presStyleLbl="alignNode1" presStyleIdx="6" presStyleCnt="7"/>
      <dgm:spPr/>
    </dgm:pt>
    <dgm:pt modelId="{7FFECB27-AE9B-4DAE-B8B6-F11C8817C111}" type="pres">
      <dgm:prSet presAssocID="{21265DEF-2214-4143-9AA5-0BB07BD69517}" presName="horz1" presStyleCnt="0"/>
      <dgm:spPr/>
    </dgm:pt>
    <dgm:pt modelId="{8986BE7D-C14D-4252-A456-42B45E0ABF96}" type="pres">
      <dgm:prSet presAssocID="{21265DEF-2214-4143-9AA5-0BB07BD69517}" presName="tx1" presStyleLbl="revTx" presStyleIdx="6" presStyleCnt="7"/>
      <dgm:spPr/>
    </dgm:pt>
    <dgm:pt modelId="{612B6D40-9A47-4474-998C-55A5270F75A9}" type="pres">
      <dgm:prSet presAssocID="{21265DEF-2214-4143-9AA5-0BB07BD69517}" presName="vert1" presStyleCnt="0"/>
      <dgm:spPr/>
    </dgm:pt>
  </dgm:ptLst>
  <dgm:cxnLst>
    <dgm:cxn modelId="{14373B04-4198-4FC4-A0C1-71CFD7DADBB9}" srcId="{67A7FC58-9CFD-4B88-919D-75CAF0B756CA}" destId="{21265DEF-2214-4143-9AA5-0BB07BD69517}" srcOrd="6" destOrd="0" parTransId="{ABCB668B-D6EF-4196-948F-7ECC44F72BFB}" sibTransId="{010F24C5-8F91-47A4-A3A7-627B4C6AC795}"/>
    <dgm:cxn modelId="{A8AF892F-46AA-40F6-87D8-AE00F5442D32}" srcId="{67A7FC58-9CFD-4B88-919D-75CAF0B756CA}" destId="{5199EA9A-ED35-4B1F-BDA9-4BBE1B0634C7}" srcOrd="1" destOrd="0" parTransId="{41CB0024-188B-40B9-968D-6C86AA6991F6}" sibTransId="{30AE09F2-FF00-4BEB-93B3-5F584AC814BB}"/>
    <dgm:cxn modelId="{63846A49-B430-4A82-91B4-F48F1B652CA2}" srcId="{67A7FC58-9CFD-4B88-919D-75CAF0B756CA}" destId="{C6E2259A-B419-4A6C-8154-49E12AA5C516}" srcOrd="2" destOrd="0" parTransId="{5A22D1E9-E2B3-437E-BA28-D7620F33A250}" sibTransId="{2897BD24-8775-478F-85FA-C2C99E87E3CE}"/>
    <dgm:cxn modelId="{D115436E-A92F-4A2C-819B-89519E204B30}" srcId="{67A7FC58-9CFD-4B88-919D-75CAF0B756CA}" destId="{0FE86A6E-18DC-4C38-BCA3-0533872F60AD}" srcOrd="4" destOrd="0" parTransId="{06687DCC-E567-4CF8-BED0-6C364250F3D4}" sibTransId="{C83A68A4-FC3F-41CB-819F-39F27E4F86FB}"/>
    <dgm:cxn modelId="{E5DEAF51-80F8-4A94-AE50-0EFFF1E5B1C1}" type="presOf" srcId="{9185AAA2-5141-4FED-8F20-14CB8E2B19BF}" destId="{9B431FDB-0BE5-4B85-BE20-203DF0522FBF}" srcOrd="0" destOrd="0" presId="urn:microsoft.com/office/officeart/2008/layout/LinedList"/>
    <dgm:cxn modelId="{7407297F-53D7-44CC-9581-70F07A034EE9}" srcId="{67A7FC58-9CFD-4B88-919D-75CAF0B756CA}" destId="{E279FB14-D57F-48E3-A8CF-CDFA141B4CC6}" srcOrd="5" destOrd="0" parTransId="{35A9725E-ADC2-43C1-A99C-76664AA524CF}" sibTransId="{E3E628D0-29B3-4E4B-9D8A-0D97105BF545}"/>
    <dgm:cxn modelId="{50185598-5059-46C1-8396-E2727039044F}" srcId="{67A7FC58-9CFD-4B88-919D-75CAF0B756CA}" destId="{E285931C-1D12-4C53-AA21-85259FA0B9B2}" srcOrd="0" destOrd="0" parTransId="{A31C615C-FBC0-4DC7-9382-7308B24AE4AD}" sibTransId="{9E006AC9-C972-42E7-A484-205D145EBC47}"/>
    <dgm:cxn modelId="{E377D6B1-EDD5-4A4E-B90D-626C1F77CFF3}" type="presOf" srcId="{0FE86A6E-18DC-4C38-BCA3-0533872F60AD}" destId="{81D878D5-F5AD-4059-8FC1-480C31F2503F}" srcOrd="0" destOrd="0" presId="urn:microsoft.com/office/officeart/2008/layout/LinedList"/>
    <dgm:cxn modelId="{D63F1AB5-6B59-4D9A-B1FC-4F66599BCF61}" type="presOf" srcId="{E279FB14-D57F-48E3-A8CF-CDFA141B4CC6}" destId="{FF34B21A-8060-4CC4-AAFF-A82D6F9EB182}" srcOrd="0" destOrd="0" presId="urn:microsoft.com/office/officeart/2008/layout/LinedList"/>
    <dgm:cxn modelId="{1A7520CB-D03C-4A55-AD8D-742C8041B81C}" srcId="{67A7FC58-9CFD-4B88-919D-75CAF0B756CA}" destId="{9185AAA2-5141-4FED-8F20-14CB8E2B19BF}" srcOrd="3" destOrd="0" parTransId="{C2A03EFD-C154-470A-AB79-24D52D3B4C2F}" sibTransId="{CAABD5B9-E3B4-4BB2-9C7C-64D18F3A39F1}"/>
    <dgm:cxn modelId="{3EC35BD4-FCF8-4377-AAA1-21AA61C4F70D}" type="presOf" srcId="{E285931C-1D12-4C53-AA21-85259FA0B9B2}" destId="{5F1B2353-9E57-4476-AF06-02C075467896}" srcOrd="0" destOrd="0" presId="urn:microsoft.com/office/officeart/2008/layout/LinedList"/>
    <dgm:cxn modelId="{F7A073E1-BAC5-4832-96B5-36E5236BBE69}" type="presOf" srcId="{5199EA9A-ED35-4B1F-BDA9-4BBE1B0634C7}" destId="{C48EE7CE-3BFB-47A6-A715-9151EE2F60D6}" srcOrd="0" destOrd="0" presId="urn:microsoft.com/office/officeart/2008/layout/LinedList"/>
    <dgm:cxn modelId="{F002FAF0-39D6-4C89-BC73-6250B31FF51E}" type="presOf" srcId="{C6E2259A-B419-4A6C-8154-49E12AA5C516}" destId="{AE9E49A2-E76D-406A-936E-5694B2BE4545}" srcOrd="0" destOrd="0" presId="urn:microsoft.com/office/officeart/2008/layout/LinedList"/>
    <dgm:cxn modelId="{9FE4F4F1-B934-4BDE-8490-10BCBC2CDBF1}" type="presOf" srcId="{21265DEF-2214-4143-9AA5-0BB07BD69517}" destId="{8986BE7D-C14D-4252-A456-42B45E0ABF96}" srcOrd="0" destOrd="0" presId="urn:microsoft.com/office/officeart/2008/layout/LinedList"/>
    <dgm:cxn modelId="{924E16FC-A708-4104-81D8-2F783584938B}" type="presOf" srcId="{67A7FC58-9CFD-4B88-919D-75CAF0B756CA}" destId="{D85BE837-98A6-47D1-8817-D474A08BB28C}" srcOrd="0" destOrd="0" presId="urn:microsoft.com/office/officeart/2008/layout/LinedList"/>
    <dgm:cxn modelId="{6E5F76A1-1A9B-4922-97FD-73AE3B23B418}" type="presParOf" srcId="{D85BE837-98A6-47D1-8817-D474A08BB28C}" destId="{7C9703AE-F6C2-4736-88DB-4969D4F33C25}" srcOrd="0" destOrd="0" presId="urn:microsoft.com/office/officeart/2008/layout/LinedList"/>
    <dgm:cxn modelId="{A103C362-D156-4F2A-811B-4B0725200C1B}" type="presParOf" srcId="{D85BE837-98A6-47D1-8817-D474A08BB28C}" destId="{9F81AD17-C3A8-4F8B-AE30-67B7046B1B04}" srcOrd="1" destOrd="0" presId="urn:microsoft.com/office/officeart/2008/layout/LinedList"/>
    <dgm:cxn modelId="{C257B1A2-D6A2-48BB-8348-6C7BEE4AB739}" type="presParOf" srcId="{9F81AD17-C3A8-4F8B-AE30-67B7046B1B04}" destId="{5F1B2353-9E57-4476-AF06-02C075467896}" srcOrd="0" destOrd="0" presId="urn:microsoft.com/office/officeart/2008/layout/LinedList"/>
    <dgm:cxn modelId="{9CD729F4-D899-4010-82DB-BE242B1C73E6}" type="presParOf" srcId="{9F81AD17-C3A8-4F8B-AE30-67B7046B1B04}" destId="{B7D10711-FE04-44E6-B7A6-7BA9CF767BA3}" srcOrd="1" destOrd="0" presId="urn:microsoft.com/office/officeart/2008/layout/LinedList"/>
    <dgm:cxn modelId="{EDA3DE30-33B3-4E02-8E21-23F3F86F308B}" type="presParOf" srcId="{D85BE837-98A6-47D1-8817-D474A08BB28C}" destId="{7AF53CB6-F8F4-4709-881E-4EBA2A37749C}" srcOrd="2" destOrd="0" presId="urn:microsoft.com/office/officeart/2008/layout/LinedList"/>
    <dgm:cxn modelId="{F2E3CADE-ED9D-4623-BA9E-EEB412447DB4}" type="presParOf" srcId="{D85BE837-98A6-47D1-8817-D474A08BB28C}" destId="{9E083C29-E79B-4775-BA4F-ACB553142EC6}" srcOrd="3" destOrd="0" presId="urn:microsoft.com/office/officeart/2008/layout/LinedList"/>
    <dgm:cxn modelId="{43DE16DA-6E51-4A8E-AE69-EF65D97FD7D1}" type="presParOf" srcId="{9E083C29-E79B-4775-BA4F-ACB553142EC6}" destId="{C48EE7CE-3BFB-47A6-A715-9151EE2F60D6}" srcOrd="0" destOrd="0" presId="urn:microsoft.com/office/officeart/2008/layout/LinedList"/>
    <dgm:cxn modelId="{78CAF127-BFE7-4A6E-A3A1-05F7C5027CBF}" type="presParOf" srcId="{9E083C29-E79B-4775-BA4F-ACB553142EC6}" destId="{14860237-29BD-42DC-BA7D-D19DA945A547}" srcOrd="1" destOrd="0" presId="urn:microsoft.com/office/officeart/2008/layout/LinedList"/>
    <dgm:cxn modelId="{C168208A-2299-48E8-A87D-3C67EB66E690}" type="presParOf" srcId="{D85BE837-98A6-47D1-8817-D474A08BB28C}" destId="{F19ED8A7-FBCE-4A59-9CE2-42A208A4DC5F}" srcOrd="4" destOrd="0" presId="urn:microsoft.com/office/officeart/2008/layout/LinedList"/>
    <dgm:cxn modelId="{C0F692FD-EB61-41CA-9419-5027C507979A}" type="presParOf" srcId="{D85BE837-98A6-47D1-8817-D474A08BB28C}" destId="{1CEE4BEE-1E38-4F27-AC0F-608D51093589}" srcOrd="5" destOrd="0" presId="urn:microsoft.com/office/officeart/2008/layout/LinedList"/>
    <dgm:cxn modelId="{521DBBC8-9964-4327-99F7-E26569F789DC}" type="presParOf" srcId="{1CEE4BEE-1E38-4F27-AC0F-608D51093589}" destId="{AE9E49A2-E76D-406A-936E-5694B2BE4545}" srcOrd="0" destOrd="0" presId="urn:microsoft.com/office/officeart/2008/layout/LinedList"/>
    <dgm:cxn modelId="{5243FA7A-AA72-449A-9CE1-A11390504605}" type="presParOf" srcId="{1CEE4BEE-1E38-4F27-AC0F-608D51093589}" destId="{DD67D85C-4D45-4BEC-A5AC-01DE94E11E67}" srcOrd="1" destOrd="0" presId="urn:microsoft.com/office/officeart/2008/layout/LinedList"/>
    <dgm:cxn modelId="{11BCD678-F146-489F-90DC-D1FEA74A0E99}" type="presParOf" srcId="{D85BE837-98A6-47D1-8817-D474A08BB28C}" destId="{E76CCAAE-4394-431D-8AEB-F7ACC659D650}" srcOrd="6" destOrd="0" presId="urn:microsoft.com/office/officeart/2008/layout/LinedList"/>
    <dgm:cxn modelId="{1C97C0FA-C29C-4ED5-B019-1835E7F1B31B}" type="presParOf" srcId="{D85BE837-98A6-47D1-8817-D474A08BB28C}" destId="{03F6A7F4-089D-44D8-A5BC-40803127D2E4}" srcOrd="7" destOrd="0" presId="urn:microsoft.com/office/officeart/2008/layout/LinedList"/>
    <dgm:cxn modelId="{D4A00FDB-7582-4CF8-85C0-4F0D8DC0C249}" type="presParOf" srcId="{03F6A7F4-089D-44D8-A5BC-40803127D2E4}" destId="{9B431FDB-0BE5-4B85-BE20-203DF0522FBF}" srcOrd="0" destOrd="0" presId="urn:microsoft.com/office/officeart/2008/layout/LinedList"/>
    <dgm:cxn modelId="{7D331367-E150-4120-94AF-6BC98D2A0543}" type="presParOf" srcId="{03F6A7F4-089D-44D8-A5BC-40803127D2E4}" destId="{166CF501-4F03-46DF-8E1D-62A77F6D1917}" srcOrd="1" destOrd="0" presId="urn:microsoft.com/office/officeart/2008/layout/LinedList"/>
    <dgm:cxn modelId="{3D0A84D3-C093-417D-A1C7-46C8CC306174}" type="presParOf" srcId="{D85BE837-98A6-47D1-8817-D474A08BB28C}" destId="{0A0CEEF3-F318-41BA-BF10-67506B89DAA7}" srcOrd="8" destOrd="0" presId="urn:microsoft.com/office/officeart/2008/layout/LinedList"/>
    <dgm:cxn modelId="{38DE2722-3BF5-4EEA-9F33-95DEF9342018}" type="presParOf" srcId="{D85BE837-98A6-47D1-8817-D474A08BB28C}" destId="{FF5008C3-C2E8-4995-B3DD-D280C86BEF2B}" srcOrd="9" destOrd="0" presId="urn:microsoft.com/office/officeart/2008/layout/LinedList"/>
    <dgm:cxn modelId="{099E82C5-EBFD-4C60-AB41-2D4FB9BBAC5B}" type="presParOf" srcId="{FF5008C3-C2E8-4995-B3DD-D280C86BEF2B}" destId="{81D878D5-F5AD-4059-8FC1-480C31F2503F}" srcOrd="0" destOrd="0" presId="urn:microsoft.com/office/officeart/2008/layout/LinedList"/>
    <dgm:cxn modelId="{76C27DBF-8C44-4146-9DB7-085236815497}" type="presParOf" srcId="{FF5008C3-C2E8-4995-B3DD-D280C86BEF2B}" destId="{22041095-DDC4-4336-A611-852932BD0D59}" srcOrd="1" destOrd="0" presId="urn:microsoft.com/office/officeart/2008/layout/LinedList"/>
    <dgm:cxn modelId="{74F89173-F00E-411E-BB02-C78F431359BD}" type="presParOf" srcId="{D85BE837-98A6-47D1-8817-D474A08BB28C}" destId="{6041A9C6-989C-409A-ACF6-D80A1DDC6FB5}" srcOrd="10" destOrd="0" presId="urn:microsoft.com/office/officeart/2008/layout/LinedList"/>
    <dgm:cxn modelId="{B75A5867-FB0A-49C6-B869-12B9C9824C75}" type="presParOf" srcId="{D85BE837-98A6-47D1-8817-D474A08BB28C}" destId="{3F968B1A-EEC3-4BCC-B04E-B692A1B549FB}" srcOrd="11" destOrd="0" presId="urn:microsoft.com/office/officeart/2008/layout/LinedList"/>
    <dgm:cxn modelId="{9D3FB16B-546B-4E84-BEB7-45389BB1861B}" type="presParOf" srcId="{3F968B1A-EEC3-4BCC-B04E-B692A1B549FB}" destId="{FF34B21A-8060-4CC4-AAFF-A82D6F9EB182}" srcOrd="0" destOrd="0" presId="urn:microsoft.com/office/officeart/2008/layout/LinedList"/>
    <dgm:cxn modelId="{51DE6233-2376-4C1C-A28C-CCAA5CA7EAB6}" type="presParOf" srcId="{3F968B1A-EEC3-4BCC-B04E-B692A1B549FB}" destId="{F57447A4-B5FA-40B7-B78D-5A207376A1BB}" srcOrd="1" destOrd="0" presId="urn:microsoft.com/office/officeart/2008/layout/LinedList"/>
    <dgm:cxn modelId="{9200E707-12AA-44E6-AC3A-7778CF330F07}" type="presParOf" srcId="{D85BE837-98A6-47D1-8817-D474A08BB28C}" destId="{66192142-40D0-4B2D-B6E9-8B152AE8F450}" srcOrd="12" destOrd="0" presId="urn:microsoft.com/office/officeart/2008/layout/LinedList"/>
    <dgm:cxn modelId="{D29CC55E-C664-46EF-A819-9D47C1F88154}" type="presParOf" srcId="{D85BE837-98A6-47D1-8817-D474A08BB28C}" destId="{7FFECB27-AE9B-4DAE-B8B6-F11C8817C111}" srcOrd="13" destOrd="0" presId="urn:microsoft.com/office/officeart/2008/layout/LinedList"/>
    <dgm:cxn modelId="{90EE24AA-02B3-4A11-BCC7-434533E4156B}" type="presParOf" srcId="{7FFECB27-AE9B-4DAE-B8B6-F11C8817C111}" destId="{8986BE7D-C14D-4252-A456-42B45E0ABF96}" srcOrd="0" destOrd="0" presId="urn:microsoft.com/office/officeart/2008/layout/LinedList"/>
    <dgm:cxn modelId="{5A99808F-0149-4E22-9C22-29A95AD86D92}" type="presParOf" srcId="{7FFECB27-AE9B-4DAE-B8B6-F11C8817C111}" destId="{612B6D40-9A47-4474-998C-55A5270F75A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7329A4E6-DEB2-4167-968E-F22080F2943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32D1674-686C-4D2B-B44F-B3B5E0562D19}">
      <dgm:prSet/>
      <dgm:spPr/>
      <dgm:t>
        <a:bodyPr/>
        <a:lstStyle/>
        <a:p>
          <a:r>
            <a:rPr lang="uk-UA" b="0" i="0" baseline="0"/>
            <a:t>першої війни радянської Росії проти УНР (грудень 1917 — лютий 1918 рр.)</a:t>
          </a:r>
          <a:endParaRPr lang="uk-UA"/>
        </a:p>
      </dgm:t>
    </dgm:pt>
    <dgm:pt modelId="{36BD7340-62D2-4BB7-9067-DD438B29B9DE}" type="parTrans" cxnId="{2C93FA33-39F8-4D8F-85FB-FE8E9887ACCF}">
      <dgm:prSet/>
      <dgm:spPr/>
      <dgm:t>
        <a:bodyPr/>
        <a:lstStyle/>
        <a:p>
          <a:endParaRPr lang="uk-UA"/>
        </a:p>
      </dgm:t>
    </dgm:pt>
    <dgm:pt modelId="{DE9927B9-B007-45B1-B4CE-B5BB57970A6D}" type="sibTrans" cxnId="{2C93FA33-39F8-4D8F-85FB-FE8E9887ACCF}">
      <dgm:prSet/>
      <dgm:spPr/>
      <dgm:t>
        <a:bodyPr/>
        <a:lstStyle/>
        <a:p>
          <a:endParaRPr lang="uk-UA"/>
        </a:p>
      </dgm:t>
    </dgm:pt>
    <dgm:pt modelId="{5CE7F70A-A45B-40EB-88D1-02BCBC18C49A}">
      <dgm:prSet/>
      <dgm:spPr/>
      <dgm:t>
        <a:bodyPr/>
        <a:lstStyle/>
        <a:p>
          <a:r>
            <a:rPr lang="uk-UA" b="0" i="0" baseline="0"/>
            <a:t>«Чортківської офензиви» Української галицької армії (червень 1919 р.)</a:t>
          </a:r>
          <a:endParaRPr lang="uk-UA"/>
        </a:p>
      </dgm:t>
    </dgm:pt>
    <dgm:pt modelId="{21B75E26-C3BC-4B81-8096-4505B1D328A9}" type="parTrans" cxnId="{86159051-7DF2-441E-9C37-C97F23AB3A71}">
      <dgm:prSet/>
      <dgm:spPr/>
      <dgm:t>
        <a:bodyPr/>
        <a:lstStyle/>
        <a:p>
          <a:endParaRPr lang="uk-UA"/>
        </a:p>
      </dgm:t>
    </dgm:pt>
    <dgm:pt modelId="{CBFC88EB-32AD-40A7-BD7C-239A276C4454}" type="sibTrans" cxnId="{86159051-7DF2-441E-9C37-C97F23AB3A71}">
      <dgm:prSet/>
      <dgm:spPr/>
      <dgm:t>
        <a:bodyPr/>
        <a:lstStyle/>
        <a:p>
          <a:endParaRPr lang="uk-UA"/>
        </a:p>
      </dgm:t>
    </dgm:pt>
    <dgm:pt modelId="{39EDB58C-FA7D-40E9-A970-A5D87E9B5274}">
      <dgm:prSet/>
      <dgm:spPr/>
      <dgm:t>
        <a:bodyPr/>
        <a:lstStyle/>
        <a:p>
          <a:r>
            <a:rPr lang="uk-UA" b="0" i="0" baseline="0"/>
            <a:t>польсько-радянської війни (квітень — жовтень 1920 р.)</a:t>
          </a:r>
          <a:endParaRPr lang="uk-UA"/>
        </a:p>
      </dgm:t>
    </dgm:pt>
    <dgm:pt modelId="{D2B154AD-8534-4B0C-AEE0-5D9F69435242}" type="parTrans" cxnId="{746025C8-C967-4FDA-9894-A5274A7343EE}">
      <dgm:prSet/>
      <dgm:spPr/>
      <dgm:t>
        <a:bodyPr/>
        <a:lstStyle/>
        <a:p>
          <a:endParaRPr lang="uk-UA"/>
        </a:p>
      </dgm:t>
    </dgm:pt>
    <dgm:pt modelId="{49E2B433-4161-4522-8C39-03E1FF5A7B91}" type="sibTrans" cxnId="{746025C8-C967-4FDA-9894-A5274A7343EE}">
      <dgm:prSet/>
      <dgm:spPr/>
      <dgm:t>
        <a:bodyPr/>
        <a:lstStyle/>
        <a:p>
          <a:endParaRPr lang="uk-UA"/>
        </a:p>
      </dgm:t>
    </dgm:pt>
    <dgm:pt modelId="{5FCAECB5-B181-4284-A657-80A4F65B8F97}">
      <dgm:prSet/>
      <dgm:spPr/>
      <dgm:t>
        <a:bodyPr/>
        <a:lstStyle/>
        <a:p>
          <a:r>
            <a:rPr lang="uk-UA" b="0" i="0" baseline="0"/>
            <a:t>Другого «Зимового походу» Армії УНР (листопад 1921 р.)</a:t>
          </a:r>
          <a:endParaRPr lang="uk-UA"/>
        </a:p>
      </dgm:t>
    </dgm:pt>
    <dgm:pt modelId="{7EA52958-5AF4-4AC4-8D3C-E966FE779902}" type="parTrans" cxnId="{F6E40F00-9DEE-427E-9AA4-F2DE893693B0}">
      <dgm:prSet/>
      <dgm:spPr/>
      <dgm:t>
        <a:bodyPr/>
        <a:lstStyle/>
        <a:p>
          <a:endParaRPr lang="uk-UA"/>
        </a:p>
      </dgm:t>
    </dgm:pt>
    <dgm:pt modelId="{B7DA3AD5-A9A9-4CF9-BB03-B551AA239F89}" type="sibTrans" cxnId="{F6E40F00-9DEE-427E-9AA4-F2DE893693B0}">
      <dgm:prSet/>
      <dgm:spPr/>
      <dgm:t>
        <a:bodyPr/>
        <a:lstStyle/>
        <a:p>
          <a:endParaRPr lang="uk-UA"/>
        </a:p>
      </dgm:t>
    </dgm:pt>
    <dgm:pt modelId="{44D794D8-4473-418D-8AEA-A5B9706D36B6}" type="pres">
      <dgm:prSet presAssocID="{7329A4E6-DEB2-4167-968E-F22080F29438}" presName="linear" presStyleCnt="0">
        <dgm:presLayoutVars>
          <dgm:animLvl val="lvl"/>
          <dgm:resizeHandles val="exact"/>
        </dgm:presLayoutVars>
      </dgm:prSet>
      <dgm:spPr/>
    </dgm:pt>
    <dgm:pt modelId="{C6B66529-0A82-4F05-B5F5-2FF934D340F7}" type="pres">
      <dgm:prSet presAssocID="{332D1674-686C-4D2B-B44F-B3B5E0562D1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A873D61-598F-4F9E-B789-7BA00B9692D8}" type="pres">
      <dgm:prSet presAssocID="{DE9927B9-B007-45B1-B4CE-B5BB57970A6D}" presName="spacer" presStyleCnt="0"/>
      <dgm:spPr/>
    </dgm:pt>
    <dgm:pt modelId="{8B3D880B-24B2-4A49-800A-527EFB157132}" type="pres">
      <dgm:prSet presAssocID="{5CE7F70A-A45B-40EB-88D1-02BCBC18C49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8266868-7E21-4E5A-B5A1-53EB3F4AA4DB}" type="pres">
      <dgm:prSet presAssocID="{CBFC88EB-32AD-40A7-BD7C-239A276C4454}" presName="spacer" presStyleCnt="0"/>
      <dgm:spPr/>
    </dgm:pt>
    <dgm:pt modelId="{14122AA2-A30A-43B3-84C0-F23B2A3A3345}" type="pres">
      <dgm:prSet presAssocID="{39EDB58C-FA7D-40E9-A970-A5D87E9B527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9F542DE-BD90-4BC8-B4C4-409E0F5C0A69}" type="pres">
      <dgm:prSet presAssocID="{49E2B433-4161-4522-8C39-03E1FF5A7B91}" presName="spacer" presStyleCnt="0"/>
      <dgm:spPr/>
    </dgm:pt>
    <dgm:pt modelId="{E15A6B72-B049-4803-B050-F927C96CBE3C}" type="pres">
      <dgm:prSet presAssocID="{5FCAECB5-B181-4284-A657-80A4F65B8F9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6E40F00-9DEE-427E-9AA4-F2DE893693B0}" srcId="{7329A4E6-DEB2-4167-968E-F22080F29438}" destId="{5FCAECB5-B181-4284-A657-80A4F65B8F97}" srcOrd="3" destOrd="0" parTransId="{7EA52958-5AF4-4AC4-8D3C-E966FE779902}" sibTransId="{B7DA3AD5-A9A9-4CF9-BB03-B551AA239F89}"/>
    <dgm:cxn modelId="{8D6CB113-49ED-4949-94E0-24B43F06306B}" type="presOf" srcId="{39EDB58C-FA7D-40E9-A970-A5D87E9B5274}" destId="{14122AA2-A30A-43B3-84C0-F23B2A3A3345}" srcOrd="0" destOrd="0" presId="urn:microsoft.com/office/officeart/2005/8/layout/vList2"/>
    <dgm:cxn modelId="{2C93FA33-39F8-4D8F-85FB-FE8E9887ACCF}" srcId="{7329A4E6-DEB2-4167-968E-F22080F29438}" destId="{332D1674-686C-4D2B-B44F-B3B5E0562D19}" srcOrd="0" destOrd="0" parTransId="{36BD7340-62D2-4BB7-9067-DD438B29B9DE}" sibTransId="{DE9927B9-B007-45B1-B4CE-B5BB57970A6D}"/>
    <dgm:cxn modelId="{86159051-7DF2-441E-9C37-C97F23AB3A71}" srcId="{7329A4E6-DEB2-4167-968E-F22080F29438}" destId="{5CE7F70A-A45B-40EB-88D1-02BCBC18C49A}" srcOrd="1" destOrd="0" parTransId="{21B75E26-C3BC-4B81-8096-4505B1D328A9}" sibTransId="{CBFC88EB-32AD-40A7-BD7C-239A276C4454}"/>
    <dgm:cxn modelId="{A027EC56-B697-4F8E-9BC5-45F7818F9B52}" type="presOf" srcId="{5CE7F70A-A45B-40EB-88D1-02BCBC18C49A}" destId="{8B3D880B-24B2-4A49-800A-527EFB157132}" srcOrd="0" destOrd="0" presId="urn:microsoft.com/office/officeart/2005/8/layout/vList2"/>
    <dgm:cxn modelId="{31D7377F-B9C4-4164-A6A0-2F57B8E8278C}" type="presOf" srcId="{332D1674-686C-4D2B-B44F-B3B5E0562D19}" destId="{C6B66529-0A82-4F05-B5F5-2FF934D340F7}" srcOrd="0" destOrd="0" presId="urn:microsoft.com/office/officeart/2005/8/layout/vList2"/>
    <dgm:cxn modelId="{90AABCA1-B549-4079-970D-0599F20BE861}" type="presOf" srcId="{7329A4E6-DEB2-4167-968E-F22080F29438}" destId="{44D794D8-4473-418D-8AEA-A5B9706D36B6}" srcOrd="0" destOrd="0" presId="urn:microsoft.com/office/officeart/2005/8/layout/vList2"/>
    <dgm:cxn modelId="{746025C8-C967-4FDA-9894-A5274A7343EE}" srcId="{7329A4E6-DEB2-4167-968E-F22080F29438}" destId="{39EDB58C-FA7D-40E9-A970-A5D87E9B5274}" srcOrd="2" destOrd="0" parTransId="{D2B154AD-8534-4B0C-AEE0-5D9F69435242}" sibTransId="{49E2B433-4161-4522-8C39-03E1FF5A7B91}"/>
    <dgm:cxn modelId="{458E4DCC-1377-4C73-AA2B-901A4D799B9E}" type="presOf" srcId="{5FCAECB5-B181-4284-A657-80A4F65B8F97}" destId="{E15A6B72-B049-4803-B050-F927C96CBE3C}" srcOrd="0" destOrd="0" presId="urn:microsoft.com/office/officeart/2005/8/layout/vList2"/>
    <dgm:cxn modelId="{222679EB-8839-49B0-8F4A-E7582465C8EF}" type="presParOf" srcId="{44D794D8-4473-418D-8AEA-A5B9706D36B6}" destId="{C6B66529-0A82-4F05-B5F5-2FF934D340F7}" srcOrd="0" destOrd="0" presId="urn:microsoft.com/office/officeart/2005/8/layout/vList2"/>
    <dgm:cxn modelId="{E726A110-33EE-4DA6-9570-B93A68E90319}" type="presParOf" srcId="{44D794D8-4473-418D-8AEA-A5B9706D36B6}" destId="{BA873D61-598F-4F9E-B789-7BA00B9692D8}" srcOrd="1" destOrd="0" presId="urn:microsoft.com/office/officeart/2005/8/layout/vList2"/>
    <dgm:cxn modelId="{689F0615-35E8-4FDE-8E9A-8CF25D8BEAAD}" type="presParOf" srcId="{44D794D8-4473-418D-8AEA-A5B9706D36B6}" destId="{8B3D880B-24B2-4A49-800A-527EFB157132}" srcOrd="2" destOrd="0" presId="urn:microsoft.com/office/officeart/2005/8/layout/vList2"/>
    <dgm:cxn modelId="{C1EB07ED-53C3-40F3-ACE5-5A6FF19F4DEB}" type="presParOf" srcId="{44D794D8-4473-418D-8AEA-A5B9706D36B6}" destId="{C8266868-7E21-4E5A-B5A1-53EB3F4AA4DB}" srcOrd="3" destOrd="0" presId="urn:microsoft.com/office/officeart/2005/8/layout/vList2"/>
    <dgm:cxn modelId="{1F55DA56-9930-4D9E-B850-48C7914FA26F}" type="presParOf" srcId="{44D794D8-4473-418D-8AEA-A5B9706D36B6}" destId="{14122AA2-A30A-43B3-84C0-F23B2A3A3345}" srcOrd="4" destOrd="0" presId="urn:microsoft.com/office/officeart/2005/8/layout/vList2"/>
    <dgm:cxn modelId="{1F909680-59AF-4EBF-B638-AF6CA8409FE0}" type="presParOf" srcId="{44D794D8-4473-418D-8AEA-A5B9706D36B6}" destId="{49F542DE-BD90-4BC8-B4C4-409E0F5C0A69}" srcOrd="5" destOrd="0" presId="urn:microsoft.com/office/officeart/2005/8/layout/vList2"/>
    <dgm:cxn modelId="{D460EBBF-4448-4B68-8B72-C903AA8AA889}" type="presParOf" srcId="{44D794D8-4473-418D-8AEA-A5B9706D36B6}" destId="{E15A6B72-B049-4803-B050-F927C96CBE3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28820398-BE16-4596-808A-7E763C1957A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1911B9F-E175-4DE4-A755-BB235069BF69}">
      <dgm:prSet/>
      <dgm:spPr/>
      <dgm:t>
        <a:bodyPr/>
        <a:lstStyle/>
        <a:p>
          <a:r>
            <a:rPr lang="ru-RU" b="0" i="0" baseline="0"/>
            <a:t>Першого Універсалу.</a:t>
          </a:r>
          <a:endParaRPr lang="uk-UA"/>
        </a:p>
      </dgm:t>
    </dgm:pt>
    <dgm:pt modelId="{8FCDD9AC-4DDF-4BC6-8F52-C00E0A4802CD}" type="parTrans" cxnId="{7B876861-C5EF-4DDB-B72D-93E7E0BFA891}">
      <dgm:prSet/>
      <dgm:spPr/>
      <dgm:t>
        <a:bodyPr/>
        <a:lstStyle/>
        <a:p>
          <a:endParaRPr lang="uk-UA"/>
        </a:p>
      </dgm:t>
    </dgm:pt>
    <dgm:pt modelId="{425B3794-FFCB-4FFF-8D2F-53AB52035A1D}" type="sibTrans" cxnId="{7B876861-C5EF-4DDB-B72D-93E7E0BFA891}">
      <dgm:prSet/>
      <dgm:spPr/>
      <dgm:t>
        <a:bodyPr/>
        <a:lstStyle/>
        <a:p>
          <a:endParaRPr lang="uk-UA"/>
        </a:p>
      </dgm:t>
    </dgm:pt>
    <dgm:pt modelId="{F9DBB1AE-9302-4C52-8C7B-90DE9456262F}">
      <dgm:prSet/>
      <dgm:spPr/>
      <dgm:t>
        <a:bodyPr/>
        <a:lstStyle/>
        <a:p>
          <a:r>
            <a:rPr lang="ru-RU" b="0" i="0" baseline="0"/>
            <a:t>Другого Універсалу.</a:t>
          </a:r>
          <a:endParaRPr lang="uk-UA"/>
        </a:p>
      </dgm:t>
    </dgm:pt>
    <dgm:pt modelId="{AAD0CEAB-7420-437F-BAD7-6D4C2789AC4A}" type="parTrans" cxnId="{E2F68E01-7B4F-4714-97E0-9319987C888C}">
      <dgm:prSet/>
      <dgm:spPr/>
      <dgm:t>
        <a:bodyPr/>
        <a:lstStyle/>
        <a:p>
          <a:endParaRPr lang="uk-UA"/>
        </a:p>
      </dgm:t>
    </dgm:pt>
    <dgm:pt modelId="{E8587270-B311-451C-9F09-1D64408C0F2F}" type="sibTrans" cxnId="{E2F68E01-7B4F-4714-97E0-9319987C888C}">
      <dgm:prSet/>
      <dgm:spPr/>
      <dgm:t>
        <a:bodyPr/>
        <a:lstStyle/>
        <a:p>
          <a:endParaRPr lang="uk-UA"/>
        </a:p>
      </dgm:t>
    </dgm:pt>
    <dgm:pt modelId="{66D4CE93-0C66-4955-9AFB-134AAAD11953}">
      <dgm:prSet/>
      <dgm:spPr/>
      <dgm:t>
        <a:bodyPr/>
        <a:lstStyle/>
        <a:p>
          <a:r>
            <a:rPr lang="ru-RU" b="0" i="0" baseline="0"/>
            <a:t>Третього Універсалу.</a:t>
          </a:r>
          <a:endParaRPr lang="uk-UA"/>
        </a:p>
      </dgm:t>
    </dgm:pt>
    <dgm:pt modelId="{6C6A0A64-C3FF-4F04-9452-153E2852E1B1}" type="parTrans" cxnId="{446C96D7-9881-4812-835B-5FE4538FB461}">
      <dgm:prSet/>
      <dgm:spPr/>
      <dgm:t>
        <a:bodyPr/>
        <a:lstStyle/>
        <a:p>
          <a:endParaRPr lang="uk-UA"/>
        </a:p>
      </dgm:t>
    </dgm:pt>
    <dgm:pt modelId="{336DC8D8-4894-4848-81FA-30DECC848702}" type="sibTrans" cxnId="{446C96D7-9881-4812-835B-5FE4538FB461}">
      <dgm:prSet/>
      <dgm:spPr/>
      <dgm:t>
        <a:bodyPr/>
        <a:lstStyle/>
        <a:p>
          <a:endParaRPr lang="uk-UA"/>
        </a:p>
      </dgm:t>
    </dgm:pt>
    <dgm:pt modelId="{02FE6920-62D3-43C5-B479-53328BAC6637}">
      <dgm:prSet/>
      <dgm:spPr/>
      <dgm:t>
        <a:bodyPr/>
        <a:lstStyle/>
        <a:p>
          <a:r>
            <a:rPr lang="ru-RU" b="0" i="0" baseline="0"/>
            <a:t>Четвертого Універсалу.</a:t>
          </a:r>
          <a:endParaRPr lang="uk-UA"/>
        </a:p>
      </dgm:t>
    </dgm:pt>
    <dgm:pt modelId="{A199BF8E-53EB-4437-ACC9-433FA75E3558}" type="parTrans" cxnId="{9A6FA5F9-1F74-468A-8238-1ED18F8B1D67}">
      <dgm:prSet/>
      <dgm:spPr/>
      <dgm:t>
        <a:bodyPr/>
        <a:lstStyle/>
        <a:p>
          <a:endParaRPr lang="uk-UA"/>
        </a:p>
      </dgm:t>
    </dgm:pt>
    <dgm:pt modelId="{8DC08953-23C8-4669-8332-558860539A85}" type="sibTrans" cxnId="{9A6FA5F9-1F74-468A-8238-1ED18F8B1D67}">
      <dgm:prSet/>
      <dgm:spPr/>
      <dgm:t>
        <a:bodyPr/>
        <a:lstStyle/>
        <a:p>
          <a:endParaRPr lang="uk-UA"/>
        </a:p>
      </dgm:t>
    </dgm:pt>
    <dgm:pt modelId="{530ABD42-BF8D-4284-8B66-C6EBC97E812F}" type="pres">
      <dgm:prSet presAssocID="{28820398-BE16-4596-808A-7E763C1957AF}" presName="linear" presStyleCnt="0">
        <dgm:presLayoutVars>
          <dgm:animLvl val="lvl"/>
          <dgm:resizeHandles val="exact"/>
        </dgm:presLayoutVars>
      </dgm:prSet>
      <dgm:spPr/>
    </dgm:pt>
    <dgm:pt modelId="{0A998677-729D-44BE-A95D-73DBA3337C98}" type="pres">
      <dgm:prSet presAssocID="{E1911B9F-E175-4DE4-A755-BB235069BF6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6B736E9-5241-45E2-801A-FD2352BC4188}" type="pres">
      <dgm:prSet presAssocID="{425B3794-FFCB-4FFF-8D2F-53AB52035A1D}" presName="spacer" presStyleCnt="0"/>
      <dgm:spPr/>
    </dgm:pt>
    <dgm:pt modelId="{86F9C65D-6B3A-40D3-8D1C-5E1870F9CE94}" type="pres">
      <dgm:prSet presAssocID="{F9DBB1AE-9302-4C52-8C7B-90DE9456262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2792198-1477-486B-88D6-D88981E387E0}" type="pres">
      <dgm:prSet presAssocID="{E8587270-B311-451C-9F09-1D64408C0F2F}" presName="spacer" presStyleCnt="0"/>
      <dgm:spPr/>
    </dgm:pt>
    <dgm:pt modelId="{665E47CA-6ACE-4599-AE68-496FCEBB7F11}" type="pres">
      <dgm:prSet presAssocID="{66D4CE93-0C66-4955-9AFB-134AAAD1195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53401AB-EC01-48F6-93E1-31402DCEA208}" type="pres">
      <dgm:prSet presAssocID="{336DC8D8-4894-4848-81FA-30DECC848702}" presName="spacer" presStyleCnt="0"/>
      <dgm:spPr/>
    </dgm:pt>
    <dgm:pt modelId="{8634C496-2508-4D0C-A5EC-F8602C9ABAFE}" type="pres">
      <dgm:prSet presAssocID="{02FE6920-62D3-43C5-B479-53328BAC663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2F68E01-7B4F-4714-97E0-9319987C888C}" srcId="{28820398-BE16-4596-808A-7E763C1957AF}" destId="{F9DBB1AE-9302-4C52-8C7B-90DE9456262F}" srcOrd="1" destOrd="0" parTransId="{AAD0CEAB-7420-437F-BAD7-6D4C2789AC4A}" sibTransId="{E8587270-B311-451C-9F09-1D64408C0F2F}"/>
    <dgm:cxn modelId="{7B876861-C5EF-4DDB-B72D-93E7E0BFA891}" srcId="{28820398-BE16-4596-808A-7E763C1957AF}" destId="{E1911B9F-E175-4DE4-A755-BB235069BF69}" srcOrd="0" destOrd="0" parTransId="{8FCDD9AC-4DDF-4BC6-8F52-C00E0A4802CD}" sibTransId="{425B3794-FFCB-4FFF-8D2F-53AB52035A1D}"/>
    <dgm:cxn modelId="{31AE9F45-4DA8-42DA-8BDB-ED83CD485168}" type="presOf" srcId="{66D4CE93-0C66-4955-9AFB-134AAAD11953}" destId="{665E47CA-6ACE-4599-AE68-496FCEBB7F11}" srcOrd="0" destOrd="0" presId="urn:microsoft.com/office/officeart/2005/8/layout/vList2"/>
    <dgm:cxn modelId="{819CC599-B51C-4066-AF64-9D10A7A87D7F}" type="presOf" srcId="{02FE6920-62D3-43C5-B479-53328BAC6637}" destId="{8634C496-2508-4D0C-A5EC-F8602C9ABAFE}" srcOrd="0" destOrd="0" presId="urn:microsoft.com/office/officeart/2005/8/layout/vList2"/>
    <dgm:cxn modelId="{446C96D7-9881-4812-835B-5FE4538FB461}" srcId="{28820398-BE16-4596-808A-7E763C1957AF}" destId="{66D4CE93-0C66-4955-9AFB-134AAAD11953}" srcOrd="2" destOrd="0" parTransId="{6C6A0A64-C3FF-4F04-9452-153E2852E1B1}" sibTransId="{336DC8D8-4894-4848-81FA-30DECC848702}"/>
    <dgm:cxn modelId="{165F7BDB-101D-4133-A3A1-492815499845}" type="presOf" srcId="{E1911B9F-E175-4DE4-A755-BB235069BF69}" destId="{0A998677-729D-44BE-A95D-73DBA3337C98}" srcOrd="0" destOrd="0" presId="urn:microsoft.com/office/officeart/2005/8/layout/vList2"/>
    <dgm:cxn modelId="{79EAF0E4-ECB8-4D48-B81D-080C0717DED3}" type="presOf" srcId="{F9DBB1AE-9302-4C52-8C7B-90DE9456262F}" destId="{86F9C65D-6B3A-40D3-8D1C-5E1870F9CE94}" srcOrd="0" destOrd="0" presId="urn:microsoft.com/office/officeart/2005/8/layout/vList2"/>
    <dgm:cxn modelId="{9A6FA5F9-1F74-468A-8238-1ED18F8B1D67}" srcId="{28820398-BE16-4596-808A-7E763C1957AF}" destId="{02FE6920-62D3-43C5-B479-53328BAC6637}" srcOrd="3" destOrd="0" parTransId="{A199BF8E-53EB-4437-ACC9-433FA75E3558}" sibTransId="{8DC08953-23C8-4669-8332-558860539A85}"/>
    <dgm:cxn modelId="{F6FB53FA-D957-4CAB-B65B-584B40ED2D6C}" type="presOf" srcId="{28820398-BE16-4596-808A-7E763C1957AF}" destId="{530ABD42-BF8D-4284-8B66-C6EBC97E812F}" srcOrd="0" destOrd="0" presId="urn:microsoft.com/office/officeart/2005/8/layout/vList2"/>
    <dgm:cxn modelId="{E3BEEAF1-382F-495F-B01D-401ADE5516FE}" type="presParOf" srcId="{530ABD42-BF8D-4284-8B66-C6EBC97E812F}" destId="{0A998677-729D-44BE-A95D-73DBA3337C98}" srcOrd="0" destOrd="0" presId="urn:microsoft.com/office/officeart/2005/8/layout/vList2"/>
    <dgm:cxn modelId="{952AD7F4-5115-4B3A-A3B3-F8CBB1A3F56A}" type="presParOf" srcId="{530ABD42-BF8D-4284-8B66-C6EBC97E812F}" destId="{16B736E9-5241-45E2-801A-FD2352BC4188}" srcOrd="1" destOrd="0" presId="urn:microsoft.com/office/officeart/2005/8/layout/vList2"/>
    <dgm:cxn modelId="{0EC4BDFC-6E02-4979-8F3F-EC681477CE26}" type="presParOf" srcId="{530ABD42-BF8D-4284-8B66-C6EBC97E812F}" destId="{86F9C65D-6B3A-40D3-8D1C-5E1870F9CE94}" srcOrd="2" destOrd="0" presId="urn:microsoft.com/office/officeart/2005/8/layout/vList2"/>
    <dgm:cxn modelId="{5482CD7C-BD9D-417A-9C12-AD9CC6F89211}" type="presParOf" srcId="{530ABD42-BF8D-4284-8B66-C6EBC97E812F}" destId="{E2792198-1477-486B-88D6-D88981E387E0}" srcOrd="3" destOrd="0" presId="urn:microsoft.com/office/officeart/2005/8/layout/vList2"/>
    <dgm:cxn modelId="{E37AD1FB-8601-46DC-9792-80556B18FD50}" type="presParOf" srcId="{530ABD42-BF8D-4284-8B66-C6EBC97E812F}" destId="{665E47CA-6ACE-4599-AE68-496FCEBB7F11}" srcOrd="4" destOrd="0" presId="urn:microsoft.com/office/officeart/2005/8/layout/vList2"/>
    <dgm:cxn modelId="{DC13F2AF-7811-4341-AD60-1BF298B32317}" type="presParOf" srcId="{530ABD42-BF8D-4284-8B66-C6EBC97E812F}" destId="{F53401AB-EC01-48F6-93E1-31402DCEA208}" srcOrd="5" destOrd="0" presId="urn:microsoft.com/office/officeart/2005/8/layout/vList2"/>
    <dgm:cxn modelId="{59AA70EA-5F82-4D59-B669-BBC8C67EAE31}" type="presParOf" srcId="{530ABD42-BF8D-4284-8B66-C6EBC97E812F}" destId="{8634C496-2508-4D0C-A5EC-F8602C9ABAF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63805898-D728-42F5-8D2C-C3F2C2B63822}" type="doc">
      <dgm:prSet loTypeId="urn:microsoft.com/office/officeart/2005/8/layout/cycle4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5A9D493-AE9E-4B7E-A75F-83EC36D97044}">
      <dgm:prSet/>
      <dgm:spPr/>
      <dgm:t>
        <a:bodyPr/>
        <a:lstStyle/>
        <a:p>
          <a:r>
            <a:rPr lang="ru-RU" b="0" i="0" baseline="0"/>
            <a:t>1, 2, 4</a:t>
          </a:r>
          <a:endParaRPr lang="uk-UA"/>
        </a:p>
      </dgm:t>
    </dgm:pt>
    <dgm:pt modelId="{84DDB769-3D5F-4159-807F-D2A0DD7C1DD8}" type="parTrans" cxnId="{1259D8CF-5BB3-464C-B632-D55503E3B4B2}">
      <dgm:prSet/>
      <dgm:spPr/>
      <dgm:t>
        <a:bodyPr/>
        <a:lstStyle/>
        <a:p>
          <a:endParaRPr lang="uk-UA"/>
        </a:p>
      </dgm:t>
    </dgm:pt>
    <dgm:pt modelId="{E5F89041-2E15-4D40-B76E-0644C21B73ED}" type="sibTrans" cxnId="{1259D8CF-5BB3-464C-B632-D55503E3B4B2}">
      <dgm:prSet/>
      <dgm:spPr/>
      <dgm:t>
        <a:bodyPr/>
        <a:lstStyle/>
        <a:p>
          <a:endParaRPr lang="uk-UA"/>
        </a:p>
      </dgm:t>
    </dgm:pt>
    <dgm:pt modelId="{E93A4451-F9F2-426E-9FDE-84095E73E952}">
      <dgm:prSet/>
      <dgm:spPr/>
      <dgm:t>
        <a:bodyPr/>
        <a:lstStyle/>
        <a:p>
          <a:r>
            <a:rPr lang="ru-RU" b="0" i="0" baseline="0"/>
            <a:t>3, 5, 6</a:t>
          </a:r>
          <a:endParaRPr lang="uk-UA"/>
        </a:p>
      </dgm:t>
    </dgm:pt>
    <dgm:pt modelId="{85A3AC88-40A6-43DE-97D5-0A79D2888970}" type="parTrans" cxnId="{6994AB20-5839-430D-BED9-0C5D0EAC55AF}">
      <dgm:prSet/>
      <dgm:spPr/>
      <dgm:t>
        <a:bodyPr/>
        <a:lstStyle/>
        <a:p>
          <a:endParaRPr lang="uk-UA"/>
        </a:p>
      </dgm:t>
    </dgm:pt>
    <dgm:pt modelId="{DA92FDBD-50E0-4B88-90A6-E81469045D85}" type="sibTrans" cxnId="{6994AB20-5839-430D-BED9-0C5D0EAC55AF}">
      <dgm:prSet/>
      <dgm:spPr/>
      <dgm:t>
        <a:bodyPr/>
        <a:lstStyle/>
        <a:p>
          <a:endParaRPr lang="uk-UA"/>
        </a:p>
      </dgm:t>
    </dgm:pt>
    <dgm:pt modelId="{517AF0C7-C49D-4F78-80B8-28C18142EE84}">
      <dgm:prSet/>
      <dgm:spPr/>
      <dgm:t>
        <a:bodyPr/>
        <a:lstStyle/>
        <a:p>
          <a:r>
            <a:rPr lang="ru-RU" b="0" i="0" baseline="0"/>
            <a:t>1, 4, 5</a:t>
          </a:r>
          <a:endParaRPr lang="uk-UA"/>
        </a:p>
      </dgm:t>
    </dgm:pt>
    <dgm:pt modelId="{E26B5FEA-FF63-46A1-95EC-868699A45BB1}" type="parTrans" cxnId="{21B5B306-5187-49F2-9FF0-EE25850C7478}">
      <dgm:prSet/>
      <dgm:spPr/>
      <dgm:t>
        <a:bodyPr/>
        <a:lstStyle/>
        <a:p>
          <a:endParaRPr lang="uk-UA"/>
        </a:p>
      </dgm:t>
    </dgm:pt>
    <dgm:pt modelId="{21814838-82B6-452A-A03A-0339F918CFAA}" type="sibTrans" cxnId="{21B5B306-5187-49F2-9FF0-EE25850C7478}">
      <dgm:prSet/>
      <dgm:spPr/>
      <dgm:t>
        <a:bodyPr/>
        <a:lstStyle/>
        <a:p>
          <a:endParaRPr lang="uk-UA"/>
        </a:p>
      </dgm:t>
    </dgm:pt>
    <dgm:pt modelId="{64521C09-E420-4045-AA5E-12C93DD959E0}">
      <dgm:prSet/>
      <dgm:spPr/>
      <dgm:t>
        <a:bodyPr/>
        <a:lstStyle/>
        <a:p>
          <a:r>
            <a:rPr lang="ru-RU" b="0" i="0" baseline="0"/>
            <a:t>2, 3, 6</a:t>
          </a:r>
          <a:endParaRPr lang="uk-UA"/>
        </a:p>
      </dgm:t>
    </dgm:pt>
    <dgm:pt modelId="{B4D021DF-02B4-4F6F-AF71-F38CED628F0F}" type="parTrans" cxnId="{59A67B23-A5EF-4746-86E8-BB8DD31311E2}">
      <dgm:prSet/>
      <dgm:spPr/>
      <dgm:t>
        <a:bodyPr/>
        <a:lstStyle/>
        <a:p>
          <a:endParaRPr lang="uk-UA"/>
        </a:p>
      </dgm:t>
    </dgm:pt>
    <dgm:pt modelId="{A2DA7D4D-FFDA-4377-9922-94EEA21061A6}" type="sibTrans" cxnId="{59A67B23-A5EF-4746-86E8-BB8DD31311E2}">
      <dgm:prSet/>
      <dgm:spPr/>
      <dgm:t>
        <a:bodyPr/>
        <a:lstStyle/>
        <a:p>
          <a:endParaRPr lang="uk-UA"/>
        </a:p>
      </dgm:t>
    </dgm:pt>
    <dgm:pt modelId="{9D3AD779-EDB9-4506-9D4A-F55421B961F3}" type="pres">
      <dgm:prSet presAssocID="{63805898-D728-42F5-8D2C-C3F2C2B63822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8E239189-318C-4F92-AC97-148363943D1B}" type="pres">
      <dgm:prSet presAssocID="{63805898-D728-42F5-8D2C-C3F2C2B63822}" presName="children" presStyleCnt="0"/>
      <dgm:spPr/>
    </dgm:pt>
    <dgm:pt modelId="{EDDF498C-2B80-4FA0-BD79-B349B7063ABA}" type="pres">
      <dgm:prSet presAssocID="{63805898-D728-42F5-8D2C-C3F2C2B63822}" presName="childPlaceholder" presStyleCnt="0"/>
      <dgm:spPr/>
    </dgm:pt>
    <dgm:pt modelId="{9472995A-7E16-4483-8FD5-FB9F7DBBBA45}" type="pres">
      <dgm:prSet presAssocID="{63805898-D728-42F5-8D2C-C3F2C2B63822}" presName="circle" presStyleCnt="0"/>
      <dgm:spPr/>
    </dgm:pt>
    <dgm:pt modelId="{71ADC176-BCDE-4BCA-9B9E-FE39E3508D3F}" type="pres">
      <dgm:prSet presAssocID="{63805898-D728-42F5-8D2C-C3F2C2B63822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B9E162FD-03D7-4432-8CE7-F68E0AE32D64}" type="pres">
      <dgm:prSet presAssocID="{63805898-D728-42F5-8D2C-C3F2C2B63822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AF14DBCC-DA8A-4E95-AE04-C470A22DB8BA}" type="pres">
      <dgm:prSet presAssocID="{63805898-D728-42F5-8D2C-C3F2C2B63822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0A013283-7817-4C4A-BEF9-CFD21CCB5D80}" type="pres">
      <dgm:prSet presAssocID="{63805898-D728-42F5-8D2C-C3F2C2B63822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C7C342D7-EBD8-4B2A-A8B8-9A786375E0BE}" type="pres">
      <dgm:prSet presAssocID="{63805898-D728-42F5-8D2C-C3F2C2B63822}" presName="quadrantPlaceholder" presStyleCnt="0"/>
      <dgm:spPr/>
    </dgm:pt>
    <dgm:pt modelId="{550A978D-A312-4A09-BE69-3F989A795BE2}" type="pres">
      <dgm:prSet presAssocID="{63805898-D728-42F5-8D2C-C3F2C2B63822}" presName="center1" presStyleLbl="fgShp" presStyleIdx="0" presStyleCnt="2"/>
      <dgm:spPr/>
    </dgm:pt>
    <dgm:pt modelId="{21E3DA55-A106-4591-92C9-31B4A74F6D77}" type="pres">
      <dgm:prSet presAssocID="{63805898-D728-42F5-8D2C-C3F2C2B63822}" presName="center2" presStyleLbl="fgShp" presStyleIdx="1" presStyleCnt="2"/>
      <dgm:spPr/>
    </dgm:pt>
  </dgm:ptLst>
  <dgm:cxnLst>
    <dgm:cxn modelId="{21B5B306-5187-49F2-9FF0-EE25850C7478}" srcId="{63805898-D728-42F5-8D2C-C3F2C2B63822}" destId="{517AF0C7-C49D-4F78-80B8-28C18142EE84}" srcOrd="2" destOrd="0" parTransId="{E26B5FEA-FF63-46A1-95EC-868699A45BB1}" sibTransId="{21814838-82B6-452A-A03A-0339F918CFAA}"/>
    <dgm:cxn modelId="{8BA2B20C-A1C7-4D94-87D2-DB8F08E0890D}" type="presOf" srcId="{63805898-D728-42F5-8D2C-C3F2C2B63822}" destId="{9D3AD779-EDB9-4506-9D4A-F55421B961F3}" srcOrd="0" destOrd="0" presId="urn:microsoft.com/office/officeart/2005/8/layout/cycle4"/>
    <dgm:cxn modelId="{6994AB20-5839-430D-BED9-0C5D0EAC55AF}" srcId="{63805898-D728-42F5-8D2C-C3F2C2B63822}" destId="{E93A4451-F9F2-426E-9FDE-84095E73E952}" srcOrd="1" destOrd="0" parTransId="{85A3AC88-40A6-43DE-97D5-0A79D2888970}" sibTransId="{DA92FDBD-50E0-4B88-90A6-E81469045D85}"/>
    <dgm:cxn modelId="{59A67B23-A5EF-4746-86E8-BB8DD31311E2}" srcId="{63805898-D728-42F5-8D2C-C3F2C2B63822}" destId="{64521C09-E420-4045-AA5E-12C93DD959E0}" srcOrd="3" destOrd="0" parTransId="{B4D021DF-02B4-4F6F-AF71-F38CED628F0F}" sibTransId="{A2DA7D4D-FFDA-4377-9922-94EEA21061A6}"/>
    <dgm:cxn modelId="{E6DDB05B-1468-4A39-8BFE-FE83F1A4A456}" type="presOf" srcId="{64521C09-E420-4045-AA5E-12C93DD959E0}" destId="{0A013283-7817-4C4A-BEF9-CFD21CCB5D80}" srcOrd="0" destOrd="0" presId="urn:microsoft.com/office/officeart/2005/8/layout/cycle4"/>
    <dgm:cxn modelId="{9A8B63BF-4EA3-4736-8C33-599ABCE67084}" type="presOf" srcId="{517AF0C7-C49D-4F78-80B8-28C18142EE84}" destId="{AF14DBCC-DA8A-4E95-AE04-C470A22DB8BA}" srcOrd="0" destOrd="0" presId="urn:microsoft.com/office/officeart/2005/8/layout/cycle4"/>
    <dgm:cxn modelId="{7479DDCE-6F63-4453-9FF7-6A72AAA80B26}" type="presOf" srcId="{55A9D493-AE9E-4B7E-A75F-83EC36D97044}" destId="{71ADC176-BCDE-4BCA-9B9E-FE39E3508D3F}" srcOrd="0" destOrd="0" presId="urn:microsoft.com/office/officeart/2005/8/layout/cycle4"/>
    <dgm:cxn modelId="{1259D8CF-5BB3-464C-B632-D55503E3B4B2}" srcId="{63805898-D728-42F5-8D2C-C3F2C2B63822}" destId="{55A9D493-AE9E-4B7E-A75F-83EC36D97044}" srcOrd="0" destOrd="0" parTransId="{84DDB769-3D5F-4159-807F-D2A0DD7C1DD8}" sibTransId="{E5F89041-2E15-4D40-B76E-0644C21B73ED}"/>
    <dgm:cxn modelId="{0F3955D8-DA1F-4738-88A9-579F8AD860F9}" type="presOf" srcId="{E93A4451-F9F2-426E-9FDE-84095E73E952}" destId="{B9E162FD-03D7-4432-8CE7-F68E0AE32D64}" srcOrd="0" destOrd="0" presId="urn:microsoft.com/office/officeart/2005/8/layout/cycle4"/>
    <dgm:cxn modelId="{49058306-3B01-4680-9337-46AD8A1C6F5E}" type="presParOf" srcId="{9D3AD779-EDB9-4506-9D4A-F55421B961F3}" destId="{8E239189-318C-4F92-AC97-148363943D1B}" srcOrd="0" destOrd="0" presId="urn:microsoft.com/office/officeart/2005/8/layout/cycle4"/>
    <dgm:cxn modelId="{433DF33D-CC8D-4413-BBCB-ADC92B8C9ECA}" type="presParOf" srcId="{8E239189-318C-4F92-AC97-148363943D1B}" destId="{EDDF498C-2B80-4FA0-BD79-B349B7063ABA}" srcOrd="0" destOrd="0" presId="urn:microsoft.com/office/officeart/2005/8/layout/cycle4"/>
    <dgm:cxn modelId="{EC520768-2120-483D-91F7-E08FB6B74323}" type="presParOf" srcId="{9D3AD779-EDB9-4506-9D4A-F55421B961F3}" destId="{9472995A-7E16-4483-8FD5-FB9F7DBBBA45}" srcOrd="1" destOrd="0" presId="urn:microsoft.com/office/officeart/2005/8/layout/cycle4"/>
    <dgm:cxn modelId="{41F5E509-E179-4ED9-A20C-3F1BB2B347E7}" type="presParOf" srcId="{9472995A-7E16-4483-8FD5-FB9F7DBBBA45}" destId="{71ADC176-BCDE-4BCA-9B9E-FE39E3508D3F}" srcOrd="0" destOrd="0" presId="urn:microsoft.com/office/officeart/2005/8/layout/cycle4"/>
    <dgm:cxn modelId="{134522C4-1DCA-41FA-B77F-E5102FB29ED1}" type="presParOf" srcId="{9472995A-7E16-4483-8FD5-FB9F7DBBBA45}" destId="{B9E162FD-03D7-4432-8CE7-F68E0AE32D64}" srcOrd="1" destOrd="0" presId="urn:microsoft.com/office/officeart/2005/8/layout/cycle4"/>
    <dgm:cxn modelId="{A221097C-DD0D-48A3-936F-1824F17B3D96}" type="presParOf" srcId="{9472995A-7E16-4483-8FD5-FB9F7DBBBA45}" destId="{AF14DBCC-DA8A-4E95-AE04-C470A22DB8BA}" srcOrd="2" destOrd="0" presId="urn:microsoft.com/office/officeart/2005/8/layout/cycle4"/>
    <dgm:cxn modelId="{ABCF6951-6F33-434A-AF61-5DDF9E6B6199}" type="presParOf" srcId="{9472995A-7E16-4483-8FD5-FB9F7DBBBA45}" destId="{0A013283-7817-4C4A-BEF9-CFD21CCB5D80}" srcOrd="3" destOrd="0" presId="urn:microsoft.com/office/officeart/2005/8/layout/cycle4"/>
    <dgm:cxn modelId="{A4CF11CB-7287-481B-AFFD-B9B48F86F483}" type="presParOf" srcId="{9472995A-7E16-4483-8FD5-FB9F7DBBBA45}" destId="{C7C342D7-EBD8-4B2A-A8B8-9A786375E0BE}" srcOrd="4" destOrd="0" presId="urn:microsoft.com/office/officeart/2005/8/layout/cycle4"/>
    <dgm:cxn modelId="{39DD7C37-22C9-4D78-B72E-2A0069EFDA13}" type="presParOf" srcId="{9D3AD779-EDB9-4506-9D4A-F55421B961F3}" destId="{550A978D-A312-4A09-BE69-3F989A795BE2}" srcOrd="2" destOrd="0" presId="urn:microsoft.com/office/officeart/2005/8/layout/cycle4"/>
    <dgm:cxn modelId="{C7B1F2C2-50C8-4040-9140-2A054C9D71C9}" type="presParOf" srcId="{9D3AD779-EDB9-4506-9D4A-F55421B961F3}" destId="{21E3DA55-A106-4591-92C9-31B4A74F6D77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A2CD1503-A13D-471A-AC7D-174943249131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22F7BB2-0C9D-4D59-91F4-DA12E0C16367}">
      <dgm:prSet/>
      <dgm:spPr/>
      <dgm:t>
        <a:bodyPr/>
        <a:lstStyle/>
        <a:p>
          <a:r>
            <a:rPr lang="ru-RU" b="0" i="0" baseline="0"/>
            <a:t>Рада Міністрів</a:t>
          </a:r>
          <a:endParaRPr lang="uk-UA"/>
        </a:p>
      </dgm:t>
    </dgm:pt>
    <dgm:pt modelId="{F7B41BF5-D770-49C8-9124-7EE72C439C10}" type="parTrans" cxnId="{2972C7EC-E9F6-46EA-8CC0-37640C4C3902}">
      <dgm:prSet/>
      <dgm:spPr/>
      <dgm:t>
        <a:bodyPr/>
        <a:lstStyle/>
        <a:p>
          <a:endParaRPr lang="uk-UA"/>
        </a:p>
      </dgm:t>
    </dgm:pt>
    <dgm:pt modelId="{F17EFBAB-9D23-4500-8C02-08E7E1CF30A8}" type="sibTrans" cxnId="{2972C7EC-E9F6-46EA-8CC0-37640C4C3902}">
      <dgm:prSet/>
      <dgm:spPr/>
      <dgm:t>
        <a:bodyPr/>
        <a:lstStyle/>
        <a:p>
          <a:endParaRPr lang="uk-UA"/>
        </a:p>
      </dgm:t>
    </dgm:pt>
    <dgm:pt modelId="{1926BC0E-6C50-41F4-BC4A-5C522370E06C}">
      <dgm:prSet/>
      <dgm:spPr/>
      <dgm:t>
        <a:bodyPr/>
        <a:lstStyle/>
        <a:p>
          <a:r>
            <a:rPr lang="ru-RU" b="0" i="0" baseline="0"/>
            <a:t>Штаб Київського військового округу</a:t>
          </a:r>
          <a:endParaRPr lang="uk-UA"/>
        </a:p>
      </dgm:t>
    </dgm:pt>
    <dgm:pt modelId="{3CED98B1-98AF-45F7-8437-A5547A4A3DB4}" type="parTrans" cxnId="{B9969178-65AA-4101-86EA-1D882C0D56EF}">
      <dgm:prSet/>
      <dgm:spPr/>
      <dgm:t>
        <a:bodyPr/>
        <a:lstStyle/>
        <a:p>
          <a:endParaRPr lang="uk-UA"/>
        </a:p>
      </dgm:t>
    </dgm:pt>
    <dgm:pt modelId="{E68EC258-5E0A-45C1-B621-BF9C1B6BD35A}" type="sibTrans" cxnId="{B9969178-65AA-4101-86EA-1D882C0D56EF}">
      <dgm:prSet/>
      <dgm:spPr/>
      <dgm:t>
        <a:bodyPr/>
        <a:lstStyle/>
        <a:p>
          <a:endParaRPr lang="uk-UA"/>
        </a:p>
      </dgm:t>
    </dgm:pt>
    <dgm:pt modelId="{150C067E-05DC-442B-B76C-BDF919E8B8C2}">
      <dgm:prSet/>
      <dgm:spPr/>
      <dgm:t>
        <a:bodyPr/>
        <a:lstStyle/>
        <a:p>
          <a:r>
            <a:rPr lang="ru-RU" b="0" i="0" baseline="0"/>
            <a:t>Генеральний Секретаріат</a:t>
          </a:r>
          <a:endParaRPr lang="uk-UA"/>
        </a:p>
      </dgm:t>
    </dgm:pt>
    <dgm:pt modelId="{81BE2DBC-ABD9-4CBD-B9D8-81BC741202B3}" type="parTrans" cxnId="{12CB6623-C12D-4F5D-988D-72C975131A37}">
      <dgm:prSet/>
      <dgm:spPr/>
      <dgm:t>
        <a:bodyPr/>
        <a:lstStyle/>
        <a:p>
          <a:endParaRPr lang="uk-UA"/>
        </a:p>
      </dgm:t>
    </dgm:pt>
    <dgm:pt modelId="{2603F45A-15E2-40D0-8DAF-BE95CD4908A7}" type="sibTrans" cxnId="{12CB6623-C12D-4F5D-988D-72C975131A37}">
      <dgm:prSet/>
      <dgm:spPr/>
      <dgm:t>
        <a:bodyPr/>
        <a:lstStyle/>
        <a:p>
          <a:endParaRPr lang="uk-UA"/>
        </a:p>
      </dgm:t>
    </dgm:pt>
    <dgm:pt modelId="{87A822D4-51CD-439F-8C55-A41D760A9CFF}">
      <dgm:prSet/>
      <dgm:spPr/>
      <dgm:t>
        <a:bodyPr/>
        <a:lstStyle/>
        <a:p>
          <a:r>
            <a:rPr lang="ru-RU" b="0" i="0" baseline="0"/>
            <a:t>Рада Народних Комісарів</a:t>
          </a:r>
          <a:endParaRPr lang="uk-UA"/>
        </a:p>
      </dgm:t>
    </dgm:pt>
    <dgm:pt modelId="{03DE7CC5-85D9-4EE6-BFEA-2A5C5C140FDA}" type="parTrans" cxnId="{2F1D6A0F-A651-477C-9F3F-51F5B8DD6684}">
      <dgm:prSet/>
      <dgm:spPr/>
      <dgm:t>
        <a:bodyPr/>
        <a:lstStyle/>
        <a:p>
          <a:endParaRPr lang="uk-UA"/>
        </a:p>
      </dgm:t>
    </dgm:pt>
    <dgm:pt modelId="{7CA90819-7329-4373-A372-43882FB6C98B}" type="sibTrans" cxnId="{2F1D6A0F-A651-477C-9F3F-51F5B8DD6684}">
      <dgm:prSet/>
      <dgm:spPr/>
      <dgm:t>
        <a:bodyPr/>
        <a:lstStyle/>
        <a:p>
          <a:endParaRPr lang="uk-UA"/>
        </a:p>
      </dgm:t>
    </dgm:pt>
    <dgm:pt modelId="{EFCC872A-838E-47DE-B689-62660C753928}" type="pres">
      <dgm:prSet presAssocID="{A2CD1503-A13D-471A-AC7D-174943249131}" presName="Name0" presStyleCnt="0">
        <dgm:presLayoutVars>
          <dgm:chMax val="7"/>
          <dgm:chPref val="7"/>
          <dgm:dir/>
        </dgm:presLayoutVars>
      </dgm:prSet>
      <dgm:spPr/>
    </dgm:pt>
    <dgm:pt modelId="{04CC5463-7CA6-4807-AD54-B9720EFAF3D8}" type="pres">
      <dgm:prSet presAssocID="{A2CD1503-A13D-471A-AC7D-174943249131}" presName="Name1" presStyleCnt="0"/>
      <dgm:spPr/>
    </dgm:pt>
    <dgm:pt modelId="{E6F88204-6ADA-419F-A73B-6FA4BD886BEB}" type="pres">
      <dgm:prSet presAssocID="{A2CD1503-A13D-471A-AC7D-174943249131}" presName="cycle" presStyleCnt="0"/>
      <dgm:spPr/>
    </dgm:pt>
    <dgm:pt modelId="{D8781806-AA67-4C30-91A1-6234896815CE}" type="pres">
      <dgm:prSet presAssocID="{A2CD1503-A13D-471A-AC7D-174943249131}" presName="srcNode" presStyleLbl="node1" presStyleIdx="0" presStyleCnt="4"/>
      <dgm:spPr/>
    </dgm:pt>
    <dgm:pt modelId="{A6771D36-C64C-4FD6-ADA3-7E4F8F0EEB1C}" type="pres">
      <dgm:prSet presAssocID="{A2CD1503-A13D-471A-AC7D-174943249131}" presName="conn" presStyleLbl="parChTrans1D2" presStyleIdx="0" presStyleCnt="1"/>
      <dgm:spPr/>
    </dgm:pt>
    <dgm:pt modelId="{69F1B46D-598E-4529-B517-7D5A3BCF065C}" type="pres">
      <dgm:prSet presAssocID="{A2CD1503-A13D-471A-AC7D-174943249131}" presName="extraNode" presStyleLbl="node1" presStyleIdx="0" presStyleCnt="4"/>
      <dgm:spPr/>
    </dgm:pt>
    <dgm:pt modelId="{3767761B-4C91-4FAC-B073-5CD140B0F94C}" type="pres">
      <dgm:prSet presAssocID="{A2CD1503-A13D-471A-AC7D-174943249131}" presName="dstNode" presStyleLbl="node1" presStyleIdx="0" presStyleCnt="4"/>
      <dgm:spPr/>
    </dgm:pt>
    <dgm:pt modelId="{C4E9E9C9-9F5B-4771-984F-935F9DB62E56}" type="pres">
      <dgm:prSet presAssocID="{422F7BB2-0C9D-4D59-91F4-DA12E0C16367}" presName="text_1" presStyleLbl="node1" presStyleIdx="0" presStyleCnt="4">
        <dgm:presLayoutVars>
          <dgm:bulletEnabled val="1"/>
        </dgm:presLayoutVars>
      </dgm:prSet>
      <dgm:spPr/>
    </dgm:pt>
    <dgm:pt modelId="{3E9B2948-5B91-410E-BEF3-6A302987F51C}" type="pres">
      <dgm:prSet presAssocID="{422F7BB2-0C9D-4D59-91F4-DA12E0C16367}" presName="accent_1" presStyleCnt="0"/>
      <dgm:spPr/>
    </dgm:pt>
    <dgm:pt modelId="{7B328A2D-00F6-469B-94D4-B53509DACA7B}" type="pres">
      <dgm:prSet presAssocID="{422F7BB2-0C9D-4D59-91F4-DA12E0C16367}" presName="accentRepeatNode" presStyleLbl="solidFgAcc1" presStyleIdx="0" presStyleCnt="4"/>
      <dgm:spPr/>
    </dgm:pt>
    <dgm:pt modelId="{FC653CBC-3FCF-4480-8697-B9E1768BCB80}" type="pres">
      <dgm:prSet presAssocID="{1926BC0E-6C50-41F4-BC4A-5C522370E06C}" presName="text_2" presStyleLbl="node1" presStyleIdx="1" presStyleCnt="4">
        <dgm:presLayoutVars>
          <dgm:bulletEnabled val="1"/>
        </dgm:presLayoutVars>
      </dgm:prSet>
      <dgm:spPr/>
    </dgm:pt>
    <dgm:pt modelId="{8E92608B-4DBC-43D7-8FBF-C7F3EA309965}" type="pres">
      <dgm:prSet presAssocID="{1926BC0E-6C50-41F4-BC4A-5C522370E06C}" presName="accent_2" presStyleCnt="0"/>
      <dgm:spPr/>
    </dgm:pt>
    <dgm:pt modelId="{8C055C01-ABCA-4D65-BEA7-96D8D56C17AC}" type="pres">
      <dgm:prSet presAssocID="{1926BC0E-6C50-41F4-BC4A-5C522370E06C}" presName="accentRepeatNode" presStyleLbl="solidFgAcc1" presStyleIdx="1" presStyleCnt="4"/>
      <dgm:spPr/>
    </dgm:pt>
    <dgm:pt modelId="{41D8DEC9-71E1-4CE5-B111-238376F91C97}" type="pres">
      <dgm:prSet presAssocID="{150C067E-05DC-442B-B76C-BDF919E8B8C2}" presName="text_3" presStyleLbl="node1" presStyleIdx="2" presStyleCnt="4">
        <dgm:presLayoutVars>
          <dgm:bulletEnabled val="1"/>
        </dgm:presLayoutVars>
      </dgm:prSet>
      <dgm:spPr/>
    </dgm:pt>
    <dgm:pt modelId="{ACAF6AD1-1BCD-4A50-9455-BDDB593FE75C}" type="pres">
      <dgm:prSet presAssocID="{150C067E-05DC-442B-B76C-BDF919E8B8C2}" presName="accent_3" presStyleCnt="0"/>
      <dgm:spPr/>
    </dgm:pt>
    <dgm:pt modelId="{42F71E7F-8BEB-426C-A651-93643312F558}" type="pres">
      <dgm:prSet presAssocID="{150C067E-05DC-442B-B76C-BDF919E8B8C2}" presName="accentRepeatNode" presStyleLbl="solidFgAcc1" presStyleIdx="2" presStyleCnt="4"/>
      <dgm:spPr/>
    </dgm:pt>
    <dgm:pt modelId="{D08EC202-EDE9-47C6-827A-7EBA4E77689D}" type="pres">
      <dgm:prSet presAssocID="{87A822D4-51CD-439F-8C55-A41D760A9CFF}" presName="text_4" presStyleLbl="node1" presStyleIdx="3" presStyleCnt="4">
        <dgm:presLayoutVars>
          <dgm:bulletEnabled val="1"/>
        </dgm:presLayoutVars>
      </dgm:prSet>
      <dgm:spPr/>
    </dgm:pt>
    <dgm:pt modelId="{88A65ED2-ACB9-4774-B52D-A55B4EA462C9}" type="pres">
      <dgm:prSet presAssocID="{87A822D4-51CD-439F-8C55-A41D760A9CFF}" presName="accent_4" presStyleCnt="0"/>
      <dgm:spPr/>
    </dgm:pt>
    <dgm:pt modelId="{86B99E6E-1C83-4340-B899-20A6E5B2F0DE}" type="pres">
      <dgm:prSet presAssocID="{87A822D4-51CD-439F-8C55-A41D760A9CFF}" presName="accentRepeatNode" presStyleLbl="solidFgAcc1" presStyleIdx="3" presStyleCnt="4"/>
      <dgm:spPr/>
    </dgm:pt>
  </dgm:ptLst>
  <dgm:cxnLst>
    <dgm:cxn modelId="{2F1D6A0F-A651-477C-9F3F-51F5B8DD6684}" srcId="{A2CD1503-A13D-471A-AC7D-174943249131}" destId="{87A822D4-51CD-439F-8C55-A41D760A9CFF}" srcOrd="3" destOrd="0" parTransId="{03DE7CC5-85D9-4EE6-BFEA-2A5C5C140FDA}" sibTransId="{7CA90819-7329-4373-A372-43882FB6C98B}"/>
    <dgm:cxn modelId="{12CB6623-C12D-4F5D-988D-72C975131A37}" srcId="{A2CD1503-A13D-471A-AC7D-174943249131}" destId="{150C067E-05DC-442B-B76C-BDF919E8B8C2}" srcOrd="2" destOrd="0" parTransId="{81BE2DBC-ABD9-4CBD-B9D8-81BC741202B3}" sibTransId="{2603F45A-15E2-40D0-8DAF-BE95CD4908A7}"/>
    <dgm:cxn modelId="{D8EEB368-408F-4346-AB51-7741ACFECFB5}" type="presOf" srcId="{87A822D4-51CD-439F-8C55-A41D760A9CFF}" destId="{D08EC202-EDE9-47C6-827A-7EBA4E77689D}" srcOrd="0" destOrd="0" presId="urn:microsoft.com/office/officeart/2008/layout/VerticalCurvedList"/>
    <dgm:cxn modelId="{B9969178-65AA-4101-86EA-1D882C0D56EF}" srcId="{A2CD1503-A13D-471A-AC7D-174943249131}" destId="{1926BC0E-6C50-41F4-BC4A-5C522370E06C}" srcOrd="1" destOrd="0" parTransId="{3CED98B1-98AF-45F7-8437-A5547A4A3DB4}" sibTransId="{E68EC258-5E0A-45C1-B621-BF9C1B6BD35A}"/>
    <dgm:cxn modelId="{F8301A9C-259B-4887-BD2E-FB330C4D2DB0}" type="presOf" srcId="{150C067E-05DC-442B-B76C-BDF919E8B8C2}" destId="{41D8DEC9-71E1-4CE5-B111-238376F91C97}" srcOrd="0" destOrd="0" presId="urn:microsoft.com/office/officeart/2008/layout/VerticalCurvedList"/>
    <dgm:cxn modelId="{846772B1-F8A9-43E6-97D0-57E82A62188C}" type="presOf" srcId="{F17EFBAB-9D23-4500-8C02-08E7E1CF30A8}" destId="{A6771D36-C64C-4FD6-ADA3-7E4F8F0EEB1C}" srcOrd="0" destOrd="0" presId="urn:microsoft.com/office/officeart/2008/layout/VerticalCurvedList"/>
    <dgm:cxn modelId="{2A8E83C0-4CC1-4EF6-8FAF-E7DD86EF394E}" type="presOf" srcId="{1926BC0E-6C50-41F4-BC4A-5C522370E06C}" destId="{FC653CBC-3FCF-4480-8697-B9E1768BCB80}" srcOrd="0" destOrd="0" presId="urn:microsoft.com/office/officeart/2008/layout/VerticalCurvedList"/>
    <dgm:cxn modelId="{95E572C7-ADB9-4C1F-A707-3D1266FB7CD1}" type="presOf" srcId="{422F7BB2-0C9D-4D59-91F4-DA12E0C16367}" destId="{C4E9E9C9-9F5B-4771-984F-935F9DB62E56}" srcOrd="0" destOrd="0" presId="urn:microsoft.com/office/officeart/2008/layout/VerticalCurvedList"/>
    <dgm:cxn modelId="{2972C7EC-E9F6-46EA-8CC0-37640C4C3902}" srcId="{A2CD1503-A13D-471A-AC7D-174943249131}" destId="{422F7BB2-0C9D-4D59-91F4-DA12E0C16367}" srcOrd="0" destOrd="0" parTransId="{F7B41BF5-D770-49C8-9124-7EE72C439C10}" sibTransId="{F17EFBAB-9D23-4500-8C02-08E7E1CF30A8}"/>
    <dgm:cxn modelId="{0F7195F1-5489-4F87-B46B-5425DFE97670}" type="presOf" srcId="{A2CD1503-A13D-471A-AC7D-174943249131}" destId="{EFCC872A-838E-47DE-B689-62660C753928}" srcOrd="0" destOrd="0" presId="urn:microsoft.com/office/officeart/2008/layout/VerticalCurvedList"/>
    <dgm:cxn modelId="{119A7B8E-3B60-4CF1-9513-438CAC9FC3E4}" type="presParOf" srcId="{EFCC872A-838E-47DE-B689-62660C753928}" destId="{04CC5463-7CA6-4807-AD54-B9720EFAF3D8}" srcOrd="0" destOrd="0" presId="urn:microsoft.com/office/officeart/2008/layout/VerticalCurvedList"/>
    <dgm:cxn modelId="{DC3E3C9A-CB3C-4DB5-81E9-E4184ADA460B}" type="presParOf" srcId="{04CC5463-7CA6-4807-AD54-B9720EFAF3D8}" destId="{E6F88204-6ADA-419F-A73B-6FA4BD886BEB}" srcOrd="0" destOrd="0" presId="urn:microsoft.com/office/officeart/2008/layout/VerticalCurvedList"/>
    <dgm:cxn modelId="{9C308C97-04D1-4474-A629-42FBE7AA8D45}" type="presParOf" srcId="{E6F88204-6ADA-419F-A73B-6FA4BD886BEB}" destId="{D8781806-AA67-4C30-91A1-6234896815CE}" srcOrd="0" destOrd="0" presId="urn:microsoft.com/office/officeart/2008/layout/VerticalCurvedList"/>
    <dgm:cxn modelId="{349198B1-C01C-4F05-9478-3538C5E3AC86}" type="presParOf" srcId="{E6F88204-6ADA-419F-A73B-6FA4BD886BEB}" destId="{A6771D36-C64C-4FD6-ADA3-7E4F8F0EEB1C}" srcOrd="1" destOrd="0" presId="urn:microsoft.com/office/officeart/2008/layout/VerticalCurvedList"/>
    <dgm:cxn modelId="{D6343457-863B-4F26-98AE-2238E144AE9B}" type="presParOf" srcId="{E6F88204-6ADA-419F-A73B-6FA4BD886BEB}" destId="{69F1B46D-598E-4529-B517-7D5A3BCF065C}" srcOrd="2" destOrd="0" presId="urn:microsoft.com/office/officeart/2008/layout/VerticalCurvedList"/>
    <dgm:cxn modelId="{72DE8F64-461C-4BF5-9DDB-1851EED878F3}" type="presParOf" srcId="{E6F88204-6ADA-419F-A73B-6FA4BD886BEB}" destId="{3767761B-4C91-4FAC-B073-5CD140B0F94C}" srcOrd="3" destOrd="0" presId="urn:microsoft.com/office/officeart/2008/layout/VerticalCurvedList"/>
    <dgm:cxn modelId="{29E060C1-B5A2-47F5-8AFA-9CB057695BB8}" type="presParOf" srcId="{04CC5463-7CA6-4807-AD54-B9720EFAF3D8}" destId="{C4E9E9C9-9F5B-4771-984F-935F9DB62E56}" srcOrd="1" destOrd="0" presId="urn:microsoft.com/office/officeart/2008/layout/VerticalCurvedList"/>
    <dgm:cxn modelId="{2FCBB397-B57C-4BF9-AB3C-EB37E395EBBB}" type="presParOf" srcId="{04CC5463-7CA6-4807-AD54-B9720EFAF3D8}" destId="{3E9B2948-5B91-410E-BEF3-6A302987F51C}" srcOrd="2" destOrd="0" presId="urn:microsoft.com/office/officeart/2008/layout/VerticalCurvedList"/>
    <dgm:cxn modelId="{6BC797BB-2332-464F-9B59-A39BF3896D1C}" type="presParOf" srcId="{3E9B2948-5B91-410E-BEF3-6A302987F51C}" destId="{7B328A2D-00F6-469B-94D4-B53509DACA7B}" srcOrd="0" destOrd="0" presId="urn:microsoft.com/office/officeart/2008/layout/VerticalCurvedList"/>
    <dgm:cxn modelId="{2C5CA59F-FF5B-4CC4-AE6A-406263079682}" type="presParOf" srcId="{04CC5463-7CA6-4807-AD54-B9720EFAF3D8}" destId="{FC653CBC-3FCF-4480-8697-B9E1768BCB80}" srcOrd="3" destOrd="0" presId="urn:microsoft.com/office/officeart/2008/layout/VerticalCurvedList"/>
    <dgm:cxn modelId="{66B1D768-B67F-4052-A10D-3D71944D4E6A}" type="presParOf" srcId="{04CC5463-7CA6-4807-AD54-B9720EFAF3D8}" destId="{8E92608B-4DBC-43D7-8FBF-C7F3EA309965}" srcOrd="4" destOrd="0" presId="urn:microsoft.com/office/officeart/2008/layout/VerticalCurvedList"/>
    <dgm:cxn modelId="{DEA5B8AE-A747-4118-B7A9-3AADA585CC8C}" type="presParOf" srcId="{8E92608B-4DBC-43D7-8FBF-C7F3EA309965}" destId="{8C055C01-ABCA-4D65-BEA7-96D8D56C17AC}" srcOrd="0" destOrd="0" presId="urn:microsoft.com/office/officeart/2008/layout/VerticalCurvedList"/>
    <dgm:cxn modelId="{DACBCED9-3BB3-4CC7-9F45-A28447BF7162}" type="presParOf" srcId="{04CC5463-7CA6-4807-AD54-B9720EFAF3D8}" destId="{41D8DEC9-71E1-4CE5-B111-238376F91C97}" srcOrd="5" destOrd="0" presId="urn:microsoft.com/office/officeart/2008/layout/VerticalCurvedList"/>
    <dgm:cxn modelId="{FBD9150A-E09C-46C3-8355-B39C6D1DC331}" type="presParOf" srcId="{04CC5463-7CA6-4807-AD54-B9720EFAF3D8}" destId="{ACAF6AD1-1BCD-4A50-9455-BDDB593FE75C}" srcOrd="6" destOrd="0" presId="urn:microsoft.com/office/officeart/2008/layout/VerticalCurvedList"/>
    <dgm:cxn modelId="{8882581B-5002-4B0C-9E3D-B45220A36711}" type="presParOf" srcId="{ACAF6AD1-1BCD-4A50-9455-BDDB593FE75C}" destId="{42F71E7F-8BEB-426C-A651-93643312F558}" srcOrd="0" destOrd="0" presId="urn:microsoft.com/office/officeart/2008/layout/VerticalCurvedList"/>
    <dgm:cxn modelId="{38BFFEC6-FF47-4F06-BC7B-5A66A408A9E2}" type="presParOf" srcId="{04CC5463-7CA6-4807-AD54-B9720EFAF3D8}" destId="{D08EC202-EDE9-47C6-827A-7EBA4E77689D}" srcOrd="7" destOrd="0" presId="urn:microsoft.com/office/officeart/2008/layout/VerticalCurvedList"/>
    <dgm:cxn modelId="{97EA80C1-31FF-45F4-A363-36AC8799F680}" type="presParOf" srcId="{04CC5463-7CA6-4807-AD54-B9720EFAF3D8}" destId="{88A65ED2-ACB9-4774-B52D-A55B4EA462C9}" srcOrd="8" destOrd="0" presId="urn:microsoft.com/office/officeart/2008/layout/VerticalCurvedList"/>
    <dgm:cxn modelId="{4CAB65E5-F932-4E05-A50A-28F2E515C71F}" type="presParOf" srcId="{88A65ED2-ACB9-4774-B52D-A55B4EA462C9}" destId="{86B99E6E-1C83-4340-B899-20A6E5B2F0DE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DF1B2E6E-9728-4693-A37E-0C72379B991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94316C7-706F-49EE-AA7A-175E2EC7FFAD}">
      <dgm:prSet/>
      <dgm:spPr/>
      <dgm:t>
        <a:bodyPr/>
        <a:lstStyle/>
        <a:p>
          <a:r>
            <a:rPr lang="uk-UA" b="0" i="0" baseline="0"/>
            <a:t>Грамоти до всього українського народу гетьмана П. Скоропадського.</a:t>
          </a:r>
          <a:endParaRPr lang="uk-UA"/>
        </a:p>
      </dgm:t>
    </dgm:pt>
    <dgm:pt modelId="{CC0A1771-2D9F-4638-B70F-0FB8F3969FA5}" type="parTrans" cxnId="{EBC7082F-F09A-48FC-A65E-42D0CA31B325}">
      <dgm:prSet/>
      <dgm:spPr/>
      <dgm:t>
        <a:bodyPr/>
        <a:lstStyle/>
        <a:p>
          <a:endParaRPr lang="uk-UA"/>
        </a:p>
      </dgm:t>
    </dgm:pt>
    <dgm:pt modelId="{F78311E2-6A7D-48A7-82A6-0D64060D17B2}" type="sibTrans" cxnId="{EBC7082F-F09A-48FC-A65E-42D0CA31B325}">
      <dgm:prSet/>
      <dgm:spPr/>
      <dgm:t>
        <a:bodyPr/>
        <a:lstStyle/>
        <a:p>
          <a:endParaRPr lang="uk-UA"/>
        </a:p>
      </dgm:t>
    </dgm:pt>
    <dgm:pt modelId="{6F3FF97E-1D54-470C-9969-ED3647F93B89}">
      <dgm:prSet/>
      <dgm:spPr/>
      <dgm:t>
        <a:bodyPr/>
        <a:lstStyle/>
        <a:p>
          <a:r>
            <a:rPr lang="uk-UA" b="0" i="0" baseline="0"/>
            <a:t>Конституції Української Народної Республіки.</a:t>
          </a:r>
          <a:endParaRPr lang="uk-UA"/>
        </a:p>
      </dgm:t>
    </dgm:pt>
    <dgm:pt modelId="{9DD24015-A373-42AF-AFF1-CBB1410C0F2D}" type="parTrans" cxnId="{EAB39224-1C9D-42C8-B579-BCDD10A1F752}">
      <dgm:prSet/>
      <dgm:spPr/>
      <dgm:t>
        <a:bodyPr/>
        <a:lstStyle/>
        <a:p>
          <a:endParaRPr lang="uk-UA"/>
        </a:p>
      </dgm:t>
    </dgm:pt>
    <dgm:pt modelId="{2C715193-E7FB-4E25-8B0E-5E0BB7C59412}" type="sibTrans" cxnId="{EAB39224-1C9D-42C8-B579-BCDD10A1F752}">
      <dgm:prSet/>
      <dgm:spPr/>
      <dgm:t>
        <a:bodyPr/>
        <a:lstStyle/>
        <a:p>
          <a:endParaRPr lang="uk-UA"/>
        </a:p>
      </dgm:t>
    </dgm:pt>
    <dgm:pt modelId="{31C96E11-6167-4FA7-8D38-49025CB00EB0}">
      <dgm:prSet/>
      <dgm:spPr/>
      <dgm:t>
        <a:bodyPr/>
        <a:lstStyle/>
        <a:p>
          <a:r>
            <a:rPr lang="uk-UA" b="0" i="0" baseline="0"/>
            <a:t>Акта злуки між УНР й ЗУНР.</a:t>
          </a:r>
          <a:endParaRPr lang="uk-UA"/>
        </a:p>
      </dgm:t>
    </dgm:pt>
    <dgm:pt modelId="{E04C27C1-ACFE-4D1C-B947-0F9965B98DEF}" type="parTrans" cxnId="{4269E5E9-B36A-4CF2-9E32-3212C85161A8}">
      <dgm:prSet/>
      <dgm:spPr/>
      <dgm:t>
        <a:bodyPr/>
        <a:lstStyle/>
        <a:p>
          <a:endParaRPr lang="uk-UA"/>
        </a:p>
      </dgm:t>
    </dgm:pt>
    <dgm:pt modelId="{B9B781F5-C912-4B7F-A477-8DF6BE508EBE}" type="sibTrans" cxnId="{4269E5E9-B36A-4CF2-9E32-3212C85161A8}">
      <dgm:prSet/>
      <dgm:spPr/>
      <dgm:t>
        <a:bodyPr/>
        <a:lstStyle/>
        <a:p>
          <a:endParaRPr lang="uk-UA"/>
        </a:p>
      </dgm:t>
    </dgm:pt>
    <dgm:pt modelId="{0BDEDB04-74BB-4DC6-B8F1-0D215790495C}">
      <dgm:prSet/>
      <dgm:spPr/>
      <dgm:t>
        <a:bodyPr/>
        <a:lstStyle/>
        <a:p>
          <a:r>
            <a:rPr lang="uk-UA" b="0" i="0" baseline="0"/>
            <a:t>Третього Універсалу УЦР.</a:t>
          </a:r>
          <a:endParaRPr lang="uk-UA"/>
        </a:p>
      </dgm:t>
    </dgm:pt>
    <dgm:pt modelId="{E47708F2-9401-4197-BF8D-A675F5FB0F22}" type="parTrans" cxnId="{F04F1DC1-34B3-461D-BFDF-A0282BEF7F67}">
      <dgm:prSet/>
      <dgm:spPr/>
      <dgm:t>
        <a:bodyPr/>
        <a:lstStyle/>
        <a:p>
          <a:endParaRPr lang="uk-UA"/>
        </a:p>
      </dgm:t>
    </dgm:pt>
    <dgm:pt modelId="{9E11A2F1-E86E-4EE9-96D3-2408C16A99DD}" type="sibTrans" cxnId="{F04F1DC1-34B3-461D-BFDF-A0282BEF7F67}">
      <dgm:prSet/>
      <dgm:spPr/>
      <dgm:t>
        <a:bodyPr/>
        <a:lstStyle/>
        <a:p>
          <a:endParaRPr lang="uk-UA"/>
        </a:p>
      </dgm:t>
    </dgm:pt>
    <dgm:pt modelId="{5A9E046E-4988-4688-A29C-5D7863E09E69}" type="pres">
      <dgm:prSet presAssocID="{DF1B2E6E-9728-4693-A37E-0C72379B9919}" presName="linear" presStyleCnt="0">
        <dgm:presLayoutVars>
          <dgm:animLvl val="lvl"/>
          <dgm:resizeHandles val="exact"/>
        </dgm:presLayoutVars>
      </dgm:prSet>
      <dgm:spPr/>
    </dgm:pt>
    <dgm:pt modelId="{6426B238-6D98-459C-9B09-CC0FA9436086}" type="pres">
      <dgm:prSet presAssocID="{E94316C7-706F-49EE-AA7A-175E2EC7FFA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2C619C9-5A80-43CE-BB1F-59B018BCBF2D}" type="pres">
      <dgm:prSet presAssocID="{F78311E2-6A7D-48A7-82A6-0D64060D17B2}" presName="spacer" presStyleCnt="0"/>
      <dgm:spPr/>
    </dgm:pt>
    <dgm:pt modelId="{F18D1DCB-D792-4A73-9482-FECD60B32FE0}" type="pres">
      <dgm:prSet presAssocID="{6F3FF97E-1D54-470C-9969-ED3647F93B8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9C530F6-4C01-4A55-92D5-C5A6E2F0DD9D}" type="pres">
      <dgm:prSet presAssocID="{2C715193-E7FB-4E25-8B0E-5E0BB7C59412}" presName="spacer" presStyleCnt="0"/>
      <dgm:spPr/>
    </dgm:pt>
    <dgm:pt modelId="{524A6486-9974-4A94-B681-FC1C654F56EA}" type="pres">
      <dgm:prSet presAssocID="{31C96E11-6167-4FA7-8D38-49025CB00EB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EC06D2F-B104-4585-B759-70DD17AA2433}" type="pres">
      <dgm:prSet presAssocID="{B9B781F5-C912-4B7F-A477-8DF6BE508EBE}" presName="spacer" presStyleCnt="0"/>
      <dgm:spPr/>
    </dgm:pt>
    <dgm:pt modelId="{150F8D47-771A-4705-9544-8779E8A24246}" type="pres">
      <dgm:prSet presAssocID="{0BDEDB04-74BB-4DC6-B8F1-0D215790495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3A05221-079C-4156-82CC-52E0391D4C07}" type="presOf" srcId="{E94316C7-706F-49EE-AA7A-175E2EC7FFAD}" destId="{6426B238-6D98-459C-9B09-CC0FA9436086}" srcOrd="0" destOrd="0" presId="urn:microsoft.com/office/officeart/2005/8/layout/vList2"/>
    <dgm:cxn modelId="{EAB39224-1C9D-42C8-B579-BCDD10A1F752}" srcId="{DF1B2E6E-9728-4693-A37E-0C72379B9919}" destId="{6F3FF97E-1D54-470C-9969-ED3647F93B89}" srcOrd="1" destOrd="0" parTransId="{9DD24015-A373-42AF-AFF1-CBB1410C0F2D}" sibTransId="{2C715193-E7FB-4E25-8B0E-5E0BB7C59412}"/>
    <dgm:cxn modelId="{EBC7082F-F09A-48FC-A65E-42D0CA31B325}" srcId="{DF1B2E6E-9728-4693-A37E-0C72379B9919}" destId="{E94316C7-706F-49EE-AA7A-175E2EC7FFAD}" srcOrd="0" destOrd="0" parTransId="{CC0A1771-2D9F-4638-B70F-0FB8F3969FA5}" sibTransId="{F78311E2-6A7D-48A7-82A6-0D64060D17B2}"/>
    <dgm:cxn modelId="{8DA32D71-2A5C-42A4-B77D-7485EA13DE34}" type="presOf" srcId="{0BDEDB04-74BB-4DC6-B8F1-0D215790495C}" destId="{150F8D47-771A-4705-9544-8779E8A24246}" srcOrd="0" destOrd="0" presId="urn:microsoft.com/office/officeart/2005/8/layout/vList2"/>
    <dgm:cxn modelId="{B0FBAA74-9E73-4D2F-A4A1-01761CD5655E}" type="presOf" srcId="{DF1B2E6E-9728-4693-A37E-0C72379B9919}" destId="{5A9E046E-4988-4688-A29C-5D7863E09E69}" srcOrd="0" destOrd="0" presId="urn:microsoft.com/office/officeart/2005/8/layout/vList2"/>
    <dgm:cxn modelId="{74523488-4BFB-4FC7-B47F-DAC241EE049C}" type="presOf" srcId="{6F3FF97E-1D54-470C-9969-ED3647F93B89}" destId="{F18D1DCB-D792-4A73-9482-FECD60B32FE0}" srcOrd="0" destOrd="0" presId="urn:microsoft.com/office/officeart/2005/8/layout/vList2"/>
    <dgm:cxn modelId="{2045CF9F-901A-4378-8CBA-014088DA401B}" type="presOf" srcId="{31C96E11-6167-4FA7-8D38-49025CB00EB0}" destId="{524A6486-9974-4A94-B681-FC1C654F56EA}" srcOrd="0" destOrd="0" presId="urn:microsoft.com/office/officeart/2005/8/layout/vList2"/>
    <dgm:cxn modelId="{F04F1DC1-34B3-461D-BFDF-A0282BEF7F67}" srcId="{DF1B2E6E-9728-4693-A37E-0C72379B9919}" destId="{0BDEDB04-74BB-4DC6-B8F1-0D215790495C}" srcOrd="3" destOrd="0" parTransId="{E47708F2-9401-4197-BF8D-A675F5FB0F22}" sibTransId="{9E11A2F1-E86E-4EE9-96D3-2408C16A99DD}"/>
    <dgm:cxn modelId="{4269E5E9-B36A-4CF2-9E32-3212C85161A8}" srcId="{DF1B2E6E-9728-4693-A37E-0C72379B9919}" destId="{31C96E11-6167-4FA7-8D38-49025CB00EB0}" srcOrd="2" destOrd="0" parTransId="{E04C27C1-ACFE-4D1C-B947-0F9965B98DEF}" sibTransId="{B9B781F5-C912-4B7F-A477-8DF6BE508EBE}"/>
    <dgm:cxn modelId="{59E01820-A279-4D66-A866-F47051F113F0}" type="presParOf" srcId="{5A9E046E-4988-4688-A29C-5D7863E09E69}" destId="{6426B238-6D98-459C-9B09-CC0FA9436086}" srcOrd="0" destOrd="0" presId="urn:microsoft.com/office/officeart/2005/8/layout/vList2"/>
    <dgm:cxn modelId="{A58EF045-D5F0-4CC9-A993-51CE09DE2A81}" type="presParOf" srcId="{5A9E046E-4988-4688-A29C-5D7863E09E69}" destId="{32C619C9-5A80-43CE-BB1F-59B018BCBF2D}" srcOrd="1" destOrd="0" presId="urn:microsoft.com/office/officeart/2005/8/layout/vList2"/>
    <dgm:cxn modelId="{0E3734E3-5983-444E-8B8A-16E769431CD6}" type="presParOf" srcId="{5A9E046E-4988-4688-A29C-5D7863E09E69}" destId="{F18D1DCB-D792-4A73-9482-FECD60B32FE0}" srcOrd="2" destOrd="0" presId="urn:microsoft.com/office/officeart/2005/8/layout/vList2"/>
    <dgm:cxn modelId="{130C2C8A-283F-4371-A938-8C23B28BE6B0}" type="presParOf" srcId="{5A9E046E-4988-4688-A29C-5D7863E09E69}" destId="{39C530F6-4C01-4A55-92D5-C5A6E2F0DD9D}" srcOrd="3" destOrd="0" presId="urn:microsoft.com/office/officeart/2005/8/layout/vList2"/>
    <dgm:cxn modelId="{06DDDF98-5B4A-46BF-8863-D50D76FBD50E}" type="presParOf" srcId="{5A9E046E-4988-4688-A29C-5D7863E09E69}" destId="{524A6486-9974-4A94-B681-FC1C654F56EA}" srcOrd="4" destOrd="0" presId="urn:microsoft.com/office/officeart/2005/8/layout/vList2"/>
    <dgm:cxn modelId="{64D93331-C564-4D99-A2BB-7EC34B4EAAB7}" type="presParOf" srcId="{5A9E046E-4988-4688-A29C-5D7863E09E69}" destId="{3EC06D2F-B104-4585-B759-70DD17AA2433}" srcOrd="5" destOrd="0" presId="urn:microsoft.com/office/officeart/2005/8/layout/vList2"/>
    <dgm:cxn modelId="{FC3C8289-37F5-4E99-9CE7-12F48A19E095}" type="presParOf" srcId="{5A9E046E-4988-4688-A29C-5D7863E09E69}" destId="{150F8D47-771A-4705-9544-8779E8A2424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FAA93635-F4B8-4C97-AD3C-CE0EFFEC0D49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E838B49-4091-4ECC-A83C-0B5B26E4B70F}">
      <dgm:prSet/>
      <dgm:spPr/>
      <dgm:t>
        <a:bodyPr/>
        <a:lstStyle/>
        <a:p>
          <a:r>
            <a:rPr lang="ru-RU" b="0" i="0" baseline="0"/>
            <a:t>1914 р.</a:t>
          </a:r>
          <a:endParaRPr lang="uk-UA"/>
        </a:p>
      </dgm:t>
    </dgm:pt>
    <dgm:pt modelId="{1D29CC0B-F36A-4141-844A-A530782D588A}" type="parTrans" cxnId="{3B392EF6-A29B-4ED4-8BC1-6210BA3CFE6D}">
      <dgm:prSet/>
      <dgm:spPr/>
      <dgm:t>
        <a:bodyPr/>
        <a:lstStyle/>
        <a:p>
          <a:endParaRPr lang="uk-UA"/>
        </a:p>
      </dgm:t>
    </dgm:pt>
    <dgm:pt modelId="{0B4640BD-9B57-4CF1-836A-DEC5662F3AE2}" type="sibTrans" cxnId="{3B392EF6-A29B-4ED4-8BC1-6210BA3CFE6D}">
      <dgm:prSet/>
      <dgm:spPr/>
      <dgm:t>
        <a:bodyPr/>
        <a:lstStyle/>
        <a:p>
          <a:endParaRPr lang="uk-UA"/>
        </a:p>
      </dgm:t>
    </dgm:pt>
    <dgm:pt modelId="{8596A4A5-B242-405F-A7FE-211AFD82DA7F}">
      <dgm:prSet/>
      <dgm:spPr/>
      <dgm:t>
        <a:bodyPr/>
        <a:lstStyle/>
        <a:p>
          <a:r>
            <a:rPr lang="ru-RU" b="0" i="0" baseline="0"/>
            <a:t>1917 р.</a:t>
          </a:r>
          <a:endParaRPr lang="uk-UA"/>
        </a:p>
      </dgm:t>
    </dgm:pt>
    <dgm:pt modelId="{CA1F8E2E-7015-48B0-B5FD-7223EE8A4826}" type="parTrans" cxnId="{E60FF7F8-7C4E-4A1C-ABC5-346C5C951C87}">
      <dgm:prSet/>
      <dgm:spPr/>
      <dgm:t>
        <a:bodyPr/>
        <a:lstStyle/>
        <a:p>
          <a:endParaRPr lang="uk-UA"/>
        </a:p>
      </dgm:t>
    </dgm:pt>
    <dgm:pt modelId="{C99E852D-F78A-4B4E-8FCA-D8ED49125189}" type="sibTrans" cxnId="{E60FF7F8-7C4E-4A1C-ABC5-346C5C951C87}">
      <dgm:prSet/>
      <dgm:spPr/>
      <dgm:t>
        <a:bodyPr/>
        <a:lstStyle/>
        <a:p>
          <a:endParaRPr lang="uk-UA"/>
        </a:p>
      </dgm:t>
    </dgm:pt>
    <dgm:pt modelId="{480E1A2A-6CE4-402F-832A-D131E2F208D2}">
      <dgm:prSet/>
      <dgm:spPr/>
      <dgm:t>
        <a:bodyPr/>
        <a:lstStyle/>
        <a:p>
          <a:r>
            <a:rPr lang="ru-RU" b="0" i="0" baseline="0"/>
            <a:t>1919 р.</a:t>
          </a:r>
          <a:endParaRPr lang="uk-UA"/>
        </a:p>
      </dgm:t>
    </dgm:pt>
    <dgm:pt modelId="{FC8AF178-E6E3-46CB-B21D-67C55C370E23}" type="parTrans" cxnId="{07B3C438-517C-4A78-B10E-3C9412D8C31A}">
      <dgm:prSet/>
      <dgm:spPr/>
      <dgm:t>
        <a:bodyPr/>
        <a:lstStyle/>
        <a:p>
          <a:endParaRPr lang="uk-UA"/>
        </a:p>
      </dgm:t>
    </dgm:pt>
    <dgm:pt modelId="{C5251BE4-8A58-4A6C-96CB-837911B33374}" type="sibTrans" cxnId="{07B3C438-517C-4A78-B10E-3C9412D8C31A}">
      <dgm:prSet/>
      <dgm:spPr/>
      <dgm:t>
        <a:bodyPr/>
        <a:lstStyle/>
        <a:p>
          <a:endParaRPr lang="uk-UA"/>
        </a:p>
      </dgm:t>
    </dgm:pt>
    <dgm:pt modelId="{529A9D1D-FB28-4B2D-93C4-1D1708FBF799}">
      <dgm:prSet/>
      <dgm:spPr/>
      <dgm:t>
        <a:bodyPr/>
        <a:lstStyle/>
        <a:p>
          <a:r>
            <a:rPr lang="ru-RU" b="0" i="0" baseline="0"/>
            <a:t>1921 р</a:t>
          </a:r>
          <a:endParaRPr lang="uk-UA"/>
        </a:p>
      </dgm:t>
    </dgm:pt>
    <dgm:pt modelId="{9230DC20-9E6B-4A60-B532-1E672B7B2D08}" type="parTrans" cxnId="{C959F9D3-E461-4808-9643-AC8B73AC5E87}">
      <dgm:prSet/>
      <dgm:spPr/>
      <dgm:t>
        <a:bodyPr/>
        <a:lstStyle/>
        <a:p>
          <a:endParaRPr lang="uk-UA"/>
        </a:p>
      </dgm:t>
    </dgm:pt>
    <dgm:pt modelId="{96770772-12A2-487C-9CE9-971056DF0FE3}" type="sibTrans" cxnId="{C959F9D3-E461-4808-9643-AC8B73AC5E87}">
      <dgm:prSet/>
      <dgm:spPr/>
      <dgm:t>
        <a:bodyPr/>
        <a:lstStyle/>
        <a:p>
          <a:endParaRPr lang="uk-UA"/>
        </a:p>
      </dgm:t>
    </dgm:pt>
    <dgm:pt modelId="{BFB4A9CD-5C2E-4E34-8218-E60130079F83}" type="pres">
      <dgm:prSet presAssocID="{FAA93635-F4B8-4C97-AD3C-CE0EFFEC0D49}" presName="matrix" presStyleCnt="0">
        <dgm:presLayoutVars>
          <dgm:chMax val="1"/>
          <dgm:dir/>
          <dgm:resizeHandles val="exact"/>
        </dgm:presLayoutVars>
      </dgm:prSet>
      <dgm:spPr/>
    </dgm:pt>
    <dgm:pt modelId="{F610FD5D-C7DF-4701-B434-3B261A443D80}" type="pres">
      <dgm:prSet presAssocID="{FAA93635-F4B8-4C97-AD3C-CE0EFFEC0D49}" presName="diamond" presStyleLbl="bgShp" presStyleIdx="0" presStyleCnt="1"/>
      <dgm:spPr/>
    </dgm:pt>
    <dgm:pt modelId="{D1FBEC62-27FD-42A0-9984-1902E80CF42E}" type="pres">
      <dgm:prSet presAssocID="{FAA93635-F4B8-4C97-AD3C-CE0EFFEC0D49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F8A0ADAD-B89D-4BF0-8B3C-AAF7D2DCE0B6}" type="pres">
      <dgm:prSet presAssocID="{FAA93635-F4B8-4C97-AD3C-CE0EFFEC0D49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3787B726-C642-43BA-8237-05E24449393D}" type="pres">
      <dgm:prSet presAssocID="{FAA93635-F4B8-4C97-AD3C-CE0EFFEC0D49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018FBA40-B1A2-4962-972E-6E971C4ADCFA}" type="pres">
      <dgm:prSet presAssocID="{FAA93635-F4B8-4C97-AD3C-CE0EFFEC0D49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E78F528-56B9-4D89-B9E8-CDA542274F62}" type="presOf" srcId="{8596A4A5-B242-405F-A7FE-211AFD82DA7F}" destId="{F8A0ADAD-B89D-4BF0-8B3C-AAF7D2DCE0B6}" srcOrd="0" destOrd="0" presId="urn:microsoft.com/office/officeart/2005/8/layout/matrix3"/>
    <dgm:cxn modelId="{07B3C438-517C-4A78-B10E-3C9412D8C31A}" srcId="{FAA93635-F4B8-4C97-AD3C-CE0EFFEC0D49}" destId="{480E1A2A-6CE4-402F-832A-D131E2F208D2}" srcOrd="2" destOrd="0" parTransId="{FC8AF178-E6E3-46CB-B21D-67C55C370E23}" sibTransId="{C5251BE4-8A58-4A6C-96CB-837911B33374}"/>
    <dgm:cxn modelId="{97AB8778-35CE-4C4F-B720-03AFB887A44A}" type="presOf" srcId="{8E838B49-4091-4ECC-A83C-0B5B26E4B70F}" destId="{D1FBEC62-27FD-42A0-9984-1902E80CF42E}" srcOrd="0" destOrd="0" presId="urn:microsoft.com/office/officeart/2005/8/layout/matrix3"/>
    <dgm:cxn modelId="{30C889BA-01F4-4A45-A8CF-2986C4B3CC71}" type="presOf" srcId="{480E1A2A-6CE4-402F-832A-D131E2F208D2}" destId="{3787B726-C642-43BA-8237-05E24449393D}" srcOrd="0" destOrd="0" presId="urn:microsoft.com/office/officeart/2005/8/layout/matrix3"/>
    <dgm:cxn modelId="{C959F9D3-E461-4808-9643-AC8B73AC5E87}" srcId="{FAA93635-F4B8-4C97-AD3C-CE0EFFEC0D49}" destId="{529A9D1D-FB28-4B2D-93C4-1D1708FBF799}" srcOrd="3" destOrd="0" parTransId="{9230DC20-9E6B-4A60-B532-1E672B7B2D08}" sibTransId="{96770772-12A2-487C-9CE9-971056DF0FE3}"/>
    <dgm:cxn modelId="{B3E5A8F3-892F-46B8-BDA1-6FF9006D1582}" type="presOf" srcId="{529A9D1D-FB28-4B2D-93C4-1D1708FBF799}" destId="{018FBA40-B1A2-4962-972E-6E971C4ADCFA}" srcOrd="0" destOrd="0" presId="urn:microsoft.com/office/officeart/2005/8/layout/matrix3"/>
    <dgm:cxn modelId="{3B392EF6-A29B-4ED4-8BC1-6210BA3CFE6D}" srcId="{FAA93635-F4B8-4C97-AD3C-CE0EFFEC0D49}" destId="{8E838B49-4091-4ECC-A83C-0B5B26E4B70F}" srcOrd="0" destOrd="0" parTransId="{1D29CC0B-F36A-4141-844A-A530782D588A}" sibTransId="{0B4640BD-9B57-4CF1-836A-DEC5662F3AE2}"/>
    <dgm:cxn modelId="{B993D5F6-943A-4EA7-A4B1-AC1E3444DB45}" type="presOf" srcId="{FAA93635-F4B8-4C97-AD3C-CE0EFFEC0D49}" destId="{BFB4A9CD-5C2E-4E34-8218-E60130079F83}" srcOrd="0" destOrd="0" presId="urn:microsoft.com/office/officeart/2005/8/layout/matrix3"/>
    <dgm:cxn modelId="{E60FF7F8-7C4E-4A1C-ABC5-346C5C951C87}" srcId="{FAA93635-F4B8-4C97-AD3C-CE0EFFEC0D49}" destId="{8596A4A5-B242-405F-A7FE-211AFD82DA7F}" srcOrd="1" destOrd="0" parTransId="{CA1F8E2E-7015-48B0-B5FD-7223EE8A4826}" sibTransId="{C99E852D-F78A-4B4E-8FCA-D8ED49125189}"/>
    <dgm:cxn modelId="{F1F24DC9-4C98-462D-B756-6A57EF7DABD0}" type="presParOf" srcId="{BFB4A9CD-5C2E-4E34-8218-E60130079F83}" destId="{F610FD5D-C7DF-4701-B434-3B261A443D80}" srcOrd="0" destOrd="0" presId="urn:microsoft.com/office/officeart/2005/8/layout/matrix3"/>
    <dgm:cxn modelId="{DBA98B15-E6DD-43A3-AE8A-F057DDA96ED2}" type="presParOf" srcId="{BFB4A9CD-5C2E-4E34-8218-E60130079F83}" destId="{D1FBEC62-27FD-42A0-9984-1902E80CF42E}" srcOrd="1" destOrd="0" presId="urn:microsoft.com/office/officeart/2005/8/layout/matrix3"/>
    <dgm:cxn modelId="{9F977763-A2BB-4116-895C-2D3FDAC03FBC}" type="presParOf" srcId="{BFB4A9CD-5C2E-4E34-8218-E60130079F83}" destId="{F8A0ADAD-B89D-4BF0-8B3C-AAF7D2DCE0B6}" srcOrd="2" destOrd="0" presId="urn:microsoft.com/office/officeart/2005/8/layout/matrix3"/>
    <dgm:cxn modelId="{5F427136-1FEF-43FB-9614-1D2525B8839B}" type="presParOf" srcId="{BFB4A9CD-5C2E-4E34-8218-E60130079F83}" destId="{3787B726-C642-43BA-8237-05E24449393D}" srcOrd="3" destOrd="0" presId="urn:microsoft.com/office/officeart/2005/8/layout/matrix3"/>
    <dgm:cxn modelId="{0E7D06CE-0880-479A-8E31-56DC0D15469A}" type="presParOf" srcId="{BFB4A9CD-5C2E-4E34-8218-E60130079F83}" destId="{018FBA40-B1A2-4962-972E-6E971C4ADCFA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30100013-0C5A-474C-B366-6B5314C2DC5A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15DC0BA-D134-4784-9D67-6DE5011D440C}">
      <dgm:prSet/>
      <dgm:spPr/>
      <dgm:t>
        <a:bodyPr/>
        <a:lstStyle/>
        <a:p>
          <a:r>
            <a:rPr lang="uk-UA" b="0" i="0" baseline="0"/>
            <a:t>Варшавського договору між Директорією УНР і Польською Республікою</a:t>
          </a:r>
          <a:endParaRPr lang="uk-UA"/>
        </a:p>
      </dgm:t>
    </dgm:pt>
    <dgm:pt modelId="{3B6C7F23-55FE-4CA2-B2DD-8D08FCE560BE}" type="parTrans" cxnId="{9C287FDE-3A0B-4179-8F6C-963281AD7398}">
      <dgm:prSet/>
      <dgm:spPr/>
      <dgm:t>
        <a:bodyPr/>
        <a:lstStyle/>
        <a:p>
          <a:endParaRPr lang="uk-UA"/>
        </a:p>
      </dgm:t>
    </dgm:pt>
    <dgm:pt modelId="{E5D55BCB-33C0-4E0B-B17B-5D80B2AB95C4}" type="sibTrans" cxnId="{9C287FDE-3A0B-4179-8F6C-963281AD7398}">
      <dgm:prSet/>
      <dgm:spPr/>
      <dgm:t>
        <a:bodyPr/>
        <a:lstStyle/>
        <a:p>
          <a:endParaRPr lang="uk-UA"/>
        </a:p>
      </dgm:t>
    </dgm:pt>
    <dgm:pt modelId="{C33F8C03-39A2-4D16-9435-DC9514F7777A}">
      <dgm:prSet/>
      <dgm:spPr/>
      <dgm:t>
        <a:bodyPr/>
        <a:lstStyle/>
        <a:p>
          <a:r>
            <a:rPr lang="uk-UA" b="0" i="0" baseline="0"/>
            <a:t>Ризького договору між Польщею та радянськими республіками</a:t>
          </a:r>
          <a:endParaRPr lang="uk-UA"/>
        </a:p>
      </dgm:t>
    </dgm:pt>
    <dgm:pt modelId="{E21FC01C-C911-4969-9705-3D82B02B808B}" type="parTrans" cxnId="{3666EB52-885F-42F5-811B-C7EB23004349}">
      <dgm:prSet/>
      <dgm:spPr/>
      <dgm:t>
        <a:bodyPr/>
        <a:lstStyle/>
        <a:p>
          <a:endParaRPr lang="uk-UA"/>
        </a:p>
      </dgm:t>
    </dgm:pt>
    <dgm:pt modelId="{7DA61334-AC3D-4121-AAF1-4330746F2867}" type="sibTrans" cxnId="{3666EB52-885F-42F5-811B-C7EB23004349}">
      <dgm:prSet/>
      <dgm:spPr/>
      <dgm:t>
        <a:bodyPr/>
        <a:lstStyle/>
        <a:p>
          <a:endParaRPr lang="uk-UA"/>
        </a:p>
      </dgm:t>
    </dgm:pt>
    <dgm:pt modelId="{459828D1-4EE9-4B0A-BD3B-A3D8A8F88801}">
      <dgm:prSet/>
      <dgm:spPr/>
      <dgm:t>
        <a:bodyPr/>
        <a:lstStyle/>
        <a:p>
          <a:r>
            <a:rPr lang="uk-UA" b="0" i="0" baseline="0"/>
            <a:t>Брест-Литовського договору між УНР, Німеччиною та її союзниками</a:t>
          </a:r>
          <a:endParaRPr lang="uk-UA"/>
        </a:p>
      </dgm:t>
    </dgm:pt>
    <dgm:pt modelId="{F46A0EE9-F6BE-4367-88D8-846A2179F2DB}" type="parTrans" cxnId="{1A43E655-C72A-49F4-A988-0AC519953E99}">
      <dgm:prSet/>
      <dgm:spPr/>
      <dgm:t>
        <a:bodyPr/>
        <a:lstStyle/>
        <a:p>
          <a:endParaRPr lang="uk-UA"/>
        </a:p>
      </dgm:t>
    </dgm:pt>
    <dgm:pt modelId="{7994AE2E-D687-4C16-BC6D-74F4F281B4DF}" type="sibTrans" cxnId="{1A43E655-C72A-49F4-A988-0AC519953E99}">
      <dgm:prSet/>
      <dgm:spPr/>
      <dgm:t>
        <a:bodyPr/>
        <a:lstStyle/>
        <a:p>
          <a:endParaRPr lang="uk-UA"/>
        </a:p>
      </dgm:t>
    </dgm:pt>
    <dgm:pt modelId="{DCA70208-3E54-4B4C-BF70-83F06164479D}">
      <dgm:prSet/>
      <dgm:spPr/>
      <dgm:t>
        <a:bodyPr/>
        <a:lstStyle/>
        <a:p>
          <a:r>
            <a:rPr lang="uk-UA" b="0" i="0" baseline="0"/>
            <a:t>Договору між Українською Державою та Всевеликим Військом Донським</a:t>
          </a:r>
          <a:endParaRPr lang="uk-UA"/>
        </a:p>
      </dgm:t>
    </dgm:pt>
    <dgm:pt modelId="{8A8F62EA-5827-4E85-82F2-9365A982CDA0}" type="parTrans" cxnId="{1E77D1FD-F53E-4298-A08A-2C9E8EAF07AE}">
      <dgm:prSet/>
      <dgm:spPr/>
      <dgm:t>
        <a:bodyPr/>
        <a:lstStyle/>
        <a:p>
          <a:endParaRPr lang="uk-UA"/>
        </a:p>
      </dgm:t>
    </dgm:pt>
    <dgm:pt modelId="{F6831864-9D0B-4356-A076-EA6A5E17770D}" type="sibTrans" cxnId="{1E77D1FD-F53E-4298-A08A-2C9E8EAF07AE}">
      <dgm:prSet/>
      <dgm:spPr/>
      <dgm:t>
        <a:bodyPr/>
        <a:lstStyle/>
        <a:p>
          <a:endParaRPr lang="uk-UA"/>
        </a:p>
      </dgm:t>
    </dgm:pt>
    <dgm:pt modelId="{9903F2F9-9F70-42A5-8ED9-BD02CC69FD77}" type="pres">
      <dgm:prSet presAssocID="{30100013-0C5A-474C-B366-6B5314C2DC5A}" presName="vert0" presStyleCnt="0">
        <dgm:presLayoutVars>
          <dgm:dir/>
          <dgm:animOne val="branch"/>
          <dgm:animLvl val="lvl"/>
        </dgm:presLayoutVars>
      </dgm:prSet>
      <dgm:spPr/>
    </dgm:pt>
    <dgm:pt modelId="{E6E2C246-9D1A-457B-ABDD-BF9594479334}" type="pres">
      <dgm:prSet presAssocID="{515DC0BA-D134-4784-9D67-6DE5011D440C}" presName="thickLine" presStyleLbl="alignNode1" presStyleIdx="0" presStyleCnt="4"/>
      <dgm:spPr/>
    </dgm:pt>
    <dgm:pt modelId="{9C433918-2D05-40BD-8C03-E44899EAEF0C}" type="pres">
      <dgm:prSet presAssocID="{515DC0BA-D134-4784-9D67-6DE5011D440C}" presName="horz1" presStyleCnt="0"/>
      <dgm:spPr/>
    </dgm:pt>
    <dgm:pt modelId="{AA749072-E624-47C6-8F94-9A88FBEB2698}" type="pres">
      <dgm:prSet presAssocID="{515DC0BA-D134-4784-9D67-6DE5011D440C}" presName="tx1" presStyleLbl="revTx" presStyleIdx="0" presStyleCnt="4"/>
      <dgm:spPr/>
    </dgm:pt>
    <dgm:pt modelId="{41DE655D-14E7-4A48-9036-528417E3D0F2}" type="pres">
      <dgm:prSet presAssocID="{515DC0BA-D134-4784-9D67-6DE5011D440C}" presName="vert1" presStyleCnt="0"/>
      <dgm:spPr/>
    </dgm:pt>
    <dgm:pt modelId="{B72885BB-7040-455C-86E2-C93D5E2C51FF}" type="pres">
      <dgm:prSet presAssocID="{C33F8C03-39A2-4D16-9435-DC9514F7777A}" presName="thickLine" presStyleLbl="alignNode1" presStyleIdx="1" presStyleCnt="4"/>
      <dgm:spPr/>
    </dgm:pt>
    <dgm:pt modelId="{AC31DF4A-4C6E-468A-83F7-164AD0DC4A46}" type="pres">
      <dgm:prSet presAssocID="{C33F8C03-39A2-4D16-9435-DC9514F7777A}" presName="horz1" presStyleCnt="0"/>
      <dgm:spPr/>
    </dgm:pt>
    <dgm:pt modelId="{3146C744-6633-4280-883B-06038B310500}" type="pres">
      <dgm:prSet presAssocID="{C33F8C03-39A2-4D16-9435-DC9514F7777A}" presName="tx1" presStyleLbl="revTx" presStyleIdx="1" presStyleCnt="4"/>
      <dgm:spPr/>
    </dgm:pt>
    <dgm:pt modelId="{6AF8160B-B465-410E-AB01-29AD4C5DAEAD}" type="pres">
      <dgm:prSet presAssocID="{C33F8C03-39A2-4D16-9435-DC9514F7777A}" presName="vert1" presStyleCnt="0"/>
      <dgm:spPr/>
    </dgm:pt>
    <dgm:pt modelId="{F12BE95A-948E-498C-9D86-D214F8BE422C}" type="pres">
      <dgm:prSet presAssocID="{459828D1-4EE9-4B0A-BD3B-A3D8A8F88801}" presName="thickLine" presStyleLbl="alignNode1" presStyleIdx="2" presStyleCnt="4"/>
      <dgm:spPr/>
    </dgm:pt>
    <dgm:pt modelId="{376CC3A8-B841-49E6-82A7-3E08B48E3A6C}" type="pres">
      <dgm:prSet presAssocID="{459828D1-4EE9-4B0A-BD3B-A3D8A8F88801}" presName="horz1" presStyleCnt="0"/>
      <dgm:spPr/>
    </dgm:pt>
    <dgm:pt modelId="{752C7552-17F8-4376-A5E3-F40DE517DFF7}" type="pres">
      <dgm:prSet presAssocID="{459828D1-4EE9-4B0A-BD3B-A3D8A8F88801}" presName="tx1" presStyleLbl="revTx" presStyleIdx="2" presStyleCnt="4"/>
      <dgm:spPr/>
    </dgm:pt>
    <dgm:pt modelId="{C91B2EA0-4955-4F2D-875C-8940543CAB02}" type="pres">
      <dgm:prSet presAssocID="{459828D1-4EE9-4B0A-BD3B-A3D8A8F88801}" presName="vert1" presStyleCnt="0"/>
      <dgm:spPr/>
    </dgm:pt>
    <dgm:pt modelId="{8A84427F-C739-41A9-BC1A-EA33E4140BF6}" type="pres">
      <dgm:prSet presAssocID="{DCA70208-3E54-4B4C-BF70-83F06164479D}" presName="thickLine" presStyleLbl="alignNode1" presStyleIdx="3" presStyleCnt="4"/>
      <dgm:spPr/>
    </dgm:pt>
    <dgm:pt modelId="{19A1DA87-1EBA-42F0-A5CD-EF0147632F8E}" type="pres">
      <dgm:prSet presAssocID="{DCA70208-3E54-4B4C-BF70-83F06164479D}" presName="horz1" presStyleCnt="0"/>
      <dgm:spPr/>
    </dgm:pt>
    <dgm:pt modelId="{FB47AF77-2EA3-46FA-81DC-C1504235952A}" type="pres">
      <dgm:prSet presAssocID="{DCA70208-3E54-4B4C-BF70-83F06164479D}" presName="tx1" presStyleLbl="revTx" presStyleIdx="3" presStyleCnt="4"/>
      <dgm:spPr/>
    </dgm:pt>
    <dgm:pt modelId="{0AF2B6C4-F694-4F33-8B0A-E8BDAC94DC1F}" type="pres">
      <dgm:prSet presAssocID="{DCA70208-3E54-4B4C-BF70-83F06164479D}" presName="vert1" presStyleCnt="0"/>
      <dgm:spPr/>
    </dgm:pt>
  </dgm:ptLst>
  <dgm:cxnLst>
    <dgm:cxn modelId="{36DED947-69AB-4762-9139-FDF7E35C81CA}" type="presOf" srcId="{30100013-0C5A-474C-B366-6B5314C2DC5A}" destId="{9903F2F9-9F70-42A5-8ED9-BD02CC69FD77}" srcOrd="0" destOrd="0" presId="urn:microsoft.com/office/officeart/2008/layout/LinedList"/>
    <dgm:cxn modelId="{CFA09E4B-DE34-4902-938D-15B5C56C7AB0}" type="presOf" srcId="{DCA70208-3E54-4B4C-BF70-83F06164479D}" destId="{FB47AF77-2EA3-46FA-81DC-C1504235952A}" srcOrd="0" destOrd="0" presId="urn:microsoft.com/office/officeart/2008/layout/LinedList"/>
    <dgm:cxn modelId="{3666EB52-885F-42F5-811B-C7EB23004349}" srcId="{30100013-0C5A-474C-B366-6B5314C2DC5A}" destId="{C33F8C03-39A2-4D16-9435-DC9514F7777A}" srcOrd="1" destOrd="0" parTransId="{E21FC01C-C911-4969-9705-3D82B02B808B}" sibTransId="{7DA61334-AC3D-4121-AAF1-4330746F2867}"/>
    <dgm:cxn modelId="{E921F952-168A-4EF9-BDEA-69A24ECFA282}" type="presOf" srcId="{C33F8C03-39A2-4D16-9435-DC9514F7777A}" destId="{3146C744-6633-4280-883B-06038B310500}" srcOrd="0" destOrd="0" presId="urn:microsoft.com/office/officeart/2008/layout/LinedList"/>
    <dgm:cxn modelId="{1A43E655-C72A-49F4-A988-0AC519953E99}" srcId="{30100013-0C5A-474C-B366-6B5314C2DC5A}" destId="{459828D1-4EE9-4B0A-BD3B-A3D8A8F88801}" srcOrd="2" destOrd="0" parTransId="{F46A0EE9-F6BE-4367-88D8-846A2179F2DB}" sibTransId="{7994AE2E-D687-4C16-BC6D-74F4F281B4DF}"/>
    <dgm:cxn modelId="{248B8299-C08B-45E2-87EB-D748F21A6A2F}" type="presOf" srcId="{459828D1-4EE9-4B0A-BD3B-A3D8A8F88801}" destId="{752C7552-17F8-4376-A5E3-F40DE517DFF7}" srcOrd="0" destOrd="0" presId="urn:microsoft.com/office/officeart/2008/layout/LinedList"/>
    <dgm:cxn modelId="{9C287FDE-3A0B-4179-8F6C-963281AD7398}" srcId="{30100013-0C5A-474C-B366-6B5314C2DC5A}" destId="{515DC0BA-D134-4784-9D67-6DE5011D440C}" srcOrd="0" destOrd="0" parTransId="{3B6C7F23-55FE-4CA2-B2DD-8D08FCE560BE}" sibTransId="{E5D55BCB-33C0-4E0B-B17B-5D80B2AB95C4}"/>
    <dgm:cxn modelId="{D942C2EA-71AB-4341-99F4-5C4F0C593468}" type="presOf" srcId="{515DC0BA-D134-4784-9D67-6DE5011D440C}" destId="{AA749072-E624-47C6-8F94-9A88FBEB2698}" srcOrd="0" destOrd="0" presId="urn:microsoft.com/office/officeart/2008/layout/LinedList"/>
    <dgm:cxn modelId="{1E77D1FD-F53E-4298-A08A-2C9E8EAF07AE}" srcId="{30100013-0C5A-474C-B366-6B5314C2DC5A}" destId="{DCA70208-3E54-4B4C-BF70-83F06164479D}" srcOrd="3" destOrd="0" parTransId="{8A8F62EA-5827-4E85-82F2-9365A982CDA0}" sibTransId="{F6831864-9D0B-4356-A076-EA6A5E17770D}"/>
    <dgm:cxn modelId="{5605DFD4-110E-4EB0-826C-56865C8648B8}" type="presParOf" srcId="{9903F2F9-9F70-42A5-8ED9-BD02CC69FD77}" destId="{E6E2C246-9D1A-457B-ABDD-BF9594479334}" srcOrd="0" destOrd="0" presId="urn:microsoft.com/office/officeart/2008/layout/LinedList"/>
    <dgm:cxn modelId="{A4013C36-0E42-435B-B43C-F8E994759070}" type="presParOf" srcId="{9903F2F9-9F70-42A5-8ED9-BD02CC69FD77}" destId="{9C433918-2D05-40BD-8C03-E44899EAEF0C}" srcOrd="1" destOrd="0" presId="urn:microsoft.com/office/officeart/2008/layout/LinedList"/>
    <dgm:cxn modelId="{28E635D3-111D-4A09-91EA-C56D5E50682E}" type="presParOf" srcId="{9C433918-2D05-40BD-8C03-E44899EAEF0C}" destId="{AA749072-E624-47C6-8F94-9A88FBEB2698}" srcOrd="0" destOrd="0" presId="urn:microsoft.com/office/officeart/2008/layout/LinedList"/>
    <dgm:cxn modelId="{71B9550B-6FE9-4846-A327-B6F3CDE835D6}" type="presParOf" srcId="{9C433918-2D05-40BD-8C03-E44899EAEF0C}" destId="{41DE655D-14E7-4A48-9036-528417E3D0F2}" srcOrd="1" destOrd="0" presId="urn:microsoft.com/office/officeart/2008/layout/LinedList"/>
    <dgm:cxn modelId="{D91B847C-03F2-4969-B226-49867CC7A7D9}" type="presParOf" srcId="{9903F2F9-9F70-42A5-8ED9-BD02CC69FD77}" destId="{B72885BB-7040-455C-86E2-C93D5E2C51FF}" srcOrd="2" destOrd="0" presId="urn:microsoft.com/office/officeart/2008/layout/LinedList"/>
    <dgm:cxn modelId="{0BA14FA9-1FF0-4054-ADEC-279D915AA460}" type="presParOf" srcId="{9903F2F9-9F70-42A5-8ED9-BD02CC69FD77}" destId="{AC31DF4A-4C6E-468A-83F7-164AD0DC4A46}" srcOrd="3" destOrd="0" presId="urn:microsoft.com/office/officeart/2008/layout/LinedList"/>
    <dgm:cxn modelId="{385C7048-18C4-49CB-86AB-7C1FAA5A7DA4}" type="presParOf" srcId="{AC31DF4A-4C6E-468A-83F7-164AD0DC4A46}" destId="{3146C744-6633-4280-883B-06038B310500}" srcOrd="0" destOrd="0" presId="urn:microsoft.com/office/officeart/2008/layout/LinedList"/>
    <dgm:cxn modelId="{5E5FDDA7-6FAA-41D4-9D4E-DB2FA640FD61}" type="presParOf" srcId="{AC31DF4A-4C6E-468A-83F7-164AD0DC4A46}" destId="{6AF8160B-B465-410E-AB01-29AD4C5DAEAD}" srcOrd="1" destOrd="0" presId="urn:microsoft.com/office/officeart/2008/layout/LinedList"/>
    <dgm:cxn modelId="{819C2BC3-767E-4B0F-A2DA-E95A064A16A2}" type="presParOf" srcId="{9903F2F9-9F70-42A5-8ED9-BD02CC69FD77}" destId="{F12BE95A-948E-498C-9D86-D214F8BE422C}" srcOrd="4" destOrd="0" presId="urn:microsoft.com/office/officeart/2008/layout/LinedList"/>
    <dgm:cxn modelId="{9093D6EC-BEF6-47E0-BE34-B35242541175}" type="presParOf" srcId="{9903F2F9-9F70-42A5-8ED9-BD02CC69FD77}" destId="{376CC3A8-B841-49E6-82A7-3E08B48E3A6C}" srcOrd="5" destOrd="0" presId="urn:microsoft.com/office/officeart/2008/layout/LinedList"/>
    <dgm:cxn modelId="{18B67927-577A-48F1-979D-6829238AB8F1}" type="presParOf" srcId="{376CC3A8-B841-49E6-82A7-3E08B48E3A6C}" destId="{752C7552-17F8-4376-A5E3-F40DE517DFF7}" srcOrd="0" destOrd="0" presId="urn:microsoft.com/office/officeart/2008/layout/LinedList"/>
    <dgm:cxn modelId="{B6489B20-442A-4FEF-B424-9B6159D71576}" type="presParOf" srcId="{376CC3A8-B841-49E6-82A7-3E08B48E3A6C}" destId="{C91B2EA0-4955-4F2D-875C-8940543CAB02}" srcOrd="1" destOrd="0" presId="urn:microsoft.com/office/officeart/2008/layout/LinedList"/>
    <dgm:cxn modelId="{8A48FFEA-88C9-430F-8E13-E618A0C9F9CF}" type="presParOf" srcId="{9903F2F9-9F70-42A5-8ED9-BD02CC69FD77}" destId="{8A84427F-C739-41A9-BC1A-EA33E4140BF6}" srcOrd="6" destOrd="0" presId="urn:microsoft.com/office/officeart/2008/layout/LinedList"/>
    <dgm:cxn modelId="{6DFABBA3-32A8-428E-8E6A-AEFCC5E5E554}" type="presParOf" srcId="{9903F2F9-9F70-42A5-8ED9-BD02CC69FD77}" destId="{19A1DA87-1EBA-42F0-A5CD-EF0147632F8E}" srcOrd="7" destOrd="0" presId="urn:microsoft.com/office/officeart/2008/layout/LinedList"/>
    <dgm:cxn modelId="{3B26EAE7-DBE1-4C19-8C34-024EA5CBEEC2}" type="presParOf" srcId="{19A1DA87-1EBA-42F0-A5CD-EF0147632F8E}" destId="{FB47AF77-2EA3-46FA-81DC-C1504235952A}" srcOrd="0" destOrd="0" presId="urn:microsoft.com/office/officeart/2008/layout/LinedList"/>
    <dgm:cxn modelId="{54EC75E7-921A-4463-89C5-94C17829D955}" type="presParOf" srcId="{19A1DA87-1EBA-42F0-A5CD-EF0147632F8E}" destId="{0AF2B6C4-F694-4F33-8B0A-E8BDAC94DC1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0F68CEF9-06E5-464C-99E9-1B282313674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FB4DF09-9060-45E6-9FC4-151248B0A53F}">
      <dgm:prSet/>
      <dgm:spPr/>
      <dgm:t>
        <a:bodyPr/>
        <a:lstStyle/>
        <a:p>
          <a:r>
            <a:rPr lang="ru-RU" b="0" i="0" baseline="0"/>
            <a:t>«Вся влада Радам!»</a:t>
          </a:r>
          <a:endParaRPr lang="uk-UA"/>
        </a:p>
      </dgm:t>
    </dgm:pt>
    <dgm:pt modelId="{0F786F3E-A05F-4FDC-AFE5-100814F2C693}" type="parTrans" cxnId="{B0AA9E93-B7CF-4F5D-8485-8B0CCC20E17C}">
      <dgm:prSet/>
      <dgm:spPr/>
      <dgm:t>
        <a:bodyPr/>
        <a:lstStyle/>
        <a:p>
          <a:endParaRPr lang="uk-UA"/>
        </a:p>
      </dgm:t>
    </dgm:pt>
    <dgm:pt modelId="{85B1C9EB-2FA4-4905-BEFF-0BD6CABC26F1}" type="sibTrans" cxnId="{B0AA9E93-B7CF-4F5D-8485-8B0CCC20E17C}">
      <dgm:prSet/>
      <dgm:spPr/>
      <dgm:t>
        <a:bodyPr/>
        <a:lstStyle/>
        <a:p>
          <a:endParaRPr lang="uk-UA"/>
        </a:p>
      </dgm:t>
    </dgm:pt>
    <dgm:pt modelId="{BF489BD8-B9DD-4745-9E06-06329BFE6BD7}">
      <dgm:prSet/>
      <dgm:spPr/>
      <dgm:t>
        <a:bodyPr/>
        <a:lstStyle/>
        <a:p>
          <a:r>
            <a:rPr lang="ru-RU" b="0" i="0" baseline="0"/>
            <a:t>«Автономію Україні!»</a:t>
          </a:r>
          <a:endParaRPr lang="uk-UA"/>
        </a:p>
      </dgm:t>
    </dgm:pt>
    <dgm:pt modelId="{22821E4E-E4AB-4FBD-B138-981526649E96}" type="parTrans" cxnId="{BFE532CA-3B5B-4ED2-A71C-BF2FA09A7CCF}">
      <dgm:prSet/>
      <dgm:spPr/>
      <dgm:t>
        <a:bodyPr/>
        <a:lstStyle/>
        <a:p>
          <a:endParaRPr lang="uk-UA"/>
        </a:p>
      </dgm:t>
    </dgm:pt>
    <dgm:pt modelId="{F1EF2181-A54D-4483-84ED-08B301B3C5FF}" type="sibTrans" cxnId="{BFE532CA-3B5B-4ED2-A71C-BF2FA09A7CCF}">
      <dgm:prSet/>
      <dgm:spPr/>
      <dgm:t>
        <a:bodyPr/>
        <a:lstStyle/>
        <a:p>
          <a:endParaRPr lang="uk-UA"/>
        </a:p>
      </dgm:t>
    </dgm:pt>
    <dgm:pt modelId="{259FA0C2-32D9-4A93-A033-4B81A566DD81}">
      <dgm:prSet/>
      <dgm:spPr/>
      <dgm:t>
        <a:bodyPr/>
        <a:lstStyle/>
        <a:p>
          <a:r>
            <a:rPr lang="ru-RU" b="0" i="0" baseline="0"/>
            <a:t>«Геть Тимчасовий уряд!»</a:t>
          </a:r>
          <a:endParaRPr lang="uk-UA"/>
        </a:p>
      </dgm:t>
    </dgm:pt>
    <dgm:pt modelId="{F91A1FFA-BFCF-4C52-B8EC-748C35D0BC4B}" type="parTrans" cxnId="{5BFFD58C-BA2A-4744-9058-585BE46B343C}">
      <dgm:prSet/>
      <dgm:spPr/>
      <dgm:t>
        <a:bodyPr/>
        <a:lstStyle/>
        <a:p>
          <a:endParaRPr lang="uk-UA"/>
        </a:p>
      </dgm:t>
    </dgm:pt>
    <dgm:pt modelId="{D64184FC-038A-4962-8059-2CBB7514F6BE}" type="sibTrans" cxnId="{5BFFD58C-BA2A-4744-9058-585BE46B343C}">
      <dgm:prSet/>
      <dgm:spPr/>
      <dgm:t>
        <a:bodyPr/>
        <a:lstStyle/>
        <a:p>
          <a:endParaRPr lang="uk-UA"/>
        </a:p>
      </dgm:t>
    </dgm:pt>
    <dgm:pt modelId="{823BD732-DA9D-4927-9E42-A3E7E53C3E73}">
      <dgm:prSet/>
      <dgm:spPr/>
      <dgm:t>
        <a:bodyPr/>
        <a:lstStyle/>
        <a:p>
          <a:r>
            <a:rPr lang="ru-RU" b="0" i="0" baseline="0"/>
            <a:t>«Хай живе самостійна Україна!»</a:t>
          </a:r>
          <a:endParaRPr lang="uk-UA"/>
        </a:p>
      </dgm:t>
    </dgm:pt>
    <dgm:pt modelId="{9DC607BD-EFEA-49CE-A79A-E51FD79E7D57}" type="parTrans" cxnId="{046E3E68-3A79-4DB6-8497-B4DCC58D73FA}">
      <dgm:prSet/>
      <dgm:spPr/>
      <dgm:t>
        <a:bodyPr/>
        <a:lstStyle/>
        <a:p>
          <a:endParaRPr lang="uk-UA"/>
        </a:p>
      </dgm:t>
    </dgm:pt>
    <dgm:pt modelId="{B3EE3F31-EF5C-4C50-AA97-D0E07CB1291B}" type="sibTrans" cxnId="{046E3E68-3A79-4DB6-8497-B4DCC58D73FA}">
      <dgm:prSet/>
      <dgm:spPr/>
      <dgm:t>
        <a:bodyPr/>
        <a:lstStyle/>
        <a:p>
          <a:endParaRPr lang="uk-UA"/>
        </a:p>
      </dgm:t>
    </dgm:pt>
    <dgm:pt modelId="{294FAC91-791B-4CE6-B46E-BF72A68DFBBB}" type="pres">
      <dgm:prSet presAssocID="{0F68CEF9-06E5-464C-99E9-1B282313674F}" presName="linear" presStyleCnt="0">
        <dgm:presLayoutVars>
          <dgm:animLvl val="lvl"/>
          <dgm:resizeHandles val="exact"/>
        </dgm:presLayoutVars>
      </dgm:prSet>
      <dgm:spPr/>
    </dgm:pt>
    <dgm:pt modelId="{DCF20AE4-7531-4C5B-A26B-53303BF901B8}" type="pres">
      <dgm:prSet presAssocID="{7FB4DF09-9060-45E6-9FC4-151248B0A53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C26F58B-AC66-46F5-825C-EBEA23E8F9E5}" type="pres">
      <dgm:prSet presAssocID="{85B1C9EB-2FA4-4905-BEFF-0BD6CABC26F1}" presName="spacer" presStyleCnt="0"/>
      <dgm:spPr/>
    </dgm:pt>
    <dgm:pt modelId="{3D7A8EFF-A583-49C1-8D01-E652D7CA766A}" type="pres">
      <dgm:prSet presAssocID="{BF489BD8-B9DD-4745-9E06-06329BFE6BD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7E94E5A-1FB0-42FA-B656-8866C78ECF55}" type="pres">
      <dgm:prSet presAssocID="{F1EF2181-A54D-4483-84ED-08B301B3C5FF}" presName="spacer" presStyleCnt="0"/>
      <dgm:spPr/>
    </dgm:pt>
    <dgm:pt modelId="{680AF67D-E93E-4EE3-9061-8E77B88BC929}" type="pres">
      <dgm:prSet presAssocID="{259FA0C2-32D9-4A93-A033-4B81A566DD8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E170A0D-9207-4BBE-A99B-840F9A9CF8F1}" type="pres">
      <dgm:prSet presAssocID="{D64184FC-038A-4962-8059-2CBB7514F6BE}" presName="spacer" presStyleCnt="0"/>
      <dgm:spPr/>
    </dgm:pt>
    <dgm:pt modelId="{B861BDF6-ED26-40DC-B102-184C6A610310}" type="pres">
      <dgm:prSet presAssocID="{823BD732-DA9D-4927-9E42-A3E7E53C3E7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46E3E68-3A79-4DB6-8497-B4DCC58D73FA}" srcId="{0F68CEF9-06E5-464C-99E9-1B282313674F}" destId="{823BD732-DA9D-4927-9E42-A3E7E53C3E73}" srcOrd="3" destOrd="0" parTransId="{9DC607BD-EFEA-49CE-A79A-E51FD79E7D57}" sibTransId="{B3EE3F31-EF5C-4C50-AA97-D0E07CB1291B}"/>
    <dgm:cxn modelId="{3D8F2672-B9CE-4D76-877D-BF56BE77ADFB}" type="presOf" srcId="{823BD732-DA9D-4927-9E42-A3E7E53C3E73}" destId="{B861BDF6-ED26-40DC-B102-184C6A610310}" srcOrd="0" destOrd="0" presId="urn:microsoft.com/office/officeart/2005/8/layout/vList2"/>
    <dgm:cxn modelId="{5BFFD58C-BA2A-4744-9058-585BE46B343C}" srcId="{0F68CEF9-06E5-464C-99E9-1B282313674F}" destId="{259FA0C2-32D9-4A93-A033-4B81A566DD81}" srcOrd="2" destOrd="0" parTransId="{F91A1FFA-BFCF-4C52-B8EC-748C35D0BC4B}" sibTransId="{D64184FC-038A-4962-8059-2CBB7514F6BE}"/>
    <dgm:cxn modelId="{B0AA9E93-B7CF-4F5D-8485-8B0CCC20E17C}" srcId="{0F68CEF9-06E5-464C-99E9-1B282313674F}" destId="{7FB4DF09-9060-45E6-9FC4-151248B0A53F}" srcOrd="0" destOrd="0" parTransId="{0F786F3E-A05F-4FDC-AFE5-100814F2C693}" sibTransId="{85B1C9EB-2FA4-4905-BEFF-0BD6CABC26F1}"/>
    <dgm:cxn modelId="{A081889B-4304-4E8B-BE7A-6BD32BE4C1D0}" type="presOf" srcId="{7FB4DF09-9060-45E6-9FC4-151248B0A53F}" destId="{DCF20AE4-7531-4C5B-A26B-53303BF901B8}" srcOrd="0" destOrd="0" presId="urn:microsoft.com/office/officeart/2005/8/layout/vList2"/>
    <dgm:cxn modelId="{C6FB80A8-8F84-4EAF-83B8-7922D7F1E580}" type="presOf" srcId="{259FA0C2-32D9-4A93-A033-4B81A566DD81}" destId="{680AF67D-E93E-4EE3-9061-8E77B88BC929}" srcOrd="0" destOrd="0" presId="urn:microsoft.com/office/officeart/2005/8/layout/vList2"/>
    <dgm:cxn modelId="{BFE532CA-3B5B-4ED2-A71C-BF2FA09A7CCF}" srcId="{0F68CEF9-06E5-464C-99E9-1B282313674F}" destId="{BF489BD8-B9DD-4745-9E06-06329BFE6BD7}" srcOrd="1" destOrd="0" parTransId="{22821E4E-E4AB-4FBD-B138-981526649E96}" sibTransId="{F1EF2181-A54D-4483-84ED-08B301B3C5FF}"/>
    <dgm:cxn modelId="{D8FE6AE1-AE7B-48BB-8F65-9989EC7FC79C}" type="presOf" srcId="{BF489BD8-B9DD-4745-9E06-06329BFE6BD7}" destId="{3D7A8EFF-A583-49C1-8D01-E652D7CA766A}" srcOrd="0" destOrd="0" presId="urn:microsoft.com/office/officeart/2005/8/layout/vList2"/>
    <dgm:cxn modelId="{5FED07EA-D413-4A6A-A8A5-CB535EF3D9D3}" type="presOf" srcId="{0F68CEF9-06E5-464C-99E9-1B282313674F}" destId="{294FAC91-791B-4CE6-B46E-BF72A68DFBBB}" srcOrd="0" destOrd="0" presId="urn:microsoft.com/office/officeart/2005/8/layout/vList2"/>
    <dgm:cxn modelId="{6DA79CC0-DF09-41D9-966A-828836CE1FE8}" type="presParOf" srcId="{294FAC91-791B-4CE6-B46E-BF72A68DFBBB}" destId="{DCF20AE4-7531-4C5B-A26B-53303BF901B8}" srcOrd="0" destOrd="0" presId="urn:microsoft.com/office/officeart/2005/8/layout/vList2"/>
    <dgm:cxn modelId="{D4C3D696-DE9E-4EA5-8922-5E55E698C8F2}" type="presParOf" srcId="{294FAC91-791B-4CE6-B46E-BF72A68DFBBB}" destId="{3C26F58B-AC66-46F5-825C-EBEA23E8F9E5}" srcOrd="1" destOrd="0" presId="urn:microsoft.com/office/officeart/2005/8/layout/vList2"/>
    <dgm:cxn modelId="{26F7D72C-2FB6-40D7-8FAE-A224A5FC2C9F}" type="presParOf" srcId="{294FAC91-791B-4CE6-B46E-BF72A68DFBBB}" destId="{3D7A8EFF-A583-49C1-8D01-E652D7CA766A}" srcOrd="2" destOrd="0" presId="urn:microsoft.com/office/officeart/2005/8/layout/vList2"/>
    <dgm:cxn modelId="{49BEAF70-C618-4E0F-952D-6C4A4901621D}" type="presParOf" srcId="{294FAC91-791B-4CE6-B46E-BF72A68DFBBB}" destId="{57E94E5A-1FB0-42FA-B656-8866C78ECF55}" srcOrd="3" destOrd="0" presId="urn:microsoft.com/office/officeart/2005/8/layout/vList2"/>
    <dgm:cxn modelId="{3A0C93A6-0E71-4CF1-AE91-F707AECBB567}" type="presParOf" srcId="{294FAC91-791B-4CE6-B46E-BF72A68DFBBB}" destId="{680AF67D-E93E-4EE3-9061-8E77B88BC929}" srcOrd="4" destOrd="0" presId="urn:microsoft.com/office/officeart/2005/8/layout/vList2"/>
    <dgm:cxn modelId="{B62D8D9B-0EF1-4AC6-90FF-0C2093C156C5}" type="presParOf" srcId="{294FAC91-791B-4CE6-B46E-BF72A68DFBBB}" destId="{9E170A0D-9207-4BBE-A99B-840F9A9CF8F1}" srcOrd="5" destOrd="0" presId="urn:microsoft.com/office/officeart/2005/8/layout/vList2"/>
    <dgm:cxn modelId="{2DCF5773-3ABC-4C64-B02A-F96D7C6919DF}" type="presParOf" srcId="{294FAC91-791B-4CE6-B46E-BF72A68DFBBB}" destId="{B861BDF6-ED26-40DC-B102-184C6A61031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48041F52-FFCD-449B-900C-0B4B885DCD70}" type="doc">
      <dgm:prSet loTypeId="urn:microsoft.com/office/officeart/2008/layout/VerticalCircle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A6A138C-4210-49E0-9C19-45BD49988DE4}">
      <dgm:prSet/>
      <dgm:spPr/>
      <dgm:t>
        <a:bodyPr/>
        <a:lstStyle/>
        <a:p>
          <a:r>
            <a:rPr lang="ru-RU" b="0" i="0" baseline="0"/>
            <a:t>Дмитра Антоновича</a:t>
          </a:r>
          <a:endParaRPr lang="uk-UA"/>
        </a:p>
      </dgm:t>
    </dgm:pt>
    <dgm:pt modelId="{EFCEF856-7D82-4493-B6E4-362157579A2B}" type="parTrans" cxnId="{693207DF-2303-470A-97F8-661B0E318214}">
      <dgm:prSet/>
      <dgm:spPr/>
      <dgm:t>
        <a:bodyPr/>
        <a:lstStyle/>
        <a:p>
          <a:endParaRPr lang="uk-UA"/>
        </a:p>
      </dgm:t>
    </dgm:pt>
    <dgm:pt modelId="{8F42D620-CA89-4977-8DFB-798F4A9D507F}" type="sibTrans" cxnId="{693207DF-2303-470A-97F8-661B0E318214}">
      <dgm:prSet/>
      <dgm:spPr/>
      <dgm:t>
        <a:bodyPr/>
        <a:lstStyle/>
        <a:p>
          <a:endParaRPr lang="uk-UA"/>
        </a:p>
      </dgm:t>
    </dgm:pt>
    <dgm:pt modelId="{3DE1DA1E-6FC4-43C8-BCE4-0B4D57358066}">
      <dgm:prSet/>
      <dgm:spPr/>
      <dgm:t>
        <a:bodyPr/>
        <a:lstStyle/>
        <a:p>
          <a:r>
            <a:rPr lang="ru-RU" b="0" i="0" baseline="0"/>
            <a:t>Юрія Коцюбинського</a:t>
          </a:r>
          <a:endParaRPr lang="uk-UA"/>
        </a:p>
      </dgm:t>
    </dgm:pt>
    <dgm:pt modelId="{3DDD4F41-1CFA-4CFA-B096-B1A44D35A5CC}" type="parTrans" cxnId="{9CEA968B-A468-4FBA-9B96-84ADEEBB4682}">
      <dgm:prSet/>
      <dgm:spPr/>
      <dgm:t>
        <a:bodyPr/>
        <a:lstStyle/>
        <a:p>
          <a:endParaRPr lang="uk-UA"/>
        </a:p>
      </dgm:t>
    </dgm:pt>
    <dgm:pt modelId="{806076C0-8C8D-458B-B3D9-447EEE85BB8D}" type="sibTrans" cxnId="{9CEA968B-A468-4FBA-9B96-84ADEEBB4682}">
      <dgm:prSet/>
      <dgm:spPr/>
      <dgm:t>
        <a:bodyPr/>
        <a:lstStyle/>
        <a:p>
          <a:endParaRPr lang="uk-UA"/>
        </a:p>
      </dgm:t>
    </dgm:pt>
    <dgm:pt modelId="{904AF190-F986-4B04-A138-44F3A31F7ABF}">
      <dgm:prSet/>
      <dgm:spPr/>
      <dgm:t>
        <a:bodyPr/>
        <a:lstStyle/>
        <a:p>
          <a:r>
            <a:rPr lang="ru-RU" b="0" i="0" baseline="0"/>
            <a:t>Остапа Лисенка</a:t>
          </a:r>
          <a:endParaRPr lang="uk-UA"/>
        </a:p>
      </dgm:t>
    </dgm:pt>
    <dgm:pt modelId="{F09C758B-06C1-448F-A767-101C5486BF5B}" type="parTrans" cxnId="{4F1A8D41-5A43-4119-810D-19E27C6B1813}">
      <dgm:prSet/>
      <dgm:spPr/>
      <dgm:t>
        <a:bodyPr/>
        <a:lstStyle/>
        <a:p>
          <a:endParaRPr lang="uk-UA"/>
        </a:p>
      </dgm:t>
    </dgm:pt>
    <dgm:pt modelId="{B30FEFF1-1CF8-4198-977A-7E18D8F9829D}" type="sibTrans" cxnId="{4F1A8D41-5A43-4119-810D-19E27C6B1813}">
      <dgm:prSet/>
      <dgm:spPr/>
      <dgm:t>
        <a:bodyPr/>
        <a:lstStyle/>
        <a:p>
          <a:endParaRPr lang="uk-UA"/>
        </a:p>
      </dgm:t>
    </dgm:pt>
    <dgm:pt modelId="{D62E6B3A-8761-471A-8238-BACBA3353F89}">
      <dgm:prSet/>
      <dgm:spPr/>
      <dgm:t>
        <a:bodyPr/>
        <a:lstStyle/>
        <a:p>
          <a:r>
            <a:rPr lang="ru-RU" b="0" i="0" baseline="0"/>
            <a:t>Тараса Франка</a:t>
          </a:r>
          <a:endParaRPr lang="uk-UA"/>
        </a:p>
      </dgm:t>
    </dgm:pt>
    <dgm:pt modelId="{D0017F51-9B85-42D7-9A29-900764B6A1D1}" type="parTrans" cxnId="{DCDCE433-BE75-491D-9329-5994D56F99D1}">
      <dgm:prSet/>
      <dgm:spPr/>
      <dgm:t>
        <a:bodyPr/>
        <a:lstStyle/>
        <a:p>
          <a:endParaRPr lang="uk-UA"/>
        </a:p>
      </dgm:t>
    </dgm:pt>
    <dgm:pt modelId="{8F781473-816A-48BC-9C70-D43A6390F9F0}" type="sibTrans" cxnId="{DCDCE433-BE75-491D-9329-5994D56F99D1}">
      <dgm:prSet/>
      <dgm:spPr/>
      <dgm:t>
        <a:bodyPr/>
        <a:lstStyle/>
        <a:p>
          <a:endParaRPr lang="uk-UA"/>
        </a:p>
      </dgm:t>
    </dgm:pt>
    <dgm:pt modelId="{053F050E-1F7A-45EE-BE3F-813B2C9ADB63}" type="pres">
      <dgm:prSet presAssocID="{48041F52-FFCD-449B-900C-0B4B885DCD70}" presName="Name0" presStyleCnt="0">
        <dgm:presLayoutVars>
          <dgm:dir/>
        </dgm:presLayoutVars>
      </dgm:prSet>
      <dgm:spPr/>
    </dgm:pt>
    <dgm:pt modelId="{5BABFC27-51E3-43A0-A106-20AB02DE0DFE}" type="pres">
      <dgm:prSet presAssocID="{3A6A138C-4210-49E0-9C19-45BD49988DE4}" presName="noChildren" presStyleCnt="0"/>
      <dgm:spPr/>
    </dgm:pt>
    <dgm:pt modelId="{8E3E6334-78F1-4001-B3B6-4794A6FCD9B8}" type="pres">
      <dgm:prSet presAssocID="{3A6A138C-4210-49E0-9C19-45BD49988DE4}" presName="gap" presStyleCnt="0"/>
      <dgm:spPr/>
    </dgm:pt>
    <dgm:pt modelId="{661C5530-F239-4D0D-B11D-6C86209A3D54}" type="pres">
      <dgm:prSet presAssocID="{3A6A138C-4210-49E0-9C19-45BD49988DE4}" presName="medCircle2" presStyleLbl="vennNode1" presStyleIdx="0" presStyleCnt="4"/>
      <dgm:spPr/>
    </dgm:pt>
    <dgm:pt modelId="{721ACE82-160D-4144-BE8F-1E72F6199F71}" type="pres">
      <dgm:prSet presAssocID="{3A6A138C-4210-49E0-9C19-45BD49988DE4}" presName="txLvlOnly1" presStyleLbl="revTx" presStyleIdx="0" presStyleCnt="4"/>
      <dgm:spPr/>
    </dgm:pt>
    <dgm:pt modelId="{39667F16-73BD-4939-ADD7-64D1D36730C6}" type="pres">
      <dgm:prSet presAssocID="{3DE1DA1E-6FC4-43C8-BCE4-0B4D57358066}" presName="noChildren" presStyleCnt="0"/>
      <dgm:spPr/>
    </dgm:pt>
    <dgm:pt modelId="{065B8480-C7E2-4853-AADD-8E1C73C4C1A6}" type="pres">
      <dgm:prSet presAssocID="{3DE1DA1E-6FC4-43C8-BCE4-0B4D57358066}" presName="gap" presStyleCnt="0"/>
      <dgm:spPr/>
    </dgm:pt>
    <dgm:pt modelId="{CF0AB0CC-672E-454D-A77E-9E1A5F79A5FE}" type="pres">
      <dgm:prSet presAssocID="{3DE1DA1E-6FC4-43C8-BCE4-0B4D57358066}" presName="medCircle2" presStyleLbl="vennNode1" presStyleIdx="1" presStyleCnt="4"/>
      <dgm:spPr/>
    </dgm:pt>
    <dgm:pt modelId="{AB4C75F2-22F3-4F7D-B3AC-F6230D066425}" type="pres">
      <dgm:prSet presAssocID="{3DE1DA1E-6FC4-43C8-BCE4-0B4D57358066}" presName="txLvlOnly1" presStyleLbl="revTx" presStyleIdx="1" presStyleCnt="4"/>
      <dgm:spPr/>
    </dgm:pt>
    <dgm:pt modelId="{72DEF3E2-2677-4133-80B0-59A84B66C4E3}" type="pres">
      <dgm:prSet presAssocID="{904AF190-F986-4B04-A138-44F3A31F7ABF}" presName="noChildren" presStyleCnt="0"/>
      <dgm:spPr/>
    </dgm:pt>
    <dgm:pt modelId="{8D5ED78A-21D6-41F2-9FB6-572DD1CE71EB}" type="pres">
      <dgm:prSet presAssocID="{904AF190-F986-4B04-A138-44F3A31F7ABF}" presName="gap" presStyleCnt="0"/>
      <dgm:spPr/>
    </dgm:pt>
    <dgm:pt modelId="{A22E8D41-25A9-4595-9649-1DECB5AD7C03}" type="pres">
      <dgm:prSet presAssocID="{904AF190-F986-4B04-A138-44F3A31F7ABF}" presName="medCircle2" presStyleLbl="vennNode1" presStyleIdx="2" presStyleCnt="4"/>
      <dgm:spPr/>
    </dgm:pt>
    <dgm:pt modelId="{8D059151-1836-4AF3-9A31-D7C262402DE3}" type="pres">
      <dgm:prSet presAssocID="{904AF190-F986-4B04-A138-44F3A31F7ABF}" presName="txLvlOnly1" presStyleLbl="revTx" presStyleIdx="2" presStyleCnt="4"/>
      <dgm:spPr/>
    </dgm:pt>
    <dgm:pt modelId="{A3555E2A-854E-4F99-9BAA-0A90FEB69EA1}" type="pres">
      <dgm:prSet presAssocID="{D62E6B3A-8761-471A-8238-BACBA3353F89}" presName="noChildren" presStyleCnt="0"/>
      <dgm:spPr/>
    </dgm:pt>
    <dgm:pt modelId="{9B7C437B-0039-43F5-BD14-312948DF11CB}" type="pres">
      <dgm:prSet presAssocID="{D62E6B3A-8761-471A-8238-BACBA3353F89}" presName="gap" presStyleCnt="0"/>
      <dgm:spPr/>
    </dgm:pt>
    <dgm:pt modelId="{10C16631-EEE0-4E48-ADB8-0CD76715CB8D}" type="pres">
      <dgm:prSet presAssocID="{D62E6B3A-8761-471A-8238-BACBA3353F89}" presName="medCircle2" presStyleLbl="vennNode1" presStyleIdx="3" presStyleCnt="4"/>
      <dgm:spPr/>
    </dgm:pt>
    <dgm:pt modelId="{B27CEBA8-62C5-4060-BD59-7AA23688016A}" type="pres">
      <dgm:prSet presAssocID="{D62E6B3A-8761-471A-8238-BACBA3353F89}" presName="txLvlOnly1" presStyleLbl="revTx" presStyleIdx="3" presStyleCnt="4"/>
      <dgm:spPr/>
    </dgm:pt>
  </dgm:ptLst>
  <dgm:cxnLst>
    <dgm:cxn modelId="{DCDCE433-BE75-491D-9329-5994D56F99D1}" srcId="{48041F52-FFCD-449B-900C-0B4B885DCD70}" destId="{D62E6B3A-8761-471A-8238-BACBA3353F89}" srcOrd="3" destOrd="0" parTransId="{D0017F51-9B85-42D7-9A29-900764B6A1D1}" sibTransId="{8F781473-816A-48BC-9C70-D43A6390F9F0}"/>
    <dgm:cxn modelId="{F9B16139-0722-417D-9AC6-A06F49EF2FCB}" type="presOf" srcId="{904AF190-F986-4B04-A138-44F3A31F7ABF}" destId="{8D059151-1836-4AF3-9A31-D7C262402DE3}" srcOrd="0" destOrd="0" presId="urn:microsoft.com/office/officeart/2008/layout/VerticalCircleList"/>
    <dgm:cxn modelId="{4F1A8D41-5A43-4119-810D-19E27C6B1813}" srcId="{48041F52-FFCD-449B-900C-0B4B885DCD70}" destId="{904AF190-F986-4B04-A138-44F3A31F7ABF}" srcOrd="2" destOrd="0" parTransId="{F09C758B-06C1-448F-A767-101C5486BF5B}" sibTransId="{B30FEFF1-1CF8-4198-977A-7E18D8F9829D}"/>
    <dgm:cxn modelId="{D5841C74-2530-418C-B231-95AB36949870}" type="presOf" srcId="{3DE1DA1E-6FC4-43C8-BCE4-0B4D57358066}" destId="{AB4C75F2-22F3-4F7D-B3AC-F6230D066425}" srcOrd="0" destOrd="0" presId="urn:microsoft.com/office/officeart/2008/layout/VerticalCircleList"/>
    <dgm:cxn modelId="{9CEA968B-A468-4FBA-9B96-84ADEEBB4682}" srcId="{48041F52-FFCD-449B-900C-0B4B885DCD70}" destId="{3DE1DA1E-6FC4-43C8-BCE4-0B4D57358066}" srcOrd="1" destOrd="0" parTransId="{3DDD4F41-1CFA-4CFA-B096-B1A44D35A5CC}" sibTransId="{806076C0-8C8D-458B-B3D9-447EEE85BB8D}"/>
    <dgm:cxn modelId="{2D4F488D-E2E3-4029-AD78-B25C43A9D54A}" type="presOf" srcId="{48041F52-FFCD-449B-900C-0B4B885DCD70}" destId="{053F050E-1F7A-45EE-BE3F-813B2C9ADB63}" srcOrd="0" destOrd="0" presId="urn:microsoft.com/office/officeart/2008/layout/VerticalCircleList"/>
    <dgm:cxn modelId="{144B35B6-E629-459F-B5E7-71B283C3AB1A}" type="presOf" srcId="{D62E6B3A-8761-471A-8238-BACBA3353F89}" destId="{B27CEBA8-62C5-4060-BD59-7AA23688016A}" srcOrd="0" destOrd="0" presId="urn:microsoft.com/office/officeart/2008/layout/VerticalCircleList"/>
    <dgm:cxn modelId="{693207DF-2303-470A-97F8-661B0E318214}" srcId="{48041F52-FFCD-449B-900C-0B4B885DCD70}" destId="{3A6A138C-4210-49E0-9C19-45BD49988DE4}" srcOrd="0" destOrd="0" parTransId="{EFCEF856-7D82-4493-B6E4-362157579A2B}" sibTransId="{8F42D620-CA89-4977-8DFB-798F4A9D507F}"/>
    <dgm:cxn modelId="{03740BF8-6952-4073-93D5-8EF0379E441A}" type="presOf" srcId="{3A6A138C-4210-49E0-9C19-45BD49988DE4}" destId="{721ACE82-160D-4144-BE8F-1E72F6199F71}" srcOrd="0" destOrd="0" presId="urn:microsoft.com/office/officeart/2008/layout/VerticalCircleList"/>
    <dgm:cxn modelId="{F1BC4AA2-3742-460D-8795-54E34C50F56C}" type="presParOf" srcId="{053F050E-1F7A-45EE-BE3F-813B2C9ADB63}" destId="{5BABFC27-51E3-43A0-A106-20AB02DE0DFE}" srcOrd="0" destOrd="0" presId="urn:microsoft.com/office/officeart/2008/layout/VerticalCircleList"/>
    <dgm:cxn modelId="{CED12C20-961B-4872-A490-6536656C987C}" type="presParOf" srcId="{5BABFC27-51E3-43A0-A106-20AB02DE0DFE}" destId="{8E3E6334-78F1-4001-B3B6-4794A6FCD9B8}" srcOrd="0" destOrd="0" presId="urn:microsoft.com/office/officeart/2008/layout/VerticalCircleList"/>
    <dgm:cxn modelId="{99D5616B-0711-4433-9D9D-3C5DCBF6C381}" type="presParOf" srcId="{5BABFC27-51E3-43A0-A106-20AB02DE0DFE}" destId="{661C5530-F239-4D0D-B11D-6C86209A3D54}" srcOrd="1" destOrd="0" presId="urn:microsoft.com/office/officeart/2008/layout/VerticalCircleList"/>
    <dgm:cxn modelId="{0347C242-C9FD-4626-8570-1A8735ECC979}" type="presParOf" srcId="{5BABFC27-51E3-43A0-A106-20AB02DE0DFE}" destId="{721ACE82-160D-4144-BE8F-1E72F6199F71}" srcOrd="2" destOrd="0" presId="urn:microsoft.com/office/officeart/2008/layout/VerticalCircleList"/>
    <dgm:cxn modelId="{6ED47FC5-498D-42BB-B376-E1B2DC6B968E}" type="presParOf" srcId="{053F050E-1F7A-45EE-BE3F-813B2C9ADB63}" destId="{39667F16-73BD-4939-ADD7-64D1D36730C6}" srcOrd="1" destOrd="0" presId="urn:microsoft.com/office/officeart/2008/layout/VerticalCircleList"/>
    <dgm:cxn modelId="{5D7154D6-01B3-45C0-85CF-8A401E5A3C8B}" type="presParOf" srcId="{39667F16-73BD-4939-ADD7-64D1D36730C6}" destId="{065B8480-C7E2-4853-AADD-8E1C73C4C1A6}" srcOrd="0" destOrd="0" presId="urn:microsoft.com/office/officeart/2008/layout/VerticalCircleList"/>
    <dgm:cxn modelId="{F2576F87-27DB-4035-8359-4F7C009D1C74}" type="presParOf" srcId="{39667F16-73BD-4939-ADD7-64D1D36730C6}" destId="{CF0AB0CC-672E-454D-A77E-9E1A5F79A5FE}" srcOrd="1" destOrd="0" presId="urn:microsoft.com/office/officeart/2008/layout/VerticalCircleList"/>
    <dgm:cxn modelId="{436F0381-5F70-46CA-A695-63E278189849}" type="presParOf" srcId="{39667F16-73BD-4939-ADD7-64D1D36730C6}" destId="{AB4C75F2-22F3-4F7D-B3AC-F6230D066425}" srcOrd="2" destOrd="0" presId="urn:microsoft.com/office/officeart/2008/layout/VerticalCircleList"/>
    <dgm:cxn modelId="{62E87379-58BF-4FB1-80E0-8C919F049A92}" type="presParOf" srcId="{053F050E-1F7A-45EE-BE3F-813B2C9ADB63}" destId="{72DEF3E2-2677-4133-80B0-59A84B66C4E3}" srcOrd="2" destOrd="0" presId="urn:microsoft.com/office/officeart/2008/layout/VerticalCircleList"/>
    <dgm:cxn modelId="{4D9A3FC2-5069-44A4-830F-BBF510F897F4}" type="presParOf" srcId="{72DEF3E2-2677-4133-80B0-59A84B66C4E3}" destId="{8D5ED78A-21D6-41F2-9FB6-572DD1CE71EB}" srcOrd="0" destOrd="0" presId="urn:microsoft.com/office/officeart/2008/layout/VerticalCircleList"/>
    <dgm:cxn modelId="{E1004B8C-F4CB-4357-ABD3-37EC48388762}" type="presParOf" srcId="{72DEF3E2-2677-4133-80B0-59A84B66C4E3}" destId="{A22E8D41-25A9-4595-9649-1DECB5AD7C03}" srcOrd="1" destOrd="0" presId="urn:microsoft.com/office/officeart/2008/layout/VerticalCircleList"/>
    <dgm:cxn modelId="{D7B8C8BF-0B6A-4298-9847-4CFD25C86451}" type="presParOf" srcId="{72DEF3E2-2677-4133-80B0-59A84B66C4E3}" destId="{8D059151-1836-4AF3-9A31-D7C262402DE3}" srcOrd="2" destOrd="0" presId="urn:microsoft.com/office/officeart/2008/layout/VerticalCircleList"/>
    <dgm:cxn modelId="{FBA52F53-1EFB-4F19-92A5-67535D360660}" type="presParOf" srcId="{053F050E-1F7A-45EE-BE3F-813B2C9ADB63}" destId="{A3555E2A-854E-4F99-9BAA-0A90FEB69EA1}" srcOrd="3" destOrd="0" presId="urn:microsoft.com/office/officeart/2008/layout/VerticalCircleList"/>
    <dgm:cxn modelId="{8278EA16-8B27-4011-9867-2F7ED6A667DE}" type="presParOf" srcId="{A3555E2A-854E-4F99-9BAA-0A90FEB69EA1}" destId="{9B7C437B-0039-43F5-BD14-312948DF11CB}" srcOrd="0" destOrd="0" presId="urn:microsoft.com/office/officeart/2008/layout/VerticalCircleList"/>
    <dgm:cxn modelId="{85C71255-0D04-4694-B732-4E15B1E95268}" type="presParOf" srcId="{A3555E2A-854E-4F99-9BAA-0A90FEB69EA1}" destId="{10C16631-EEE0-4E48-ADB8-0CD76715CB8D}" srcOrd="1" destOrd="0" presId="urn:microsoft.com/office/officeart/2008/layout/VerticalCircleList"/>
    <dgm:cxn modelId="{73AB8474-0F08-4D0C-9EC1-BF9388E23F23}" type="presParOf" srcId="{A3555E2A-854E-4F99-9BAA-0A90FEB69EA1}" destId="{B27CEBA8-62C5-4060-BD59-7AA23688016A}" srcOrd="2" destOrd="0" presId="urn:microsoft.com/office/officeart/2008/layout/Vertical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775CD339-8D81-490F-89AF-3A345FFCFAD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18FBED4-A10A-44B8-A2D0-5045AFCC9E55}">
      <dgm:prSet/>
      <dgm:spPr/>
      <dgm:t>
        <a:bodyPr/>
        <a:lstStyle/>
        <a:p>
          <a:r>
            <a:rPr lang="uk-UA" b="0" i="0" baseline="0"/>
            <a:t>голова Української Центральної Ради М. Грушевський.</a:t>
          </a:r>
          <a:endParaRPr lang="uk-UA"/>
        </a:p>
      </dgm:t>
    </dgm:pt>
    <dgm:pt modelId="{3DEDD1B6-6375-4942-9751-D41D69378CFD}" type="parTrans" cxnId="{FAE4DDE5-DAF5-477D-9B21-60A70D2F9A9A}">
      <dgm:prSet/>
      <dgm:spPr/>
      <dgm:t>
        <a:bodyPr/>
        <a:lstStyle/>
        <a:p>
          <a:endParaRPr lang="uk-UA"/>
        </a:p>
      </dgm:t>
    </dgm:pt>
    <dgm:pt modelId="{8AD7606C-BABF-415C-8DBB-9BBE33475FD6}" type="sibTrans" cxnId="{FAE4DDE5-DAF5-477D-9B21-60A70D2F9A9A}">
      <dgm:prSet/>
      <dgm:spPr/>
      <dgm:t>
        <a:bodyPr/>
        <a:lstStyle/>
        <a:p>
          <a:endParaRPr lang="uk-UA"/>
        </a:p>
      </dgm:t>
    </dgm:pt>
    <dgm:pt modelId="{896C7CEC-0414-4A12-9588-25FBA3F6CEF4}">
      <dgm:prSet/>
      <dgm:spPr/>
      <dgm:t>
        <a:bodyPr/>
        <a:lstStyle/>
        <a:p>
          <a:r>
            <a:rPr lang="uk-UA" b="0" i="0" baseline="0"/>
            <a:t>лідер Української партії соціалістів-федералістів С. Єфремов.</a:t>
          </a:r>
          <a:endParaRPr lang="uk-UA"/>
        </a:p>
      </dgm:t>
    </dgm:pt>
    <dgm:pt modelId="{5CDD0D1F-48A9-4AB4-AAE0-BCFD12F84E88}" type="parTrans" cxnId="{5FE7A004-8854-4378-99C5-1ECAF5C4D193}">
      <dgm:prSet/>
      <dgm:spPr/>
      <dgm:t>
        <a:bodyPr/>
        <a:lstStyle/>
        <a:p>
          <a:endParaRPr lang="uk-UA"/>
        </a:p>
      </dgm:t>
    </dgm:pt>
    <dgm:pt modelId="{875F6397-A702-464C-9413-FD557471AE67}" type="sibTrans" cxnId="{5FE7A004-8854-4378-99C5-1ECAF5C4D193}">
      <dgm:prSet/>
      <dgm:spPr/>
      <dgm:t>
        <a:bodyPr/>
        <a:lstStyle/>
        <a:p>
          <a:endParaRPr lang="uk-UA"/>
        </a:p>
      </dgm:t>
    </dgm:pt>
    <dgm:pt modelId="{2DC61519-4EA3-4DF4-8ECD-846D60CE55D3}">
      <dgm:prSet/>
      <dgm:spPr/>
      <dgm:t>
        <a:bodyPr/>
        <a:lstStyle/>
        <a:p>
          <a:r>
            <a:rPr lang="uk-UA" b="0" i="0" baseline="0"/>
            <a:t>президент Західноукраїнської Народної Республіки Є. Петрушевич.</a:t>
          </a:r>
          <a:endParaRPr lang="uk-UA"/>
        </a:p>
      </dgm:t>
    </dgm:pt>
    <dgm:pt modelId="{0883F20C-C58E-405E-9F6C-380B5F243475}" type="parTrans" cxnId="{4B106416-D6ED-4342-BC97-0DDE11240A82}">
      <dgm:prSet/>
      <dgm:spPr/>
      <dgm:t>
        <a:bodyPr/>
        <a:lstStyle/>
        <a:p>
          <a:endParaRPr lang="uk-UA"/>
        </a:p>
      </dgm:t>
    </dgm:pt>
    <dgm:pt modelId="{39C134C6-D736-4399-B81C-9A269AF241BD}" type="sibTrans" cxnId="{4B106416-D6ED-4342-BC97-0DDE11240A82}">
      <dgm:prSet/>
      <dgm:spPr/>
      <dgm:t>
        <a:bodyPr/>
        <a:lstStyle/>
        <a:p>
          <a:endParaRPr lang="uk-UA"/>
        </a:p>
      </dgm:t>
    </dgm:pt>
    <dgm:pt modelId="{74B3AAE8-0DDF-4438-8AB8-18EF95F08EAE}">
      <dgm:prSet/>
      <dgm:spPr/>
      <dgm:t>
        <a:bodyPr/>
        <a:lstStyle/>
        <a:p>
          <a:r>
            <a:rPr lang="uk-UA" b="0" i="0" baseline="0"/>
            <a:t>член президії Союзу визволення України В. Дорошенко.</a:t>
          </a:r>
          <a:endParaRPr lang="uk-UA"/>
        </a:p>
      </dgm:t>
    </dgm:pt>
    <dgm:pt modelId="{B53EB72A-F6F5-47CE-BFB6-4FA93A9DC45F}" type="parTrans" cxnId="{6AB58782-754E-4BA3-9B27-6B1F4712CB6A}">
      <dgm:prSet/>
      <dgm:spPr/>
      <dgm:t>
        <a:bodyPr/>
        <a:lstStyle/>
        <a:p>
          <a:endParaRPr lang="uk-UA"/>
        </a:p>
      </dgm:t>
    </dgm:pt>
    <dgm:pt modelId="{FA9AFDAC-C9EB-40FC-8093-87F0FB22EE8F}" type="sibTrans" cxnId="{6AB58782-754E-4BA3-9B27-6B1F4712CB6A}">
      <dgm:prSet/>
      <dgm:spPr/>
      <dgm:t>
        <a:bodyPr/>
        <a:lstStyle/>
        <a:p>
          <a:endParaRPr lang="uk-UA"/>
        </a:p>
      </dgm:t>
    </dgm:pt>
    <dgm:pt modelId="{C0E1BCC7-5069-446D-B1DB-09C6ABCD42D7}" type="pres">
      <dgm:prSet presAssocID="{775CD339-8D81-490F-89AF-3A345FFCFAD2}" presName="linear" presStyleCnt="0">
        <dgm:presLayoutVars>
          <dgm:animLvl val="lvl"/>
          <dgm:resizeHandles val="exact"/>
        </dgm:presLayoutVars>
      </dgm:prSet>
      <dgm:spPr/>
    </dgm:pt>
    <dgm:pt modelId="{51BCAB45-54ED-4B17-B54B-8D494104D6E4}" type="pres">
      <dgm:prSet presAssocID="{B18FBED4-A10A-44B8-A2D0-5045AFCC9E5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C570C48-37B0-4687-AC2A-79DEF54BBF39}" type="pres">
      <dgm:prSet presAssocID="{8AD7606C-BABF-415C-8DBB-9BBE33475FD6}" presName="spacer" presStyleCnt="0"/>
      <dgm:spPr/>
    </dgm:pt>
    <dgm:pt modelId="{70853ABB-6933-4BA8-9458-532BA7A01805}" type="pres">
      <dgm:prSet presAssocID="{896C7CEC-0414-4A12-9588-25FBA3F6CEF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BAF6C1F-C1BC-4C39-99BA-47471AC645CF}" type="pres">
      <dgm:prSet presAssocID="{875F6397-A702-464C-9413-FD557471AE67}" presName="spacer" presStyleCnt="0"/>
      <dgm:spPr/>
    </dgm:pt>
    <dgm:pt modelId="{7B8FE0F1-1C91-455D-8984-54FE6B51B054}" type="pres">
      <dgm:prSet presAssocID="{2DC61519-4EA3-4DF4-8ECD-846D60CE55D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48B1E99-BDF2-4870-BC8B-C2DF70172212}" type="pres">
      <dgm:prSet presAssocID="{39C134C6-D736-4399-B81C-9A269AF241BD}" presName="spacer" presStyleCnt="0"/>
      <dgm:spPr/>
    </dgm:pt>
    <dgm:pt modelId="{42CE29AD-8638-4C52-9EC1-B9096E5CEB8B}" type="pres">
      <dgm:prSet presAssocID="{74B3AAE8-0DDF-4438-8AB8-18EF95F08EA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FE7A004-8854-4378-99C5-1ECAF5C4D193}" srcId="{775CD339-8D81-490F-89AF-3A345FFCFAD2}" destId="{896C7CEC-0414-4A12-9588-25FBA3F6CEF4}" srcOrd="1" destOrd="0" parTransId="{5CDD0D1F-48A9-4AB4-AAE0-BCFD12F84E88}" sibTransId="{875F6397-A702-464C-9413-FD557471AE67}"/>
    <dgm:cxn modelId="{72ABA309-3648-4991-96C9-3F51706F082A}" type="presOf" srcId="{2DC61519-4EA3-4DF4-8ECD-846D60CE55D3}" destId="{7B8FE0F1-1C91-455D-8984-54FE6B51B054}" srcOrd="0" destOrd="0" presId="urn:microsoft.com/office/officeart/2005/8/layout/vList2"/>
    <dgm:cxn modelId="{4B106416-D6ED-4342-BC97-0DDE11240A82}" srcId="{775CD339-8D81-490F-89AF-3A345FFCFAD2}" destId="{2DC61519-4EA3-4DF4-8ECD-846D60CE55D3}" srcOrd="2" destOrd="0" parTransId="{0883F20C-C58E-405E-9F6C-380B5F243475}" sibTransId="{39C134C6-D736-4399-B81C-9A269AF241BD}"/>
    <dgm:cxn modelId="{6AB58782-754E-4BA3-9B27-6B1F4712CB6A}" srcId="{775CD339-8D81-490F-89AF-3A345FFCFAD2}" destId="{74B3AAE8-0DDF-4438-8AB8-18EF95F08EAE}" srcOrd="3" destOrd="0" parTransId="{B53EB72A-F6F5-47CE-BFB6-4FA93A9DC45F}" sibTransId="{FA9AFDAC-C9EB-40FC-8093-87F0FB22EE8F}"/>
    <dgm:cxn modelId="{4F9D4D87-E7CC-4651-B400-305B97616216}" type="presOf" srcId="{896C7CEC-0414-4A12-9588-25FBA3F6CEF4}" destId="{70853ABB-6933-4BA8-9458-532BA7A01805}" srcOrd="0" destOrd="0" presId="urn:microsoft.com/office/officeart/2005/8/layout/vList2"/>
    <dgm:cxn modelId="{7A2AF295-F119-4BFD-A678-9FD1A685EDB3}" type="presOf" srcId="{775CD339-8D81-490F-89AF-3A345FFCFAD2}" destId="{C0E1BCC7-5069-446D-B1DB-09C6ABCD42D7}" srcOrd="0" destOrd="0" presId="urn:microsoft.com/office/officeart/2005/8/layout/vList2"/>
    <dgm:cxn modelId="{343E759A-F25A-4DD6-8336-7586CFC62AD6}" type="presOf" srcId="{B18FBED4-A10A-44B8-A2D0-5045AFCC9E55}" destId="{51BCAB45-54ED-4B17-B54B-8D494104D6E4}" srcOrd="0" destOrd="0" presId="urn:microsoft.com/office/officeart/2005/8/layout/vList2"/>
    <dgm:cxn modelId="{FAE4DDE5-DAF5-477D-9B21-60A70D2F9A9A}" srcId="{775CD339-8D81-490F-89AF-3A345FFCFAD2}" destId="{B18FBED4-A10A-44B8-A2D0-5045AFCC9E55}" srcOrd="0" destOrd="0" parTransId="{3DEDD1B6-6375-4942-9751-D41D69378CFD}" sibTransId="{8AD7606C-BABF-415C-8DBB-9BBE33475FD6}"/>
    <dgm:cxn modelId="{3F473FFA-16E5-415C-B72B-DBDA87F704D2}" type="presOf" srcId="{74B3AAE8-0DDF-4438-8AB8-18EF95F08EAE}" destId="{42CE29AD-8638-4C52-9EC1-B9096E5CEB8B}" srcOrd="0" destOrd="0" presId="urn:microsoft.com/office/officeart/2005/8/layout/vList2"/>
    <dgm:cxn modelId="{33ECCFDF-1927-486A-BE99-CE307EF585A1}" type="presParOf" srcId="{C0E1BCC7-5069-446D-B1DB-09C6ABCD42D7}" destId="{51BCAB45-54ED-4B17-B54B-8D494104D6E4}" srcOrd="0" destOrd="0" presId="urn:microsoft.com/office/officeart/2005/8/layout/vList2"/>
    <dgm:cxn modelId="{A5029AE4-2B48-49E5-A3FD-CADCD002F25C}" type="presParOf" srcId="{C0E1BCC7-5069-446D-B1DB-09C6ABCD42D7}" destId="{4C570C48-37B0-4687-AC2A-79DEF54BBF39}" srcOrd="1" destOrd="0" presId="urn:microsoft.com/office/officeart/2005/8/layout/vList2"/>
    <dgm:cxn modelId="{2FF352E6-5742-4336-9FF9-9B41FDC841B2}" type="presParOf" srcId="{C0E1BCC7-5069-446D-B1DB-09C6ABCD42D7}" destId="{70853ABB-6933-4BA8-9458-532BA7A01805}" srcOrd="2" destOrd="0" presId="urn:microsoft.com/office/officeart/2005/8/layout/vList2"/>
    <dgm:cxn modelId="{B770D9F3-F915-4D63-8B6B-5B1D20A3A496}" type="presParOf" srcId="{C0E1BCC7-5069-446D-B1DB-09C6ABCD42D7}" destId="{BBAF6C1F-C1BC-4C39-99BA-47471AC645CF}" srcOrd="3" destOrd="0" presId="urn:microsoft.com/office/officeart/2005/8/layout/vList2"/>
    <dgm:cxn modelId="{FCA15A14-C6E4-43AD-AFE1-C3DA0137A6D6}" type="presParOf" srcId="{C0E1BCC7-5069-446D-B1DB-09C6ABCD42D7}" destId="{7B8FE0F1-1C91-455D-8984-54FE6B51B054}" srcOrd="4" destOrd="0" presId="urn:microsoft.com/office/officeart/2005/8/layout/vList2"/>
    <dgm:cxn modelId="{7DE63F76-D0EE-496E-A1F8-40579889E94D}" type="presParOf" srcId="{C0E1BCC7-5069-446D-B1DB-09C6ABCD42D7}" destId="{C48B1E99-BDF2-4870-BC8B-C2DF70172212}" srcOrd="5" destOrd="0" presId="urn:microsoft.com/office/officeart/2005/8/layout/vList2"/>
    <dgm:cxn modelId="{66E46192-A54A-4D81-8EC7-60867D90B85A}" type="presParOf" srcId="{C0E1BCC7-5069-446D-B1DB-09C6ABCD42D7}" destId="{42CE29AD-8638-4C52-9EC1-B9096E5CEB8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88C3757C-716E-4E9E-BBC0-A57236A52DFB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7FEE833-2DA1-4121-A5CA-C81187C92B38}">
      <dgm:prSet/>
      <dgm:spPr/>
      <dgm:t>
        <a:bodyPr/>
        <a:lstStyle/>
        <a:p>
          <a:r>
            <a:rPr lang="ru-RU" b="0" i="0" baseline="0"/>
            <a:t>Перший Універсал</a:t>
          </a:r>
          <a:endParaRPr lang="uk-UA"/>
        </a:p>
      </dgm:t>
    </dgm:pt>
    <dgm:pt modelId="{04EA5231-A7A0-488C-B81D-534C8C50C420}" type="parTrans" cxnId="{A9717EA0-F14C-4503-9FE2-16100E7D4E8F}">
      <dgm:prSet/>
      <dgm:spPr/>
      <dgm:t>
        <a:bodyPr/>
        <a:lstStyle/>
        <a:p>
          <a:endParaRPr lang="uk-UA"/>
        </a:p>
      </dgm:t>
    </dgm:pt>
    <dgm:pt modelId="{C4274371-4AA9-43F4-8264-6764BD2A7407}" type="sibTrans" cxnId="{A9717EA0-F14C-4503-9FE2-16100E7D4E8F}">
      <dgm:prSet/>
      <dgm:spPr/>
      <dgm:t>
        <a:bodyPr/>
        <a:lstStyle/>
        <a:p>
          <a:endParaRPr lang="uk-UA"/>
        </a:p>
      </dgm:t>
    </dgm:pt>
    <dgm:pt modelId="{57FBEE02-7214-4FE9-95DC-78E7AB438823}">
      <dgm:prSet/>
      <dgm:spPr/>
      <dgm:t>
        <a:bodyPr/>
        <a:lstStyle/>
        <a:p>
          <a:r>
            <a:rPr lang="ru-RU" b="0" i="0" baseline="0"/>
            <a:t>Другий Універсал</a:t>
          </a:r>
          <a:endParaRPr lang="uk-UA"/>
        </a:p>
      </dgm:t>
    </dgm:pt>
    <dgm:pt modelId="{3871602D-C932-4800-8F39-0295ACB31957}" type="parTrans" cxnId="{EAA48BAD-EBC9-4F04-9DC0-ECDF347356AB}">
      <dgm:prSet/>
      <dgm:spPr/>
      <dgm:t>
        <a:bodyPr/>
        <a:lstStyle/>
        <a:p>
          <a:endParaRPr lang="uk-UA"/>
        </a:p>
      </dgm:t>
    </dgm:pt>
    <dgm:pt modelId="{C3777AE6-99E9-4994-9810-AEADE3812314}" type="sibTrans" cxnId="{EAA48BAD-EBC9-4F04-9DC0-ECDF347356AB}">
      <dgm:prSet/>
      <dgm:spPr/>
      <dgm:t>
        <a:bodyPr/>
        <a:lstStyle/>
        <a:p>
          <a:endParaRPr lang="uk-UA"/>
        </a:p>
      </dgm:t>
    </dgm:pt>
    <dgm:pt modelId="{ECBD10EF-8F8A-489A-A8C5-C0822A4C2C0C}">
      <dgm:prSet/>
      <dgm:spPr/>
      <dgm:t>
        <a:bodyPr/>
        <a:lstStyle/>
        <a:p>
          <a:r>
            <a:rPr lang="ru-RU" b="0" i="0" baseline="0"/>
            <a:t>Третій Універсал</a:t>
          </a:r>
          <a:endParaRPr lang="uk-UA"/>
        </a:p>
      </dgm:t>
    </dgm:pt>
    <dgm:pt modelId="{805E1014-9FD3-49D7-98B8-B53DEC0B91DF}" type="parTrans" cxnId="{A3F775D4-4767-4033-80F6-C7C8700511C5}">
      <dgm:prSet/>
      <dgm:spPr/>
      <dgm:t>
        <a:bodyPr/>
        <a:lstStyle/>
        <a:p>
          <a:endParaRPr lang="uk-UA"/>
        </a:p>
      </dgm:t>
    </dgm:pt>
    <dgm:pt modelId="{75DE4E74-8244-4201-B1AE-7FDF8328605E}" type="sibTrans" cxnId="{A3F775D4-4767-4033-80F6-C7C8700511C5}">
      <dgm:prSet/>
      <dgm:spPr/>
      <dgm:t>
        <a:bodyPr/>
        <a:lstStyle/>
        <a:p>
          <a:endParaRPr lang="uk-UA"/>
        </a:p>
      </dgm:t>
    </dgm:pt>
    <dgm:pt modelId="{5D5C09BD-473F-43A6-894B-92B55F25C28B}">
      <dgm:prSet/>
      <dgm:spPr/>
      <dgm:t>
        <a:bodyPr/>
        <a:lstStyle/>
        <a:p>
          <a:r>
            <a:rPr lang="ru-RU" b="0" i="0" baseline="0"/>
            <a:t>Четвертий Універсал</a:t>
          </a:r>
          <a:endParaRPr lang="uk-UA"/>
        </a:p>
      </dgm:t>
    </dgm:pt>
    <dgm:pt modelId="{06CEB7BF-CE8E-4ED3-AD91-E6A52DEF7FA0}" type="parTrans" cxnId="{416956EF-8544-4327-ADEF-6F39F7846281}">
      <dgm:prSet/>
      <dgm:spPr/>
      <dgm:t>
        <a:bodyPr/>
        <a:lstStyle/>
        <a:p>
          <a:endParaRPr lang="uk-UA"/>
        </a:p>
      </dgm:t>
    </dgm:pt>
    <dgm:pt modelId="{70D140F1-AA64-4E77-8B11-FC7B735EC7D8}" type="sibTrans" cxnId="{416956EF-8544-4327-ADEF-6F39F7846281}">
      <dgm:prSet/>
      <dgm:spPr/>
      <dgm:t>
        <a:bodyPr/>
        <a:lstStyle/>
        <a:p>
          <a:endParaRPr lang="uk-UA"/>
        </a:p>
      </dgm:t>
    </dgm:pt>
    <dgm:pt modelId="{748B6FDF-EB70-4A39-B6D4-6A7EEE1F7AC6}" type="pres">
      <dgm:prSet presAssocID="{88C3757C-716E-4E9E-BBC0-A57236A52DFB}" presName="linearFlow" presStyleCnt="0">
        <dgm:presLayoutVars>
          <dgm:dir/>
          <dgm:resizeHandles val="exact"/>
        </dgm:presLayoutVars>
      </dgm:prSet>
      <dgm:spPr/>
    </dgm:pt>
    <dgm:pt modelId="{9DBFD183-ABED-4404-9666-399204D59250}" type="pres">
      <dgm:prSet presAssocID="{67FEE833-2DA1-4121-A5CA-C81187C92B38}" presName="composite" presStyleCnt="0"/>
      <dgm:spPr/>
    </dgm:pt>
    <dgm:pt modelId="{86CE52C1-0EDB-4EB0-A8CB-1AA72A64A189}" type="pres">
      <dgm:prSet presAssocID="{67FEE833-2DA1-4121-A5CA-C81187C92B38}" presName="imgShp" presStyleLbl="fgImgPlace1" presStyleIdx="0" presStyleCnt="4"/>
      <dgm:spPr/>
    </dgm:pt>
    <dgm:pt modelId="{E501615F-6062-40F9-A20F-6990C693B2AD}" type="pres">
      <dgm:prSet presAssocID="{67FEE833-2DA1-4121-A5CA-C81187C92B38}" presName="txShp" presStyleLbl="node1" presStyleIdx="0" presStyleCnt="4">
        <dgm:presLayoutVars>
          <dgm:bulletEnabled val="1"/>
        </dgm:presLayoutVars>
      </dgm:prSet>
      <dgm:spPr/>
    </dgm:pt>
    <dgm:pt modelId="{B8F7ACBA-1199-4802-9D52-C021D7B30EC3}" type="pres">
      <dgm:prSet presAssocID="{C4274371-4AA9-43F4-8264-6764BD2A7407}" presName="spacing" presStyleCnt="0"/>
      <dgm:spPr/>
    </dgm:pt>
    <dgm:pt modelId="{155CD0FE-4995-4796-8C46-590256709416}" type="pres">
      <dgm:prSet presAssocID="{57FBEE02-7214-4FE9-95DC-78E7AB438823}" presName="composite" presStyleCnt="0"/>
      <dgm:spPr/>
    </dgm:pt>
    <dgm:pt modelId="{64BC93D0-A075-400F-A726-3E840765A469}" type="pres">
      <dgm:prSet presAssocID="{57FBEE02-7214-4FE9-95DC-78E7AB438823}" presName="imgShp" presStyleLbl="fgImgPlace1" presStyleIdx="1" presStyleCnt="4"/>
      <dgm:spPr/>
    </dgm:pt>
    <dgm:pt modelId="{309F311C-15E2-4DDB-A490-A46F4E519860}" type="pres">
      <dgm:prSet presAssocID="{57FBEE02-7214-4FE9-95DC-78E7AB438823}" presName="txShp" presStyleLbl="node1" presStyleIdx="1" presStyleCnt="4">
        <dgm:presLayoutVars>
          <dgm:bulletEnabled val="1"/>
        </dgm:presLayoutVars>
      </dgm:prSet>
      <dgm:spPr/>
    </dgm:pt>
    <dgm:pt modelId="{25E9AB2E-E6E3-4700-B475-17B84819AF70}" type="pres">
      <dgm:prSet presAssocID="{C3777AE6-99E9-4994-9810-AEADE3812314}" presName="spacing" presStyleCnt="0"/>
      <dgm:spPr/>
    </dgm:pt>
    <dgm:pt modelId="{1CBCB353-74A5-4B8F-AD6F-4C55A4D27991}" type="pres">
      <dgm:prSet presAssocID="{ECBD10EF-8F8A-489A-A8C5-C0822A4C2C0C}" presName="composite" presStyleCnt="0"/>
      <dgm:spPr/>
    </dgm:pt>
    <dgm:pt modelId="{18360E63-1908-4245-A090-36AECA6992F9}" type="pres">
      <dgm:prSet presAssocID="{ECBD10EF-8F8A-489A-A8C5-C0822A4C2C0C}" presName="imgShp" presStyleLbl="fgImgPlace1" presStyleIdx="2" presStyleCnt="4"/>
      <dgm:spPr/>
    </dgm:pt>
    <dgm:pt modelId="{B5D07BB3-A055-4FE1-8F87-D5D0BD48203B}" type="pres">
      <dgm:prSet presAssocID="{ECBD10EF-8F8A-489A-A8C5-C0822A4C2C0C}" presName="txShp" presStyleLbl="node1" presStyleIdx="2" presStyleCnt="4">
        <dgm:presLayoutVars>
          <dgm:bulletEnabled val="1"/>
        </dgm:presLayoutVars>
      </dgm:prSet>
      <dgm:spPr/>
    </dgm:pt>
    <dgm:pt modelId="{D7165521-9827-45CF-A164-98CE8719D66E}" type="pres">
      <dgm:prSet presAssocID="{75DE4E74-8244-4201-B1AE-7FDF8328605E}" presName="spacing" presStyleCnt="0"/>
      <dgm:spPr/>
    </dgm:pt>
    <dgm:pt modelId="{2DA6F438-16F7-49BE-9DBC-70B425FCA960}" type="pres">
      <dgm:prSet presAssocID="{5D5C09BD-473F-43A6-894B-92B55F25C28B}" presName="composite" presStyleCnt="0"/>
      <dgm:spPr/>
    </dgm:pt>
    <dgm:pt modelId="{C8E06A7E-39F6-46AE-A756-0CC25518DADB}" type="pres">
      <dgm:prSet presAssocID="{5D5C09BD-473F-43A6-894B-92B55F25C28B}" presName="imgShp" presStyleLbl="fgImgPlace1" presStyleIdx="3" presStyleCnt="4"/>
      <dgm:spPr/>
    </dgm:pt>
    <dgm:pt modelId="{F6FCCA56-88B7-4508-B3B6-9B48525DD46B}" type="pres">
      <dgm:prSet presAssocID="{5D5C09BD-473F-43A6-894B-92B55F25C28B}" presName="txShp" presStyleLbl="node1" presStyleIdx="3" presStyleCnt="4">
        <dgm:presLayoutVars>
          <dgm:bulletEnabled val="1"/>
        </dgm:presLayoutVars>
      </dgm:prSet>
      <dgm:spPr/>
    </dgm:pt>
  </dgm:ptLst>
  <dgm:cxnLst>
    <dgm:cxn modelId="{BFDE7114-14A7-488E-87E9-A574800871CB}" type="presOf" srcId="{88C3757C-716E-4E9E-BBC0-A57236A52DFB}" destId="{748B6FDF-EB70-4A39-B6D4-6A7EEE1F7AC6}" srcOrd="0" destOrd="0" presId="urn:microsoft.com/office/officeart/2005/8/layout/vList3"/>
    <dgm:cxn modelId="{D9158537-97E3-4BA5-BFCF-6AAE096B664C}" type="presOf" srcId="{57FBEE02-7214-4FE9-95DC-78E7AB438823}" destId="{309F311C-15E2-4DDB-A490-A46F4E519860}" srcOrd="0" destOrd="0" presId="urn:microsoft.com/office/officeart/2005/8/layout/vList3"/>
    <dgm:cxn modelId="{6BEA8A50-C1CF-484B-AB7F-5B99CDCD76D8}" type="presOf" srcId="{ECBD10EF-8F8A-489A-A8C5-C0822A4C2C0C}" destId="{B5D07BB3-A055-4FE1-8F87-D5D0BD48203B}" srcOrd="0" destOrd="0" presId="urn:microsoft.com/office/officeart/2005/8/layout/vList3"/>
    <dgm:cxn modelId="{A9717EA0-F14C-4503-9FE2-16100E7D4E8F}" srcId="{88C3757C-716E-4E9E-BBC0-A57236A52DFB}" destId="{67FEE833-2DA1-4121-A5CA-C81187C92B38}" srcOrd="0" destOrd="0" parTransId="{04EA5231-A7A0-488C-B81D-534C8C50C420}" sibTransId="{C4274371-4AA9-43F4-8264-6764BD2A7407}"/>
    <dgm:cxn modelId="{EAA48BAD-EBC9-4F04-9DC0-ECDF347356AB}" srcId="{88C3757C-716E-4E9E-BBC0-A57236A52DFB}" destId="{57FBEE02-7214-4FE9-95DC-78E7AB438823}" srcOrd="1" destOrd="0" parTransId="{3871602D-C932-4800-8F39-0295ACB31957}" sibTransId="{C3777AE6-99E9-4994-9810-AEADE3812314}"/>
    <dgm:cxn modelId="{F7ED61B8-1E13-43F0-803A-6F9BBB153BEB}" type="presOf" srcId="{5D5C09BD-473F-43A6-894B-92B55F25C28B}" destId="{F6FCCA56-88B7-4508-B3B6-9B48525DD46B}" srcOrd="0" destOrd="0" presId="urn:microsoft.com/office/officeart/2005/8/layout/vList3"/>
    <dgm:cxn modelId="{A3F775D4-4767-4033-80F6-C7C8700511C5}" srcId="{88C3757C-716E-4E9E-BBC0-A57236A52DFB}" destId="{ECBD10EF-8F8A-489A-A8C5-C0822A4C2C0C}" srcOrd="2" destOrd="0" parTransId="{805E1014-9FD3-49D7-98B8-B53DEC0B91DF}" sibTransId="{75DE4E74-8244-4201-B1AE-7FDF8328605E}"/>
    <dgm:cxn modelId="{08BEDDD9-F784-474E-BF87-F8AA204B751F}" type="presOf" srcId="{67FEE833-2DA1-4121-A5CA-C81187C92B38}" destId="{E501615F-6062-40F9-A20F-6990C693B2AD}" srcOrd="0" destOrd="0" presId="urn:microsoft.com/office/officeart/2005/8/layout/vList3"/>
    <dgm:cxn modelId="{416956EF-8544-4327-ADEF-6F39F7846281}" srcId="{88C3757C-716E-4E9E-BBC0-A57236A52DFB}" destId="{5D5C09BD-473F-43A6-894B-92B55F25C28B}" srcOrd="3" destOrd="0" parTransId="{06CEB7BF-CE8E-4ED3-AD91-E6A52DEF7FA0}" sibTransId="{70D140F1-AA64-4E77-8B11-FC7B735EC7D8}"/>
    <dgm:cxn modelId="{6CA53ABE-475A-48F2-B26D-E102847EC0E4}" type="presParOf" srcId="{748B6FDF-EB70-4A39-B6D4-6A7EEE1F7AC6}" destId="{9DBFD183-ABED-4404-9666-399204D59250}" srcOrd="0" destOrd="0" presId="urn:microsoft.com/office/officeart/2005/8/layout/vList3"/>
    <dgm:cxn modelId="{9728BCCE-BEBA-4AF1-822F-54AC91A55723}" type="presParOf" srcId="{9DBFD183-ABED-4404-9666-399204D59250}" destId="{86CE52C1-0EDB-4EB0-A8CB-1AA72A64A189}" srcOrd="0" destOrd="0" presId="urn:microsoft.com/office/officeart/2005/8/layout/vList3"/>
    <dgm:cxn modelId="{C6EDE1A4-8538-4D2A-AED0-7D8C92D0A302}" type="presParOf" srcId="{9DBFD183-ABED-4404-9666-399204D59250}" destId="{E501615F-6062-40F9-A20F-6990C693B2AD}" srcOrd="1" destOrd="0" presId="urn:microsoft.com/office/officeart/2005/8/layout/vList3"/>
    <dgm:cxn modelId="{D42B55F4-8853-4178-A15E-30CE74031435}" type="presParOf" srcId="{748B6FDF-EB70-4A39-B6D4-6A7EEE1F7AC6}" destId="{B8F7ACBA-1199-4802-9D52-C021D7B30EC3}" srcOrd="1" destOrd="0" presId="urn:microsoft.com/office/officeart/2005/8/layout/vList3"/>
    <dgm:cxn modelId="{6C896A39-CA3B-451C-ADC9-FC9FA0EE70EF}" type="presParOf" srcId="{748B6FDF-EB70-4A39-B6D4-6A7EEE1F7AC6}" destId="{155CD0FE-4995-4796-8C46-590256709416}" srcOrd="2" destOrd="0" presId="urn:microsoft.com/office/officeart/2005/8/layout/vList3"/>
    <dgm:cxn modelId="{01CA50FA-C4B5-45BE-A8E0-2E2FAB16A1A0}" type="presParOf" srcId="{155CD0FE-4995-4796-8C46-590256709416}" destId="{64BC93D0-A075-400F-A726-3E840765A469}" srcOrd="0" destOrd="0" presId="urn:microsoft.com/office/officeart/2005/8/layout/vList3"/>
    <dgm:cxn modelId="{521DBCB5-EB4B-4990-9770-E8FD4C6229C4}" type="presParOf" srcId="{155CD0FE-4995-4796-8C46-590256709416}" destId="{309F311C-15E2-4DDB-A490-A46F4E519860}" srcOrd="1" destOrd="0" presId="urn:microsoft.com/office/officeart/2005/8/layout/vList3"/>
    <dgm:cxn modelId="{105A7C19-0CB0-463F-A549-602D43DA2C62}" type="presParOf" srcId="{748B6FDF-EB70-4A39-B6D4-6A7EEE1F7AC6}" destId="{25E9AB2E-E6E3-4700-B475-17B84819AF70}" srcOrd="3" destOrd="0" presId="urn:microsoft.com/office/officeart/2005/8/layout/vList3"/>
    <dgm:cxn modelId="{A25E360F-FC5C-448A-B9AE-512CEACEC14E}" type="presParOf" srcId="{748B6FDF-EB70-4A39-B6D4-6A7EEE1F7AC6}" destId="{1CBCB353-74A5-4B8F-AD6F-4C55A4D27991}" srcOrd="4" destOrd="0" presId="urn:microsoft.com/office/officeart/2005/8/layout/vList3"/>
    <dgm:cxn modelId="{10CD3E3B-BA40-45C9-A69C-5746817A1517}" type="presParOf" srcId="{1CBCB353-74A5-4B8F-AD6F-4C55A4D27991}" destId="{18360E63-1908-4245-A090-36AECA6992F9}" srcOrd="0" destOrd="0" presId="urn:microsoft.com/office/officeart/2005/8/layout/vList3"/>
    <dgm:cxn modelId="{E47845F6-EB98-45AF-9F8B-AC18B17F6D77}" type="presParOf" srcId="{1CBCB353-74A5-4B8F-AD6F-4C55A4D27991}" destId="{B5D07BB3-A055-4FE1-8F87-D5D0BD48203B}" srcOrd="1" destOrd="0" presId="urn:microsoft.com/office/officeart/2005/8/layout/vList3"/>
    <dgm:cxn modelId="{0559A1E0-64DC-46F3-8766-81D8E8A67086}" type="presParOf" srcId="{748B6FDF-EB70-4A39-B6D4-6A7EEE1F7AC6}" destId="{D7165521-9827-45CF-A164-98CE8719D66E}" srcOrd="5" destOrd="0" presId="urn:microsoft.com/office/officeart/2005/8/layout/vList3"/>
    <dgm:cxn modelId="{CFD20E40-9734-4DDE-BDE2-FA9EB7D5779A}" type="presParOf" srcId="{748B6FDF-EB70-4A39-B6D4-6A7EEE1F7AC6}" destId="{2DA6F438-16F7-49BE-9DBC-70B425FCA960}" srcOrd="6" destOrd="0" presId="urn:microsoft.com/office/officeart/2005/8/layout/vList3"/>
    <dgm:cxn modelId="{3447913C-7AFF-423C-BF39-20B52F70A898}" type="presParOf" srcId="{2DA6F438-16F7-49BE-9DBC-70B425FCA960}" destId="{C8E06A7E-39F6-46AE-A756-0CC25518DADB}" srcOrd="0" destOrd="0" presId="urn:microsoft.com/office/officeart/2005/8/layout/vList3"/>
    <dgm:cxn modelId="{07415E21-69C0-4EBE-A695-DE712DE3A090}" type="presParOf" srcId="{2DA6F438-16F7-49BE-9DBC-70B425FCA960}" destId="{F6FCCA56-88B7-4508-B3B6-9B48525DD46B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857A18CA-A37A-4ECB-9D21-E1D5895AEA6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3AF378C-0E80-473B-84A1-AB048A6C8B2D}">
      <dgm:prSet/>
      <dgm:spPr/>
      <dgm:t>
        <a:bodyPr/>
        <a:lstStyle/>
        <a:p>
          <a:r>
            <a:rPr lang="uk-UA" b="0" i="0" baseline="0"/>
            <a:t>«Однині Україна стає Українською Народною Республікою. Не відділяючись від республіки Російської,.. ми твердо станемо на нашій землі…»</a:t>
          </a:r>
          <a:endParaRPr lang="uk-UA" i="0"/>
        </a:p>
      </dgm:t>
    </dgm:pt>
    <dgm:pt modelId="{246C160F-C923-4138-95B2-1BC8D1490D96}" type="parTrans" cxnId="{1118B40F-72C6-4DD2-BC5D-FD608B42209E}">
      <dgm:prSet/>
      <dgm:spPr/>
      <dgm:t>
        <a:bodyPr/>
        <a:lstStyle/>
        <a:p>
          <a:endParaRPr lang="uk-UA"/>
        </a:p>
      </dgm:t>
    </dgm:pt>
    <dgm:pt modelId="{C3BD51EB-D5F6-4BAB-AF56-95EA943EC9CB}" type="sibTrans" cxnId="{1118B40F-72C6-4DD2-BC5D-FD608B42209E}">
      <dgm:prSet/>
      <dgm:spPr/>
      <dgm:t>
        <a:bodyPr/>
        <a:lstStyle/>
        <a:p>
          <a:endParaRPr lang="uk-UA"/>
        </a:p>
      </dgm:t>
    </dgm:pt>
    <dgm:pt modelId="{EE337A47-C2B4-45D4-9D1A-141DBDD04792}">
      <dgm:prSet/>
      <dgm:spPr/>
      <dgm:t>
        <a:bodyPr/>
        <a:lstStyle/>
        <a:p>
          <a:r>
            <a:rPr lang="uk-UA" b="0" i="0" baseline="0" dirty="0"/>
            <a:t>«…не розриваючи з державою Російською, хай народ український на своїй землі має право сам порядкувати своїм життям. Хай порядок і лад на Вкраїні дають вибрані…Всенародні Українські 3бори (</a:t>
          </a:r>
          <a:r>
            <a:rPr lang="uk-UA" b="0" i="0" baseline="0" dirty="0" err="1"/>
            <a:t>Сойм</a:t>
          </a:r>
          <a:r>
            <a:rPr lang="uk-UA" b="0" i="0" baseline="0" dirty="0"/>
            <a:t>)...»</a:t>
          </a:r>
          <a:endParaRPr lang="uk-UA" i="0" dirty="0"/>
        </a:p>
      </dgm:t>
    </dgm:pt>
    <dgm:pt modelId="{50C82920-CE1E-4905-830E-8F305BFE9392}" type="parTrans" cxnId="{33A8064E-E0E5-46CA-AB81-FC35F9C81F26}">
      <dgm:prSet/>
      <dgm:spPr/>
      <dgm:t>
        <a:bodyPr/>
        <a:lstStyle/>
        <a:p>
          <a:endParaRPr lang="uk-UA"/>
        </a:p>
      </dgm:t>
    </dgm:pt>
    <dgm:pt modelId="{67A4E8CB-138E-480D-99DE-D660359A416E}" type="sibTrans" cxnId="{33A8064E-E0E5-46CA-AB81-FC35F9C81F26}">
      <dgm:prSet/>
      <dgm:spPr/>
      <dgm:t>
        <a:bodyPr/>
        <a:lstStyle/>
        <a:p>
          <a:endParaRPr lang="uk-UA"/>
        </a:p>
      </dgm:t>
    </dgm:pt>
    <dgm:pt modelId="{E66FF856-31F0-4924-AC1C-44A7E12D6911}" type="pres">
      <dgm:prSet presAssocID="{857A18CA-A37A-4ECB-9D21-E1D5895AEA6A}" presName="linear" presStyleCnt="0">
        <dgm:presLayoutVars>
          <dgm:animLvl val="lvl"/>
          <dgm:resizeHandles val="exact"/>
        </dgm:presLayoutVars>
      </dgm:prSet>
      <dgm:spPr/>
    </dgm:pt>
    <dgm:pt modelId="{5691E5F3-5A5C-4C11-88D0-5CDB4BF6679A}" type="pres">
      <dgm:prSet presAssocID="{93AF378C-0E80-473B-84A1-AB048A6C8B2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FE467B0-2958-4DCC-B360-2E36C2ECDDDD}" type="pres">
      <dgm:prSet presAssocID="{C3BD51EB-D5F6-4BAB-AF56-95EA943EC9CB}" presName="spacer" presStyleCnt="0"/>
      <dgm:spPr/>
    </dgm:pt>
    <dgm:pt modelId="{670595F0-D7AE-4EF0-A961-13F3CE57685C}" type="pres">
      <dgm:prSet presAssocID="{EE337A47-C2B4-45D4-9D1A-141DBDD04792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1118B40F-72C6-4DD2-BC5D-FD608B42209E}" srcId="{857A18CA-A37A-4ECB-9D21-E1D5895AEA6A}" destId="{93AF378C-0E80-473B-84A1-AB048A6C8B2D}" srcOrd="0" destOrd="0" parTransId="{246C160F-C923-4138-95B2-1BC8D1490D96}" sibTransId="{C3BD51EB-D5F6-4BAB-AF56-95EA943EC9CB}"/>
    <dgm:cxn modelId="{CF816815-B916-4029-8F42-171D9C99CE67}" type="presOf" srcId="{EE337A47-C2B4-45D4-9D1A-141DBDD04792}" destId="{670595F0-D7AE-4EF0-A961-13F3CE57685C}" srcOrd="0" destOrd="0" presId="urn:microsoft.com/office/officeart/2005/8/layout/vList2"/>
    <dgm:cxn modelId="{33A8064E-E0E5-46CA-AB81-FC35F9C81F26}" srcId="{857A18CA-A37A-4ECB-9D21-E1D5895AEA6A}" destId="{EE337A47-C2B4-45D4-9D1A-141DBDD04792}" srcOrd="1" destOrd="0" parTransId="{50C82920-CE1E-4905-830E-8F305BFE9392}" sibTransId="{67A4E8CB-138E-480D-99DE-D660359A416E}"/>
    <dgm:cxn modelId="{98BD336E-BCA4-4253-AD8B-BBC70B75B5AF}" type="presOf" srcId="{857A18CA-A37A-4ECB-9D21-E1D5895AEA6A}" destId="{E66FF856-31F0-4924-AC1C-44A7E12D6911}" srcOrd="0" destOrd="0" presId="urn:microsoft.com/office/officeart/2005/8/layout/vList2"/>
    <dgm:cxn modelId="{A13CB7F0-CE00-4D77-91C8-74A40F09105D}" type="presOf" srcId="{93AF378C-0E80-473B-84A1-AB048A6C8B2D}" destId="{5691E5F3-5A5C-4C11-88D0-5CDB4BF6679A}" srcOrd="0" destOrd="0" presId="urn:microsoft.com/office/officeart/2005/8/layout/vList2"/>
    <dgm:cxn modelId="{C656DC35-A3F3-4AB6-BD3C-82D04778FA35}" type="presParOf" srcId="{E66FF856-31F0-4924-AC1C-44A7E12D6911}" destId="{5691E5F3-5A5C-4C11-88D0-5CDB4BF6679A}" srcOrd="0" destOrd="0" presId="urn:microsoft.com/office/officeart/2005/8/layout/vList2"/>
    <dgm:cxn modelId="{80EA0084-D9EC-4D7F-8295-1AF80238658D}" type="presParOf" srcId="{E66FF856-31F0-4924-AC1C-44A7E12D6911}" destId="{0FE467B0-2958-4DCC-B360-2E36C2ECDDDD}" srcOrd="1" destOrd="0" presId="urn:microsoft.com/office/officeart/2005/8/layout/vList2"/>
    <dgm:cxn modelId="{CE9703DB-1D3D-4246-8BFE-A5F0E9AEA8D3}" type="presParOf" srcId="{E66FF856-31F0-4924-AC1C-44A7E12D6911}" destId="{670595F0-D7AE-4EF0-A961-13F3CE57685C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01B82A70-241A-475D-8CA2-54D2FBA5076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4BCB252-8D53-4D60-ACC6-C806F186A8E2}">
      <dgm:prSet/>
      <dgm:spPr/>
      <dgm:t>
        <a:bodyPr/>
        <a:lstStyle/>
        <a:p>
          <a:r>
            <a:rPr lang="uk-UA" b="0" i="0" dirty="0"/>
            <a:t>«…ми рішуче ставимось проти замірів самовільного здійснення автономії України до Всеросійського </a:t>
          </a:r>
          <a:r>
            <a:rPr lang="uk-UA" b="0" i="0" dirty="0" err="1"/>
            <a:t>Учредительного</a:t>
          </a:r>
          <a:r>
            <a:rPr lang="uk-UA" b="0" i="0" dirty="0"/>
            <a:t> Зібрання…»</a:t>
          </a:r>
          <a:endParaRPr lang="uk-UA" i="0" dirty="0"/>
        </a:p>
      </dgm:t>
    </dgm:pt>
    <dgm:pt modelId="{D26D4412-9346-4504-827C-E0F46862009A}" type="parTrans" cxnId="{C3A9D688-BE9E-40A9-99CD-1CD7A8A853F9}">
      <dgm:prSet/>
      <dgm:spPr/>
      <dgm:t>
        <a:bodyPr/>
        <a:lstStyle/>
        <a:p>
          <a:endParaRPr lang="uk-UA"/>
        </a:p>
      </dgm:t>
    </dgm:pt>
    <dgm:pt modelId="{96187636-A774-44DF-B59A-237CA5735E61}" type="sibTrans" cxnId="{C3A9D688-BE9E-40A9-99CD-1CD7A8A853F9}">
      <dgm:prSet/>
      <dgm:spPr/>
      <dgm:t>
        <a:bodyPr/>
        <a:lstStyle/>
        <a:p>
          <a:endParaRPr lang="uk-UA"/>
        </a:p>
      </dgm:t>
    </dgm:pt>
    <dgm:pt modelId="{2B64AB1E-56A6-44F4-9156-46F8BC7CB5D6}">
      <dgm:prSet/>
      <dgm:spPr/>
      <dgm:t>
        <a:bodyPr/>
        <a:lstStyle/>
        <a:p>
          <a:r>
            <a:rPr lang="uk-UA" b="0" i="0"/>
            <a:t>«Неможливо одночасно визнавати право на самовизначення і водночас робити грубий замах на це право… як це робить Рада Народних Комісарів щодо Народної Української Республіки…»</a:t>
          </a:r>
          <a:endParaRPr lang="uk-UA" i="0"/>
        </a:p>
      </dgm:t>
    </dgm:pt>
    <dgm:pt modelId="{8B34F973-70E5-4F3F-8F32-0565DCD7F819}" type="parTrans" cxnId="{3B71B0AC-ABC1-4A72-9073-35CC07ACA99F}">
      <dgm:prSet/>
      <dgm:spPr/>
      <dgm:t>
        <a:bodyPr/>
        <a:lstStyle/>
        <a:p>
          <a:endParaRPr lang="uk-UA"/>
        </a:p>
      </dgm:t>
    </dgm:pt>
    <dgm:pt modelId="{A007D527-A312-4DB7-97F3-C77AA6E85725}" type="sibTrans" cxnId="{3B71B0AC-ABC1-4A72-9073-35CC07ACA99F}">
      <dgm:prSet/>
      <dgm:spPr/>
      <dgm:t>
        <a:bodyPr/>
        <a:lstStyle/>
        <a:p>
          <a:endParaRPr lang="uk-UA"/>
        </a:p>
      </dgm:t>
    </dgm:pt>
    <dgm:pt modelId="{91415F51-AE91-4A46-8080-1B9BE5C9B1DC}">
      <dgm:prSet/>
      <dgm:spPr/>
      <dgm:t>
        <a:bodyPr/>
        <a:lstStyle/>
        <a:p>
          <a:r>
            <a:rPr lang="uk-UA" b="0" i="0" dirty="0"/>
            <a:t>«Однині Українська Народна Республіка стає самостійною… суверенною державою українського народу…»</a:t>
          </a:r>
          <a:endParaRPr lang="uk-UA" i="0" dirty="0"/>
        </a:p>
      </dgm:t>
    </dgm:pt>
    <dgm:pt modelId="{5ADD5AB5-8DD1-40F8-823E-D8300EBEB730}" type="parTrans" cxnId="{AD058204-058C-42BC-94FC-704F360ECCCD}">
      <dgm:prSet/>
      <dgm:spPr/>
      <dgm:t>
        <a:bodyPr/>
        <a:lstStyle/>
        <a:p>
          <a:endParaRPr lang="uk-UA"/>
        </a:p>
      </dgm:t>
    </dgm:pt>
    <dgm:pt modelId="{F9F90486-EE17-4DF3-ACBF-D12F9D80DD2A}" type="sibTrans" cxnId="{AD058204-058C-42BC-94FC-704F360ECCCD}">
      <dgm:prSet/>
      <dgm:spPr/>
      <dgm:t>
        <a:bodyPr/>
        <a:lstStyle/>
        <a:p>
          <a:endParaRPr lang="uk-UA"/>
        </a:p>
      </dgm:t>
    </dgm:pt>
    <dgm:pt modelId="{7D52098D-2484-42B7-B48C-91695AD40B39}" type="pres">
      <dgm:prSet presAssocID="{01B82A70-241A-475D-8CA2-54D2FBA50764}" presName="linear" presStyleCnt="0">
        <dgm:presLayoutVars>
          <dgm:animLvl val="lvl"/>
          <dgm:resizeHandles val="exact"/>
        </dgm:presLayoutVars>
      </dgm:prSet>
      <dgm:spPr/>
    </dgm:pt>
    <dgm:pt modelId="{3CD59253-3DD7-484C-BC87-0C35E0FE5234}" type="pres">
      <dgm:prSet presAssocID="{C4BCB252-8D53-4D60-ACC6-C806F186A8E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4F8883F-DB1B-4E86-BEA1-4CCEE5936692}" type="pres">
      <dgm:prSet presAssocID="{96187636-A774-44DF-B59A-237CA5735E61}" presName="spacer" presStyleCnt="0"/>
      <dgm:spPr/>
    </dgm:pt>
    <dgm:pt modelId="{CE84F21F-F24F-46C9-AA7A-DDD636ABA68C}" type="pres">
      <dgm:prSet presAssocID="{2B64AB1E-56A6-44F4-9156-46F8BC7CB5D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833922C-13DA-4038-860E-874B63839626}" type="pres">
      <dgm:prSet presAssocID="{A007D527-A312-4DB7-97F3-C77AA6E85725}" presName="spacer" presStyleCnt="0"/>
      <dgm:spPr/>
    </dgm:pt>
    <dgm:pt modelId="{4865033D-AF03-4FDA-8F6A-9010B35DF9A2}" type="pres">
      <dgm:prSet presAssocID="{91415F51-AE91-4A46-8080-1B9BE5C9B1D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D058204-058C-42BC-94FC-704F360ECCCD}" srcId="{01B82A70-241A-475D-8CA2-54D2FBA50764}" destId="{91415F51-AE91-4A46-8080-1B9BE5C9B1DC}" srcOrd="2" destOrd="0" parTransId="{5ADD5AB5-8DD1-40F8-823E-D8300EBEB730}" sibTransId="{F9F90486-EE17-4DF3-ACBF-D12F9D80DD2A}"/>
    <dgm:cxn modelId="{6847F81F-FA69-411E-95C3-8C1FF769F299}" type="presOf" srcId="{C4BCB252-8D53-4D60-ACC6-C806F186A8E2}" destId="{3CD59253-3DD7-484C-BC87-0C35E0FE5234}" srcOrd="0" destOrd="0" presId="urn:microsoft.com/office/officeart/2005/8/layout/vList2"/>
    <dgm:cxn modelId="{3DD42476-B772-4422-9945-AF01437E53D2}" type="presOf" srcId="{91415F51-AE91-4A46-8080-1B9BE5C9B1DC}" destId="{4865033D-AF03-4FDA-8F6A-9010B35DF9A2}" srcOrd="0" destOrd="0" presId="urn:microsoft.com/office/officeart/2005/8/layout/vList2"/>
    <dgm:cxn modelId="{C3A9D688-BE9E-40A9-99CD-1CD7A8A853F9}" srcId="{01B82A70-241A-475D-8CA2-54D2FBA50764}" destId="{C4BCB252-8D53-4D60-ACC6-C806F186A8E2}" srcOrd="0" destOrd="0" parTransId="{D26D4412-9346-4504-827C-E0F46862009A}" sibTransId="{96187636-A774-44DF-B59A-237CA5735E61}"/>
    <dgm:cxn modelId="{3B71B0AC-ABC1-4A72-9073-35CC07ACA99F}" srcId="{01B82A70-241A-475D-8CA2-54D2FBA50764}" destId="{2B64AB1E-56A6-44F4-9156-46F8BC7CB5D6}" srcOrd="1" destOrd="0" parTransId="{8B34F973-70E5-4F3F-8F32-0565DCD7F819}" sibTransId="{A007D527-A312-4DB7-97F3-C77AA6E85725}"/>
    <dgm:cxn modelId="{F212A8F6-FA66-46CB-B681-02AE40CC9EFD}" type="presOf" srcId="{01B82A70-241A-475D-8CA2-54D2FBA50764}" destId="{7D52098D-2484-42B7-B48C-91695AD40B39}" srcOrd="0" destOrd="0" presId="urn:microsoft.com/office/officeart/2005/8/layout/vList2"/>
    <dgm:cxn modelId="{52F8B3FE-0A98-427E-8ED8-3CE5189404A1}" type="presOf" srcId="{2B64AB1E-56A6-44F4-9156-46F8BC7CB5D6}" destId="{CE84F21F-F24F-46C9-AA7A-DDD636ABA68C}" srcOrd="0" destOrd="0" presId="urn:microsoft.com/office/officeart/2005/8/layout/vList2"/>
    <dgm:cxn modelId="{9B9E930F-9672-4B09-AAF4-A87D7D74B09C}" type="presParOf" srcId="{7D52098D-2484-42B7-B48C-91695AD40B39}" destId="{3CD59253-3DD7-484C-BC87-0C35E0FE5234}" srcOrd="0" destOrd="0" presId="urn:microsoft.com/office/officeart/2005/8/layout/vList2"/>
    <dgm:cxn modelId="{AB632E9C-05E8-498F-9714-E2EA4B81B9BA}" type="presParOf" srcId="{7D52098D-2484-42B7-B48C-91695AD40B39}" destId="{E4F8883F-DB1B-4E86-BEA1-4CCEE5936692}" srcOrd="1" destOrd="0" presId="urn:microsoft.com/office/officeart/2005/8/layout/vList2"/>
    <dgm:cxn modelId="{B285B592-FF6D-48A9-A6C3-C519DB271FF1}" type="presParOf" srcId="{7D52098D-2484-42B7-B48C-91695AD40B39}" destId="{CE84F21F-F24F-46C9-AA7A-DDD636ABA68C}" srcOrd="2" destOrd="0" presId="urn:microsoft.com/office/officeart/2005/8/layout/vList2"/>
    <dgm:cxn modelId="{1E85AABE-1024-4562-8894-4DC45554EB1B}" type="presParOf" srcId="{7D52098D-2484-42B7-B48C-91695AD40B39}" destId="{7833922C-13DA-4038-860E-874B63839626}" srcOrd="3" destOrd="0" presId="urn:microsoft.com/office/officeart/2005/8/layout/vList2"/>
    <dgm:cxn modelId="{F907912C-028B-4C34-A598-1E8F1E59B3E5}" type="presParOf" srcId="{7D52098D-2484-42B7-B48C-91695AD40B39}" destId="{4865033D-AF03-4FDA-8F6A-9010B35DF9A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A8A38E3E-99A4-4B34-8F94-683829F6CFE3}" type="doc">
      <dgm:prSet loTypeId="urn:microsoft.com/office/officeart/2008/layout/VerticalCircle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0680E9D-87CE-4845-9276-80DE6BC84157}">
      <dgm:prSet/>
      <dgm:spPr/>
      <dgm:t>
        <a:bodyPr/>
        <a:lstStyle/>
        <a:p>
          <a:r>
            <a:rPr lang="uk-UA" b="0" i="0" baseline="0"/>
            <a:t>збройним виступом самостійників у Києві.</a:t>
          </a:r>
          <a:endParaRPr lang="uk-UA"/>
        </a:p>
      </dgm:t>
    </dgm:pt>
    <dgm:pt modelId="{C1CF6D2B-EA2B-42A2-BAA6-5E6271B087A8}" type="parTrans" cxnId="{FFAC994A-805B-4F47-B43E-C0F641F21144}">
      <dgm:prSet/>
      <dgm:spPr/>
      <dgm:t>
        <a:bodyPr/>
        <a:lstStyle/>
        <a:p>
          <a:endParaRPr lang="uk-UA"/>
        </a:p>
      </dgm:t>
    </dgm:pt>
    <dgm:pt modelId="{72093C2E-0344-4AE4-808E-157BC2CB8438}" type="sibTrans" cxnId="{FFAC994A-805B-4F47-B43E-C0F641F21144}">
      <dgm:prSet/>
      <dgm:spPr/>
      <dgm:t>
        <a:bodyPr/>
        <a:lstStyle/>
        <a:p>
          <a:endParaRPr lang="uk-UA"/>
        </a:p>
      </dgm:t>
    </dgm:pt>
    <dgm:pt modelId="{246BE9A6-8736-4984-A7D1-90B1682AFB67}">
      <dgm:prSet/>
      <dgm:spPr/>
      <dgm:t>
        <a:bodyPr/>
        <a:lstStyle/>
        <a:p>
          <a:r>
            <a:rPr lang="uk-UA" b="0" i="0" baseline="0"/>
            <a:t>відправленням українізованих військових частин на фронт.</a:t>
          </a:r>
          <a:endParaRPr lang="uk-UA"/>
        </a:p>
      </dgm:t>
    </dgm:pt>
    <dgm:pt modelId="{C74DCB9C-1C81-4791-B8EB-0494757A47C3}" type="parTrans" cxnId="{027132E0-032A-4D3F-8AC8-6AA643DB33BF}">
      <dgm:prSet/>
      <dgm:spPr/>
      <dgm:t>
        <a:bodyPr/>
        <a:lstStyle/>
        <a:p>
          <a:endParaRPr lang="uk-UA"/>
        </a:p>
      </dgm:t>
    </dgm:pt>
    <dgm:pt modelId="{58485610-B9D1-4128-933D-30B362F2CC5F}" type="sibTrans" cxnId="{027132E0-032A-4D3F-8AC8-6AA643DB33BF}">
      <dgm:prSet/>
      <dgm:spPr/>
      <dgm:t>
        <a:bodyPr/>
        <a:lstStyle/>
        <a:p>
          <a:endParaRPr lang="uk-UA"/>
        </a:p>
      </dgm:t>
    </dgm:pt>
    <dgm:pt modelId="{CD477754-F470-4D68-A5D1-9EAFC2070F9C}">
      <dgm:prSet/>
      <dgm:spPr/>
      <dgm:t>
        <a:bodyPr/>
        <a:lstStyle/>
        <a:p>
          <a:r>
            <a:rPr lang="uk-UA" b="0" i="0" baseline="0"/>
            <a:t>відмовою Тимчасового уряду визнати право України на автономію.</a:t>
          </a:r>
          <a:endParaRPr lang="uk-UA"/>
        </a:p>
      </dgm:t>
    </dgm:pt>
    <dgm:pt modelId="{45449A05-6A63-478C-ABF1-2D78520B32F6}" type="parTrans" cxnId="{40EE7456-E62E-4177-A2C3-D8CE91348792}">
      <dgm:prSet/>
      <dgm:spPr/>
      <dgm:t>
        <a:bodyPr/>
        <a:lstStyle/>
        <a:p>
          <a:endParaRPr lang="uk-UA"/>
        </a:p>
      </dgm:t>
    </dgm:pt>
    <dgm:pt modelId="{FA329527-A1C0-4B4D-A1D1-3970A20E3FBA}" type="sibTrans" cxnId="{40EE7456-E62E-4177-A2C3-D8CE91348792}">
      <dgm:prSet/>
      <dgm:spPr/>
      <dgm:t>
        <a:bodyPr/>
        <a:lstStyle/>
        <a:p>
          <a:endParaRPr lang="uk-UA"/>
        </a:p>
      </dgm:t>
    </dgm:pt>
    <dgm:pt modelId="{A14B2EF1-F531-40A8-A1B5-17599CEC6D17}">
      <dgm:prSet/>
      <dgm:spPr/>
      <dgm:t>
        <a:bodyPr/>
        <a:lstStyle/>
        <a:p>
          <a:r>
            <a:rPr lang="uk-UA" b="0" i="0" baseline="0"/>
            <a:t>формуванням рад робітничих, солдатських і селянських депутатів.</a:t>
          </a:r>
          <a:endParaRPr lang="uk-UA"/>
        </a:p>
      </dgm:t>
    </dgm:pt>
    <dgm:pt modelId="{EE300189-4D39-4BD0-8C72-A5D81B9BFC9E}" type="parTrans" cxnId="{802E4207-2A51-430F-B98E-2D78BAB921CC}">
      <dgm:prSet/>
      <dgm:spPr/>
      <dgm:t>
        <a:bodyPr/>
        <a:lstStyle/>
        <a:p>
          <a:endParaRPr lang="uk-UA"/>
        </a:p>
      </dgm:t>
    </dgm:pt>
    <dgm:pt modelId="{48178B99-64A5-4560-8244-1C0CD79E358F}" type="sibTrans" cxnId="{802E4207-2A51-430F-B98E-2D78BAB921CC}">
      <dgm:prSet/>
      <dgm:spPr/>
      <dgm:t>
        <a:bodyPr/>
        <a:lstStyle/>
        <a:p>
          <a:endParaRPr lang="uk-UA"/>
        </a:p>
      </dgm:t>
    </dgm:pt>
    <dgm:pt modelId="{88CC217F-7305-4645-A7FF-8254AAD54DCB}" type="pres">
      <dgm:prSet presAssocID="{A8A38E3E-99A4-4B34-8F94-683829F6CFE3}" presName="Name0" presStyleCnt="0">
        <dgm:presLayoutVars>
          <dgm:dir/>
        </dgm:presLayoutVars>
      </dgm:prSet>
      <dgm:spPr/>
    </dgm:pt>
    <dgm:pt modelId="{3F8DAD47-0B77-4CBF-9402-73B0ECBBEA44}" type="pres">
      <dgm:prSet presAssocID="{20680E9D-87CE-4845-9276-80DE6BC84157}" presName="noChildren" presStyleCnt="0"/>
      <dgm:spPr/>
    </dgm:pt>
    <dgm:pt modelId="{F3F33476-1C70-4FDD-9397-8CECCD99FD42}" type="pres">
      <dgm:prSet presAssocID="{20680E9D-87CE-4845-9276-80DE6BC84157}" presName="gap" presStyleCnt="0"/>
      <dgm:spPr/>
    </dgm:pt>
    <dgm:pt modelId="{83EC345E-D738-4741-90FA-BBE69BD32F06}" type="pres">
      <dgm:prSet presAssocID="{20680E9D-87CE-4845-9276-80DE6BC84157}" presName="medCircle2" presStyleLbl="vennNode1" presStyleIdx="0" presStyleCnt="4"/>
      <dgm:spPr/>
    </dgm:pt>
    <dgm:pt modelId="{F688ECD9-76D6-4439-80FA-E5FD52F2EB8D}" type="pres">
      <dgm:prSet presAssocID="{20680E9D-87CE-4845-9276-80DE6BC84157}" presName="txLvlOnly1" presStyleLbl="revTx" presStyleIdx="0" presStyleCnt="4"/>
      <dgm:spPr/>
    </dgm:pt>
    <dgm:pt modelId="{F4785441-3448-431E-9D5D-92EC6E1B47C6}" type="pres">
      <dgm:prSet presAssocID="{246BE9A6-8736-4984-A7D1-90B1682AFB67}" presName="noChildren" presStyleCnt="0"/>
      <dgm:spPr/>
    </dgm:pt>
    <dgm:pt modelId="{684BDDF8-042A-4E4B-BFD2-59CA739B1B4C}" type="pres">
      <dgm:prSet presAssocID="{246BE9A6-8736-4984-A7D1-90B1682AFB67}" presName="gap" presStyleCnt="0"/>
      <dgm:spPr/>
    </dgm:pt>
    <dgm:pt modelId="{22A7E3CB-FC0E-48C9-BC58-A878791CF2CF}" type="pres">
      <dgm:prSet presAssocID="{246BE9A6-8736-4984-A7D1-90B1682AFB67}" presName="medCircle2" presStyleLbl="vennNode1" presStyleIdx="1" presStyleCnt="4"/>
      <dgm:spPr/>
    </dgm:pt>
    <dgm:pt modelId="{D9577999-04D3-4B11-880E-D302586069C4}" type="pres">
      <dgm:prSet presAssocID="{246BE9A6-8736-4984-A7D1-90B1682AFB67}" presName="txLvlOnly1" presStyleLbl="revTx" presStyleIdx="1" presStyleCnt="4"/>
      <dgm:spPr/>
    </dgm:pt>
    <dgm:pt modelId="{FC89124A-3875-4B7F-962C-242134D32C87}" type="pres">
      <dgm:prSet presAssocID="{CD477754-F470-4D68-A5D1-9EAFC2070F9C}" presName="noChildren" presStyleCnt="0"/>
      <dgm:spPr/>
    </dgm:pt>
    <dgm:pt modelId="{D5869C34-F33B-474E-89E3-D1843C6D66FD}" type="pres">
      <dgm:prSet presAssocID="{CD477754-F470-4D68-A5D1-9EAFC2070F9C}" presName="gap" presStyleCnt="0"/>
      <dgm:spPr/>
    </dgm:pt>
    <dgm:pt modelId="{45BEC38D-D842-4D83-952A-BF6290842CE3}" type="pres">
      <dgm:prSet presAssocID="{CD477754-F470-4D68-A5D1-9EAFC2070F9C}" presName="medCircle2" presStyleLbl="vennNode1" presStyleIdx="2" presStyleCnt="4"/>
      <dgm:spPr/>
    </dgm:pt>
    <dgm:pt modelId="{A44DD495-3206-4327-BE06-B11433D9F1C7}" type="pres">
      <dgm:prSet presAssocID="{CD477754-F470-4D68-A5D1-9EAFC2070F9C}" presName="txLvlOnly1" presStyleLbl="revTx" presStyleIdx="2" presStyleCnt="4"/>
      <dgm:spPr/>
    </dgm:pt>
    <dgm:pt modelId="{14DB4035-D72B-492E-9370-6DBBFC555129}" type="pres">
      <dgm:prSet presAssocID="{A14B2EF1-F531-40A8-A1B5-17599CEC6D17}" presName="noChildren" presStyleCnt="0"/>
      <dgm:spPr/>
    </dgm:pt>
    <dgm:pt modelId="{6FAF2748-98F7-4A10-BB3A-FFD62016BC43}" type="pres">
      <dgm:prSet presAssocID="{A14B2EF1-F531-40A8-A1B5-17599CEC6D17}" presName="gap" presStyleCnt="0"/>
      <dgm:spPr/>
    </dgm:pt>
    <dgm:pt modelId="{67273C80-7D1E-45D0-A0C0-2266E2DB92BF}" type="pres">
      <dgm:prSet presAssocID="{A14B2EF1-F531-40A8-A1B5-17599CEC6D17}" presName="medCircle2" presStyleLbl="vennNode1" presStyleIdx="3" presStyleCnt="4"/>
      <dgm:spPr/>
    </dgm:pt>
    <dgm:pt modelId="{A7C0BB4B-5BBA-419B-84F2-C94E855F1A89}" type="pres">
      <dgm:prSet presAssocID="{A14B2EF1-F531-40A8-A1B5-17599CEC6D17}" presName="txLvlOnly1" presStyleLbl="revTx" presStyleIdx="3" presStyleCnt="4"/>
      <dgm:spPr/>
    </dgm:pt>
  </dgm:ptLst>
  <dgm:cxnLst>
    <dgm:cxn modelId="{802E4207-2A51-430F-B98E-2D78BAB921CC}" srcId="{A8A38E3E-99A4-4B34-8F94-683829F6CFE3}" destId="{A14B2EF1-F531-40A8-A1B5-17599CEC6D17}" srcOrd="3" destOrd="0" parTransId="{EE300189-4D39-4BD0-8C72-A5D81B9BFC9E}" sibTransId="{48178B99-64A5-4560-8244-1C0CD79E358F}"/>
    <dgm:cxn modelId="{BFDA980F-C5C5-4106-8ABD-261D2C9CE485}" type="presOf" srcId="{A8A38E3E-99A4-4B34-8F94-683829F6CFE3}" destId="{88CC217F-7305-4645-A7FF-8254AAD54DCB}" srcOrd="0" destOrd="0" presId="urn:microsoft.com/office/officeart/2008/layout/VerticalCircleList"/>
    <dgm:cxn modelId="{05090A20-1AB7-438B-AC67-0578CDB08A42}" type="presOf" srcId="{A14B2EF1-F531-40A8-A1B5-17599CEC6D17}" destId="{A7C0BB4B-5BBA-419B-84F2-C94E855F1A89}" srcOrd="0" destOrd="0" presId="urn:microsoft.com/office/officeart/2008/layout/VerticalCircleList"/>
    <dgm:cxn modelId="{D2D3086A-6A82-4D12-92C8-727522749ACE}" type="presOf" srcId="{246BE9A6-8736-4984-A7D1-90B1682AFB67}" destId="{D9577999-04D3-4B11-880E-D302586069C4}" srcOrd="0" destOrd="0" presId="urn:microsoft.com/office/officeart/2008/layout/VerticalCircleList"/>
    <dgm:cxn modelId="{FFAC994A-805B-4F47-B43E-C0F641F21144}" srcId="{A8A38E3E-99A4-4B34-8F94-683829F6CFE3}" destId="{20680E9D-87CE-4845-9276-80DE6BC84157}" srcOrd="0" destOrd="0" parTransId="{C1CF6D2B-EA2B-42A2-BAA6-5E6271B087A8}" sibTransId="{72093C2E-0344-4AE4-808E-157BC2CB8438}"/>
    <dgm:cxn modelId="{090D7254-9893-457D-8FF6-E49E6895D626}" type="presOf" srcId="{20680E9D-87CE-4845-9276-80DE6BC84157}" destId="{F688ECD9-76D6-4439-80FA-E5FD52F2EB8D}" srcOrd="0" destOrd="0" presId="urn:microsoft.com/office/officeart/2008/layout/VerticalCircleList"/>
    <dgm:cxn modelId="{40EE7456-E62E-4177-A2C3-D8CE91348792}" srcId="{A8A38E3E-99A4-4B34-8F94-683829F6CFE3}" destId="{CD477754-F470-4D68-A5D1-9EAFC2070F9C}" srcOrd="2" destOrd="0" parTransId="{45449A05-6A63-478C-ABF1-2D78520B32F6}" sibTransId="{FA329527-A1C0-4B4D-A1D1-3970A20E3FBA}"/>
    <dgm:cxn modelId="{1064457D-7F81-432B-BB9E-061BCF2833D0}" type="presOf" srcId="{CD477754-F470-4D68-A5D1-9EAFC2070F9C}" destId="{A44DD495-3206-4327-BE06-B11433D9F1C7}" srcOrd="0" destOrd="0" presId="urn:microsoft.com/office/officeart/2008/layout/VerticalCircleList"/>
    <dgm:cxn modelId="{027132E0-032A-4D3F-8AC8-6AA643DB33BF}" srcId="{A8A38E3E-99A4-4B34-8F94-683829F6CFE3}" destId="{246BE9A6-8736-4984-A7D1-90B1682AFB67}" srcOrd="1" destOrd="0" parTransId="{C74DCB9C-1C81-4791-B8EB-0494757A47C3}" sibTransId="{58485610-B9D1-4128-933D-30B362F2CC5F}"/>
    <dgm:cxn modelId="{6D96329E-C4C5-4F75-9B3B-FA141B9E35CD}" type="presParOf" srcId="{88CC217F-7305-4645-A7FF-8254AAD54DCB}" destId="{3F8DAD47-0B77-4CBF-9402-73B0ECBBEA44}" srcOrd="0" destOrd="0" presId="urn:microsoft.com/office/officeart/2008/layout/VerticalCircleList"/>
    <dgm:cxn modelId="{4FD0A0BA-0AA5-403C-B4A6-656A0AF792AF}" type="presParOf" srcId="{3F8DAD47-0B77-4CBF-9402-73B0ECBBEA44}" destId="{F3F33476-1C70-4FDD-9397-8CECCD99FD42}" srcOrd="0" destOrd="0" presId="urn:microsoft.com/office/officeart/2008/layout/VerticalCircleList"/>
    <dgm:cxn modelId="{EE931E56-5C14-4257-A83A-25AB7B771B9D}" type="presParOf" srcId="{3F8DAD47-0B77-4CBF-9402-73B0ECBBEA44}" destId="{83EC345E-D738-4741-90FA-BBE69BD32F06}" srcOrd="1" destOrd="0" presId="urn:microsoft.com/office/officeart/2008/layout/VerticalCircleList"/>
    <dgm:cxn modelId="{40A16AF6-B32D-46BA-AD7D-A6B62E5FDF48}" type="presParOf" srcId="{3F8DAD47-0B77-4CBF-9402-73B0ECBBEA44}" destId="{F688ECD9-76D6-4439-80FA-E5FD52F2EB8D}" srcOrd="2" destOrd="0" presId="urn:microsoft.com/office/officeart/2008/layout/VerticalCircleList"/>
    <dgm:cxn modelId="{7D772E34-E312-4D31-8764-28FE785F683D}" type="presParOf" srcId="{88CC217F-7305-4645-A7FF-8254AAD54DCB}" destId="{F4785441-3448-431E-9D5D-92EC6E1B47C6}" srcOrd="1" destOrd="0" presId="urn:microsoft.com/office/officeart/2008/layout/VerticalCircleList"/>
    <dgm:cxn modelId="{6706174D-0D9F-4960-BE0A-4B253C255CF7}" type="presParOf" srcId="{F4785441-3448-431E-9D5D-92EC6E1B47C6}" destId="{684BDDF8-042A-4E4B-BFD2-59CA739B1B4C}" srcOrd="0" destOrd="0" presId="urn:microsoft.com/office/officeart/2008/layout/VerticalCircleList"/>
    <dgm:cxn modelId="{0C1B057E-31EC-4FFD-90E8-B9F043FE4565}" type="presParOf" srcId="{F4785441-3448-431E-9D5D-92EC6E1B47C6}" destId="{22A7E3CB-FC0E-48C9-BC58-A878791CF2CF}" srcOrd="1" destOrd="0" presId="urn:microsoft.com/office/officeart/2008/layout/VerticalCircleList"/>
    <dgm:cxn modelId="{1A557549-D91A-4ACD-BA92-C77DC376B7BC}" type="presParOf" srcId="{F4785441-3448-431E-9D5D-92EC6E1B47C6}" destId="{D9577999-04D3-4B11-880E-D302586069C4}" srcOrd="2" destOrd="0" presId="urn:microsoft.com/office/officeart/2008/layout/VerticalCircleList"/>
    <dgm:cxn modelId="{100AC0A7-23B7-46BA-98D6-3518B46DF34D}" type="presParOf" srcId="{88CC217F-7305-4645-A7FF-8254AAD54DCB}" destId="{FC89124A-3875-4B7F-962C-242134D32C87}" srcOrd="2" destOrd="0" presId="urn:microsoft.com/office/officeart/2008/layout/VerticalCircleList"/>
    <dgm:cxn modelId="{2C311A4C-7F67-4702-8870-515C2597F7C9}" type="presParOf" srcId="{FC89124A-3875-4B7F-962C-242134D32C87}" destId="{D5869C34-F33B-474E-89E3-D1843C6D66FD}" srcOrd="0" destOrd="0" presId="urn:microsoft.com/office/officeart/2008/layout/VerticalCircleList"/>
    <dgm:cxn modelId="{DA71C60E-73D8-45D4-A3C9-329434725FA0}" type="presParOf" srcId="{FC89124A-3875-4B7F-962C-242134D32C87}" destId="{45BEC38D-D842-4D83-952A-BF6290842CE3}" srcOrd="1" destOrd="0" presId="urn:microsoft.com/office/officeart/2008/layout/VerticalCircleList"/>
    <dgm:cxn modelId="{C42711FA-3B8B-46DD-B84E-22FC98EE9316}" type="presParOf" srcId="{FC89124A-3875-4B7F-962C-242134D32C87}" destId="{A44DD495-3206-4327-BE06-B11433D9F1C7}" srcOrd="2" destOrd="0" presId="urn:microsoft.com/office/officeart/2008/layout/VerticalCircleList"/>
    <dgm:cxn modelId="{F11543F8-86E8-4B0C-8FAC-0ABFB56F9A90}" type="presParOf" srcId="{88CC217F-7305-4645-A7FF-8254AAD54DCB}" destId="{14DB4035-D72B-492E-9370-6DBBFC555129}" srcOrd="3" destOrd="0" presId="urn:microsoft.com/office/officeart/2008/layout/VerticalCircleList"/>
    <dgm:cxn modelId="{46A60152-A324-463C-80A7-F26B8AB9ED88}" type="presParOf" srcId="{14DB4035-D72B-492E-9370-6DBBFC555129}" destId="{6FAF2748-98F7-4A10-BB3A-FFD62016BC43}" srcOrd="0" destOrd="0" presId="urn:microsoft.com/office/officeart/2008/layout/VerticalCircleList"/>
    <dgm:cxn modelId="{9D90E8BD-F47B-440B-A229-D2973A0F3BCC}" type="presParOf" srcId="{14DB4035-D72B-492E-9370-6DBBFC555129}" destId="{67273C80-7D1E-45D0-A0C0-2266E2DB92BF}" srcOrd="1" destOrd="0" presId="urn:microsoft.com/office/officeart/2008/layout/VerticalCircleList"/>
    <dgm:cxn modelId="{BD609BEB-2F09-4425-B29F-42A1A759876B}" type="presParOf" srcId="{14DB4035-D72B-492E-9370-6DBBFC555129}" destId="{A7C0BB4B-5BBA-419B-84F2-C94E855F1A89}" srcOrd="2" destOrd="0" presId="urn:microsoft.com/office/officeart/2008/layout/Vertical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78081394-9DF6-4B3C-96C1-655696644B7D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898B1A6-43C3-423C-90D8-1E20896B4428}">
      <dgm:prSet/>
      <dgm:spPr/>
      <dgm:t>
        <a:bodyPr/>
        <a:lstStyle/>
        <a:p>
          <a:r>
            <a:rPr lang="uk-UA" b="0" i="0" baseline="0"/>
            <a:t>махновців.</a:t>
          </a:r>
          <a:endParaRPr lang="uk-UA"/>
        </a:p>
      </dgm:t>
    </dgm:pt>
    <dgm:pt modelId="{2C6B8E5A-CEAB-47F4-9774-521ABE30A811}" type="parTrans" cxnId="{E6F74490-2F92-42D3-968C-89E833B6E7E3}">
      <dgm:prSet/>
      <dgm:spPr/>
      <dgm:t>
        <a:bodyPr/>
        <a:lstStyle/>
        <a:p>
          <a:endParaRPr lang="uk-UA"/>
        </a:p>
      </dgm:t>
    </dgm:pt>
    <dgm:pt modelId="{FA714E2B-314D-4EA4-A8BD-4AE16B4D8F84}" type="sibTrans" cxnId="{E6F74490-2F92-42D3-968C-89E833B6E7E3}">
      <dgm:prSet/>
      <dgm:spPr/>
      <dgm:t>
        <a:bodyPr/>
        <a:lstStyle/>
        <a:p>
          <a:endParaRPr lang="uk-UA"/>
        </a:p>
      </dgm:t>
    </dgm:pt>
    <dgm:pt modelId="{F350F48D-6B67-41FA-B9B6-2679CDD9450A}">
      <dgm:prSet/>
      <dgm:spPr/>
      <dgm:t>
        <a:bodyPr/>
        <a:lstStyle/>
        <a:p>
          <a:r>
            <a:rPr lang="uk-UA" b="0" i="0" baseline="0"/>
            <a:t>більшовиків.</a:t>
          </a:r>
          <a:endParaRPr lang="uk-UA"/>
        </a:p>
      </dgm:t>
    </dgm:pt>
    <dgm:pt modelId="{AFD021E6-566A-4F5E-9694-064BAB1B55D9}" type="parTrans" cxnId="{2EF85E41-17C3-4B77-90C8-E2FBD6E25770}">
      <dgm:prSet/>
      <dgm:spPr/>
      <dgm:t>
        <a:bodyPr/>
        <a:lstStyle/>
        <a:p>
          <a:endParaRPr lang="uk-UA"/>
        </a:p>
      </dgm:t>
    </dgm:pt>
    <dgm:pt modelId="{08F631A0-93D1-42A7-9848-F0F31B0E8CD1}" type="sibTrans" cxnId="{2EF85E41-17C3-4B77-90C8-E2FBD6E25770}">
      <dgm:prSet/>
      <dgm:spPr/>
      <dgm:t>
        <a:bodyPr/>
        <a:lstStyle/>
        <a:p>
          <a:endParaRPr lang="uk-UA"/>
        </a:p>
      </dgm:t>
    </dgm:pt>
    <dgm:pt modelId="{C2C3C1AD-6F96-48E2-B4F8-DD2C437D0D20}">
      <dgm:prSet/>
      <dgm:spPr/>
      <dgm:t>
        <a:bodyPr/>
        <a:lstStyle/>
        <a:p>
          <a:r>
            <a:rPr lang="uk-UA" b="0" i="0" baseline="0"/>
            <a:t>автономістів.</a:t>
          </a:r>
          <a:endParaRPr lang="uk-UA"/>
        </a:p>
      </dgm:t>
    </dgm:pt>
    <dgm:pt modelId="{B42CF4C7-9D5C-4997-BE03-689486E243BE}" type="parTrans" cxnId="{6EF6A102-1494-4FF3-9481-3353D4F2F94D}">
      <dgm:prSet/>
      <dgm:spPr/>
      <dgm:t>
        <a:bodyPr/>
        <a:lstStyle/>
        <a:p>
          <a:endParaRPr lang="uk-UA"/>
        </a:p>
      </dgm:t>
    </dgm:pt>
    <dgm:pt modelId="{FFFA4E19-E5E2-4884-ACEF-E0F26690F112}" type="sibTrans" cxnId="{6EF6A102-1494-4FF3-9481-3353D4F2F94D}">
      <dgm:prSet/>
      <dgm:spPr/>
      <dgm:t>
        <a:bodyPr/>
        <a:lstStyle/>
        <a:p>
          <a:endParaRPr lang="uk-UA"/>
        </a:p>
      </dgm:t>
    </dgm:pt>
    <dgm:pt modelId="{207CAED7-7865-49A0-82D3-D4BCC8B83508}">
      <dgm:prSet/>
      <dgm:spPr/>
      <dgm:t>
        <a:bodyPr/>
        <a:lstStyle/>
        <a:p>
          <a:r>
            <a:rPr lang="uk-UA" b="0" i="0" baseline="0"/>
            <a:t>самостійників.</a:t>
          </a:r>
          <a:endParaRPr lang="uk-UA"/>
        </a:p>
      </dgm:t>
    </dgm:pt>
    <dgm:pt modelId="{2987CC33-5C14-4750-AF4B-43E772F3BA98}" type="parTrans" cxnId="{B060289A-D854-4859-9A2C-A7C3FD0A3FB5}">
      <dgm:prSet/>
      <dgm:spPr/>
      <dgm:t>
        <a:bodyPr/>
        <a:lstStyle/>
        <a:p>
          <a:endParaRPr lang="uk-UA"/>
        </a:p>
      </dgm:t>
    </dgm:pt>
    <dgm:pt modelId="{9568E9AF-5423-4AE7-837D-9241E9BED47E}" type="sibTrans" cxnId="{B060289A-D854-4859-9A2C-A7C3FD0A3FB5}">
      <dgm:prSet/>
      <dgm:spPr/>
      <dgm:t>
        <a:bodyPr/>
        <a:lstStyle/>
        <a:p>
          <a:endParaRPr lang="uk-UA"/>
        </a:p>
      </dgm:t>
    </dgm:pt>
    <dgm:pt modelId="{7B1E9D75-D1A0-4F98-A564-5D6392B906AE}" type="pres">
      <dgm:prSet presAssocID="{78081394-9DF6-4B3C-96C1-655696644B7D}" presName="linearFlow" presStyleCnt="0">
        <dgm:presLayoutVars>
          <dgm:dir/>
          <dgm:resizeHandles val="exact"/>
        </dgm:presLayoutVars>
      </dgm:prSet>
      <dgm:spPr/>
    </dgm:pt>
    <dgm:pt modelId="{CBA600D0-9B03-4690-B739-BC40F4306FEA}" type="pres">
      <dgm:prSet presAssocID="{E898B1A6-43C3-423C-90D8-1E20896B4428}" presName="composite" presStyleCnt="0"/>
      <dgm:spPr/>
    </dgm:pt>
    <dgm:pt modelId="{23E7918C-4281-4577-A8BD-F729FC7D82E7}" type="pres">
      <dgm:prSet presAssocID="{E898B1A6-43C3-423C-90D8-1E20896B4428}" presName="imgShp" presStyleLbl="fgImgPlace1" presStyleIdx="0" presStyleCnt="4"/>
      <dgm:spPr/>
    </dgm:pt>
    <dgm:pt modelId="{94F96D0D-4511-468F-87E6-6A3A58B7CDD4}" type="pres">
      <dgm:prSet presAssocID="{E898B1A6-43C3-423C-90D8-1E20896B4428}" presName="txShp" presStyleLbl="node1" presStyleIdx="0" presStyleCnt="4">
        <dgm:presLayoutVars>
          <dgm:bulletEnabled val="1"/>
        </dgm:presLayoutVars>
      </dgm:prSet>
      <dgm:spPr/>
    </dgm:pt>
    <dgm:pt modelId="{AB0E4497-5791-466E-99DE-C2EAC4007609}" type="pres">
      <dgm:prSet presAssocID="{FA714E2B-314D-4EA4-A8BD-4AE16B4D8F84}" presName="spacing" presStyleCnt="0"/>
      <dgm:spPr/>
    </dgm:pt>
    <dgm:pt modelId="{3BAE1DAD-9434-429A-B97F-C137A7813FE8}" type="pres">
      <dgm:prSet presAssocID="{F350F48D-6B67-41FA-B9B6-2679CDD9450A}" presName="composite" presStyleCnt="0"/>
      <dgm:spPr/>
    </dgm:pt>
    <dgm:pt modelId="{3B657D42-F202-47F3-A9B7-590F83B9D225}" type="pres">
      <dgm:prSet presAssocID="{F350F48D-6B67-41FA-B9B6-2679CDD9450A}" presName="imgShp" presStyleLbl="fgImgPlace1" presStyleIdx="1" presStyleCnt="4"/>
      <dgm:spPr/>
    </dgm:pt>
    <dgm:pt modelId="{48800D34-DA1C-4041-8368-3C40457CA9A4}" type="pres">
      <dgm:prSet presAssocID="{F350F48D-6B67-41FA-B9B6-2679CDD9450A}" presName="txShp" presStyleLbl="node1" presStyleIdx="1" presStyleCnt="4">
        <dgm:presLayoutVars>
          <dgm:bulletEnabled val="1"/>
        </dgm:presLayoutVars>
      </dgm:prSet>
      <dgm:spPr/>
    </dgm:pt>
    <dgm:pt modelId="{48833CBF-0BBD-4A9C-8CDB-9ABDA4E69C42}" type="pres">
      <dgm:prSet presAssocID="{08F631A0-93D1-42A7-9848-F0F31B0E8CD1}" presName="spacing" presStyleCnt="0"/>
      <dgm:spPr/>
    </dgm:pt>
    <dgm:pt modelId="{9CBB0CF1-30B0-4842-A0D6-59DF5C481FEA}" type="pres">
      <dgm:prSet presAssocID="{C2C3C1AD-6F96-48E2-B4F8-DD2C437D0D20}" presName="composite" presStyleCnt="0"/>
      <dgm:spPr/>
    </dgm:pt>
    <dgm:pt modelId="{19AD9A6E-AC1E-47B8-B277-591C88B8818B}" type="pres">
      <dgm:prSet presAssocID="{C2C3C1AD-6F96-48E2-B4F8-DD2C437D0D20}" presName="imgShp" presStyleLbl="fgImgPlace1" presStyleIdx="2" presStyleCnt="4"/>
      <dgm:spPr/>
    </dgm:pt>
    <dgm:pt modelId="{2952D0D5-B0EF-40E7-A55A-8ED5099600FC}" type="pres">
      <dgm:prSet presAssocID="{C2C3C1AD-6F96-48E2-B4F8-DD2C437D0D20}" presName="txShp" presStyleLbl="node1" presStyleIdx="2" presStyleCnt="4">
        <dgm:presLayoutVars>
          <dgm:bulletEnabled val="1"/>
        </dgm:presLayoutVars>
      </dgm:prSet>
      <dgm:spPr/>
    </dgm:pt>
    <dgm:pt modelId="{8DA5E747-0C54-49FC-A733-0D7D854B459E}" type="pres">
      <dgm:prSet presAssocID="{FFFA4E19-E5E2-4884-ACEF-E0F26690F112}" presName="spacing" presStyleCnt="0"/>
      <dgm:spPr/>
    </dgm:pt>
    <dgm:pt modelId="{DE4840A1-6A3E-4DC4-8C1D-A31F549464EE}" type="pres">
      <dgm:prSet presAssocID="{207CAED7-7865-49A0-82D3-D4BCC8B83508}" presName="composite" presStyleCnt="0"/>
      <dgm:spPr/>
    </dgm:pt>
    <dgm:pt modelId="{E9371736-0DA9-4E6E-8EA6-452318E03A5A}" type="pres">
      <dgm:prSet presAssocID="{207CAED7-7865-49A0-82D3-D4BCC8B83508}" presName="imgShp" presStyleLbl="fgImgPlace1" presStyleIdx="3" presStyleCnt="4"/>
      <dgm:spPr/>
    </dgm:pt>
    <dgm:pt modelId="{C4592F09-1272-4173-9459-8A84DF167042}" type="pres">
      <dgm:prSet presAssocID="{207CAED7-7865-49A0-82D3-D4BCC8B83508}" presName="txShp" presStyleLbl="node1" presStyleIdx="3" presStyleCnt="4">
        <dgm:presLayoutVars>
          <dgm:bulletEnabled val="1"/>
        </dgm:presLayoutVars>
      </dgm:prSet>
      <dgm:spPr/>
    </dgm:pt>
  </dgm:ptLst>
  <dgm:cxnLst>
    <dgm:cxn modelId="{6EF6A102-1494-4FF3-9481-3353D4F2F94D}" srcId="{78081394-9DF6-4B3C-96C1-655696644B7D}" destId="{C2C3C1AD-6F96-48E2-B4F8-DD2C437D0D20}" srcOrd="2" destOrd="0" parTransId="{B42CF4C7-9D5C-4997-BE03-689486E243BE}" sibTransId="{FFFA4E19-E5E2-4884-ACEF-E0F26690F112}"/>
    <dgm:cxn modelId="{3201A91B-D2AD-43ED-8B4E-3503E6B07F4B}" type="presOf" srcId="{E898B1A6-43C3-423C-90D8-1E20896B4428}" destId="{94F96D0D-4511-468F-87E6-6A3A58B7CDD4}" srcOrd="0" destOrd="0" presId="urn:microsoft.com/office/officeart/2005/8/layout/vList3"/>
    <dgm:cxn modelId="{1F936A32-86E9-4842-B22A-0B53431AB991}" type="presOf" srcId="{C2C3C1AD-6F96-48E2-B4F8-DD2C437D0D20}" destId="{2952D0D5-B0EF-40E7-A55A-8ED5099600FC}" srcOrd="0" destOrd="0" presId="urn:microsoft.com/office/officeart/2005/8/layout/vList3"/>
    <dgm:cxn modelId="{E7395D33-9592-43A2-B060-D63558100E74}" type="presOf" srcId="{78081394-9DF6-4B3C-96C1-655696644B7D}" destId="{7B1E9D75-D1A0-4F98-A564-5D6392B906AE}" srcOrd="0" destOrd="0" presId="urn:microsoft.com/office/officeart/2005/8/layout/vList3"/>
    <dgm:cxn modelId="{2EF85E41-17C3-4B77-90C8-E2FBD6E25770}" srcId="{78081394-9DF6-4B3C-96C1-655696644B7D}" destId="{F350F48D-6B67-41FA-B9B6-2679CDD9450A}" srcOrd="1" destOrd="0" parTransId="{AFD021E6-566A-4F5E-9694-064BAB1B55D9}" sibTransId="{08F631A0-93D1-42A7-9848-F0F31B0E8CD1}"/>
    <dgm:cxn modelId="{E6F74490-2F92-42D3-968C-89E833B6E7E3}" srcId="{78081394-9DF6-4B3C-96C1-655696644B7D}" destId="{E898B1A6-43C3-423C-90D8-1E20896B4428}" srcOrd="0" destOrd="0" parTransId="{2C6B8E5A-CEAB-47F4-9774-521ABE30A811}" sibTransId="{FA714E2B-314D-4EA4-A8BD-4AE16B4D8F84}"/>
    <dgm:cxn modelId="{B060289A-D854-4859-9A2C-A7C3FD0A3FB5}" srcId="{78081394-9DF6-4B3C-96C1-655696644B7D}" destId="{207CAED7-7865-49A0-82D3-D4BCC8B83508}" srcOrd="3" destOrd="0" parTransId="{2987CC33-5C14-4750-AF4B-43E772F3BA98}" sibTransId="{9568E9AF-5423-4AE7-837D-9241E9BED47E}"/>
    <dgm:cxn modelId="{B31507BB-0A77-47BD-BC3A-17C1E936301E}" type="presOf" srcId="{F350F48D-6B67-41FA-B9B6-2679CDD9450A}" destId="{48800D34-DA1C-4041-8368-3C40457CA9A4}" srcOrd="0" destOrd="0" presId="urn:microsoft.com/office/officeart/2005/8/layout/vList3"/>
    <dgm:cxn modelId="{B451BEBB-FE61-409F-AB79-1B02D552B6D4}" type="presOf" srcId="{207CAED7-7865-49A0-82D3-D4BCC8B83508}" destId="{C4592F09-1272-4173-9459-8A84DF167042}" srcOrd="0" destOrd="0" presId="urn:microsoft.com/office/officeart/2005/8/layout/vList3"/>
    <dgm:cxn modelId="{28F110ED-5815-4A68-8A29-452A653B3944}" type="presParOf" srcId="{7B1E9D75-D1A0-4F98-A564-5D6392B906AE}" destId="{CBA600D0-9B03-4690-B739-BC40F4306FEA}" srcOrd="0" destOrd="0" presId="urn:microsoft.com/office/officeart/2005/8/layout/vList3"/>
    <dgm:cxn modelId="{B1500857-186F-4C41-AAA1-6DB4B09DFCE3}" type="presParOf" srcId="{CBA600D0-9B03-4690-B739-BC40F4306FEA}" destId="{23E7918C-4281-4577-A8BD-F729FC7D82E7}" srcOrd="0" destOrd="0" presId="urn:microsoft.com/office/officeart/2005/8/layout/vList3"/>
    <dgm:cxn modelId="{3BA2432C-54C3-49F4-B28C-DCF05F32214B}" type="presParOf" srcId="{CBA600D0-9B03-4690-B739-BC40F4306FEA}" destId="{94F96D0D-4511-468F-87E6-6A3A58B7CDD4}" srcOrd="1" destOrd="0" presId="urn:microsoft.com/office/officeart/2005/8/layout/vList3"/>
    <dgm:cxn modelId="{BC0842E5-3DB5-4528-99D0-E78344AEF35C}" type="presParOf" srcId="{7B1E9D75-D1A0-4F98-A564-5D6392B906AE}" destId="{AB0E4497-5791-466E-99DE-C2EAC4007609}" srcOrd="1" destOrd="0" presId="urn:microsoft.com/office/officeart/2005/8/layout/vList3"/>
    <dgm:cxn modelId="{0A862F8E-81B6-4353-9ADB-C918F74FADF9}" type="presParOf" srcId="{7B1E9D75-D1A0-4F98-A564-5D6392B906AE}" destId="{3BAE1DAD-9434-429A-B97F-C137A7813FE8}" srcOrd="2" destOrd="0" presId="urn:microsoft.com/office/officeart/2005/8/layout/vList3"/>
    <dgm:cxn modelId="{15C7F70C-3D90-44A8-8FFD-6545CF69C68D}" type="presParOf" srcId="{3BAE1DAD-9434-429A-B97F-C137A7813FE8}" destId="{3B657D42-F202-47F3-A9B7-590F83B9D225}" srcOrd="0" destOrd="0" presId="urn:microsoft.com/office/officeart/2005/8/layout/vList3"/>
    <dgm:cxn modelId="{257D53AD-EF58-49CC-85FC-43E5919A210F}" type="presParOf" srcId="{3BAE1DAD-9434-429A-B97F-C137A7813FE8}" destId="{48800D34-DA1C-4041-8368-3C40457CA9A4}" srcOrd="1" destOrd="0" presId="urn:microsoft.com/office/officeart/2005/8/layout/vList3"/>
    <dgm:cxn modelId="{42192AD8-C889-494A-BFA2-C6D8C8BF62AE}" type="presParOf" srcId="{7B1E9D75-D1A0-4F98-A564-5D6392B906AE}" destId="{48833CBF-0BBD-4A9C-8CDB-9ABDA4E69C42}" srcOrd="3" destOrd="0" presId="urn:microsoft.com/office/officeart/2005/8/layout/vList3"/>
    <dgm:cxn modelId="{45B016E1-0B77-46AA-9303-7E562EEC00A0}" type="presParOf" srcId="{7B1E9D75-D1A0-4F98-A564-5D6392B906AE}" destId="{9CBB0CF1-30B0-4842-A0D6-59DF5C481FEA}" srcOrd="4" destOrd="0" presId="urn:microsoft.com/office/officeart/2005/8/layout/vList3"/>
    <dgm:cxn modelId="{469D20D1-EE4F-4DFA-9A72-F964708E4D35}" type="presParOf" srcId="{9CBB0CF1-30B0-4842-A0D6-59DF5C481FEA}" destId="{19AD9A6E-AC1E-47B8-B277-591C88B8818B}" srcOrd="0" destOrd="0" presId="urn:microsoft.com/office/officeart/2005/8/layout/vList3"/>
    <dgm:cxn modelId="{8BB24CCA-25DF-4671-B81C-C20170C74C31}" type="presParOf" srcId="{9CBB0CF1-30B0-4842-A0D6-59DF5C481FEA}" destId="{2952D0D5-B0EF-40E7-A55A-8ED5099600FC}" srcOrd="1" destOrd="0" presId="urn:microsoft.com/office/officeart/2005/8/layout/vList3"/>
    <dgm:cxn modelId="{EF33B87E-35E4-4E89-A544-4E6CB75CCEF7}" type="presParOf" srcId="{7B1E9D75-D1A0-4F98-A564-5D6392B906AE}" destId="{8DA5E747-0C54-49FC-A733-0D7D854B459E}" srcOrd="5" destOrd="0" presId="urn:microsoft.com/office/officeart/2005/8/layout/vList3"/>
    <dgm:cxn modelId="{B8C15F59-896B-487B-909C-3C584B05E73D}" type="presParOf" srcId="{7B1E9D75-D1A0-4F98-A564-5D6392B906AE}" destId="{DE4840A1-6A3E-4DC4-8C1D-A31F549464EE}" srcOrd="6" destOrd="0" presId="urn:microsoft.com/office/officeart/2005/8/layout/vList3"/>
    <dgm:cxn modelId="{EF0606D7-03BF-4F79-A537-10E029E65511}" type="presParOf" srcId="{DE4840A1-6A3E-4DC4-8C1D-A31F549464EE}" destId="{E9371736-0DA9-4E6E-8EA6-452318E03A5A}" srcOrd="0" destOrd="0" presId="urn:microsoft.com/office/officeart/2005/8/layout/vList3"/>
    <dgm:cxn modelId="{8B396C8F-F9C9-4DD6-9ABB-79DD1328D66C}" type="presParOf" srcId="{DE4840A1-6A3E-4DC4-8C1D-A31F549464EE}" destId="{C4592F09-1272-4173-9459-8A84DF167042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CCEEB533-7C59-4F0E-8D98-8720D944972E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6AAA2FE-C382-40DE-B76C-CC2F33696ED0}">
      <dgm:prSet/>
      <dgm:spPr/>
      <dgm:t>
        <a:bodyPr/>
        <a:lstStyle/>
        <a:p>
          <a:r>
            <a:rPr lang="uk-UA" b="0" i="0" baseline="0"/>
            <a:t>березні.</a:t>
          </a:r>
          <a:endParaRPr lang="uk-UA"/>
        </a:p>
      </dgm:t>
    </dgm:pt>
    <dgm:pt modelId="{42F099DD-DA43-4D7F-A785-C998A92B39F3}" type="parTrans" cxnId="{163176AE-AC27-4071-A207-C17F5BC5D741}">
      <dgm:prSet/>
      <dgm:spPr/>
      <dgm:t>
        <a:bodyPr/>
        <a:lstStyle/>
        <a:p>
          <a:endParaRPr lang="uk-UA"/>
        </a:p>
      </dgm:t>
    </dgm:pt>
    <dgm:pt modelId="{FFB5D0F8-82FD-4427-946A-40B4EFBC9169}" type="sibTrans" cxnId="{163176AE-AC27-4071-A207-C17F5BC5D741}">
      <dgm:prSet/>
      <dgm:spPr/>
      <dgm:t>
        <a:bodyPr/>
        <a:lstStyle/>
        <a:p>
          <a:endParaRPr lang="uk-UA"/>
        </a:p>
      </dgm:t>
    </dgm:pt>
    <dgm:pt modelId="{55170E85-A2B6-443A-B1F5-3368BB7854AE}">
      <dgm:prSet/>
      <dgm:spPr/>
      <dgm:t>
        <a:bodyPr/>
        <a:lstStyle/>
        <a:p>
          <a:r>
            <a:rPr lang="uk-UA" b="0" i="0" baseline="0"/>
            <a:t>липні.</a:t>
          </a:r>
          <a:endParaRPr lang="uk-UA"/>
        </a:p>
      </dgm:t>
    </dgm:pt>
    <dgm:pt modelId="{F5D1CFC9-DF85-4F03-8B3B-4527E7904B76}" type="parTrans" cxnId="{B6C267E6-25AF-49BD-B051-4BA8F38CD844}">
      <dgm:prSet/>
      <dgm:spPr/>
      <dgm:t>
        <a:bodyPr/>
        <a:lstStyle/>
        <a:p>
          <a:endParaRPr lang="uk-UA"/>
        </a:p>
      </dgm:t>
    </dgm:pt>
    <dgm:pt modelId="{B47678D6-2EE8-49AC-805A-98C91AF58075}" type="sibTrans" cxnId="{B6C267E6-25AF-49BD-B051-4BA8F38CD844}">
      <dgm:prSet/>
      <dgm:spPr/>
      <dgm:t>
        <a:bodyPr/>
        <a:lstStyle/>
        <a:p>
          <a:endParaRPr lang="uk-UA"/>
        </a:p>
      </dgm:t>
    </dgm:pt>
    <dgm:pt modelId="{10087258-1AB1-46F1-A0C2-9A571A03C56C}">
      <dgm:prSet/>
      <dgm:spPr/>
      <dgm:t>
        <a:bodyPr/>
        <a:lstStyle/>
        <a:p>
          <a:r>
            <a:rPr lang="uk-UA" b="0" i="0" baseline="0"/>
            <a:t>серпні.</a:t>
          </a:r>
          <a:endParaRPr lang="uk-UA"/>
        </a:p>
      </dgm:t>
    </dgm:pt>
    <dgm:pt modelId="{6C728E10-8299-4DD9-A27E-C2D0A4E30BC1}" type="parTrans" cxnId="{5034894E-F67D-45C6-9160-EC7E7C2F8BD3}">
      <dgm:prSet/>
      <dgm:spPr/>
      <dgm:t>
        <a:bodyPr/>
        <a:lstStyle/>
        <a:p>
          <a:endParaRPr lang="uk-UA"/>
        </a:p>
      </dgm:t>
    </dgm:pt>
    <dgm:pt modelId="{8A9BE167-3806-489A-9E15-575143886795}" type="sibTrans" cxnId="{5034894E-F67D-45C6-9160-EC7E7C2F8BD3}">
      <dgm:prSet/>
      <dgm:spPr/>
      <dgm:t>
        <a:bodyPr/>
        <a:lstStyle/>
        <a:p>
          <a:endParaRPr lang="uk-UA"/>
        </a:p>
      </dgm:t>
    </dgm:pt>
    <dgm:pt modelId="{10D53A23-3AEA-4773-AAE3-2700A932320F}">
      <dgm:prSet/>
      <dgm:spPr/>
      <dgm:t>
        <a:bodyPr/>
        <a:lstStyle/>
        <a:p>
          <a:r>
            <a:rPr lang="uk-UA" b="0" i="0" baseline="0"/>
            <a:t>листопаді.</a:t>
          </a:r>
          <a:endParaRPr lang="uk-UA"/>
        </a:p>
      </dgm:t>
    </dgm:pt>
    <dgm:pt modelId="{A4C54898-09E0-477C-885E-F45599AC0527}" type="parTrans" cxnId="{AF552EB5-0E37-40A8-908C-FA4BE11D71D5}">
      <dgm:prSet/>
      <dgm:spPr/>
      <dgm:t>
        <a:bodyPr/>
        <a:lstStyle/>
        <a:p>
          <a:endParaRPr lang="uk-UA"/>
        </a:p>
      </dgm:t>
    </dgm:pt>
    <dgm:pt modelId="{FC9A5E73-3E25-4DE5-903E-8D07136FB32D}" type="sibTrans" cxnId="{AF552EB5-0E37-40A8-908C-FA4BE11D71D5}">
      <dgm:prSet/>
      <dgm:spPr/>
      <dgm:t>
        <a:bodyPr/>
        <a:lstStyle/>
        <a:p>
          <a:endParaRPr lang="uk-UA"/>
        </a:p>
      </dgm:t>
    </dgm:pt>
    <dgm:pt modelId="{22D790D8-A664-481E-AD4B-1C74DC004AE1}" type="pres">
      <dgm:prSet presAssocID="{CCEEB533-7C59-4F0E-8D98-8720D944972E}" presName="linearFlow" presStyleCnt="0">
        <dgm:presLayoutVars>
          <dgm:dir/>
          <dgm:resizeHandles val="exact"/>
        </dgm:presLayoutVars>
      </dgm:prSet>
      <dgm:spPr/>
    </dgm:pt>
    <dgm:pt modelId="{74FDD6F8-4CD0-4FE0-91A6-34439E23FBF3}" type="pres">
      <dgm:prSet presAssocID="{C6AAA2FE-C382-40DE-B76C-CC2F33696ED0}" presName="composite" presStyleCnt="0"/>
      <dgm:spPr/>
    </dgm:pt>
    <dgm:pt modelId="{8A56844B-44F8-48AC-BCAA-41D0C5334F7F}" type="pres">
      <dgm:prSet presAssocID="{C6AAA2FE-C382-40DE-B76C-CC2F33696ED0}" presName="imgShp" presStyleLbl="fgImgPlace1" presStyleIdx="0" presStyleCnt="4"/>
      <dgm:spPr/>
    </dgm:pt>
    <dgm:pt modelId="{63A48231-B417-46AD-8651-77D067C9FC25}" type="pres">
      <dgm:prSet presAssocID="{C6AAA2FE-C382-40DE-B76C-CC2F33696ED0}" presName="txShp" presStyleLbl="node1" presStyleIdx="0" presStyleCnt="4">
        <dgm:presLayoutVars>
          <dgm:bulletEnabled val="1"/>
        </dgm:presLayoutVars>
      </dgm:prSet>
      <dgm:spPr/>
    </dgm:pt>
    <dgm:pt modelId="{78BA5BB0-57CB-4749-A3FD-96DA084F3D7E}" type="pres">
      <dgm:prSet presAssocID="{FFB5D0F8-82FD-4427-946A-40B4EFBC9169}" presName="spacing" presStyleCnt="0"/>
      <dgm:spPr/>
    </dgm:pt>
    <dgm:pt modelId="{1F14D066-6DBA-4F61-897B-CA5A752F859C}" type="pres">
      <dgm:prSet presAssocID="{55170E85-A2B6-443A-B1F5-3368BB7854AE}" presName="composite" presStyleCnt="0"/>
      <dgm:spPr/>
    </dgm:pt>
    <dgm:pt modelId="{7D59DEBA-F9B2-4C0A-88F0-DF518CEB9857}" type="pres">
      <dgm:prSet presAssocID="{55170E85-A2B6-443A-B1F5-3368BB7854AE}" presName="imgShp" presStyleLbl="fgImgPlace1" presStyleIdx="1" presStyleCnt="4"/>
      <dgm:spPr/>
    </dgm:pt>
    <dgm:pt modelId="{760D95CF-7D8C-4788-A84E-1B0B505B9A56}" type="pres">
      <dgm:prSet presAssocID="{55170E85-A2B6-443A-B1F5-3368BB7854AE}" presName="txShp" presStyleLbl="node1" presStyleIdx="1" presStyleCnt="4">
        <dgm:presLayoutVars>
          <dgm:bulletEnabled val="1"/>
        </dgm:presLayoutVars>
      </dgm:prSet>
      <dgm:spPr/>
    </dgm:pt>
    <dgm:pt modelId="{B87BAAE4-3374-4137-8B13-418D2E7F1556}" type="pres">
      <dgm:prSet presAssocID="{B47678D6-2EE8-49AC-805A-98C91AF58075}" presName="spacing" presStyleCnt="0"/>
      <dgm:spPr/>
    </dgm:pt>
    <dgm:pt modelId="{885F79FA-05DE-4A8A-B5BF-1518D20B93C4}" type="pres">
      <dgm:prSet presAssocID="{10087258-1AB1-46F1-A0C2-9A571A03C56C}" presName="composite" presStyleCnt="0"/>
      <dgm:spPr/>
    </dgm:pt>
    <dgm:pt modelId="{97F8AA68-D00C-454C-A064-71646A81D6B4}" type="pres">
      <dgm:prSet presAssocID="{10087258-1AB1-46F1-A0C2-9A571A03C56C}" presName="imgShp" presStyleLbl="fgImgPlace1" presStyleIdx="2" presStyleCnt="4"/>
      <dgm:spPr/>
    </dgm:pt>
    <dgm:pt modelId="{82E54C76-3536-47D8-B430-25143CDC5F8F}" type="pres">
      <dgm:prSet presAssocID="{10087258-1AB1-46F1-A0C2-9A571A03C56C}" presName="txShp" presStyleLbl="node1" presStyleIdx="2" presStyleCnt="4">
        <dgm:presLayoutVars>
          <dgm:bulletEnabled val="1"/>
        </dgm:presLayoutVars>
      </dgm:prSet>
      <dgm:spPr/>
    </dgm:pt>
    <dgm:pt modelId="{187C4DBE-81AF-4A12-8A4B-DA5D4930D0A7}" type="pres">
      <dgm:prSet presAssocID="{8A9BE167-3806-489A-9E15-575143886795}" presName="spacing" presStyleCnt="0"/>
      <dgm:spPr/>
    </dgm:pt>
    <dgm:pt modelId="{122B106C-7C2D-4DBA-9307-6B729EB90340}" type="pres">
      <dgm:prSet presAssocID="{10D53A23-3AEA-4773-AAE3-2700A932320F}" presName="composite" presStyleCnt="0"/>
      <dgm:spPr/>
    </dgm:pt>
    <dgm:pt modelId="{2A1676CB-E47F-41C7-BCBC-0560D0CFE59B}" type="pres">
      <dgm:prSet presAssocID="{10D53A23-3AEA-4773-AAE3-2700A932320F}" presName="imgShp" presStyleLbl="fgImgPlace1" presStyleIdx="3" presStyleCnt="4"/>
      <dgm:spPr/>
    </dgm:pt>
    <dgm:pt modelId="{3867E8BA-74FE-4E9C-A43B-5CC78BFFFFC3}" type="pres">
      <dgm:prSet presAssocID="{10D53A23-3AEA-4773-AAE3-2700A932320F}" presName="txShp" presStyleLbl="node1" presStyleIdx="3" presStyleCnt="4">
        <dgm:presLayoutVars>
          <dgm:bulletEnabled val="1"/>
        </dgm:presLayoutVars>
      </dgm:prSet>
      <dgm:spPr/>
    </dgm:pt>
  </dgm:ptLst>
  <dgm:cxnLst>
    <dgm:cxn modelId="{414EDD4A-2563-42E3-97B3-38EF76ECB917}" type="presOf" srcId="{55170E85-A2B6-443A-B1F5-3368BB7854AE}" destId="{760D95CF-7D8C-4788-A84E-1B0B505B9A56}" srcOrd="0" destOrd="0" presId="urn:microsoft.com/office/officeart/2005/8/layout/vList3"/>
    <dgm:cxn modelId="{5034894E-F67D-45C6-9160-EC7E7C2F8BD3}" srcId="{CCEEB533-7C59-4F0E-8D98-8720D944972E}" destId="{10087258-1AB1-46F1-A0C2-9A571A03C56C}" srcOrd="2" destOrd="0" parTransId="{6C728E10-8299-4DD9-A27E-C2D0A4E30BC1}" sibTransId="{8A9BE167-3806-489A-9E15-575143886795}"/>
    <dgm:cxn modelId="{74C45470-1A0B-4843-A2D2-9212F397818B}" type="presOf" srcId="{CCEEB533-7C59-4F0E-8D98-8720D944972E}" destId="{22D790D8-A664-481E-AD4B-1C74DC004AE1}" srcOrd="0" destOrd="0" presId="urn:microsoft.com/office/officeart/2005/8/layout/vList3"/>
    <dgm:cxn modelId="{AE9DB390-AB2C-4FF9-A6A0-2F508EE8269D}" type="presOf" srcId="{10D53A23-3AEA-4773-AAE3-2700A932320F}" destId="{3867E8BA-74FE-4E9C-A43B-5CC78BFFFFC3}" srcOrd="0" destOrd="0" presId="urn:microsoft.com/office/officeart/2005/8/layout/vList3"/>
    <dgm:cxn modelId="{163176AE-AC27-4071-A207-C17F5BC5D741}" srcId="{CCEEB533-7C59-4F0E-8D98-8720D944972E}" destId="{C6AAA2FE-C382-40DE-B76C-CC2F33696ED0}" srcOrd="0" destOrd="0" parTransId="{42F099DD-DA43-4D7F-A785-C998A92B39F3}" sibTransId="{FFB5D0F8-82FD-4427-946A-40B4EFBC9169}"/>
    <dgm:cxn modelId="{AF552EB5-0E37-40A8-908C-FA4BE11D71D5}" srcId="{CCEEB533-7C59-4F0E-8D98-8720D944972E}" destId="{10D53A23-3AEA-4773-AAE3-2700A932320F}" srcOrd="3" destOrd="0" parTransId="{A4C54898-09E0-477C-885E-F45599AC0527}" sibTransId="{FC9A5E73-3E25-4DE5-903E-8D07136FB32D}"/>
    <dgm:cxn modelId="{C02D89CF-C3E2-4A4F-A965-BC891A146FB1}" type="presOf" srcId="{10087258-1AB1-46F1-A0C2-9A571A03C56C}" destId="{82E54C76-3536-47D8-B430-25143CDC5F8F}" srcOrd="0" destOrd="0" presId="urn:microsoft.com/office/officeart/2005/8/layout/vList3"/>
    <dgm:cxn modelId="{B6C267E6-25AF-49BD-B051-4BA8F38CD844}" srcId="{CCEEB533-7C59-4F0E-8D98-8720D944972E}" destId="{55170E85-A2B6-443A-B1F5-3368BB7854AE}" srcOrd="1" destOrd="0" parTransId="{F5D1CFC9-DF85-4F03-8B3B-4527E7904B76}" sibTransId="{B47678D6-2EE8-49AC-805A-98C91AF58075}"/>
    <dgm:cxn modelId="{615409EF-F94C-467C-8E31-D2F61841E5E8}" type="presOf" srcId="{C6AAA2FE-C382-40DE-B76C-CC2F33696ED0}" destId="{63A48231-B417-46AD-8651-77D067C9FC25}" srcOrd="0" destOrd="0" presId="urn:microsoft.com/office/officeart/2005/8/layout/vList3"/>
    <dgm:cxn modelId="{E2657AA6-1689-4F7F-A8B6-7C8D30F1206F}" type="presParOf" srcId="{22D790D8-A664-481E-AD4B-1C74DC004AE1}" destId="{74FDD6F8-4CD0-4FE0-91A6-34439E23FBF3}" srcOrd="0" destOrd="0" presId="urn:microsoft.com/office/officeart/2005/8/layout/vList3"/>
    <dgm:cxn modelId="{A3EAD26E-1402-4CA0-897C-745B0B2ADDC4}" type="presParOf" srcId="{74FDD6F8-4CD0-4FE0-91A6-34439E23FBF3}" destId="{8A56844B-44F8-48AC-BCAA-41D0C5334F7F}" srcOrd="0" destOrd="0" presId="urn:microsoft.com/office/officeart/2005/8/layout/vList3"/>
    <dgm:cxn modelId="{9709E8D5-9259-437D-B123-8B2CFD788C5D}" type="presParOf" srcId="{74FDD6F8-4CD0-4FE0-91A6-34439E23FBF3}" destId="{63A48231-B417-46AD-8651-77D067C9FC25}" srcOrd="1" destOrd="0" presId="urn:microsoft.com/office/officeart/2005/8/layout/vList3"/>
    <dgm:cxn modelId="{2CC93224-A401-422C-8D3E-9172C11393F9}" type="presParOf" srcId="{22D790D8-A664-481E-AD4B-1C74DC004AE1}" destId="{78BA5BB0-57CB-4749-A3FD-96DA084F3D7E}" srcOrd="1" destOrd="0" presId="urn:microsoft.com/office/officeart/2005/8/layout/vList3"/>
    <dgm:cxn modelId="{28110CFF-6BDC-44F3-BF65-45655E4BA8CE}" type="presParOf" srcId="{22D790D8-A664-481E-AD4B-1C74DC004AE1}" destId="{1F14D066-6DBA-4F61-897B-CA5A752F859C}" srcOrd="2" destOrd="0" presId="urn:microsoft.com/office/officeart/2005/8/layout/vList3"/>
    <dgm:cxn modelId="{6E12E468-2443-4FFC-80D9-6863DE94889F}" type="presParOf" srcId="{1F14D066-6DBA-4F61-897B-CA5A752F859C}" destId="{7D59DEBA-F9B2-4C0A-88F0-DF518CEB9857}" srcOrd="0" destOrd="0" presId="urn:microsoft.com/office/officeart/2005/8/layout/vList3"/>
    <dgm:cxn modelId="{3DDBA88F-B473-4A76-AF9B-328759991416}" type="presParOf" srcId="{1F14D066-6DBA-4F61-897B-CA5A752F859C}" destId="{760D95CF-7D8C-4788-A84E-1B0B505B9A56}" srcOrd="1" destOrd="0" presId="urn:microsoft.com/office/officeart/2005/8/layout/vList3"/>
    <dgm:cxn modelId="{D2DC3011-61C3-4082-AF4C-F9F870DF156A}" type="presParOf" srcId="{22D790D8-A664-481E-AD4B-1C74DC004AE1}" destId="{B87BAAE4-3374-4137-8B13-418D2E7F1556}" srcOrd="3" destOrd="0" presId="urn:microsoft.com/office/officeart/2005/8/layout/vList3"/>
    <dgm:cxn modelId="{AE816E13-82DD-44E7-8BC2-9A228E3E09FB}" type="presParOf" srcId="{22D790D8-A664-481E-AD4B-1C74DC004AE1}" destId="{885F79FA-05DE-4A8A-B5BF-1518D20B93C4}" srcOrd="4" destOrd="0" presId="urn:microsoft.com/office/officeart/2005/8/layout/vList3"/>
    <dgm:cxn modelId="{7068889D-BF5B-4B0A-B49C-8FBBAF8C3A65}" type="presParOf" srcId="{885F79FA-05DE-4A8A-B5BF-1518D20B93C4}" destId="{97F8AA68-D00C-454C-A064-71646A81D6B4}" srcOrd="0" destOrd="0" presId="urn:microsoft.com/office/officeart/2005/8/layout/vList3"/>
    <dgm:cxn modelId="{8D60D33A-B46F-4386-AE43-4375AD6D24D6}" type="presParOf" srcId="{885F79FA-05DE-4A8A-B5BF-1518D20B93C4}" destId="{82E54C76-3536-47D8-B430-25143CDC5F8F}" srcOrd="1" destOrd="0" presId="urn:microsoft.com/office/officeart/2005/8/layout/vList3"/>
    <dgm:cxn modelId="{CA18A59A-4C6D-4079-8993-B1C5D8BFAB0B}" type="presParOf" srcId="{22D790D8-A664-481E-AD4B-1C74DC004AE1}" destId="{187C4DBE-81AF-4A12-8A4B-DA5D4930D0A7}" srcOrd="5" destOrd="0" presId="urn:microsoft.com/office/officeart/2005/8/layout/vList3"/>
    <dgm:cxn modelId="{9955DA8C-B586-48DA-9900-35DB587BBFEB}" type="presParOf" srcId="{22D790D8-A664-481E-AD4B-1C74DC004AE1}" destId="{122B106C-7C2D-4DBA-9307-6B729EB90340}" srcOrd="6" destOrd="0" presId="urn:microsoft.com/office/officeart/2005/8/layout/vList3"/>
    <dgm:cxn modelId="{3CF75E49-A80A-493F-AC08-EE6517F3FA74}" type="presParOf" srcId="{122B106C-7C2D-4DBA-9307-6B729EB90340}" destId="{2A1676CB-E47F-41C7-BCBC-0560D0CFE59B}" srcOrd="0" destOrd="0" presId="urn:microsoft.com/office/officeart/2005/8/layout/vList3"/>
    <dgm:cxn modelId="{728AAEB9-1B4C-4E1E-A22E-FF796E12752D}" type="presParOf" srcId="{122B106C-7C2D-4DBA-9307-6B729EB90340}" destId="{3867E8BA-74FE-4E9C-A43B-5CC78BFFFFC3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134AB891-A9E6-4306-8053-6C544953F67A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E342C5E-E491-49B3-971B-96D667994C69}">
      <dgm:prSet/>
      <dgm:spPr/>
      <dgm:t>
        <a:bodyPr/>
        <a:lstStyle/>
        <a:p>
          <a:r>
            <a:rPr lang="ru-RU" b="0" i="0" baseline="0"/>
            <a:t>К. Левицький</a:t>
          </a:r>
          <a:endParaRPr lang="uk-UA"/>
        </a:p>
      </dgm:t>
    </dgm:pt>
    <dgm:pt modelId="{6DC1620A-69BC-48B5-B9F1-5A45AA6CD322}" type="parTrans" cxnId="{AD374729-6226-4E0B-89DB-84C9E458D4F0}">
      <dgm:prSet/>
      <dgm:spPr/>
      <dgm:t>
        <a:bodyPr/>
        <a:lstStyle/>
        <a:p>
          <a:endParaRPr lang="uk-UA"/>
        </a:p>
      </dgm:t>
    </dgm:pt>
    <dgm:pt modelId="{B620B2D2-B6B3-401E-8D7D-9045E376AC7C}" type="sibTrans" cxnId="{AD374729-6226-4E0B-89DB-84C9E458D4F0}">
      <dgm:prSet/>
      <dgm:spPr/>
      <dgm:t>
        <a:bodyPr/>
        <a:lstStyle/>
        <a:p>
          <a:endParaRPr lang="uk-UA"/>
        </a:p>
      </dgm:t>
    </dgm:pt>
    <dgm:pt modelId="{D7A4A465-E465-47B9-BF2F-C9BC24B7C009}">
      <dgm:prSet/>
      <dgm:spPr/>
      <dgm:t>
        <a:bodyPr/>
        <a:lstStyle/>
        <a:p>
          <a:r>
            <a:rPr lang="ru-RU" b="0" i="0" baseline="0"/>
            <a:t>Д. Донцов</a:t>
          </a:r>
          <a:endParaRPr lang="uk-UA"/>
        </a:p>
      </dgm:t>
    </dgm:pt>
    <dgm:pt modelId="{6A7BA07D-B78C-4166-A1FA-6B6DA4C3A2BD}" type="parTrans" cxnId="{179D173B-89CC-4B75-A39E-CE97EE870056}">
      <dgm:prSet/>
      <dgm:spPr/>
      <dgm:t>
        <a:bodyPr/>
        <a:lstStyle/>
        <a:p>
          <a:endParaRPr lang="uk-UA"/>
        </a:p>
      </dgm:t>
    </dgm:pt>
    <dgm:pt modelId="{E804492D-1F8E-4D30-984C-D32E020E8151}" type="sibTrans" cxnId="{179D173B-89CC-4B75-A39E-CE97EE870056}">
      <dgm:prSet/>
      <dgm:spPr/>
      <dgm:t>
        <a:bodyPr/>
        <a:lstStyle/>
        <a:p>
          <a:endParaRPr lang="uk-UA"/>
        </a:p>
      </dgm:t>
    </dgm:pt>
    <dgm:pt modelId="{EFC5B305-599C-4FF0-8997-BE4D80ED5387}">
      <dgm:prSet/>
      <dgm:spPr/>
      <dgm:t>
        <a:bodyPr/>
        <a:lstStyle/>
        <a:p>
          <a:r>
            <a:rPr lang="ru-RU" b="0" i="0" baseline="0"/>
            <a:t>Є. Коновалець</a:t>
          </a:r>
          <a:endParaRPr lang="uk-UA"/>
        </a:p>
      </dgm:t>
    </dgm:pt>
    <dgm:pt modelId="{64973F1D-BA54-4566-B479-A52956F1494F}" type="parTrans" cxnId="{046E5D5C-0F07-4AFD-B330-9907FCC1DDC3}">
      <dgm:prSet/>
      <dgm:spPr/>
      <dgm:t>
        <a:bodyPr/>
        <a:lstStyle/>
        <a:p>
          <a:endParaRPr lang="uk-UA"/>
        </a:p>
      </dgm:t>
    </dgm:pt>
    <dgm:pt modelId="{5AFB0860-5B68-4E2B-BB5B-21FF91FB8C6C}" type="sibTrans" cxnId="{046E5D5C-0F07-4AFD-B330-9907FCC1DDC3}">
      <dgm:prSet/>
      <dgm:spPr/>
      <dgm:t>
        <a:bodyPr/>
        <a:lstStyle/>
        <a:p>
          <a:endParaRPr lang="uk-UA"/>
        </a:p>
      </dgm:t>
    </dgm:pt>
    <dgm:pt modelId="{69EE0FD7-A28F-4A3C-8A9B-049565BC94AE}">
      <dgm:prSet/>
      <dgm:spPr/>
      <dgm:t>
        <a:bodyPr/>
        <a:lstStyle/>
        <a:p>
          <a:r>
            <a:rPr lang="ru-RU" b="0" i="0" baseline="0"/>
            <a:t>А. Жук</a:t>
          </a:r>
          <a:endParaRPr lang="uk-UA"/>
        </a:p>
      </dgm:t>
    </dgm:pt>
    <dgm:pt modelId="{C8F74FFA-7029-4373-BDBD-C216B9D70BD5}" type="parTrans" cxnId="{9806157D-3A67-42F5-9770-8DAF5D398ED4}">
      <dgm:prSet/>
      <dgm:spPr/>
      <dgm:t>
        <a:bodyPr/>
        <a:lstStyle/>
        <a:p>
          <a:endParaRPr lang="uk-UA"/>
        </a:p>
      </dgm:t>
    </dgm:pt>
    <dgm:pt modelId="{8217F49F-692B-4E9D-9DF3-5B1F1A63FA5B}" type="sibTrans" cxnId="{9806157D-3A67-42F5-9770-8DAF5D398ED4}">
      <dgm:prSet/>
      <dgm:spPr/>
      <dgm:t>
        <a:bodyPr/>
        <a:lstStyle/>
        <a:p>
          <a:endParaRPr lang="uk-UA"/>
        </a:p>
      </dgm:t>
    </dgm:pt>
    <dgm:pt modelId="{F877DE6C-A583-4F21-A210-CEB22C2440DF}" type="pres">
      <dgm:prSet presAssocID="{134AB891-A9E6-4306-8053-6C544953F67A}" presName="Name0" presStyleCnt="0">
        <dgm:presLayoutVars>
          <dgm:chMax val="7"/>
          <dgm:chPref val="7"/>
          <dgm:dir/>
        </dgm:presLayoutVars>
      </dgm:prSet>
      <dgm:spPr/>
    </dgm:pt>
    <dgm:pt modelId="{638DB4F3-526C-4C76-AF21-CF39DBA00800}" type="pres">
      <dgm:prSet presAssocID="{134AB891-A9E6-4306-8053-6C544953F67A}" presName="Name1" presStyleCnt="0"/>
      <dgm:spPr/>
    </dgm:pt>
    <dgm:pt modelId="{0C32321C-24C9-4697-9085-F2A2EAC5144D}" type="pres">
      <dgm:prSet presAssocID="{134AB891-A9E6-4306-8053-6C544953F67A}" presName="cycle" presStyleCnt="0"/>
      <dgm:spPr/>
    </dgm:pt>
    <dgm:pt modelId="{4281B79E-0746-4634-A8F0-08C53D8B7E0C}" type="pres">
      <dgm:prSet presAssocID="{134AB891-A9E6-4306-8053-6C544953F67A}" presName="srcNode" presStyleLbl="node1" presStyleIdx="0" presStyleCnt="4"/>
      <dgm:spPr/>
    </dgm:pt>
    <dgm:pt modelId="{F4459F57-60A9-4B6C-BEDB-91B20E302822}" type="pres">
      <dgm:prSet presAssocID="{134AB891-A9E6-4306-8053-6C544953F67A}" presName="conn" presStyleLbl="parChTrans1D2" presStyleIdx="0" presStyleCnt="1"/>
      <dgm:spPr/>
    </dgm:pt>
    <dgm:pt modelId="{96224F17-53BB-45D0-B0EB-D9B9E280438B}" type="pres">
      <dgm:prSet presAssocID="{134AB891-A9E6-4306-8053-6C544953F67A}" presName="extraNode" presStyleLbl="node1" presStyleIdx="0" presStyleCnt="4"/>
      <dgm:spPr/>
    </dgm:pt>
    <dgm:pt modelId="{B2679194-4376-47E1-9895-14306021838B}" type="pres">
      <dgm:prSet presAssocID="{134AB891-A9E6-4306-8053-6C544953F67A}" presName="dstNode" presStyleLbl="node1" presStyleIdx="0" presStyleCnt="4"/>
      <dgm:spPr/>
    </dgm:pt>
    <dgm:pt modelId="{6E8AD6BD-9D15-4239-A017-74BB79E65F1F}" type="pres">
      <dgm:prSet presAssocID="{CE342C5E-E491-49B3-971B-96D667994C69}" presName="text_1" presStyleLbl="node1" presStyleIdx="0" presStyleCnt="4">
        <dgm:presLayoutVars>
          <dgm:bulletEnabled val="1"/>
        </dgm:presLayoutVars>
      </dgm:prSet>
      <dgm:spPr/>
    </dgm:pt>
    <dgm:pt modelId="{9296B66D-0C08-4BE0-8998-859558BE80B8}" type="pres">
      <dgm:prSet presAssocID="{CE342C5E-E491-49B3-971B-96D667994C69}" presName="accent_1" presStyleCnt="0"/>
      <dgm:spPr/>
    </dgm:pt>
    <dgm:pt modelId="{5318D3C6-9776-4E1C-9777-C7E6CD924D9A}" type="pres">
      <dgm:prSet presAssocID="{CE342C5E-E491-49B3-971B-96D667994C69}" presName="accentRepeatNode" presStyleLbl="solidFgAcc1" presStyleIdx="0" presStyleCnt="4"/>
      <dgm:spPr/>
    </dgm:pt>
    <dgm:pt modelId="{FAF8026E-DEE9-42FA-9B34-9349C881305A}" type="pres">
      <dgm:prSet presAssocID="{D7A4A465-E465-47B9-BF2F-C9BC24B7C009}" presName="text_2" presStyleLbl="node1" presStyleIdx="1" presStyleCnt="4">
        <dgm:presLayoutVars>
          <dgm:bulletEnabled val="1"/>
        </dgm:presLayoutVars>
      </dgm:prSet>
      <dgm:spPr/>
    </dgm:pt>
    <dgm:pt modelId="{7C9B81CF-9B52-4E26-9510-14EC97C98CCC}" type="pres">
      <dgm:prSet presAssocID="{D7A4A465-E465-47B9-BF2F-C9BC24B7C009}" presName="accent_2" presStyleCnt="0"/>
      <dgm:spPr/>
    </dgm:pt>
    <dgm:pt modelId="{173E462C-7250-47CD-8A68-41E8C0C09AAE}" type="pres">
      <dgm:prSet presAssocID="{D7A4A465-E465-47B9-BF2F-C9BC24B7C009}" presName="accentRepeatNode" presStyleLbl="solidFgAcc1" presStyleIdx="1" presStyleCnt="4"/>
      <dgm:spPr/>
    </dgm:pt>
    <dgm:pt modelId="{DE94A7FF-25ED-4AE7-AE8E-91DD1648C2F7}" type="pres">
      <dgm:prSet presAssocID="{EFC5B305-599C-4FF0-8997-BE4D80ED5387}" presName="text_3" presStyleLbl="node1" presStyleIdx="2" presStyleCnt="4">
        <dgm:presLayoutVars>
          <dgm:bulletEnabled val="1"/>
        </dgm:presLayoutVars>
      </dgm:prSet>
      <dgm:spPr/>
    </dgm:pt>
    <dgm:pt modelId="{CDE902F8-2D10-4AB0-86E3-2085465F3218}" type="pres">
      <dgm:prSet presAssocID="{EFC5B305-599C-4FF0-8997-BE4D80ED5387}" presName="accent_3" presStyleCnt="0"/>
      <dgm:spPr/>
    </dgm:pt>
    <dgm:pt modelId="{B8DC9211-3648-4974-B20C-843A2850A63D}" type="pres">
      <dgm:prSet presAssocID="{EFC5B305-599C-4FF0-8997-BE4D80ED5387}" presName="accentRepeatNode" presStyleLbl="solidFgAcc1" presStyleIdx="2" presStyleCnt="4"/>
      <dgm:spPr/>
    </dgm:pt>
    <dgm:pt modelId="{D7BF5BC1-95D3-443E-86CE-A553006F0162}" type="pres">
      <dgm:prSet presAssocID="{69EE0FD7-A28F-4A3C-8A9B-049565BC94AE}" presName="text_4" presStyleLbl="node1" presStyleIdx="3" presStyleCnt="4">
        <dgm:presLayoutVars>
          <dgm:bulletEnabled val="1"/>
        </dgm:presLayoutVars>
      </dgm:prSet>
      <dgm:spPr/>
    </dgm:pt>
    <dgm:pt modelId="{6DC67BA8-5D67-44BE-B207-F58954812A58}" type="pres">
      <dgm:prSet presAssocID="{69EE0FD7-A28F-4A3C-8A9B-049565BC94AE}" presName="accent_4" presStyleCnt="0"/>
      <dgm:spPr/>
    </dgm:pt>
    <dgm:pt modelId="{5695CAED-22EC-4A5B-8C76-95F0EF3E714C}" type="pres">
      <dgm:prSet presAssocID="{69EE0FD7-A28F-4A3C-8A9B-049565BC94AE}" presName="accentRepeatNode" presStyleLbl="solidFgAcc1" presStyleIdx="3" presStyleCnt="4"/>
      <dgm:spPr/>
    </dgm:pt>
  </dgm:ptLst>
  <dgm:cxnLst>
    <dgm:cxn modelId="{AD374729-6226-4E0B-89DB-84C9E458D4F0}" srcId="{134AB891-A9E6-4306-8053-6C544953F67A}" destId="{CE342C5E-E491-49B3-971B-96D667994C69}" srcOrd="0" destOrd="0" parTransId="{6DC1620A-69BC-48B5-B9F1-5A45AA6CD322}" sibTransId="{B620B2D2-B6B3-401E-8D7D-9045E376AC7C}"/>
    <dgm:cxn modelId="{B1D7B12C-AC20-452B-BCCA-3994712473F3}" type="presOf" srcId="{69EE0FD7-A28F-4A3C-8A9B-049565BC94AE}" destId="{D7BF5BC1-95D3-443E-86CE-A553006F0162}" srcOrd="0" destOrd="0" presId="urn:microsoft.com/office/officeart/2008/layout/VerticalCurvedList"/>
    <dgm:cxn modelId="{179D173B-89CC-4B75-A39E-CE97EE870056}" srcId="{134AB891-A9E6-4306-8053-6C544953F67A}" destId="{D7A4A465-E465-47B9-BF2F-C9BC24B7C009}" srcOrd="1" destOrd="0" parTransId="{6A7BA07D-B78C-4166-A1FA-6B6DA4C3A2BD}" sibTransId="{E804492D-1F8E-4D30-984C-D32E020E8151}"/>
    <dgm:cxn modelId="{4ED6013F-3C6D-4896-895C-F9FA9BDB1368}" type="presOf" srcId="{D7A4A465-E465-47B9-BF2F-C9BC24B7C009}" destId="{FAF8026E-DEE9-42FA-9B34-9349C881305A}" srcOrd="0" destOrd="0" presId="urn:microsoft.com/office/officeart/2008/layout/VerticalCurvedList"/>
    <dgm:cxn modelId="{046E5D5C-0F07-4AFD-B330-9907FCC1DDC3}" srcId="{134AB891-A9E6-4306-8053-6C544953F67A}" destId="{EFC5B305-599C-4FF0-8997-BE4D80ED5387}" srcOrd="2" destOrd="0" parTransId="{64973F1D-BA54-4566-B479-A52956F1494F}" sibTransId="{5AFB0860-5B68-4E2B-BB5B-21FF91FB8C6C}"/>
    <dgm:cxn modelId="{8BE24947-AB94-4F1E-8E0F-00BF21DA5955}" type="presOf" srcId="{CE342C5E-E491-49B3-971B-96D667994C69}" destId="{6E8AD6BD-9D15-4239-A017-74BB79E65F1F}" srcOrd="0" destOrd="0" presId="urn:microsoft.com/office/officeart/2008/layout/VerticalCurvedList"/>
    <dgm:cxn modelId="{9806157D-3A67-42F5-9770-8DAF5D398ED4}" srcId="{134AB891-A9E6-4306-8053-6C544953F67A}" destId="{69EE0FD7-A28F-4A3C-8A9B-049565BC94AE}" srcOrd="3" destOrd="0" parTransId="{C8F74FFA-7029-4373-BDBD-C216B9D70BD5}" sibTransId="{8217F49F-692B-4E9D-9DF3-5B1F1A63FA5B}"/>
    <dgm:cxn modelId="{769FD5B5-EB03-4302-B916-1D33847A74F4}" type="presOf" srcId="{134AB891-A9E6-4306-8053-6C544953F67A}" destId="{F877DE6C-A583-4F21-A210-CEB22C2440DF}" srcOrd="0" destOrd="0" presId="urn:microsoft.com/office/officeart/2008/layout/VerticalCurvedList"/>
    <dgm:cxn modelId="{AE1D72C8-9FBD-4ACB-8358-DC56726D3A09}" type="presOf" srcId="{B620B2D2-B6B3-401E-8D7D-9045E376AC7C}" destId="{F4459F57-60A9-4B6C-BEDB-91B20E302822}" srcOrd="0" destOrd="0" presId="urn:microsoft.com/office/officeart/2008/layout/VerticalCurvedList"/>
    <dgm:cxn modelId="{8EF544F1-6E04-4E0F-BA91-B64E1D527DD5}" type="presOf" srcId="{EFC5B305-599C-4FF0-8997-BE4D80ED5387}" destId="{DE94A7FF-25ED-4AE7-AE8E-91DD1648C2F7}" srcOrd="0" destOrd="0" presId="urn:microsoft.com/office/officeart/2008/layout/VerticalCurvedList"/>
    <dgm:cxn modelId="{E8E6F025-6D0D-4129-B930-C4A59CED6BDD}" type="presParOf" srcId="{F877DE6C-A583-4F21-A210-CEB22C2440DF}" destId="{638DB4F3-526C-4C76-AF21-CF39DBA00800}" srcOrd="0" destOrd="0" presId="urn:microsoft.com/office/officeart/2008/layout/VerticalCurvedList"/>
    <dgm:cxn modelId="{4E9D9A4D-BEAC-460C-800F-7D9B31EAF568}" type="presParOf" srcId="{638DB4F3-526C-4C76-AF21-CF39DBA00800}" destId="{0C32321C-24C9-4697-9085-F2A2EAC5144D}" srcOrd="0" destOrd="0" presId="urn:microsoft.com/office/officeart/2008/layout/VerticalCurvedList"/>
    <dgm:cxn modelId="{736796F6-E48A-463F-AB07-075DBEF1F58D}" type="presParOf" srcId="{0C32321C-24C9-4697-9085-F2A2EAC5144D}" destId="{4281B79E-0746-4634-A8F0-08C53D8B7E0C}" srcOrd="0" destOrd="0" presId="urn:microsoft.com/office/officeart/2008/layout/VerticalCurvedList"/>
    <dgm:cxn modelId="{A5A6651B-57B6-491D-BF45-60D832F12434}" type="presParOf" srcId="{0C32321C-24C9-4697-9085-F2A2EAC5144D}" destId="{F4459F57-60A9-4B6C-BEDB-91B20E302822}" srcOrd="1" destOrd="0" presId="urn:microsoft.com/office/officeart/2008/layout/VerticalCurvedList"/>
    <dgm:cxn modelId="{860F1F18-BAD1-4D00-B58B-6DBDA0AD71A3}" type="presParOf" srcId="{0C32321C-24C9-4697-9085-F2A2EAC5144D}" destId="{96224F17-53BB-45D0-B0EB-D9B9E280438B}" srcOrd="2" destOrd="0" presId="urn:microsoft.com/office/officeart/2008/layout/VerticalCurvedList"/>
    <dgm:cxn modelId="{160F205E-DFEF-4B85-9075-07C84BA99D70}" type="presParOf" srcId="{0C32321C-24C9-4697-9085-F2A2EAC5144D}" destId="{B2679194-4376-47E1-9895-14306021838B}" srcOrd="3" destOrd="0" presId="urn:microsoft.com/office/officeart/2008/layout/VerticalCurvedList"/>
    <dgm:cxn modelId="{06C05604-105F-4080-AC13-7B637316EE05}" type="presParOf" srcId="{638DB4F3-526C-4C76-AF21-CF39DBA00800}" destId="{6E8AD6BD-9D15-4239-A017-74BB79E65F1F}" srcOrd="1" destOrd="0" presId="urn:microsoft.com/office/officeart/2008/layout/VerticalCurvedList"/>
    <dgm:cxn modelId="{97B73486-3EA1-4FD1-A6FE-DDF6D433E3C1}" type="presParOf" srcId="{638DB4F3-526C-4C76-AF21-CF39DBA00800}" destId="{9296B66D-0C08-4BE0-8998-859558BE80B8}" srcOrd="2" destOrd="0" presId="urn:microsoft.com/office/officeart/2008/layout/VerticalCurvedList"/>
    <dgm:cxn modelId="{118A161A-EB0F-4E0C-BA45-5120B3A9FF69}" type="presParOf" srcId="{9296B66D-0C08-4BE0-8998-859558BE80B8}" destId="{5318D3C6-9776-4E1C-9777-C7E6CD924D9A}" srcOrd="0" destOrd="0" presId="urn:microsoft.com/office/officeart/2008/layout/VerticalCurvedList"/>
    <dgm:cxn modelId="{9CB22442-BE8B-427D-8993-A4FC09389769}" type="presParOf" srcId="{638DB4F3-526C-4C76-AF21-CF39DBA00800}" destId="{FAF8026E-DEE9-42FA-9B34-9349C881305A}" srcOrd="3" destOrd="0" presId="urn:microsoft.com/office/officeart/2008/layout/VerticalCurvedList"/>
    <dgm:cxn modelId="{2319BD64-3592-4D30-A0B7-176463D1902B}" type="presParOf" srcId="{638DB4F3-526C-4C76-AF21-CF39DBA00800}" destId="{7C9B81CF-9B52-4E26-9510-14EC97C98CCC}" srcOrd="4" destOrd="0" presId="urn:microsoft.com/office/officeart/2008/layout/VerticalCurvedList"/>
    <dgm:cxn modelId="{C709CF11-3186-4E48-814D-FEDE605F7A49}" type="presParOf" srcId="{7C9B81CF-9B52-4E26-9510-14EC97C98CCC}" destId="{173E462C-7250-47CD-8A68-41E8C0C09AAE}" srcOrd="0" destOrd="0" presId="urn:microsoft.com/office/officeart/2008/layout/VerticalCurvedList"/>
    <dgm:cxn modelId="{8FC6B68A-96F2-4692-A9C0-C5CBF700E862}" type="presParOf" srcId="{638DB4F3-526C-4C76-AF21-CF39DBA00800}" destId="{DE94A7FF-25ED-4AE7-AE8E-91DD1648C2F7}" srcOrd="5" destOrd="0" presId="urn:microsoft.com/office/officeart/2008/layout/VerticalCurvedList"/>
    <dgm:cxn modelId="{163B466E-4645-40C4-B7CA-577A11137F13}" type="presParOf" srcId="{638DB4F3-526C-4C76-AF21-CF39DBA00800}" destId="{CDE902F8-2D10-4AB0-86E3-2085465F3218}" srcOrd="6" destOrd="0" presId="urn:microsoft.com/office/officeart/2008/layout/VerticalCurvedList"/>
    <dgm:cxn modelId="{5DE9D472-1435-4EC0-B140-D8703EA3C5FD}" type="presParOf" srcId="{CDE902F8-2D10-4AB0-86E3-2085465F3218}" destId="{B8DC9211-3648-4974-B20C-843A2850A63D}" srcOrd="0" destOrd="0" presId="urn:microsoft.com/office/officeart/2008/layout/VerticalCurvedList"/>
    <dgm:cxn modelId="{B1CCCBAC-3F6B-4FC1-852E-C70370A85C62}" type="presParOf" srcId="{638DB4F3-526C-4C76-AF21-CF39DBA00800}" destId="{D7BF5BC1-95D3-443E-86CE-A553006F0162}" srcOrd="7" destOrd="0" presId="urn:microsoft.com/office/officeart/2008/layout/VerticalCurvedList"/>
    <dgm:cxn modelId="{3E1010A0-3E83-4A59-84AA-BFD4C8942C68}" type="presParOf" srcId="{638DB4F3-526C-4C76-AF21-CF39DBA00800}" destId="{6DC67BA8-5D67-44BE-B207-F58954812A58}" srcOrd="8" destOrd="0" presId="urn:microsoft.com/office/officeart/2008/layout/VerticalCurvedList"/>
    <dgm:cxn modelId="{CB8C31E3-78C4-4DD5-AF5B-6C4C6D568C7A}" type="presParOf" srcId="{6DC67BA8-5D67-44BE-B207-F58954812A58}" destId="{5695CAED-22EC-4A5B-8C76-95F0EF3E714C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95157D75-7349-4DBB-86F8-F0A56993F5B5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F46A9A4-A576-4503-B73E-B79EABBFBCED}">
      <dgm:prSet/>
      <dgm:spPr/>
      <dgm:t>
        <a:bodyPr/>
        <a:lstStyle/>
        <a:p>
          <a:r>
            <a:rPr lang="uk-UA" b="0" i="0" baseline="0"/>
            <a:t>співзасновник Української національно-демократичної партії, голова Державного секретаріату ЗУНР</a:t>
          </a:r>
          <a:endParaRPr lang="uk-UA"/>
        </a:p>
      </dgm:t>
    </dgm:pt>
    <dgm:pt modelId="{B2F69338-71B2-40C8-9347-CC06D6A87C8B}" type="parTrans" cxnId="{CA35B1E7-C624-4929-B51E-1BC50E022959}">
      <dgm:prSet/>
      <dgm:spPr/>
      <dgm:t>
        <a:bodyPr/>
        <a:lstStyle/>
        <a:p>
          <a:endParaRPr lang="uk-UA"/>
        </a:p>
      </dgm:t>
    </dgm:pt>
    <dgm:pt modelId="{E0C01E90-8151-4280-B7AF-B6D320C13A4D}" type="sibTrans" cxnId="{CA35B1E7-C624-4929-B51E-1BC50E022959}">
      <dgm:prSet/>
      <dgm:spPr/>
      <dgm:t>
        <a:bodyPr/>
        <a:lstStyle/>
        <a:p>
          <a:endParaRPr lang="uk-UA"/>
        </a:p>
      </dgm:t>
    </dgm:pt>
    <dgm:pt modelId="{9FCB8252-5C7A-45BA-AD0D-864520407BC0}">
      <dgm:prSet/>
      <dgm:spPr/>
      <dgm:t>
        <a:bodyPr/>
        <a:lstStyle/>
        <a:p>
          <a:r>
            <a:rPr lang="uk-UA" b="0" i="0" baseline="0"/>
            <a:t>учасник боїв за гору Маківка, командир Галицько-Буковинського куреня січових стрільців</a:t>
          </a:r>
          <a:endParaRPr lang="uk-UA"/>
        </a:p>
      </dgm:t>
    </dgm:pt>
    <dgm:pt modelId="{0AB00AD8-914A-4904-8912-1C704A435FBA}" type="parTrans" cxnId="{C06DC095-0964-4335-8892-AE93D7EF7196}">
      <dgm:prSet/>
      <dgm:spPr/>
      <dgm:t>
        <a:bodyPr/>
        <a:lstStyle/>
        <a:p>
          <a:endParaRPr lang="uk-UA"/>
        </a:p>
      </dgm:t>
    </dgm:pt>
    <dgm:pt modelId="{E2D96F52-3A03-4626-AAE1-6B483D4CC78D}" type="sibTrans" cxnId="{C06DC095-0964-4335-8892-AE93D7EF7196}">
      <dgm:prSet/>
      <dgm:spPr/>
      <dgm:t>
        <a:bodyPr/>
        <a:lstStyle/>
        <a:p>
          <a:endParaRPr lang="uk-UA"/>
        </a:p>
      </dgm:t>
    </dgm:pt>
    <dgm:pt modelId="{8C0C2218-2C1B-4FF0-9B94-8C4ED6327599}">
      <dgm:prSet/>
      <dgm:spPr/>
      <dgm:t>
        <a:bodyPr/>
        <a:lstStyle/>
        <a:p>
          <a:r>
            <a:rPr lang="uk-UA" b="0" i="0" baseline="0"/>
            <a:t>член Головної української ради, Загальної української ради, дипломат Української Держави, УНР</a:t>
          </a:r>
          <a:endParaRPr lang="uk-UA"/>
        </a:p>
      </dgm:t>
    </dgm:pt>
    <dgm:pt modelId="{66C46D85-4780-4537-B827-BDF49FFFC41A}" type="parTrans" cxnId="{065ADDDD-308F-4F4A-BCE5-5DA5B3518CB4}">
      <dgm:prSet/>
      <dgm:spPr/>
      <dgm:t>
        <a:bodyPr/>
        <a:lstStyle/>
        <a:p>
          <a:endParaRPr lang="uk-UA"/>
        </a:p>
      </dgm:t>
    </dgm:pt>
    <dgm:pt modelId="{CB8EAA87-8666-4AD4-B8E4-66426A2DCAA8}" type="sibTrans" cxnId="{065ADDDD-308F-4F4A-BCE5-5DA5B3518CB4}">
      <dgm:prSet/>
      <dgm:spPr/>
      <dgm:t>
        <a:bodyPr/>
        <a:lstStyle/>
        <a:p>
          <a:endParaRPr lang="uk-UA"/>
        </a:p>
      </dgm:t>
    </dgm:pt>
    <dgm:pt modelId="{ECCB476B-F7E7-4390-B13E-252B56162092}">
      <dgm:prSet/>
      <dgm:spPr/>
      <dgm:t>
        <a:bodyPr/>
        <a:lstStyle/>
        <a:p>
          <a:r>
            <a:rPr lang="uk-UA" b="0" i="0" baseline="0"/>
            <a:t>співзасновник і голова Української національної партії на Буковині, Голова української національної громади в Румунії</a:t>
          </a:r>
          <a:endParaRPr lang="uk-UA"/>
        </a:p>
      </dgm:t>
    </dgm:pt>
    <dgm:pt modelId="{ACAF0E16-01C2-410F-A8AD-E2685FFCB711}" type="parTrans" cxnId="{5CADB6EB-D01A-4733-86FB-C0C217BE6704}">
      <dgm:prSet/>
      <dgm:spPr/>
      <dgm:t>
        <a:bodyPr/>
        <a:lstStyle/>
        <a:p>
          <a:endParaRPr lang="uk-UA"/>
        </a:p>
      </dgm:t>
    </dgm:pt>
    <dgm:pt modelId="{2FE89D80-0A55-474A-A144-5C4ECD231355}" type="sibTrans" cxnId="{5CADB6EB-D01A-4733-86FB-C0C217BE6704}">
      <dgm:prSet/>
      <dgm:spPr/>
      <dgm:t>
        <a:bodyPr/>
        <a:lstStyle/>
        <a:p>
          <a:endParaRPr lang="uk-UA"/>
        </a:p>
      </dgm:t>
    </dgm:pt>
    <dgm:pt modelId="{36133A83-74D0-45D2-B22C-8B092B9F0FA0}">
      <dgm:prSet/>
      <dgm:spPr/>
      <dgm:t>
        <a:bodyPr/>
        <a:lstStyle/>
        <a:p>
          <a:r>
            <a:rPr lang="uk-UA" b="0" i="0" baseline="0"/>
            <a:t>голова Союзу визволення України, теоретик та ідеолог українського націоналізму</a:t>
          </a:r>
          <a:endParaRPr lang="uk-UA"/>
        </a:p>
      </dgm:t>
    </dgm:pt>
    <dgm:pt modelId="{07323751-C1C8-436C-9503-FB84BBF614D8}" type="parTrans" cxnId="{4EE9747F-2123-4B1B-B817-5FCCA57730EC}">
      <dgm:prSet/>
      <dgm:spPr/>
      <dgm:t>
        <a:bodyPr/>
        <a:lstStyle/>
        <a:p>
          <a:endParaRPr lang="uk-UA"/>
        </a:p>
      </dgm:t>
    </dgm:pt>
    <dgm:pt modelId="{79DF9EEB-A309-4454-821D-FC9864502ADD}" type="sibTrans" cxnId="{4EE9747F-2123-4B1B-B817-5FCCA57730EC}">
      <dgm:prSet/>
      <dgm:spPr/>
      <dgm:t>
        <a:bodyPr/>
        <a:lstStyle/>
        <a:p>
          <a:endParaRPr lang="uk-UA"/>
        </a:p>
      </dgm:t>
    </dgm:pt>
    <dgm:pt modelId="{60002A1C-1F23-4F50-A341-D903CF7DBD8D}" type="pres">
      <dgm:prSet presAssocID="{95157D75-7349-4DBB-86F8-F0A56993F5B5}" presName="vert0" presStyleCnt="0">
        <dgm:presLayoutVars>
          <dgm:dir/>
          <dgm:animOne val="branch"/>
          <dgm:animLvl val="lvl"/>
        </dgm:presLayoutVars>
      </dgm:prSet>
      <dgm:spPr/>
    </dgm:pt>
    <dgm:pt modelId="{AC33635A-AA65-4D09-9BD9-8A77CA378F61}" type="pres">
      <dgm:prSet presAssocID="{EF46A9A4-A576-4503-B73E-B79EABBFBCED}" presName="thickLine" presStyleLbl="alignNode1" presStyleIdx="0" presStyleCnt="5"/>
      <dgm:spPr/>
    </dgm:pt>
    <dgm:pt modelId="{7E63E048-C6C5-46B3-87A7-CC75D9AA199C}" type="pres">
      <dgm:prSet presAssocID="{EF46A9A4-A576-4503-B73E-B79EABBFBCED}" presName="horz1" presStyleCnt="0"/>
      <dgm:spPr/>
    </dgm:pt>
    <dgm:pt modelId="{A881A78E-A3FB-4440-8FB9-40A288C43B97}" type="pres">
      <dgm:prSet presAssocID="{EF46A9A4-A576-4503-B73E-B79EABBFBCED}" presName="tx1" presStyleLbl="revTx" presStyleIdx="0" presStyleCnt="5"/>
      <dgm:spPr/>
    </dgm:pt>
    <dgm:pt modelId="{775B83A3-7F73-47C2-889F-623CA4DFA364}" type="pres">
      <dgm:prSet presAssocID="{EF46A9A4-A576-4503-B73E-B79EABBFBCED}" presName="vert1" presStyleCnt="0"/>
      <dgm:spPr/>
    </dgm:pt>
    <dgm:pt modelId="{9044552C-1536-4A04-87E5-4D7F70B63349}" type="pres">
      <dgm:prSet presAssocID="{9FCB8252-5C7A-45BA-AD0D-864520407BC0}" presName="thickLine" presStyleLbl="alignNode1" presStyleIdx="1" presStyleCnt="5"/>
      <dgm:spPr/>
    </dgm:pt>
    <dgm:pt modelId="{F83DD4DF-22D4-469F-9636-1098DB404675}" type="pres">
      <dgm:prSet presAssocID="{9FCB8252-5C7A-45BA-AD0D-864520407BC0}" presName="horz1" presStyleCnt="0"/>
      <dgm:spPr/>
    </dgm:pt>
    <dgm:pt modelId="{F2E1FA9B-4AFD-4A74-A48E-024328EB0E87}" type="pres">
      <dgm:prSet presAssocID="{9FCB8252-5C7A-45BA-AD0D-864520407BC0}" presName="tx1" presStyleLbl="revTx" presStyleIdx="1" presStyleCnt="5"/>
      <dgm:spPr/>
    </dgm:pt>
    <dgm:pt modelId="{CC005A09-D8A3-4693-99C5-1FB7CCF1C29B}" type="pres">
      <dgm:prSet presAssocID="{9FCB8252-5C7A-45BA-AD0D-864520407BC0}" presName="vert1" presStyleCnt="0"/>
      <dgm:spPr/>
    </dgm:pt>
    <dgm:pt modelId="{DB6824AA-EA90-4A25-A356-0B7E10AE216E}" type="pres">
      <dgm:prSet presAssocID="{8C0C2218-2C1B-4FF0-9B94-8C4ED6327599}" presName="thickLine" presStyleLbl="alignNode1" presStyleIdx="2" presStyleCnt="5"/>
      <dgm:spPr/>
    </dgm:pt>
    <dgm:pt modelId="{0B75B9D5-54B9-47C2-92B2-B589FB2B4FD2}" type="pres">
      <dgm:prSet presAssocID="{8C0C2218-2C1B-4FF0-9B94-8C4ED6327599}" presName="horz1" presStyleCnt="0"/>
      <dgm:spPr/>
    </dgm:pt>
    <dgm:pt modelId="{37A7AE32-18C2-4097-AE81-04076ABDBB34}" type="pres">
      <dgm:prSet presAssocID="{8C0C2218-2C1B-4FF0-9B94-8C4ED6327599}" presName="tx1" presStyleLbl="revTx" presStyleIdx="2" presStyleCnt="5"/>
      <dgm:spPr/>
    </dgm:pt>
    <dgm:pt modelId="{46DFDB3E-B4EE-4C95-B779-8F692790C988}" type="pres">
      <dgm:prSet presAssocID="{8C0C2218-2C1B-4FF0-9B94-8C4ED6327599}" presName="vert1" presStyleCnt="0"/>
      <dgm:spPr/>
    </dgm:pt>
    <dgm:pt modelId="{10597074-0636-4852-9FF7-FA4E3B6B32C5}" type="pres">
      <dgm:prSet presAssocID="{ECCB476B-F7E7-4390-B13E-252B56162092}" presName="thickLine" presStyleLbl="alignNode1" presStyleIdx="3" presStyleCnt="5"/>
      <dgm:spPr/>
    </dgm:pt>
    <dgm:pt modelId="{11AD873A-2240-4B3B-9719-9A3613B2895A}" type="pres">
      <dgm:prSet presAssocID="{ECCB476B-F7E7-4390-B13E-252B56162092}" presName="horz1" presStyleCnt="0"/>
      <dgm:spPr/>
    </dgm:pt>
    <dgm:pt modelId="{C0617499-0994-4BE8-9DDF-4FC8DE542615}" type="pres">
      <dgm:prSet presAssocID="{ECCB476B-F7E7-4390-B13E-252B56162092}" presName="tx1" presStyleLbl="revTx" presStyleIdx="3" presStyleCnt="5"/>
      <dgm:spPr/>
    </dgm:pt>
    <dgm:pt modelId="{434291B1-DDA3-4898-8EC4-EEC047B35D64}" type="pres">
      <dgm:prSet presAssocID="{ECCB476B-F7E7-4390-B13E-252B56162092}" presName="vert1" presStyleCnt="0"/>
      <dgm:spPr/>
    </dgm:pt>
    <dgm:pt modelId="{2D26EA30-1332-402B-98B3-7B227ED37651}" type="pres">
      <dgm:prSet presAssocID="{36133A83-74D0-45D2-B22C-8B092B9F0FA0}" presName="thickLine" presStyleLbl="alignNode1" presStyleIdx="4" presStyleCnt="5"/>
      <dgm:spPr/>
    </dgm:pt>
    <dgm:pt modelId="{AF830280-3C1B-40D5-87BB-F8FF71F72A38}" type="pres">
      <dgm:prSet presAssocID="{36133A83-74D0-45D2-B22C-8B092B9F0FA0}" presName="horz1" presStyleCnt="0"/>
      <dgm:spPr/>
    </dgm:pt>
    <dgm:pt modelId="{CD0DC45F-CBD6-4B98-8B1B-A6E2F5C5489F}" type="pres">
      <dgm:prSet presAssocID="{36133A83-74D0-45D2-B22C-8B092B9F0FA0}" presName="tx1" presStyleLbl="revTx" presStyleIdx="4" presStyleCnt="5"/>
      <dgm:spPr/>
    </dgm:pt>
    <dgm:pt modelId="{E5EBAA9E-52D7-4175-A5EA-82F1981DF596}" type="pres">
      <dgm:prSet presAssocID="{36133A83-74D0-45D2-B22C-8B092B9F0FA0}" presName="vert1" presStyleCnt="0"/>
      <dgm:spPr/>
    </dgm:pt>
  </dgm:ptLst>
  <dgm:cxnLst>
    <dgm:cxn modelId="{01FE670E-5DB5-4260-8606-8C9346B966D4}" type="presOf" srcId="{95157D75-7349-4DBB-86F8-F0A56993F5B5}" destId="{60002A1C-1F23-4F50-A341-D903CF7DBD8D}" srcOrd="0" destOrd="0" presId="urn:microsoft.com/office/officeart/2008/layout/LinedList"/>
    <dgm:cxn modelId="{AC74C539-5893-40EC-A2F7-F454A1B25E96}" type="presOf" srcId="{ECCB476B-F7E7-4390-B13E-252B56162092}" destId="{C0617499-0994-4BE8-9DDF-4FC8DE542615}" srcOrd="0" destOrd="0" presId="urn:microsoft.com/office/officeart/2008/layout/LinedList"/>
    <dgm:cxn modelId="{4BD2B547-E282-407D-86C1-E1B3123AB388}" type="presOf" srcId="{9FCB8252-5C7A-45BA-AD0D-864520407BC0}" destId="{F2E1FA9B-4AFD-4A74-A48E-024328EB0E87}" srcOrd="0" destOrd="0" presId="urn:microsoft.com/office/officeart/2008/layout/LinedList"/>
    <dgm:cxn modelId="{D106E377-B270-49B3-8379-CC842AE80CAE}" type="presOf" srcId="{8C0C2218-2C1B-4FF0-9B94-8C4ED6327599}" destId="{37A7AE32-18C2-4097-AE81-04076ABDBB34}" srcOrd="0" destOrd="0" presId="urn:microsoft.com/office/officeart/2008/layout/LinedList"/>
    <dgm:cxn modelId="{4EE9747F-2123-4B1B-B817-5FCCA57730EC}" srcId="{95157D75-7349-4DBB-86F8-F0A56993F5B5}" destId="{36133A83-74D0-45D2-B22C-8B092B9F0FA0}" srcOrd="4" destOrd="0" parTransId="{07323751-C1C8-436C-9503-FB84BBF614D8}" sibTransId="{79DF9EEB-A309-4454-821D-FC9864502ADD}"/>
    <dgm:cxn modelId="{32445B81-3572-4918-9ED8-D9E224FF23FA}" type="presOf" srcId="{36133A83-74D0-45D2-B22C-8B092B9F0FA0}" destId="{CD0DC45F-CBD6-4B98-8B1B-A6E2F5C5489F}" srcOrd="0" destOrd="0" presId="urn:microsoft.com/office/officeart/2008/layout/LinedList"/>
    <dgm:cxn modelId="{C06DC095-0964-4335-8892-AE93D7EF7196}" srcId="{95157D75-7349-4DBB-86F8-F0A56993F5B5}" destId="{9FCB8252-5C7A-45BA-AD0D-864520407BC0}" srcOrd="1" destOrd="0" parTransId="{0AB00AD8-914A-4904-8912-1C704A435FBA}" sibTransId="{E2D96F52-3A03-4626-AAE1-6B483D4CC78D}"/>
    <dgm:cxn modelId="{2A6DDC9B-7BD0-4D2A-8161-02557228A76C}" type="presOf" srcId="{EF46A9A4-A576-4503-B73E-B79EABBFBCED}" destId="{A881A78E-A3FB-4440-8FB9-40A288C43B97}" srcOrd="0" destOrd="0" presId="urn:microsoft.com/office/officeart/2008/layout/LinedList"/>
    <dgm:cxn modelId="{065ADDDD-308F-4F4A-BCE5-5DA5B3518CB4}" srcId="{95157D75-7349-4DBB-86F8-F0A56993F5B5}" destId="{8C0C2218-2C1B-4FF0-9B94-8C4ED6327599}" srcOrd="2" destOrd="0" parTransId="{66C46D85-4780-4537-B827-BDF49FFFC41A}" sibTransId="{CB8EAA87-8666-4AD4-B8E4-66426A2DCAA8}"/>
    <dgm:cxn modelId="{CA35B1E7-C624-4929-B51E-1BC50E022959}" srcId="{95157D75-7349-4DBB-86F8-F0A56993F5B5}" destId="{EF46A9A4-A576-4503-B73E-B79EABBFBCED}" srcOrd="0" destOrd="0" parTransId="{B2F69338-71B2-40C8-9347-CC06D6A87C8B}" sibTransId="{E0C01E90-8151-4280-B7AF-B6D320C13A4D}"/>
    <dgm:cxn modelId="{5CADB6EB-D01A-4733-86FB-C0C217BE6704}" srcId="{95157D75-7349-4DBB-86F8-F0A56993F5B5}" destId="{ECCB476B-F7E7-4390-B13E-252B56162092}" srcOrd="3" destOrd="0" parTransId="{ACAF0E16-01C2-410F-A8AD-E2685FFCB711}" sibTransId="{2FE89D80-0A55-474A-A144-5C4ECD231355}"/>
    <dgm:cxn modelId="{29B0351D-B35F-434F-901C-4AA15932E72C}" type="presParOf" srcId="{60002A1C-1F23-4F50-A341-D903CF7DBD8D}" destId="{AC33635A-AA65-4D09-9BD9-8A77CA378F61}" srcOrd="0" destOrd="0" presId="urn:microsoft.com/office/officeart/2008/layout/LinedList"/>
    <dgm:cxn modelId="{90F41B73-026D-43B3-A364-1AF6269ACC64}" type="presParOf" srcId="{60002A1C-1F23-4F50-A341-D903CF7DBD8D}" destId="{7E63E048-C6C5-46B3-87A7-CC75D9AA199C}" srcOrd="1" destOrd="0" presId="urn:microsoft.com/office/officeart/2008/layout/LinedList"/>
    <dgm:cxn modelId="{864FD985-EBE2-4C8F-8E2C-C8DE4CF86763}" type="presParOf" srcId="{7E63E048-C6C5-46B3-87A7-CC75D9AA199C}" destId="{A881A78E-A3FB-4440-8FB9-40A288C43B97}" srcOrd="0" destOrd="0" presId="urn:microsoft.com/office/officeart/2008/layout/LinedList"/>
    <dgm:cxn modelId="{0ED8C001-4881-438B-B0C9-2F01967600E1}" type="presParOf" srcId="{7E63E048-C6C5-46B3-87A7-CC75D9AA199C}" destId="{775B83A3-7F73-47C2-889F-623CA4DFA364}" srcOrd="1" destOrd="0" presId="urn:microsoft.com/office/officeart/2008/layout/LinedList"/>
    <dgm:cxn modelId="{37B8B23C-8F3D-404E-8ADE-16D5AF4D348A}" type="presParOf" srcId="{60002A1C-1F23-4F50-A341-D903CF7DBD8D}" destId="{9044552C-1536-4A04-87E5-4D7F70B63349}" srcOrd="2" destOrd="0" presId="urn:microsoft.com/office/officeart/2008/layout/LinedList"/>
    <dgm:cxn modelId="{D1173BBF-87FC-4569-A154-7FB1AB3DA6D6}" type="presParOf" srcId="{60002A1C-1F23-4F50-A341-D903CF7DBD8D}" destId="{F83DD4DF-22D4-469F-9636-1098DB404675}" srcOrd="3" destOrd="0" presId="urn:microsoft.com/office/officeart/2008/layout/LinedList"/>
    <dgm:cxn modelId="{CADF747A-CBE9-4D86-96AF-EC4CF55A976F}" type="presParOf" srcId="{F83DD4DF-22D4-469F-9636-1098DB404675}" destId="{F2E1FA9B-4AFD-4A74-A48E-024328EB0E87}" srcOrd="0" destOrd="0" presId="urn:microsoft.com/office/officeart/2008/layout/LinedList"/>
    <dgm:cxn modelId="{73DB6B72-8407-4B89-8C10-523E2BF6E3FC}" type="presParOf" srcId="{F83DD4DF-22D4-469F-9636-1098DB404675}" destId="{CC005A09-D8A3-4693-99C5-1FB7CCF1C29B}" srcOrd="1" destOrd="0" presId="urn:microsoft.com/office/officeart/2008/layout/LinedList"/>
    <dgm:cxn modelId="{CF598C01-B682-4A56-B694-1E8DC82829CD}" type="presParOf" srcId="{60002A1C-1F23-4F50-A341-D903CF7DBD8D}" destId="{DB6824AA-EA90-4A25-A356-0B7E10AE216E}" srcOrd="4" destOrd="0" presId="urn:microsoft.com/office/officeart/2008/layout/LinedList"/>
    <dgm:cxn modelId="{BB667DB9-B358-4427-8471-80A675135065}" type="presParOf" srcId="{60002A1C-1F23-4F50-A341-D903CF7DBD8D}" destId="{0B75B9D5-54B9-47C2-92B2-B589FB2B4FD2}" srcOrd="5" destOrd="0" presId="urn:microsoft.com/office/officeart/2008/layout/LinedList"/>
    <dgm:cxn modelId="{30DF663E-EEB6-4185-882F-FBFE34449ED7}" type="presParOf" srcId="{0B75B9D5-54B9-47C2-92B2-B589FB2B4FD2}" destId="{37A7AE32-18C2-4097-AE81-04076ABDBB34}" srcOrd="0" destOrd="0" presId="urn:microsoft.com/office/officeart/2008/layout/LinedList"/>
    <dgm:cxn modelId="{310087C3-D56B-4075-96DC-84C174816E35}" type="presParOf" srcId="{0B75B9D5-54B9-47C2-92B2-B589FB2B4FD2}" destId="{46DFDB3E-B4EE-4C95-B779-8F692790C988}" srcOrd="1" destOrd="0" presId="urn:microsoft.com/office/officeart/2008/layout/LinedList"/>
    <dgm:cxn modelId="{44D278B0-511F-43DD-9088-210FB89EF613}" type="presParOf" srcId="{60002A1C-1F23-4F50-A341-D903CF7DBD8D}" destId="{10597074-0636-4852-9FF7-FA4E3B6B32C5}" srcOrd="6" destOrd="0" presId="urn:microsoft.com/office/officeart/2008/layout/LinedList"/>
    <dgm:cxn modelId="{A2C107E8-50CB-4B0E-B4F1-05B2279823C4}" type="presParOf" srcId="{60002A1C-1F23-4F50-A341-D903CF7DBD8D}" destId="{11AD873A-2240-4B3B-9719-9A3613B2895A}" srcOrd="7" destOrd="0" presId="urn:microsoft.com/office/officeart/2008/layout/LinedList"/>
    <dgm:cxn modelId="{977CA38B-D398-468D-AF27-F5BFBF9590C6}" type="presParOf" srcId="{11AD873A-2240-4B3B-9719-9A3613B2895A}" destId="{C0617499-0994-4BE8-9DDF-4FC8DE542615}" srcOrd="0" destOrd="0" presId="urn:microsoft.com/office/officeart/2008/layout/LinedList"/>
    <dgm:cxn modelId="{EC0B2014-2E75-4791-8B41-31EFB4957643}" type="presParOf" srcId="{11AD873A-2240-4B3B-9719-9A3613B2895A}" destId="{434291B1-DDA3-4898-8EC4-EEC047B35D64}" srcOrd="1" destOrd="0" presId="urn:microsoft.com/office/officeart/2008/layout/LinedList"/>
    <dgm:cxn modelId="{C448A280-564D-487D-8CE3-AF0A27949368}" type="presParOf" srcId="{60002A1C-1F23-4F50-A341-D903CF7DBD8D}" destId="{2D26EA30-1332-402B-98B3-7B227ED37651}" srcOrd="8" destOrd="0" presId="urn:microsoft.com/office/officeart/2008/layout/LinedList"/>
    <dgm:cxn modelId="{4931266B-96A6-420B-84E5-90DEA8D86FF6}" type="presParOf" srcId="{60002A1C-1F23-4F50-A341-D903CF7DBD8D}" destId="{AF830280-3C1B-40D5-87BB-F8FF71F72A38}" srcOrd="9" destOrd="0" presId="urn:microsoft.com/office/officeart/2008/layout/LinedList"/>
    <dgm:cxn modelId="{9150E288-F3BD-4F82-B5C4-4B93535E5637}" type="presParOf" srcId="{AF830280-3C1B-40D5-87BB-F8FF71F72A38}" destId="{CD0DC45F-CBD6-4B98-8B1B-A6E2F5C5489F}" srcOrd="0" destOrd="0" presId="urn:microsoft.com/office/officeart/2008/layout/LinedList"/>
    <dgm:cxn modelId="{45CAD7BE-005C-4330-83A9-17A07907D25B}" type="presParOf" srcId="{AF830280-3C1B-40D5-87BB-F8FF71F72A38}" destId="{E5EBAA9E-52D7-4175-A5EA-82F1981DF59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1080ECEC-3674-4749-8E52-CA1B56BE15D0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AF7C101-F613-404A-85B5-CEDC05BC6F75}">
      <dgm:prSet/>
      <dgm:spPr/>
      <dgm:t>
        <a:bodyPr/>
        <a:lstStyle/>
        <a:p>
          <a:r>
            <a:rPr lang="ru-RU" b="0" i="0" baseline="0"/>
            <a:t>4 березня 1917 р.</a:t>
          </a:r>
          <a:endParaRPr lang="uk-UA"/>
        </a:p>
      </dgm:t>
    </dgm:pt>
    <dgm:pt modelId="{DC17550A-FBC4-4305-80D6-F5C84082728F}" type="parTrans" cxnId="{FDB8E231-8FF7-47E5-963C-171A7DB21B5B}">
      <dgm:prSet/>
      <dgm:spPr/>
      <dgm:t>
        <a:bodyPr/>
        <a:lstStyle/>
        <a:p>
          <a:endParaRPr lang="uk-UA"/>
        </a:p>
      </dgm:t>
    </dgm:pt>
    <dgm:pt modelId="{D20D7BE2-D495-48CC-AFA9-95A810D99435}" type="sibTrans" cxnId="{FDB8E231-8FF7-47E5-963C-171A7DB21B5B}">
      <dgm:prSet/>
      <dgm:spPr/>
      <dgm:t>
        <a:bodyPr/>
        <a:lstStyle/>
        <a:p>
          <a:endParaRPr lang="uk-UA"/>
        </a:p>
      </dgm:t>
    </dgm:pt>
    <dgm:pt modelId="{7A610B58-567F-4898-A728-A372E1E263EA}">
      <dgm:prSet/>
      <dgm:spPr/>
      <dgm:t>
        <a:bodyPr/>
        <a:lstStyle/>
        <a:p>
          <a:r>
            <a:rPr lang="ru-RU" b="0" i="0" baseline="0"/>
            <a:t>7 листопада 1917 р.</a:t>
          </a:r>
          <a:endParaRPr lang="uk-UA"/>
        </a:p>
      </dgm:t>
    </dgm:pt>
    <dgm:pt modelId="{CA9530DD-41BA-4AEC-9A9A-90E2FACEC137}" type="parTrans" cxnId="{BDEFA451-D7BF-4932-9D9B-E6CA5CFC858E}">
      <dgm:prSet/>
      <dgm:spPr/>
      <dgm:t>
        <a:bodyPr/>
        <a:lstStyle/>
        <a:p>
          <a:endParaRPr lang="uk-UA"/>
        </a:p>
      </dgm:t>
    </dgm:pt>
    <dgm:pt modelId="{EC632E64-5EC9-4A91-A9DA-AEC9F365A73B}" type="sibTrans" cxnId="{BDEFA451-D7BF-4932-9D9B-E6CA5CFC858E}">
      <dgm:prSet/>
      <dgm:spPr/>
      <dgm:t>
        <a:bodyPr/>
        <a:lstStyle/>
        <a:p>
          <a:endParaRPr lang="uk-UA"/>
        </a:p>
      </dgm:t>
    </dgm:pt>
    <dgm:pt modelId="{005E795B-F840-4F03-8262-73795D6A5C99}">
      <dgm:prSet/>
      <dgm:spPr/>
      <dgm:t>
        <a:bodyPr/>
        <a:lstStyle/>
        <a:p>
          <a:r>
            <a:rPr lang="ru-RU" b="0" i="0" baseline="0"/>
            <a:t>22 січня 1918 р.</a:t>
          </a:r>
          <a:endParaRPr lang="uk-UA"/>
        </a:p>
      </dgm:t>
    </dgm:pt>
    <dgm:pt modelId="{F97B5963-56CE-4AA2-968C-6F250F61D7BD}" type="parTrans" cxnId="{12E0A2F6-5F03-4A1A-9605-608030E939E0}">
      <dgm:prSet/>
      <dgm:spPr/>
      <dgm:t>
        <a:bodyPr/>
        <a:lstStyle/>
        <a:p>
          <a:endParaRPr lang="uk-UA"/>
        </a:p>
      </dgm:t>
    </dgm:pt>
    <dgm:pt modelId="{8E3C5D54-AD20-4299-8396-43A916A7E75C}" type="sibTrans" cxnId="{12E0A2F6-5F03-4A1A-9605-608030E939E0}">
      <dgm:prSet/>
      <dgm:spPr/>
      <dgm:t>
        <a:bodyPr/>
        <a:lstStyle/>
        <a:p>
          <a:endParaRPr lang="uk-UA"/>
        </a:p>
      </dgm:t>
    </dgm:pt>
    <dgm:pt modelId="{5450A62B-511A-4519-A507-4181FF947B79}">
      <dgm:prSet/>
      <dgm:spPr/>
      <dgm:t>
        <a:bodyPr/>
        <a:lstStyle/>
        <a:p>
          <a:r>
            <a:rPr lang="ru-RU" b="0" i="0" baseline="0"/>
            <a:t>29 квітня 1918 р.</a:t>
          </a:r>
          <a:endParaRPr lang="uk-UA"/>
        </a:p>
      </dgm:t>
    </dgm:pt>
    <dgm:pt modelId="{C9B8ED25-314B-47DE-A2CB-343348F9A9CB}" type="parTrans" cxnId="{4386DFAD-E837-42DA-AB03-56E2D37803E0}">
      <dgm:prSet/>
      <dgm:spPr/>
      <dgm:t>
        <a:bodyPr/>
        <a:lstStyle/>
        <a:p>
          <a:endParaRPr lang="uk-UA"/>
        </a:p>
      </dgm:t>
    </dgm:pt>
    <dgm:pt modelId="{076813C8-B4A8-460F-9E47-AB859CD01B7E}" type="sibTrans" cxnId="{4386DFAD-E837-42DA-AB03-56E2D37803E0}">
      <dgm:prSet/>
      <dgm:spPr/>
      <dgm:t>
        <a:bodyPr/>
        <a:lstStyle/>
        <a:p>
          <a:endParaRPr lang="uk-UA"/>
        </a:p>
      </dgm:t>
    </dgm:pt>
    <dgm:pt modelId="{6185ABD8-41CD-429F-8DA6-38D33D964CFF}" type="pres">
      <dgm:prSet presAssocID="{1080ECEC-3674-4749-8E52-CA1B56BE15D0}" presName="Name0" presStyleCnt="0">
        <dgm:presLayoutVars>
          <dgm:chMax val="7"/>
          <dgm:chPref val="7"/>
          <dgm:dir/>
        </dgm:presLayoutVars>
      </dgm:prSet>
      <dgm:spPr/>
    </dgm:pt>
    <dgm:pt modelId="{5F6231AC-D59A-4981-8F46-58E1ACEB227E}" type="pres">
      <dgm:prSet presAssocID="{1080ECEC-3674-4749-8E52-CA1B56BE15D0}" presName="Name1" presStyleCnt="0"/>
      <dgm:spPr/>
    </dgm:pt>
    <dgm:pt modelId="{D93D4201-ADE3-4A9F-95EE-D95551B591C9}" type="pres">
      <dgm:prSet presAssocID="{1080ECEC-3674-4749-8E52-CA1B56BE15D0}" presName="cycle" presStyleCnt="0"/>
      <dgm:spPr/>
    </dgm:pt>
    <dgm:pt modelId="{B002ADA8-3220-4E45-A811-A6FCDEF82550}" type="pres">
      <dgm:prSet presAssocID="{1080ECEC-3674-4749-8E52-CA1B56BE15D0}" presName="srcNode" presStyleLbl="node1" presStyleIdx="0" presStyleCnt="4"/>
      <dgm:spPr/>
    </dgm:pt>
    <dgm:pt modelId="{5556A4CB-1F07-4C24-A460-A375F3ADBEFE}" type="pres">
      <dgm:prSet presAssocID="{1080ECEC-3674-4749-8E52-CA1B56BE15D0}" presName="conn" presStyleLbl="parChTrans1D2" presStyleIdx="0" presStyleCnt="1"/>
      <dgm:spPr/>
    </dgm:pt>
    <dgm:pt modelId="{92D77355-64E8-4D84-8D7D-F8F8BC642E84}" type="pres">
      <dgm:prSet presAssocID="{1080ECEC-3674-4749-8E52-CA1B56BE15D0}" presName="extraNode" presStyleLbl="node1" presStyleIdx="0" presStyleCnt="4"/>
      <dgm:spPr/>
    </dgm:pt>
    <dgm:pt modelId="{393749D9-3C8C-4E7D-AF92-55A5809D69F2}" type="pres">
      <dgm:prSet presAssocID="{1080ECEC-3674-4749-8E52-CA1B56BE15D0}" presName="dstNode" presStyleLbl="node1" presStyleIdx="0" presStyleCnt="4"/>
      <dgm:spPr/>
    </dgm:pt>
    <dgm:pt modelId="{E7E181D5-4105-4493-B18E-89AD684E7999}" type="pres">
      <dgm:prSet presAssocID="{0AF7C101-F613-404A-85B5-CEDC05BC6F75}" presName="text_1" presStyleLbl="node1" presStyleIdx="0" presStyleCnt="4">
        <dgm:presLayoutVars>
          <dgm:bulletEnabled val="1"/>
        </dgm:presLayoutVars>
      </dgm:prSet>
      <dgm:spPr/>
    </dgm:pt>
    <dgm:pt modelId="{B214D246-3C81-4E04-BE9B-BB9A3487F345}" type="pres">
      <dgm:prSet presAssocID="{0AF7C101-F613-404A-85B5-CEDC05BC6F75}" presName="accent_1" presStyleCnt="0"/>
      <dgm:spPr/>
    </dgm:pt>
    <dgm:pt modelId="{7132581A-29E3-4611-A6AB-475F7EC3AD9E}" type="pres">
      <dgm:prSet presAssocID="{0AF7C101-F613-404A-85B5-CEDC05BC6F75}" presName="accentRepeatNode" presStyleLbl="solidFgAcc1" presStyleIdx="0" presStyleCnt="4"/>
      <dgm:spPr/>
    </dgm:pt>
    <dgm:pt modelId="{2D600302-58FD-44E1-AA63-E68A3115F2B2}" type="pres">
      <dgm:prSet presAssocID="{7A610B58-567F-4898-A728-A372E1E263EA}" presName="text_2" presStyleLbl="node1" presStyleIdx="1" presStyleCnt="4">
        <dgm:presLayoutVars>
          <dgm:bulletEnabled val="1"/>
        </dgm:presLayoutVars>
      </dgm:prSet>
      <dgm:spPr/>
    </dgm:pt>
    <dgm:pt modelId="{30C97D52-9206-4AC8-838C-BCACC40E7F3F}" type="pres">
      <dgm:prSet presAssocID="{7A610B58-567F-4898-A728-A372E1E263EA}" presName="accent_2" presStyleCnt="0"/>
      <dgm:spPr/>
    </dgm:pt>
    <dgm:pt modelId="{160C8B6D-6EA5-4084-B2BC-8851E788DE4A}" type="pres">
      <dgm:prSet presAssocID="{7A610B58-567F-4898-A728-A372E1E263EA}" presName="accentRepeatNode" presStyleLbl="solidFgAcc1" presStyleIdx="1" presStyleCnt="4"/>
      <dgm:spPr/>
    </dgm:pt>
    <dgm:pt modelId="{8528753A-D726-4265-9587-51D9CA60422E}" type="pres">
      <dgm:prSet presAssocID="{005E795B-F840-4F03-8262-73795D6A5C99}" presName="text_3" presStyleLbl="node1" presStyleIdx="2" presStyleCnt="4">
        <dgm:presLayoutVars>
          <dgm:bulletEnabled val="1"/>
        </dgm:presLayoutVars>
      </dgm:prSet>
      <dgm:spPr/>
    </dgm:pt>
    <dgm:pt modelId="{83D31E25-AE78-40B4-B876-A82BE9AAC58A}" type="pres">
      <dgm:prSet presAssocID="{005E795B-F840-4F03-8262-73795D6A5C99}" presName="accent_3" presStyleCnt="0"/>
      <dgm:spPr/>
    </dgm:pt>
    <dgm:pt modelId="{CC89D31A-C61E-4B60-AE0D-28458F11F994}" type="pres">
      <dgm:prSet presAssocID="{005E795B-F840-4F03-8262-73795D6A5C99}" presName="accentRepeatNode" presStyleLbl="solidFgAcc1" presStyleIdx="2" presStyleCnt="4"/>
      <dgm:spPr/>
    </dgm:pt>
    <dgm:pt modelId="{8AF62CA1-2F3F-48B0-A15A-5FC30B803378}" type="pres">
      <dgm:prSet presAssocID="{5450A62B-511A-4519-A507-4181FF947B79}" presName="text_4" presStyleLbl="node1" presStyleIdx="3" presStyleCnt="4">
        <dgm:presLayoutVars>
          <dgm:bulletEnabled val="1"/>
        </dgm:presLayoutVars>
      </dgm:prSet>
      <dgm:spPr/>
    </dgm:pt>
    <dgm:pt modelId="{0BCAA651-8419-425B-A9FF-50A51E555B8E}" type="pres">
      <dgm:prSet presAssocID="{5450A62B-511A-4519-A507-4181FF947B79}" presName="accent_4" presStyleCnt="0"/>
      <dgm:spPr/>
    </dgm:pt>
    <dgm:pt modelId="{45D96184-D3BD-4FB4-B5DD-F85E6656B1E9}" type="pres">
      <dgm:prSet presAssocID="{5450A62B-511A-4519-A507-4181FF947B79}" presName="accentRepeatNode" presStyleLbl="solidFgAcc1" presStyleIdx="3" presStyleCnt="4"/>
      <dgm:spPr/>
    </dgm:pt>
  </dgm:ptLst>
  <dgm:cxnLst>
    <dgm:cxn modelId="{FDB8E231-8FF7-47E5-963C-171A7DB21B5B}" srcId="{1080ECEC-3674-4749-8E52-CA1B56BE15D0}" destId="{0AF7C101-F613-404A-85B5-CEDC05BC6F75}" srcOrd="0" destOrd="0" parTransId="{DC17550A-FBC4-4305-80D6-F5C84082728F}" sibTransId="{D20D7BE2-D495-48CC-AFA9-95A810D99435}"/>
    <dgm:cxn modelId="{E0791D41-B654-4DB8-9D98-83D783E75152}" type="presOf" srcId="{1080ECEC-3674-4749-8E52-CA1B56BE15D0}" destId="{6185ABD8-41CD-429F-8DA6-38D33D964CFF}" srcOrd="0" destOrd="0" presId="urn:microsoft.com/office/officeart/2008/layout/VerticalCurvedList"/>
    <dgm:cxn modelId="{BDEFA451-D7BF-4932-9D9B-E6CA5CFC858E}" srcId="{1080ECEC-3674-4749-8E52-CA1B56BE15D0}" destId="{7A610B58-567F-4898-A728-A372E1E263EA}" srcOrd="1" destOrd="0" parTransId="{CA9530DD-41BA-4AEC-9A9A-90E2FACEC137}" sibTransId="{EC632E64-5EC9-4A91-A9DA-AEC9F365A73B}"/>
    <dgm:cxn modelId="{E049E574-49A8-4B8C-83EF-9FCDD59D1F72}" type="presOf" srcId="{0AF7C101-F613-404A-85B5-CEDC05BC6F75}" destId="{E7E181D5-4105-4493-B18E-89AD684E7999}" srcOrd="0" destOrd="0" presId="urn:microsoft.com/office/officeart/2008/layout/VerticalCurvedList"/>
    <dgm:cxn modelId="{264D819B-BFAF-486F-8F63-758B5F55D909}" type="presOf" srcId="{5450A62B-511A-4519-A507-4181FF947B79}" destId="{8AF62CA1-2F3F-48B0-A15A-5FC30B803378}" srcOrd="0" destOrd="0" presId="urn:microsoft.com/office/officeart/2008/layout/VerticalCurvedList"/>
    <dgm:cxn modelId="{D1B996A0-896A-4CF3-855C-BAF91B58F898}" type="presOf" srcId="{D20D7BE2-D495-48CC-AFA9-95A810D99435}" destId="{5556A4CB-1F07-4C24-A460-A375F3ADBEFE}" srcOrd="0" destOrd="0" presId="urn:microsoft.com/office/officeart/2008/layout/VerticalCurvedList"/>
    <dgm:cxn modelId="{4386DFAD-E837-42DA-AB03-56E2D37803E0}" srcId="{1080ECEC-3674-4749-8E52-CA1B56BE15D0}" destId="{5450A62B-511A-4519-A507-4181FF947B79}" srcOrd="3" destOrd="0" parTransId="{C9B8ED25-314B-47DE-A2CB-343348F9A9CB}" sibTransId="{076813C8-B4A8-460F-9E47-AB859CD01B7E}"/>
    <dgm:cxn modelId="{EF7F86EB-7D87-42E2-8FE0-88689BBB048E}" type="presOf" srcId="{7A610B58-567F-4898-A728-A372E1E263EA}" destId="{2D600302-58FD-44E1-AA63-E68A3115F2B2}" srcOrd="0" destOrd="0" presId="urn:microsoft.com/office/officeart/2008/layout/VerticalCurvedList"/>
    <dgm:cxn modelId="{F5C734EC-06C6-4884-8B10-A9CD3D86D2C7}" type="presOf" srcId="{005E795B-F840-4F03-8262-73795D6A5C99}" destId="{8528753A-D726-4265-9587-51D9CA60422E}" srcOrd="0" destOrd="0" presId="urn:microsoft.com/office/officeart/2008/layout/VerticalCurvedList"/>
    <dgm:cxn modelId="{12E0A2F6-5F03-4A1A-9605-608030E939E0}" srcId="{1080ECEC-3674-4749-8E52-CA1B56BE15D0}" destId="{005E795B-F840-4F03-8262-73795D6A5C99}" srcOrd="2" destOrd="0" parTransId="{F97B5963-56CE-4AA2-968C-6F250F61D7BD}" sibTransId="{8E3C5D54-AD20-4299-8396-43A916A7E75C}"/>
    <dgm:cxn modelId="{EF0DBA6D-912B-4FB6-B08C-0C9F52AA6B43}" type="presParOf" srcId="{6185ABD8-41CD-429F-8DA6-38D33D964CFF}" destId="{5F6231AC-D59A-4981-8F46-58E1ACEB227E}" srcOrd="0" destOrd="0" presId="urn:microsoft.com/office/officeart/2008/layout/VerticalCurvedList"/>
    <dgm:cxn modelId="{4C52384E-4C26-4E2C-9DB3-42D0CC7FF5DD}" type="presParOf" srcId="{5F6231AC-D59A-4981-8F46-58E1ACEB227E}" destId="{D93D4201-ADE3-4A9F-95EE-D95551B591C9}" srcOrd="0" destOrd="0" presId="urn:microsoft.com/office/officeart/2008/layout/VerticalCurvedList"/>
    <dgm:cxn modelId="{17688A03-575C-49D7-8C9E-D99EF452B4CA}" type="presParOf" srcId="{D93D4201-ADE3-4A9F-95EE-D95551B591C9}" destId="{B002ADA8-3220-4E45-A811-A6FCDEF82550}" srcOrd="0" destOrd="0" presId="urn:microsoft.com/office/officeart/2008/layout/VerticalCurvedList"/>
    <dgm:cxn modelId="{C0621A0B-267F-4973-9223-49DEC1D1B3E7}" type="presParOf" srcId="{D93D4201-ADE3-4A9F-95EE-D95551B591C9}" destId="{5556A4CB-1F07-4C24-A460-A375F3ADBEFE}" srcOrd="1" destOrd="0" presId="urn:microsoft.com/office/officeart/2008/layout/VerticalCurvedList"/>
    <dgm:cxn modelId="{9B97A1D3-AB59-486E-AAE7-C4C6BA52026E}" type="presParOf" srcId="{D93D4201-ADE3-4A9F-95EE-D95551B591C9}" destId="{92D77355-64E8-4D84-8D7D-F8F8BC642E84}" srcOrd="2" destOrd="0" presId="urn:microsoft.com/office/officeart/2008/layout/VerticalCurvedList"/>
    <dgm:cxn modelId="{29414B61-5871-4B2C-8385-D61FBCD58E96}" type="presParOf" srcId="{D93D4201-ADE3-4A9F-95EE-D95551B591C9}" destId="{393749D9-3C8C-4E7D-AF92-55A5809D69F2}" srcOrd="3" destOrd="0" presId="urn:microsoft.com/office/officeart/2008/layout/VerticalCurvedList"/>
    <dgm:cxn modelId="{BCF3CD7D-B385-4CCC-930B-8E84D618BE71}" type="presParOf" srcId="{5F6231AC-D59A-4981-8F46-58E1ACEB227E}" destId="{E7E181D5-4105-4493-B18E-89AD684E7999}" srcOrd="1" destOrd="0" presId="urn:microsoft.com/office/officeart/2008/layout/VerticalCurvedList"/>
    <dgm:cxn modelId="{DA710ADF-9881-454A-9672-86057894DF88}" type="presParOf" srcId="{5F6231AC-D59A-4981-8F46-58E1ACEB227E}" destId="{B214D246-3C81-4E04-BE9B-BB9A3487F345}" srcOrd="2" destOrd="0" presId="urn:microsoft.com/office/officeart/2008/layout/VerticalCurvedList"/>
    <dgm:cxn modelId="{EA96E01B-050E-4E7E-B4C9-C57D89860C4B}" type="presParOf" srcId="{B214D246-3C81-4E04-BE9B-BB9A3487F345}" destId="{7132581A-29E3-4611-A6AB-475F7EC3AD9E}" srcOrd="0" destOrd="0" presId="urn:microsoft.com/office/officeart/2008/layout/VerticalCurvedList"/>
    <dgm:cxn modelId="{106C8E6F-2350-4503-9136-1D4406990E98}" type="presParOf" srcId="{5F6231AC-D59A-4981-8F46-58E1ACEB227E}" destId="{2D600302-58FD-44E1-AA63-E68A3115F2B2}" srcOrd="3" destOrd="0" presId="urn:microsoft.com/office/officeart/2008/layout/VerticalCurvedList"/>
    <dgm:cxn modelId="{BD564C3A-41E3-4C8E-A497-4F23C3ABE397}" type="presParOf" srcId="{5F6231AC-D59A-4981-8F46-58E1ACEB227E}" destId="{30C97D52-9206-4AC8-838C-BCACC40E7F3F}" srcOrd="4" destOrd="0" presId="urn:microsoft.com/office/officeart/2008/layout/VerticalCurvedList"/>
    <dgm:cxn modelId="{18525E49-B1AC-4621-8E94-1C48DF63BBB2}" type="presParOf" srcId="{30C97D52-9206-4AC8-838C-BCACC40E7F3F}" destId="{160C8B6D-6EA5-4084-B2BC-8851E788DE4A}" srcOrd="0" destOrd="0" presId="urn:microsoft.com/office/officeart/2008/layout/VerticalCurvedList"/>
    <dgm:cxn modelId="{599984BF-FD2F-4356-A073-C98BE39C4BA5}" type="presParOf" srcId="{5F6231AC-D59A-4981-8F46-58E1ACEB227E}" destId="{8528753A-D726-4265-9587-51D9CA60422E}" srcOrd="5" destOrd="0" presId="urn:microsoft.com/office/officeart/2008/layout/VerticalCurvedList"/>
    <dgm:cxn modelId="{4E6D6026-3994-4401-8420-DB18CD00A9EB}" type="presParOf" srcId="{5F6231AC-D59A-4981-8F46-58E1ACEB227E}" destId="{83D31E25-AE78-40B4-B876-A82BE9AAC58A}" srcOrd="6" destOrd="0" presId="urn:microsoft.com/office/officeart/2008/layout/VerticalCurvedList"/>
    <dgm:cxn modelId="{E4C82AA3-705E-4F77-B341-A91E5794CD3E}" type="presParOf" srcId="{83D31E25-AE78-40B4-B876-A82BE9AAC58A}" destId="{CC89D31A-C61E-4B60-AE0D-28458F11F994}" srcOrd="0" destOrd="0" presId="urn:microsoft.com/office/officeart/2008/layout/VerticalCurvedList"/>
    <dgm:cxn modelId="{D956B281-E8E5-4110-8263-75FE13D891A7}" type="presParOf" srcId="{5F6231AC-D59A-4981-8F46-58E1ACEB227E}" destId="{8AF62CA1-2F3F-48B0-A15A-5FC30B803378}" srcOrd="7" destOrd="0" presId="urn:microsoft.com/office/officeart/2008/layout/VerticalCurvedList"/>
    <dgm:cxn modelId="{3D19A89C-702B-4451-9DC0-AA8F70596236}" type="presParOf" srcId="{5F6231AC-D59A-4981-8F46-58E1ACEB227E}" destId="{0BCAA651-8419-425B-A9FF-50A51E555B8E}" srcOrd="8" destOrd="0" presId="urn:microsoft.com/office/officeart/2008/layout/VerticalCurvedList"/>
    <dgm:cxn modelId="{030FA9A4-5A0D-467E-8FE5-B6DB1BFE41EA}" type="presParOf" srcId="{0BCAA651-8419-425B-A9FF-50A51E555B8E}" destId="{45D96184-D3BD-4FB4-B5DD-F85E6656B1E9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C46DC0DA-E627-452E-B493-C13FF4CEECC1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A18F5E4-DFCD-4CBC-BD8C-A3C371B96236}">
      <dgm:prSet/>
      <dgm:spPr/>
      <dgm:t>
        <a:bodyPr/>
        <a:lstStyle/>
        <a:p>
          <a:r>
            <a:rPr lang="ru-RU" b="0" i="0" baseline="0"/>
            <a:t>1905–1907 рр.</a:t>
          </a:r>
          <a:endParaRPr lang="uk-UA"/>
        </a:p>
      </dgm:t>
    </dgm:pt>
    <dgm:pt modelId="{DA07FCB3-5602-48FC-9AFA-BEE6626FAE28}" type="parTrans" cxnId="{850B5010-C36F-48D5-B20F-41BD705738D1}">
      <dgm:prSet/>
      <dgm:spPr/>
      <dgm:t>
        <a:bodyPr/>
        <a:lstStyle/>
        <a:p>
          <a:endParaRPr lang="uk-UA"/>
        </a:p>
      </dgm:t>
    </dgm:pt>
    <dgm:pt modelId="{1798DFB1-22C8-4E3F-A487-B9EE6FA05A0D}" type="sibTrans" cxnId="{850B5010-C36F-48D5-B20F-41BD705738D1}">
      <dgm:prSet/>
      <dgm:spPr/>
      <dgm:t>
        <a:bodyPr/>
        <a:lstStyle/>
        <a:p>
          <a:endParaRPr lang="uk-UA"/>
        </a:p>
      </dgm:t>
    </dgm:pt>
    <dgm:pt modelId="{088A0DC9-DC37-4A3D-BBDE-0A02F3CEF458}">
      <dgm:prSet/>
      <dgm:spPr/>
      <dgm:t>
        <a:bodyPr/>
        <a:lstStyle/>
        <a:p>
          <a:r>
            <a:rPr lang="ru-RU" b="0" i="0" baseline="0"/>
            <a:t>1914–1916 рр.</a:t>
          </a:r>
          <a:endParaRPr lang="uk-UA"/>
        </a:p>
      </dgm:t>
    </dgm:pt>
    <dgm:pt modelId="{5C6F7DB5-5686-433F-9F78-17FD27958FBE}" type="parTrans" cxnId="{2CE3A2D7-AEF7-4E02-9EE1-ABAF83235C2A}">
      <dgm:prSet/>
      <dgm:spPr/>
      <dgm:t>
        <a:bodyPr/>
        <a:lstStyle/>
        <a:p>
          <a:endParaRPr lang="uk-UA"/>
        </a:p>
      </dgm:t>
    </dgm:pt>
    <dgm:pt modelId="{0199009A-EECB-4592-89A6-10DDDCC45499}" type="sibTrans" cxnId="{2CE3A2D7-AEF7-4E02-9EE1-ABAF83235C2A}">
      <dgm:prSet/>
      <dgm:spPr/>
      <dgm:t>
        <a:bodyPr/>
        <a:lstStyle/>
        <a:p>
          <a:endParaRPr lang="uk-UA"/>
        </a:p>
      </dgm:t>
    </dgm:pt>
    <dgm:pt modelId="{68C63390-8CD2-4968-84A3-C37E1EA3C1B3}">
      <dgm:prSet/>
      <dgm:spPr/>
      <dgm:t>
        <a:bodyPr/>
        <a:lstStyle/>
        <a:p>
          <a:r>
            <a:rPr lang="ru-RU" b="0" i="0" baseline="0"/>
            <a:t>1917–1918 рр.</a:t>
          </a:r>
          <a:endParaRPr lang="uk-UA"/>
        </a:p>
      </dgm:t>
    </dgm:pt>
    <dgm:pt modelId="{C7101EFB-0715-409C-91B9-CE0921D7E55B}" type="parTrans" cxnId="{001662FE-3602-489B-B487-C51565E9FB0D}">
      <dgm:prSet/>
      <dgm:spPr/>
      <dgm:t>
        <a:bodyPr/>
        <a:lstStyle/>
        <a:p>
          <a:endParaRPr lang="uk-UA"/>
        </a:p>
      </dgm:t>
    </dgm:pt>
    <dgm:pt modelId="{3C2460FF-193D-402C-A02D-BA2873CA380B}" type="sibTrans" cxnId="{001662FE-3602-489B-B487-C51565E9FB0D}">
      <dgm:prSet/>
      <dgm:spPr/>
      <dgm:t>
        <a:bodyPr/>
        <a:lstStyle/>
        <a:p>
          <a:endParaRPr lang="uk-UA"/>
        </a:p>
      </dgm:t>
    </dgm:pt>
    <dgm:pt modelId="{27131CB7-3581-4C12-8986-DC228640572A}">
      <dgm:prSet/>
      <dgm:spPr/>
      <dgm:t>
        <a:bodyPr/>
        <a:lstStyle/>
        <a:p>
          <a:r>
            <a:rPr lang="ru-RU" b="0" i="0" baseline="0"/>
            <a:t>1919–1922 рр.</a:t>
          </a:r>
          <a:endParaRPr lang="uk-UA"/>
        </a:p>
      </dgm:t>
    </dgm:pt>
    <dgm:pt modelId="{BB441053-22F0-4081-BF3C-9B24DB92BF2B}" type="parTrans" cxnId="{06F34BC1-3BB2-4C7C-A374-2A37F93457B1}">
      <dgm:prSet/>
      <dgm:spPr/>
      <dgm:t>
        <a:bodyPr/>
        <a:lstStyle/>
        <a:p>
          <a:endParaRPr lang="uk-UA"/>
        </a:p>
      </dgm:t>
    </dgm:pt>
    <dgm:pt modelId="{408755FC-BF5B-4DF9-9178-33280B0EAC7B}" type="sibTrans" cxnId="{06F34BC1-3BB2-4C7C-A374-2A37F93457B1}">
      <dgm:prSet/>
      <dgm:spPr/>
      <dgm:t>
        <a:bodyPr/>
        <a:lstStyle/>
        <a:p>
          <a:endParaRPr lang="uk-UA"/>
        </a:p>
      </dgm:t>
    </dgm:pt>
    <dgm:pt modelId="{4790AB81-9846-495B-871D-422D10ED20C5}" type="pres">
      <dgm:prSet presAssocID="{C46DC0DA-E627-452E-B493-C13FF4CEECC1}" presName="matrix" presStyleCnt="0">
        <dgm:presLayoutVars>
          <dgm:chMax val="1"/>
          <dgm:dir/>
          <dgm:resizeHandles val="exact"/>
        </dgm:presLayoutVars>
      </dgm:prSet>
      <dgm:spPr/>
    </dgm:pt>
    <dgm:pt modelId="{34639DF9-D6BB-4F1D-951D-6590B1AA9FFA}" type="pres">
      <dgm:prSet presAssocID="{C46DC0DA-E627-452E-B493-C13FF4CEECC1}" presName="diamond" presStyleLbl="bgShp" presStyleIdx="0" presStyleCnt="1"/>
      <dgm:spPr/>
    </dgm:pt>
    <dgm:pt modelId="{4E47C78C-DC5F-4984-B01C-67C342963A58}" type="pres">
      <dgm:prSet presAssocID="{C46DC0DA-E627-452E-B493-C13FF4CEECC1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B494082-1B15-4562-B3A5-25880A6C67EF}" type="pres">
      <dgm:prSet presAssocID="{C46DC0DA-E627-452E-B493-C13FF4CEECC1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375A72F-DA69-4095-82CE-ABBD0AD0364E}" type="pres">
      <dgm:prSet presAssocID="{C46DC0DA-E627-452E-B493-C13FF4CEECC1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A8B9783-DA8C-47F7-8922-F44C5C1BA5F2}" type="pres">
      <dgm:prSet presAssocID="{C46DC0DA-E627-452E-B493-C13FF4CEECC1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50B5010-C36F-48D5-B20F-41BD705738D1}" srcId="{C46DC0DA-E627-452E-B493-C13FF4CEECC1}" destId="{9A18F5E4-DFCD-4CBC-BD8C-A3C371B96236}" srcOrd="0" destOrd="0" parTransId="{DA07FCB3-5602-48FC-9AFA-BEE6626FAE28}" sibTransId="{1798DFB1-22C8-4E3F-A487-B9EE6FA05A0D}"/>
    <dgm:cxn modelId="{67DABE31-5F1F-4996-9ECA-6CF3829ED1A0}" type="presOf" srcId="{27131CB7-3581-4C12-8986-DC228640572A}" destId="{6A8B9783-DA8C-47F7-8922-F44C5C1BA5F2}" srcOrd="0" destOrd="0" presId="urn:microsoft.com/office/officeart/2005/8/layout/matrix3"/>
    <dgm:cxn modelId="{04938034-2A72-425A-9CF9-70869F79F42C}" type="presOf" srcId="{9A18F5E4-DFCD-4CBC-BD8C-A3C371B96236}" destId="{4E47C78C-DC5F-4984-B01C-67C342963A58}" srcOrd="0" destOrd="0" presId="urn:microsoft.com/office/officeart/2005/8/layout/matrix3"/>
    <dgm:cxn modelId="{899C266D-FC52-4389-A8B2-93E80D966E54}" type="presOf" srcId="{C46DC0DA-E627-452E-B493-C13FF4CEECC1}" destId="{4790AB81-9846-495B-871D-422D10ED20C5}" srcOrd="0" destOrd="0" presId="urn:microsoft.com/office/officeart/2005/8/layout/matrix3"/>
    <dgm:cxn modelId="{2427FFB2-9B4A-4CC2-82B6-4226FF06FE4A}" type="presOf" srcId="{68C63390-8CD2-4968-84A3-C37E1EA3C1B3}" destId="{C375A72F-DA69-4095-82CE-ABBD0AD0364E}" srcOrd="0" destOrd="0" presId="urn:microsoft.com/office/officeart/2005/8/layout/matrix3"/>
    <dgm:cxn modelId="{D94C99BB-BDD6-4E90-B7C7-E659DC105897}" type="presOf" srcId="{088A0DC9-DC37-4A3D-BBDE-0A02F3CEF458}" destId="{BB494082-1B15-4562-B3A5-25880A6C67EF}" srcOrd="0" destOrd="0" presId="urn:microsoft.com/office/officeart/2005/8/layout/matrix3"/>
    <dgm:cxn modelId="{06F34BC1-3BB2-4C7C-A374-2A37F93457B1}" srcId="{C46DC0DA-E627-452E-B493-C13FF4CEECC1}" destId="{27131CB7-3581-4C12-8986-DC228640572A}" srcOrd="3" destOrd="0" parTransId="{BB441053-22F0-4081-BF3C-9B24DB92BF2B}" sibTransId="{408755FC-BF5B-4DF9-9178-33280B0EAC7B}"/>
    <dgm:cxn modelId="{2CE3A2D7-AEF7-4E02-9EE1-ABAF83235C2A}" srcId="{C46DC0DA-E627-452E-B493-C13FF4CEECC1}" destId="{088A0DC9-DC37-4A3D-BBDE-0A02F3CEF458}" srcOrd="1" destOrd="0" parTransId="{5C6F7DB5-5686-433F-9F78-17FD27958FBE}" sibTransId="{0199009A-EECB-4592-89A6-10DDDCC45499}"/>
    <dgm:cxn modelId="{001662FE-3602-489B-B487-C51565E9FB0D}" srcId="{C46DC0DA-E627-452E-B493-C13FF4CEECC1}" destId="{68C63390-8CD2-4968-84A3-C37E1EA3C1B3}" srcOrd="2" destOrd="0" parTransId="{C7101EFB-0715-409C-91B9-CE0921D7E55B}" sibTransId="{3C2460FF-193D-402C-A02D-BA2873CA380B}"/>
    <dgm:cxn modelId="{EFCF7A86-2062-4D1A-956E-854918A3DE6E}" type="presParOf" srcId="{4790AB81-9846-495B-871D-422D10ED20C5}" destId="{34639DF9-D6BB-4F1D-951D-6590B1AA9FFA}" srcOrd="0" destOrd="0" presId="urn:microsoft.com/office/officeart/2005/8/layout/matrix3"/>
    <dgm:cxn modelId="{E92F9CF1-B1D6-498A-934E-70F20F37F632}" type="presParOf" srcId="{4790AB81-9846-495B-871D-422D10ED20C5}" destId="{4E47C78C-DC5F-4984-B01C-67C342963A58}" srcOrd="1" destOrd="0" presId="urn:microsoft.com/office/officeart/2005/8/layout/matrix3"/>
    <dgm:cxn modelId="{FDB48151-F7DD-4339-A74C-DF590BBE258C}" type="presParOf" srcId="{4790AB81-9846-495B-871D-422D10ED20C5}" destId="{BB494082-1B15-4562-B3A5-25880A6C67EF}" srcOrd="2" destOrd="0" presId="urn:microsoft.com/office/officeart/2005/8/layout/matrix3"/>
    <dgm:cxn modelId="{0E05C7D5-BD1D-40FC-940A-F7C919718BD8}" type="presParOf" srcId="{4790AB81-9846-495B-871D-422D10ED20C5}" destId="{C375A72F-DA69-4095-82CE-ABBD0AD0364E}" srcOrd="3" destOrd="0" presId="urn:microsoft.com/office/officeart/2005/8/layout/matrix3"/>
    <dgm:cxn modelId="{1C810F3F-F652-4E39-84BE-BF9585363043}" type="presParOf" srcId="{4790AB81-9846-495B-871D-422D10ED20C5}" destId="{6A8B9783-DA8C-47F7-8922-F44C5C1BA5F2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28B21361-C116-43C9-8914-17FEA964E767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34041CF-6321-469E-8EB1-F6E585D40415}">
      <dgm:prSet/>
      <dgm:spPr/>
      <dgm:t>
        <a:bodyPr/>
        <a:lstStyle/>
        <a:p>
          <a:r>
            <a:rPr lang="ru-RU" b="0" i="0" baseline="0"/>
            <a:t>утворення Української Центральної Ради</a:t>
          </a:r>
          <a:endParaRPr lang="uk-UA"/>
        </a:p>
      </dgm:t>
    </dgm:pt>
    <dgm:pt modelId="{1DC316B3-1FB4-43B1-8C88-5000A4777593}" type="parTrans" cxnId="{4C8F6328-41ED-4E8F-B11E-19EF76753FD7}">
      <dgm:prSet/>
      <dgm:spPr/>
      <dgm:t>
        <a:bodyPr/>
        <a:lstStyle/>
        <a:p>
          <a:endParaRPr lang="uk-UA"/>
        </a:p>
      </dgm:t>
    </dgm:pt>
    <dgm:pt modelId="{56AB0AA5-A3DF-470C-8E95-82226770152D}" type="sibTrans" cxnId="{4C8F6328-41ED-4E8F-B11E-19EF76753FD7}">
      <dgm:prSet/>
      <dgm:spPr/>
      <dgm:t>
        <a:bodyPr/>
        <a:lstStyle/>
        <a:p>
          <a:endParaRPr lang="uk-UA"/>
        </a:p>
      </dgm:t>
    </dgm:pt>
    <dgm:pt modelId="{392C8AB1-421D-4D9A-B5C1-CCCD8F74E85D}">
      <dgm:prSet/>
      <dgm:spPr/>
      <dgm:t>
        <a:bodyPr/>
        <a:lstStyle/>
        <a:p>
          <a:r>
            <a:rPr lang="ru-RU" b="0" i="0" baseline="0"/>
            <a:t>взяття Львова російськими військами</a:t>
          </a:r>
          <a:endParaRPr lang="uk-UA"/>
        </a:p>
      </dgm:t>
    </dgm:pt>
    <dgm:pt modelId="{4498D930-A05D-4EB2-A31D-928280822D03}" type="parTrans" cxnId="{1B4D21A6-1704-4640-AC73-5913686DC028}">
      <dgm:prSet/>
      <dgm:spPr/>
      <dgm:t>
        <a:bodyPr/>
        <a:lstStyle/>
        <a:p>
          <a:endParaRPr lang="uk-UA"/>
        </a:p>
      </dgm:t>
    </dgm:pt>
    <dgm:pt modelId="{A7369CFB-E3BE-4EC0-B1A5-298C37B0F24A}" type="sibTrans" cxnId="{1B4D21A6-1704-4640-AC73-5913686DC028}">
      <dgm:prSet/>
      <dgm:spPr/>
      <dgm:t>
        <a:bodyPr/>
        <a:lstStyle/>
        <a:p>
          <a:endParaRPr lang="uk-UA"/>
        </a:p>
      </dgm:t>
    </dgm:pt>
    <dgm:pt modelId="{C374BD08-59D2-4BD4-8C96-D83DED7BCB0C}">
      <dgm:prSet/>
      <dgm:spPr/>
      <dgm:t>
        <a:bodyPr/>
        <a:lstStyle/>
        <a:p>
          <a:r>
            <a:rPr lang="ru-RU" b="0" i="0" baseline="0"/>
            <a:t>підписання Брестського миру.</a:t>
          </a:r>
          <a:endParaRPr lang="uk-UA"/>
        </a:p>
      </dgm:t>
    </dgm:pt>
    <dgm:pt modelId="{C21C1A28-1A3E-4CA0-AF10-0AC33F50C72F}" type="parTrans" cxnId="{75BD18A6-258E-411A-84DF-A3279AC73C13}">
      <dgm:prSet/>
      <dgm:spPr/>
      <dgm:t>
        <a:bodyPr/>
        <a:lstStyle/>
        <a:p>
          <a:endParaRPr lang="uk-UA"/>
        </a:p>
      </dgm:t>
    </dgm:pt>
    <dgm:pt modelId="{86088679-DCDA-40CF-A1E6-6F52532145B5}" type="sibTrans" cxnId="{75BD18A6-258E-411A-84DF-A3279AC73C13}">
      <dgm:prSet/>
      <dgm:spPr/>
      <dgm:t>
        <a:bodyPr/>
        <a:lstStyle/>
        <a:p>
          <a:endParaRPr lang="uk-UA"/>
        </a:p>
      </dgm:t>
    </dgm:pt>
    <dgm:pt modelId="{4019566A-0C4A-423E-86D8-CAD27324ACE2}">
      <dgm:prSet/>
      <dgm:spPr/>
      <dgm:t>
        <a:bodyPr/>
        <a:lstStyle/>
        <a:p>
          <a:r>
            <a:rPr lang="ru-RU" b="0" i="0" baseline="0"/>
            <a:t>Брусиловський прорив</a:t>
          </a:r>
          <a:endParaRPr lang="uk-UA"/>
        </a:p>
      </dgm:t>
    </dgm:pt>
    <dgm:pt modelId="{1492A9E8-70EB-4829-801A-5CCCB9F7119C}" type="parTrans" cxnId="{BEC12EDF-4162-44CE-8393-E453011788C5}">
      <dgm:prSet/>
      <dgm:spPr/>
      <dgm:t>
        <a:bodyPr/>
        <a:lstStyle/>
        <a:p>
          <a:endParaRPr lang="uk-UA"/>
        </a:p>
      </dgm:t>
    </dgm:pt>
    <dgm:pt modelId="{55B7317B-18D1-4F98-AA05-BA61F78E82C0}" type="sibTrans" cxnId="{BEC12EDF-4162-44CE-8393-E453011788C5}">
      <dgm:prSet/>
      <dgm:spPr/>
      <dgm:t>
        <a:bodyPr/>
        <a:lstStyle/>
        <a:p>
          <a:endParaRPr lang="uk-UA"/>
        </a:p>
      </dgm:t>
    </dgm:pt>
    <dgm:pt modelId="{24F09F37-3B33-42B7-A636-E7159CD36E99}" type="pres">
      <dgm:prSet presAssocID="{28B21361-C116-43C9-8914-17FEA964E767}" presName="Name0" presStyleCnt="0">
        <dgm:presLayoutVars>
          <dgm:chMax val="7"/>
          <dgm:chPref val="7"/>
          <dgm:dir/>
        </dgm:presLayoutVars>
      </dgm:prSet>
      <dgm:spPr/>
    </dgm:pt>
    <dgm:pt modelId="{D7E50B2A-722A-497F-9E5C-9CC8A440ED13}" type="pres">
      <dgm:prSet presAssocID="{28B21361-C116-43C9-8914-17FEA964E767}" presName="Name1" presStyleCnt="0"/>
      <dgm:spPr/>
    </dgm:pt>
    <dgm:pt modelId="{353607C3-DC30-4791-98C8-6C1A25A85D60}" type="pres">
      <dgm:prSet presAssocID="{28B21361-C116-43C9-8914-17FEA964E767}" presName="cycle" presStyleCnt="0"/>
      <dgm:spPr/>
    </dgm:pt>
    <dgm:pt modelId="{5E3A3231-B6FE-42EE-9826-BB3093331CCF}" type="pres">
      <dgm:prSet presAssocID="{28B21361-C116-43C9-8914-17FEA964E767}" presName="srcNode" presStyleLbl="node1" presStyleIdx="0" presStyleCnt="4"/>
      <dgm:spPr/>
    </dgm:pt>
    <dgm:pt modelId="{45C7E350-0DE8-48D9-A95A-E2B8C42A1C91}" type="pres">
      <dgm:prSet presAssocID="{28B21361-C116-43C9-8914-17FEA964E767}" presName="conn" presStyleLbl="parChTrans1D2" presStyleIdx="0" presStyleCnt="1"/>
      <dgm:spPr/>
    </dgm:pt>
    <dgm:pt modelId="{16D3DE8E-51D5-48CE-B176-64A20DD38C23}" type="pres">
      <dgm:prSet presAssocID="{28B21361-C116-43C9-8914-17FEA964E767}" presName="extraNode" presStyleLbl="node1" presStyleIdx="0" presStyleCnt="4"/>
      <dgm:spPr/>
    </dgm:pt>
    <dgm:pt modelId="{0C5FB0A8-112A-4568-A28F-9BBF43C33277}" type="pres">
      <dgm:prSet presAssocID="{28B21361-C116-43C9-8914-17FEA964E767}" presName="dstNode" presStyleLbl="node1" presStyleIdx="0" presStyleCnt="4"/>
      <dgm:spPr/>
    </dgm:pt>
    <dgm:pt modelId="{9EBBBCDF-28CA-4994-A6BC-ACCB5C3DF433}" type="pres">
      <dgm:prSet presAssocID="{634041CF-6321-469E-8EB1-F6E585D40415}" presName="text_1" presStyleLbl="node1" presStyleIdx="0" presStyleCnt="4">
        <dgm:presLayoutVars>
          <dgm:bulletEnabled val="1"/>
        </dgm:presLayoutVars>
      </dgm:prSet>
      <dgm:spPr/>
    </dgm:pt>
    <dgm:pt modelId="{6F2D43B9-DCB7-4193-98F5-1AFAEFA41A89}" type="pres">
      <dgm:prSet presAssocID="{634041CF-6321-469E-8EB1-F6E585D40415}" presName="accent_1" presStyleCnt="0"/>
      <dgm:spPr/>
    </dgm:pt>
    <dgm:pt modelId="{7453CB58-6199-427B-A83E-FA44306AE210}" type="pres">
      <dgm:prSet presAssocID="{634041CF-6321-469E-8EB1-F6E585D40415}" presName="accentRepeatNode" presStyleLbl="solidFgAcc1" presStyleIdx="0" presStyleCnt="4"/>
      <dgm:spPr/>
    </dgm:pt>
    <dgm:pt modelId="{1879D30C-FF6B-4262-8743-AAB6E41F6C3A}" type="pres">
      <dgm:prSet presAssocID="{392C8AB1-421D-4D9A-B5C1-CCCD8F74E85D}" presName="text_2" presStyleLbl="node1" presStyleIdx="1" presStyleCnt="4">
        <dgm:presLayoutVars>
          <dgm:bulletEnabled val="1"/>
        </dgm:presLayoutVars>
      </dgm:prSet>
      <dgm:spPr/>
    </dgm:pt>
    <dgm:pt modelId="{7B1484C3-BD25-4B28-9829-97EE9DD588FA}" type="pres">
      <dgm:prSet presAssocID="{392C8AB1-421D-4D9A-B5C1-CCCD8F74E85D}" presName="accent_2" presStyleCnt="0"/>
      <dgm:spPr/>
    </dgm:pt>
    <dgm:pt modelId="{A755F205-7ED7-4A7F-B364-BB81473593DA}" type="pres">
      <dgm:prSet presAssocID="{392C8AB1-421D-4D9A-B5C1-CCCD8F74E85D}" presName="accentRepeatNode" presStyleLbl="solidFgAcc1" presStyleIdx="1" presStyleCnt="4"/>
      <dgm:spPr/>
    </dgm:pt>
    <dgm:pt modelId="{35D4D76A-4A2D-4437-BC1B-6A11CACAE280}" type="pres">
      <dgm:prSet presAssocID="{C374BD08-59D2-4BD4-8C96-D83DED7BCB0C}" presName="text_3" presStyleLbl="node1" presStyleIdx="2" presStyleCnt="4">
        <dgm:presLayoutVars>
          <dgm:bulletEnabled val="1"/>
        </dgm:presLayoutVars>
      </dgm:prSet>
      <dgm:spPr/>
    </dgm:pt>
    <dgm:pt modelId="{1A021B19-965F-478E-BC1F-F7BDC73FA3BF}" type="pres">
      <dgm:prSet presAssocID="{C374BD08-59D2-4BD4-8C96-D83DED7BCB0C}" presName="accent_3" presStyleCnt="0"/>
      <dgm:spPr/>
    </dgm:pt>
    <dgm:pt modelId="{9D79B27E-48D8-4921-9AFD-165F079201E1}" type="pres">
      <dgm:prSet presAssocID="{C374BD08-59D2-4BD4-8C96-D83DED7BCB0C}" presName="accentRepeatNode" presStyleLbl="solidFgAcc1" presStyleIdx="2" presStyleCnt="4"/>
      <dgm:spPr/>
    </dgm:pt>
    <dgm:pt modelId="{5F753F8A-B501-4C2C-BF64-110B40598730}" type="pres">
      <dgm:prSet presAssocID="{4019566A-0C4A-423E-86D8-CAD27324ACE2}" presName="text_4" presStyleLbl="node1" presStyleIdx="3" presStyleCnt="4">
        <dgm:presLayoutVars>
          <dgm:bulletEnabled val="1"/>
        </dgm:presLayoutVars>
      </dgm:prSet>
      <dgm:spPr/>
    </dgm:pt>
    <dgm:pt modelId="{0F0EE6E5-B1AB-4F9E-8B7C-29BF4FED8AFE}" type="pres">
      <dgm:prSet presAssocID="{4019566A-0C4A-423E-86D8-CAD27324ACE2}" presName="accent_4" presStyleCnt="0"/>
      <dgm:spPr/>
    </dgm:pt>
    <dgm:pt modelId="{2B49E6AC-C8E2-40DB-8FD3-B179606F2DA6}" type="pres">
      <dgm:prSet presAssocID="{4019566A-0C4A-423E-86D8-CAD27324ACE2}" presName="accentRepeatNode" presStyleLbl="solidFgAcc1" presStyleIdx="3" presStyleCnt="4"/>
      <dgm:spPr/>
    </dgm:pt>
  </dgm:ptLst>
  <dgm:cxnLst>
    <dgm:cxn modelId="{4C8F6328-41ED-4E8F-B11E-19EF76753FD7}" srcId="{28B21361-C116-43C9-8914-17FEA964E767}" destId="{634041CF-6321-469E-8EB1-F6E585D40415}" srcOrd="0" destOrd="0" parTransId="{1DC316B3-1FB4-43B1-8C88-5000A4777593}" sibTransId="{56AB0AA5-A3DF-470C-8E95-82226770152D}"/>
    <dgm:cxn modelId="{F81D1729-8B04-4566-A526-38D6B1F5FAB4}" type="presOf" srcId="{C374BD08-59D2-4BD4-8C96-D83DED7BCB0C}" destId="{35D4D76A-4A2D-4437-BC1B-6A11CACAE280}" srcOrd="0" destOrd="0" presId="urn:microsoft.com/office/officeart/2008/layout/VerticalCurvedList"/>
    <dgm:cxn modelId="{84E0BF96-D9EE-4D94-86AD-0C408993858D}" type="presOf" srcId="{392C8AB1-421D-4D9A-B5C1-CCCD8F74E85D}" destId="{1879D30C-FF6B-4262-8743-AAB6E41F6C3A}" srcOrd="0" destOrd="0" presId="urn:microsoft.com/office/officeart/2008/layout/VerticalCurvedList"/>
    <dgm:cxn modelId="{DFF09B97-24DA-48A3-9B25-3AC309A0ADBB}" type="presOf" srcId="{4019566A-0C4A-423E-86D8-CAD27324ACE2}" destId="{5F753F8A-B501-4C2C-BF64-110B40598730}" srcOrd="0" destOrd="0" presId="urn:microsoft.com/office/officeart/2008/layout/VerticalCurvedList"/>
    <dgm:cxn modelId="{75BD18A6-258E-411A-84DF-A3279AC73C13}" srcId="{28B21361-C116-43C9-8914-17FEA964E767}" destId="{C374BD08-59D2-4BD4-8C96-D83DED7BCB0C}" srcOrd="2" destOrd="0" parTransId="{C21C1A28-1A3E-4CA0-AF10-0AC33F50C72F}" sibTransId="{86088679-DCDA-40CF-A1E6-6F52532145B5}"/>
    <dgm:cxn modelId="{1B4D21A6-1704-4640-AC73-5913686DC028}" srcId="{28B21361-C116-43C9-8914-17FEA964E767}" destId="{392C8AB1-421D-4D9A-B5C1-CCCD8F74E85D}" srcOrd="1" destOrd="0" parTransId="{4498D930-A05D-4EB2-A31D-928280822D03}" sibTransId="{A7369CFB-E3BE-4EC0-B1A5-298C37B0F24A}"/>
    <dgm:cxn modelId="{007155BB-E9F0-42D2-A7FE-26B2B9FC9B87}" type="presOf" srcId="{56AB0AA5-A3DF-470C-8E95-82226770152D}" destId="{45C7E350-0DE8-48D9-A95A-E2B8C42A1C91}" srcOrd="0" destOrd="0" presId="urn:microsoft.com/office/officeart/2008/layout/VerticalCurvedList"/>
    <dgm:cxn modelId="{BEC12EDF-4162-44CE-8393-E453011788C5}" srcId="{28B21361-C116-43C9-8914-17FEA964E767}" destId="{4019566A-0C4A-423E-86D8-CAD27324ACE2}" srcOrd="3" destOrd="0" parTransId="{1492A9E8-70EB-4829-801A-5CCCB9F7119C}" sibTransId="{55B7317B-18D1-4F98-AA05-BA61F78E82C0}"/>
    <dgm:cxn modelId="{F490D6E7-9C07-42BB-8061-7C28E69D8FDD}" type="presOf" srcId="{28B21361-C116-43C9-8914-17FEA964E767}" destId="{24F09F37-3B33-42B7-A636-E7159CD36E99}" srcOrd="0" destOrd="0" presId="urn:microsoft.com/office/officeart/2008/layout/VerticalCurvedList"/>
    <dgm:cxn modelId="{EF3876F1-BA81-408F-B8E6-1B25E7CE3B51}" type="presOf" srcId="{634041CF-6321-469E-8EB1-F6E585D40415}" destId="{9EBBBCDF-28CA-4994-A6BC-ACCB5C3DF433}" srcOrd="0" destOrd="0" presId="urn:microsoft.com/office/officeart/2008/layout/VerticalCurvedList"/>
    <dgm:cxn modelId="{0B5E1AEC-3ED6-4081-B760-62E2EEE37831}" type="presParOf" srcId="{24F09F37-3B33-42B7-A636-E7159CD36E99}" destId="{D7E50B2A-722A-497F-9E5C-9CC8A440ED13}" srcOrd="0" destOrd="0" presId="urn:microsoft.com/office/officeart/2008/layout/VerticalCurvedList"/>
    <dgm:cxn modelId="{A8F29241-34B2-4842-B81A-F000B3008AC6}" type="presParOf" srcId="{D7E50B2A-722A-497F-9E5C-9CC8A440ED13}" destId="{353607C3-DC30-4791-98C8-6C1A25A85D60}" srcOrd="0" destOrd="0" presId="urn:microsoft.com/office/officeart/2008/layout/VerticalCurvedList"/>
    <dgm:cxn modelId="{28242BC8-EAE6-4891-8CA6-077F904711D6}" type="presParOf" srcId="{353607C3-DC30-4791-98C8-6C1A25A85D60}" destId="{5E3A3231-B6FE-42EE-9826-BB3093331CCF}" srcOrd="0" destOrd="0" presId="urn:microsoft.com/office/officeart/2008/layout/VerticalCurvedList"/>
    <dgm:cxn modelId="{EA4B33DB-35A7-4B77-BE8C-1EC6A6FF4763}" type="presParOf" srcId="{353607C3-DC30-4791-98C8-6C1A25A85D60}" destId="{45C7E350-0DE8-48D9-A95A-E2B8C42A1C91}" srcOrd="1" destOrd="0" presId="urn:microsoft.com/office/officeart/2008/layout/VerticalCurvedList"/>
    <dgm:cxn modelId="{59A5FC3C-0CD4-4186-B70C-04B0128951F8}" type="presParOf" srcId="{353607C3-DC30-4791-98C8-6C1A25A85D60}" destId="{16D3DE8E-51D5-48CE-B176-64A20DD38C23}" srcOrd="2" destOrd="0" presId="urn:microsoft.com/office/officeart/2008/layout/VerticalCurvedList"/>
    <dgm:cxn modelId="{6220394B-F0F8-440B-820E-2691D6939744}" type="presParOf" srcId="{353607C3-DC30-4791-98C8-6C1A25A85D60}" destId="{0C5FB0A8-112A-4568-A28F-9BBF43C33277}" srcOrd="3" destOrd="0" presId="urn:microsoft.com/office/officeart/2008/layout/VerticalCurvedList"/>
    <dgm:cxn modelId="{A1D17EF8-D7C0-4C13-B4A2-B5EA9A2F7AB1}" type="presParOf" srcId="{D7E50B2A-722A-497F-9E5C-9CC8A440ED13}" destId="{9EBBBCDF-28CA-4994-A6BC-ACCB5C3DF433}" srcOrd="1" destOrd="0" presId="urn:microsoft.com/office/officeart/2008/layout/VerticalCurvedList"/>
    <dgm:cxn modelId="{2536F243-84A0-4702-B6DD-7B9E32304676}" type="presParOf" srcId="{D7E50B2A-722A-497F-9E5C-9CC8A440ED13}" destId="{6F2D43B9-DCB7-4193-98F5-1AFAEFA41A89}" srcOrd="2" destOrd="0" presId="urn:microsoft.com/office/officeart/2008/layout/VerticalCurvedList"/>
    <dgm:cxn modelId="{EA0A2342-C630-44BB-B284-2EC0477704E6}" type="presParOf" srcId="{6F2D43B9-DCB7-4193-98F5-1AFAEFA41A89}" destId="{7453CB58-6199-427B-A83E-FA44306AE210}" srcOrd="0" destOrd="0" presId="urn:microsoft.com/office/officeart/2008/layout/VerticalCurvedList"/>
    <dgm:cxn modelId="{8BD87292-CD36-45AC-A5DC-0D7817DD29A6}" type="presParOf" srcId="{D7E50B2A-722A-497F-9E5C-9CC8A440ED13}" destId="{1879D30C-FF6B-4262-8743-AAB6E41F6C3A}" srcOrd="3" destOrd="0" presId="urn:microsoft.com/office/officeart/2008/layout/VerticalCurvedList"/>
    <dgm:cxn modelId="{9533CCA3-D68A-47BA-A5FC-ACD3B9D4C45C}" type="presParOf" srcId="{D7E50B2A-722A-497F-9E5C-9CC8A440ED13}" destId="{7B1484C3-BD25-4B28-9829-97EE9DD588FA}" srcOrd="4" destOrd="0" presId="urn:microsoft.com/office/officeart/2008/layout/VerticalCurvedList"/>
    <dgm:cxn modelId="{631E8F3A-2FC9-467B-9442-51285148F147}" type="presParOf" srcId="{7B1484C3-BD25-4B28-9829-97EE9DD588FA}" destId="{A755F205-7ED7-4A7F-B364-BB81473593DA}" srcOrd="0" destOrd="0" presId="urn:microsoft.com/office/officeart/2008/layout/VerticalCurvedList"/>
    <dgm:cxn modelId="{85765D96-4C58-46F0-B3F7-C121556EA670}" type="presParOf" srcId="{D7E50B2A-722A-497F-9E5C-9CC8A440ED13}" destId="{35D4D76A-4A2D-4437-BC1B-6A11CACAE280}" srcOrd="5" destOrd="0" presId="urn:microsoft.com/office/officeart/2008/layout/VerticalCurvedList"/>
    <dgm:cxn modelId="{C3888EC3-8B07-4A88-B4E0-3082AF6EDE4B}" type="presParOf" srcId="{D7E50B2A-722A-497F-9E5C-9CC8A440ED13}" destId="{1A021B19-965F-478E-BC1F-F7BDC73FA3BF}" srcOrd="6" destOrd="0" presId="urn:microsoft.com/office/officeart/2008/layout/VerticalCurvedList"/>
    <dgm:cxn modelId="{4D3EDBD1-DAF4-4A05-81A7-6143CA6784E7}" type="presParOf" srcId="{1A021B19-965F-478E-BC1F-F7BDC73FA3BF}" destId="{9D79B27E-48D8-4921-9AFD-165F079201E1}" srcOrd="0" destOrd="0" presId="urn:microsoft.com/office/officeart/2008/layout/VerticalCurvedList"/>
    <dgm:cxn modelId="{0EFEC8A3-563B-4347-9B20-92CCB9FAEA50}" type="presParOf" srcId="{D7E50B2A-722A-497F-9E5C-9CC8A440ED13}" destId="{5F753F8A-B501-4C2C-BF64-110B40598730}" srcOrd="7" destOrd="0" presId="urn:microsoft.com/office/officeart/2008/layout/VerticalCurvedList"/>
    <dgm:cxn modelId="{6EEBB62A-DDC1-4620-9EF8-C11A4CFF88B8}" type="presParOf" srcId="{D7E50B2A-722A-497F-9E5C-9CC8A440ED13}" destId="{0F0EE6E5-B1AB-4F9E-8B7C-29BF4FED8AFE}" srcOrd="8" destOrd="0" presId="urn:microsoft.com/office/officeart/2008/layout/VerticalCurvedList"/>
    <dgm:cxn modelId="{6B451E5F-2145-4057-A3BB-D14B9D71D7A8}" type="presParOf" srcId="{0F0EE6E5-B1AB-4F9E-8B7C-29BF4FED8AFE}" destId="{2B49E6AC-C8E2-40DB-8FD3-B179606F2DA6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E233026E-CA69-45A4-9A6F-6F24F41A6FBE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9ADB8AF-4B08-447E-9B76-C27EF044D932}">
      <dgm:prSet/>
      <dgm:spPr/>
      <dgm:t>
        <a:bodyPr/>
        <a:lstStyle/>
        <a:p>
          <a:r>
            <a:rPr lang="ru-RU" b="0" i="0" baseline="0"/>
            <a:t>1914 р.</a:t>
          </a:r>
          <a:endParaRPr lang="uk-UA"/>
        </a:p>
      </dgm:t>
    </dgm:pt>
    <dgm:pt modelId="{A5756211-9774-4710-A7A5-82A9F37D046A}" type="parTrans" cxnId="{D1BACAF0-E48B-414E-A916-7ACB77B0BC2C}">
      <dgm:prSet/>
      <dgm:spPr/>
      <dgm:t>
        <a:bodyPr/>
        <a:lstStyle/>
        <a:p>
          <a:endParaRPr lang="uk-UA"/>
        </a:p>
      </dgm:t>
    </dgm:pt>
    <dgm:pt modelId="{4B8503E3-86C5-44F8-8CC3-152B25D43CF6}" type="sibTrans" cxnId="{D1BACAF0-E48B-414E-A916-7ACB77B0BC2C}">
      <dgm:prSet/>
      <dgm:spPr/>
      <dgm:t>
        <a:bodyPr/>
        <a:lstStyle/>
        <a:p>
          <a:endParaRPr lang="uk-UA"/>
        </a:p>
      </dgm:t>
    </dgm:pt>
    <dgm:pt modelId="{C1DE8B85-A7DF-4F6F-83AF-CB93CA746D4E}">
      <dgm:prSet/>
      <dgm:spPr/>
      <dgm:t>
        <a:bodyPr/>
        <a:lstStyle/>
        <a:p>
          <a:r>
            <a:rPr lang="ru-RU" b="0" i="0" baseline="0"/>
            <a:t>1915 р.</a:t>
          </a:r>
          <a:endParaRPr lang="uk-UA"/>
        </a:p>
      </dgm:t>
    </dgm:pt>
    <dgm:pt modelId="{A2EDC1FB-5D87-43B9-BBE7-05F0844D23CC}" type="parTrans" cxnId="{29ED2544-DC6C-4D36-A825-1731AAA2952D}">
      <dgm:prSet/>
      <dgm:spPr/>
      <dgm:t>
        <a:bodyPr/>
        <a:lstStyle/>
        <a:p>
          <a:endParaRPr lang="uk-UA"/>
        </a:p>
      </dgm:t>
    </dgm:pt>
    <dgm:pt modelId="{93E380A9-F286-4E63-88D4-7BA138B732DC}" type="sibTrans" cxnId="{29ED2544-DC6C-4D36-A825-1731AAA2952D}">
      <dgm:prSet/>
      <dgm:spPr/>
      <dgm:t>
        <a:bodyPr/>
        <a:lstStyle/>
        <a:p>
          <a:endParaRPr lang="uk-UA"/>
        </a:p>
      </dgm:t>
    </dgm:pt>
    <dgm:pt modelId="{91DF44FB-E8AD-4669-8ED0-A7245933278B}">
      <dgm:prSet/>
      <dgm:spPr/>
      <dgm:t>
        <a:bodyPr/>
        <a:lstStyle/>
        <a:p>
          <a:r>
            <a:rPr lang="ru-RU" b="0" i="0" baseline="0"/>
            <a:t>1916 р.</a:t>
          </a:r>
          <a:endParaRPr lang="uk-UA"/>
        </a:p>
      </dgm:t>
    </dgm:pt>
    <dgm:pt modelId="{BF858511-3724-4956-8B15-280CD1030AE2}" type="parTrans" cxnId="{7D6DEECC-3755-4B50-A60A-B823CD3E0121}">
      <dgm:prSet/>
      <dgm:spPr/>
      <dgm:t>
        <a:bodyPr/>
        <a:lstStyle/>
        <a:p>
          <a:endParaRPr lang="uk-UA"/>
        </a:p>
      </dgm:t>
    </dgm:pt>
    <dgm:pt modelId="{DE58417E-F346-4A05-8CD8-898B9B3C7E5E}" type="sibTrans" cxnId="{7D6DEECC-3755-4B50-A60A-B823CD3E0121}">
      <dgm:prSet/>
      <dgm:spPr/>
      <dgm:t>
        <a:bodyPr/>
        <a:lstStyle/>
        <a:p>
          <a:endParaRPr lang="uk-UA"/>
        </a:p>
      </dgm:t>
    </dgm:pt>
    <dgm:pt modelId="{B0934977-A323-4158-9C86-C62472051475}">
      <dgm:prSet/>
      <dgm:spPr/>
      <dgm:t>
        <a:bodyPr/>
        <a:lstStyle/>
        <a:p>
          <a:r>
            <a:rPr lang="ru-RU" b="0" i="0" baseline="0"/>
            <a:t>1917 р.</a:t>
          </a:r>
          <a:endParaRPr lang="uk-UA"/>
        </a:p>
      </dgm:t>
    </dgm:pt>
    <dgm:pt modelId="{7541D4E8-108C-4949-B89D-3F72A040BEEE}" type="parTrans" cxnId="{798BD5A2-0D4D-4DD2-9777-A754D1C2AE68}">
      <dgm:prSet/>
      <dgm:spPr/>
      <dgm:t>
        <a:bodyPr/>
        <a:lstStyle/>
        <a:p>
          <a:endParaRPr lang="uk-UA"/>
        </a:p>
      </dgm:t>
    </dgm:pt>
    <dgm:pt modelId="{ECF421F5-F2DC-4F00-B665-FD502F7E302E}" type="sibTrans" cxnId="{798BD5A2-0D4D-4DD2-9777-A754D1C2AE68}">
      <dgm:prSet/>
      <dgm:spPr/>
      <dgm:t>
        <a:bodyPr/>
        <a:lstStyle/>
        <a:p>
          <a:endParaRPr lang="uk-UA"/>
        </a:p>
      </dgm:t>
    </dgm:pt>
    <dgm:pt modelId="{343DA243-B88E-40AC-AF4B-DCA333E5EBC2}">
      <dgm:prSet/>
      <dgm:spPr/>
      <dgm:t>
        <a:bodyPr/>
        <a:lstStyle/>
        <a:p>
          <a:r>
            <a:rPr lang="ru-RU" b="0" i="0" baseline="0"/>
            <a:t>1918 р.</a:t>
          </a:r>
          <a:endParaRPr lang="uk-UA"/>
        </a:p>
      </dgm:t>
    </dgm:pt>
    <dgm:pt modelId="{BBD6199E-4F13-4DAC-B584-48BE5124B24D}" type="parTrans" cxnId="{673817B1-73E8-4826-8D3A-045E2388D13F}">
      <dgm:prSet/>
      <dgm:spPr/>
      <dgm:t>
        <a:bodyPr/>
        <a:lstStyle/>
        <a:p>
          <a:endParaRPr lang="uk-UA"/>
        </a:p>
      </dgm:t>
    </dgm:pt>
    <dgm:pt modelId="{2411BB2D-FA09-45DA-BFC5-F9C0BB16DCF5}" type="sibTrans" cxnId="{673817B1-73E8-4826-8D3A-045E2388D13F}">
      <dgm:prSet/>
      <dgm:spPr/>
      <dgm:t>
        <a:bodyPr/>
        <a:lstStyle/>
        <a:p>
          <a:endParaRPr lang="uk-UA"/>
        </a:p>
      </dgm:t>
    </dgm:pt>
    <dgm:pt modelId="{E63F7ACB-5540-4BDD-AE6B-AAF53EB76700}" type="pres">
      <dgm:prSet presAssocID="{E233026E-CA69-45A4-9A6F-6F24F41A6FBE}" presName="compositeShape" presStyleCnt="0">
        <dgm:presLayoutVars>
          <dgm:chMax val="7"/>
          <dgm:dir/>
          <dgm:resizeHandles val="exact"/>
        </dgm:presLayoutVars>
      </dgm:prSet>
      <dgm:spPr/>
    </dgm:pt>
    <dgm:pt modelId="{9286A51E-E6DD-4EE5-B5CA-D5006B64232C}" type="pres">
      <dgm:prSet presAssocID="{89ADB8AF-4B08-447E-9B76-C27EF044D932}" presName="circ1" presStyleLbl="vennNode1" presStyleIdx="0" presStyleCnt="5"/>
      <dgm:spPr/>
    </dgm:pt>
    <dgm:pt modelId="{BCAE8279-0ED5-40E4-A37D-68C4D4226C1C}" type="pres">
      <dgm:prSet presAssocID="{89ADB8AF-4B08-447E-9B76-C27EF044D932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BEA080E-9D47-4312-9EC7-B8CFC1FBD4B2}" type="pres">
      <dgm:prSet presAssocID="{C1DE8B85-A7DF-4F6F-83AF-CB93CA746D4E}" presName="circ2" presStyleLbl="vennNode1" presStyleIdx="1" presStyleCnt="5"/>
      <dgm:spPr/>
    </dgm:pt>
    <dgm:pt modelId="{01F9FF9A-76B6-4875-940B-88CA730F13CF}" type="pres">
      <dgm:prSet presAssocID="{C1DE8B85-A7DF-4F6F-83AF-CB93CA746D4E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E97D0A1F-E10B-4B01-90B2-1EE0D10421A9}" type="pres">
      <dgm:prSet presAssocID="{91DF44FB-E8AD-4669-8ED0-A7245933278B}" presName="circ3" presStyleLbl="vennNode1" presStyleIdx="2" presStyleCnt="5"/>
      <dgm:spPr/>
    </dgm:pt>
    <dgm:pt modelId="{1B3239D5-A13E-4CCA-848E-381CB7101FE8}" type="pres">
      <dgm:prSet presAssocID="{91DF44FB-E8AD-4669-8ED0-A7245933278B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909795F2-9B42-44B1-9F97-D00E2DDC2EFA}" type="pres">
      <dgm:prSet presAssocID="{B0934977-A323-4158-9C86-C62472051475}" presName="circ4" presStyleLbl="vennNode1" presStyleIdx="3" presStyleCnt="5"/>
      <dgm:spPr/>
    </dgm:pt>
    <dgm:pt modelId="{C40CC50B-D725-428C-A2B6-F29D884DB74F}" type="pres">
      <dgm:prSet presAssocID="{B0934977-A323-4158-9C86-C62472051475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B889DB97-D69E-4E70-AB94-FD6F086A7AA8}" type="pres">
      <dgm:prSet presAssocID="{343DA243-B88E-40AC-AF4B-DCA333E5EBC2}" presName="circ5" presStyleLbl="vennNode1" presStyleIdx="4" presStyleCnt="5"/>
      <dgm:spPr/>
    </dgm:pt>
    <dgm:pt modelId="{99710A89-3C95-458D-A0DF-136602329069}" type="pres">
      <dgm:prSet presAssocID="{343DA243-B88E-40AC-AF4B-DCA333E5EBC2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4AB5FE0F-376F-4A4C-95F9-ECAB9EDFAC2C}" type="presOf" srcId="{B0934977-A323-4158-9C86-C62472051475}" destId="{C40CC50B-D725-428C-A2B6-F29D884DB74F}" srcOrd="0" destOrd="0" presId="urn:microsoft.com/office/officeart/2005/8/layout/venn1"/>
    <dgm:cxn modelId="{9A881E64-069A-4904-B5B9-C93F6822B468}" type="presOf" srcId="{89ADB8AF-4B08-447E-9B76-C27EF044D932}" destId="{BCAE8279-0ED5-40E4-A37D-68C4D4226C1C}" srcOrd="0" destOrd="0" presId="urn:microsoft.com/office/officeart/2005/8/layout/venn1"/>
    <dgm:cxn modelId="{29ED2544-DC6C-4D36-A825-1731AAA2952D}" srcId="{E233026E-CA69-45A4-9A6F-6F24F41A6FBE}" destId="{C1DE8B85-A7DF-4F6F-83AF-CB93CA746D4E}" srcOrd="1" destOrd="0" parTransId="{A2EDC1FB-5D87-43B9-BBE7-05F0844D23CC}" sibTransId="{93E380A9-F286-4E63-88D4-7BA138B732DC}"/>
    <dgm:cxn modelId="{05C0E794-A340-436A-AFAE-1C2DA8E68B61}" type="presOf" srcId="{91DF44FB-E8AD-4669-8ED0-A7245933278B}" destId="{1B3239D5-A13E-4CCA-848E-381CB7101FE8}" srcOrd="0" destOrd="0" presId="urn:microsoft.com/office/officeart/2005/8/layout/venn1"/>
    <dgm:cxn modelId="{798BD5A2-0D4D-4DD2-9777-A754D1C2AE68}" srcId="{E233026E-CA69-45A4-9A6F-6F24F41A6FBE}" destId="{B0934977-A323-4158-9C86-C62472051475}" srcOrd="3" destOrd="0" parTransId="{7541D4E8-108C-4949-B89D-3F72A040BEEE}" sibTransId="{ECF421F5-F2DC-4F00-B665-FD502F7E302E}"/>
    <dgm:cxn modelId="{673817B1-73E8-4826-8D3A-045E2388D13F}" srcId="{E233026E-CA69-45A4-9A6F-6F24F41A6FBE}" destId="{343DA243-B88E-40AC-AF4B-DCA333E5EBC2}" srcOrd="4" destOrd="0" parTransId="{BBD6199E-4F13-4DAC-B584-48BE5124B24D}" sibTransId="{2411BB2D-FA09-45DA-BFC5-F9C0BB16DCF5}"/>
    <dgm:cxn modelId="{038BE4CC-7A8B-4A3C-AAC4-240D08C0EEAB}" type="presOf" srcId="{E233026E-CA69-45A4-9A6F-6F24F41A6FBE}" destId="{E63F7ACB-5540-4BDD-AE6B-AAF53EB76700}" srcOrd="0" destOrd="0" presId="urn:microsoft.com/office/officeart/2005/8/layout/venn1"/>
    <dgm:cxn modelId="{7D6DEECC-3755-4B50-A60A-B823CD3E0121}" srcId="{E233026E-CA69-45A4-9A6F-6F24F41A6FBE}" destId="{91DF44FB-E8AD-4669-8ED0-A7245933278B}" srcOrd="2" destOrd="0" parTransId="{BF858511-3724-4956-8B15-280CD1030AE2}" sibTransId="{DE58417E-F346-4A05-8CD8-898B9B3C7E5E}"/>
    <dgm:cxn modelId="{195CCBEF-C286-4950-B6E9-7F3EDB1E356D}" type="presOf" srcId="{343DA243-B88E-40AC-AF4B-DCA333E5EBC2}" destId="{99710A89-3C95-458D-A0DF-136602329069}" srcOrd="0" destOrd="0" presId="urn:microsoft.com/office/officeart/2005/8/layout/venn1"/>
    <dgm:cxn modelId="{D1BACAF0-E48B-414E-A916-7ACB77B0BC2C}" srcId="{E233026E-CA69-45A4-9A6F-6F24F41A6FBE}" destId="{89ADB8AF-4B08-447E-9B76-C27EF044D932}" srcOrd="0" destOrd="0" parTransId="{A5756211-9774-4710-A7A5-82A9F37D046A}" sibTransId="{4B8503E3-86C5-44F8-8CC3-152B25D43CF6}"/>
    <dgm:cxn modelId="{B6534AF9-D0D7-4964-92DA-A385D7E55712}" type="presOf" srcId="{C1DE8B85-A7DF-4F6F-83AF-CB93CA746D4E}" destId="{01F9FF9A-76B6-4875-940B-88CA730F13CF}" srcOrd="0" destOrd="0" presId="urn:microsoft.com/office/officeart/2005/8/layout/venn1"/>
    <dgm:cxn modelId="{A6E9F26B-61C8-4CF8-A504-9FD48341935A}" type="presParOf" srcId="{E63F7ACB-5540-4BDD-AE6B-AAF53EB76700}" destId="{9286A51E-E6DD-4EE5-B5CA-D5006B64232C}" srcOrd="0" destOrd="0" presId="urn:microsoft.com/office/officeart/2005/8/layout/venn1"/>
    <dgm:cxn modelId="{846D2B2B-3FDE-4AF4-BC1E-9B555BA41647}" type="presParOf" srcId="{E63F7ACB-5540-4BDD-AE6B-AAF53EB76700}" destId="{BCAE8279-0ED5-40E4-A37D-68C4D4226C1C}" srcOrd="1" destOrd="0" presId="urn:microsoft.com/office/officeart/2005/8/layout/venn1"/>
    <dgm:cxn modelId="{DA6AD711-8B28-45A7-8BB2-C4E94CA42940}" type="presParOf" srcId="{E63F7ACB-5540-4BDD-AE6B-AAF53EB76700}" destId="{1BEA080E-9D47-4312-9EC7-B8CFC1FBD4B2}" srcOrd="2" destOrd="0" presId="urn:microsoft.com/office/officeart/2005/8/layout/venn1"/>
    <dgm:cxn modelId="{4FFD0712-0814-420B-969F-8389BA306B93}" type="presParOf" srcId="{E63F7ACB-5540-4BDD-AE6B-AAF53EB76700}" destId="{01F9FF9A-76B6-4875-940B-88CA730F13CF}" srcOrd="3" destOrd="0" presId="urn:microsoft.com/office/officeart/2005/8/layout/venn1"/>
    <dgm:cxn modelId="{49A3E4F0-1815-465A-9F1E-51B303E19C00}" type="presParOf" srcId="{E63F7ACB-5540-4BDD-AE6B-AAF53EB76700}" destId="{E97D0A1F-E10B-4B01-90B2-1EE0D10421A9}" srcOrd="4" destOrd="0" presId="urn:microsoft.com/office/officeart/2005/8/layout/venn1"/>
    <dgm:cxn modelId="{406164C2-E08D-4172-8E3C-C383D35B9CFA}" type="presParOf" srcId="{E63F7ACB-5540-4BDD-AE6B-AAF53EB76700}" destId="{1B3239D5-A13E-4CCA-848E-381CB7101FE8}" srcOrd="5" destOrd="0" presId="urn:microsoft.com/office/officeart/2005/8/layout/venn1"/>
    <dgm:cxn modelId="{2D1D95F2-7404-4C18-95D0-1F85705212F4}" type="presParOf" srcId="{E63F7ACB-5540-4BDD-AE6B-AAF53EB76700}" destId="{909795F2-9B42-44B1-9F97-D00E2DDC2EFA}" srcOrd="6" destOrd="0" presId="urn:microsoft.com/office/officeart/2005/8/layout/venn1"/>
    <dgm:cxn modelId="{99AE759C-B23A-4558-BE87-53E1C5AD3BD1}" type="presParOf" srcId="{E63F7ACB-5540-4BDD-AE6B-AAF53EB76700}" destId="{C40CC50B-D725-428C-A2B6-F29D884DB74F}" srcOrd="7" destOrd="0" presId="urn:microsoft.com/office/officeart/2005/8/layout/venn1"/>
    <dgm:cxn modelId="{19B3223C-2A11-43F1-B1B9-3CDE213133B5}" type="presParOf" srcId="{E63F7ACB-5540-4BDD-AE6B-AAF53EB76700}" destId="{B889DB97-D69E-4E70-AB94-FD6F086A7AA8}" srcOrd="8" destOrd="0" presId="urn:microsoft.com/office/officeart/2005/8/layout/venn1"/>
    <dgm:cxn modelId="{1DA88EF8-4382-4244-BED4-FAB4C8FDEA47}" type="presParOf" srcId="{E63F7ACB-5540-4BDD-AE6B-AAF53EB76700}" destId="{99710A89-3C95-458D-A0DF-136602329069}" srcOrd="9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2052A360-71D9-4D4E-B4C0-17FE58520B02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7D860E1-C0CE-401F-9AD2-6709B0EB1BC9}">
      <dgm:prSet/>
      <dgm:spPr/>
      <dgm:t>
        <a:bodyPr/>
        <a:lstStyle/>
        <a:p>
          <a:r>
            <a:rPr lang="ru-RU" b="0" i="0" baseline="0"/>
            <a:t>П. Скоропадський</a:t>
          </a:r>
          <a:endParaRPr lang="uk-UA"/>
        </a:p>
      </dgm:t>
    </dgm:pt>
    <dgm:pt modelId="{EBD55835-97CB-4E64-AACC-474AFD6715C1}" type="parTrans" cxnId="{A43B8B81-707E-4160-A65E-A7555B326B19}">
      <dgm:prSet/>
      <dgm:spPr/>
      <dgm:t>
        <a:bodyPr/>
        <a:lstStyle/>
        <a:p>
          <a:endParaRPr lang="uk-UA"/>
        </a:p>
      </dgm:t>
    </dgm:pt>
    <dgm:pt modelId="{6F956782-93D5-433E-B129-53ED957C8B79}" type="sibTrans" cxnId="{A43B8B81-707E-4160-A65E-A7555B326B19}">
      <dgm:prSet/>
      <dgm:spPr/>
      <dgm:t>
        <a:bodyPr/>
        <a:lstStyle/>
        <a:p>
          <a:endParaRPr lang="uk-UA"/>
        </a:p>
      </dgm:t>
    </dgm:pt>
    <dgm:pt modelId="{29C21E37-8480-4FCF-9B39-D306699E61D3}">
      <dgm:prSet/>
      <dgm:spPr/>
      <dgm:t>
        <a:bodyPr/>
        <a:lstStyle/>
        <a:p>
          <a:r>
            <a:rPr lang="ru-RU" b="0" i="0" baseline="0"/>
            <a:t>М. Грушевський</a:t>
          </a:r>
          <a:endParaRPr lang="uk-UA"/>
        </a:p>
      </dgm:t>
    </dgm:pt>
    <dgm:pt modelId="{5FA793D1-CD7F-4797-8479-7450F2A0F512}" type="parTrans" cxnId="{9CE05C6B-DD85-4C41-96F6-81E942B89417}">
      <dgm:prSet/>
      <dgm:spPr/>
      <dgm:t>
        <a:bodyPr/>
        <a:lstStyle/>
        <a:p>
          <a:endParaRPr lang="uk-UA"/>
        </a:p>
      </dgm:t>
    </dgm:pt>
    <dgm:pt modelId="{A5B6B2C9-6BD0-4095-B6D7-836BDF15F959}" type="sibTrans" cxnId="{9CE05C6B-DD85-4C41-96F6-81E942B89417}">
      <dgm:prSet/>
      <dgm:spPr/>
      <dgm:t>
        <a:bodyPr/>
        <a:lstStyle/>
        <a:p>
          <a:endParaRPr lang="uk-UA"/>
        </a:p>
      </dgm:t>
    </dgm:pt>
    <dgm:pt modelId="{7563B3A1-9A95-48A1-87AB-73B6D5F69D5A}">
      <dgm:prSet/>
      <dgm:spPr/>
      <dgm:t>
        <a:bodyPr/>
        <a:lstStyle/>
        <a:p>
          <a:r>
            <a:rPr lang="ru-RU" b="0" i="0" baseline="0"/>
            <a:t>С. Петлюра</a:t>
          </a:r>
          <a:endParaRPr lang="uk-UA"/>
        </a:p>
      </dgm:t>
    </dgm:pt>
    <dgm:pt modelId="{5F4AD332-75CF-4FE3-A0B5-A27D498130DE}" type="parTrans" cxnId="{2599C44E-F1A8-4F3D-BBBE-D5204E43800F}">
      <dgm:prSet/>
      <dgm:spPr/>
      <dgm:t>
        <a:bodyPr/>
        <a:lstStyle/>
        <a:p>
          <a:endParaRPr lang="uk-UA"/>
        </a:p>
      </dgm:t>
    </dgm:pt>
    <dgm:pt modelId="{2413DF51-2AD7-4B77-B6A3-0EFFC214EF1C}" type="sibTrans" cxnId="{2599C44E-F1A8-4F3D-BBBE-D5204E43800F}">
      <dgm:prSet/>
      <dgm:spPr/>
      <dgm:t>
        <a:bodyPr/>
        <a:lstStyle/>
        <a:p>
          <a:endParaRPr lang="uk-UA"/>
        </a:p>
      </dgm:t>
    </dgm:pt>
    <dgm:pt modelId="{ECCE343D-EE62-4F41-9D8F-8BEDE051ACE1}">
      <dgm:prSet/>
      <dgm:spPr/>
      <dgm:t>
        <a:bodyPr/>
        <a:lstStyle/>
        <a:p>
          <a:r>
            <a:rPr lang="ru-RU" b="0" i="0" baseline="0"/>
            <a:t>А. Волошин</a:t>
          </a:r>
          <a:endParaRPr lang="uk-UA"/>
        </a:p>
      </dgm:t>
    </dgm:pt>
    <dgm:pt modelId="{53C5414B-9117-4189-AC93-1B43B13B352D}" type="parTrans" cxnId="{97A02675-AD3D-450C-B91F-194184FB43A6}">
      <dgm:prSet/>
      <dgm:spPr/>
      <dgm:t>
        <a:bodyPr/>
        <a:lstStyle/>
        <a:p>
          <a:endParaRPr lang="uk-UA"/>
        </a:p>
      </dgm:t>
    </dgm:pt>
    <dgm:pt modelId="{63EBEE89-5839-416F-B8BB-AD18D4D07400}" type="sibTrans" cxnId="{97A02675-AD3D-450C-B91F-194184FB43A6}">
      <dgm:prSet/>
      <dgm:spPr/>
      <dgm:t>
        <a:bodyPr/>
        <a:lstStyle/>
        <a:p>
          <a:endParaRPr lang="uk-UA"/>
        </a:p>
      </dgm:t>
    </dgm:pt>
    <dgm:pt modelId="{B02E5440-4A9D-411A-8BEA-1E1E5A5FC5AF}" type="pres">
      <dgm:prSet presAssocID="{2052A360-71D9-4D4E-B4C0-17FE58520B02}" presName="linearFlow" presStyleCnt="0">
        <dgm:presLayoutVars>
          <dgm:dir/>
          <dgm:resizeHandles val="exact"/>
        </dgm:presLayoutVars>
      </dgm:prSet>
      <dgm:spPr/>
    </dgm:pt>
    <dgm:pt modelId="{7CB7FEC8-5902-4F09-86CA-C6A9BF4DBC44}" type="pres">
      <dgm:prSet presAssocID="{F7D860E1-C0CE-401F-9AD2-6709B0EB1BC9}" presName="composite" presStyleCnt="0"/>
      <dgm:spPr/>
    </dgm:pt>
    <dgm:pt modelId="{AB2E54C6-AE72-41B0-9A27-42D1F3FC3613}" type="pres">
      <dgm:prSet presAssocID="{F7D860E1-C0CE-401F-9AD2-6709B0EB1BC9}" presName="imgShp" presStyleLbl="fgImgPlace1" presStyleIdx="0" presStyleCnt="4"/>
      <dgm:spPr/>
    </dgm:pt>
    <dgm:pt modelId="{5F96CA5C-44B2-4589-A290-3DA1541235FA}" type="pres">
      <dgm:prSet presAssocID="{F7D860E1-C0CE-401F-9AD2-6709B0EB1BC9}" presName="txShp" presStyleLbl="node1" presStyleIdx="0" presStyleCnt="4">
        <dgm:presLayoutVars>
          <dgm:bulletEnabled val="1"/>
        </dgm:presLayoutVars>
      </dgm:prSet>
      <dgm:spPr/>
    </dgm:pt>
    <dgm:pt modelId="{27FFFB30-EE35-4721-9B03-D0DC71A89C6A}" type="pres">
      <dgm:prSet presAssocID="{6F956782-93D5-433E-B129-53ED957C8B79}" presName="spacing" presStyleCnt="0"/>
      <dgm:spPr/>
    </dgm:pt>
    <dgm:pt modelId="{624DC78B-B445-4E3F-9767-850988574533}" type="pres">
      <dgm:prSet presAssocID="{29C21E37-8480-4FCF-9B39-D306699E61D3}" presName="composite" presStyleCnt="0"/>
      <dgm:spPr/>
    </dgm:pt>
    <dgm:pt modelId="{7A512E33-5BB8-4213-936D-F58EF2C9A709}" type="pres">
      <dgm:prSet presAssocID="{29C21E37-8480-4FCF-9B39-D306699E61D3}" presName="imgShp" presStyleLbl="fgImgPlace1" presStyleIdx="1" presStyleCnt="4"/>
      <dgm:spPr/>
    </dgm:pt>
    <dgm:pt modelId="{E537797F-D3CD-4726-9475-77F8707AC2A1}" type="pres">
      <dgm:prSet presAssocID="{29C21E37-8480-4FCF-9B39-D306699E61D3}" presName="txShp" presStyleLbl="node1" presStyleIdx="1" presStyleCnt="4">
        <dgm:presLayoutVars>
          <dgm:bulletEnabled val="1"/>
        </dgm:presLayoutVars>
      </dgm:prSet>
      <dgm:spPr/>
    </dgm:pt>
    <dgm:pt modelId="{75252B19-0F0A-4AA4-B9D2-8BF8EDB43B2A}" type="pres">
      <dgm:prSet presAssocID="{A5B6B2C9-6BD0-4095-B6D7-836BDF15F959}" presName="spacing" presStyleCnt="0"/>
      <dgm:spPr/>
    </dgm:pt>
    <dgm:pt modelId="{26F672D2-3FFF-489B-827E-AD329B710ED8}" type="pres">
      <dgm:prSet presAssocID="{7563B3A1-9A95-48A1-87AB-73B6D5F69D5A}" presName="composite" presStyleCnt="0"/>
      <dgm:spPr/>
    </dgm:pt>
    <dgm:pt modelId="{54F983CE-B131-4A13-9CCB-856B2BC73C2A}" type="pres">
      <dgm:prSet presAssocID="{7563B3A1-9A95-48A1-87AB-73B6D5F69D5A}" presName="imgShp" presStyleLbl="fgImgPlace1" presStyleIdx="2" presStyleCnt="4"/>
      <dgm:spPr/>
    </dgm:pt>
    <dgm:pt modelId="{2434FD46-4FF7-4EEC-9CCE-FA0101B6808A}" type="pres">
      <dgm:prSet presAssocID="{7563B3A1-9A95-48A1-87AB-73B6D5F69D5A}" presName="txShp" presStyleLbl="node1" presStyleIdx="2" presStyleCnt="4">
        <dgm:presLayoutVars>
          <dgm:bulletEnabled val="1"/>
        </dgm:presLayoutVars>
      </dgm:prSet>
      <dgm:spPr/>
    </dgm:pt>
    <dgm:pt modelId="{8883AA6A-1882-4BD1-B66C-60ACF9653A1D}" type="pres">
      <dgm:prSet presAssocID="{2413DF51-2AD7-4B77-B6A3-0EFFC214EF1C}" presName="spacing" presStyleCnt="0"/>
      <dgm:spPr/>
    </dgm:pt>
    <dgm:pt modelId="{E60C8787-1CA7-4F3C-868F-9EAF154BF2E9}" type="pres">
      <dgm:prSet presAssocID="{ECCE343D-EE62-4F41-9D8F-8BEDE051ACE1}" presName="composite" presStyleCnt="0"/>
      <dgm:spPr/>
    </dgm:pt>
    <dgm:pt modelId="{3F917BB2-6903-4151-A29E-F24F53FF3BA7}" type="pres">
      <dgm:prSet presAssocID="{ECCE343D-EE62-4F41-9D8F-8BEDE051ACE1}" presName="imgShp" presStyleLbl="fgImgPlace1" presStyleIdx="3" presStyleCnt="4"/>
      <dgm:spPr/>
    </dgm:pt>
    <dgm:pt modelId="{EB9D5D3F-0795-43F2-9BDC-38BBACA52979}" type="pres">
      <dgm:prSet presAssocID="{ECCE343D-EE62-4F41-9D8F-8BEDE051ACE1}" presName="txShp" presStyleLbl="node1" presStyleIdx="3" presStyleCnt="4">
        <dgm:presLayoutVars>
          <dgm:bulletEnabled val="1"/>
        </dgm:presLayoutVars>
      </dgm:prSet>
      <dgm:spPr/>
    </dgm:pt>
  </dgm:ptLst>
  <dgm:cxnLst>
    <dgm:cxn modelId="{1FAA0804-4C9A-44B0-A215-889B3E83CE41}" type="presOf" srcId="{ECCE343D-EE62-4F41-9D8F-8BEDE051ACE1}" destId="{EB9D5D3F-0795-43F2-9BDC-38BBACA52979}" srcOrd="0" destOrd="0" presId="urn:microsoft.com/office/officeart/2005/8/layout/vList3"/>
    <dgm:cxn modelId="{FF0B5209-C728-4C39-A46F-9A52B8A44139}" type="presOf" srcId="{29C21E37-8480-4FCF-9B39-D306699E61D3}" destId="{E537797F-D3CD-4726-9475-77F8707AC2A1}" srcOrd="0" destOrd="0" presId="urn:microsoft.com/office/officeart/2005/8/layout/vList3"/>
    <dgm:cxn modelId="{E634CD0C-789C-4B35-AE60-DFCC19614946}" type="presOf" srcId="{7563B3A1-9A95-48A1-87AB-73B6D5F69D5A}" destId="{2434FD46-4FF7-4EEC-9CCE-FA0101B6808A}" srcOrd="0" destOrd="0" presId="urn:microsoft.com/office/officeart/2005/8/layout/vList3"/>
    <dgm:cxn modelId="{87D11718-3453-4F79-921E-1F6E4325B640}" type="presOf" srcId="{F7D860E1-C0CE-401F-9AD2-6709B0EB1BC9}" destId="{5F96CA5C-44B2-4589-A290-3DA1541235FA}" srcOrd="0" destOrd="0" presId="urn:microsoft.com/office/officeart/2005/8/layout/vList3"/>
    <dgm:cxn modelId="{ED6CA464-F6DC-4563-9482-17DB718869BD}" type="presOf" srcId="{2052A360-71D9-4D4E-B4C0-17FE58520B02}" destId="{B02E5440-4A9D-411A-8BEA-1E1E5A5FC5AF}" srcOrd="0" destOrd="0" presId="urn:microsoft.com/office/officeart/2005/8/layout/vList3"/>
    <dgm:cxn modelId="{9CE05C6B-DD85-4C41-96F6-81E942B89417}" srcId="{2052A360-71D9-4D4E-B4C0-17FE58520B02}" destId="{29C21E37-8480-4FCF-9B39-D306699E61D3}" srcOrd="1" destOrd="0" parTransId="{5FA793D1-CD7F-4797-8479-7450F2A0F512}" sibTransId="{A5B6B2C9-6BD0-4095-B6D7-836BDF15F959}"/>
    <dgm:cxn modelId="{2599C44E-F1A8-4F3D-BBBE-D5204E43800F}" srcId="{2052A360-71D9-4D4E-B4C0-17FE58520B02}" destId="{7563B3A1-9A95-48A1-87AB-73B6D5F69D5A}" srcOrd="2" destOrd="0" parTransId="{5F4AD332-75CF-4FE3-A0B5-A27D498130DE}" sibTransId="{2413DF51-2AD7-4B77-B6A3-0EFFC214EF1C}"/>
    <dgm:cxn modelId="{97A02675-AD3D-450C-B91F-194184FB43A6}" srcId="{2052A360-71D9-4D4E-B4C0-17FE58520B02}" destId="{ECCE343D-EE62-4F41-9D8F-8BEDE051ACE1}" srcOrd="3" destOrd="0" parTransId="{53C5414B-9117-4189-AC93-1B43B13B352D}" sibTransId="{63EBEE89-5839-416F-B8BB-AD18D4D07400}"/>
    <dgm:cxn modelId="{A43B8B81-707E-4160-A65E-A7555B326B19}" srcId="{2052A360-71D9-4D4E-B4C0-17FE58520B02}" destId="{F7D860E1-C0CE-401F-9AD2-6709B0EB1BC9}" srcOrd="0" destOrd="0" parTransId="{EBD55835-97CB-4E64-AACC-474AFD6715C1}" sibTransId="{6F956782-93D5-433E-B129-53ED957C8B79}"/>
    <dgm:cxn modelId="{728A5DC6-8C29-40C8-938B-19F353EC806C}" type="presParOf" srcId="{B02E5440-4A9D-411A-8BEA-1E1E5A5FC5AF}" destId="{7CB7FEC8-5902-4F09-86CA-C6A9BF4DBC44}" srcOrd="0" destOrd="0" presId="urn:microsoft.com/office/officeart/2005/8/layout/vList3"/>
    <dgm:cxn modelId="{645CB342-26A6-48D8-AC0A-63665C1420DC}" type="presParOf" srcId="{7CB7FEC8-5902-4F09-86CA-C6A9BF4DBC44}" destId="{AB2E54C6-AE72-41B0-9A27-42D1F3FC3613}" srcOrd="0" destOrd="0" presId="urn:microsoft.com/office/officeart/2005/8/layout/vList3"/>
    <dgm:cxn modelId="{AF348267-54A4-45B4-BB09-2800BE4E803A}" type="presParOf" srcId="{7CB7FEC8-5902-4F09-86CA-C6A9BF4DBC44}" destId="{5F96CA5C-44B2-4589-A290-3DA1541235FA}" srcOrd="1" destOrd="0" presId="urn:microsoft.com/office/officeart/2005/8/layout/vList3"/>
    <dgm:cxn modelId="{2A20318D-137C-4812-AF50-AACF82C11995}" type="presParOf" srcId="{B02E5440-4A9D-411A-8BEA-1E1E5A5FC5AF}" destId="{27FFFB30-EE35-4721-9B03-D0DC71A89C6A}" srcOrd="1" destOrd="0" presId="urn:microsoft.com/office/officeart/2005/8/layout/vList3"/>
    <dgm:cxn modelId="{D7036E19-1789-4972-B80C-03B721212D4E}" type="presParOf" srcId="{B02E5440-4A9D-411A-8BEA-1E1E5A5FC5AF}" destId="{624DC78B-B445-4E3F-9767-850988574533}" srcOrd="2" destOrd="0" presId="urn:microsoft.com/office/officeart/2005/8/layout/vList3"/>
    <dgm:cxn modelId="{E14BFFCC-B132-4115-B80A-4708786691E8}" type="presParOf" srcId="{624DC78B-B445-4E3F-9767-850988574533}" destId="{7A512E33-5BB8-4213-936D-F58EF2C9A709}" srcOrd="0" destOrd="0" presId="urn:microsoft.com/office/officeart/2005/8/layout/vList3"/>
    <dgm:cxn modelId="{7EF652E4-97CF-43CA-A480-4E4077B7B47A}" type="presParOf" srcId="{624DC78B-B445-4E3F-9767-850988574533}" destId="{E537797F-D3CD-4726-9475-77F8707AC2A1}" srcOrd="1" destOrd="0" presId="urn:microsoft.com/office/officeart/2005/8/layout/vList3"/>
    <dgm:cxn modelId="{BC2395EE-C2AC-4F3A-9777-911CF4601B34}" type="presParOf" srcId="{B02E5440-4A9D-411A-8BEA-1E1E5A5FC5AF}" destId="{75252B19-0F0A-4AA4-B9D2-8BF8EDB43B2A}" srcOrd="3" destOrd="0" presId="urn:microsoft.com/office/officeart/2005/8/layout/vList3"/>
    <dgm:cxn modelId="{166E60A7-96F2-46DA-8BA9-13F77F4CC0DC}" type="presParOf" srcId="{B02E5440-4A9D-411A-8BEA-1E1E5A5FC5AF}" destId="{26F672D2-3FFF-489B-827E-AD329B710ED8}" srcOrd="4" destOrd="0" presId="urn:microsoft.com/office/officeart/2005/8/layout/vList3"/>
    <dgm:cxn modelId="{F864658E-D4F2-4739-94DC-F85BADDEC943}" type="presParOf" srcId="{26F672D2-3FFF-489B-827E-AD329B710ED8}" destId="{54F983CE-B131-4A13-9CCB-856B2BC73C2A}" srcOrd="0" destOrd="0" presId="urn:microsoft.com/office/officeart/2005/8/layout/vList3"/>
    <dgm:cxn modelId="{81E074C8-EB7F-48A6-88FD-CA5BE7EAF17B}" type="presParOf" srcId="{26F672D2-3FFF-489B-827E-AD329B710ED8}" destId="{2434FD46-4FF7-4EEC-9CCE-FA0101B6808A}" srcOrd="1" destOrd="0" presId="urn:microsoft.com/office/officeart/2005/8/layout/vList3"/>
    <dgm:cxn modelId="{620AF451-C604-44A5-A815-40A52C8D2BFC}" type="presParOf" srcId="{B02E5440-4A9D-411A-8BEA-1E1E5A5FC5AF}" destId="{8883AA6A-1882-4BD1-B66C-60ACF9653A1D}" srcOrd="5" destOrd="0" presId="urn:microsoft.com/office/officeart/2005/8/layout/vList3"/>
    <dgm:cxn modelId="{82CC32CE-64EC-48A0-B3A8-6C8748DEDA18}" type="presParOf" srcId="{B02E5440-4A9D-411A-8BEA-1E1E5A5FC5AF}" destId="{E60C8787-1CA7-4F3C-868F-9EAF154BF2E9}" srcOrd="6" destOrd="0" presId="urn:microsoft.com/office/officeart/2005/8/layout/vList3"/>
    <dgm:cxn modelId="{68AAD3B2-E83B-4149-B73B-4130D078441E}" type="presParOf" srcId="{E60C8787-1CA7-4F3C-868F-9EAF154BF2E9}" destId="{3F917BB2-6903-4151-A29E-F24F53FF3BA7}" srcOrd="0" destOrd="0" presId="urn:microsoft.com/office/officeart/2005/8/layout/vList3"/>
    <dgm:cxn modelId="{6CC39599-BC9F-4511-AF84-7FC9D634C763}" type="presParOf" srcId="{E60C8787-1CA7-4F3C-868F-9EAF154BF2E9}" destId="{EB9D5D3F-0795-43F2-9BDC-38BBACA52979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A9B06B-0FE8-4830-81FF-F59136005E9F}">
      <dsp:nvSpPr>
        <dsp:cNvPr id="0" name=""/>
        <dsp:cNvSpPr/>
      </dsp:nvSpPr>
      <dsp:spPr>
        <a:xfrm>
          <a:off x="0" y="34604"/>
          <a:ext cx="5086537" cy="743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b="0" i="0" kern="1200" baseline="0"/>
            <a:t>«Вільним козацтвом».</a:t>
          </a:r>
          <a:endParaRPr lang="uk-UA" sz="3100" kern="1200"/>
        </a:p>
      </dsp:txBody>
      <dsp:txXfrm>
        <a:off x="36296" y="70900"/>
        <a:ext cx="5013945" cy="670943"/>
      </dsp:txXfrm>
    </dsp:sp>
    <dsp:sp modelId="{1C2E7D6C-1191-4720-9777-BD99EBA6E7B3}">
      <dsp:nvSpPr>
        <dsp:cNvPr id="0" name=""/>
        <dsp:cNvSpPr/>
      </dsp:nvSpPr>
      <dsp:spPr>
        <a:xfrm>
          <a:off x="0" y="867419"/>
          <a:ext cx="5086537" cy="743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b="0" i="0" kern="1200" baseline="0"/>
            <a:t>«Січовими стрільцями».</a:t>
          </a:r>
          <a:endParaRPr lang="uk-UA" sz="3100" kern="1200"/>
        </a:p>
      </dsp:txBody>
      <dsp:txXfrm>
        <a:off x="36296" y="903715"/>
        <a:ext cx="5013945" cy="670943"/>
      </dsp:txXfrm>
    </dsp:sp>
    <dsp:sp modelId="{991C557D-7C71-4B14-84D4-92C06D79F442}">
      <dsp:nvSpPr>
        <dsp:cNvPr id="0" name=""/>
        <dsp:cNvSpPr/>
      </dsp:nvSpPr>
      <dsp:spPr>
        <a:xfrm>
          <a:off x="0" y="1700234"/>
          <a:ext cx="5086537" cy="743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b="0" i="0" kern="1200" baseline="0"/>
            <a:t>«Похідними групами».</a:t>
          </a:r>
          <a:endParaRPr lang="uk-UA" sz="3100" kern="1200"/>
        </a:p>
      </dsp:txBody>
      <dsp:txXfrm>
        <a:off x="36296" y="1736530"/>
        <a:ext cx="5013945" cy="670943"/>
      </dsp:txXfrm>
    </dsp:sp>
    <dsp:sp modelId="{A68622EE-F4CD-40F4-BCC3-FA895F49D657}">
      <dsp:nvSpPr>
        <dsp:cNvPr id="0" name=""/>
        <dsp:cNvSpPr/>
      </dsp:nvSpPr>
      <dsp:spPr>
        <a:xfrm>
          <a:off x="0" y="2533049"/>
          <a:ext cx="5086537" cy="743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b="0" i="0" kern="1200" baseline="0"/>
            <a:t>«Поліською Січчю».</a:t>
          </a:r>
          <a:endParaRPr lang="uk-UA" sz="3100" kern="1200"/>
        </a:p>
      </dsp:txBody>
      <dsp:txXfrm>
        <a:off x="36296" y="2569345"/>
        <a:ext cx="5013945" cy="6709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D0D124-8943-4A91-AC84-27D56F41B70E}">
      <dsp:nvSpPr>
        <dsp:cNvPr id="0" name=""/>
        <dsp:cNvSpPr/>
      </dsp:nvSpPr>
      <dsp:spPr>
        <a:xfrm>
          <a:off x="0" y="63958"/>
          <a:ext cx="5086537" cy="7547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baseline="0"/>
            <a:t>виступу «полуботківців».</a:t>
          </a:r>
          <a:endParaRPr lang="uk-UA" sz="1900" kern="1200"/>
        </a:p>
      </dsp:txBody>
      <dsp:txXfrm>
        <a:off x="36845" y="100803"/>
        <a:ext cx="5012847" cy="681087"/>
      </dsp:txXfrm>
    </dsp:sp>
    <dsp:sp modelId="{BE89861B-64AB-42FF-871E-674C618488F8}">
      <dsp:nvSpPr>
        <dsp:cNvPr id="0" name=""/>
        <dsp:cNvSpPr/>
      </dsp:nvSpPr>
      <dsp:spPr>
        <a:xfrm>
          <a:off x="0" y="873456"/>
          <a:ext cx="5086537" cy="7547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baseline="0"/>
            <a:t>гетьманського перевороту.</a:t>
          </a:r>
          <a:endParaRPr lang="uk-UA" sz="1900" kern="1200"/>
        </a:p>
      </dsp:txBody>
      <dsp:txXfrm>
        <a:off x="36845" y="910301"/>
        <a:ext cx="5012847" cy="681087"/>
      </dsp:txXfrm>
    </dsp:sp>
    <dsp:sp modelId="{640A5DD3-C13B-41E9-8E19-397DE86A3C5A}">
      <dsp:nvSpPr>
        <dsp:cNvPr id="0" name=""/>
        <dsp:cNvSpPr/>
      </dsp:nvSpPr>
      <dsp:spPr>
        <a:xfrm>
          <a:off x="0" y="1682954"/>
          <a:ext cx="5086537" cy="7547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baseline="0"/>
            <a:t>створення Української Центральної Ради.</a:t>
          </a:r>
          <a:endParaRPr lang="uk-UA" sz="1900" kern="1200"/>
        </a:p>
      </dsp:txBody>
      <dsp:txXfrm>
        <a:off x="36845" y="1719799"/>
        <a:ext cx="5012847" cy="681087"/>
      </dsp:txXfrm>
    </dsp:sp>
    <dsp:sp modelId="{C56A89AD-9AF2-4D8B-8FFF-B11B6B40B218}">
      <dsp:nvSpPr>
        <dsp:cNvPr id="0" name=""/>
        <dsp:cNvSpPr/>
      </dsp:nvSpPr>
      <dsp:spPr>
        <a:xfrm>
          <a:off x="0" y="2492452"/>
          <a:ext cx="5086537" cy="7547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baseline="0"/>
            <a:t>скликання Всеукраїнського національного конгресу.</a:t>
          </a:r>
          <a:endParaRPr lang="uk-UA" sz="1900" kern="1200"/>
        </a:p>
      </dsp:txBody>
      <dsp:txXfrm>
        <a:off x="36845" y="2529297"/>
        <a:ext cx="5012847" cy="6810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916FF8-9EDE-4554-A824-F746D332D2D1}">
      <dsp:nvSpPr>
        <dsp:cNvPr id="0" name=""/>
        <dsp:cNvSpPr/>
      </dsp:nvSpPr>
      <dsp:spPr>
        <a:xfrm>
          <a:off x="0" y="139184"/>
          <a:ext cx="5086537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 baseline="0"/>
            <a:t>листопад — грудень 1917 р.</a:t>
          </a:r>
          <a:endParaRPr lang="uk-UA" sz="2900" kern="1200"/>
        </a:p>
      </dsp:txBody>
      <dsp:txXfrm>
        <a:off x="33955" y="173139"/>
        <a:ext cx="5018627" cy="627655"/>
      </dsp:txXfrm>
    </dsp:sp>
    <dsp:sp modelId="{C1ADC239-50B5-43D6-B0C9-E56A4B430074}">
      <dsp:nvSpPr>
        <dsp:cNvPr id="0" name=""/>
        <dsp:cNvSpPr/>
      </dsp:nvSpPr>
      <dsp:spPr>
        <a:xfrm>
          <a:off x="0" y="918269"/>
          <a:ext cx="5086537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 baseline="0"/>
            <a:t>грудень 1917 — січень 1918 рр.</a:t>
          </a:r>
          <a:endParaRPr lang="uk-UA" sz="2900" kern="1200"/>
        </a:p>
      </dsp:txBody>
      <dsp:txXfrm>
        <a:off x="33955" y="952224"/>
        <a:ext cx="5018627" cy="627655"/>
      </dsp:txXfrm>
    </dsp:sp>
    <dsp:sp modelId="{A100E2A6-2904-4CB0-A1A0-928C44922762}">
      <dsp:nvSpPr>
        <dsp:cNvPr id="0" name=""/>
        <dsp:cNvSpPr/>
      </dsp:nvSpPr>
      <dsp:spPr>
        <a:xfrm>
          <a:off x="0" y="1697354"/>
          <a:ext cx="5086537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 baseline="0"/>
            <a:t>січень — лютий 1918 р.</a:t>
          </a:r>
          <a:endParaRPr lang="uk-UA" sz="2900" kern="1200"/>
        </a:p>
      </dsp:txBody>
      <dsp:txXfrm>
        <a:off x="33955" y="1731309"/>
        <a:ext cx="5018627" cy="627655"/>
      </dsp:txXfrm>
    </dsp:sp>
    <dsp:sp modelId="{6335ED5D-4CCA-4F84-964B-6E597F0FA1A7}">
      <dsp:nvSpPr>
        <dsp:cNvPr id="0" name=""/>
        <dsp:cNvSpPr/>
      </dsp:nvSpPr>
      <dsp:spPr>
        <a:xfrm>
          <a:off x="0" y="2476439"/>
          <a:ext cx="5086537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 baseline="0"/>
            <a:t>лютий — березень 1918 р</a:t>
          </a:r>
          <a:endParaRPr lang="uk-UA" sz="2900" kern="1200"/>
        </a:p>
      </dsp:txBody>
      <dsp:txXfrm>
        <a:off x="33955" y="2510394"/>
        <a:ext cx="5018627" cy="62765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8A8FFB-231D-4B3F-B142-5D309EF6BEE2}">
      <dsp:nvSpPr>
        <dsp:cNvPr id="0" name=""/>
        <dsp:cNvSpPr/>
      </dsp:nvSpPr>
      <dsp:spPr>
        <a:xfrm rot="10800000">
          <a:off x="1020896" y="1873"/>
          <a:ext cx="3382547" cy="67560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7923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baseline="0"/>
            <a:t>Першим Універсалом.</a:t>
          </a:r>
          <a:endParaRPr lang="uk-UA" sz="2000" kern="1200"/>
        </a:p>
      </dsp:txBody>
      <dsp:txXfrm rot="10800000">
        <a:off x="1189797" y="1873"/>
        <a:ext cx="3213646" cy="675605"/>
      </dsp:txXfrm>
    </dsp:sp>
    <dsp:sp modelId="{65A0D8E7-CF4F-4EF6-A31F-CD53CAF7A739}">
      <dsp:nvSpPr>
        <dsp:cNvPr id="0" name=""/>
        <dsp:cNvSpPr/>
      </dsp:nvSpPr>
      <dsp:spPr>
        <a:xfrm>
          <a:off x="683093" y="1873"/>
          <a:ext cx="675605" cy="67560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C8C0F4-54E5-406B-A31B-9399E7219794}">
      <dsp:nvSpPr>
        <dsp:cNvPr id="0" name=""/>
        <dsp:cNvSpPr/>
      </dsp:nvSpPr>
      <dsp:spPr>
        <a:xfrm rot="10800000">
          <a:off x="1020896" y="879152"/>
          <a:ext cx="3382547" cy="67560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7923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baseline="0"/>
            <a:t>Другим Універсалом.</a:t>
          </a:r>
          <a:endParaRPr lang="uk-UA" sz="2000" kern="1200"/>
        </a:p>
      </dsp:txBody>
      <dsp:txXfrm rot="10800000">
        <a:off x="1189797" y="879152"/>
        <a:ext cx="3213646" cy="675605"/>
      </dsp:txXfrm>
    </dsp:sp>
    <dsp:sp modelId="{35F342C6-5FAF-43A1-9AB5-85540FE59368}">
      <dsp:nvSpPr>
        <dsp:cNvPr id="0" name=""/>
        <dsp:cNvSpPr/>
      </dsp:nvSpPr>
      <dsp:spPr>
        <a:xfrm>
          <a:off x="683093" y="879152"/>
          <a:ext cx="675605" cy="67560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69A95B-6C28-479B-9396-CF079FDBC430}">
      <dsp:nvSpPr>
        <dsp:cNvPr id="0" name=""/>
        <dsp:cNvSpPr/>
      </dsp:nvSpPr>
      <dsp:spPr>
        <a:xfrm rot="10800000">
          <a:off x="1020896" y="1756431"/>
          <a:ext cx="3382547" cy="67560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7923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baseline="0"/>
            <a:t>Третім Універсалом.</a:t>
          </a:r>
          <a:endParaRPr lang="uk-UA" sz="2000" kern="1200"/>
        </a:p>
      </dsp:txBody>
      <dsp:txXfrm rot="10800000">
        <a:off x="1189797" y="1756431"/>
        <a:ext cx="3213646" cy="675605"/>
      </dsp:txXfrm>
    </dsp:sp>
    <dsp:sp modelId="{2B709CE2-8945-4818-A789-94201AE6A775}">
      <dsp:nvSpPr>
        <dsp:cNvPr id="0" name=""/>
        <dsp:cNvSpPr/>
      </dsp:nvSpPr>
      <dsp:spPr>
        <a:xfrm>
          <a:off x="683093" y="1756431"/>
          <a:ext cx="675605" cy="67560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7C41EA-DB37-4A2B-8194-DC7C1723822A}">
      <dsp:nvSpPr>
        <dsp:cNvPr id="0" name=""/>
        <dsp:cNvSpPr/>
      </dsp:nvSpPr>
      <dsp:spPr>
        <a:xfrm rot="10800000">
          <a:off x="1020896" y="2633709"/>
          <a:ext cx="3382547" cy="67560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7923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baseline="0"/>
            <a:t>Четвертим Універсалом.</a:t>
          </a:r>
          <a:endParaRPr lang="uk-UA" sz="2000" kern="1200"/>
        </a:p>
      </dsp:txBody>
      <dsp:txXfrm rot="10800000">
        <a:off x="1189797" y="2633709"/>
        <a:ext cx="3213646" cy="675605"/>
      </dsp:txXfrm>
    </dsp:sp>
    <dsp:sp modelId="{2B8207ED-5F25-447E-829C-01FE80FB4CB3}">
      <dsp:nvSpPr>
        <dsp:cNvPr id="0" name=""/>
        <dsp:cNvSpPr/>
      </dsp:nvSpPr>
      <dsp:spPr>
        <a:xfrm>
          <a:off x="683093" y="2633709"/>
          <a:ext cx="675605" cy="67560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55B071-03AD-41C6-87F0-5A25723E3756}">
      <dsp:nvSpPr>
        <dsp:cNvPr id="0" name=""/>
        <dsp:cNvSpPr/>
      </dsp:nvSpPr>
      <dsp:spPr>
        <a:xfrm rot="10800000">
          <a:off x="1020896" y="1873"/>
          <a:ext cx="3382547" cy="67560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7923" tIns="95250" rIns="17780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baseline="0"/>
            <a:t>С. Єфремову</a:t>
          </a:r>
          <a:endParaRPr lang="uk-UA" sz="2500" kern="1200"/>
        </a:p>
      </dsp:txBody>
      <dsp:txXfrm rot="10800000">
        <a:off x="1189797" y="1873"/>
        <a:ext cx="3213646" cy="675605"/>
      </dsp:txXfrm>
    </dsp:sp>
    <dsp:sp modelId="{CF144791-AE61-44BD-9EED-ACB57FB439D2}">
      <dsp:nvSpPr>
        <dsp:cNvPr id="0" name=""/>
        <dsp:cNvSpPr/>
      </dsp:nvSpPr>
      <dsp:spPr>
        <a:xfrm>
          <a:off x="683093" y="1873"/>
          <a:ext cx="675605" cy="67560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E5E720-FD11-4BEC-8A68-A7AA4FDC5A2A}">
      <dsp:nvSpPr>
        <dsp:cNvPr id="0" name=""/>
        <dsp:cNvSpPr/>
      </dsp:nvSpPr>
      <dsp:spPr>
        <a:xfrm rot="10800000">
          <a:off x="1020896" y="879152"/>
          <a:ext cx="3382547" cy="67560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7923" tIns="95250" rIns="17780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baseline="0"/>
            <a:t>В. Винниченку</a:t>
          </a:r>
          <a:endParaRPr lang="uk-UA" sz="2500" kern="1200"/>
        </a:p>
      </dsp:txBody>
      <dsp:txXfrm rot="10800000">
        <a:off x="1189797" y="879152"/>
        <a:ext cx="3213646" cy="675605"/>
      </dsp:txXfrm>
    </dsp:sp>
    <dsp:sp modelId="{55DF39EA-FD33-40AC-8944-438B235A4894}">
      <dsp:nvSpPr>
        <dsp:cNvPr id="0" name=""/>
        <dsp:cNvSpPr/>
      </dsp:nvSpPr>
      <dsp:spPr>
        <a:xfrm>
          <a:off x="683093" y="879152"/>
          <a:ext cx="675605" cy="67560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D1A863-89CE-4D34-8A78-656755E299C5}">
      <dsp:nvSpPr>
        <dsp:cNvPr id="0" name=""/>
        <dsp:cNvSpPr/>
      </dsp:nvSpPr>
      <dsp:spPr>
        <a:xfrm rot="10800000">
          <a:off x="1020896" y="1756431"/>
          <a:ext cx="3382547" cy="67560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7923" tIns="95250" rIns="17780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baseline="0"/>
            <a:t>М. Міхновському</a:t>
          </a:r>
          <a:endParaRPr lang="uk-UA" sz="2500" kern="1200"/>
        </a:p>
      </dsp:txBody>
      <dsp:txXfrm rot="10800000">
        <a:off x="1189797" y="1756431"/>
        <a:ext cx="3213646" cy="675605"/>
      </dsp:txXfrm>
    </dsp:sp>
    <dsp:sp modelId="{D078128C-E462-4577-B8E0-A2888886C8C8}">
      <dsp:nvSpPr>
        <dsp:cNvPr id="0" name=""/>
        <dsp:cNvSpPr/>
      </dsp:nvSpPr>
      <dsp:spPr>
        <a:xfrm>
          <a:off x="683093" y="1756431"/>
          <a:ext cx="675605" cy="67560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A30DC7-24EB-4675-988A-487CB20FEAAD}">
      <dsp:nvSpPr>
        <dsp:cNvPr id="0" name=""/>
        <dsp:cNvSpPr/>
      </dsp:nvSpPr>
      <dsp:spPr>
        <a:xfrm rot="10800000">
          <a:off x="1020896" y="2633709"/>
          <a:ext cx="3382547" cy="67560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7923" tIns="95250" rIns="17780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baseline="0"/>
            <a:t>С. Петлюрі</a:t>
          </a:r>
          <a:endParaRPr lang="uk-UA" sz="2500" kern="1200"/>
        </a:p>
      </dsp:txBody>
      <dsp:txXfrm rot="10800000">
        <a:off x="1189797" y="2633709"/>
        <a:ext cx="3213646" cy="675605"/>
      </dsp:txXfrm>
    </dsp:sp>
    <dsp:sp modelId="{3F0F7364-280C-460A-B5F5-4CE4A418656A}">
      <dsp:nvSpPr>
        <dsp:cNvPr id="0" name=""/>
        <dsp:cNvSpPr/>
      </dsp:nvSpPr>
      <dsp:spPr>
        <a:xfrm>
          <a:off x="683093" y="2633709"/>
          <a:ext cx="675605" cy="67560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3F4491-6094-4CAD-98E9-7E08F50BF43F}">
      <dsp:nvSpPr>
        <dsp:cNvPr id="0" name=""/>
        <dsp:cNvSpPr/>
      </dsp:nvSpPr>
      <dsp:spPr>
        <a:xfrm>
          <a:off x="0" y="348344"/>
          <a:ext cx="5086537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baseline="0"/>
            <a:t>корніловський заколот</a:t>
          </a:r>
          <a:endParaRPr lang="uk-UA" sz="2500" kern="1200"/>
        </a:p>
      </dsp:txBody>
      <dsp:txXfrm>
        <a:off x="29271" y="377615"/>
        <a:ext cx="5027995" cy="541083"/>
      </dsp:txXfrm>
    </dsp:sp>
    <dsp:sp modelId="{C73E7A70-0994-4C2C-8C05-A7349ACB71A4}">
      <dsp:nvSpPr>
        <dsp:cNvPr id="0" name=""/>
        <dsp:cNvSpPr/>
      </dsp:nvSpPr>
      <dsp:spPr>
        <a:xfrm>
          <a:off x="0" y="1019969"/>
          <a:ext cx="5086537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baseline="0"/>
            <a:t>більшовицький переворот</a:t>
          </a:r>
          <a:endParaRPr lang="uk-UA" sz="2500" kern="1200"/>
        </a:p>
      </dsp:txBody>
      <dsp:txXfrm>
        <a:off x="29271" y="1049240"/>
        <a:ext cx="5027995" cy="541083"/>
      </dsp:txXfrm>
    </dsp:sp>
    <dsp:sp modelId="{B29AAB1D-8155-4F9F-8E8B-069D9AE9CDBB}">
      <dsp:nvSpPr>
        <dsp:cNvPr id="0" name=""/>
        <dsp:cNvSpPr/>
      </dsp:nvSpPr>
      <dsp:spPr>
        <a:xfrm>
          <a:off x="0" y="1691594"/>
          <a:ext cx="5086537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baseline="0"/>
            <a:t>повалення самодержавства</a:t>
          </a:r>
          <a:endParaRPr lang="uk-UA" sz="2500" kern="1200"/>
        </a:p>
      </dsp:txBody>
      <dsp:txXfrm>
        <a:off x="29271" y="1720865"/>
        <a:ext cx="5027995" cy="541083"/>
      </dsp:txXfrm>
    </dsp:sp>
    <dsp:sp modelId="{40C9F14B-63B6-4BC9-AD46-CCD1FEF7BFC8}">
      <dsp:nvSpPr>
        <dsp:cNvPr id="0" name=""/>
        <dsp:cNvSpPr/>
      </dsp:nvSpPr>
      <dsp:spPr>
        <a:xfrm>
          <a:off x="0" y="2363219"/>
          <a:ext cx="5086537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baseline="0"/>
            <a:t>липнева криза Тимчасового уряду</a:t>
          </a:r>
          <a:endParaRPr lang="uk-UA" sz="2500" kern="1200"/>
        </a:p>
      </dsp:txBody>
      <dsp:txXfrm>
        <a:off x="29271" y="2392490"/>
        <a:ext cx="5027995" cy="54108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BCA357-0EB5-427C-800A-D12CC7BD271F}">
      <dsp:nvSpPr>
        <dsp:cNvPr id="0" name=""/>
        <dsp:cNvSpPr/>
      </dsp:nvSpPr>
      <dsp:spPr>
        <a:xfrm>
          <a:off x="887674" y="0"/>
          <a:ext cx="3311189" cy="3311189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D582DA-3B6A-41FB-A9FB-BED05757C03C}">
      <dsp:nvSpPr>
        <dsp:cNvPr id="0" name=""/>
        <dsp:cNvSpPr/>
      </dsp:nvSpPr>
      <dsp:spPr>
        <a:xfrm>
          <a:off x="1202237" y="314562"/>
          <a:ext cx="1291363" cy="12913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baseline="0"/>
            <a:t>Першим</a:t>
          </a:r>
          <a:endParaRPr lang="uk-UA" sz="1700" kern="1200"/>
        </a:p>
      </dsp:txBody>
      <dsp:txXfrm>
        <a:off x="1265276" y="377601"/>
        <a:ext cx="1165285" cy="1165285"/>
      </dsp:txXfrm>
    </dsp:sp>
    <dsp:sp modelId="{770D0FFD-E4FB-489C-8659-5366664D9247}">
      <dsp:nvSpPr>
        <dsp:cNvPr id="0" name=""/>
        <dsp:cNvSpPr/>
      </dsp:nvSpPr>
      <dsp:spPr>
        <a:xfrm>
          <a:off x="2592936" y="314562"/>
          <a:ext cx="1291363" cy="12913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baseline="0"/>
            <a:t>Другим</a:t>
          </a:r>
          <a:endParaRPr lang="uk-UA" sz="1700" kern="1200"/>
        </a:p>
      </dsp:txBody>
      <dsp:txXfrm>
        <a:off x="2655975" y="377601"/>
        <a:ext cx="1165285" cy="1165285"/>
      </dsp:txXfrm>
    </dsp:sp>
    <dsp:sp modelId="{98EF3CA5-666F-43C3-B2F9-1DDD58364743}">
      <dsp:nvSpPr>
        <dsp:cNvPr id="0" name=""/>
        <dsp:cNvSpPr/>
      </dsp:nvSpPr>
      <dsp:spPr>
        <a:xfrm>
          <a:off x="1202237" y="1705262"/>
          <a:ext cx="1291363" cy="12913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baseline="0"/>
            <a:t>Третім</a:t>
          </a:r>
          <a:endParaRPr lang="uk-UA" sz="1700" kern="1200"/>
        </a:p>
      </dsp:txBody>
      <dsp:txXfrm>
        <a:off x="1265276" y="1768301"/>
        <a:ext cx="1165285" cy="1165285"/>
      </dsp:txXfrm>
    </dsp:sp>
    <dsp:sp modelId="{CC32370D-7FB6-45A9-BD8C-8E746AF9B9EF}">
      <dsp:nvSpPr>
        <dsp:cNvPr id="0" name=""/>
        <dsp:cNvSpPr/>
      </dsp:nvSpPr>
      <dsp:spPr>
        <a:xfrm>
          <a:off x="2592936" y="1705262"/>
          <a:ext cx="1291363" cy="12913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baseline="0"/>
            <a:t>Четвертим</a:t>
          </a:r>
          <a:endParaRPr lang="uk-UA" sz="1700" kern="1200"/>
        </a:p>
      </dsp:txBody>
      <dsp:txXfrm>
        <a:off x="2655975" y="1768301"/>
        <a:ext cx="1165285" cy="116528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958524-A938-40B2-B628-A9869C511DBB}">
      <dsp:nvSpPr>
        <dsp:cNvPr id="0" name=""/>
        <dsp:cNvSpPr/>
      </dsp:nvSpPr>
      <dsp:spPr>
        <a:xfrm>
          <a:off x="0" y="63958"/>
          <a:ext cx="5086537" cy="7547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вступу військ Директорії в Київ.</a:t>
          </a:r>
          <a:endParaRPr lang="uk-UA" sz="1900" kern="1200"/>
        </a:p>
      </dsp:txBody>
      <dsp:txXfrm>
        <a:off x="36845" y="100803"/>
        <a:ext cx="5012847" cy="681087"/>
      </dsp:txXfrm>
    </dsp:sp>
    <dsp:sp modelId="{AC88D7C2-735C-4590-9084-191475F418EA}">
      <dsp:nvSpPr>
        <dsp:cNvPr id="0" name=""/>
        <dsp:cNvSpPr/>
      </dsp:nvSpPr>
      <dsp:spPr>
        <a:xfrm>
          <a:off x="0" y="873456"/>
          <a:ext cx="5086537" cy="7547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процесу українізації частин російської армії.</a:t>
          </a:r>
          <a:endParaRPr lang="uk-UA" sz="1900" kern="1200"/>
        </a:p>
      </dsp:txBody>
      <dsp:txXfrm>
        <a:off x="36845" y="910301"/>
        <a:ext cx="5012847" cy="681087"/>
      </dsp:txXfrm>
    </dsp:sp>
    <dsp:sp modelId="{463E438B-B50A-43B7-A6FE-58F5019DC58E}">
      <dsp:nvSpPr>
        <dsp:cNvPr id="0" name=""/>
        <dsp:cNvSpPr/>
      </dsp:nvSpPr>
      <dsp:spPr>
        <a:xfrm>
          <a:off x="0" y="1682954"/>
          <a:ext cx="5086537" cy="7547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проголошення П. Скоропадського гетьманом України.</a:t>
          </a:r>
          <a:endParaRPr lang="uk-UA" sz="1900" kern="1200"/>
        </a:p>
      </dsp:txBody>
      <dsp:txXfrm>
        <a:off x="36845" y="1719799"/>
        <a:ext cx="5012847" cy="681087"/>
      </dsp:txXfrm>
    </dsp:sp>
    <dsp:sp modelId="{66D46EB0-4FC2-4175-912E-7E4C73C6FCFC}">
      <dsp:nvSpPr>
        <dsp:cNvPr id="0" name=""/>
        <dsp:cNvSpPr/>
      </dsp:nvSpPr>
      <dsp:spPr>
        <a:xfrm>
          <a:off x="0" y="2492452"/>
          <a:ext cx="5086537" cy="7547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формування легіону Українських січових стрільців.</a:t>
          </a:r>
          <a:endParaRPr lang="uk-UA" sz="1900" kern="1200"/>
        </a:p>
      </dsp:txBody>
      <dsp:txXfrm>
        <a:off x="36845" y="2529297"/>
        <a:ext cx="5012847" cy="68108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B15F01-46FA-4407-8544-22EF9E5FE077}">
      <dsp:nvSpPr>
        <dsp:cNvPr id="0" name=""/>
        <dsp:cNvSpPr/>
      </dsp:nvSpPr>
      <dsp:spPr>
        <a:xfrm>
          <a:off x="0" y="0"/>
          <a:ext cx="508653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B963C9-4ACF-4B98-9641-0B282606D4D9}">
      <dsp:nvSpPr>
        <dsp:cNvPr id="0" name=""/>
        <dsp:cNvSpPr/>
      </dsp:nvSpPr>
      <dsp:spPr>
        <a:xfrm>
          <a:off x="0" y="0"/>
          <a:ext cx="5086537" cy="8277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baseline="0"/>
            <a:t>усунення Української Центральної Ради (УЦР) від влади.</a:t>
          </a:r>
          <a:endParaRPr lang="uk-UA" sz="1800" kern="1200"/>
        </a:p>
      </dsp:txBody>
      <dsp:txXfrm>
        <a:off x="0" y="0"/>
        <a:ext cx="5086537" cy="827797"/>
      </dsp:txXfrm>
    </dsp:sp>
    <dsp:sp modelId="{DD324AA3-9B99-4AEE-82C0-0ADDF3F0CE8B}">
      <dsp:nvSpPr>
        <dsp:cNvPr id="0" name=""/>
        <dsp:cNvSpPr/>
      </dsp:nvSpPr>
      <dsp:spPr>
        <a:xfrm>
          <a:off x="0" y="827797"/>
          <a:ext cx="508653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4EED12-6D3A-4E24-A11D-95000C445EA1}">
      <dsp:nvSpPr>
        <dsp:cNvPr id="0" name=""/>
        <dsp:cNvSpPr/>
      </dsp:nvSpPr>
      <dsp:spPr>
        <a:xfrm>
          <a:off x="0" y="827797"/>
          <a:ext cx="5086537" cy="8277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baseline="0"/>
            <a:t>подолання чергового конфлікту УЦР з Тимчасовим урядом Росії.</a:t>
          </a:r>
          <a:endParaRPr lang="uk-UA" sz="1800" kern="1200"/>
        </a:p>
      </dsp:txBody>
      <dsp:txXfrm>
        <a:off x="0" y="827797"/>
        <a:ext cx="5086537" cy="827797"/>
      </dsp:txXfrm>
    </dsp:sp>
    <dsp:sp modelId="{2E4B8640-D6C7-4F2B-8FB5-E5A59A676A96}">
      <dsp:nvSpPr>
        <dsp:cNvPr id="0" name=""/>
        <dsp:cNvSpPr/>
      </dsp:nvSpPr>
      <dsp:spPr>
        <a:xfrm>
          <a:off x="0" y="1655594"/>
          <a:ext cx="508653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0E080D-5D15-4618-8A66-6E1D41C5FE36}">
      <dsp:nvSpPr>
        <dsp:cNvPr id="0" name=""/>
        <dsp:cNvSpPr/>
      </dsp:nvSpPr>
      <dsp:spPr>
        <a:xfrm>
          <a:off x="0" y="1655594"/>
          <a:ext cx="5086537" cy="8277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baseline="0"/>
            <a:t>ратифікації умов Берестейського (Брестського) миру з державами Четверного союзу.</a:t>
          </a:r>
          <a:endParaRPr lang="uk-UA" sz="1800" kern="1200"/>
        </a:p>
      </dsp:txBody>
      <dsp:txXfrm>
        <a:off x="0" y="1655594"/>
        <a:ext cx="5086537" cy="827797"/>
      </dsp:txXfrm>
    </dsp:sp>
    <dsp:sp modelId="{BC972942-3EFB-4692-AFBF-23AA66A2728B}">
      <dsp:nvSpPr>
        <dsp:cNvPr id="0" name=""/>
        <dsp:cNvSpPr/>
      </dsp:nvSpPr>
      <dsp:spPr>
        <a:xfrm>
          <a:off x="0" y="2483391"/>
          <a:ext cx="508653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E9C428-2E5D-4EEE-B878-1929094EDD82}">
      <dsp:nvSpPr>
        <dsp:cNvPr id="0" name=""/>
        <dsp:cNvSpPr/>
      </dsp:nvSpPr>
      <dsp:spPr>
        <a:xfrm>
          <a:off x="0" y="2483391"/>
          <a:ext cx="5086537" cy="8277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baseline="0"/>
            <a:t>протидії поширенню корніловського заколоту на території України.</a:t>
          </a:r>
          <a:endParaRPr lang="uk-UA" sz="1800" kern="1200"/>
        </a:p>
      </dsp:txBody>
      <dsp:txXfrm>
        <a:off x="0" y="2483391"/>
        <a:ext cx="5086537" cy="82779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0BB07F-BC4E-458E-AF59-C51A7E712008}">
      <dsp:nvSpPr>
        <dsp:cNvPr id="0" name=""/>
        <dsp:cNvSpPr/>
      </dsp:nvSpPr>
      <dsp:spPr>
        <a:xfrm>
          <a:off x="0" y="61874"/>
          <a:ext cx="5086537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створення Донецько-Криворізької радянської республіки.</a:t>
          </a:r>
          <a:endParaRPr lang="uk-UA" sz="1900" kern="1200"/>
        </a:p>
      </dsp:txBody>
      <dsp:txXfrm>
        <a:off x="36896" y="98770"/>
        <a:ext cx="5012745" cy="682028"/>
      </dsp:txXfrm>
    </dsp:sp>
    <dsp:sp modelId="{ECFC1595-5F99-431E-AC3E-E7063A2FC25F}">
      <dsp:nvSpPr>
        <dsp:cNvPr id="0" name=""/>
        <dsp:cNvSpPr/>
      </dsp:nvSpPr>
      <dsp:spPr>
        <a:xfrm>
          <a:off x="0" y="872414"/>
          <a:ext cx="5086537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визнання умов Брест-Литовського мирного договору.</a:t>
          </a:r>
          <a:endParaRPr lang="uk-UA" sz="1900" kern="1200"/>
        </a:p>
      </dsp:txBody>
      <dsp:txXfrm>
        <a:off x="36896" y="909310"/>
        <a:ext cx="5012745" cy="682028"/>
      </dsp:txXfrm>
    </dsp:sp>
    <dsp:sp modelId="{CA1BACC4-0ADF-4C05-8B50-F5B89C3FCB08}">
      <dsp:nvSpPr>
        <dsp:cNvPr id="0" name=""/>
        <dsp:cNvSpPr/>
      </dsp:nvSpPr>
      <dsp:spPr>
        <a:xfrm>
          <a:off x="0" y="1682954"/>
          <a:ext cx="5086537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проголошення радянської влади в Україні.</a:t>
          </a:r>
          <a:endParaRPr lang="uk-UA" sz="1900" kern="1200"/>
        </a:p>
      </dsp:txBody>
      <dsp:txXfrm>
        <a:off x="36896" y="1719850"/>
        <a:ext cx="5012745" cy="682028"/>
      </dsp:txXfrm>
    </dsp:sp>
    <dsp:sp modelId="{2BFB23ED-E532-47FA-B783-74C1EB8BF105}">
      <dsp:nvSpPr>
        <dsp:cNvPr id="0" name=""/>
        <dsp:cNvSpPr/>
      </dsp:nvSpPr>
      <dsp:spPr>
        <a:xfrm>
          <a:off x="0" y="2493494"/>
          <a:ext cx="5086537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схвалення першої радянської конституції.</a:t>
          </a:r>
          <a:endParaRPr lang="uk-UA" sz="1900" kern="1200"/>
        </a:p>
      </dsp:txBody>
      <dsp:txXfrm>
        <a:off x="36896" y="2530390"/>
        <a:ext cx="5012745" cy="68202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832F1B-1869-45A8-962C-F642FEDAAE09}">
      <dsp:nvSpPr>
        <dsp:cNvPr id="0" name=""/>
        <dsp:cNvSpPr/>
      </dsp:nvSpPr>
      <dsp:spPr>
        <a:xfrm>
          <a:off x="0" y="55562"/>
          <a:ext cx="5087938" cy="7698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baseline="0"/>
            <a:t>«революційний орган українського народу», створений у червні 1917 р. Українською Центральною Радою після оприлюднення Першого Універсалу.</a:t>
          </a:r>
          <a:endParaRPr lang="uk-UA" sz="1400" kern="1200"/>
        </a:p>
      </dsp:txBody>
      <dsp:txXfrm>
        <a:off x="37581" y="93143"/>
        <a:ext cx="5012776" cy="694697"/>
      </dsp:txXfrm>
    </dsp:sp>
    <dsp:sp modelId="{FC20F60D-2676-4748-9318-6D1656E696F1}">
      <dsp:nvSpPr>
        <dsp:cNvPr id="0" name=""/>
        <dsp:cNvSpPr/>
      </dsp:nvSpPr>
      <dsp:spPr>
        <a:xfrm>
          <a:off x="0" y="865742"/>
          <a:ext cx="5087938" cy="7698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baseline="0"/>
            <a:t>перший робітничо-селянський уряд радянської України, створений у грудні 1917 р. постановою Центрального Виконавчого Комітету Рад України.</a:t>
          </a:r>
          <a:endParaRPr lang="uk-UA" sz="1400" kern="1200"/>
        </a:p>
      </dsp:txBody>
      <dsp:txXfrm>
        <a:off x="37581" y="903323"/>
        <a:ext cx="5012776" cy="694697"/>
      </dsp:txXfrm>
    </dsp:sp>
    <dsp:sp modelId="{E14C4C5D-72B4-4722-8463-1F372950E01E}">
      <dsp:nvSpPr>
        <dsp:cNvPr id="0" name=""/>
        <dsp:cNvSpPr/>
      </dsp:nvSpPr>
      <dsp:spPr>
        <a:xfrm>
          <a:off x="0" y="1675922"/>
          <a:ext cx="5087938" cy="7698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baseline="0"/>
            <a:t>виконавчий орган Української Народної Республіки, створений у січні 1918 р. Четвертим Універсалом Української Центральної Ради.</a:t>
          </a:r>
          <a:endParaRPr lang="uk-UA" sz="1400" kern="1200"/>
        </a:p>
      </dsp:txBody>
      <dsp:txXfrm>
        <a:off x="37581" y="1713503"/>
        <a:ext cx="5012776" cy="694697"/>
      </dsp:txXfrm>
    </dsp:sp>
    <dsp:sp modelId="{3162C87F-FB53-4D74-BA3E-E6BE11C85396}">
      <dsp:nvSpPr>
        <dsp:cNvPr id="0" name=""/>
        <dsp:cNvSpPr/>
      </dsp:nvSpPr>
      <dsp:spPr>
        <a:xfrm>
          <a:off x="0" y="2486102"/>
          <a:ext cx="5087938" cy="7698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baseline="0"/>
            <a:t>вищий розпорядчий орган Західноукраїнської Народної Республіки, створений у листопаді 1918 р. рішенням Української Національної Ради</a:t>
          </a:r>
          <a:endParaRPr lang="uk-UA" sz="1400" kern="1200"/>
        </a:p>
      </dsp:txBody>
      <dsp:txXfrm>
        <a:off x="37581" y="2523683"/>
        <a:ext cx="5012776" cy="694697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577479-4120-4021-9324-56D5BFB039E9}">
      <dsp:nvSpPr>
        <dsp:cNvPr id="0" name=""/>
        <dsp:cNvSpPr/>
      </dsp:nvSpPr>
      <dsp:spPr>
        <a:xfrm>
          <a:off x="236881" y="244"/>
          <a:ext cx="827675" cy="827675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931A385A-7813-4091-B2ED-3844EE8AF5EC}">
      <dsp:nvSpPr>
        <dsp:cNvPr id="0" name=""/>
        <dsp:cNvSpPr/>
      </dsp:nvSpPr>
      <dsp:spPr>
        <a:xfrm>
          <a:off x="650719" y="244"/>
          <a:ext cx="4415949" cy="8276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34290" rIns="0" bIns="3429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 baseline="0"/>
            <a:t>березень – серпень 1917 р.</a:t>
          </a:r>
          <a:endParaRPr lang="uk-UA" sz="2700" kern="1200"/>
        </a:p>
      </dsp:txBody>
      <dsp:txXfrm>
        <a:off x="650719" y="244"/>
        <a:ext cx="4415949" cy="827675"/>
      </dsp:txXfrm>
    </dsp:sp>
    <dsp:sp modelId="{8FFB82E1-B7FF-495A-A6EE-8CFC28B72746}">
      <dsp:nvSpPr>
        <dsp:cNvPr id="0" name=""/>
        <dsp:cNvSpPr/>
      </dsp:nvSpPr>
      <dsp:spPr>
        <a:xfrm>
          <a:off x="236881" y="827919"/>
          <a:ext cx="827675" cy="827675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C3B11975-008E-4A03-B19B-68199E20D93B}">
      <dsp:nvSpPr>
        <dsp:cNvPr id="0" name=""/>
        <dsp:cNvSpPr/>
      </dsp:nvSpPr>
      <dsp:spPr>
        <a:xfrm>
          <a:off x="650719" y="827919"/>
          <a:ext cx="4415949" cy="8276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34290" rIns="0" bIns="3429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 baseline="0"/>
            <a:t>серпень – листопад 1917 р.</a:t>
          </a:r>
          <a:endParaRPr lang="uk-UA" sz="2700" kern="1200"/>
        </a:p>
      </dsp:txBody>
      <dsp:txXfrm>
        <a:off x="650719" y="827919"/>
        <a:ext cx="4415949" cy="827675"/>
      </dsp:txXfrm>
    </dsp:sp>
    <dsp:sp modelId="{4892788F-501D-49BE-A356-B043E70EF351}">
      <dsp:nvSpPr>
        <dsp:cNvPr id="0" name=""/>
        <dsp:cNvSpPr/>
      </dsp:nvSpPr>
      <dsp:spPr>
        <a:xfrm>
          <a:off x="236881" y="1655594"/>
          <a:ext cx="827675" cy="827675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D22295E5-8E47-486A-8C1B-D8D92993D1FE}">
      <dsp:nvSpPr>
        <dsp:cNvPr id="0" name=""/>
        <dsp:cNvSpPr/>
      </dsp:nvSpPr>
      <dsp:spPr>
        <a:xfrm>
          <a:off x="650719" y="1655594"/>
          <a:ext cx="4415949" cy="8276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34290" rIns="0" bIns="3429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 baseline="0"/>
            <a:t>листопад – грудень 1917 р.</a:t>
          </a:r>
          <a:endParaRPr lang="uk-UA" sz="2700" kern="1200"/>
        </a:p>
      </dsp:txBody>
      <dsp:txXfrm>
        <a:off x="650719" y="1655594"/>
        <a:ext cx="4415949" cy="827675"/>
      </dsp:txXfrm>
    </dsp:sp>
    <dsp:sp modelId="{1D78CF0B-06E0-453B-9DD9-05BC649F06DC}">
      <dsp:nvSpPr>
        <dsp:cNvPr id="0" name=""/>
        <dsp:cNvSpPr/>
      </dsp:nvSpPr>
      <dsp:spPr>
        <a:xfrm>
          <a:off x="236881" y="2483269"/>
          <a:ext cx="827675" cy="827675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A88C1B07-7E0D-468A-8971-0BBB341115D1}">
      <dsp:nvSpPr>
        <dsp:cNvPr id="0" name=""/>
        <dsp:cNvSpPr/>
      </dsp:nvSpPr>
      <dsp:spPr>
        <a:xfrm>
          <a:off x="650719" y="2483269"/>
          <a:ext cx="4415949" cy="8276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34290" rIns="0" bIns="3429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 baseline="0"/>
            <a:t>грудень 1917 р. – січень 1918 р.</a:t>
          </a:r>
          <a:endParaRPr lang="uk-UA" sz="2700" kern="1200"/>
        </a:p>
      </dsp:txBody>
      <dsp:txXfrm>
        <a:off x="650719" y="2483269"/>
        <a:ext cx="4415949" cy="827675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9703AE-F6C2-4736-88DB-4969D4F33C25}">
      <dsp:nvSpPr>
        <dsp:cNvPr id="0" name=""/>
        <dsp:cNvSpPr/>
      </dsp:nvSpPr>
      <dsp:spPr>
        <a:xfrm>
          <a:off x="0" y="404"/>
          <a:ext cx="508653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1B2353-9E57-4476-AF06-02C075467896}">
      <dsp:nvSpPr>
        <dsp:cNvPr id="0" name=""/>
        <dsp:cNvSpPr/>
      </dsp:nvSpPr>
      <dsp:spPr>
        <a:xfrm>
          <a:off x="0" y="404"/>
          <a:ext cx="5086537" cy="4729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baseline="0"/>
            <a:t>визначити перебіг подій першої війни радянської Росії проти Української Народної Республіки (грудень 1917 – лютий 1918 р.).</a:t>
          </a:r>
          <a:endParaRPr lang="uk-UA" sz="1300" kern="1200"/>
        </a:p>
      </dsp:txBody>
      <dsp:txXfrm>
        <a:off x="0" y="404"/>
        <a:ext cx="5086537" cy="472911"/>
      </dsp:txXfrm>
    </dsp:sp>
    <dsp:sp modelId="{7AF53CB6-F8F4-4709-881E-4EBA2A37749C}">
      <dsp:nvSpPr>
        <dsp:cNvPr id="0" name=""/>
        <dsp:cNvSpPr/>
      </dsp:nvSpPr>
      <dsp:spPr>
        <a:xfrm>
          <a:off x="0" y="473315"/>
          <a:ext cx="508653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8EE7CE-3BFB-47A6-A715-9151EE2F60D6}">
      <dsp:nvSpPr>
        <dsp:cNvPr id="0" name=""/>
        <dsp:cNvSpPr/>
      </dsp:nvSpPr>
      <dsp:spPr>
        <a:xfrm>
          <a:off x="0" y="473315"/>
          <a:ext cx="5086537" cy="4729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baseline="0"/>
            <a:t>вказати напрямки загального наступу Добровольчої армії генерала А. Денікіна в травні–червні 1919 р.</a:t>
          </a:r>
          <a:endParaRPr lang="uk-UA" sz="1300" kern="1200"/>
        </a:p>
      </dsp:txBody>
      <dsp:txXfrm>
        <a:off x="0" y="473315"/>
        <a:ext cx="5086537" cy="472911"/>
      </dsp:txXfrm>
    </dsp:sp>
    <dsp:sp modelId="{F19ED8A7-FBCE-4A59-9CE2-42A208A4DC5F}">
      <dsp:nvSpPr>
        <dsp:cNvPr id="0" name=""/>
        <dsp:cNvSpPr/>
      </dsp:nvSpPr>
      <dsp:spPr>
        <a:xfrm>
          <a:off x="0" y="946227"/>
          <a:ext cx="508653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9E49A2-E76D-406A-936E-5694B2BE4545}">
      <dsp:nvSpPr>
        <dsp:cNvPr id="0" name=""/>
        <dsp:cNvSpPr/>
      </dsp:nvSpPr>
      <dsp:spPr>
        <a:xfrm>
          <a:off x="0" y="946227"/>
          <a:ext cx="5086537" cy="4729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baseline="0"/>
            <a:t>вказати межу просування польських військ під час польсько-радянської війни (квітень–жовтень 1920 р.).</a:t>
          </a:r>
          <a:endParaRPr lang="uk-UA" sz="1300" kern="1200"/>
        </a:p>
      </dsp:txBody>
      <dsp:txXfrm>
        <a:off x="0" y="946227"/>
        <a:ext cx="5086537" cy="472911"/>
      </dsp:txXfrm>
    </dsp:sp>
    <dsp:sp modelId="{E76CCAAE-4394-431D-8AEB-F7ACC659D650}">
      <dsp:nvSpPr>
        <dsp:cNvPr id="0" name=""/>
        <dsp:cNvSpPr/>
      </dsp:nvSpPr>
      <dsp:spPr>
        <a:xfrm>
          <a:off x="0" y="1419138"/>
          <a:ext cx="508653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431FDB-0BE5-4B85-BE20-203DF0522FBF}">
      <dsp:nvSpPr>
        <dsp:cNvPr id="0" name=""/>
        <dsp:cNvSpPr/>
      </dsp:nvSpPr>
      <dsp:spPr>
        <a:xfrm>
          <a:off x="0" y="1419138"/>
          <a:ext cx="5086537" cy="4729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baseline="0"/>
            <a:t>показати лінію розмежування військ у Першій світовій війні на момент укладення перемир’я на Східному фронті в грудні 1917 р.</a:t>
          </a:r>
          <a:endParaRPr lang="uk-UA" sz="1300" kern="1200"/>
        </a:p>
      </dsp:txBody>
      <dsp:txXfrm>
        <a:off x="0" y="1419138"/>
        <a:ext cx="5086537" cy="472911"/>
      </dsp:txXfrm>
    </dsp:sp>
    <dsp:sp modelId="{0A0CEEF3-F318-41BA-BF10-67506B89DAA7}">
      <dsp:nvSpPr>
        <dsp:cNvPr id="0" name=""/>
        <dsp:cNvSpPr/>
      </dsp:nvSpPr>
      <dsp:spPr>
        <a:xfrm>
          <a:off x="0" y="1892050"/>
          <a:ext cx="508653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D878D5-F5AD-4059-8FC1-480C31F2503F}">
      <dsp:nvSpPr>
        <dsp:cNvPr id="0" name=""/>
        <dsp:cNvSpPr/>
      </dsp:nvSpPr>
      <dsp:spPr>
        <a:xfrm>
          <a:off x="0" y="1892050"/>
          <a:ext cx="5086537" cy="4729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baseline="0"/>
            <a:t>окреслити територію ЗУНР відповідно до ухвали Української Національної Ради 19 жовтня 1918 р.</a:t>
          </a:r>
          <a:endParaRPr lang="uk-UA" sz="1300" kern="1200"/>
        </a:p>
      </dsp:txBody>
      <dsp:txXfrm>
        <a:off x="0" y="1892050"/>
        <a:ext cx="5086537" cy="472911"/>
      </dsp:txXfrm>
    </dsp:sp>
    <dsp:sp modelId="{6041A9C6-989C-409A-ACF6-D80A1DDC6FB5}">
      <dsp:nvSpPr>
        <dsp:cNvPr id="0" name=""/>
        <dsp:cNvSpPr/>
      </dsp:nvSpPr>
      <dsp:spPr>
        <a:xfrm>
          <a:off x="0" y="2364961"/>
          <a:ext cx="508653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34B21A-8060-4CC4-AAFF-A82D6F9EB182}">
      <dsp:nvSpPr>
        <dsp:cNvPr id="0" name=""/>
        <dsp:cNvSpPr/>
      </dsp:nvSpPr>
      <dsp:spPr>
        <a:xfrm>
          <a:off x="0" y="2364961"/>
          <a:ext cx="5086537" cy="4729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baseline="0"/>
            <a:t>визначити кордони Української Народної Республіки згідно з </a:t>
          </a:r>
          <a:r>
            <a:rPr lang="en-US" sz="1300" b="0" i="0" kern="1200" baseline="0"/>
            <a:t>III </a:t>
          </a:r>
          <a:r>
            <a:rPr lang="uk-UA" sz="1300" b="0" i="0" kern="1200" baseline="0"/>
            <a:t>Універсалом Української Центральної Ради (листопад 1917 р.).</a:t>
          </a:r>
          <a:endParaRPr lang="uk-UA" sz="1300" kern="1200"/>
        </a:p>
      </dsp:txBody>
      <dsp:txXfrm>
        <a:off x="0" y="2364961"/>
        <a:ext cx="5086537" cy="472911"/>
      </dsp:txXfrm>
    </dsp:sp>
    <dsp:sp modelId="{66192142-40D0-4B2D-B6E9-8B152AE8F450}">
      <dsp:nvSpPr>
        <dsp:cNvPr id="0" name=""/>
        <dsp:cNvSpPr/>
      </dsp:nvSpPr>
      <dsp:spPr>
        <a:xfrm>
          <a:off x="0" y="2837873"/>
          <a:ext cx="508653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86BE7D-C14D-4252-A456-42B45E0ABF96}">
      <dsp:nvSpPr>
        <dsp:cNvPr id="0" name=""/>
        <dsp:cNvSpPr/>
      </dsp:nvSpPr>
      <dsp:spPr>
        <a:xfrm>
          <a:off x="0" y="2837873"/>
          <a:ext cx="5086537" cy="4729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baseline="0"/>
            <a:t>визначити радянсько-польський кордон за Ризьким мирним договором у березні 1921 р.</a:t>
          </a:r>
          <a:endParaRPr lang="uk-UA" sz="1300" kern="1200"/>
        </a:p>
      </dsp:txBody>
      <dsp:txXfrm>
        <a:off x="0" y="2837873"/>
        <a:ext cx="5086537" cy="472911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B66529-0A82-4F05-B5F5-2FF934D340F7}">
      <dsp:nvSpPr>
        <dsp:cNvPr id="0" name=""/>
        <dsp:cNvSpPr/>
      </dsp:nvSpPr>
      <dsp:spPr>
        <a:xfrm>
          <a:off x="0" y="61874"/>
          <a:ext cx="5086537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першої війни радянської Росії проти УНР (грудень 1917 — лютий 1918 рр.)</a:t>
          </a:r>
          <a:endParaRPr lang="uk-UA" sz="1900" kern="1200"/>
        </a:p>
      </dsp:txBody>
      <dsp:txXfrm>
        <a:off x="36896" y="98770"/>
        <a:ext cx="5012745" cy="682028"/>
      </dsp:txXfrm>
    </dsp:sp>
    <dsp:sp modelId="{8B3D880B-24B2-4A49-800A-527EFB157132}">
      <dsp:nvSpPr>
        <dsp:cNvPr id="0" name=""/>
        <dsp:cNvSpPr/>
      </dsp:nvSpPr>
      <dsp:spPr>
        <a:xfrm>
          <a:off x="0" y="872414"/>
          <a:ext cx="5086537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«Чортківської офензиви» Української галицької армії (червень 1919 р.)</a:t>
          </a:r>
          <a:endParaRPr lang="uk-UA" sz="1900" kern="1200"/>
        </a:p>
      </dsp:txBody>
      <dsp:txXfrm>
        <a:off x="36896" y="909310"/>
        <a:ext cx="5012745" cy="682028"/>
      </dsp:txXfrm>
    </dsp:sp>
    <dsp:sp modelId="{14122AA2-A30A-43B3-84C0-F23B2A3A3345}">
      <dsp:nvSpPr>
        <dsp:cNvPr id="0" name=""/>
        <dsp:cNvSpPr/>
      </dsp:nvSpPr>
      <dsp:spPr>
        <a:xfrm>
          <a:off x="0" y="1682954"/>
          <a:ext cx="5086537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польсько-радянської війни (квітень — жовтень 1920 р.)</a:t>
          </a:r>
          <a:endParaRPr lang="uk-UA" sz="1900" kern="1200"/>
        </a:p>
      </dsp:txBody>
      <dsp:txXfrm>
        <a:off x="36896" y="1719850"/>
        <a:ext cx="5012745" cy="682028"/>
      </dsp:txXfrm>
    </dsp:sp>
    <dsp:sp modelId="{E15A6B72-B049-4803-B050-F927C96CBE3C}">
      <dsp:nvSpPr>
        <dsp:cNvPr id="0" name=""/>
        <dsp:cNvSpPr/>
      </dsp:nvSpPr>
      <dsp:spPr>
        <a:xfrm>
          <a:off x="0" y="2493494"/>
          <a:ext cx="5086537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Другого «Зимового походу» Армії УНР (листопад 1921 р.)</a:t>
          </a:r>
          <a:endParaRPr lang="uk-UA" sz="1900" kern="1200"/>
        </a:p>
      </dsp:txBody>
      <dsp:txXfrm>
        <a:off x="36896" y="2530390"/>
        <a:ext cx="5012745" cy="682028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998677-729D-44BE-A95D-73DBA3337C98}">
      <dsp:nvSpPr>
        <dsp:cNvPr id="0" name=""/>
        <dsp:cNvSpPr/>
      </dsp:nvSpPr>
      <dsp:spPr>
        <a:xfrm>
          <a:off x="0" y="34604"/>
          <a:ext cx="5086537" cy="743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b="0" i="0" kern="1200" baseline="0"/>
            <a:t>Першого Універсалу.</a:t>
          </a:r>
          <a:endParaRPr lang="uk-UA" sz="3100" kern="1200"/>
        </a:p>
      </dsp:txBody>
      <dsp:txXfrm>
        <a:off x="36296" y="70900"/>
        <a:ext cx="5013945" cy="670943"/>
      </dsp:txXfrm>
    </dsp:sp>
    <dsp:sp modelId="{86F9C65D-6B3A-40D3-8D1C-5E1870F9CE94}">
      <dsp:nvSpPr>
        <dsp:cNvPr id="0" name=""/>
        <dsp:cNvSpPr/>
      </dsp:nvSpPr>
      <dsp:spPr>
        <a:xfrm>
          <a:off x="0" y="867419"/>
          <a:ext cx="5086537" cy="743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b="0" i="0" kern="1200" baseline="0"/>
            <a:t>Другого Універсалу.</a:t>
          </a:r>
          <a:endParaRPr lang="uk-UA" sz="3100" kern="1200"/>
        </a:p>
      </dsp:txBody>
      <dsp:txXfrm>
        <a:off x="36296" y="903715"/>
        <a:ext cx="5013945" cy="670943"/>
      </dsp:txXfrm>
    </dsp:sp>
    <dsp:sp modelId="{665E47CA-6ACE-4599-AE68-496FCEBB7F11}">
      <dsp:nvSpPr>
        <dsp:cNvPr id="0" name=""/>
        <dsp:cNvSpPr/>
      </dsp:nvSpPr>
      <dsp:spPr>
        <a:xfrm>
          <a:off x="0" y="1700234"/>
          <a:ext cx="5086537" cy="743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b="0" i="0" kern="1200" baseline="0"/>
            <a:t>Третього Універсалу.</a:t>
          </a:r>
          <a:endParaRPr lang="uk-UA" sz="3100" kern="1200"/>
        </a:p>
      </dsp:txBody>
      <dsp:txXfrm>
        <a:off x="36296" y="1736530"/>
        <a:ext cx="5013945" cy="670943"/>
      </dsp:txXfrm>
    </dsp:sp>
    <dsp:sp modelId="{8634C496-2508-4D0C-A5EC-F8602C9ABAFE}">
      <dsp:nvSpPr>
        <dsp:cNvPr id="0" name=""/>
        <dsp:cNvSpPr/>
      </dsp:nvSpPr>
      <dsp:spPr>
        <a:xfrm>
          <a:off x="0" y="2533049"/>
          <a:ext cx="5086537" cy="743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b="0" i="0" kern="1200" baseline="0"/>
            <a:t>Четвертого Універсалу.</a:t>
          </a:r>
          <a:endParaRPr lang="uk-UA" sz="3100" kern="1200"/>
        </a:p>
      </dsp:txBody>
      <dsp:txXfrm>
        <a:off x="36296" y="2569345"/>
        <a:ext cx="5013945" cy="670943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ADC176-BCDE-4BCA-9B9E-FE39E3508D3F}">
      <dsp:nvSpPr>
        <dsp:cNvPr id="0" name=""/>
        <dsp:cNvSpPr/>
      </dsp:nvSpPr>
      <dsp:spPr>
        <a:xfrm>
          <a:off x="1188812" y="188737"/>
          <a:ext cx="1433744" cy="1433744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baseline="0"/>
            <a:t>1, 2, 4</a:t>
          </a:r>
          <a:endParaRPr lang="uk-UA" sz="2400" kern="1200"/>
        </a:p>
      </dsp:txBody>
      <dsp:txXfrm>
        <a:off x="1608746" y="608671"/>
        <a:ext cx="1013810" cy="1013810"/>
      </dsp:txXfrm>
    </dsp:sp>
    <dsp:sp modelId="{B9E162FD-03D7-4432-8CE7-F68E0AE32D64}">
      <dsp:nvSpPr>
        <dsp:cNvPr id="0" name=""/>
        <dsp:cNvSpPr/>
      </dsp:nvSpPr>
      <dsp:spPr>
        <a:xfrm rot="5400000">
          <a:off x="2688780" y="188737"/>
          <a:ext cx="1433744" cy="1433744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baseline="0"/>
            <a:t>3, 5, 6</a:t>
          </a:r>
          <a:endParaRPr lang="uk-UA" sz="2400" kern="1200"/>
        </a:p>
      </dsp:txBody>
      <dsp:txXfrm rot="-5400000">
        <a:off x="2688780" y="608671"/>
        <a:ext cx="1013810" cy="1013810"/>
      </dsp:txXfrm>
    </dsp:sp>
    <dsp:sp modelId="{AF14DBCC-DA8A-4E95-AE04-C470A22DB8BA}">
      <dsp:nvSpPr>
        <dsp:cNvPr id="0" name=""/>
        <dsp:cNvSpPr/>
      </dsp:nvSpPr>
      <dsp:spPr>
        <a:xfrm rot="10800000">
          <a:off x="2688780" y="1688706"/>
          <a:ext cx="1433744" cy="1433744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baseline="0"/>
            <a:t>1, 4, 5</a:t>
          </a:r>
          <a:endParaRPr lang="uk-UA" sz="2400" kern="1200"/>
        </a:p>
      </dsp:txBody>
      <dsp:txXfrm rot="10800000">
        <a:off x="2688780" y="1688706"/>
        <a:ext cx="1013810" cy="1013810"/>
      </dsp:txXfrm>
    </dsp:sp>
    <dsp:sp modelId="{0A013283-7817-4C4A-BEF9-CFD21CCB5D80}">
      <dsp:nvSpPr>
        <dsp:cNvPr id="0" name=""/>
        <dsp:cNvSpPr/>
      </dsp:nvSpPr>
      <dsp:spPr>
        <a:xfrm rot="16200000">
          <a:off x="1188812" y="1688706"/>
          <a:ext cx="1433744" cy="1433744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baseline="0"/>
            <a:t>2, 3, 6</a:t>
          </a:r>
          <a:endParaRPr lang="uk-UA" sz="2400" kern="1200"/>
        </a:p>
      </dsp:txBody>
      <dsp:txXfrm rot="5400000">
        <a:off x="1608746" y="1688706"/>
        <a:ext cx="1013810" cy="1013810"/>
      </dsp:txXfrm>
    </dsp:sp>
    <dsp:sp modelId="{550A978D-A312-4A09-BE69-3F989A795BE2}">
      <dsp:nvSpPr>
        <dsp:cNvPr id="0" name=""/>
        <dsp:cNvSpPr/>
      </dsp:nvSpPr>
      <dsp:spPr>
        <a:xfrm>
          <a:off x="2408157" y="1357587"/>
          <a:ext cx="495022" cy="430454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E3DA55-A106-4591-92C9-31B4A74F6D77}">
      <dsp:nvSpPr>
        <dsp:cNvPr id="0" name=""/>
        <dsp:cNvSpPr/>
      </dsp:nvSpPr>
      <dsp:spPr>
        <a:xfrm rot="10800000">
          <a:off x="2408157" y="1523146"/>
          <a:ext cx="495022" cy="430454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771D36-C64C-4FD6-ADA3-7E4F8F0EEB1C}">
      <dsp:nvSpPr>
        <dsp:cNvPr id="0" name=""/>
        <dsp:cNvSpPr/>
      </dsp:nvSpPr>
      <dsp:spPr>
        <a:xfrm>
          <a:off x="-3742619" y="-574924"/>
          <a:ext cx="4461038" cy="4461038"/>
        </a:xfrm>
        <a:prstGeom prst="blockArc">
          <a:avLst>
            <a:gd name="adj1" fmla="val 18900000"/>
            <a:gd name="adj2" fmla="val 2700000"/>
            <a:gd name="adj3" fmla="val 484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E9E9C9-9F5B-4771-984F-935F9DB62E56}">
      <dsp:nvSpPr>
        <dsp:cNvPr id="0" name=""/>
        <dsp:cNvSpPr/>
      </dsp:nvSpPr>
      <dsp:spPr>
        <a:xfrm>
          <a:off x="376562" y="254564"/>
          <a:ext cx="4666679" cy="5093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331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baseline="0"/>
            <a:t>Рада Міністрів</a:t>
          </a:r>
          <a:endParaRPr lang="uk-UA" sz="1900" kern="1200"/>
        </a:p>
      </dsp:txBody>
      <dsp:txXfrm>
        <a:off x="376562" y="254564"/>
        <a:ext cx="4666679" cy="509393"/>
      </dsp:txXfrm>
    </dsp:sp>
    <dsp:sp modelId="{7B328A2D-00F6-469B-94D4-B53509DACA7B}">
      <dsp:nvSpPr>
        <dsp:cNvPr id="0" name=""/>
        <dsp:cNvSpPr/>
      </dsp:nvSpPr>
      <dsp:spPr>
        <a:xfrm>
          <a:off x="58191" y="190890"/>
          <a:ext cx="636741" cy="63674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653CBC-3FCF-4480-8697-B9E1768BCB80}">
      <dsp:nvSpPr>
        <dsp:cNvPr id="0" name=""/>
        <dsp:cNvSpPr/>
      </dsp:nvSpPr>
      <dsp:spPr>
        <a:xfrm>
          <a:off x="668608" y="1018786"/>
          <a:ext cx="4374632" cy="5093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331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baseline="0"/>
            <a:t>Штаб Київського військового округу</a:t>
          </a:r>
          <a:endParaRPr lang="uk-UA" sz="1900" kern="1200"/>
        </a:p>
      </dsp:txBody>
      <dsp:txXfrm>
        <a:off x="668608" y="1018786"/>
        <a:ext cx="4374632" cy="509393"/>
      </dsp:txXfrm>
    </dsp:sp>
    <dsp:sp modelId="{8C055C01-ABCA-4D65-BEA7-96D8D56C17AC}">
      <dsp:nvSpPr>
        <dsp:cNvPr id="0" name=""/>
        <dsp:cNvSpPr/>
      </dsp:nvSpPr>
      <dsp:spPr>
        <a:xfrm>
          <a:off x="350238" y="955112"/>
          <a:ext cx="636741" cy="63674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D8DEC9-71E1-4CE5-B111-238376F91C97}">
      <dsp:nvSpPr>
        <dsp:cNvPr id="0" name=""/>
        <dsp:cNvSpPr/>
      </dsp:nvSpPr>
      <dsp:spPr>
        <a:xfrm>
          <a:off x="668608" y="1783009"/>
          <a:ext cx="4374632" cy="5093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331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baseline="0"/>
            <a:t>Генеральний Секретаріат</a:t>
          </a:r>
          <a:endParaRPr lang="uk-UA" sz="1900" kern="1200"/>
        </a:p>
      </dsp:txBody>
      <dsp:txXfrm>
        <a:off x="668608" y="1783009"/>
        <a:ext cx="4374632" cy="509393"/>
      </dsp:txXfrm>
    </dsp:sp>
    <dsp:sp modelId="{42F71E7F-8BEB-426C-A651-93643312F558}">
      <dsp:nvSpPr>
        <dsp:cNvPr id="0" name=""/>
        <dsp:cNvSpPr/>
      </dsp:nvSpPr>
      <dsp:spPr>
        <a:xfrm>
          <a:off x="350238" y="1719334"/>
          <a:ext cx="636741" cy="63674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8EC202-EDE9-47C6-827A-7EBA4E77689D}">
      <dsp:nvSpPr>
        <dsp:cNvPr id="0" name=""/>
        <dsp:cNvSpPr/>
      </dsp:nvSpPr>
      <dsp:spPr>
        <a:xfrm>
          <a:off x="376562" y="2547231"/>
          <a:ext cx="4666679" cy="5093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331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baseline="0"/>
            <a:t>Рада Народних Комісарів</a:t>
          </a:r>
          <a:endParaRPr lang="uk-UA" sz="1900" kern="1200"/>
        </a:p>
      </dsp:txBody>
      <dsp:txXfrm>
        <a:off x="376562" y="2547231"/>
        <a:ext cx="4666679" cy="509393"/>
      </dsp:txXfrm>
    </dsp:sp>
    <dsp:sp modelId="{86B99E6E-1C83-4340-B899-20A6E5B2F0DE}">
      <dsp:nvSpPr>
        <dsp:cNvPr id="0" name=""/>
        <dsp:cNvSpPr/>
      </dsp:nvSpPr>
      <dsp:spPr>
        <a:xfrm>
          <a:off x="58191" y="2483557"/>
          <a:ext cx="636741" cy="63674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26B238-6D98-459C-9B09-CC0FA9436086}">
      <dsp:nvSpPr>
        <dsp:cNvPr id="0" name=""/>
        <dsp:cNvSpPr/>
      </dsp:nvSpPr>
      <dsp:spPr>
        <a:xfrm>
          <a:off x="0" y="61874"/>
          <a:ext cx="5086537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Грамоти до всього українського народу гетьмана П. Скоропадського.</a:t>
          </a:r>
          <a:endParaRPr lang="uk-UA" sz="1900" kern="1200"/>
        </a:p>
      </dsp:txBody>
      <dsp:txXfrm>
        <a:off x="36896" y="98770"/>
        <a:ext cx="5012745" cy="682028"/>
      </dsp:txXfrm>
    </dsp:sp>
    <dsp:sp modelId="{F18D1DCB-D792-4A73-9482-FECD60B32FE0}">
      <dsp:nvSpPr>
        <dsp:cNvPr id="0" name=""/>
        <dsp:cNvSpPr/>
      </dsp:nvSpPr>
      <dsp:spPr>
        <a:xfrm>
          <a:off x="0" y="872414"/>
          <a:ext cx="5086537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Конституції Української Народної Республіки.</a:t>
          </a:r>
          <a:endParaRPr lang="uk-UA" sz="1900" kern="1200"/>
        </a:p>
      </dsp:txBody>
      <dsp:txXfrm>
        <a:off x="36896" y="909310"/>
        <a:ext cx="5012745" cy="682028"/>
      </dsp:txXfrm>
    </dsp:sp>
    <dsp:sp modelId="{524A6486-9974-4A94-B681-FC1C654F56EA}">
      <dsp:nvSpPr>
        <dsp:cNvPr id="0" name=""/>
        <dsp:cNvSpPr/>
      </dsp:nvSpPr>
      <dsp:spPr>
        <a:xfrm>
          <a:off x="0" y="1682954"/>
          <a:ext cx="5086537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Акта злуки між УНР й ЗУНР.</a:t>
          </a:r>
          <a:endParaRPr lang="uk-UA" sz="1900" kern="1200"/>
        </a:p>
      </dsp:txBody>
      <dsp:txXfrm>
        <a:off x="36896" y="1719850"/>
        <a:ext cx="5012745" cy="682028"/>
      </dsp:txXfrm>
    </dsp:sp>
    <dsp:sp modelId="{150F8D47-771A-4705-9544-8779E8A24246}">
      <dsp:nvSpPr>
        <dsp:cNvPr id="0" name=""/>
        <dsp:cNvSpPr/>
      </dsp:nvSpPr>
      <dsp:spPr>
        <a:xfrm>
          <a:off x="0" y="2493494"/>
          <a:ext cx="5086537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Третього Універсалу УЦР.</a:t>
          </a:r>
          <a:endParaRPr lang="uk-UA" sz="1900" kern="1200"/>
        </a:p>
      </dsp:txBody>
      <dsp:txXfrm>
        <a:off x="36896" y="2530390"/>
        <a:ext cx="5012745" cy="682028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10FD5D-C7DF-4701-B434-3B261A443D80}">
      <dsp:nvSpPr>
        <dsp:cNvPr id="0" name=""/>
        <dsp:cNvSpPr/>
      </dsp:nvSpPr>
      <dsp:spPr>
        <a:xfrm>
          <a:off x="887674" y="0"/>
          <a:ext cx="3311189" cy="3311189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FBEC62-27FD-42A0-9984-1902E80CF42E}">
      <dsp:nvSpPr>
        <dsp:cNvPr id="0" name=""/>
        <dsp:cNvSpPr/>
      </dsp:nvSpPr>
      <dsp:spPr>
        <a:xfrm>
          <a:off x="1202237" y="314562"/>
          <a:ext cx="1291363" cy="12913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 baseline="0"/>
            <a:t>1914 р.</a:t>
          </a:r>
          <a:endParaRPr lang="uk-UA" sz="3200" kern="1200"/>
        </a:p>
      </dsp:txBody>
      <dsp:txXfrm>
        <a:off x="1265276" y="377601"/>
        <a:ext cx="1165285" cy="1165285"/>
      </dsp:txXfrm>
    </dsp:sp>
    <dsp:sp modelId="{F8A0ADAD-B89D-4BF0-8B3C-AAF7D2DCE0B6}">
      <dsp:nvSpPr>
        <dsp:cNvPr id="0" name=""/>
        <dsp:cNvSpPr/>
      </dsp:nvSpPr>
      <dsp:spPr>
        <a:xfrm>
          <a:off x="2592936" y="314562"/>
          <a:ext cx="1291363" cy="12913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 baseline="0"/>
            <a:t>1917 р.</a:t>
          </a:r>
          <a:endParaRPr lang="uk-UA" sz="3200" kern="1200"/>
        </a:p>
      </dsp:txBody>
      <dsp:txXfrm>
        <a:off x="2655975" y="377601"/>
        <a:ext cx="1165285" cy="1165285"/>
      </dsp:txXfrm>
    </dsp:sp>
    <dsp:sp modelId="{3787B726-C642-43BA-8237-05E24449393D}">
      <dsp:nvSpPr>
        <dsp:cNvPr id="0" name=""/>
        <dsp:cNvSpPr/>
      </dsp:nvSpPr>
      <dsp:spPr>
        <a:xfrm>
          <a:off x="1202237" y="1705262"/>
          <a:ext cx="1291363" cy="12913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 baseline="0"/>
            <a:t>1919 р.</a:t>
          </a:r>
          <a:endParaRPr lang="uk-UA" sz="3200" kern="1200"/>
        </a:p>
      </dsp:txBody>
      <dsp:txXfrm>
        <a:off x="1265276" y="1768301"/>
        <a:ext cx="1165285" cy="1165285"/>
      </dsp:txXfrm>
    </dsp:sp>
    <dsp:sp modelId="{018FBA40-B1A2-4962-972E-6E971C4ADCFA}">
      <dsp:nvSpPr>
        <dsp:cNvPr id="0" name=""/>
        <dsp:cNvSpPr/>
      </dsp:nvSpPr>
      <dsp:spPr>
        <a:xfrm>
          <a:off x="2592936" y="1705262"/>
          <a:ext cx="1291363" cy="12913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 baseline="0"/>
            <a:t>1921 р</a:t>
          </a:r>
          <a:endParaRPr lang="uk-UA" sz="3200" kern="1200"/>
        </a:p>
      </dsp:txBody>
      <dsp:txXfrm>
        <a:off x="2655975" y="1768301"/>
        <a:ext cx="1165285" cy="1165285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E2C246-9D1A-457B-ABDD-BF9594479334}">
      <dsp:nvSpPr>
        <dsp:cNvPr id="0" name=""/>
        <dsp:cNvSpPr/>
      </dsp:nvSpPr>
      <dsp:spPr>
        <a:xfrm>
          <a:off x="0" y="0"/>
          <a:ext cx="508653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749072-E624-47C6-8F94-9A88FBEB2698}">
      <dsp:nvSpPr>
        <dsp:cNvPr id="0" name=""/>
        <dsp:cNvSpPr/>
      </dsp:nvSpPr>
      <dsp:spPr>
        <a:xfrm>
          <a:off x="0" y="0"/>
          <a:ext cx="5086537" cy="8277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baseline="0"/>
            <a:t>Варшавського договору між Директорією УНР і Польською Республікою</a:t>
          </a:r>
          <a:endParaRPr lang="uk-UA" sz="2100" kern="1200"/>
        </a:p>
      </dsp:txBody>
      <dsp:txXfrm>
        <a:off x="0" y="0"/>
        <a:ext cx="5086537" cy="827797"/>
      </dsp:txXfrm>
    </dsp:sp>
    <dsp:sp modelId="{B72885BB-7040-455C-86E2-C93D5E2C51FF}">
      <dsp:nvSpPr>
        <dsp:cNvPr id="0" name=""/>
        <dsp:cNvSpPr/>
      </dsp:nvSpPr>
      <dsp:spPr>
        <a:xfrm>
          <a:off x="0" y="827797"/>
          <a:ext cx="508653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46C744-6633-4280-883B-06038B310500}">
      <dsp:nvSpPr>
        <dsp:cNvPr id="0" name=""/>
        <dsp:cNvSpPr/>
      </dsp:nvSpPr>
      <dsp:spPr>
        <a:xfrm>
          <a:off x="0" y="827797"/>
          <a:ext cx="5086537" cy="8277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baseline="0"/>
            <a:t>Ризького договору між Польщею та радянськими республіками</a:t>
          </a:r>
          <a:endParaRPr lang="uk-UA" sz="2100" kern="1200"/>
        </a:p>
      </dsp:txBody>
      <dsp:txXfrm>
        <a:off x="0" y="827797"/>
        <a:ext cx="5086537" cy="827797"/>
      </dsp:txXfrm>
    </dsp:sp>
    <dsp:sp modelId="{F12BE95A-948E-498C-9D86-D214F8BE422C}">
      <dsp:nvSpPr>
        <dsp:cNvPr id="0" name=""/>
        <dsp:cNvSpPr/>
      </dsp:nvSpPr>
      <dsp:spPr>
        <a:xfrm>
          <a:off x="0" y="1655594"/>
          <a:ext cx="508653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2C7552-17F8-4376-A5E3-F40DE517DFF7}">
      <dsp:nvSpPr>
        <dsp:cNvPr id="0" name=""/>
        <dsp:cNvSpPr/>
      </dsp:nvSpPr>
      <dsp:spPr>
        <a:xfrm>
          <a:off x="0" y="1655594"/>
          <a:ext cx="5086537" cy="8277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baseline="0"/>
            <a:t>Брест-Литовського договору між УНР, Німеччиною та її союзниками</a:t>
          </a:r>
          <a:endParaRPr lang="uk-UA" sz="2100" kern="1200"/>
        </a:p>
      </dsp:txBody>
      <dsp:txXfrm>
        <a:off x="0" y="1655594"/>
        <a:ext cx="5086537" cy="827797"/>
      </dsp:txXfrm>
    </dsp:sp>
    <dsp:sp modelId="{8A84427F-C739-41A9-BC1A-EA33E4140BF6}">
      <dsp:nvSpPr>
        <dsp:cNvPr id="0" name=""/>
        <dsp:cNvSpPr/>
      </dsp:nvSpPr>
      <dsp:spPr>
        <a:xfrm>
          <a:off x="0" y="2483391"/>
          <a:ext cx="508653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47AF77-2EA3-46FA-81DC-C1504235952A}">
      <dsp:nvSpPr>
        <dsp:cNvPr id="0" name=""/>
        <dsp:cNvSpPr/>
      </dsp:nvSpPr>
      <dsp:spPr>
        <a:xfrm>
          <a:off x="0" y="2483391"/>
          <a:ext cx="5086537" cy="8277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baseline="0"/>
            <a:t>Договору між Українською Державою та Всевеликим Військом Донським</a:t>
          </a:r>
          <a:endParaRPr lang="uk-UA" sz="2100" kern="1200"/>
        </a:p>
      </dsp:txBody>
      <dsp:txXfrm>
        <a:off x="0" y="2483391"/>
        <a:ext cx="5086537" cy="827797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F20AE4-7531-4C5B-A26B-53303BF901B8}">
      <dsp:nvSpPr>
        <dsp:cNvPr id="0" name=""/>
        <dsp:cNvSpPr/>
      </dsp:nvSpPr>
      <dsp:spPr>
        <a:xfrm>
          <a:off x="0" y="243764"/>
          <a:ext cx="5086537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 baseline="0"/>
            <a:t>«Вся влада Радам!»</a:t>
          </a:r>
          <a:endParaRPr lang="uk-UA" sz="2700" kern="1200"/>
        </a:p>
      </dsp:txBody>
      <dsp:txXfrm>
        <a:off x="31613" y="275377"/>
        <a:ext cx="5023311" cy="584369"/>
      </dsp:txXfrm>
    </dsp:sp>
    <dsp:sp modelId="{3D7A8EFF-A583-49C1-8D01-E652D7CA766A}">
      <dsp:nvSpPr>
        <dsp:cNvPr id="0" name=""/>
        <dsp:cNvSpPr/>
      </dsp:nvSpPr>
      <dsp:spPr>
        <a:xfrm>
          <a:off x="0" y="969119"/>
          <a:ext cx="5086537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 baseline="0"/>
            <a:t>«Автономію Україні!»</a:t>
          </a:r>
          <a:endParaRPr lang="uk-UA" sz="2700" kern="1200"/>
        </a:p>
      </dsp:txBody>
      <dsp:txXfrm>
        <a:off x="31613" y="1000732"/>
        <a:ext cx="5023311" cy="584369"/>
      </dsp:txXfrm>
    </dsp:sp>
    <dsp:sp modelId="{680AF67D-E93E-4EE3-9061-8E77B88BC929}">
      <dsp:nvSpPr>
        <dsp:cNvPr id="0" name=""/>
        <dsp:cNvSpPr/>
      </dsp:nvSpPr>
      <dsp:spPr>
        <a:xfrm>
          <a:off x="0" y="1694474"/>
          <a:ext cx="5086537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 baseline="0"/>
            <a:t>«Геть Тимчасовий уряд!»</a:t>
          </a:r>
          <a:endParaRPr lang="uk-UA" sz="2700" kern="1200"/>
        </a:p>
      </dsp:txBody>
      <dsp:txXfrm>
        <a:off x="31613" y="1726087"/>
        <a:ext cx="5023311" cy="584369"/>
      </dsp:txXfrm>
    </dsp:sp>
    <dsp:sp modelId="{B861BDF6-ED26-40DC-B102-184C6A610310}">
      <dsp:nvSpPr>
        <dsp:cNvPr id="0" name=""/>
        <dsp:cNvSpPr/>
      </dsp:nvSpPr>
      <dsp:spPr>
        <a:xfrm>
          <a:off x="0" y="2419829"/>
          <a:ext cx="5086537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 baseline="0"/>
            <a:t>«Хай живе самостійна Україна!»</a:t>
          </a:r>
          <a:endParaRPr lang="uk-UA" sz="2700" kern="1200"/>
        </a:p>
      </dsp:txBody>
      <dsp:txXfrm>
        <a:off x="31613" y="2451442"/>
        <a:ext cx="5023311" cy="584369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1C5530-F239-4D0D-B11D-6C86209A3D54}">
      <dsp:nvSpPr>
        <dsp:cNvPr id="0" name=""/>
        <dsp:cNvSpPr/>
      </dsp:nvSpPr>
      <dsp:spPr>
        <a:xfrm>
          <a:off x="239254" y="1166"/>
          <a:ext cx="827214" cy="82721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721ACE82-160D-4144-BE8F-1E72F6199F71}">
      <dsp:nvSpPr>
        <dsp:cNvPr id="0" name=""/>
        <dsp:cNvSpPr/>
      </dsp:nvSpPr>
      <dsp:spPr>
        <a:xfrm>
          <a:off x="652861" y="1166"/>
          <a:ext cx="4413490" cy="8272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46990" rIns="0" bIns="4699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700" b="0" i="0" kern="1200" baseline="0"/>
            <a:t>Дмитра Антоновича</a:t>
          </a:r>
          <a:endParaRPr lang="uk-UA" sz="3700" kern="1200"/>
        </a:p>
      </dsp:txBody>
      <dsp:txXfrm>
        <a:off x="652861" y="1166"/>
        <a:ext cx="4413490" cy="827214"/>
      </dsp:txXfrm>
    </dsp:sp>
    <dsp:sp modelId="{CF0AB0CC-672E-454D-A77E-9E1A5F79A5FE}">
      <dsp:nvSpPr>
        <dsp:cNvPr id="0" name=""/>
        <dsp:cNvSpPr/>
      </dsp:nvSpPr>
      <dsp:spPr>
        <a:xfrm>
          <a:off x="239254" y="828380"/>
          <a:ext cx="827214" cy="82721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AB4C75F2-22F3-4F7D-B3AC-F6230D066425}">
      <dsp:nvSpPr>
        <dsp:cNvPr id="0" name=""/>
        <dsp:cNvSpPr/>
      </dsp:nvSpPr>
      <dsp:spPr>
        <a:xfrm>
          <a:off x="652861" y="828380"/>
          <a:ext cx="4413490" cy="8272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46990" rIns="0" bIns="4699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700" b="0" i="0" kern="1200" baseline="0"/>
            <a:t>Юрія Коцюбинського</a:t>
          </a:r>
          <a:endParaRPr lang="uk-UA" sz="3700" kern="1200"/>
        </a:p>
      </dsp:txBody>
      <dsp:txXfrm>
        <a:off x="652861" y="828380"/>
        <a:ext cx="4413490" cy="827214"/>
      </dsp:txXfrm>
    </dsp:sp>
    <dsp:sp modelId="{A22E8D41-25A9-4595-9649-1DECB5AD7C03}">
      <dsp:nvSpPr>
        <dsp:cNvPr id="0" name=""/>
        <dsp:cNvSpPr/>
      </dsp:nvSpPr>
      <dsp:spPr>
        <a:xfrm>
          <a:off x="239254" y="1655594"/>
          <a:ext cx="827214" cy="82721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8D059151-1836-4AF3-9A31-D7C262402DE3}">
      <dsp:nvSpPr>
        <dsp:cNvPr id="0" name=""/>
        <dsp:cNvSpPr/>
      </dsp:nvSpPr>
      <dsp:spPr>
        <a:xfrm>
          <a:off x="652861" y="1655594"/>
          <a:ext cx="4413490" cy="8272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46990" rIns="0" bIns="4699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700" b="0" i="0" kern="1200" baseline="0"/>
            <a:t>Остапа Лисенка</a:t>
          </a:r>
          <a:endParaRPr lang="uk-UA" sz="3700" kern="1200"/>
        </a:p>
      </dsp:txBody>
      <dsp:txXfrm>
        <a:off x="652861" y="1655594"/>
        <a:ext cx="4413490" cy="827214"/>
      </dsp:txXfrm>
    </dsp:sp>
    <dsp:sp modelId="{10C16631-EEE0-4E48-ADB8-0CD76715CB8D}">
      <dsp:nvSpPr>
        <dsp:cNvPr id="0" name=""/>
        <dsp:cNvSpPr/>
      </dsp:nvSpPr>
      <dsp:spPr>
        <a:xfrm>
          <a:off x="239254" y="2482808"/>
          <a:ext cx="827214" cy="82721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B27CEBA8-62C5-4060-BD59-7AA23688016A}">
      <dsp:nvSpPr>
        <dsp:cNvPr id="0" name=""/>
        <dsp:cNvSpPr/>
      </dsp:nvSpPr>
      <dsp:spPr>
        <a:xfrm>
          <a:off x="652861" y="2482808"/>
          <a:ext cx="4413490" cy="8272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46990" rIns="0" bIns="4699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700" b="0" i="0" kern="1200" baseline="0"/>
            <a:t>Тараса Франка</a:t>
          </a:r>
          <a:endParaRPr lang="uk-UA" sz="3700" kern="1200"/>
        </a:p>
      </dsp:txBody>
      <dsp:txXfrm>
        <a:off x="652861" y="2482808"/>
        <a:ext cx="4413490" cy="827214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BCAB45-54ED-4B17-B54B-8D494104D6E4}">
      <dsp:nvSpPr>
        <dsp:cNvPr id="0" name=""/>
        <dsp:cNvSpPr/>
      </dsp:nvSpPr>
      <dsp:spPr>
        <a:xfrm>
          <a:off x="0" y="61874"/>
          <a:ext cx="5086537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голова Української Центральної Ради М. Грушевський.</a:t>
          </a:r>
          <a:endParaRPr lang="uk-UA" sz="1900" kern="1200"/>
        </a:p>
      </dsp:txBody>
      <dsp:txXfrm>
        <a:off x="36896" y="98770"/>
        <a:ext cx="5012745" cy="682028"/>
      </dsp:txXfrm>
    </dsp:sp>
    <dsp:sp modelId="{70853ABB-6933-4BA8-9458-532BA7A01805}">
      <dsp:nvSpPr>
        <dsp:cNvPr id="0" name=""/>
        <dsp:cNvSpPr/>
      </dsp:nvSpPr>
      <dsp:spPr>
        <a:xfrm>
          <a:off x="0" y="872414"/>
          <a:ext cx="5086537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лідер Української партії соціалістів-федералістів С. Єфремов.</a:t>
          </a:r>
          <a:endParaRPr lang="uk-UA" sz="1900" kern="1200"/>
        </a:p>
      </dsp:txBody>
      <dsp:txXfrm>
        <a:off x="36896" y="909310"/>
        <a:ext cx="5012745" cy="682028"/>
      </dsp:txXfrm>
    </dsp:sp>
    <dsp:sp modelId="{7B8FE0F1-1C91-455D-8984-54FE6B51B054}">
      <dsp:nvSpPr>
        <dsp:cNvPr id="0" name=""/>
        <dsp:cNvSpPr/>
      </dsp:nvSpPr>
      <dsp:spPr>
        <a:xfrm>
          <a:off x="0" y="1682954"/>
          <a:ext cx="5086537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президент Західноукраїнської Народної Республіки Є. Петрушевич.</a:t>
          </a:r>
          <a:endParaRPr lang="uk-UA" sz="1900" kern="1200"/>
        </a:p>
      </dsp:txBody>
      <dsp:txXfrm>
        <a:off x="36896" y="1719850"/>
        <a:ext cx="5012745" cy="682028"/>
      </dsp:txXfrm>
    </dsp:sp>
    <dsp:sp modelId="{42CE29AD-8638-4C52-9EC1-B9096E5CEB8B}">
      <dsp:nvSpPr>
        <dsp:cNvPr id="0" name=""/>
        <dsp:cNvSpPr/>
      </dsp:nvSpPr>
      <dsp:spPr>
        <a:xfrm>
          <a:off x="0" y="2493494"/>
          <a:ext cx="5086537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член президії Союзу визволення України В. Дорошенко.</a:t>
          </a:r>
          <a:endParaRPr lang="uk-UA" sz="1900" kern="1200"/>
        </a:p>
      </dsp:txBody>
      <dsp:txXfrm>
        <a:off x="36896" y="2530390"/>
        <a:ext cx="5012745" cy="682028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01615F-6062-40F9-A20F-6990C693B2AD}">
      <dsp:nvSpPr>
        <dsp:cNvPr id="0" name=""/>
        <dsp:cNvSpPr/>
      </dsp:nvSpPr>
      <dsp:spPr>
        <a:xfrm rot="10800000">
          <a:off x="1021333" y="1166"/>
          <a:ext cx="3383994" cy="67589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051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baseline="0"/>
            <a:t>Перший Універсал</a:t>
          </a:r>
          <a:endParaRPr lang="uk-UA" sz="2300" kern="1200"/>
        </a:p>
      </dsp:txBody>
      <dsp:txXfrm rot="10800000">
        <a:off x="1190306" y="1166"/>
        <a:ext cx="3215021" cy="675894"/>
      </dsp:txXfrm>
    </dsp:sp>
    <dsp:sp modelId="{86CE52C1-0EDB-4EB0-A8CB-1AA72A64A189}">
      <dsp:nvSpPr>
        <dsp:cNvPr id="0" name=""/>
        <dsp:cNvSpPr/>
      </dsp:nvSpPr>
      <dsp:spPr>
        <a:xfrm>
          <a:off x="683385" y="1166"/>
          <a:ext cx="675894" cy="67589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9F311C-15E2-4DDB-A490-A46F4E519860}">
      <dsp:nvSpPr>
        <dsp:cNvPr id="0" name=""/>
        <dsp:cNvSpPr/>
      </dsp:nvSpPr>
      <dsp:spPr>
        <a:xfrm rot="10800000">
          <a:off x="1021333" y="878820"/>
          <a:ext cx="3383994" cy="67589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051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baseline="0"/>
            <a:t>Другий Універсал</a:t>
          </a:r>
          <a:endParaRPr lang="uk-UA" sz="2300" kern="1200"/>
        </a:p>
      </dsp:txBody>
      <dsp:txXfrm rot="10800000">
        <a:off x="1190306" y="878820"/>
        <a:ext cx="3215021" cy="675894"/>
      </dsp:txXfrm>
    </dsp:sp>
    <dsp:sp modelId="{64BC93D0-A075-400F-A726-3E840765A469}">
      <dsp:nvSpPr>
        <dsp:cNvPr id="0" name=""/>
        <dsp:cNvSpPr/>
      </dsp:nvSpPr>
      <dsp:spPr>
        <a:xfrm>
          <a:off x="683385" y="878820"/>
          <a:ext cx="675894" cy="67589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D07BB3-A055-4FE1-8F87-D5D0BD48203B}">
      <dsp:nvSpPr>
        <dsp:cNvPr id="0" name=""/>
        <dsp:cNvSpPr/>
      </dsp:nvSpPr>
      <dsp:spPr>
        <a:xfrm rot="10800000">
          <a:off x="1021333" y="1756474"/>
          <a:ext cx="3383994" cy="67589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051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baseline="0"/>
            <a:t>Третій Універсал</a:t>
          </a:r>
          <a:endParaRPr lang="uk-UA" sz="2300" kern="1200"/>
        </a:p>
      </dsp:txBody>
      <dsp:txXfrm rot="10800000">
        <a:off x="1190306" y="1756474"/>
        <a:ext cx="3215021" cy="675894"/>
      </dsp:txXfrm>
    </dsp:sp>
    <dsp:sp modelId="{18360E63-1908-4245-A090-36AECA6992F9}">
      <dsp:nvSpPr>
        <dsp:cNvPr id="0" name=""/>
        <dsp:cNvSpPr/>
      </dsp:nvSpPr>
      <dsp:spPr>
        <a:xfrm>
          <a:off x="683385" y="1756474"/>
          <a:ext cx="675894" cy="67589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FCCA56-88B7-4508-B3B6-9B48525DD46B}">
      <dsp:nvSpPr>
        <dsp:cNvPr id="0" name=""/>
        <dsp:cNvSpPr/>
      </dsp:nvSpPr>
      <dsp:spPr>
        <a:xfrm rot="10800000">
          <a:off x="1021333" y="2634128"/>
          <a:ext cx="3383994" cy="67589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051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baseline="0"/>
            <a:t>Четвертий Універсал</a:t>
          </a:r>
          <a:endParaRPr lang="uk-UA" sz="2300" kern="1200"/>
        </a:p>
      </dsp:txBody>
      <dsp:txXfrm rot="10800000">
        <a:off x="1190306" y="2634128"/>
        <a:ext cx="3215021" cy="675894"/>
      </dsp:txXfrm>
    </dsp:sp>
    <dsp:sp modelId="{C8E06A7E-39F6-46AE-A756-0CC25518DADB}">
      <dsp:nvSpPr>
        <dsp:cNvPr id="0" name=""/>
        <dsp:cNvSpPr/>
      </dsp:nvSpPr>
      <dsp:spPr>
        <a:xfrm>
          <a:off x="683385" y="2634128"/>
          <a:ext cx="675894" cy="67589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91E5F3-5A5C-4C11-88D0-5CDB4BF6679A}">
      <dsp:nvSpPr>
        <dsp:cNvPr id="0" name=""/>
        <dsp:cNvSpPr/>
      </dsp:nvSpPr>
      <dsp:spPr>
        <a:xfrm>
          <a:off x="0" y="263003"/>
          <a:ext cx="6465917" cy="879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baseline="0"/>
            <a:t>«Однині Україна стає Українською Народною Республікою. Не відділяючись від республіки Російської,.. ми твердо станемо на нашій землі…»</a:t>
          </a:r>
          <a:endParaRPr lang="uk-UA" sz="1600" i="0" kern="1200"/>
        </a:p>
      </dsp:txBody>
      <dsp:txXfrm>
        <a:off x="42950" y="305953"/>
        <a:ext cx="6380017" cy="793940"/>
      </dsp:txXfrm>
    </dsp:sp>
    <dsp:sp modelId="{670595F0-D7AE-4EF0-A961-13F3CE57685C}">
      <dsp:nvSpPr>
        <dsp:cNvPr id="0" name=""/>
        <dsp:cNvSpPr/>
      </dsp:nvSpPr>
      <dsp:spPr>
        <a:xfrm>
          <a:off x="0" y="1188923"/>
          <a:ext cx="6465917" cy="879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baseline="0" dirty="0"/>
            <a:t>«…не розриваючи з державою Російською, хай народ український на своїй землі має право сам порядкувати своїм життям. Хай порядок і лад на Вкраїні дають вибрані…Всенародні Українські 3бори (</a:t>
          </a:r>
          <a:r>
            <a:rPr lang="uk-UA" sz="1600" b="0" i="0" kern="1200" baseline="0" dirty="0" err="1"/>
            <a:t>Сойм</a:t>
          </a:r>
          <a:r>
            <a:rPr lang="uk-UA" sz="1600" b="0" i="0" kern="1200" baseline="0" dirty="0"/>
            <a:t>)...»</a:t>
          </a:r>
          <a:endParaRPr lang="uk-UA" sz="1600" i="0" kern="1200" dirty="0"/>
        </a:p>
      </dsp:txBody>
      <dsp:txXfrm>
        <a:off x="42950" y="1231873"/>
        <a:ext cx="6380017" cy="793940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D59253-3DD7-484C-BC87-0C35E0FE5234}">
      <dsp:nvSpPr>
        <dsp:cNvPr id="0" name=""/>
        <dsp:cNvSpPr/>
      </dsp:nvSpPr>
      <dsp:spPr>
        <a:xfrm>
          <a:off x="0" y="7423"/>
          <a:ext cx="6598920" cy="9509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«…ми рішуче ставимось проти замірів самовільного здійснення автономії України до Всеросійського </a:t>
          </a:r>
          <a:r>
            <a:rPr lang="uk-UA" sz="1700" b="0" i="0" kern="1200" dirty="0" err="1"/>
            <a:t>Учредительного</a:t>
          </a:r>
          <a:r>
            <a:rPr lang="uk-UA" sz="1700" b="0" i="0" kern="1200" dirty="0"/>
            <a:t> Зібрання…»</a:t>
          </a:r>
          <a:endParaRPr lang="uk-UA" sz="1700" i="0" kern="1200" dirty="0"/>
        </a:p>
      </dsp:txBody>
      <dsp:txXfrm>
        <a:off x="46424" y="53847"/>
        <a:ext cx="6506072" cy="858142"/>
      </dsp:txXfrm>
    </dsp:sp>
    <dsp:sp modelId="{CE84F21F-F24F-46C9-AA7A-DDD636ABA68C}">
      <dsp:nvSpPr>
        <dsp:cNvPr id="0" name=""/>
        <dsp:cNvSpPr/>
      </dsp:nvSpPr>
      <dsp:spPr>
        <a:xfrm>
          <a:off x="0" y="1007373"/>
          <a:ext cx="6598920" cy="9509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«Неможливо одночасно визнавати право на самовизначення і водночас робити грубий замах на це право… як це робить Рада Народних Комісарів щодо Народної Української Республіки…»</a:t>
          </a:r>
          <a:endParaRPr lang="uk-UA" sz="1700" i="0" kern="1200"/>
        </a:p>
      </dsp:txBody>
      <dsp:txXfrm>
        <a:off x="46424" y="1053797"/>
        <a:ext cx="6506072" cy="858142"/>
      </dsp:txXfrm>
    </dsp:sp>
    <dsp:sp modelId="{4865033D-AF03-4FDA-8F6A-9010B35DF9A2}">
      <dsp:nvSpPr>
        <dsp:cNvPr id="0" name=""/>
        <dsp:cNvSpPr/>
      </dsp:nvSpPr>
      <dsp:spPr>
        <a:xfrm>
          <a:off x="0" y="2007324"/>
          <a:ext cx="6598920" cy="9509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«Однині Українська Народна Республіка стає самостійною… суверенною державою українського народу…»</a:t>
          </a:r>
          <a:endParaRPr lang="uk-UA" sz="1700" i="0" kern="1200" dirty="0"/>
        </a:p>
      </dsp:txBody>
      <dsp:txXfrm>
        <a:off x="46424" y="2053748"/>
        <a:ext cx="6506072" cy="858142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EC345E-D738-4741-90FA-BBE69BD32F06}">
      <dsp:nvSpPr>
        <dsp:cNvPr id="0" name=""/>
        <dsp:cNvSpPr/>
      </dsp:nvSpPr>
      <dsp:spPr>
        <a:xfrm>
          <a:off x="236881" y="244"/>
          <a:ext cx="827675" cy="827675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F688ECD9-76D6-4439-80FA-E5FD52F2EB8D}">
      <dsp:nvSpPr>
        <dsp:cNvPr id="0" name=""/>
        <dsp:cNvSpPr/>
      </dsp:nvSpPr>
      <dsp:spPr>
        <a:xfrm>
          <a:off x="650719" y="244"/>
          <a:ext cx="4415949" cy="8276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6670" rIns="0" bIns="2667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baseline="0"/>
            <a:t>збройним виступом самостійників у Києві.</a:t>
          </a:r>
          <a:endParaRPr lang="uk-UA" sz="2100" kern="1200"/>
        </a:p>
      </dsp:txBody>
      <dsp:txXfrm>
        <a:off x="650719" y="244"/>
        <a:ext cx="4415949" cy="827675"/>
      </dsp:txXfrm>
    </dsp:sp>
    <dsp:sp modelId="{22A7E3CB-FC0E-48C9-BC58-A878791CF2CF}">
      <dsp:nvSpPr>
        <dsp:cNvPr id="0" name=""/>
        <dsp:cNvSpPr/>
      </dsp:nvSpPr>
      <dsp:spPr>
        <a:xfrm>
          <a:off x="236881" y="827919"/>
          <a:ext cx="827675" cy="827675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D9577999-04D3-4B11-880E-D302586069C4}">
      <dsp:nvSpPr>
        <dsp:cNvPr id="0" name=""/>
        <dsp:cNvSpPr/>
      </dsp:nvSpPr>
      <dsp:spPr>
        <a:xfrm>
          <a:off x="650719" y="827919"/>
          <a:ext cx="4415949" cy="8276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6670" rIns="0" bIns="2667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baseline="0"/>
            <a:t>відправленням українізованих військових частин на фронт.</a:t>
          </a:r>
          <a:endParaRPr lang="uk-UA" sz="2100" kern="1200"/>
        </a:p>
      </dsp:txBody>
      <dsp:txXfrm>
        <a:off x="650719" y="827919"/>
        <a:ext cx="4415949" cy="827675"/>
      </dsp:txXfrm>
    </dsp:sp>
    <dsp:sp modelId="{45BEC38D-D842-4D83-952A-BF6290842CE3}">
      <dsp:nvSpPr>
        <dsp:cNvPr id="0" name=""/>
        <dsp:cNvSpPr/>
      </dsp:nvSpPr>
      <dsp:spPr>
        <a:xfrm>
          <a:off x="236881" y="1655594"/>
          <a:ext cx="827675" cy="827675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A44DD495-3206-4327-BE06-B11433D9F1C7}">
      <dsp:nvSpPr>
        <dsp:cNvPr id="0" name=""/>
        <dsp:cNvSpPr/>
      </dsp:nvSpPr>
      <dsp:spPr>
        <a:xfrm>
          <a:off x="650719" y="1655594"/>
          <a:ext cx="4415949" cy="8276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6670" rIns="0" bIns="2667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baseline="0"/>
            <a:t>відмовою Тимчасового уряду визнати право України на автономію.</a:t>
          </a:r>
          <a:endParaRPr lang="uk-UA" sz="2100" kern="1200"/>
        </a:p>
      </dsp:txBody>
      <dsp:txXfrm>
        <a:off x="650719" y="1655594"/>
        <a:ext cx="4415949" cy="827675"/>
      </dsp:txXfrm>
    </dsp:sp>
    <dsp:sp modelId="{67273C80-7D1E-45D0-A0C0-2266E2DB92BF}">
      <dsp:nvSpPr>
        <dsp:cNvPr id="0" name=""/>
        <dsp:cNvSpPr/>
      </dsp:nvSpPr>
      <dsp:spPr>
        <a:xfrm>
          <a:off x="236881" y="2483269"/>
          <a:ext cx="827675" cy="827675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A7C0BB4B-5BBA-419B-84F2-C94E855F1A89}">
      <dsp:nvSpPr>
        <dsp:cNvPr id="0" name=""/>
        <dsp:cNvSpPr/>
      </dsp:nvSpPr>
      <dsp:spPr>
        <a:xfrm>
          <a:off x="650719" y="2483269"/>
          <a:ext cx="4415949" cy="8276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6670" rIns="0" bIns="2667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baseline="0"/>
            <a:t>формуванням рад робітничих, солдатських і селянських депутатів.</a:t>
          </a:r>
          <a:endParaRPr lang="uk-UA" sz="2100" kern="1200"/>
        </a:p>
      </dsp:txBody>
      <dsp:txXfrm>
        <a:off x="650719" y="2483269"/>
        <a:ext cx="4415949" cy="827675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F96D0D-4511-468F-87E6-6A3A58B7CDD4}">
      <dsp:nvSpPr>
        <dsp:cNvPr id="0" name=""/>
        <dsp:cNvSpPr/>
      </dsp:nvSpPr>
      <dsp:spPr>
        <a:xfrm rot="10800000">
          <a:off x="1020896" y="1873"/>
          <a:ext cx="3382547" cy="67560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7923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 baseline="0"/>
            <a:t>махновців.</a:t>
          </a:r>
          <a:endParaRPr lang="uk-UA" sz="2400" kern="1200"/>
        </a:p>
      </dsp:txBody>
      <dsp:txXfrm rot="10800000">
        <a:off x="1189797" y="1873"/>
        <a:ext cx="3213646" cy="675605"/>
      </dsp:txXfrm>
    </dsp:sp>
    <dsp:sp modelId="{23E7918C-4281-4577-A8BD-F729FC7D82E7}">
      <dsp:nvSpPr>
        <dsp:cNvPr id="0" name=""/>
        <dsp:cNvSpPr/>
      </dsp:nvSpPr>
      <dsp:spPr>
        <a:xfrm>
          <a:off x="683093" y="1873"/>
          <a:ext cx="675605" cy="67560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800D34-DA1C-4041-8368-3C40457CA9A4}">
      <dsp:nvSpPr>
        <dsp:cNvPr id="0" name=""/>
        <dsp:cNvSpPr/>
      </dsp:nvSpPr>
      <dsp:spPr>
        <a:xfrm rot="10800000">
          <a:off x="1020896" y="879152"/>
          <a:ext cx="3382547" cy="67560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7923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 baseline="0"/>
            <a:t>більшовиків.</a:t>
          </a:r>
          <a:endParaRPr lang="uk-UA" sz="2400" kern="1200"/>
        </a:p>
      </dsp:txBody>
      <dsp:txXfrm rot="10800000">
        <a:off x="1189797" y="879152"/>
        <a:ext cx="3213646" cy="675605"/>
      </dsp:txXfrm>
    </dsp:sp>
    <dsp:sp modelId="{3B657D42-F202-47F3-A9B7-590F83B9D225}">
      <dsp:nvSpPr>
        <dsp:cNvPr id="0" name=""/>
        <dsp:cNvSpPr/>
      </dsp:nvSpPr>
      <dsp:spPr>
        <a:xfrm>
          <a:off x="683093" y="879152"/>
          <a:ext cx="675605" cy="67560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52D0D5-B0EF-40E7-A55A-8ED5099600FC}">
      <dsp:nvSpPr>
        <dsp:cNvPr id="0" name=""/>
        <dsp:cNvSpPr/>
      </dsp:nvSpPr>
      <dsp:spPr>
        <a:xfrm rot="10800000">
          <a:off x="1020896" y="1756431"/>
          <a:ext cx="3382547" cy="67560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7923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 baseline="0"/>
            <a:t>автономістів.</a:t>
          </a:r>
          <a:endParaRPr lang="uk-UA" sz="2400" kern="1200"/>
        </a:p>
      </dsp:txBody>
      <dsp:txXfrm rot="10800000">
        <a:off x="1189797" y="1756431"/>
        <a:ext cx="3213646" cy="675605"/>
      </dsp:txXfrm>
    </dsp:sp>
    <dsp:sp modelId="{19AD9A6E-AC1E-47B8-B277-591C88B8818B}">
      <dsp:nvSpPr>
        <dsp:cNvPr id="0" name=""/>
        <dsp:cNvSpPr/>
      </dsp:nvSpPr>
      <dsp:spPr>
        <a:xfrm>
          <a:off x="683093" y="1756431"/>
          <a:ext cx="675605" cy="67560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592F09-1272-4173-9459-8A84DF167042}">
      <dsp:nvSpPr>
        <dsp:cNvPr id="0" name=""/>
        <dsp:cNvSpPr/>
      </dsp:nvSpPr>
      <dsp:spPr>
        <a:xfrm rot="10800000">
          <a:off x="1020896" y="2633709"/>
          <a:ext cx="3382547" cy="67560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7923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 baseline="0"/>
            <a:t>самостійників.</a:t>
          </a:r>
          <a:endParaRPr lang="uk-UA" sz="2400" kern="1200"/>
        </a:p>
      </dsp:txBody>
      <dsp:txXfrm rot="10800000">
        <a:off x="1189797" y="2633709"/>
        <a:ext cx="3213646" cy="675605"/>
      </dsp:txXfrm>
    </dsp:sp>
    <dsp:sp modelId="{E9371736-0DA9-4E6E-8EA6-452318E03A5A}">
      <dsp:nvSpPr>
        <dsp:cNvPr id="0" name=""/>
        <dsp:cNvSpPr/>
      </dsp:nvSpPr>
      <dsp:spPr>
        <a:xfrm>
          <a:off x="683093" y="2633709"/>
          <a:ext cx="675605" cy="67560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A48231-B417-46AD-8651-77D067C9FC25}">
      <dsp:nvSpPr>
        <dsp:cNvPr id="0" name=""/>
        <dsp:cNvSpPr/>
      </dsp:nvSpPr>
      <dsp:spPr>
        <a:xfrm rot="10800000">
          <a:off x="1020896" y="1873"/>
          <a:ext cx="3382547" cy="67560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7923" tIns="118110" rIns="220472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100" b="0" i="0" kern="1200" baseline="0"/>
            <a:t>березні.</a:t>
          </a:r>
          <a:endParaRPr lang="uk-UA" sz="3100" kern="1200"/>
        </a:p>
      </dsp:txBody>
      <dsp:txXfrm rot="10800000">
        <a:off x="1189797" y="1873"/>
        <a:ext cx="3213646" cy="675605"/>
      </dsp:txXfrm>
    </dsp:sp>
    <dsp:sp modelId="{8A56844B-44F8-48AC-BCAA-41D0C5334F7F}">
      <dsp:nvSpPr>
        <dsp:cNvPr id="0" name=""/>
        <dsp:cNvSpPr/>
      </dsp:nvSpPr>
      <dsp:spPr>
        <a:xfrm>
          <a:off x="683093" y="1873"/>
          <a:ext cx="675605" cy="67560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0D95CF-7D8C-4788-A84E-1B0B505B9A56}">
      <dsp:nvSpPr>
        <dsp:cNvPr id="0" name=""/>
        <dsp:cNvSpPr/>
      </dsp:nvSpPr>
      <dsp:spPr>
        <a:xfrm rot="10800000">
          <a:off x="1020896" y="879152"/>
          <a:ext cx="3382547" cy="67560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7923" tIns="118110" rIns="220472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100" b="0" i="0" kern="1200" baseline="0"/>
            <a:t>липні.</a:t>
          </a:r>
          <a:endParaRPr lang="uk-UA" sz="3100" kern="1200"/>
        </a:p>
      </dsp:txBody>
      <dsp:txXfrm rot="10800000">
        <a:off x="1189797" y="879152"/>
        <a:ext cx="3213646" cy="675605"/>
      </dsp:txXfrm>
    </dsp:sp>
    <dsp:sp modelId="{7D59DEBA-F9B2-4C0A-88F0-DF518CEB9857}">
      <dsp:nvSpPr>
        <dsp:cNvPr id="0" name=""/>
        <dsp:cNvSpPr/>
      </dsp:nvSpPr>
      <dsp:spPr>
        <a:xfrm>
          <a:off x="683093" y="879152"/>
          <a:ext cx="675605" cy="67560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E54C76-3536-47D8-B430-25143CDC5F8F}">
      <dsp:nvSpPr>
        <dsp:cNvPr id="0" name=""/>
        <dsp:cNvSpPr/>
      </dsp:nvSpPr>
      <dsp:spPr>
        <a:xfrm rot="10800000">
          <a:off x="1020896" y="1756431"/>
          <a:ext cx="3382547" cy="67560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7923" tIns="118110" rIns="220472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100" b="0" i="0" kern="1200" baseline="0"/>
            <a:t>серпні.</a:t>
          </a:r>
          <a:endParaRPr lang="uk-UA" sz="3100" kern="1200"/>
        </a:p>
      </dsp:txBody>
      <dsp:txXfrm rot="10800000">
        <a:off x="1189797" y="1756431"/>
        <a:ext cx="3213646" cy="675605"/>
      </dsp:txXfrm>
    </dsp:sp>
    <dsp:sp modelId="{97F8AA68-D00C-454C-A064-71646A81D6B4}">
      <dsp:nvSpPr>
        <dsp:cNvPr id="0" name=""/>
        <dsp:cNvSpPr/>
      </dsp:nvSpPr>
      <dsp:spPr>
        <a:xfrm>
          <a:off x="683093" y="1756431"/>
          <a:ext cx="675605" cy="67560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67E8BA-74FE-4E9C-A43B-5CC78BFFFFC3}">
      <dsp:nvSpPr>
        <dsp:cNvPr id="0" name=""/>
        <dsp:cNvSpPr/>
      </dsp:nvSpPr>
      <dsp:spPr>
        <a:xfrm rot="10800000">
          <a:off x="1020896" y="2633709"/>
          <a:ext cx="3382547" cy="67560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7923" tIns="118110" rIns="220472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100" b="0" i="0" kern="1200" baseline="0"/>
            <a:t>листопаді.</a:t>
          </a:r>
          <a:endParaRPr lang="uk-UA" sz="3100" kern="1200"/>
        </a:p>
      </dsp:txBody>
      <dsp:txXfrm rot="10800000">
        <a:off x="1189797" y="2633709"/>
        <a:ext cx="3213646" cy="675605"/>
      </dsp:txXfrm>
    </dsp:sp>
    <dsp:sp modelId="{2A1676CB-E47F-41C7-BCBC-0560D0CFE59B}">
      <dsp:nvSpPr>
        <dsp:cNvPr id="0" name=""/>
        <dsp:cNvSpPr/>
      </dsp:nvSpPr>
      <dsp:spPr>
        <a:xfrm>
          <a:off x="683093" y="2633709"/>
          <a:ext cx="675605" cy="67560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459F57-60A9-4B6C-BEDB-91B20E302822}">
      <dsp:nvSpPr>
        <dsp:cNvPr id="0" name=""/>
        <dsp:cNvSpPr/>
      </dsp:nvSpPr>
      <dsp:spPr>
        <a:xfrm>
          <a:off x="-3742619" y="-574924"/>
          <a:ext cx="4461038" cy="4461038"/>
        </a:xfrm>
        <a:prstGeom prst="blockArc">
          <a:avLst>
            <a:gd name="adj1" fmla="val 18900000"/>
            <a:gd name="adj2" fmla="val 2700000"/>
            <a:gd name="adj3" fmla="val 484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8AD6BD-9D15-4239-A017-74BB79E65F1F}">
      <dsp:nvSpPr>
        <dsp:cNvPr id="0" name=""/>
        <dsp:cNvSpPr/>
      </dsp:nvSpPr>
      <dsp:spPr>
        <a:xfrm>
          <a:off x="376562" y="254564"/>
          <a:ext cx="4668855" cy="5093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331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 baseline="0"/>
            <a:t>К. Левицький</a:t>
          </a:r>
          <a:endParaRPr lang="uk-UA" sz="2600" kern="1200"/>
        </a:p>
      </dsp:txBody>
      <dsp:txXfrm>
        <a:off x="376562" y="254564"/>
        <a:ext cx="4668855" cy="509393"/>
      </dsp:txXfrm>
    </dsp:sp>
    <dsp:sp modelId="{5318D3C6-9776-4E1C-9777-C7E6CD924D9A}">
      <dsp:nvSpPr>
        <dsp:cNvPr id="0" name=""/>
        <dsp:cNvSpPr/>
      </dsp:nvSpPr>
      <dsp:spPr>
        <a:xfrm>
          <a:off x="58191" y="190890"/>
          <a:ext cx="636741" cy="63674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F8026E-DEE9-42FA-9B34-9349C881305A}">
      <dsp:nvSpPr>
        <dsp:cNvPr id="0" name=""/>
        <dsp:cNvSpPr/>
      </dsp:nvSpPr>
      <dsp:spPr>
        <a:xfrm>
          <a:off x="668608" y="1018786"/>
          <a:ext cx="4376808" cy="5093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331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 baseline="0"/>
            <a:t>Д. Донцов</a:t>
          </a:r>
          <a:endParaRPr lang="uk-UA" sz="2600" kern="1200"/>
        </a:p>
      </dsp:txBody>
      <dsp:txXfrm>
        <a:off x="668608" y="1018786"/>
        <a:ext cx="4376808" cy="509393"/>
      </dsp:txXfrm>
    </dsp:sp>
    <dsp:sp modelId="{173E462C-7250-47CD-8A68-41E8C0C09AAE}">
      <dsp:nvSpPr>
        <dsp:cNvPr id="0" name=""/>
        <dsp:cNvSpPr/>
      </dsp:nvSpPr>
      <dsp:spPr>
        <a:xfrm>
          <a:off x="350238" y="955112"/>
          <a:ext cx="636741" cy="63674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94A7FF-25ED-4AE7-AE8E-91DD1648C2F7}">
      <dsp:nvSpPr>
        <dsp:cNvPr id="0" name=""/>
        <dsp:cNvSpPr/>
      </dsp:nvSpPr>
      <dsp:spPr>
        <a:xfrm>
          <a:off x="668608" y="1783009"/>
          <a:ext cx="4376808" cy="5093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331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 baseline="0"/>
            <a:t>Є. Коновалець</a:t>
          </a:r>
          <a:endParaRPr lang="uk-UA" sz="2600" kern="1200"/>
        </a:p>
      </dsp:txBody>
      <dsp:txXfrm>
        <a:off x="668608" y="1783009"/>
        <a:ext cx="4376808" cy="509393"/>
      </dsp:txXfrm>
    </dsp:sp>
    <dsp:sp modelId="{B8DC9211-3648-4974-B20C-843A2850A63D}">
      <dsp:nvSpPr>
        <dsp:cNvPr id="0" name=""/>
        <dsp:cNvSpPr/>
      </dsp:nvSpPr>
      <dsp:spPr>
        <a:xfrm>
          <a:off x="350238" y="1719334"/>
          <a:ext cx="636741" cy="63674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BF5BC1-95D3-443E-86CE-A553006F0162}">
      <dsp:nvSpPr>
        <dsp:cNvPr id="0" name=""/>
        <dsp:cNvSpPr/>
      </dsp:nvSpPr>
      <dsp:spPr>
        <a:xfrm>
          <a:off x="376562" y="2547231"/>
          <a:ext cx="4668855" cy="5093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331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 baseline="0"/>
            <a:t>А. Жук</a:t>
          </a:r>
          <a:endParaRPr lang="uk-UA" sz="2600" kern="1200"/>
        </a:p>
      </dsp:txBody>
      <dsp:txXfrm>
        <a:off x="376562" y="2547231"/>
        <a:ext cx="4668855" cy="509393"/>
      </dsp:txXfrm>
    </dsp:sp>
    <dsp:sp modelId="{5695CAED-22EC-4A5B-8C76-95F0EF3E714C}">
      <dsp:nvSpPr>
        <dsp:cNvPr id="0" name=""/>
        <dsp:cNvSpPr/>
      </dsp:nvSpPr>
      <dsp:spPr>
        <a:xfrm>
          <a:off x="58191" y="2483557"/>
          <a:ext cx="636741" cy="63674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33635A-AA65-4D09-9BD9-8A77CA378F61}">
      <dsp:nvSpPr>
        <dsp:cNvPr id="0" name=""/>
        <dsp:cNvSpPr/>
      </dsp:nvSpPr>
      <dsp:spPr>
        <a:xfrm>
          <a:off x="0" y="404"/>
          <a:ext cx="508653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81A78E-A3FB-4440-8FB9-40A288C43B97}">
      <dsp:nvSpPr>
        <dsp:cNvPr id="0" name=""/>
        <dsp:cNvSpPr/>
      </dsp:nvSpPr>
      <dsp:spPr>
        <a:xfrm>
          <a:off x="0" y="404"/>
          <a:ext cx="5086537" cy="662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baseline="0"/>
            <a:t>співзасновник Української національно-демократичної партії, голова Державного секретаріату ЗУНР</a:t>
          </a:r>
          <a:endParaRPr lang="uk-UA" sz="1400" kern="1200"/>
        </a:p>
      </dsp:txBody>
      <dsp:txXfrm>
        <a:off x="0" y="404"/>
        <a:ext cx="5086537" cy="662076"/>
      </dsp:txXfrm>
    </dsp:sp>
    <dsp:sp modelId="{9044552C-1536-4A04-87E5-4D7F70B63349}">
      <dsp:nvSpPr>
        <dsp:cNvPr id="0" name=""/>
        <dsp:cNvSpPr/>
      </dsp:nvSpPr>
      <dsp:spPr>
        <a:xfrm>
          <a:off x="0" y="662480"/>
          <a:ext cx="508653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E1FA9B-4AFD-4A74-A48E-024328EB0E87}">
      <dsp:nvSpPr>
        <dsp:cNvPr id="0" name=""/>
        <dsp:cNvSpPr/>
      </dsp:nvSpPr>
      <dsp:spPr>
        <a:xfrm>
          <a:off x="0" y="662480"/>
          <a:ext cx="5086537" cy="662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baseline="0"/>
            <a:t>учасник боїв за гору Маківка, командир Галицько-Буковинського куреня січових стрільців</a:t>
          </a:r>
          <a:endParaRPr lang="uk-UA" sz="1400" kern="1200"/>
        </a:p>
      </dsp:txBody>
      <dsp:txXfrm>
        <a:off x="0" y="662480"/>
        <a:ext cx="5086537" cy="662076"/>
      </dsp:txXfrm>
    </dsp:sp>
    <dsp:sp modelId="{DB6824AA-EA90-4A25-A356-0B7E10AE216E}">
      <dsp:nvSpPr>
        <dsp:cNvPr id="0" name=""/>
        <dsp:cNvSpPr/>
      </dsp:nvSpPr>
      <dsp:spPr>
        <a:xfrm>
          <a:off x="0" y="1324556"/>
          <a:ext cx="508653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A7AE32-18C2-4097-AE81-04076ABDBB34}">
      <dsp:nvSpPr>
        <dsp:cNvPr id="0" name=""/>
        <dsp:cNvSpPr/>
      </dsp:nvSpPr>
      <dsp:spPr>
        <a:xfrm>
          <a:off x="0" y="1324556"/>
          <a:ext cx="5086537" cy="662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baseline="0"/>
            <a:t>член Головної української ради, Загальної української ради, дипломат Української Держави, УНР</a:t>
          </a:r>
          <a:endParaRPr lang="uk-UA" sz="1400" kern="1200"/>
        </a:p>
      </dsp:txBody>
      <dsp:txXfrm>
        <a:off x="0" y="1324556"/>
        <a:ext cx="5086537" cy="662076"/>
      </dsp:txXfrm>
    </dsp:sp>
    <dsp:sp modelId="{10597074-0636-4852-9FF7-FA4E3B6B32C5}">
      <dsp:nvSpPr>
        <dsp:cNvPr id="0" name=""/>
        <dsp:cNvSpPr/>
      </dsp:nvSpPr>
      <dsp:spPr>
        <a:xfrm>
          <a:off x="0" y="1986632"/>
          <a:ext cx="508653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617499-0994-4BE8-9DDF-4FC8DE542615}">
      <dsp:nvSpPr>
        <dsp:cNvPr id="0" name=""/>
        <dsp:cNvSpPr/>
      </dsp:nvSpPr>
      <dsp:spPr>
        <a:xfrm>
          <a:off x="0" y="1986632"/>
          <a:ext cx="5086537" cy="662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baseline="0"/>
            <a:t>співзасновник і голова Української національної партії на Буковині, Голова української національної громади в Румунії</a:t>
          </a:r>
          <a:endParaRPr lang="uk-UA" sz="1400" kern="1200"/>
        </a:p>
      </dsp:txBody>
      <dsp:txXfrm>
        <a:off x="0" y="1986632"/>
        <a:ext cx="5086537" cy="662076"/>
      </dsp:txXfrm>
    </dsp:sp>
    <dsp:sp modelId="{2D26EA30-1332-402B-98B3-7B227ED37651}">
      <dsp:nvSpPr>
        <dsp:cNvPr id="0" name=""/>
        <dsp:cNvSpPr/>
      </dsp:nvSpPr>
      <dsp:spPr>
        <a:xfrm>
          <a:off x="0" y="2648708"/>
          <a:ext cx="508653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0DC45F-CBD6-4B98-8B1B-A6E2F5C5489F}">
      <dsp:nvSpPr>
        <dsp:cNvPr id="0" name=""/>
        <dsp:cNvSpPr/>
      </dsp:nvSpPr>
      <dsp:spPr>
        <a:xfrm>
          <a:off x="0" y="2648708"/>
          <a:ext cx="5086537" cy="662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baseline="0"/>
            <a:t>голова Союзу визволення України, теоретик та ідеолог українського націоналізму</a:t>
          </a:r>
          <a:endParaRPr lang="uk-UA" sz="1400" kern="1200"/>
        </a:p>
      </dsp:txBody>
      <dsp:txXfrm>
        <a:off x="0" y="2648708"/>
        <a:ext cx="5086537" cy="662076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56A4CB-1F07-4C24-A460-A375F3ADBEFE}">
      <dsp:nvSpPr>
        <dsp:cNvPr id="0" name=""/>
        <dsp:cNvSpPr/>
      </dsp:nvSpPr>
      <dsp:spPr>
        <a:xfrm>
          <a:off x="-3742619" y="-574924"/>
          <a:ext cx="4461038" cy="4461038"/>
        </a:xfrm>
        <a:prstGeom prst="blockArc">
          <a:avLst>
            <a:gd name="adj1" fmla="val 18900000"/>
            <a:gd name="adj2" fmla="val 2700000"/>
            <a:gd name="adj3" fmla="val 484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E181D5-4105-4493-B18E-89AD684E7999}">
      <dsp:nvSpPr>
        <dsp:cNvPr id="0" name=""/>
        <dsp:cNvSpPr/>
      </dsp:nvSpPr>
      <dsp:spPr>
        <a:xfrm>
          <a:off x="376562" y="254564"/>
          <a:ext cx="4666679" cy="5093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331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 baseline="0"/>
            <a:t>4 березня 1917 р.</a:t>
          </a:r>
          <a:endParaRPr lang="uk-UA" sz="2600" kern="1200"/>
        </a:p>
      </dsp:txBody>
      <dsp:txXfrm>
        <a:off x="376562" y="254564"/>
        <a:ext cx="4666679" cy="509393"/>
      </dsp:txXfrm>
    </dsp:sp>
    <dsp:sp modelId="{7132581A-29E3-4611-A6AB-475F7EC3AD9E}">
      <dsp:nvSpPr>
        <dsp:cNvPr id="0" name=""/>
        <dsp:cNvSpPr/>
      </dsp:nvSpPr>
      <dsp:spPr>
        <a:xfrm>
          <a:off x="58191" y="190890"/>
          <a:ext cx="636741" cy="63674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600302-58FD-44E1-AA63-E68A3115F2B2}">
      <dsp:nvSpPr>
        <dsp:cNvPr id="0" name=""/>
        <dsp:cNvSpPr/>
      </dsp:nvSpPr>
      <dsp:spPr>
        <a:xfrm>
          <a:off x="668608" y="1018786"/>
          <a:ext cx="4374632" cy="5093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331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 baseline="0"/>
            <a:t>7 листопада 1917 р.</a:t>
          </a:r>
          <a:endParaRPr lang="uk-UA" sz="2600" kern="1200"/>
        </a:p>
      </dsp:txBody>
      <dsp:txXfrm>
        <a:off x="668608" y="1018786"/>
        <a:ext cx="4374632" cy="509393"/>
      </dsp:txXfrm>
    </dsp:sp>
    <dsp:sp modelId="{160C8B6D-6EA5-4084-B2BC-8851E788DE4A}">
      <dsp:nvSpPr>
        <dsp:cNvPr id="0" name=""/>
        <dsp:cNvSpPr/>
      </dsp:nvSpPr>
      <dsp:spPr>
        <a:xfrm>
          <a:off x="350238" y="955112"/>
          <a:ext cx="636741" cy="63674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28753A-D726-4265-9587-51D9CA60422E}">
      <dsp:nvSpPr>
        <dsp:cNvPr id="0" name=""/>
        <dsp:cNvSpPr/>
      </dsp:nvSpPr>
      <dsp:spPr>
        <a:xfrm>
          <a:off x="668608" y="1783009"/>
          <a:ext cx="4374632" cy="5093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331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 baseline="0"/>
            <a:t>22 січня 1918 р.</a:t>
          </a:r>
          <a:endParaRPr lang="uk-UA" sz="2600" kern="1200"/>
        </a:p>
      </dsp:txBody>
      <dsp:txXfrm>
        <a:off x="668608" y="1783009"/>
        <a:ext cx="4374632" cy="509393"/>
      </dsp:txXfrm>
    </dsp:sp>
    <dsp:sp modelId="{CC89D31A-C61E-4B60-AE0D-28458F11F994}">
      <dsp:nvSpPr>
        <dsp:cNvPr id="0" name=""/>
        <dsp:cNvSpPr/>
      </dsp:nvSpPr>
      <dsp:spPr>
        <a:xfrm>
          <a:off x="350238" y="1719334"/>
          <a:ext cx="636741" cy="63674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F62CA1-2F3F-48B0-A15A-5FC30B803378}">
      <dsp:nvSpPr>
        <dsp:cNvPr id="0" name=""/>
        <dsp:cNvSpPr/>
      </dsp:nvSpPr>
      <dsp:spPr>
        <a:xfrm>
          <a:off x="376562" y="2547231"/>
          <a:ext cx="4666679" cy="5093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331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 baseline="0"/>
            <a:t>29 квітня 1918 р.</a:t>
          </a:r>
          <a:endParaRPr lang="uk-UA" sz="2600" kern="1200"/>
        </a:p>
      </dsp:txBody>
      <dsp:txXfrm>
        <a:off x="376562" y="2547231"/>
        <a:ext cx="4666679" cy="509393"/>
      </dsp:txXfrm>
    </dsp:sp>
    <dsp:sp modelId="{45D96184-D3BD-4FB4-B5DD-F85E6656B1E9}">
      <dsp:nvSpPr>
        <dsp:cNvPr id="0" name=""/>
        <dsp:cNvSpPr/>
      </dsp:nvSpPr>
      <dsp:spPr>
        <a:xfrm>
          <a:off x="58191" y="2483557"/>
          <a:ext cx="636741" cy="63674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639DF9-D6BB-4F1D-951D-6590B1AA9FFA}">
      <dsp:nvSpPr>
        <dsp:cNvPr id="0" name=""/>
        <dsp:cNvSpPr/>
      </dsp:nvSpPr>
      <dsp:spPr>
        <a:xfrm>
          <a:off x="887674" y="0"/>
          <a:ext cx="3311189" cy="3311189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47C78C-DC5F-4984-B01C-67C342963A58}">
      <dsp:nvSpPr>
        <dsp:cNvPr id="0" name=""/>
        <dsp:cNvSpPr/>
      </dsp:nvSpPr>
      <dsp:spPr>
        <a:xfrm>
          <a:off x="1202237" y="314562"/>
          <a:ext cx="1291363" cy="12913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baseline="0"/>
            <a:t>1905–1907 рр.</a:t>
          </a:r>
          <a:endParaRPr lang="uk-UA" sz="2300" kern="1200"/>
        </a:p>
      </dsp:txBody>
      <dsp:txXfrm>
        <a:off x="1265276" y="377601"/>
        <a:ext cx="1165285" cy="1165285"/>
      </dsp:txXfrm>
    </dsp:sp>
    <dsp:sp modelId="{BB494082-1B15-4562-B3A5-25880A6C67EF}">
      <dsp:nvSpPr>
        <dsp:cNvPr id="0" name=""/>
        <dsp:cNvSpPr/>
      </dsp:nvSpPr>
      <dsp:spPr>
        <a:xfrm>
          <a:off x="2592936" y="314562"/>
          <a:ext cx="1291363" cy="12913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baseline="0"/>
            <a:t>1914–1916 рр.</a:t>
          </a:r>
          <a:endParaRPr lang="uk-UA" sz="2300" kern="1200"/>
        </a:p>
      </dsp:txBody>
      <dsp:txXfrm>
        <a:off x="2655975" y="377601"/>
        <a:ext cx="1165285" cy="1165285"/>
      </dsp:txXfrm>
    </dsp:sp>
    <dsp:sp modelId="{C375A72F-DA69-4095-82CE-ABBD0AD0364E}">
      <dsp:nvSpPr>
        <dsp:cNvPr id="0" name=""/>
        <dsp:cNvSpPr/>
      </dsp:nvSpPr>
      <dsp:spPr>
        <a:xfrm>
          <a:off x="1202237" y="1705262"/>
          <a:ext cx="1291363" cy="12913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baseline="0"/>
            <a:t>1917–1918 рр.</a:t>
          </a:r>
          <a:endParaRPr lang="uk-UA" sz="2300" kern="1200"/>
        </a:p>
      </dsp:txBody>
      <dsp:txXfrm>
        <a:off x="1265276" y="1768301"/>
        <a:ext cx="1165285" cy="1165285"/>
      </dsp:txXfrm>
    </dsp:sp>
    <dsp:sp modelId="{6A8B9783-DA8C-47F7-8922-F44C5C1BA5F2}">
      <dsp:nvSpPr>
        <dsp:cNvPr id="0" name=""/>
        <dsp:cNvSpPr/>
      </dsp:nvSpPr>
      <dsp:spPr>
        <a:xfrm>
          <a:off x="2592936" y="1705262"/>
          <a:ext cx="1291363" cy="12913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baseline="0"/>
            <a:t>1919–1922 рр.</a:t>
          </a:r>
          <a:endParaRPr lang="uk-UA" sz="2300" kern="1200"/>
        </a:p>
      </dsp:txBody>
      <dsp:txXfrm>
        <a:off x="2655975" y="1768301"/>
        <a:ext cx="1165285" cy="1165285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C7E350-0DE8-48D9-A95A-E2B8C42A1C91}">
      <dsp:nvSpPr>
        <dsp:cNvPr id="0" name=""/>
        <dsp:cNvSpPr/>
      </dsp:nvSpPr>
      <dsp:spPr>
        <a:xfrm>
          <a:off x="-3742619" y="-574924"/>
          <a:ext cx="4461038" cy="4461038"/>
        </a:xfrm>
        <a:prstGeom prst="blockArc">
          <a:avLst>
            <a:gd name="adj1" fmla="val 18900000"/>
            <a:gd name="adj2" fmla="val 2700000"/>
            <a:gd name="adj3" fmla="val 484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BBBCDF-28CA-4994-A6BC-ACCB5C3DF433}">
      <dsp:nvSpPr>
        <dsp:cNvPr id="0" name=""/>
        <dsp:cNvSpPr/>
      </dsp:nvSpPr>
      <dsp:spPr>
        <a:xfrm>
          <a:off x="376562" y="254564"/>
          <a:ext cx="4668855" cy="5093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331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baseline="0"/>
            <a:t>утворення Української Центральної Ради</a:t>
          </a:r>
          <a:endParaRPr lang="uk-UA" sz="1800" kern="1200"/>
        </a:p>
      </dsp:txBody>
      <dsp:txXfrm>
        <a:off x="376562" y="254564"/>
        <a:ext cx="4668855" cy="509393"/>
      </dsp:txXfrm>
    </dsp:sp>
    <dsp:sp modelId="{7453CB58-6199-427B-A83E-FA44306AE210}">
      <dsp:nvSpPr>
        <dsp:cNvPr id="0" name=""/>
        <dsp:cNvSpPr/>
      </dsp:nvSpPr>
      <dsp:spPr>
        <a:xfrm>
          <a:off x="58191" y="190890"/>
          <a:ext cx="636741" cy="63674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79D30C-FF6B-4262-8743-AAB6E41F6C3A}">
      <dsp:nvSpPr>
        <dsp:cNvPr id="0" name=""/>
        <dsp:cNvSpPr/>
      </dsp:nvSpPr>
      <dsp:spPr>
        <a:xfrm>
          <a:off x="668608" y="1018786"/>
          <a:ext cx="4376808" cy="5093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331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baseline="0"/>
            <a:t>взяття Львова російськими військами</a:t>
          </a:r>
          <a:endParaRPr lang="uk-UA" sz="1800" kern="1200"/>
        </a:p>
      </dsp:txBody>
      <dsp:txXfrm>
        <a:off x="668608" y="1018786"/>
        <a:ext cx="4376808" cy="509393"/>
      </dsp:txXfrm>
    </dsp:sp>
    <dsp:sp modelId="{A755F205-7ED7-4A7F-B364-BB81473593DA}">
      <dsp:nvSpPr>
        <dsp:cNvPr id="0" name=""/>
        <dsp:cNvSpPr/>
      </dsp:nvSpPr>
      <dsp:spPr>
        <a:xfrm>
          <a:off x="350238" y="955112"/>
          <a:ext cx="636741" cy="63674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D4D76A-4A2D-4437-BC1B-6A11CACAE280}">
      <dsp:nvSpPr>
        <dsp:cNvPr id="0" name=""/>
        <dsp:cNvSpPr/>
      </dsp:nvSpPr>
      <dsp:spPr>
        <a:xfrm>
          <a:off x="668608" y="1783009"/>
          <a:ext cx="4376808" cy="5093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331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baseline="0"/>
            <a:t>підписання Брестського миру.</a:t>
          </a:r>
          <a:endParaRPr lang="uk-UA" sz="1800" kern="1200"/>
        </a:p>
      </dsp:txBody>
      <dsp:txXfrm>
        <a:off x="668608" y="1783009"/>
        <a:ext cx="4376808" cy="509393"/>
      </dsp:txXfrm>
    </dsp:sp>
    <dsp:sp modelId="{9D79B27E-48D8-4921-9AFD-165F079201E1}">
      <dsp:nvSpPr>
        <dsp:cNvPr id="0" name=""/>
        <dsp:cNvSpPr/>
      </dsp:nvSpPr>
      <dsp:spPr>
        <a:xfrm>
          <a:off x="350238" y="1719334"/>
          <a:ext cx="636741" cy="63674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753F8A-B501-4C2C-BF64-110B40598730}">
      <dsp:nvSpPr>
        <dsp:cNvPr id="0" name=""/>
        <dsp:cNvSpPr/>
      </dsp:nvSpPr>
      <dsp:spPr>
        <a:xfrm>
          <a:off x="376562" y="2547231"/>
          <a:ext cx="4668855" cy="5093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331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baseline="0"/>
            <a:t>Брусиловський прорив</a:t>
          </a:r>
          <a:endParaRPr lang="uk-UA" sz="1800" kern="1200"/>
        </a:p>
      </dsp:txBody>
      <dsp:txXfrm>
        <a:off x="376562" y="2547231"/>
        <a:ext cx="4668855" cy="509393"/>
      </dsp:txXfrm>
    </dsp:sp>
    <dsp:sp modelId="{2B49E6AC-C8E2-40DB-8FD3-B179606F2DA6}">
      <dsp:nvSpPr>
        <dsp:cNvPr id="0" name=""/>
        <dsp:cNvSpPr/>
      </dsp:nvSpPr>
      <dsp:spPr>
        <a:xfrm>
          <a:off x="58191" y="2483557"/>
          <a:ext cx="636741" cy="63674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86A51E-E6DD-4EE5-B5CA-D5006B64232C}">
      <dsp:nvSpPr>
        <dsp:cNvPr id="0" name=""/>
        <dsp:cNvSpPr/>
      </dsp:nvSpPr>
      <dsp:spPr>
        <a:xfrm>
          <a:off x="1963810" y="943688"/>
          <a:ext cx="1158916" cy="115891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BCAE8279-0ED5-40E4-A37D-68C4D4226C1C}">
      <dsp:nvSpPr>
        <dsp:cNvPr id="0" name=""/>
        <dsp:cNvSpPr/>
      </dsp:nvSpPr>
      <dsp:spPr>
        <a:xfrm>
          <a:off x="1871097" y="0"/>
          <a:ext cx="1344342" cy="77812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 baseline="0"/>
            <a:t>1914 р.</a:t>
          </a:r>
          <a:endParaRPr lang="uk-UA" sz="3400" kern="1200"/>
        </a:p>
      </dsp:txBody>
      <dsp:txXfrm>
        <a:off x="1871097" y="0"/>
        <a:ext cx="1344342" cy="778129"/>
      </dsp:txXfrm>
    </dsp:sp>
    <dsp:sp modelId="{1BEA080E-9D47-4312-9EC7-B8CFC1FBD4B2}">
      <dsp:nvSpPr>
        <dsp:cNvPr id="0" name=""/>
        <dsp:cNvSpPr/>
      </dsp:nvSpPr>
      <dsp:spPr>
        <a:xfrm>
          <a:off x="2404662" y="1263880"/>
          <a:ext cx="1158916" cy="115891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01F9FF9A-76B6-4875-940B-88CA730F13CF}">
      <dsp:nvSpPr>
        <dsp:cNvPr id="0" name=""/>
        <dsp:cNvSpPr/>
      </dsp:nvSpPr>
      <dsp:spPr>
        <a:xfrm>
          <a:off x="3655828" y="1026468"/>
          <a:ext cx="1205272" cy="84435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 baseline="0"/>
            <a:t>1915 р.</a:t>
          </a:r>
          <a:endParaRPr lang="uk-UA" sz="3400" kern="1200"/>
        </a:p>
      </dsp:txBody>
      <dsp:txXfrm>
        <a:off x="3655828" y="1026468"/>
        <a:ext cx="1205272" cy="844353"/>
      </dsp:txXfrm>
    </dsp:sp>
    <dsp:sp modelId="{E97D0A1F-E10B-4B01-90B2-1EE0D10421A9}">
      <dsp:nvSpPr>
        <dsp:cNvPr id="0" name=""/>
        <dsp:cNvSpPr/>
      </dsp:nvSpPr>
      <dsp:spPr>
        <a:xfrm>
          <a:off x="2236388" y="1782413"/>
          <a:ext cx="1158916" cy="115891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1B3239D5-A13E-4CCA-848E-381CB7101FE8}">
      <dsp:nvSpPr>
        <dsp:cNvPr id="0" name=""/>
        <dsp:cNvSpPr/>
      </dsp:nvSpPr>
      <dsp:spPr>
        <a:xfrm>
          <a:off x="3470401" y="2466835"/>
          <a:ext cx="1205272" cy="84435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 baseline="0"/>
            <a:t>1916 р.</a:t>
          </a:r>
          <a:endParaRPr lang="uk-UA" sz="3400" kern="1200"/>
        </a:p>
      </dsp:txBody>
      <dsp:txXfrm>
        <a:off x="3470401" y="2466835"/>
        <a:ext cx="1205272" cy="844353"/>
      </dsp:txXfrm>
    </dsp:sp>
    <dsp:sp modelId="{909795F2-9B42-44B1-9F97-D00E2DDC2EFA}">
      <dsp:nvSpPr>
        <dsp:cNvPr id="0" name=""/>
        <dsp:cNvSpPr/>
      </dsp:nvSpPr>
      <dsp:spPr>
        <a:xfrm>
          <a:off x="1691233" y="1782413"/>
          <a:ext cx="1158916" cy="115891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C40CC50B-D725-428C-A2B6-F29D884DB74F}">
      <dsp:nvSpPr>
        <dsp:cNvPr id="0" name=""/>
        <dsp:cNvSpPr/>
      </dsp:nvSpPr>
      <dsp:spPr>
        <a:xfrm>
          <a:off x="410863" y="2466835"/>
          <a:ext cx="1205272" cy="84435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 baseline="0"/>
            <a:t>1917 р.</a:t>
          </a:r>
          <a:endParaRPr lang="uk-UA" sz="3400" kern="1200"/>
        </a:p>
      </dsp:txBody>
      <dsp:txXfrm>
        <a:off x="410863" y="2466835"/>
        <a:ext cx="1205272" cy="844353"/>
      </dsp:txXfrm>
    </dsp:sp>
    <dsp:sp modelId="{B889DB97-D69E-4E70-AB94-FD6F086A7AA8}">
      <dsp:nvSpPr>
        <dsp:cNvPr id="0" name=""/>
        <dsp:cNvSpPr/>
      </dsp:nvSpPr>
      <dsp:spPr>
        <a:xfrm>
          <a:off x="1522959" y="1263880"/>
          <a:ext cx="1158916" cy="115891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99710A89-3C95-458D-A0DF-136602329069}">
      <dsp:nvSpPr>
        <dsp:cNvPr id="0" name=""/>
        <dsp:cNvSpPr/>
      </dsp:nvSpPr>
      <dsp:spPr>
        <a:xfrm>
          <a:off x="225436" y="1026468"/>
          <a:ext cx="1205272" cy="84435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 baseline="0"/>
            <a:t>1918 р.</a:t>
          </a:r>
          <a:endParaRPr lang="uk-UA" sz="3400" kern="1200"/>
        </a:p>
      </dsp:txBody>
      <dsp:txXfrm>
        <a:off x="225436" y="1026468"/>
        <a:ext cx="1205272" cy="844353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96CA5C-44B2-4589-A290-3DA1541235FA}">
      <dsp:nvSpPr>
        <dsp:cNvPr id="0" name=""/>
        <dsp:cNvSpPr/>
      </dsp:nvSpPr>
      <dsp:spPr>
        <a:xfrm rot="10800000">
          <a:off x="1020896" y="1873"/>
          <a:ext cx="3382547" cy="67560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7923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baseline="0"/>
            <a:t>П. Скоропадський</a:t>
          </a:r>
          <a:endParaRPr lang="uk-UA" sz="2300" kern="1200"/>
        </a:p>
      </dsp:txBody>
      <dsp:txXfrm rot="10800000">
        <a:off x="1189797" y="1873"/>
        <a:ext cx="3213646" cy="675605"/>
      </dsp:txXfrm>
    </dsp:sp>
    <dsp:sp modelId="{AB2E54C6-AE72-41B0-9A27-42D1F3FC3613}">
      <dsp:nvSpPr>
        <dsp:cNvPr id="0" name=""/>
        <dsp:cNvSpPr/>
      </dsp:nvSpPr>
      <dsp:spPr>
        <a:xfrm>
          <a:off x="683093" y="1873"/>
          <a:ext cx="675605" cy="67560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37797F-D3CD-4726-9475-77F8707AC2A1}">
      <dsp:nvSpPr>
        <dsp:cNvPr id="0" name=""/>
        <dsp:cNvSpPr/>
      </dsp:nvSpPr>
      <dsp:spPr>
        <a:xfrm rot="10800000">
          <a:off x="1020896" y="879152"/>
          <a:ext cx="3382547" cy="67560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7923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baseline="0"/>
            <a:t>М. Грушевський</a:t>
          </a:r>
          <a:endParaRPr lang="uk-UA" sz="2300" kern="1200"/>
        </a:p>
      </dsp:txBody>
      <dsp:txXfrm rot="10800000">
        <a:off x="1189797" y="879152"/>
        <a:ext cx="3213646" cy="675605"/>
      </dsp:txXfrm>
    </dsp:sp>
    <dsp:sp modelId="{7A512E33-5BB8-4213-936D-F58EF2C9A709}">
      <dsp:nvSpPr>
        <dsp:cNvPr id="0" name=""/>
        <dsp:cNvSpPr/>
      </dsp:nvSpPr>
      <dsp:spPr>
        <a:xfrm>
          <a:off x="683093" y="879152"/>
          <a:ext cx="675605" cy="67560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34FD46-4FF7-4EEC-9CCE-FA0101B6808A}">
      <dsp:nvSpPr>
        <dsp:cNvPr id="0" name=""/>
        <dsp:cNvSpPr/>
      </dsp:nvSpPr>
      <dsp:spPr>
        <a:xfrm rot="10800000">
          <a:off x="1020896" y="1756431"/>
          <a:ext cx="3382547" cy="67560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7923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baseline="0"/>
            <a:t>С. Петлюра</a:t>
          </a:r>
          <a:endParaRPr lang="uk-UA" sz="2300" kern="1200"/>
        </a:p>
      </dsp:txBody>
      <dsp:txXfrm rot="10800000">
        <a:off x="1189797" y="1756431"/>
        <a:ext cx="3213646" cy="675605"/>
      </dsp:txXfrm>
    </dsp:sp>
    <dsp:sp modelId="{54F983CE-B131-4A13-9CCB-856B2BC73C2A}">
      <dsp:nvSpPr>
        <dsp:cNvPr id="0" name=""/>
        <dsp:cNvSpPr/>
      </dsp:nvSpPr>
      <dsp:spPr>
        <a:xfrm>
          <a:off x="683093" y="1756431"/>
          <a:ext cx="675605" cy="67560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9D5D3F-0795-43F2-9BDC-38BBACA52979}">
      <dsp:nvSpPr>
        <dsp:cNvPr id="0" name=""/>
        <dsp:cNvSpPr/>
      </dsp:nvSpPr>
      <dsp:spPr>
        <a:xfrm rot="10800000">
          <a:off x="1020896" y="2633709"/>
          <a:ext cx="3382547" cy="67560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7923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baseline="0"/>
            <a:t>А. Волошин</a:t>
          </a:r>
          <a:endParaRPr lang="uk-UA" sz="2300" kern="1200"/>
        </a:p>
      </dsp:txBody>
      <dsp:txXfrm rot="10800000">
        <a:off x="1189797" y="2633709"/>
        <a:ext cx="3213646" cy="675605"/>
      </dsp:txXfrm>
    </dsp:sp>
    <dsp:sp modelId="{3F917BB2-6903-4151-A29E-F24F53FF3BA7}">
      <dsp:nvSpPr>
        <dsp:cNvPr id="0" name=""/>
        <dsp:cNvSpPr/>
      </dsp:nvSpPr>
      <dsp:spPr>
        <a:xfrm>
          <a:off x="683093" y="2633709"/>
          <a:ext cx="675605" cy="67560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VerticalCircleList">
  <dgm:title val=""/>
  <dgm:desc val=""/>
  <dgm:catLst>
    <dgm:cat type="list" pri="23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  <dgm:cxn modelId="51" srcId="2" destId="21" srcOrd="0" destOrd="0"/>
        <dgm:cxn modelId="52" srcId="2" destId="22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</dgm:varLst>
    <dgm:alg type="lin">
      <dgm:param type="linDir" val="fromT"/>
      <dgm:param type="fallback" val="2D"/>
    </dgm:alg>
    <dgm:shape xmlns:r="http://schemas.openxmlformats.org/officeDocument/2006/relationships" r:blip="">
      <dgm:adjLst/>
    </dgm:shape>
    <dgm:presOf/>
    <dgm:constrLst>
      <dgm:constr type="w" for="ch" forName="withChildren" refType="w"/>
      <dgm:constr type="h" for="ch" forName="withChildren" refType="w" fact="0.909"/>
      <dgm:constr type="w" for="ch" forName="noChildren" refType="w"/>
      <dgm:constr type="h" for="ch" forName="noChildren" refType="w" fact="0.164"/>
      <dgm:constr type="w" for="ch" forName="overlap" val="1"/>
      <dgm:constr type="h" for="ch" forName="overlap" refType="w" refFor="ch" refForName="withChildren" fact="-0.089"/>
      <dgm:constr type="primFontSz" for="des" forName="txLvl1" op="equ" val="65"/>
      <dgm:constr type="primFontSz" for="des" forName="txLvlOnly1" refType="primFontSz" refFor="des" refForName="txLvl1" op="equ"/>
      <dgm:constr type="primFontSz" for="des" forName="txLvl2" refType="primFontSz" refFor="des" refForName="txLvl1" op="equ" fact="0.78"/>
      <dgm:constr type="primFontSz" for="des" forName="txLvl3" refType="primFontSz" refFor="des" refForName="txLvl1" op="equ" fact="0.78"/>
      <dgm:constr type="userF" for="des" forName="lin" refType="primFontSz" refFor="des" refForName="txLvl2" op="equ"/>
    </dgm:constrLst>
    <dgm:forEach name="Name1" axis="ch" ptType="node">
      <dgm:choose name="Name2">
        <dgm:if name="Name3" axis="ch" ptType="node" func="cnt" op="gte" val="1">
          <dgm:layoutNode name="withChildren">
            <dgm:alg type="composite"/>
            <dgm:choose name="Name4">
              <dgm:if name="Name5" func="var" arg="dir" op="equ" val="norm">
                <dgm:constrLst>
                  <dgm:constr type="l" for="ch" forName="bigCircle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l" for="ch" forName="medCircle" refType="w" fact="0.043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 refType="ctrX" refFor="ch" refForName="medCircle"/>
                  <dgm:constr type="r" for="ch" forName="txLvl1" refType="w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 refType="ctrX" refFor="ch" refForName="medCircle"/>
                  <dgm:constr type="r" for="ch" forName="lin" refType="w"/>
                  <dgm:constr type="t" for="ch" forName="lin" refType="h" fact="0.222"/>
                  <dgm:constr type="h" for="ch" forName="lin" refType="h" fact="0.68"/>
                </dgm:constrLst>
              </dgm:if>
              <dgm:else name="Name6">
                <dgm:constrLst>
                  <dgm:constr type="r" for="ch" forName="bigCircle" refType="w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r" for="ch" forName="medCircle" refType="w" fact="0.957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/>
                  <dgm:constr type="r" for="ch" forName="txLvl1" refType="ctrX" refFor="ch" refForName="medCircle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/>
                  <dgm:constr type="r" for="ch" forName="lin" refType="ctrX" refFor="ch" refForName="medCircle"/>
                  <dgm:constr type="t" for="ch" forName="lin" refType="h" fact="0.222"/>
                  <dgm:constr type="h" for="ch" forName="lin" refType="h" fact="0.68"/>
                </dgm:constrLst>
              </dgm:else>
            </dgm:choose>
            <dgm:layoutNode name="big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med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1" styleLbl="revTx">
              <dgm:choose name="Name7">
                <dgm:if name="Name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lin">
              <dgm:choose name="Name10">
                <dgm:if name="Name11" func="var" arg="dir" op="equ" val="norm">
                  <dgm:alg type="lin">
                    <dgm:param type="linDir" val="fromT"/>
                    <dgm:param type="vertAlign" val="t"/>
                    <dgm:param type="nodeHorzAlign" val="l"/>
                  </dgm:alg>
                </dgm:if>
                <dgm:else name="Name12">
                  <dgm:alg type="lin">
                    <dgm:param type="linDir" val="fromT"/>
                    <dgm:param type="vertAlign" val="t"/>
                    <dgm:param type="nodeHorzAlign" val="r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>
                <dgm:constr type="userF"/>
                <dgm:constr type="primFontSz" for="ch" forName="txLvl2" refType="userF"/>
                <dgm:constr type="w" for="ch" forName="txLvl2" refType="w"/>
                <dgm:constr type="h" for="ch" forName="txLvl2" refType="primFontSz" refFor="ch" refForName="txLvl2" fact="0.39"/>
                <dgm:constr type="w" for="ch" forName="txLvl3" refType="w"/>
                <dgm:constr type="h" for="ch" forName="txLvl3" refType="primFontSz" refFor="ch" refForName="txLvl2" fact="0.39"/>
                <dgm:constr type="h" for="ch" forName="smCircle" refType="primFontSz" refFor="ch" refForName="txLvl2" fact="0.14"/>
                <dgm:constr type="h" for="ch" forName="indentDot1" refType="primFontSz" refFor="ch" refForName="txLvl2" fact="0.14"/>
                <dgm:constr type="h" for="ch" forName="indentDot2" refType="primFontSz" refFor="ch" refForName="txLvl2" fact="0.14"/>
                <dgm:constr type="h" for="ch" forName="indentDot3" refType="primFontSz" refFor="ch" refForName="txLvl2" fact="0.14"/>
                <dgm:constr type="w" for="ch" forName="indentDot1" refType="w"/>
                <dgm:constr type="w" for="ch" forName="indentDot2" refType="w"/>
                <dgm:constr type="w" for="ch" forName="indentDot3" refType="w"/>
                <dgm:constr type="userI" for="ch" forName="txLvl3" refType="primFontSz" refFor="ch" refForName="txLvl2" fact="0.14"/>
                <dgm:constr type="userI" for="ch" forName="indentDot1" refType="primFontSz" refFor="ch" refForName="txLvl2" fact="0.14"/>
                <dgm:constr type="userI" for="ch" forName="indentDot2" refType="primFontSz" refFor="ch" refForName="txLvl2" fact="0.14"/>
                <dgm:constr type="userI" for="ch" forName="indentDot3" refType="primFontSz" refFor="ch" refForName="txLvl2" fact="0.14"/>
              </dgm:constrLst>
              <dgm:ruleLst>
                <dgm:rule type="primFontSz" for="ch" forName="txLvl2" val="5" fact="NaN" max="NaN"/>
              </dgm:ruleLst>
              <dgm:forEach name="Name13" axis="ch" ptType="node">
                <dgm:layoutNode name="txLvl2" styleLbl="revTx">
                  <dgm:choose name="Name14">
                    <dgm:if name="Name15" func="var" arg="dir" op="equ" val="norm">
                      <dgm:alg type="tx">
                        <dgm:param type="parTxLTRAlign" val="l"/>
                        <dgm:param type="parTxRTLAlign" val="l"/>
                      </dgm:alg>
                    </dgm:if>
                    <dgm:else name="Name16">
                      <dgm:alg type="tx">
                        <dgm:param type="parTxLTRAlign" val="r"/>
                        <dgm:param type="parTxRTLAlign" val="r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self" ptType="node"/>
                  <dgm:constrLst>
                    <dgm:constr type="lMarg"/>
                    <dgm:constr type="rMarg"/>
                    <dgm:constr type="tMarg" refType="primFontSz" fact="0.1"/>
                    <dgm:constr type="bMarg" refType="primFontSz" fact="0.1"/>
                  </dgm:constrLst>
                  <dgm:ruleLst>
                    <dgm:rule type="h" val="INF" fact="NaN" max="NaN"/>
                  </dgm:ruleLst>
                </dgm:layoutNode>
                <dgm:forEach name="Name17" axis="ch" ptType="node" cnt="1">
                  <dgm:layoutNode name="indentDot1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hoose name="Name18">
                      <dgm:if name="Name19" func="var" arg="dir" op="equ" val="norm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l" for="ch" forName="smCircle1" refType="r" refFor="ch" refForName="gap1"/>
                        </dgm:constrLst>
                      </dgm:if>
                      <dgm:else name="Name20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r" for="ch" forName="smCircle1" refType="l" refFor="ch" refForName="gap1"/>
                        </dgm:constrLst>
                      </dgm:else>
                    </dgm:choose>
                    <dgm:layoutNode name="gap1">
                      <dgm:alg type="sp"/>
                      <dgm:shape xmlns:r="http://schemas.openxmlformats.org/officeDocument/2006/relationships" type="rect" r:blip="" hideGeom="1">
                        <dgm:adjLst/>
                      </dgm:shape>
                      <dgm:presOf/>
                    </dgm:layoutNode>
                    <dgm:layoutNode name="smCircle1" styleLbl="vennNode1">
                      <dgm:alg type="sp"/>
                      <dgm:shape xmlns:r="http://schemas.openxmlformats.org/officeDocument/2006/relationships" type="ellipse" r:blip="">
                        <dgm:adjLst/>
                      </dgm:shape>
                      <dgm:presOf/>
                      <dgm:constrLst>
                        <dgm:constr type="w" refType="h"/>
                      </dgm:constrLst>
                    </dgm:layoutNode>
                  </dgm:layoutNode>
                </dgm:forEach>
                <dgm:forEach name="Name21" axis="ch" ptType="node">
                  <dgm:layoutNode name="txLvl3" styleLbl="revTx">
                    <dgm:varLst>
                      <dgm:bulletEnabled val="1"/>
                    </dgm:varLst>
                    <dgm:choose name="Name22">
                      <dgm:if name="Name23" func="var" arg="dir" op="equ" val="norm">
                        <dgm:alg type="tx">
                          <dgm:param type="parTxLTRAlign" val="l"/>
                          <dgm:param type="parTxRTLAlign" val="l"/>
                          <dgm:param type="shpTxLTRAlignCh" val="l"/>
                          <dgm:param type="shpTxRTLAlignCh" val="l"/>
                        </dgm:alg>
                      </dgm:if>
                      <dgm:else name="Name24">
                        <dgm:alg type="tx">
                          <dgm:param type="parTxLTRAlign" val="r"/>
                          <dgm:param type="parTxRTLAlign" val="r"/>
                          <dgm:param type="shpTxLTRAlignCh" val="r"/>
                          <dgm:param type="shpTxRTLAlignCh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"/>
                    <dgm:choose name="Name25">
                      <dgm:if name="Name26" func="var" arg="dir" op="equ" val="norm">
                        <dgm:constrLst>
                          <dgm:constr type="userI"/>
                          <dgm:constr type="lMarg" refType="userI" fact="8.504"/>
                          <dgm:constr type="rMarg"/>
                          <dgm:constr type="tMarg" refType="primFontSz" fact="0.1"/>
                          <dgm:constr type="bMarg" refType="primFontSz" fact="0.1"/>
                        </dgm:constrLst>
                      </dgm:if>
                      <dgm:else name="Name27">
                        <dgm:constrLst>
                          <dgm:constr type="userI"/>
                          <dgm:constr type="lMarg"/>
                          <dgm:constr type="rMarg" refType="userI" fact="8.504"/>
                          <dgm:constr type="tMarg" refType="primFontSz" fact="0.1"/>
                          <dgm:constr type="bMarg" refType="primFontSz" fact="0.1"/>
                        </dgm:constrLst>
                      </dgm:else>
                    </dgm:choose>
                    <dgm:ruleLst>
                      <dgm:rule type="h" val="INF" fact="NaN" max="NaN"/>
                    </dgm:ruleLst>
                  </dgm:layoutNode>
                  <dgm:forEach name="Name28" axis="followSib" ptType="sibTrans" cnt="1">
                    <dgm:layoutNode name="indentDot2">
                      <dgm:alg type="composite"/>
                      <dgm:shape xmlns:r="http://schemas.openxmlformats.org/officeDocument/2006/relationships" r:blip="">
                        <dgm:adjLst/>
                      </dgm:shape>
                      <dgm:presOf/>
                      <dgm:choose name="Name29">
                        <dgm:if name="Name30" func="var" arg="dir" op="equ" val="norm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l" for="ch" forName="smCircle2" refType="r" refFor="ch" refForName="gap2"/>
                          </dgm:constrLst>
                        </dgm:if>
                        <dgm:else name="Name31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r" for="ch" forName="smCircle2" refType="l" refFor="ch" refForName="gap2"/>
                          </dgm:constrLst>
                        </dgm:else>
                      </dgm:choose>
                      <dgm:layoutNode name="gap2">
                        <dgm:alg type="sp"/>
                        <dgm:shape xmlns:r="http://schemas.openxmlformats.org/officeDocument/2006/relationships" type="rect" r:blip="" hideGeom="1">
                          <dgm:adjLst/>
                        </dgm:shape>
                        <dgm:presOf/>
                      </dgm:layoutNode>
                      <dgm:layoutNode name="smCircle2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layoutNode>
                  </dgm:forEach>
                </dgm:forEach>
                <dgm:choose name="Name32">
                  <dgm:if name="Name33" axis="ch" ptType="node" func="cnt" op="gte" val="1">
                    <dgm:forEach name="Name34" axis="followSib" ptType="sibTrans" cnt="1">
                      <dgm:layoutNode name="indentDot3">
                        <dgm:alg type="composite"/>
                        <dgm:shape xmlns:r="http://schemas.openxmlformats.org/officeDocument/2006/relationships" r:blip="">
                          <dgm:adjLst/>
                        </dgm:shape>
                        <dgm:presOf/>
                        <dgm:choose name="Name35">
                          <dgm:if name="Name36" func="var" arg="dir" op="equ" val="norm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l" for="ch" forName="smCircle3" refType="r" refFor="ch" refForName="gap3"/>
                            </dgm:constrLst>
                          </dgm:if>
                          <dgm:else name="Name37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r" for="ch" forName="smCircle3" refType="l" refFor="ch" refForName="gap3"/>
                            </dgm:constrLst>
                          </dgm:else>
                        </dgm:choose>
                        <dgm:layoutNode name="gap3">
                          <dgm:alg type="sp"/>
                          <dgm:shape xmlns:r="http://schemas.openxmlformats.org/officeDocument/2006/relationships" type="rect" r:blip="" hideGeom="1">
                            <dgm:adjLst/>
                          </dgm:shape>
                          <dgm:presOf/>
                        </dgm:layoutNode>
                        <dgm:layoutNode name="smCircle3" styleLbl="vennNode1">
                          <dgm:alg type="sp"/>
                          <dgm:shape xmlns:r="http://schemas.openxmlformats.org/officeDocument/2006/relationships" type="ellipse" r:blip="">
                            <dgm:adjLst/>
                          </dgm:shape>
                          <dgm:presOf/>
                          <dgm:constrLst>
                            <dgm:constr type="w" refType="h"/>
                          </dgm:constrLst>
                        </dgm:layoutNode>
                      </dgm:layoutNode>
                    </dgm:forEach>
                  </dgm:if>
                  <dgm:else name="Name38">
                    <dgm:forEach name="Name39" axis="followSib" ptType="sibTrans" cnt="1">
                      <dgm:layoutNode name="smCircle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forEach>
                  </dgm:else>
                </dgm:choose>
              </dgm:forEach>
            </dgm:layoutNode>
          </dgm:layoutNode>
          <dgm:choose name="Name40">
            <dgm:if name="Name41" axis="followSib ch" ptType="node node" cnt="1 0" func="cnt" op="gte" val="1">
              <dgm:layoutNode name="overlap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if>
            <dgm:else name="Name42"/>
          </dgm:choose>
        </dgm:if>
        <dgm:else name="Name43">
          <dgm:layoutNode name="noChildren">
            <dgm:alg type="composite"/>
            <dgm:choose name="Name44">
              <dgm:if name="Name45" func="var" arg="dir" op="equ" val="norm">
                <dgm:constrLst>
                  <dgm:constr type="l" for="ch" forName="gap"/>
                  <dgm:constr type="w" for="ch" forName="gap" refType="w" fact="0.043"/>
                  <dgm:constr type="h" for="ch" forName="gap" refType="h"/>
                  <dgm:constr type="t" for="ch" forName="gap"/>
                  <dgm:constr type="l" for="ch" forName="medCircle2" refType="r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 refType="ctrX" refFor="ch" refForName="medCircle2"/>
                  <dgm:constr type="r" for="ch" forName="txLvlOnly1" refType="w"/>
                  <dgm:constr type="h" for="ch" forName="txLvlOnly1" refType="h"/>
                  <dgm:constr type="t" for="ch" forName="txLvlOnly1"/>
                </dgm:constrLst>
              </dgm:if>
              <dgm:else name="Name46">
                <dgm:constrLst>
                  <dgm:constr type="r" for="ch" forName="gap" refType="w"/>
                  <dgm:constr type="w" for="ch" forName="gap" refType="w" fact="0.043"/>
                  <dgm:constr type="h" for="ch" forName="gap" refType="h"/>
                  <dgm:constr type="t" for="ch" forName="gap"/>
                  <dgm:constr type="r" for="ch" forName="medCircle2" refType="l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/>
                  <dgm:constr type="r" for="ch" forName="txLvlOnly1" refType="ctrX" refFor="ch" refForName="medCircle2"/>
                  <dgm:constr type="h" for="ch" forName="txLvlOnly1" refType="h"/>
                  <dgm:constr type="t" for="ch" forName="txLvlOnly1"/>
                </dgm:constrLst>
              </dgm:else>
            </dgm:choose>
            <dgm:layoutNode name="g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medCircle2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Only1" styleLbl="revTx">
              <dgm:choose name="Name47">
                <dgm:if name="Name4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4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8/layout/VerticalCircleList">
  <dgm:title val=""/>
  <dgm:desc val=""/>
  <dgm:catLst>
    <dgm:cat type="list" pri="23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  <dgm:cxn modelId="51" srcId="2" destId="21" srcOrd="0" destOrd="0"/>
        <dgm:cxn modelId="52" srcId="2" destId="22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</dgm:varLst>
    <dgm:alg type="lin">
      <dgm:param type="linDir" val="fromT"/>
      <dgm:param type="fallback" val="2D"/>
    </dgm:alg>
    <dgm:shape xmlns:r="http://schemas.openxmlformats.org/officeDocument/2006/relationships" r:blip="">
      <dgm:adjLst/>
    </dgm:shape>
    <dgm:presOf/>
    <dgm:constrLst>
      <dgm:constr type="w" for="ch" forName="withChildren" refType="w"/>
      <dgm:constr type="h" for="ch" forName="withChildren" refType="w" fact="0.909"/>
      <dgm:constr type="w" for="ch" forName="noChildren" refType="w"/>
      <dgm:constr type="h" for="ch" forName="noChildren" refType="w" fact="0.164"/>
      <dgm:constr type="w" for="ch" forName="overlap" val="1"/>
      <dgm:constr type="h" for="ch" forName="overlap" refType="w" refFor="ch" refForName="withChildren" fact="-0.089"/>
      <dgm:constr type="primFontSz" for="des" forName="txLvl1" op="equ" val="65"/>
      <dgm:constr type="primFontSz" for="des" forName="txLvlOnly1" refType="primFontSz" refFor="des" refForName="txLvl1" op="equ"/>
      <dgm:constr type="primFontSz" for="des" forName="txLvl2" refType="primFontSz" refFor="des" refForName="txLvl1" op="equ" fact="0.78"/>
      <dgm:constr type="primFontSz" for="des" forName="txLvl3" refType="primFontSz" refFor="des" refForName="txLvl1" op="equ" fact="0.78"/>
      <dgm:constr type="userF" for="des" forName="lin" refType="primFontSz" refFor="des" refForName="txLvl2" op="equ"/>
    </dgm:constrLst>
    <dgm:forEach name="Name1" axis="ch" ptType="node">
      <dgm:choose name="Name2">
        <dgm:if name="Name3" axis="ch" ptType="node" func="cnt" op="gte" val="1">
          <dgm:layoutNode name="withChildren">
            <dgm:alg type="composite"/>
            <dgm:choose name="Name4">
              <dgm:if name="Name5" func="var" arg="dir" op="equ" val="norm">
                <dgm:constrLst>
                  <dgm:constr type="l" for="ch" forName="bigCircle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l" for="ch" forName="medCircle" refType="w" fact="0.043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 refType="ctrX" refFor="ch" refForName="medCircle"/>
                  <dgm:constr type="r" for="ch" forName="txLvl1" refType="w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 refType="ctrX" refFor="ch" refForName="medCircle"/>
                  <dgm:constr type="r" for="ch" forName="lin" refType="w"/>
                  <dgm:constr type="t" for="ch" forName="lin" refType="h" fact="0.222"/>
                  <dgm:constr type="h" for="ch" forName="lin" refType="h" fact="0.68"/>
                </dgm:constrLst>
              </dgm:if>
              <dgm:else name="Name6">
                <dgm:constrLst>
                  <dgm:constr type="r" for="ch" forName="bigCircle" refType="w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r" for="ch" forName="medCircle" refType="w" fact="0.957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/>
                  <dgm:constr type="r" for="ch" forName="txLvl1" refType="ctrX" refFor="ch" refForName="medCircle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/>
                  <dgm:constr type="r" for="ch" forName="lin" refType="ctrX" refFor="ch" refForName="medCircle"/>
                  <dgm:constr type="t" for="ch" forName="lin" refType="h" fact="0.222"/>
                  <dgm:constr type="h" for="ch" forName="lin" refType="h" fact="0.68"/>
                </dgm:constrLst>
              </dgm:else>
            </dgm:choose>
            <dgm:layoutNode name="big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med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1" styleLbl="revTx">
              <dgm:choose name="Name7">
                <dgm:if name="Name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lin">
              <dgm:choose name="Name10">
                <dgm:if name="Name11" func="var" arg="dir" op="equ" val="norm">
                  <dgm:alg type="lin">
                    <dgm:param type="linDir" val="fromT"/>
                    <dgm:param type="vertAlign" val="t"/>
                    <dgm:param type="nodeHorzAlign" val="l"/>
                  </dgm:alg>
                </dgm:if>
                <dgm:else name="Name12">
                  <dgm:alg type="lin">
                    <dgm:param type="linDir" val="fromT"/>
                    <dgm:param type="vertAlign" val="t"/>
                    <dgm:param type="nodeHorzAlign" val="r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>
                <dgm:constr type="userF"/>
                <dgm:constr type="primFontSz" for="ch" forName="txLvl2" refType="userF"/>
                <dgm:constr type="w" for="ch" forName="txLvl2" refType="w"/>
                <dgm:constr type="h" for="ch" forName="txLvl2" refType="primFontSz" refFor="ch" refForName="txLvl2" fact="0.39"/>
                <dgm:constr type="w" for="ch" forName="txLvl3" refType="w"/>
                <dgm:constr type="h" for="ch" forName="txLvl3" refType="primFontSz" refFor="ch" refForName="txLvl2" fact="0.39"/>
                <dgm:constr type="h" for="ch" forName="smCircle" refType="primFontSz" refFor="ch" refForName="txLvl2" fact="0.14"/>
                <dgm:constr type="h" for="ch" forName="indentDot1" refType="primFontSz" refFor="ch" refForName="txLvl2" fact="0.14"/>
                <dgm:constr type="h" for="ch" forName="indentDot2" refType="primFontSz" refFor="ch" refForName="txLvl2" fact="0.14"/>
                <dgm:constr type="h" for="ch" forName="indentDot3" refType="primFontSz" refFor="ch" refForName="txLvl2" fact="0.14"/>
                <dgm:constr type="w" for="ch" forName="indentDot1" refType="w"/>
                <dgm:constr type="w" for="ch" forName="indentDot2" refType="w"/>
                <dgm:constr type="w" for="ch" forName="indentDot3" refType="w"/>
                <dgm:constr type="userI" for="ch" forName="txLvl3" refType="primFontSz" refFor="ch" refForName="txLvl2" fact="0.14"/>
                <dgm:constr type="userI" for="ch" forName="indentDot1" refType="primFontSz" refFor="ch" refForName="txLvl2" fact="0.14"/>
                <dgm:constr type="userI" for="ch" forName="indentDot2" refType="primFontSz" refFor="ch" refForName="txLvl2" fact="0.14"/>
                <dgm:constr type="userI" for="ch" forName="indentDot3" refType="primFontSz" refFor="ch" refForName="txLvl2" fact="0.14"/>
              </dgm:constrLst>
              <dgm:ruleLst>
                <dgm:rule type="primFontSz" for="ch" forName="txLvl2" val="5" fact="NaN" max="NaN"/>
              </dgm:ruleLst>
              <dgm:forEach name="Name13" axis="ch" ptType="node">
                <dgm:layoutNode name="txLvl2" styleLbl="revTx">
                  <dgm:choose name="Name14">
                    <dgm:if name="Name15" func="var" arg="dir" op="equ" val="norm">
                      <dgm:alg type="tx">
                        <dgm:param type="parTxLTRAlign" val="l"/>
                        <dgm:param type="parTxRTLAlign" val="l"/>
                      </dgm:alg>
                    </dgm:if>
                    <dgm:else name="Name16">
                      <dgm:alg type="tx">
                        <dgm:param type="parTxLTRAlign" val="r"/>
                        <dgm:param type="parTxRTLAlign" val="r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self" ptType="node"/>
                  <dgm:constrLst>
                    <dgm:constr type="lMarg"/>
                    <dgm:constr type="rMarg"/>
                    <dgm:constr type="tMarg" refType="primFontSz" fact="0.1"/>
                    <dgm:constr type="bMarg" refType="primFontSz" fact="0.1"/>
                  </dgm:constrLst>
                  <dgm:ruleLst>
                    <dgm:rule type="h" val="INF" fact="NaN" max="NaN"/>
                  </dgm:ruleLst>
                </dgm:layoutNode>
                <dgm:forEach name="Name17" axis="ch" ptType="node" cnt="1">
                  <dgm:layoutNode name="indentDot1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hoose name="Name18">
                      <dgm:if name="Name19" func="var" arg="dir" op="equ" val="norm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l" for="ch" forName="smCircle1" refType="r" refFor="ch" refForName="gap1"/>
                        </dgm:constrLst>
                      </dgm:if>
                      <dgm:else name="Name20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r" for="ch" forName="smCircle1" refType="l" refFor="ch" refForName="gap1"/>
                        </dgm:constrLst>
                      </dgm:else>
                    </dgm:choose>
                    <dgm:layoutNode name="gap1">
                      <dgm:alg type="sp"/>
                      <dgm:shape xmlns:r="http://schemas.openxmlformats.org/officeDocument/2006/relationships" type="rect" r:blip="" hideGeom="1">
                        <dgm:adjLst/>
                      </dgm:shape>
                      <dgm:presOf/>
                    </dgm:layoutNode>
                    <dgm:layoutNode name="smCircle1" styleLbl="vennNode1">
                      <dgm:alg type="sp"/>
                      <dgm:shape xmlns:r="http://schemas.openxmlformats.org/officeDocument/2006/relationships" type="ellipse" r:blip="">
                        <dgm:adjLst/>
                      </dgm:shape>
                      <dgm:presOf/>
                      <dgm:constrLst>
                        <dgm:constr type="w" refType="h"/>
                      </dgm:constrLst>
                    </dgm:layoutNode>
                  </dgm:layoutNode>
                </dgm:forEach>
                <dgm:forEach name="Name21" axis="ch" ptType="node">
                  <dgm:layoutNode name="txLvl3" styleLbl="revTx">
                    <dgm:varLst>
                      <dgm:bulletEnabled val="1"/>
                    </dgm:varLst>
                    <dgm:choose name="Name22">
                      <dgm:if name="Name23" func="var" arg="dir" op="equ" val="norm">
                        <dgm:alg type="tx">
                          <dgm:param type="parTxLTRAlign" val="l"/>
                          <dgm:param type="parTxRTLAlign" val="l"/>
                          <dgm:param type="shpTxLTRAlignCh" val="l"/>
                          <dgm:param type="shpTxRTLAlignCh" val="l"/>
                        </dgm:alg>
                      </dgm:if>
                      <dgm:else name="Name24">
                        <dgm:alg type="tx">
                          <dgm:param type="parTxLTRAlign" val="r"/>
                          <dgm:param type="parTxRTLAlign" val="r"/>
                          <dgm:param type="shpTxLTRAlignCh" val="r"/>
                          <dgm:param type="shpTxRTLAlignCh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"/>
                    <dgm:choose name="Name25">
                      <dgm:if name="Name26" func="var" arg="dir" op="equ" val="norm">
                        <dgm:constrLst>
                          <dgm:constr type="userI"/>
                          <dgm:constr type="lMarg" refType="userI" fact="8.504"/>
                          <dgm:constr type="rMarg"/>
                          <dgm:constr type="tMarg" refType="primFontSz" fact="0.1"/>
                          <dgm:constr type="bMarg" refType="primFontSz" fact="0.1"/>
                        </dgm:constrLst>
                      </dgm:if>
                      <dgm:else name="Name27">
                        <dgm:constrLst>
                          <dgm:constr type="userI"/>
                          <dgm:constr type="lMarg"/>
                          <dgm:constr type="rMarg" refType="userI" fact="8.504"/>
                          <dgm:constr type="tMarg" refType="primFontSz" fact="0.1"/>
                          <dgm:constr type="bMarg" refType="primFontSz" fact="0.1"/>
                        </dgm:constrLst>
                      </dgm:else>
                    </dgm:choose>
                    <dgm:ruleLst>
                      <dgm:rule type="h" val="INF" fact="NaN" max="NaN"/>
                    </dgm:ruleLst>
                  </dgm:layoutNode>
                  <dgm:forEach name="Name28" axis="followSib" ptType="sibTrans" cnt="1">
                    <dgm:layoutNode name="indentDot2">
                      <dgm:alg type="composite"/>
                      <dgm:shape xmlns:r="http://schemas.openxmlformats.org/officeDocument/2006/relationships" r:blip="">
                        <dgm:adjLst/>
                      </dgm:shape>
                      <dgm:presOf/>
                      <dgm:choose name="Name29">
                        <dgm:if name="Name30" func="var" arg="dir" op="equ" val="norm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l" for="ch" forName="smCircle2" refType="r" refFor="ch" refForName="gap2"/>
                          </dgm:constrLst>
                        </dgm:if>
                        <dgm:else name="Name31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r" for="ch" forName="smCircle2" refType="l" refFor="ch" refForName="gap2"/>
                          </dgm:constrLst>
                        </dgm:else>
                      </dgm:choose>
                      <dgm:layoutNode name="gap2">
                        <dgm:alg type="sp"/>
                        <dgm:shape xmlns:r="http://schemas.openxmlformats.org/officeDocument/2006/relationships" type="rect" r:blip="" hideGeom="1">
                          <dgm:adjLst/>
                        </dgm:shape>
                        <dgm:presOf/>
                      </dgm:layoutNode>
                      <dgm:layoutNode name="smCircle2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layoutNode>
                  </dgm:forEach>
                </dgm:forEach>
                <dgm:choose name="Name32">
                  <dgm:if name="Name33" axis="ch" ptType="node" func="cnt" op="gte" val="1">
                    <dgm:forEach name="Name34" axis="followSib" ptType="sibTrans" cnt="1">
                      <dgm:layoutNode name="indentDot3">
                        <dgm:alg type="composite"/>
                        <dgm:shape xmlns:r="http://schemas.openxmlformats.org/officeDocument/2006/relationships" r:blip="">
                          <dgm:adjLst/>
                        </dgm:shape>
                        <dgm:presOf/>
                        <dgm:choose name="Name35">
                          <dgm:if name="Name36" func="var" arg="dir" op="equ" val="norm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l" for="ch" forName="smCircle3" refType="r" refFor="ch" refForName="gap3"/>
                            </dgm:constrLst>
                          </dgm:if>
                          <dgm:else name="Name37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r" for="ch" forName="smCircle3" refType="l" refFor="ch" refForName="gap3"/>
                            </dgm:constrLst>
                          </dgm:else>
                        </dgm:choose>
                        <dgm:layoutNode name="gap3">
                          <dgm:alg type="sp"/>
                          <dgm:shape xmlns:r="http://schemas.openxmlformats.org/officeDocument/2006/relationships" type="rect" r:blip="" hideGeom="1">
                            <dgm:adjLst/>
                          </dgm:shape>
                          <dgm:presOf/>
                        </dgm:layoutNode>
                        <dgm:layoutNode name="smCircle3" styleLbl="vennNode1">
                          <dgm:alg type="sp"/>
                          <dgm:shape xmlns:r="http://schemas.openxmlformats.org/officeDocument/2006/relationships" type="ellipse" r:blip="">
                            <dgm:adjLst/>
                          </dgm:shape>
                          <dgm:presOf/>
                          <dgm:constrLst>
                            <dgm:constr type="w" refType="h"/>
                          </dgm:constrLst>
                        </dgm:layoutNode>
                      </dgm:layoutNode>
                    </dgm:forEach>
                  </dgm:if>
                  <dgm:else name="Name38">
                    <dgm:forEach name="Name39" axis="followSib" ptType="sibTrans" cnt="1">
                      <dgm:layoutNode name="smCircle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forEach>
                  </dgm:else>
                </dgm:choose>
              </dgm:forEach>
            </dgm:layoutNode>
          </dgm:layoutNode>
          <dgm:choose name="Name40">
            <dgm:if name="Name41" axis="followSib ch" ptType="node node" cnt="1 0" func="cnt" op="gte" val="1">
              <dgm:layoutNode name="overlap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if>
            <dgm:else name="Name42"/>
          </dgm:choose>
        </dgm:if>
        <dgm:else name="Name43">
          <dgm:layoutNode name="noChildren">
            <dgm:alg type="composite"/>
            <dgm:choose name="Name44">
              <dgm:if name="Name45" func="var" arg="dir" op="equ" val="norm">
                <dgm:constrLst>
                  <dgm:constr type="l" for="ch" forName="gap"/>
                  <dgm:constr type="w" for="ch" forName="gap" refType="w" fact="0.043"/>
                  <dgm:constr type="h" for="ch" forName="gap" refType="h"/>
                  <dgm:constr type="t" for="ch" forName="gap"/>
                  <dgm:constr type="l" for="ch" forName="medCircle2" refType="r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 refType="ctrX" refFor="ch" refForName="medCircle2"/>
                  <dgm:constr type="r" for="ch" forName="txLvlOnly1" refType="w"/>
                  <dgm:constr type="h" for="ch" forName="txLvlOnly1" refType="h"/>
                  <dgm:constr type="t" for="ch" forName="txLvlOnly1"/>
                </dgm:constrLst>
              </dgm:if>
              <dgm:else name="Name46">
                <dgm:constrLst>
                  <dgm:constr type="r" for="ch" forName="gap" refType="w"/>
                  <dgm:constr type="w" for="ch" forName="gap" refType="w" fact="0.043"/>
                  <dgm:constr type="h" for="ch" forName="gap" refType="h"/>
                  <dgm:constr type="t" for="ch" forName="gap"/>
                  <dgm:constr type="r" for="ch" forName="medCircle2" refType="l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/>
                  <dgm:constr type="r" for="ch" forName="txLvlOnly1" refType="ctrX" refFor="ch" refForName="medCircle2"/>
                  <dgm:constr type="h" for="ch" forName="txLvlOnly1" refType="h"/>
                  <dgm:constr type="t" for="ch" forName="txLvlOnly1"/>
                </dgm:constrLst>
              </dgm:else>
            </dgm:choose>
            <dgm:layoutNode name="g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medCircle2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Only1" styleLbl="revTx">
              <dgm:choose name="Name47">
                <dgm:if name="Name4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4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8/layout/VerticalCircleList">
  <dgm:title val=""/>
  <dgm:desc val=""/>
  <dgm:catLst>
    <dgm:cat type="list" pri="23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  <dgm:cxn modelId="51" srcId="2" destId="21" srcOrd="0" destOrd="0"/>
        <dgm:cxn modelId="52" srcId="2" destId="22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</dgm:varLst>
    <dgm:alg type="lin">
      <dgm:param type="linDir" val="fromT"/>
      <dgm:param type="fallback" val="2D"/>
    </dgm:alg>
    <dgm:shape xmlns:r="http://schemas.openxmlformats.org/officeDocument/2006/relationships" r:blip="">
      <dgm:adjLst/>
    </dgm:shape>
    <dgm:presOf/>
    <dgm:constrLst>
      <dgm:constr type="w" for="ch" forName="withChildren" refType="w"/>
      <dgm:constr type="h" for="ch" forName="withChildren" refType="w" fact="0.909"/>
      <dgm:constr type="w" for="ch" forName="noChildren" refType="w"/>
      <dgm:constr type="h" for="ch" forName="noChildren" refType="w" fact="0.164"/>
      <dgm:constr type="w" for="ch" forName="overlap" val="1"/>
      <dgm:constr type="h" for="ch" forName="overlap" refType="w" refFor="ch" refForName="withChildren" fact="-0.089"/>
      <dgm:constr type="primFontSz" for="des" forName="txLvl1" op="equ" val="65"/>
      <dgm:constr type="primFontSz" for="des" forName="txLvlOnly1" refType="primFontSz" refFor="des" refForName="txLvl1" op="equ"/>
      <dgm:constr type="primFontSz" for="des" forName="txLvl2" refType="primFontSz" refFor="des" refForName="txLvl1" op="equ" fact="0.78"/>
      <dgm:constr type="primFontSz" for="des" forName="txLvl3" refType="primFontSz" refFor="des" refForName="txLvl1" op="equ" fact="0.78"/>
      <dgm:constr type="userF" for="des" forName="lin" refType="primFontSz" refFor="des" refForName="txLvl2" op="equ"/>
    </dgm:constrLst>
    <dgm:forEach name="Name1" axis="ch" ptType="node">
      <dgm:choose name="Name2">
        <dgm:if name="Name3" axis="ch" ptType="node" func="cnt" op="gte" val="1">
          <dgm:layoutNode name="withChildren">
            <dgm:alg type="composite"/>
            <dgm:choose name="Name4">
              <dgm:if name="Name5" func="var" arg="dir" op="equ" val="norm">
                <dgm:constrLst>
                  <dgm:constr type="l" for="ch" forName="bigCircle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l" for="ch" forName="medCircle" refType="w" fact="0.043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 refType="ctrX" refFor="ch" refForName="medCircle"/>
                  <dgm:constr type="r" for="ch" forName="txLvl1" refType="w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 refType="ctrX" refFor="ch" refForName="medCircle"/>
                  <dgm:constr type="r" for="ch" forName="lin" refType="w"/>
                  <dgm:constr type="t" for="ch" forName="lin" refType="h" fact="0.222"/>
                  <dgm:constr type="h" for="ch" forName="lin" refType="h" fact="0.68"/>
                </dgm:constrLst>
              </dgm:if>
              <dgm:else name="Name6">
                <dgm:constrLst>
                  <dgm:constr type="r" for="ch" forName="bigCircle" refType="w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r" for="ch" forName="medCircle" refType="w" fact="0.957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/>
                  <dgm:constr type="r" for="ch" forName="txLvl1" refType="ctrX" refFor="ch" refForName="medCircle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/>
                  <dgm:constr type="r" for="ch" forName="lin" refType="ctrX" refFor="ch" refForName="medCircle"/>
                  <dgm:constr type="t" for="ch" forName="lin" refType="h" fact="0.222"/>
                  <dgm:constr type="h" for="ch" forName="lin" refType="h" fact="0.68"/>
                </dgm:constrLst>
              </dgm:else>
            </dgm:choose>
            <dgm:layoutNode name="big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med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1" styleLbl="revTx">
              <dgm:choose name="Name7">
                <dgm:if name="Name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lin">
              <dgm:choose name="Name10">
                <dgm:if name="Name11" func="var" arg="dir" op="equ" val="norm">
                  <dgm:alg type="lin">
                    <dgm:param type="linDir" val="fromT"/>
                    <dgm:param type="vertAlign" val="t"/>
                    <dgm:param type="nodeHorzAlign" val="l"/>
                  </dgm:alg>
                </dgm:if>
                <dgm:else name="Name12">
                  <dgm:alg type="lin">
                    <dgm:param type="linDir" val="fromT"/>
                    <dgm:param type="vertAlign" val="t"/>
                    <dgm:param type="nodeHorzAlign" val="r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>
                <dgm:constr type="userF"/>
                <dgm:constr type="primFontSz" for="ch" forName="txLvl2" refType="userF"/>
                <dgm:constr type="w" for="ch" forName="txLvl2" refType="w"/>
                <dgm:constr type="h" for="ch" forName="txLvl2" refType="primFontSz" refFor="ch" refForName="txLvl2" fact="0.39"/>
                <dgm:constr type="w" for="ch" forName="txLvl3" refType="w"/>
                <dgm:constr type="h" for="ch" forName="txLvl3" refType="primFontSz" refFor="ch" refForName="txLvl2" fact="0.39"/>
                <dgm:constr type="h" for="ch" forName="smCircle" refType="primFontSz" refFor="ch" refForName="txLvl2" fact="0.14"/>
                <dgm:constr type="h" for="ch" forName="indentDot1" refType="primFontSz" refFor="ch" refForName="txLvl2" fact="0.14"/>
                <dgm:constr type="h" for="ch" forName="indentDot2" refType="primFontSz" refFor="ch" refForName="txLvl2" fact="0.14"/>
                <dgm:constr type="h" for="ch" forName="indentDot3" refType="primFontSz" refFor="ch" refForName="txLvl2" fact="0.14"/>
                <dgm:constr type="w" for="ch" forName="indentDot1" refType="w"/>
                <dgm:constr type="w" for="ch" forName="indentDot2" refType="w"/>
                <dgm:constr type="w" for="ch" forName="indentDot3" refType="w"/>
                <dgm:constr type="userI" for="ch" forName="txLvl3" refType="primFontSz" refFor="ch" refForName="txLvl2" fact="0.14"/>
                <dgm:constr type="userI" for="ch" forName="indentDot1" refType="primFontSz" refFor="ch" refForName="txLvl2" fact="0.14"/>
                <dgm:constr type="userI" for="ch" forName="indentDot2" refType="primFontSz" refFor="ch" refForName="txLvl2" fact="0.14"/>
                <dgm:constr type="userI" for="ch" forName="indentDot3" refType="primFontSz" refFor="ch" refForName="txLvl2" fact="0.14"/>
              </dgm:constrLst>
              <dgm:ruleLst>
                <dgm:rule type="primFontSz" for="ch" forName="txLvl2" val="5" fact="NaN" max="NaN"/>
              </dgm:ruleLst>
              <dgm:forEach name="Name13" axis="ch" ptType="node">
                <dgm:layoutNode name="txLvl2" styleLbl="revTx">
                  <dgm:choose name="Name14">
                    <dgm:if name="Name15" func="var" arg="dir" op="equ" val="norm">
                      <dgm:alg type="tx">
                        <dgm:param type="parTxLTRAlign" val="l"/>
                        <dgm:param type="parTxRTLAlign" val="l"/>
                      </dgm:alg>
                    </dgm:if>
                    <dgm:else name="Name16">
                      <dgm:alg type="tx">
                        <dgm:param type="parTxLTRAlign" val="r"/>
                        <dgm:param type="parTxRTLAlign" val="r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self" ptType="node"/>
                  <dgm:constrLst>
                    <dgm:constr type="lMarg"/>
                    <dgm:constr type="rMarg"/>
                    <dgm:constr type="tMarg" refType="primFontSz" fact="0.1"/>
                    <dgm:constr type="bMarg" refType="primFontSz" fact="0.1"/>
                  </dgm:constrLst>
                  <dgm:ruleLst>
                    <dgm:rule type="h" val="INF" fact="NaN" max="NaN"/>
                  </dgm:ruleLst>
                </dgm:layoutNode>
                <dgm:forEach name="Name17" axis="ch" ptType="node" cnt="1">
                  <dgm:layoutNode name="indentDot1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hoose name="Name18">
                      <dgm:if name="Name19" func="var" arg="dir" op="equ" val="norm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l" for="ch" forName="smCircle1" refType="r" refFor="ch" refForName="gap1"/>
                        </dgm:constrLst>
                      </dgm:if>
                      <dgm:else name="Name20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r" for="ch" forName="smCircle1" refType="l" refFor="ch" refForName="gap1"/>
                        </dgm:constrLst>
                      </dgm:else>
                    </dgm:choose>
                    <dgm:layoutNode name="gap1">
                      <dgm:alg type="sp"/>
                      <dgm:shape xmlns:r="http://schemas.openxmlformats.org/officeDocument/2006/relationships" type="rect" r:blip="" hideGeom="1">
                        <dgm:adjLst/>
                      </dgm:shape>
                      <dgm:presOf/>
                    </dgm:layoutNode>
                    <dgm:layoutNode name="smCircle1" styleLbl="vennNode1">
                      <dgm:alg type="sp"/>
                      <dgm:shape xmlns:r="http://schemas.openxmlformats.org/officeDocument/2006/relationships" type="ellipse" r:blip="">
                        <dgm:adjLst/>
                      </dgm:shape>
                      <dgm:presOf/>
                      <dgm:constrLst>
                        <dgm:constr type="w" refType="h"/>
                      </dgm:constrLst>
                    </dgm:layoutNode>
                  </dgm:layoutNode>
                </dgm:forEach>
                <dgm:forEach name="Name21" axis="ch" ptType="node">
                  <dgm:layoutNode name="txLvl3" styleLbl="revTx">
                    <dgm:varLst>
                      <dgm:bulletEnabled val="1"/>
                    </dgm:varLst>
                    <dgm:choose name="Name22">
                      <dgm:if name="Name23" func="var" arg="dir" op="equ" val="norm">
                        <dgm:alg type="tx">
                          <dgm:param type="parTxLTRAlign" val="l"/>
                          <dgm:param type="parTxRTLAlign" val="l"/>
                          <dgm:param type="shpTxLTRAlignCh" val="l"/>
                          <dgm:param type="shpTxRTLAlignCh" val="l"/>
                        </dgm:alg>
                      </dgm:if>
                      <dgm:else name="Name24">
                        <dgm:alg type="tx">
                          <dgm:param type="parTxLTRAlign" val="r"/>
                          <dgm:param type="parTxRTLAlign" val="r"/>
                          <dgm:param type="shpTxLTRAlignCh" val="r"/>
                          <dgm:param type="shpTxRTLAlignCh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"/>
                    <dgm:choose name="Name25">
                      <dgm:if name="Name26" func="var" arg="dir" op="equ" val="norm">
                        <dgm:constrLst>
                          <dgm:constr type="userI"/>
                          <dgm:constr type="lMarg" refType="userI" fact="8.504"/>
                          <dgm:constr type="rMarg"/>
                          <dgm:constr type="tMarg" refType="primFontSz" fact="0.1"/>
                          <dgm:constr type="bMarg" refType="primFontSz" fact="0.1"/>
                        </dgm:constrLst>
                      </dgm:if>
                      <dgm:else name="Name27">
                        <dgm:constrLst>
                          <dgm:constr type="userI"/>
                          <dgm:constr type="lMarg"/>
                          <dgm:constr type="rMarg" refType="userI" fact="8.504"/>
                          <dgm:constr type="tMarg" refType="primFontSz" fact="0.1"/>
                          <dgm:constr type="bMarg" refType="primFontSz" fact="0.1"/>
                        </dgm:constrLst>
                      </dgm:else>
                    </dgm:choose>
                    <dgm:ruleLst>
                      <dgm:rule type="h" val="INF" fact="NaN" max="NaN"/>
                    </dgm:ruleLst>
                  </dgm:layoutNode>
                  <dgm:forEach name="Name28" axis="followSib" ptType="sibTrans" cnt="1">
                    <dgm:layoutNode name="indentDot2">
                      <dgm:alg type="composite"/>
                      <dgm:shape xmlns:r="http://schemas.openxmlformats.org/officeDocument/2006/relationships" r:blip="">
                        <dgm:adjLst/>
                      </dgm:shape>
                      <dgm:presOf/>
                      <dgm:choose name="Name29">
                        <dgm:if name="Name30" func="var" arg="dir" op="equ" val="norm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l" for="ch" forName="smCircle2" refType="r" refFor="ch" refForName="gap2"/>
                          </dgm:constrLst>
                        </dgm:if>
                        <dgm:else name="Name31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r" for="ch" forName="smCircle2" refType="l" refFor="ch" refForName="gap2"/>
                          </dgm:constrLst>
                        </dgm:else>
                      </dgm:choose>
                      <dgm:layoutNode name="gap2">
                        <dgm:alg type="sp"/>
                        <dgm:shape xmlns:r="http://schemas.openxmlformats.org/officeDocument/2006/relationships" type="rect" r:blip="" hideGeom="1">
                          <dgm:adjLst/>
                        </dgm:shape>
                        <dgm:presOf/>
                      </dgm:layoutNode>
                      <dgm:layoutNode name="smCircle2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layoutNode>
                  </dgm:forEach>
                </dgm:forEach>
                <dgm:choose name="Name32">
                  <dgm:if name="Name33" axis="ch" ptType="node" func="cnt" op="gte" val="1">
                    <dgm:forEach name="Name34" axis="followSib" ptType="sibTrans" cnt="1">
                      <dgm:layoutNode name="indentDot3">
                        <dgm:alg type="composite"/>
                        <dgm:shape xmlns:r="http://schemas.openxmlformats.org/officeDocument/2006/relationships" r:blip="">
                          <dgm:adjLst/>
                        </dgm:shape>
                        <dgm:presOf/>
                        <dgm:choose name="Name35">
                          <dgm:if name="Name36" func="var" arg="dir" op="equ" val="norm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l" for="ch" forName="smCircle3" refType="r" refFor="ch" refForName="gap3"/>
                            </dgm:constrLst>
                          </dgm:if>
                          <dgm:else name="Name37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r" for="ch" forName="smCircle3" refType="l" refFor="ch" refForName="gap3"/>
                            </dgm:constrLst>
                          </dgm:else>
                        </dgm:choose>
                        <dgm:layoutNode name="gap3">
                          <dgm:alg type="sp"/>
                          <dgm:shape xmlns:r="http://schemas.openxmlformats.org/officeDocument/2006/relationships" type="rect" r:blip="" hideGeom="1">
                            <dgm:adjLst/>
                          </dgm:shape>
                          <dgm:presOf/>
                        </dgm:layoutNode>
                        <dgm:layoutNode name="smCircle3" styleLbl="vennNode1">
                          <dgm:alg type="sp"/>
                          <dgm:shape xmlns:r="http://schemas.openxmlformats.org/officeDocument/2006/relationships" type="ellipse" r:blip="">
                            <dgm:adjLst/>
                          </dgm:shape>
                          <dgm:presOf/>
                          <dgm:constrLst>
                            <dgm:constr type="w" refType="h"/>
                          </dgm:constrLst>
                        </dgm:layoutNode>
                      </dgm:layoutNode>
                    </dgm:forEach>
                  </dgm:if>
                  <dgm:else name="Name38">
                    <dgm:forEach name="Name39" axis="followSib" ptType="sibTrans" cnt="1">
                      <dgm:layoutNode name="smCircle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forEach>
                  </dgm:else>
                </dgm:choose>
              </dgm:forEach>
            </dgm:layoutNode>
          </dgm:layoutNode>
          <dgm:choose name="Name40">
            <dgm:if name="Name41" axis="followSib ch" ptType="node node" cnt="1 0" func="cnt" op="gte" val="1">
              <dgm:layoutNode name="overlap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if>
            <dgm:else name="Name42"/>
          </dgm:choose>
        </dgm:if>
        <dgm:else name="Name43">
          <dgm:layoutNode name="noChildren">
            <dgm:alg type="composite"/>
            <dgm:choose name="Name44">
              <dgm:if name="Name45" func="var" arg="dir" op="equ" val="norm">
                <dgm:constrLst>
                  <dgm:constr type="l" for="ch" forName="gap"/>
                  <dgm:constr type="w" for="ch" forName="gap" refType="w" fact="0.043"/>
                  <dgm:constr type="h" for="ch" forName="gap" refType="h"/>
                  <dgm:constr type="t" for="ch" forName="gap"/>
                  <dgm:constr type="l" for="ch" forName="medCircle2" refType="r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 refType="ctrX" refFor="ch" refForName="medCircle2"/>
                  <dgm:constr type="r" for="ch" forName="txLvlOnly1" refType="w"/>
                  <dgm:constr type="h" for="ch" forName="txLvlOnly1" refType="h"/>
                  <dgm:constr type="t" for="ch" forName="txLvlOnly1"/>
                </dgm:constrLst>
              </dgm:if>
              <dgm:else name="Name46">
                <dgm:constrLst>
                  <dgm:constr type="r" for="ch" forName="gap" refType="w"/>
                  <dgm:constr type="w" for="ch" forName="gap" refType="w" fact="0.043"/>
                  <dgm:constr type="h" for="ch" forName="gap" refType="h"/>
                  <dgm:constr type="t" for="ch" forName="gap"/>
                  <dgm:constr type="r" for="ch" forName="medCircle2" refType="l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/>
                  <dgm:constr type="r" for="ch" forName="txLvlOnly1" refType="ctrX" refFor="ch" refForName="medCircle2"/>
                  <dgm:constr type="h" for="ch" forName="txLvlOnly1" refType="h"/>
                  <dgm:constr type="t" for="ch" forName="txLvlOnly1"/>
                </dgm:constrLst>
              </dgm:else>
            </dgm:choose>
            <dgm:layoutNode name="g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medCircle2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Only1" styleLbl="revTx">
              <dgm:choose name="Name47">
                <dgm:if name="Name4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4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FA16A1DB-7406-44DA-8B5C-91F3444EAFA3}" type="datetimeFigureOut">
              <a:rPr lang="uk-UA" smtClean="0"/>
              <a:t>07.01.2025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9144" y="4882896"/>
            <a:ext cx="4050792" cy="1197864"/>
          </a:xfrm>
          <a:noFill/>
        </p:spPr>
        <p:txBody>
          <a:bodyPr wrap="square" rtlCol="0">
            <a:spAutoFit/>
          </a:bodyPr>
          <a:lstStyle>
            <a:lvl1pPr>
              <a:defRPr lang="en-US" sz="5400" dirty="0"/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7D0635E-008D-4740-9CE4-451D2BD47BBB}" type="slidenum">
              <a:rPr lang="uk-UA" smtClean="0"/>
              <a:t>‹№›</a:t>
            </a:fld>
            <a:endParaRPr lang="uk-UA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02728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A1DB-7406-44DA-8B5C-91F3444EAFA3}" type="datetimeFigureOut">
              <a:rPr lang="uk-UA" smtClean="0"/>
              <a:t>07.01.2025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0635E-008D-4740-9CE4-451D2BD47BB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66704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A1DB-7406-44DA-8B5C-91F3444EAFA3}" type="datetimeFigureOut">
              <a:rPr lang="uk-UA" smtClean="0"/>
              <a:t>07.01.2025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0635E-008D-4740-9CE4-451D2BD47BB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96431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A1DB-7406-44DA-8B5C-91F3444EAFA3}" type="datetimeFigureOut">
              <a:rPr lang="uk-UA" smtClean="0"/>
              <a:t>07.01.2025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0635E-008D-4740-9CE4-451D2BD47BB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46658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A1DB-7406-44DA-8B5C-91F3444EAFA3}" type="datetimeFigureOut">
              <a:rPr lang="uk-UA" smtClean="0"/>
              <a:t>07.01.2025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0635E-008D-4740-9CE4-451D2BD47BB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11124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A1DB-7406-44DA-8B5C-91F3444EAFA3}" type="datetimeFigureOut">
              <a:rPr lang="uk-UA" smtClean="0"/>
              <a:t>07.01.2025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0635E-008D-4740-9CE4-451D2BD47BB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24363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A1DB-7406-44DA-8B5C-91F3444EAFA3}" type="datetimeFigureOut">
              <a:rPr lang="uk-UA" smtClean="0"/>
              <a:t>07.01.2025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0635E-008D-4740-9CE4-451D2BD47BB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59832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A1DB-7406-44DA-8B5C-91F3444EAFA3}" type="datetimeFigureOut">
              <a:rPr lang="uk-UA" smtClean="0"/>
              <a:t>07.01.2025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0635E-008D-4740-9CE4-451D2BD47BB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62662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A1DB-7406-44DA-8B5C-91F3444EAFA3}" type="datetimeFigureOut">
              <a:rPr lang="uk-UA" smtClean="0"/>
              <a:t>07.01.2025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0635E-008D-4740-9CE4-451D2BD47BB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65117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 фотографі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A1DB-7406-44DA-8B5C-91F3444EAFA3}" type="datetimeFigureOut">
              <a:rPr lang="uk-UA" smtClean="0"/>
              <a:t>07.01.2025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0635E-008D-4740-9CE4-451D2BD47BB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74341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Назва та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A1DB-7406-44DA-8B5C-91F3444EAFA3}" type="datetimeFigureOut">
              <a:rPr lang="uk-UA" smtClean="0"/>
              <a:t>07.01.2025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0635E-008D-4740-9CE4-451D2BD47BB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152783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A1DB-7406-44DA-8B5C-91F3444EAFA3}" type="datetimeFigureOut">
              <a:rPr lang="uk-UA" smtClean="0"/>
              <a:t>07.01.2025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0635E-008D-4740-9CE4-451D2BD47BBB}" type="slidenum">
              <a:rPr lang="uk-UA" smtClean="0"/>
              <a:t>‹№›</a:t>
            </a:fld>
            <a:endParaRPr lang="uk-UA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030315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ка назв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A1DB-7406-44DA-8B5C-91F3444EAFA3}" type="datetimeFigureOut">
              <a:rPr lang="uk-UA" smtClean="0"/>
              <a:t>07.01.2025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0635E-008D-4740-9CE4-451D2BD47BB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905814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A1DB-7406-44DA-8B5C-91F3444EAFA3}" type="datetimeFigureOut">
              <a:rPr lang="uk-UA" smtClean="0"/>
              <a:t>07.01.2025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0635E-008D-4740-9CE4-451D2BD47BB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692850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ки з малю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A1DB-7406-44DA-8B5C-91F3444EAFA3}" type="datetimeFigureOut">
              <a:rPr lang="uk-UA" smtClean="0"/>
              <a:t>07.01.2025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0635E-008D-4740-9CE4-451D2BD47BB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308724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A1DB-7406-44DA-8B5C-91F3444EAFA3}" type="datetimeFigureOut">
              <a:rPr lang="uk-UA" smtClean="0"/>
              <a:t>07.01.2025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0635E-008D-4740-9CE4-451D2BD47BB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713863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A1DB-7406-44DA-8B5C-91F3444EAFA3}" type="datetimeFigureOut">
              <a:rPr lang="uk-UA" smtClean="0"/>
              <a:t>07.01.2025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0635E-008D-4740-9CE4-451D2BD47BB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51646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FA16A1DB-7406-44DA-8B5C-91F3444EAFA3}" type="datetimeFigureOut">
              <a:rPr lang="uk-UA" smtClean="0"/>
              <a:t>07.01.2025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D7D0635E-008D-4740-9CE4-451D2BD47BB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2121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>
              <a:lumMod val="60000"/>
              <a:lumOff val="40000"/>
            </a:schemeClr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8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7" Type="http://schemas.openxmlformats.org/officeDocument/2006/relationships/image" Target="../media/image9.jpeg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7" Type="http://schemas.openxmlformats.org/officeDocument/2006/relationships/image" Target="../media/image10.jpeg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7" Type="http://schemas.openxmlformats.org/officeDocument/2006/relationships/image" Target="../media/image11.png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5.xml"/><Relationship Id="rId13" Type="http://schemas.openxmlformats.org/officeDocument/2006/relationships/diagramLayout" Target="../diagrams/layout26.xml"/><Relationship Id="rId3" Type="http://schemas.openxmlformats.org/officeDocument/2006/relationships/diagramLayout" Target="../diagrams/layout24.xml"/><Relationship Id="rId7" Type="http://schemas.openxmlformats.org/officeDocument/2006/relationships/diagramData" Target="../diagrams/data25.xml"/><Relationship Id="rId12" Type="http://schemas.openxmlformats.org/officeDocument/2006/relationships/diagramData" Target="../diagrams/data26.xml"/><Relationship Id="rId2" Type="http://schemas.openxmlformats.org/officeDocument/2006/relationships/diagramData" Target="../diagrams/data24.xml"/><Relationship Id="rId16" Type="http://schemas.microsoft.com/office/2007/relationships/diagramDrawing" Target="../diagrams/drawing2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4.xml"/><Relationship Id="rId11" Type="http://schemas.microsoft.com/office/2007/relationships/diagramDrawing" Target="../diagrams/drawing25.xml"/><Relationship Id="rId5" Type="http://schemas.openxmlformats.org/officeDocument/2006/relationships/diagramColors" Target="../diagrams/colors24.xml"/><Relationship Id="rId15" Type="http://schemas.openxmlformats.org/officeDocument/2006/relationships/diagramColors" Target="../diagrams/colors26.xml"/><Relationship Id="rId10" Type="http://schemas.openxmlformats.org/officeDocument/2006/relationships/diagramColors" Target="../diagrams/colors25.xml"/><Relationship Id="rId4" Type="http://schemas.openxmlformats.org/officeDocument/2006/relationships/diagramQuickStyle" Target="../diagrams/quickStyle24.xml"/><Relationship Id="rId9" Type="http://schemas.openxmlformats.org/officeDocument/2006/relationships/diagramQuickStyle" Target="../diagrams/quickStyle25.xml"/><Relationship Id="rId14" Type="http://schemas.openxmlformats.org/officeDocument/2006/relationships/diagramQuickStyle" Target="../diagrams/quickStyle2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1.xml"/><Relationship Id="rId3" Type="http://schemas.openxmlformats.org/officeDocument/2006/relationships/diagramLayout" Target="../diagrams/layout30.xml"/><Relationship Id="rId7" Type="http://schemas.openxmlformats.org/officeDocument/2006/relationships/diagramData" Target="../diagrams/data31.xml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0.xml"/><Relationship Id="rId11" Type="http://schemas.microsoft.com/office/2007/relationships/diagramDrawing" Target="../diagrams/drawing31.xml"/><Relationship Id="rId5" Type="http://schemas.openxmlformats.org/officeDocument/2006/relationships/diagramColors" Target="../diagrams/colors30.xml"/><Relationship Id="rId10" Type="http://schemas.openxmlformats.org/officeDocument/2006/relationships/diagramColors" Target="../diagrams/colors31.xml"/><Relationship Id="rId4" Type="http://schemas.openxmlformats.org/officeDocument/2006/relationships/diagramQuickStyle" Target="../diagrams/quickStyle30.xml"/><Relationship Id="rId9" Type="http://schemas.openxmlformats.org/officeDocument/2006/relationships/diagramQuickStyle" Target="../diagrams/quickStyle3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2.xml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5.xml"/><Relationship Id="rId3" Type="http://schemas.openxmlformats.org/officeDocument/2006/relationships/diagramLayout" Target="../diagrams/layout34.xml"/><Relationship Id="rId7" Type="http://schemas.openxmlformats.org/officeDocument/2006/relationships/diagramData" Target="../diagrams/data35.xml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4.xml"/><Relationship Id="rId11" Type="http://schemas.microsoft.com/office/2007/relationships/diagramDrawing" Target="../diagrams/drawing35.xml"/><Relationship Id="rId5" Type="http://schemas.openxmlformats.org/officeDocument/2006/relationships/diagramColors" Target="../diagrams/colors34.xml"/><Relationship Id="rId10" Type="http://schemas.openxmlformats.org/officeDocument/2006/relationships/diagramColors" Target="../diagrams/colors35.xml"/><Relationship Id="rId4" Type="http://schemas.openxmlformats.org/officeDocument/2006/relationships/diagramQuickStyle" Target="../diagrams/quickStyle34.xml"/><Relationship Id="rId9" Type="http://schemas.openxmlformats.org/officeDocument/2006/relationships/diagramQuickStyle" Target="../diagrams/quickStyle3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6.xml"/><Relationship Id="rId2" Type="http://schemas.openxmlformats.org/officeDocument/2006/relationships/diagramData" Target="../diagrams/data3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6.xml"/><Relationship Id="rId5" Type="http://schemas.openxmlformats.org/officeDocument/2006/relationships/diagramColors" Target="../diagrams/colors36.xml"/><Relationship Id="rId4" Type="http://schemas.openxmlformats.org/officeDocument/2006/relationships/diagramQuickStyle" Target="../diagrams/quickStyl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C4D235-2729-D38A-C152-45B578CAA8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dirty="0"/>
              <a:t>Українська революція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61EB637E-1A5E-6B9E-13DD-706B08B461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uk-UA" dirty="0"/>
              <a:t>Частина 2</a:t>
            </a:r>
          </a:p>
        </p:txBody>
      </p:sp>
    </p:spTree>
    <p:extLst>
      <p:ext uri="{BB962C8B-B14F-4D97-AF65-F5344CB8AC3E}">
        <p14:creationId xmlns:p14="http://schemas.microsoft.com/office/powerpoint/2010/main" val="214844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20107874-23AE-52A3-20DD-1B67F4998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Короткий зміст попередньої лекції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D8B85EDA-6184-277A-A768-548605A3FE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80399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7371A2-C743-75AE-6FC2-3F0AD56B4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72429E2-DE71-6310-5052-45D89E0F3D3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03913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208A0-97B1-6DAB-47B5-A01B5D2DA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CAFC9EA-B462-3AD9-542A-C30D1F683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Політичні події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D97CFD3F-C169-DF38-6CB9-7E233806F8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41355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49EC22-A001-8834-7CDE-878DE9987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Добровільні</a:t>
            </a:r>
            <a:r>
              <a:rPr lang="ru-RU" dirty="0"/>
              <a:t> </a:t>
            </a:r>
            <a:r>
              <a:rPr lang="ru-RU" dirty="0" err="1"/>
              <a:t>військово-міліцейські</a:t>
            </a:r>
            <a:r>
              <a:rPr lang="ru-RU" dirty="0"/>
              <a:t> </a:t>
            </a:r>
            <a:r>
              <a:rPr lang="ru-RU" dirty="0" err="1"/>
              <a:t>формування</a:t>
            </a:r>
            <a:r>
              <a:rPr lang="ru-RU" dirty="0"/>
              <a:t> в </a:t>
            </a:r>
            <a:r>
              <a:rPr lang="ru-RU" dirty="0" err="1"/>
              <a:t>Україні</a:t>
            </a:r>
            <a:r>
              <a:rPr lang="ru-RU" dirty="0"/>
              <a:t> в 1917–1918 </a:t>
            </a:r>
            <a:r>
              <a:rPr lang="ru-RU" dirty="0" err="1"/>
              <a:t>рр</a:t>
            </a:r>
            <a:r>
              <a:rPr lang="ru-RU" dirty="0"/>
              <a:t>.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965D0DB-B19D-14F1-8550-D570ACB227F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r>
              <a:rPr lang="ru-RU" sz="2800" dirty="0" err="1"/>
              <a:t>створені</a:t>
            </a:r>
            <a:r>
              <a:rPr lang="ru-RU" sz="2800" dirty="0"/>
              <a:t> за </a:t>
            </a:r>
            <a:r>
              <a:rPr lang="ru-RU" sz="2800" dirty="0" err="1"/>
              <a:t>територіальним</a:t>
            </a:r>
            <a:r>
              <a:rPr lang="ru-RU" sz="2800" dirty="0"/>
              <a:t> принципом для </a:t>
            </a:r>
            <a:r>
              <a:rPr lang="ru-RU" sz="2800" dirty="0" err="1"/>
              <a:t>охорони</a:t>
            </a:r>
            <a:r>
              <a:rPr lang="ru-RU" sz="2800" dirty="0"/>
              <a:t> правопорядку та </a:t>
            </a:r>
            <a:r>
              <a:rPr lang="ru-RU" sz="2800" dirty="0" err="1"/>
              <a:t>підтримки</a:t>
            </a:r>
            <a:r>
              <a:rPr lang="ru-RU" sz="2800" dirty="0"/>
              <a:t> </a:t>
            </a:r>
            <a:r>
              <a:rPr lang="ru-RU" sz="2800" dirty="0" err="1"/>
              <a:t>місцевої</a:t>
            </a:r>
            <a:r>
              <a:rPr lang="ru-RU" sz="2800" dirty="0"/>
              <a:t> </a:t>
            </a:r>
            <a:r>
              <a:rPr lang="ru-RU" sz="2800" dirty="0" err="1"/>
              <a:t>української</a:t>
            </a:r>
            <a:r>
              <a:rPr lang="ru-RU" sz="2800" dirty="0"/>
              <a:t> </a:t>
            </a:r>
            <a:r>
              <a:rPr lang="ru-RU" sz="2800" dirty="0" err="1"/>
              <a:t>влади</a:t>
            </a:r>
            <a:r>
              <a:rPr lang="ru-RU" sz="2800" dirty="0"/>
              <a:t>, </a:t>
            </a:r>
            <a:r>
              <a:rPr lang="ru-RU" sz="2800" dirty="0" err="1"/>
              <a:t>називали</a:t>
            </a:r>
            <a:endParaRPr lang="uk-UA" sz="28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980B981-F1EE-38C0-530C-4AD7ADAED9B8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760774329"/>
              </p:ext>
            </p:extLst>
          </p:nvPr>
        </p:nvGraphicFramePr>
        <p:xfrm>
          <a:off x="5993971" y="2063396"/>
          <a:ext cx="5086538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54010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2B3C58-8BE3-E7EA-C691-A96FC7191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«Самостійники» були ініціаторами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4D30EAB-E12B-5BE7-027F-89F20FDCD38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20F56B8-2132-8FCC-9F6D-B3455E35CC6D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2845644004"/>
              </p:ext>
            </p:extLst>
          </p:nvPr>
        </p:nvGraphicFramePr>
        <p:xfrm>
          <a:off x="5993971" y="2063396"/>
          <a:ext cx="5086538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62195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B36E32-8E70-2FAF-974B-5A45F6613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До </a:t>
            </a:r>
            <a:r>
              <a:rPr lang="ru-RU" dirty="0" err="1"/>
              <a:t>якого</a:t>
            </a:r>
            <a:r>
              <a:rPr lang="ru-RU" dirty="0"/>
              <a:t> </a:t>
            </a:r>
            <a:r>
              <a:rPr lang="ru-RU" dirty="0" err="1"/>
              <a:t>періоду</a:t>
            </a:r>
            <a:r>
              <a:rPr lang="ru-RU" dirty="0"/>
              <a:t> </a:t>
            </a:r>
            <a:r>
              <a:rPr lang="ru-RU" dirty="0" err="1"/>
              <a:t>Української</a:t>
            </a:r>
            <a:r>
              <a:rPr lang="ru-RU" dirty="0"/>
              <a:t> </a:t>
            </a:r>
            <a:r>
              <a:rPr lang="ru-RU" dirty="0" err="1"/>
              <a:t>революції</a:t>
            </a:r>
            <a:r>
              <a:rPr lang="ru-RU" dirty="0"/>
              <a:t> належать </a:t>
            </a:r>
            <a:r>
              <a:rPr lang="ru-RU" dirty="0" err="1"/>
              <a:t>цитовані</a:t>
            </a:r>
            <a:r>
              <a:rPr lang="ru-RU" dirty="0"/>
              <a:t> </a:t>
            </a:r>
            <a:r>
              <a:rPr lang="ru-RU" dirty="0" err="1"/>
              <a:t>документи</a:t>
            </a:r>
            <a:r>
              <a:rPr lang="ru-RU" dirty="0"/>
              <a:t>?</a:t>
            </a:r>
            <a:endParaRPr lang="uk-UA" dirty="0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3C7A165A-1C43-4720-05F0-34942ADF987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1" y="2362654"/>
            <a:ext cx="5088714" cy="3311189"/>
          </a:xfrm>
        </p:spPr>
        <p:txBody>
          <a:bodyPr>
            <a:normAutofit fontScale="70000" lnSpcReduction="20000"/>
          </a:bodyPr>
          <a:lstStyle/>
          <a:p>
            <a:pPr algn="l">
              <a:buFont typeface="+mj-lt"/>
              <a:buAutoNum type="arabicPeriod"/>
            </a:pP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«Після довгих… сумнівів Генеральний Секретаріат прийшов до тієї думки, щоб крайова влада стала фактичною, під нею повинна бути міцна підвалина, і такою підвалиною може бути тільки проголошення Української Народної Республіки…»</a:t>
            </a:r>
          </a:p>
          <a:p>
            <a:pPr algn="l">
              <a:buFont typeface="+mj-lt"/>
              <a:buAutoNum type="arabicPeriod"/>
            </a:pP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«Ми відчули, що нам, українській демократії, у спину хтось ніж готує… більшовики концентрують своє військо для розбиття УНР. …На ультиматум я дивлюсь як на потоптання наших прав…»</a:t>
            </a:r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4CB64C42-8BC0-B55A-5409-1F38B3DD3CAC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4054205009"/>
              </p:ext>
            </p:extLst>
          </p:nvPr>
        </p:nvGraphicFramePr>
        <p:xfrm>
          <a:off x="5993971" y="2063396"/>
          <a:ext cx="5086538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78843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77ABD4-7BC9-A840-BF21-0F7EB3BEA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Українську Народну Республіку проголошено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FD70849-B085-B846-2420-B60F11A6FCE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529B2C9-28A4-1CFC-DDBB-470CA656A5E6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4112114708"/>
              </p:ext>
            </p:extLst>
          </p:nvPr>
        </p:nvGraphicFramePr>
        <p:xfrm>
          <a:off x="5993971" y="2063396"/>
          <a:ext cx="5086538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42652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AD4B89-6C84-3EB0-3359-0AC4D8046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діячеві</a:t>
            </a:r>
            <a:r>
              <a:rPr lang="ru-RU" dirty="0"/>
              <a:t> належать </a:t>
            </a:r>
            <a:r>
              <a:rPr lang="ru-RU" dirty="0" err="1"/>
              <a:t>такі</a:t>
            </a:r>
            <a:r>
              <a:rPr lang="ru-RU" dirty="0"/>
              <a:t> </a:t>
            </a:r>
            <a:r>
              <a:rPr lang="ru-RU" dirty="0" err="1"/>
              <a:t>факти</a:t>
            </a:r>
            <a:r>
              <a:rPr lang="ru-RU" dirty="0"/>
              <a:t> </a:t>
            </a:r>
            <a:r>
              <a:rPr lang="ru-RU" dirty="0" err="1"/>
              <a:t>біографії</a:t>
            </a:r>
            <a:r>
              <a:rPr lang="ru-RU" dirty="0"/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96EB83F-86BB-A53F-1B26-6666555D311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«Позитивно сприйнявши повалення царизму революцією 1917 р., став одним із ініціаторів створення Української Центральної Ради (УЦР). Став заступником голови УЦР, членом Малої ради, генеральним секретарем міжнаціональних справ у Генеральному секретаріаті УЦР. У червні 1917 р. очолив Українську партію соціалістів-федералістів»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FC035C3-817A-EB48-D2C1-1F13B5E7D5CF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4231515574"/>
              </p:ext>
            </p:extLst>
          </p:nvPr>
        </p:nvGraphicFramePr>
        <p:xfrm>
          <a:off x="5993971" y="2063396"/>
          <a:ext cx="5086538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04958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543763-38BE-58AF-6A58-6133C5505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 err="1"/>
              <a:t>Який</a:t>
            </a:r>
            <a:r>
              <a:rPr lang="ru-RU" sz="3600" dirty="0"/>
              <a:t> «момент </a:t>
            </a:r>
            <a:r>
              <a:rPr lang="ru-RU" sz="3600" dirty="0" err="1"/>
              <a:t>кривавої</a:t>
            </a:r>
            <a:r>
              <a:rPr lang="ru-RU" sz="3600" dirty="0"/>
              <a:t> </a:t>
            </a:r>
            <a:r>
              <a:rPr lang="ru-RU" sz="3600" dirty="0" err="1"/>
              <a:t>боротьби</a:t>
            </a:r>
            <a:r>
              <a:rPr lang="ru-RU" sz="3600" dirty="0"/>
              <a:t> в </a:t>
            </a:r>
            <a:r>
              <a:rPr lang="ru-RU" sz="3600" dirty="0" err="1"/>
              <a:t>Росії</a:t>
            </a:r>
            <a:r>
              <a:rPr lang="ru-RU" sz="3600" dirty="0"/>
              <a:t>» </a:t>
            </a:r>
            <a:r>
              <a:rPr lang="ru-RU" sz="3600" dirty="0" err="1"/>
              <a:t>спонукав</a:t>
            </a:r>
            <a:r>
              <a:rPr lang="ru-RU" sz="3600" dirty="0"/>
              <a:t> </a:t>
            </a:r>
            <a:r>
              <a:rPr lang="ru-RU" sz="3600" dirty="0" err="1"/>
              <a:t>Генеральний</a:t>
            </a:r>
            <a:r>
              <a:rPr lang="ru-RU" sz="3600" dirty="0"/>
              <a:t> </a:t>
            </a:r>
            <a:r>
              <a:rPr lang="ru-RU" sz="3600" dirty="0" err="1"/>
              <a:t>секретаріат</a:t>
            </a:r>
            <a:r>
              <a:rPr lang="ru-RU" sz="3600" dirty="0"/>
              <a:t> до </a:t>
            </a:r>
            <a:r>
              <a:rPr lang="ru-RU" sz="3600" dirty="0" err="1"/>
              <a:t>прийняття</a:t>
            </a:r>
            <a:r>
              <a:rPr lang="ru-RU" sz="3600" dirty="0"/>
              <a:t> такого </a:t>
            </a:r>
            <a:r>
              <a:rPr lang="ru-RU" sz="3600" dirty="0" err="1"/>
              <a:t>рішення</a:t>
            </a:r>
            <a:endParaRPr lang="uk-UA" sz="36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A69CA6B-EAFE-005F-E6B3-44BB357643C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Високі збори! Грізний момент кривавої боротьби в Росії… потребує від українських партій рішучих кроків. …Після довгих міркувань і сумнівів Генеральний секретаріат прийшов до тої думки, що для того, аби крайова влада стала справжньою фактичною владою, під нею має бути міцна підвалина, і такою підвалиною може бути тільки проголошення Української Народної Республіки, яка буде повноправним тілом у міцній спілці народів Росії…»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986B575-DA80-6AF9-BFB2-39E0C3100FAC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3808696472"/>
              </p:ext>
            </p:extLst>
          </p:nvPr>
        </p:nvGraphicFramePr>
        <p:xfrm>
          <a:off x="5993971" y="2063396"/>
          <a:ext cx="5086538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96978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3AEC6-7404-8C4A-8B84-AEFBC155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67491A-8085-27B5-B831-BDC2C7764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/>
              <a:t>Яким </a:t>
            </a:r>
            <a:r>
              <a:rPr lang="ru-RU" sz="3600" dirty="0" err="1"/>
              <a:t>Універсалом</a:t>
            </a:r>
            <a:r>
              <a:rPr lang="ru-RU" sz="3600" dirty="0"/>
              <a:t> </a:t>
            </a:r>
            <a:r>
              <a:rPr lang="ru-RU" sz="3600" dirty="0" err="1"/>
              <a:t>Української</a:t>
            </a:r>
            <a:r>
              <a:rPr lang="ru-RU" sz="3600" dirty="0"/>
              <a:t> </a:t>
            </a:r>
            <a:r>
              <a:rPr lang="ru-RU" sz="3600" dirty="0" err="1"/>
              <a:t>Центральної</a:t>
            </a:r>
            <a:r>
              <a:rPr lang="ru-RU" sz="3600" dirty="0"/>
              <a:t> Ради </a:t>
            </a:r>
            <a:r>
              <a:rPr lang="ru-RU" sz="3600" dirty="0" err="1"/>
              <a:t>закладено</a:t>
            </a:r>
            <a:r>
              <a:rPr lang="ru-RU" sz="3600" dirty="0"/>
              <a:t> «</a:t>
            </a:r>
            <a:r>
              <a:rPr lang="ru-RU" sz="3600" dirty="0" err="1"/>
              <a:t>міцну</a:t>
            </a:r>
            <a:r>
              <a:rPr lang="ru-RU" sz="3600" dirty="0"/>
              <a:t> </a:t>
            </a:r>
            <a:r>
              <a:rPr lang="ru-RU" sz="3600" dirty="0" err="1"/>
              <a:t>підвалину</a:t>
            </a:r>
            <a:r>
              <a:rPr lang="ru-RU" sz="3600" dirty="0"/>
              <a:t>», «</a:t>
            </a:r>
            <a:r>
              <a:rPr lang="ru-RU" sz="3600" dirty="0" err="1"/>
              <a:t>аби</a:t>
            </a:r>
            <a:r>
              <a:rPr lang="ru-RU" sz="3600" dirty="0"/>
              <a:t> крайова </a:t>
            </a:r>
            <a:r>
              <a:rPr lang="ru-RU" sz="3600" dirty="0" err="1"/>
              <a:t>влада</a:t>
            </a:r>
            <a:r>
              <a:rPr lang="ru-RU" sz="3600" dirty="0"/>
              <a:t> стала </a:t>
            </a:r>
            <a:r>
              <a:rPr lang="ru-RU" sz="3600" dirty="0" err="1"/>
              <a:t>справжньою</a:t>
            </a:r>
            <a:r>
              <a:rPr lang="ru-RU" sz="3600" dirty="0"/>
              <a:t> фактичною </a:t>
            </a:r>
            <a:r>
              <a:rPr lang="ru-RU" sz="3600" dirty="0" err="1"/>
              <a:t>владою</a:t>
            </a:r>
            <a:r>
              <a:rPr lang="ru-RU" sz="3600" dirty="0"/>
              <a:t>»?</a:t>
            </a:r>
            <a:endParaRPr lang="uk-UA" sz="36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7D3907A-1C3F-81AE-3B6B-050876D086D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Високі збори! Грізний момент кривавої боротьби в Росії… потребує від українських партій рішучих кроків. …Після довгих міркувань і сумнівів Генеральний секретаріат прийшов до тої думки, що для того, аби крайова влада стала справжньою фактичною владою, під нею має бути міцна підвалина, і такою підвалиною може бути тільки проголошення Української Народної Республіки, яка буде повноправним тілом у міцній спілці народів Росії…»</a:t>
            </a:r>
            <a:endParaRPr lang="uk-UA" dirty="0"/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C7FA487C-135B-379B-6AED-68A627A759C0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897368512"/>
              </p:ext>
            </p:extLst>
          </p:nvPr>
        </p:nvGraphicFramePr>
        <p:xfrm>
          <a:off x="5993971" y="2063396"/>
          <a:ext cx="5086538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75710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AA4AB-7C13-5EE0-81C4-47014C0DE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B5823E-BDF8-B10F-3187-32E5D2973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 err="1"/>
              <a:t>Укажіть</a:t>
            </a:r>
            <a:r>
              <a:rPr lang="ru-RU" sz="3600" dirty="0"/>
              <a:t> картосхему, на </a:t>
            </a:r>
            <a:r>
              <a:rPr lang="ru-RU" sz="3600" dirty="0" err="1"/>
              <a:t>якій</a:t>
            </a:r>
            <a:r>
              <a:rPr lang="ru-RU" sz="3600" dirty="0"/>
              <a:t> </a:t>
            </a:r>
            <a:r>
              <a:rPr lang="ru-RU" sz="3600" dirty="0" err="1"/>
              <a:t>відображено</a:t>
            </a:r>
            <a:r>
              <a:rPr lang="ru-RU" sz="3600" dirty="0"/>
              <a:t> </a:t>
            </a:r>
            <a:r>
              <a:rPr lang="ru-RU" sz="3600" dirty="0" err="1"/>
              <a:t>територіальні</a:t>
            </a:r>
            <a:r>
              <a:rPr lang="ru-RU" sz="3600" dirty="0"/>
              <a:t> </a:t>
            </a:r>
            <a:r>
              <a:rPr lang="ru-RU" sz="3600" dirty="0" err="1"/>
              <a:t>межі</a:t>
            </a:r>
            <a:r>
              <a:rPr lang="ru-RU" sz="3600" dirty="0"/>
              <a:t> </a:t>
            </a:r>
            <a:r>
              <a:rPr lang="ru-RU" sz="3600" dirty="0" err="1"/>
              <a:t>Української</a:t>
            </a:r>
            <a:r>
              <a:rPr lang="ru-RU" sz="3600" dirty="0"/>
              <a:t> </a:t>
            </a:r>
            <a:r>
              <a:rPr lang="ru-RU" sz="3600" dirty="0" err="1"/>
              <a:t>Народної</a:t>
            </a:r>
            <a:r>
              <a:rPr lang="ru-RU" sz="3600" dirty="0"/>
              <a:t> </a:t>
            </a:r>
            <a:r>
              <a:rPr lang="ru-RU" sz="3600" dirty="0" err="1"/>
              <a:t>Республіки</a:t>
            </a:r>
            <a:r>
              <a:rPr lang="ru-RU" sz="3600" dirty="0"/>
              <a:t> на момент </a:t>
            </a:r>
            <a:r>
              <a:rPr lang="ru-RU" sz="3600" dirty="0" err="1"/>
              <a:t>її</a:t>
            </a:r>
            <a:r>
              <a:rPr lang="ru-RU" sz="3600" dirty="0"/>
              <a:t> </a:t>
            </a:r>
            <a:r>
              <a:rPr lang="ru-RU" sz="3600" dirty="0" err="1"/>
              <a:t>проголошення</a:t>
            </a:r>
            <a:r>
              <a:rPr lang="ru-RU" sz="3600" dirty="0"/>
              <a:t>.</a:t>
            </a:r>
            <a:endParaRPr lang="uk-UA" sz="36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E1D9A76-FE26-3D87-7B27-2128F7CF2A6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Високі збори! Грізний момент кривавої боротьби в Росії… потребує від українських партій рішучих кроків. …Після довгих міркувань і сумнівів Генеральний секретаріат прийшов до тої думки, що для того, аби крайова влада стала справжньою фактичною владою, під нею має бути міцна підвалина, і такою підвалиною може бути тільки проголошення Української Народної Республіки, яка буде повноправним тілом у міцній спілці народів Росії…»</a:t>
            </a:r>
            <a:endParaRPr lang="uk-UA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10FF6BA-84E8-72FB-D7B3-49A830C96CF3}"/>
              </a:ext>
            </a:extLst>
          </p:cNvPr>
          <p:cNvPicPr>
            <a:picLocks noGrp="1" noChangeAspect="1" noChangeArrowheads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9483" y="2014836"/>
            <a:ext cx="2263200" cy="1704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23D2AA8-2912-BB56-42E0-372B9CCAEC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8176" y="2134750"/>
            <a:ext cx="2263200" cy="1584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29149E91-9768-C88D-3595-496DDD7675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8176" y="3832035"/>
            <a:ext cx="2263200" cy="1659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AA24C18A-A2E4-47B2-A951-7DAA4194AF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9483" y="3832035"/>
            <a:ext cx="2263200" cy="1765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AA46CD0E-71E4-68EE-4B9F-24BA0C3A0D1B}"/>
              </a:ext>
            </a:extLst>
          </p:cNvPr>
          <p:cNvSpPr txBox="1">
            <a:spLocks/>
          </p:cNvSpPr>
          <p:nvPr/>
        </p:nvSpPr>
        <p:spPr>
          <a:xfrm>
            <a:off x="389314" y="5374585"/>
            <a:ext cx="10396882" cy="11581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 err="1">
                <a:solidFill>
                  <a:schemeClr val="bg1"/>
                </a:solidFill>
              </a:rPr>
              <a:t>Далі</a:t>
            </a:r>
            <a:r>
              <a:rPr lang="ru-RU" sz="3600" dirty="0">
                <a:solidFill>
                  <a:schemeClr val="bg1"/>
                </a:solidFill>
              </a:rPr>
              <a:t> карта </a:t>
            </a:r>
            <a:r>
              <a:rPr lang="ru-RU" sz="3600" dirty="0" err="1">
                <a:solidFill>
                  <a:schemeClr val="bg1"/>
                </a:solidFill>
              </a:rPr>
              <a:t>детальніше</a:t>
            </a:r>
            <a:endParaRPr lang="uk-UA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165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0D0341CC-B9C1-4696-F59A-0A03389EC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1694" y="0"/>
            <a:ext cx="8628611" cy="6500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1691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560AD5-F8FD-DCEB-1545-D833ADB45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Війна з </a:t>
            </a:r>
            <a:r>
              <a:rPr lang="uk-UA" dirty="0" err="1"/>
              <a:t>радянщиною</a:t>
            </a:r>
            <a:endParaRPr lang="uk-UA" dirty="0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0AD1952B-D49E-B4AB-6AD1-6F7EAD0B92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65399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2A9B60-EFEF-6652-1C0C-ECC1F361A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Зображені світлини є свідченням</a:t>
            </a:r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17FB7105-2170-A01F-B479-4E9E7E968BF8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312196491"/>
              </p:ext>
            </p:extLst>
          </p:nvPr>
        </p:nvGraphicFramePr>
        <p:xfrm>
          <a:off x="5993971" y="2063396"/>
          <a:ext cx="5086538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098" name="Picture 2">
            <a:extLst>
              <a:ext uri="{FF2B5EF4-FFF2-40B4-BE49-F238E27FC236}">
                <a16:creationId xmlns:a16="http://schemas.microsoft.com/office/drawing/2014/main" id="{EACBFBAC-D0ED-859E-B2B9-79AC56A84EE2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87"/>
          <a:stretch/>
        </p:blipFill>
        <p:spPr bwMode="auto">
          <a:xfrm>
            <a:off x="1650076" y="1843940"/>
            <a:ext cx="2539538" cy="173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6AB7F09D-7E28-148C-DF37-D0DA2BD339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13"/>
          <a:stretch/>
        </p:blipFill>
        <p:spPr bwMode="auto">
          <a:xfrm>
            <a:off x="1650076" y="3638809"/>
            <a:ext cx="2548400" cy="173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38488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4FC315-6359-A6CE-E3BF-0429FAAE0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4400" dirty="0"/>
              <a:t>Скликання І Всеукраїнського з’їзду рад ініційовано більшовиками з метою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B683332-0962-5ABD-9BB0-4BB7D69E622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260CE5E-399A-8202-A558-D4BED7EA9071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3751866553"/>
              </p:ext>
            </p:extLst>
          </p:nvPr>
        </p:nvGraphicFramePr>
        <p:xfrm>
          <a:off x="5993971" y="2063396"/>
          <a:ext cx="5086538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089808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46C50C-E96A-4690-3B59-3C86B472F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Перший </a:t>
            </a:r>
            <a:r>
              <a:rPr lang="ru-RU" dirty="0" err="1"/>
              <a:t>Всеукраїнський</a:t>
            </a:r>
            <a:r>
              <a:rPr lang="ru-RU" dirty="0"/>
              <a:t> </a:t>
            </a:r>
            <a:r>
              <a:rPr lang="ru-RU" dirty="0" err="1"/>
              <a:t>з’їзд</a:t>
            </a:r>
            <a:r>
              <a:rPr lang="ru-RU" dirty="0"/>
              <a:t> рад у </a:t>
            </a:r>
            <a:r>
              <a:rPr lang="ru-RU" dirty="0" err="1"/>
              <a:t>Харкові</a:t>
            </a:r>
            <a:r>
              <a:rPr lang="ru-RU" dirty="0"/>
              <a:t> </a:t>
            </a:r>
            <a:r>
              <a:rPr lang="ru-RU" dirty="0" err="1"/>
              <a:t>було</a:t>
            </a:r>
            <a:r>
              <a:rPr lang="ru-RU" dirty="0"/>
              <a:t> скликано з метою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4D0AAC4-FCFF-81C5-7DC3-2B2225B64BF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FB4863F-A7BE-39FA-81A8-500B8394C10D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625982952"/>
              </p:ext>
            </p:extLst>
          </p:nvPr>
        </p:nvGraphicFramePr>
        <p:xfrm>
          <a:off x="5993971" y="2063396"/>
          <a:ext cx="5086538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048126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FBC835-B506-7B33-9271-7FE808224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«Народний секретаріат» — це</a:t>
            </a:r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5BBD9843-5712-9AF4-6CFE-7A4B57FFA088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623694610"/>
              </p:ext>
            </p:extLst>
          </p:nvPr>
        </p:nvGraphicFramePr>
        <p:xfrm>
          <a:off x="685800" y="2063750"/>
          <a:ext cx="5087938" cy="3311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Місце для вмісту 4">
            <a:extLst>
              <a:ext uri="{FF2B5EF4-FFF2-40B4-BE49-F238E27FC236}">
                <a16:creationId xmlns:a16="http://schemas.microsoft.com/office/drawing/2014/main" id="{67584413-B49D-2878-5554-B7380754E7BA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175213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8446CD-B4AD-5F8E-82D5-308F8D72F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період</a:t>
            </a:r>
            <a:r>
              <a:rPr lang="ru-RU" dirty="0"/>
              <a:t> </a:t>
            </a:r>
            <a:r>
              <a:rPr lang="ru-RU" dirty="0" err="1"/>
              <a:t>Української</a:t>
            </a:r>
            <a:r>
              <a:rPr lang="ru-RU" dirty="0"/>
              <a:t> </a:t>
            </a:r>
            <a:r>
              <a:rPr lang="ru-RU" dirty="0" err="1"/>
              <a:t>революції</a:t>
            </a:r>
            <a:r>
              <a:rPr lang="ru-RU" dirty="0"/>
              <a:t> створено </a:t>
            </a:r>
            <a:r>
              <a:rPr lang="ru-RU" dirty="0" err="1"/>
              <a:t>цитовані</a:t>
            </a:r>
            <a:r>
              <a:rPr lang="ru-RU" dirty="0"/>
              <a:t> </a:t>
            </a:r>
            <a:r>
              <a:rPr lang="ru-RU" dirty="0" err="1"/>
              <a:t>документи</a:t>
            </a:r>
            <a:r>
              <a:rPr lang="ru-RU" dirty="0"/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3DC93AA-2E40-D0C1-298F-08A77C36CD4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uk-UA" dirty="0"/>
              <a:t>1. «…У разі неодержання задовільної відповіді …протягом 48 годин, Рада Народних Комісарів вважатиме Раду в стані відкритої війни проти Радянської влади в Росії і на Україні».</a:t>
            </a:r>
          </a:p>
          <a:p>
            <a:endParaRPr lang="uk-UA" dirty="0"/>
          </a:p>
          <a:p>
            <a:r>
              <a:rPr lang="uk-UA" dirty="0"/>
              <a:t>2. «…Однині Українська Народна Республіка стає самостійною, ні від кого не залежною, вільною, суверенною державою українського народу…»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2B7946E-FC84-F6D7-CFB9-D02389047224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2099458223"/>
              </p:ext>
            </p:extLst>
          </p:nvPr>
        </p:nvGraphicFramePr>
        <p:xfrm>
          <a:off x="5993971" y="2063396"/>
          <a:ext cx="5086538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075814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64D740-5503-B6C4-EF53-02750B2E3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Проаналізуйте зображену картосхему.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77BA1D6-F78A-2A58-2452-070955A982D6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383278132"/>
              </p:ext>
            </p:extLst>
          </p:nvPr>
        </p:nvGraphicFramePr>
        <p:xfrm>
          <a:off x="5993971" y="2063396"/>
          <a:ext cx="5086538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50" name="Picture 2">
            <a:extLst>
              <a:ext uri="{FF2B5EF4-FFF2-40B4-BE49-F238E27FC236}">
                <a16:creationId xmlns:a16="http://schemas.microsoft.com/office/drawing/2014/main" id="{355CFC0E-920C-5ED3-887A-7739CD3DFACC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542" y="2063750"/>
            <a:ext cx="4496454" cy="331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12009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799EA2-9D42-D7F6-78F1-BBDE23844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Перебіг</a:t>
            </a:r>
            <a:r>
              <a:rPr lang="ru-RU" dirty="0"/>
              <a:t> </a:t>
            </a:r>
            <a:r>
              <a:rPr lang="ru-RU" dirty="0" err="1"/>
              <a:t>яких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 </a:t>
            </a:r>
            <a:r>
              <a:rPr lang="ru-RU" dirty="0" err="1"/>
              <a:t>відображено</a:t>
            </a:r>
            <a:r>
              <a:rPr lang="ru-RU" dirty="0"/>
              <a:t> на </a:t>
            </a:r>
            <a:r>
              <a:rPr lang="ru-RU" dirty="0" err="1"/>
              <a:t>карті</a:t>
            </a:r>
            <a:r>
              <a:rPr lang="ru-RU" dirty="0"/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71B6EF9-8C2E-D7EC-D6A0-3A9CFC0A1B28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3339213516"/>
              </p:ext>
            </p:extLst>
          </p:nvPr>
        </p:nvGraphicFramePr>
        <p:xfrm>
          <a:off x="5993971" y="2063396"/>
          <a:ext cx="5086538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9E958C26-A5B0-36DF-F3C0-A81283FD6EB1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160" y="2063750"/>
            <a:ext cx="4579218" cy="331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21571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3F8B7F-FEE9-E124-CA7A-4A586A428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Наступ</a:t>
            </a:r>
            <a:r>
              <a:rPr lang="ru-RU" dirty="0"/>
              <a:t> </a:t>
            </a:r>
            <a:r>
              <a:rPr lang="ru-RU" dirty="0" err="1"/>
              <a:t>військ</a:t>
            </a:r>
            <a:r>
              <a:rPr lang="ru-RU" dirty="0"/>
              <a:t> </a:t>
            </a:r>
            <a:r>
              <a:rPr lang="ru-RU" dirty="0" err="1"/>
              <a:t>радянської</a:t>
            </a:r>
            <a:r>
              <a:rPr lang="ru-RU" dirty="0"/>
              <a:t> </a:t>
            </a:r>
            <a:r>
              <a:rPr lang="ru-RU" dirty="0" err="1"/>
              <a:t>Росії</a:t>
            </a:r>
            <a:r>
              <a:rPr lang="ru-RU" dirty="0"/>
              <a:t> на </a:t>
            </a:r>
            <a:r>
              <a:rPr lang="ru-RU" dirty="0" err="1"/>
              <a:t>Київ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B53646E-3487-3918-2A06-FAEAC921D02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прагнення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посилити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позиції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делегації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мирних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переговорах з державами Четверного союзу -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обставини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пришвидшили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прийняття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Українською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Центральною Радою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0514010-0464-74B5-E300-D20E73D49EEB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3592871702"/>
              </p:ext>
            </p:extLst>
          </p:nvPr>
        </p:nvGraphicFramePr>
        <p:xfrm>
          <a:off x="5993971" y="2063396"/>
          <a:ext cx="5086538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470224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BF49B5-E2FC-BD39-B140-497A4AE5B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dirty="0" err="1"/>
              <a:t>Що</a:t>
            </a:r>
            <a:r>
              <a:rPr lang="ru-RU" sz="4000" dirty="0"/>
              <a:t> </a:t>
            </a:r>
            <a:r>
              <a:rPr lang="ru-RU" sz="4000" dirty="0" err="1"/>
              <a:t>із</a:t>
            </a:r>
            <a:r>
              <a:rPr lang="ru-RU" sz="4000" dirty="0"/>
              <a:t> </a:t>
            </a:r>
            <a:r>
              <a:rPr lang="ru-RU" sz="4000" dirty="0" err="1"/>
              <a:t>зазначеного</a:t>
            </a:r>
            <a:r>
              <a:rPr lang="ru-RU" sz="4000" dirty="0"/>
              <a:t> </a:t>
            </a:r>
            <a:r>
              <a:rPr lang="ru-RU" sz="4000" dirty="0" err="1"/>
              <a:t>нижче</a:t>
            </a:r>
            <a:r>
              <a:rPr lang="ru-RU" sz="4000" dirty="0"/>
              <a:t> </a:t>
            </a:r>
            <a:r>
              <a:rPr lang="ru-RU" sz="4000" dirty="0" err="1"/>
              <a:t>було</a:t>
            </a:r>
            <a:r>
              <a:rPr lang="ru-RU" sz="4000" dirty="0"/>
              <a:t> </a:t>
            </a:r>
            <a:r>
              <a:rPr lang="ru-RU" sz="4000" dirty="0" err="1"/>
              <a:t>складовою</a:t>
            </a:r>
            <a:r>
              <a:rPr lang="ru-RU" sz="4000" dirty="0"/>
              <a:t> </a:t>
            </a:r>
            <a:r>
              <a:rPr lang="ru-RU" sz="4000" dirty="0" err="1"/>
              <a:t>політики</a:t>
            </a:r>
            <a:r>
              <a:rPr lang="ru-RU" sz="4000" dirty="0"/>
              <a:t> </a:t>
            </a:r>
            <a:r>
              <a:rPr lang="ru-RU" sz="4000" dirty="0" err="1"/>
              <a:t>більшовиків</a:t>
            </a:r>
            <a:r>
              <a:rPr lang="ru-RU" sz="4000" dirty="0"/>
              <a:t> в </a:t>
            </a:r>
            <a:r>
              <a:rPr lang="ru-RU" sz="4000" dirty="0" err="1"/>
              <a:t>Україні</a:t>
            </a:r>
            <a:r>
              <a:rPr lang="ru-RU" sz="4000" dirty="0"/>
              <a:t> </a:t>
            </a:r>
            <a:r>
              <a:rPr lang="ru-RU" sz="4000" dirty="0" err="1"/>
              <a:t>наприкінці</a:t>
            </a:r>
            <a:r>
              <a:rPr lang="ru-RU" sz="4000" dirty="0"/>
              <a:t> 1917 — у лютому 1918 </a:t>
            </a:r>
            <a:r>
              <a:rPr lang="ru-RU" sz="4000" dirty="0" err="1"/>
              <a:t>рр</a:t>
            </a:r>
            <a:r>
              <a:rPr lang="ru-RU" sz="4000" dirty="0"/>
              <a:t>.?</a:t>
            </a:r>
            <a:endParaRPr lang="uk-UA" sz="40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9E4A61E-B3A9-583E-24FD-FCBDBCE3702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7500" lnSpcReduction="20000"/>
          </a:bodyPr>
          <a:lstStyle/>
          <a:p>
            <a:pPr algn="l">
              <a:buFont typeface="+mj-lt"/>
              <a:buAutoNum type="arabicPeriod"/>
            </a:pP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Ліквідація приватної власності.</a:t>
            </a:r>
          </a:p>
          <a:p>
            <a:pPr algn="l">
              <a:buFont typeface="+mj-lt"/>
              <a:buAutoNum type="arabicPeriod"/>
            </a:pP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Введення на підприємствах відрядної оплати.</a:t>
            </a:r>
          </a:p>
          <a:p>
            <a:pPr algn="l">
              <a:buFont typeface="+mj-lt"/>
              <a:buAutoNum type="arabicPeriod"/>
            </a:pP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Проведення суцільної колективізації.</a:t>
            </a:r>
          </a:p>
          <a:p>
            <a:pPr algn="l">
              <a:buFont typeface="+mj-lt"/>
              <a:buAutoNum type="arabicPeriod"/>
            </a:pP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Створення сільськогосподарських комун.</a:t>
            </a:r>
          </a:p>
          <a:p>
            <a:pPr algn="l">
              <a:buFont typeface="+mj-lt"/>
              <a:buAutoNum type="arabicPeriod"/>
            </a:pP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Націоналізація промислових підприємств.</a:t>
            </a:r>
          </a:p>
          <a:p>
            <a:pPr algn="l">
              <a:buFont typeface="+mj-lt"/>
              <a:buAutoNum type="arabicPeriod"/>
            </a:pP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Проведення форсованої індустріалізації.</a:t>
            </a:r>
          </a:p>
          <a:p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5620E96-2682-C7BD-A797-1266ACB5017A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2026840279"/>
              </p:ext>
            </p:extLst>
          </p:nvPr>
        </p:nvGraphicFramePr>
        <p:xfrm>
          <a:off x="5993971" y="2063396"/>
          <a:ext cx="5311338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188002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9CC096-A574-ECC6-5FFE-3F1737893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Дипломатія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6A29DBCD-91DB-ED81-48EC-3EF128BD3E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758040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D405E2-C6AE-9457-FE8A-94D3F4912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dirty="0"/>
              <a:t>Яка </a:t>
            </a:r>
            <a:r>
              <a:rPr lang="ru-RU" sz="4000" dirty="0" err="1"/>
              <a:t>владна</a:t>
            </a:r>
            <a:r>
              <a:rPr lang="ru-RU" sz="4000" dirty="0"/>
              <a:t> </a:t>
            </a:r>
            <a:r>
              <a:rPr lang="ru-RU" sz="4000" dirty="0" err="1"/>
              <a:t>інституція</a:t>
            </a:r>
            <a:r>
              <a:rPr lang="ru-RU" sz="4000" dirty="0"/>
              <a:t> </a:t>
            </a:r>
            <a:r>
              <a:rPr lang="ru-RU" sz="4000" dirty="0" err="1"/>
              <a:t>звернулася</a:t>
            </a:r>
            <a:r>
              <a:rPr lang="ru-RU" sz="4000" dirty="0"/>
              <a:t> </a:t>
            </a:r>
            <a:r>
              <a:rPr lang="ru-RU" sz="4000" dirty="0" err="1"/>
              <a:t>із</a:t>
            </a:r>
            <a:r>
              <a:rPr lang="ru-RU" sz="4000" dirty="0"/>
              <a:t> </a:t>
            </a:r>
            <a:r>
              <a:rPr lang="ru-RU" sz="4000" dirty="0" err="1"/>
              <a:t>цитованою</a:t>
            </a:r>
            <a:r>
              <a:rPr lang="ru-RU" sz="4000" dirty="0"/>
              <a:t> </a:t>
            </a:r>
            <a:r>
              <a:rPr lang="ru-RU" sz="4000" dirty="0" err="1"/>
              <a:t>відозвою</a:t>
            </a:r>
            <a:r>
              <a:rPr lang="ru-RU" sz="4000" dirty="0"/>
              <a:t> до </a:t>
            </a:r>
            <a:r>
              <a:rPr lang="ru-RU" sz="4000" dirty="0" err="1"/>
              <a:t>населення</a:t>
            </a:r>
            <a:r>
              <a:rPr lang="ru-RU" sz="4000" dirty="0"/>
              <a:t> </a:t>
            </a:r>
            <a:r>
              <a:rPr lang="ru-RU" sz="4000" dirty="0" err="1"/>
              <a:t>України</a:t>
            </a:r>
            <a:r>
              <a:rPr lang="ru-RU" sz="4000" dirty="0"/>
              <a:t>?</a:t>
            </a:r>
            <a:endParaRPr lang="uk-UA" sz="40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1834BE5-2BC6-8ACE-FFD5-5E66451D095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0000" lnSpcReduction="20000"/>
          </a:bodyPr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«У Петрограді відбулися криваві події, які загрожують загибелі завоювань революції. Частина населення Петрограда, керована більшовиками, збройним шляхом ліквідувала Тимчасовий Уряд і хоче нав'язати свою волю Російській Республіці. Ми закликаємо рішуче боротися з будь-якими спробами підтримання петроградського повстання. Громадяни України! Покажіть себе вірними захисниками свободи й ворогами анархії, яка може віддалити скликання Всеросійських й Українських Установчих Зборів і навіть призвести до загибелі рідного краю...»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2760536-29A4-6387-BD0A-E8BA7BFD861C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790318732"/>
              </p:ext>
            </p:extLst>
          </p:nvPr>
        </p:nvGraphicFramePr>
        <p:xfrm>
          <a:off x="5993971" y="2063396"/>
          <a:ext cx="5086538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554335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705F6-216F-3865-F47D-7973C6CE7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F7EB59-FF10-4D39-02C2-B2E4C41F3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dirty="0"/>
              <a:t>«</a:t>
            </a:r>
            <a:r>
              <a:rPr lang="ru-RU" sz="4000" dirty="0" err="1"/>
              <a:t>Криваві</a:t>
            </a:r>
            <a:r>
              <a:rPr lang="ru-RU" sz="4000" dirty="0"/>
              <a:t> </a:t>
            </a:r>
            <a:r>
              <a:rPr lang="ru-RU" sz="4000" dirty="0" err="1"/>
              <a:t>події</a:t>
            </a:r>
            <a:r>
              <a:rPr lang="ru-RU" sz="4000" dirty="0"/>
              <a:t>» в </a:t>
            </a:r>
            <a:r>
              <a:rPr lang="ru-RU" sz="4000" dirty="0" err="1"/>
              <a:t>Петрограді</a:t>
            </a:r>
            <a:r>
              <a:rPr lang="ru-RU" sz="4000" dirty="0"/>
              <a:t> </a:t>
            </a:r>
            <a:r>
              <a:rPr lang="ru-RU" sz="4000" dirty="0" err="1"/>
              <a:t>спричинили</a:t>
            </a:r>
            <a:r>
              <a:rPr lang="ru-RU" sz="4000" dirty="0"/>
              <a:t> </a:t>
            </a:r>
            <a:r>
              <a:rPr lang="ru-RU" sz="4000" dirty="0" err="1"/>
              <a:t>ухвалення</a:t>
            </a:r>
            <a:endParaRPr lang="uk-UA" sz="40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3D35217-87C2-F038-E108-69D5DCB76C6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0000" lnSpcReduction="20000"/>
          </a:bodyPr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«У Петрограді відбулися криваві події, які загрожують загибелі завоювань революції. Частина населення Петрограда, керована більшовиками, збройним шляхом ліквідувала Тимчасовий Уряд і хоче нав'язати свою волю Російській Республіці. Ми закликаємо рішуче боротися з будь-якими спробами підтримання петроградського повстання. Громадяни України! Покажіть себе вірними захисниками свободи й ворогами анархії, яка може віддалити скликання Всеросійських й Українських Установчих Зборів і навіть призвести до загибелі рідного краю...»</a:t>
            </a:r>
            <a:endParaRPr lang="uk-UA" dirty="0"/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BC6B07CB-C9D1-7C69-EF3F-A181A5156FC7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829973823"/>
              </p:ext>
            </p:extLst>
          </p:nvPr>
        </p:nvGraphicFramePr>
        <p:xfrm>
          <a:off x="5993971" y="2063396"/>
          <a:ext cx="5086538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067063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7059A-410D-8BAE-AFB3-C20BA0EF4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960830-E905-44F4-A957-D3CEB03EA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dirty="0" err="1"/>
              <a:t>Події</a:t>
            </a:r>
            <a:r>
              <a:rPr lang="ru-RU" sz="4000" dirty="0"/>
              <a:t>, </a:t>
            </a:r>
            <a:r>
              <a:rPr lang="ru-RU" sz="4000" dirty="0" err="1"/>
              <a:t>описані</a:t>
            </a:r>
            <a:r>
              <a:rPr lang="ru-RU" sz="4000" dirty="0"/>
              <a:t> в </a:t>
            </a:r>
            <a:r>
              <a:rPr lang="ru-RU" sz="4000" dirty="0" err="1"/>
              <a:t>уривку</a:t>
            </a:r>
            <a:r>
              <a:rPr lang="ru-RU" sz="4000" dirty="0"/>
              <a:t> документа, </a:t>
            </a:r>
            <a:r>
              <a:rPr lang="ru-RU" sz="4000" dirty="0" err="1"/>
              <a:t>відбулися</a:t>
            </a:r>
            <a:endParaRPr lang="uk-UA" sz="40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B440962-5341-62A9-7436-9253D5FC792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0000" lnSpcReduction="20000"/>
          </a:bodyPr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«У Петрограді відбулися криваві події, які загрожують загибелі завоювань революції. Частина населення Петрограда, керована більшовиками, збройним шляхом ліквідувала Тимчасовий Уряд і хоче нав'язати свою волю Російській Республіці. Ми закликаємо рішуче боротися з будь-якими спробами підтримання петроградського повстання. Громадяни України! Покажіть себе вірними захисниками свободи й ворогами анархії, яка може віддалити скликання Всеросійських й Українських Установчих Зборів і навіть призвести до загибелі рідного краю...»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DF835FC0-1073-D6F1-CFAA-D66AD89F5307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4002056261"/>
              </p:ext>
            </p:extLst>
          </p:nvPr>
        </p:nvGraphicFramePr>
        <p:xfrm>
          <a:off x="5993971" y="2063396"/>
          <a:ext cx="5086538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536412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8FA646-792D-2B51-29D1-4CE1A8C94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Якого</a:t>
            </a:r>
            <a:r>
              <a:rPr lang="ru-RU" dirty="0"/>
              <a:t> договору </a:t>
            </a:r>
            <a:r>
              <a:rPr lang="ru-RU" dirty="0" err="1"/>
              <a:t>стосується</a:t>
            </a:r>
            <a:r>
              <a:rPr lang="ru-RU" dirty="0"/>
              <a:t> </a:t>
            </a:r>
            <a:r>
              <a:rPr lang="ru-RU" dirty="0" err="1"/>
              <a:t>цитований</a:t>
            </a:r>
            <a:r>
              <a:rPr lang="ru-RU" dirty="0"/>
              <a:t> документ?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54F4A2B-4937-D75F-2A24-1AC00E0FEBD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«Строго таємно. З огляду на сучасний брак харчових продуктів… мир з Україною мусить бути підписаний якнайскоріше… На випадок, якби Україна попросила військової допомоги проти російських максималістів, то таке прохання можливо задовольнити. За це Україна зобов’язується до якнайскорішої поставки хліба…»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250CD7B-1FF8-F6ED-478C-452012E943DD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870589440"/>
              </p:ext>
            </p:extLst>
          </p:nvPr>
        </p:nvGraphicFramePr>
        <p:xfrm>
          <a:off x="5993971" y="2063396"/>
          <a:ext cx="5086538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253550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FC059F-C867-1449-50D2-0CB9CD764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/>
              <a:t>Яке гасло </a:t>
            </a:r>
            <a:r>
              <a:rPr lang="ru-RU" sz="3600" dirty="0" err="1"/>
              <a:t>українського</a:t>
            </a:r>
            <a:r>
              <a:rPr lang="ru-RU" sz="3600" dirty="0"/>
              <a:t> </a:t>
            </a:r>
            <a:r>
              <a:rPr lang="ru-RU" sz="3600" dirty="0" err="1"/>
              <a:t>національно-визвольного</a:t>
            </a:r>
            <a:r>
              <a:rPr lang="ru-RU" sz="3600" dirty="0"/>
              <a:t> руху </a:t>
            </a:r>
            <a:r>
              <a:rPr lang="ru-RU" sz="3600" dirty="0" err="1"/>
              <a:t>відповідає</a:t>
            </a:r>
            <a:r>
              <a:rPr lang="ru-RU" sz="3600" dirty="0"/>
              <a:t> </a:t>
            </a:r>
            <a:r>
              <a:rPr lang="ru-RU" sz="3600" dirty="0" err="1"/>
              <a:t>змісту</a:t>
            </a:r>
            <a:r>
              <a:rPr lang="ru-RU" sz="3600" dirty="0"/>
              <a:t> </a:t>
            </a:r>
            <a:r>
              <a:rPr lang="ru-RU" sz="3600" dirty="0" err="1"/>
              <a:t>Першого</a:t>
            </a:r>
            <a:r>
              <a:rPr lang="ru-RU" sz="3600" dirty="0"/>
              <a:t> </a:t>
            </a:r>
            <a:r>
              <a:rPr lang="ru-RU" sz="3600" dirty="0" err="1"/>
              <a:t>Універсалу</a:t>
            </a:r>
            <a:r>
              <a:rPr lang="ru-RU" sz="3600" dirty="0"/>
              <a:t> </a:t>
            </a:r>
            <a:r>
              <a:rPr lang="ru-RU" sz="3600" dirty="0" err="1"/>
              <a:t>Української</a:t>
            </a:r>
            <a:r>
              <a:rPr lang="ru-RU" sz="3600" dirty="0"/>
              <a:t> </a:t>
            </a:r>
            <a:r>
              <a:rPr lang="ru-RU" sz="3600" dirty="0" err="1"/>
              <a:t>Центральної</a:t>
            </a:r>
            <a:r>
              <a:rPr lang="ru-RU" sz="3600" dirty="0"/>
              <a:t> Ради (УЦР)?</a:t>
            </a:r>
            <a:endParaRPr lang="uk-UA" sz="36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CDD21CE-22F2-983E-6A29-679B3A3A974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B4A78EF0-AE06-EAD0-809B-6C148FF27764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3746929737"/>
              </p:ext>
            </p:extLst>
          </p:nvPr>
        </p:nvGraphicFramePr>
        <p:xfrm>
          <a:off x="5993971" y="2063396"/>
          <a:ext cx="5086538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131064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2C7955-AD36-DA20-9959-5A11AAB83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dirty="0"/>
              <a:t>До кого </a:t>
            </a:r>
            <a:r>
              <a:rPr lang="ru-RU" sz="4000" dirty="0" err="1"/>
              <a:t>звертався</a:t>
            </a:r>
            <a:r>
              <a:rPr lang="ru-RU" sz="4000" dirty="0"/>
              <a:t> С. </a:t>
            </a:r>
            <a:r>
              <a:rPr lang="ru-RU" sz="4000" dirty="0" err="1"/>
              <a:t>Єфремов</a:t>
            </a:r>
            <a:r>
              <a:rPr lang="ru-RU" sz="4000" dirty="0"/>
              <a:t> </a:t>
            </a:r>
            <a:r>
              <a:rPr lang="ru-RU" sz="4000" dirty="0" err="1"/>
              <a:t>із</a:t>
            </a:r>
            <a:r>
              <a:rPr lang="ru-RU" sz="4000" dirty="0"/>
              <a:t> «Листом без конверта» (19 лютого 1918 р.), </a:t>
            </a:r>
            <a:r>
              <a:rPr lang="ru-RU" sz="4000" dirty="0" err="1"/>
              <a:t>уривок</a:t>
            </a:r>
            <a:r>
              <a:rPr lang="ru-RU" sz="4000" dirty="0"/>
              <a:t> з </a:t>
            </a:r>
            <a:r>
              <a:rPr lang="ru-RU" sz="4000" dirty="0" err="1"/>
              <a:t>якого</a:t>
            </a:r>
            <a:r>
              <a:rPr lang="ru-RU" sz="4000" dirty="0"/>
              <a:t> </a:t>
            </a:r>
            <a:r>
              <a:rPr lang="ru-RU" sz="4000" dirty="0" err="1"/>
              <a:t>процитовано</a:t>
            </a:r>
            <a:r>
              <a:rPr lang="ru-RU" sz="4000" dirty="0"/>
              <a:t>:</a:t>
            </a:r>
            <a:endParaRPr lang="uk-UA" sz="40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5CEB26E-AD06-DEDC-381E-80F06B6C9E89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84990343"/>
              </p:ext>
            </p:extLst>
          </p:nvPr>
        </p:nvGraphicFramePr>
        <p:xfrm>
          <a:off x="685800" y="2063396"/>
          <a:ext cx="5088714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45011539-8654-64FE-19FF-F2B93A5BB92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«Серед імен, власники яких нахвалялись обернути Київ в руїну… одне ім’я спиняє на собі увагу, від якого найбільшим жахом віє. Це ваше ім’я. …серце України в залізних лещатах задушила людина, яка носить прізвище… великого художника, що служив рідному краєві своїм майстерним пером… Я знав і любив вашого батька. Але я, не вагаючись, кажу: яке щастя, що він помер, як добре, що його очі не бачили й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уші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не чули, як син бомбардує красу землі нашої і кладе в домовину українську волю!»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4939854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D47604-FA30-E730-59D4-38836561A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На фото зображений</a:t>
            </a:r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980F80F6-6BCB-D001-B92F-4C7346D7DF8B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2247827768"/>
              </p:ext>
            </p:extLst>
          </p:nvPr>
        </p:nvGraphicFramePr>
        <p:xfrm>
          <a:off x="5993971" y="2063396"/>
          <a:ext cx="5086538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074" name="Picture 2">
            <a:extLst>
              <a:ext uri="{FF2B5EF4-FFF2-40B4-BE49-F238E27FC236}">
                <a16:creationId xmlns:a16="http://schemas.microsoft.com/office/drawing/2014/main" id="{7C9782AF-54D5-3057-EE73-5C4904F6435E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9417" y="2063750"/>
            <a:ext cx="2800704" cy="331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17582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55F92A-023A-F314-5F10-B9528D904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dirty="0" err="1"/>
              <a:t>Установіть</a:t>
            </a:r>
            <a:r>
              <a:rPr lang="ru-RU" sz="4000" dirty="0"/>
              <a:t> </a:t>
            </a:r>
            <a:r>
              <a:rPr lang="ru-RU" sz="4000" dirty="0" err="1"/>
              <a:t>відповідність</a:t>
            </a:r>
            <a:r>
              <a:rPr lang="ru-RU" sz="4000" dirty="0"/>
              <a:t> </a:t>
            </a:r>
            <a:r>
              <a:rPr lang="ru-RU" sz="4000" dirty="0" err="1"/>
              <a:t>між</a:t>
            </a:r>
            <a:r>
              <a:rPr lang="ru-RU" sz="4000" dirty="0"/>
              <a:t> документом </a:t>
            </a:r>
            <a:r>
              <a:rPr lang="ru-RU" sz="4000" dirty="0" err="1"/>
              <a:t>Української</a:t>
            </a:r>
            <a:r>
              <a:rPr lang="ru-RU" sz="4000" dirty="0"/>
              <a:t> </a:t>
            </a:r>
            <a:r>
              <a:rPr lang="ru-RU" sz="4000" dirty="0" err="1"/>
              <a:t>Центральної</a:t>
            </a:r>
            <a:r>
              <a:rPr lang="ru-RU" sz="4000" dirty="0"/>
              <a:t> Ради та </a:t>
            </a:r>
            <a:r>
              <a:rPr lang="ru-RU" sz="4000" dirty="0" err="1"/>
              <a:t>уривком</a:t>
            </a:r>
            <a:r>
              <a:rPr lang="ru-RU" sz="4000" dirty="0"/>
              <a:t> </a:t>
            </a:r>
            <a:r>
              <a:rPr lang="ru-RU" sz="4000" dirty="0" err="1"/>
              <a:t>із</a:t>
            </a:r>
            <a:r>
              <a:rPr lang="ru-RU" sz="4000" dirty="0"/>
              <a:t> </a:t>
            </a:r>
            <a:r>
              <a:rPr lang="ru-RU" sz="4000" dirty="0" err="1"/>
              <a:t>нього</a:t>
            </a:r>
            <a:r>
              <a:rPr lang="ru-RU" sz="4000" dirty="0"/>
              <a:t>.</a:t>
            </a:r>
            <a:endParaRPr lang="uk-UA" sz="40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B344B03-FB60-A73A-3DC0-8323CFA874AD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903326183"/>
              </p:ext>
            </p:extLst>
          </p:nvPr>
        </p:nvGraphicFramePr>
        <p:xfrm>
          <a:off x="685800" y="2063396"/>
          <a:ext cx="5088714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5A7DDF0D-F017-D99D-C7CA-06477090B08E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4225315254"/>
              </p:ext>
            </p:extLst>
          </p:nvPr>
        </p:nvGraphicFramePr>
        <p:xfrm>
          <a:off x="5437908" y="1480750"/>
          <a:ext cx="6465917" cy="23317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9" name="Схема 8">
            <a:extLst>
              <a:ext uri="{FF2B5EF4-FFF2-40B4-BE49-F238E27FC236}">
                <a16:creationId xmlns:a16="http://schemas.microsoft.com/office/drawing/2014/main" id="{9CB66A99-E5A7-63F0-4EC4-F8DD4E2224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8782469"/>
              </p:ext>
            </p:extLst>
          </p:nvPr>
        </p:nvGraphicFramePr>
        <p:xfrm>
          <a:off x="5371407" y="3607724"/>
          <a:ext cx="6598920" cy="2965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38189151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3DCDFC-A940-FB59-F37D-BECEE929A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dirty="0" err="1"/>
              <a:t>Проголошення</a:t>
            </a:r>
            <a:r>
              <a:rPr lang="ru-RU" sz="4000" dirty="0"/>
              <a:t> </a:t>
            </a:r>
            <a:r>
              <a:rPr lang="ru-RU" sz="4000" dirty="0" err="1"/>
              <a:t>Українською</a:t>
            </a:r>
            <a:r>
              <a:rPr lang="ru-RU" sz="4000" dirty="0"/>
              <a:t> Центральною Радою </a:t>
            </a:r>
            <a:r>
              <a:rPr lang="ru-RU" sz="4000" dirty="0" err="1"/>
              <a:t>Першого</a:t>
            </a:r>
            <a:r>
              <a:rPr lang="ru-RU" sz="4000" dirty="0"/>
              <a:t> </a:t>
            </a:r>
            <a:r>
              <a:rPr lang="ru-RU" sz="4000" dirty="0" err="1"/>
              <a:t>Універсалу</a:t>
            </a:r>
            <a:r>
              <a:rPr lang="ru-RU" sz="4000" dirty="0"/>
              <a:t> </a:t>
            </a:r>
            <a:r>
              <a:rPr lang="ru-RU" sz="4000" dirty="0" err="1"/>
              <a:t>спричинено</a:t>
            </a:r>
            <a:endParaRPr lang="uk-UA" sz="40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1A954E6-7059-BF7A-3EDB-CB54225E751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C5F9711-A316-A391-4C7A-0B22298AF1ED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968075599"/>
              </p:ext>
            </p:extLst>
          </p:nvPr>
        </p:nvGraphicFramePr>
        <p:xfrm>
          <a:off x="5993971" y="2063396"/>
          <a:ext cx="5086538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702869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F08505-84D9-67E6-11B8-FD2C73673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 </a:t>
            </a:r>
            <a:r>
              <a:rPr lang="ru-RU" dirty="0" err="1"/>
              <a:t>наведеній</a:t>
            </a:r>
            <a:r>
              <a:rPr lang="ru-RU" dirty="0"/>
              <a:t> </a:t>
            </a:r>
            <a:r>
              <a:rPr lang="ru-RU" dirty="0" err="1"/>
              <a:t>відозві</a:t>
            </a:r>
            <a:r>
              <a:rPr lang="ru-RU" dirty="0"/>
              <a:t> </a:t>
            </a:r>
            <a:r>
              <a:rPr lang="ru-RU" dirty="0" err="1"/>
              <a:t>відображено</a:t>
            </a:r>
            <a:r>
              <a:rPr lang="ru-RU" dirty="0"/>
              <a:t> погляди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3FED0B2-D7C7-15EE-AAB3-3ADE4A734A3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62500" lnSpcReduction="20000"/>
          </a:bodyPr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«Ми, українці-козаки, не хочемо мати свободи на папері або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півсвободи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По проголошенні Першого Універсалу (Другий Універсал не визнаємо) ми приступаємо до заведення порядку на Україні. Задля цього всіх росіян і ренегатів, які гальмують українську роботу, скидаємо з постів силою, не рахуючись із російським урядом. Визнаючи Центральну Раду за свій найвищий уряд, ми поки що виганяємо зрадників з України без її відома. Коли все опануємо силою, тоді підпорядкуємося Центральній Раді. Тоді вона порядкуватиме в Києві й на всій Україні. Тепер же, коли починається повстання, ми виставляємо своїх людей, котрі мусять усім керувати...»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F0C0B13-81CB-5942-B689-BA1FA6F76AF2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937051964"/>
              </p:ext>
            </p:extLst>
          </p:nvPr>
        </p:nvGraphicFramePr>
        <p:xfrm>
          <a:off x="5993971" y="2063396"/>
          <a:ext cx="5086538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308380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8C08E-6BE2-2238-B887-C194A310E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DB55BC-7370-4E23-04FC-E65CE0787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Події</a:t>
            </a:r>
            <a:r>
              <a:rPr lang="ru-RU" dirty="0"/>
              <a:t>, </a:t>
            </a:r>
            <a:r>
              <a:rPr lang="ru-RU" dirty="0" err="1"/>
              <a:t>описані</a:t>
            </a:r>
            <a:r>
              <a:rPr lang="ru-RU" dirty="0"/>
              <a:t> в </a:t>
            </a:r>
            <a:r>
              <a:rPr lang="ru-RU" dirty="0" err="1"/>
              <a:t>цитованій</a:t>
            </a:r>
            <a:r>
              <a:rPr lang="ru-RU" dirty="0"/>
              <a:t> </a:t>
            </a:r>
            <a:r>
              <a:rPr lang="ru-RU" dirty="0" err="1"/>
              <a:t>відозві</a:t>
            </a:r>
            <a:r>
              <a:rPr lang="ru-RU" dirty="0"/>
              <a:t>, </a:t>
            </a:r>
            <a:r>
              <a:rPr lang="ru-RU" dirty="0" err="1"/>
              <a:t>відбулися</a:t>
            </a:r>
            <a:r>
              <a:rPr lang="ru-RU" dirty="0"/>
              <a:t> 1917 р. в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02C7884-B242-81CF-3683-E9028EA2AC2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62500" lnSpcReduction="20000"/>
          </a:bodyPr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«Ми, українці-козаки, не хочемо мати свободи на папері або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півсвободи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По проголошенні Першого Універсалу (Другий Універсал не визнаємо) ми приступаємо до заведення порядку на Україні. Задля цього всіх росіян і ренегатів, які гальмують українську роботу, скидаємо з постів силою, не рахуючись із російським урядом. Визнаючи Центральну Раду за свій найвищий уряд, ми поки що виганяємо зрадників з України без її відома. Коли все опануємо силою, тоді підпорядкуємося Центральній Раді. Тоді вона порядкуватиме в Києві й на всій Україні. Тепер же, коли починається повстання, ми виставляємо своїх людей, котрі мусять усім керувати...»</a:t>
            </a:r>
            <a:endParaRPr lang="uk-UA" dirty="0"/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AEBCB231-D447-76F3-564A-F27FD592F985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392117452"/>
              </p:ext>
            </p:extLst>
          </p:nvPr>
        </p:nvGraphicFramePr>
        <p:xfrm>
          <a:off x="5993971" y="2063396"/>
          <a:ext cx="5086538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781262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D9B53-EBAE-9507-F4CD-94B16768B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DA77BF-2A45-2437-7C85-35E59EFDF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dirty="0" err="1"/>
              <a:t>Хто</a:t>
            </a:r>
            <a:r>
              <a:rPr lang="ru-RU" sz="4000" dirty="0"/>
              <a:t> з </a:t>
            </a:r>
            <a:r>
              <a:rPr lang="ru-RU" sz="4000" dirty="0" err="1"/>
              <a:t>діячів</a:t>
            </a:r>
            <a:r>
              <a:rPr lang="ru-RU" sz="4000" dirty="0"/>
              <a:t>, </a:t>
            </a:r>
            <a:r>
              <a:rPr lang="ru-RU" sz="4000" dirty="0" err="1"/>
              <a:t>зображених</a:t>
            </a:r>
            <a:r>
              <a:rPr lang="ru-RU" sz="4000" dirty="0"/>
              <a:t> на фото, </a:t>
            </a:r>
            <a:r>
              <a:rPr lang="ru-RU" sz="4000" dirty="0" err="1"/>
              <a:t>був</a:t>
            </a:r>
            <a:r>
              <a:rPr lang="ru-RU" sz="4000" dirty="0"/>
              <a:t> </a:t>
            </a:r>
            <a:r>
              <a:rPr lang="ru-RU" sz="4000" dirty="0" err="1"/>
              <a:t>ініціатором</a:t>
            </a:r>
            <a:r>
              <a:rPr lang="ru-RU" sz="4000" dirty="0"/>
              <a:t> </a:t>
            </a:r>
            <a:r>
              <a:rPr lang="ru-RU" sz="4000" dirty="0" err="1"/>
              <a:t>створення</a:t>
            </a:r>
            <a:r>
              <a:rPr lang="ru-RU" sz="4000" dirty="0"/>
              <a:t> </a:t>
            </a:r>
            <a:r>
              <a:rPr lang="ru-RU" sz="4000" dirty="0" err="1"/>
              <a:t>цитованої</a:t>
            </a:r>
            <a:r>
              <a:rPr lang="ru-RU" sz="4000" dirty="0"/>
              <a:t> </a:t>
            </a:r>
            <a:r>
              <a:rPr lang="ru-RU" sz="4000" dirty="0" err="1"/>
              <a:t>відозви</a:t>
            </a:r>
            <a:r>
              <a:rPr lang="ru-RU" sz="4000" dirty="0"/>
              <a:t>?</a:t>
            </a:r>
            <a:endParaRPr lang="uk-UA" sz="40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903D08D-E08E-7EC9-953F-71FFE549FE6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62500" lnSpcReduction="20000"/>
          </a:bodyPr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«Ми, українці-козаки, не хочемо мати свободи на папері або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півсвободи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По проголошенні Першого Універсалу (Другий Універсал не визнаємо) ми приступаємо до заведення порядку на Україні. Задля цього всіх росіян і ренегатів, які гальмують українську роботу, скидаємо з постів силою, не рахуючись із російським урядом. Визнаючи Центральну Раду за свій найвищий уряд, ми поки що виганяємо зрадників з України без її відома. Коли все опануємо силою, тоді підпорядкуємося Центральній Раді. Тоді вона порядкуватиме в Києві й на всій Україні. Тепер же, коли починається повстання, ми виставляємо своїх людей, котрі мусять усім керувати...»</a:t>
            </a:r>
            <a:endParaRPr lang="uk-UA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69E5A8F5-50FF-82E1-9224-566EF7450C91}"/>
              </a:ext>
            </a:extLst>
          </p:cNvPr>
          <p:cNvPicPr>
            <a:picLocks noGrp="1" noChangeAspect="1" noChangeArrowheads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1316" y="2755818"/>
            <a:ext cx="1517298" cy="1824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97F79F2D-96B3-DF68-27F0-133C0E68BA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4808" y="2785687"/>
            <a:ext cx="1499547" cy="1806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32E27D10-AA2F-384E-5EAA-ECA4EEC00C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0373" y="1843940"/>
            <a:ext cx="1490778" cy="1824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CDFACE61-152B-8FA0-D45A-8F6C0EBB00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0373" y="3727436"/>
            <a:ext cx="1534624" cy="1806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77157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075012-B24A-3388-BC64-885E64DDE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3600" dirty="0"/>
              <a:t>Укажіть фото діяча, який 1917 р. активно пропагував українізацію частин Російської армії.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DF857E33-B279-C628-0E99-AB64EE6CDBA9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629" y="2394411"/>
            <a:ext cx="2304962" cy="2977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29CD8B42-4055-2D37-04E1-723F24C4A3AE}"/>
              </a:ext>
            </a:extLst>
          </p:cNvPr>
          <p:cNvPicPr>
            <a:picLocks noGrp="1" noChangeAspect="1" noChangeArrowheads="1"/>
          </p:cNvPicPr>
          <p:nvPr>
            <p:ph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1960" y="2410819"/>
            <a:ext cx="2355435" cy="2961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2A95D77B-794B-4311-12C9-6131CE3044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8124" y="2394411"/>
            <a:ext cx="2136418" cy="2977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>
            <a:extLst>
              <a:ext uri="{FF2B5EF4-FFF2-40B4-BE49-F238E27FC236}">
                <a16:creationId xmlns:a16="http://schemas.microsoft.com/office/drawing/2014/main" id="{E9114545-20DD-95B6-8E39-7B3266BEC2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180" y="2394411"/>
            <a:ext cx="2287818" cy="2960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20986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28A102-2230-0C97-F710-932A537F3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Узгодьте ім’я історичної особи (постаті) з фактами її біографії.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3CED486-C7C4-5D33-423F-A50EFEDAEAEA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505410216"/>
              </p:ext>
            </p:extLst>
          </p:nvPr>
        </p:nvGraphicFramePr>
        <p:xfrm>
          <a:off x="685800" y="2063396"/>
          <a:ext cx="5088714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E638F70C-1E6D-8978-A06D-65F94AE440F6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879019203"/>
              </p:ext>
            </p:extLst>
          </p:nvPr>
        </p:nvGraphicFramePr>
        <p:xfrm>
          <a:off x="5993971" y="2063396"/>
          <a:ext cx="5086538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8701896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96F214-45DC-DEFC-5228-E5A6305A3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Незалежність</a:t>
            </a:r>
            <a:r>
              <a:rPr lang="ru-RU" dirty="0"/>
              <a:t> </a:t>
            </a:r>
            <a:r>
              <a:rPr lang="ru-RU" dirty="0" err="1"/>
              <a:t>Української</a:t>
            </a:r>
            <a:r>
              <a:rPr lang="ru-RU" dirty="0"/>
              <a:t> </a:t>
            </a:r>
            <a:r>
              <a:rPr lang="ru-RU" dirty="0" err="1"/>
              <a:t>Народної</a:t>
            </a:r>
            <a:r>
              <a:rPr lang="ru-RU" dirty="0"/>
              <a:t> </a:t>
            </a:r>
            <a:r>
              <a:rPr lang="ru-RU" dirty="0" err="1"/>
              <a:t>Республіки</a:t>
            </a:r>
            <a:r>
              <a:rPr lang="ru-RU" dirty="0"/>
              <a:t> </a:t>
            </a:r>
            <a:r>
              <a:rPr lang="ru-RU" dirty="0" err="1"/>
              <a:t>проголошено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1A7C6CE-C3C3-FA79-AC17-6B0360CB8DC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24F499F-3719-27AF-47A2-0A5B62A7B7B5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3940057755"/>
              </p:ext>
            </p:extLst>
          </p:nvPr>
        </p:nvGraphicFramePr>
        <p:xfrm>
          <a:off x="5993971" y="2063396"/>
          <a:ext cx="5086538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582087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3EC334-A90F-7085-2A8B-51DF99C51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Українська</a:t>
            </a:r>
            <a:r>
              <a:rPr lang="ru-RU" dirty="0"/>
              <a:t> Центральна Рада </a:t>
            </a:r>
            <a:r>
              <a:rPr lang="ru-RU" dirty="0" err="1"/>
              <a:t>існувала</a:t>
            </a:r>
            <a:r>
              <a:rPr lang="ru-RU" dirty="0"/>
              <a:t> </a:t>
            </a:r>
            <a:r>
              <a:rPr lang="ru-RU" dirty="0" err="1"/>
              <a:t>протягом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338725E-4A69-FA78-041E-D218DB8DE6C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D16A48F-41F1-2768-F209-54E2C8227638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3866086100"/>
              </p:ext>
            </p:extLst>
          </p:nvPr>
        </p:nvGraphicFramePr>
        <p:xfrm>
          <a:off x="5993971" y="2063396"/>
          <a:ext cx="5086538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36213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712F10-5C84-1ACC-D276-AEDFE0A14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4000" dirty="0"/>
              <a:t>Установіть відповідність між подією часів Першої світової війни та роком, коли вона відбулася.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9935827-FA64-249F-18EA-01BB8011CDCD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784683252"/>
              </p:ext>
            </p:extLst>
          </p:nvPr>
        </p:nvGraphicFramePr>
        <p:xfrm>
          <a:off x="685800" y="2063396"/>
          <a:ext cx="5088714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7ED5814B-0F80-D570-F76B-F54678E9E6E3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2864438135"/>
              </p:ext>
            </p:extLst>
          </p:nvPr>
        </p:nvGraphicFramePr>
        <p:xfrm>
          <a:off x="5993971" y="2063396"/>
          <a:ext cx="5086538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721340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EF8A03-94A8-9F70-00B6-58C8E6C8C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4000" dirty="0"/>
              <a:t>Установіть послідовність зміни керівників найвищих державних інституцій України, що існували в першій половині ХХ ст.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7DC2344-C5A2-BD3B-632F-0929736B2B4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640881F-6E0B-DDA4-28E5-5EAFBA583421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022221880"/>
              </p:ext>
            </p:extLst>
          </p:nvPr>
        </p:nvGraphicFramePr>
        <p:xfrm>
          <a:off x="5993971" y="2063396"/>
          <a:ext cx="5086538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171843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сновна подія">
  <a:themeElements>
    <a:clrScheme name="Основна подія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346492"/>
      </a:accent1>
      <a:accent2>
        <a:srgbClr val="6DA5D4"/>
      </a:accent2>
      <a:accent3>
        <a:srgbClr val="538C79"/>
      </a:accent3>
      <a:accent4>
        <a:srgbClr val="93B75D"/>
      </a:accent4>
      <a:accent5>
        <a:srgbClr val="DEB050"/>
      </a:accent5>
      <a:accent6>
        <a:srgbClr val="BB5354"/>
      </a:accent6>
      <a:hlink>
        <a:srgbClr val="3289DD"/>
      </a:hlink>
      <a:folHlink>
        <a:srgbClr val="859EB6"/>
      </a:folHlink>
    </a:clrScheme>
    <a:fontScheme name="Основна подія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сновна подія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E3530EC-BA5B-407C-9B36-00820F39551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Основна подія</Template>
  <TotalTime>440</TotalTime>
  <Words>2442</Words>
  <Application>Microsoft Office PowerPoint</Application>
  <PresentationFormat>Широкий екран</PresentationFormat>
  <Paragraphs>213</Paragraphs>
  <Slides>42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42</vt:i4>
      </vt:variant>
    </vt:vector>
  </HeadingPairs>
  <TitlesOfParts>
    <vt:vector size="46" baseType="lpstr">
      <vt:lpstr>Arial</vt:lpstr>
      <vt:lpstr>Century Gothic</vt:lpstr>
      <vt:lpstr>Impact</vt:lpstr>
      <vt:lpstr>Основна подія</vt:lpstr>
      <vt:lpstr>Українська революція</vt:lpstr>
      <vt:lpstr>Короткий зміст попередньої лекції</vt:lpstr>
      <vt:lpstr>Презентація PowerPoint</vt:lpstr>
      <vt:lpstr>Політичні події</vt:lpstr>
      <vt:lpstr>Добровільні військово-міліцейські формування в Україні в 1917–1918 рр.</vt:lpstr>
      <vt:lpstr>«Самостійники» були ініціаторами</vt:lpstr>
      <vt:lpstr>До якого періоду Української революції належать цитовані документи?</vt:lpstr>
      <vt:lpstr>Українську Народну Республіку проголошено</vt:lpstr>
      <vt:lpstr>Якому діячеві належать такі факти біографії:</vt:lpstr>
      <vt:lpstr>Який «момент кривавої боротьби в Росії» спонукав Генеральний секретаріат до прийняття такого рішення</vt:lpstr>
      <vt:lpstr>Яким Універсалом Української Центральної Ради закладено «міцну підвалину», «аби крайова влада стала справжньою фактичною владою»?</vt:lpstr>
      <vt:lpstr>Укажіть картосхему, на якій відображено територіальні межі Української Народної Республіки на момент її проголошення.</vt:lpstr>
      <vt:lpstr>Презентація PowerPoint</vt:lpstr>
      <vt:lpstr>Війна з радянщиною</vt:lpstr>
      <vt:lpstr>Зображені світлини є свідченням</vt:lpstr>
      <vt:lpstr>Скликання І Всеукраїнського з’їзду рад ініційовано більшовиками з метою</vt:lpstr>
      <vt:lpstr>Перший Всеукраїнський з’їзд рад у Харкові було скликано з метою</vt:lpstr>
      <vt:lpstr>«Народний секретаріат» — це</vt:lpstr>
      <vt:lpstr>У який період Української революції створено цитовані документи?</vt:lpstr>
      <vt:lpstr>Проаналізуйте зображену картосхему.</vt:lpstr>
      <vt:lpstr>Перебіг яких подій відображено на карті?</vt:lpstr>
      <vt:lpstr>Наступ військ радянської Росії на Київ</vt:lpstr>
      <vt:lpstr>Що із зазначеного нижче було складовою політики більшовиків в Україні наприкінці 1917 — у лютому 1918 рр.?</vt:lpstr>
      <vt:lpstr>Дипломатія</vt:lpstr>
      <vt:lpstr>Яка владна інституція звернулася із цитованою відозвою до населення України?</vt:lpstr>
      <vt:lpstr>«Криваві події» в Петрограді спричинили ухвалення</vt:lpstr>
      <vt:lpstr>Події, описані в уривку документа, відбулися</vt:lpstr>
      <vt:lpstr>Якого договору стосується цитований документ?</vt:lpstr>
      <vt:lpstr>Яке гасло українського національно-визвольного руху відповідає змісту Першого Універсалу Української Центральної Ради (УЦР)?</vt:lpstr>
      <vt:lpstr>До кого звертався С. Єфремов із «Листом без конверта» (19 лютого 1918 р.), уривок з якого процитовано:</vt:lpstr>
      <vt:lpstr>На фото зображений</vt:lpstr>
      <vt:lpstr>Установіть відповідність між документом Української Центральної Ради та уривком із нього.</vt:lpstr>
      <vt:lpstr>Проголошення Українською Центральною Радою Першого Універсалу спричинено</vt:lpstr>
      <vt:lpstr>У наведеній відозві відображено погляди</vt:lpstr>
      <vt:lpstr>Події, описані в цитованій відозві, відбулися 1917 р. в</vt:lpstr>
      <vt:lpstr>Хто з діячів, зображених на фото, був ініціатором створення цитованої відозви?</vt:lpstr>
      <vt:lpstr>Укажіть фото діяча, який 1917 р. активно пропагував українізацію частин Російської армії.</vt:lpstr>
      <vt:lpstr>Узгодьте ім’я історичної особи (постаті) з фактами її біографії.</vt:lpstr>
      <vt:lpstr>Незалежність Української Народної Республіки проголошено</vt:lpstr>
      <vt:lpstr>Українська Центральна Рада існувала протягом</vt:lpstr>
      <vt:lpstr>Установіть відповідність між подією часів Першої світової війни та роком, коли вона відбулася.</vt:lpstr>
      <vt:lpstr>Установіть послідовність зміни керівників найвищих державних інституцій України, що існували в першій половині ХХ ст.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Сергей Корниенко</dc:creator>
  <cp:lastModifiedBy>Сергей Корниенко</cp:lastModifiedBy>
  <cp:revision>7</cp:revision>
  <dcterms:created xsi:type="dcterms:W3CDTF">2025-01-04T15:26:24Z</dcterms:created>
  <dcterms:modified xsi:type="dcterms:W3CDTF">2025-01-07T12:26:10Z</dcterms:modified>
</cp:coreProperties>
</file>