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8" r:id="rId3"/>
    <p:sldId id="290" r:id="rId4"/>
    <p:sldId id="293" r:id="rId5"/>
    <p:sldId id="274" r:id="rId6"/>
    <p:sldId id="271" r:id="rId7"/>
    <p:sldId id="279" r:id="rId8"/>
    <p:sldId id="283" r:id="rId9"/>
    <p:sldId id="281" r:id="rId10"/>
    <p:sldId id="277" r:id="rId11"/>
    <p:sldId id="258" r:id="rId12"/>
    <p:sldId id="262" r:id="rId13"/>
    <p:sldId id="296" r:id="rId14"/>
    <p:sldId id="298" r:id="rId15"/>
    <p:sldId id="295" r:id="rId16"/>
    <p:sldId id="273" r:id="rId17"/>
    <p:sldId id="291" r:id="rId18"/>
    <p:sldId id="278" r:id="rId19"/>
    <p:sldId id="280" r:id="rId20"/>
    <p:sldId id="267" r:id="rId21"/>
    <p:sldId id="300" r:id="rId22"/>
    <p:sldId id="257" r:id="rId23"/>
    <p:sldId id="297" r:id="rId24"/>
    <p:sldId id="272" r:id="rId25"/>
    <p:sldId id="260" r:id="rId26"/>
    <p:sldId id="287" r:id="rId27"/>
    <p:sldId id="275" r:id="rId28"/>
    <p:sldId id="294" r:id="rId29"/>
    <p:sldId id="266" r:id="rId30"/>
    <p:sldId id="285" r:id="rId31"/>
    <p:sldId id="270" r:id="rId32"/>
    <p:sldId id="284" r:id="rId33"/>
    <p:sldId id="265" r:id="rId34"/>
    <p:sldId id="302" r:id="rId35"/>
    <p:sldId id="282" r:id="rId36"/>
    <p:sldId id="263" r:id="rId37"/>
    <p:sldId id="261" r:id="rId38"/>
    <p:sldId id="269" r:id="rId39"/>
    <p:sldId id="286" r:id="rId40"/>
    <p:sldId id="292" r:id="rId41"/>
    <p:sldId id="276" r:id="rId42"/>
    <p:sldId id="264" r:id="rId43"/>
    <p:sldId id="288" r:id="rId44"/>
    <p:sldId id="299" r:id="rId45"/>
    <p:sldId id="301" r:id="rId46"/>
    <p:sldId id="289" r:id="rId47"/>
    <p:sldId id="303"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озділ за замовчуванням" id="{A7897A0E-B136-40CD-AF16-43765EFA2CAE}">
          <p14:sldIdLst>
            <p14:sldId id="256"/>
          </p14:sldIdLst>
        </p14:section>
        <p14:section name="Козацтво" id="{53B3EEE9-677A-4757-8E15-1D00B725B18F}">
          <p14:sldIdLst>
            <p14:sldId id="268"/>
            <p14:sldId id="290"/>
            <p14:sldId id="293"/>
            <p14:sldId id="274"/>
            <p14:sldId id="271"/>
            <p14:sldId id="279"/>
            <p14:sldId id="283"/>
            <p14:sldId id="281"/>
            <p14:sldId id="277"/>
            <p14:sldId id="258"/>
            <p14:sldId id="262"/>
          </p14:sldIdLst>
        </p14:section>
        <p14:section name="ХІХ-ХХ ст" id="{1786AC69-3A9D-4746-BBD2-3732CC2EDEFA}">
          <p14:sldIdLst>
            <p14:sldId id="296"/>
            <p14:sldId id="298"/>
            <p14:sldId id="295"/>
            <p14:sldId id="273"/>
            <p14:sldId id="291"/>
            <p14:sldId id="278"/>
            <p14:sldId id="280"/>
            <p14:sldId id="267"/>
            <p14:sldId id="300"/>
            <p14:sldId id="257"/>
            <p14:sldId id="297"/>
            <p14:sldId id="272"/>
            <p14:sldId id="260"/>
            <p14:sldId id="287"/>
            <p14:sldId id="275"/>
            <p14:sldId id="294"/>
            <p14:sldId id="266"/>
            <p14:sldId id="285"/>
            <p14:sldId id="270"/>
          </p14:sldIdLst>
        </p14:section>
        <p14:section name="Радянський період" id="{C1EEE71B-E3F9-4954-AF4E-AFB9BAD46883}">
          <p14:sldIdLst>
            <p14:sldId id="284"/>
            <p14:sldId id="265"/>
            <p14:sldId id="302"/>
            <p14:sldId id="282"/>
            <p14:sldId id="263"/>
            <p14:sldId id="261"/>
            <p14:sldId id="269"/>
            <p14:sldId id="286"/>
            <p14:sldId id="292"/>
            <p14:sldId id="276"/>
            <p14:sldId id="264"/>
            <p14:sldId id="288"/>
            <p14:sldId id="299"/>
            <p14:sldId id="301"/>
          </p14:sldIdLst>
        </p14:section>
        <p14:section name="Незалежність" id="{2E251220-CDE7-4946-8B9C-396A730666BE}">
          <p14:sldIdLst>
            <p14:sldId id="289"/>
          </p14:sldIdLst>
        </p14:section>
        <p14:section name="Інше" id="{59955C63-4B37-4214-8B75-194266755BE0}">
          <p14:sldIdLst>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78" y="1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5FB03A-4002-4A97-A8C8-FB7463E12CD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42C2F77-DAC2-4AF5-B94D-68D1D8EC726B}">
      <dgm:prSet/>
      <dgm:spPr/>
      <dgm:t>
        <a:bodyPr/>
        <a:lstStyle/>
        <a:p>
          <a:r>
            <a:rPr lang="uk-UA" b="0" i="0" dirty="0"/>
            <a:t>створення Луцького </a:t>
          </a:r>
          <a:r>
            <a:rPr lang="uk-UA" b="0" i="0" dirty="0" err="1"/>
            <a:t>Хрестовоздвиженського</a:t>
          </a:r>
          <a:r>
            <a:rPr lang="uk-UA" b="0" i="0" dirty="0"/>
            <a:t> ставропігіального братства</a:t>
          </a:r>
          <a:endParaRPr lang="uk-UA" dirty="0"/>
        </a:p>
      </dgm:t>
    </dgm:pt>
    <dgm:pt modelId="{11432D86-1F4C-472D-8504-6D9C6FE3A5AC}" type="parTrans" cxnId="{41031C92-C418-408A-B8F3-221EC7D6E7E6}">
      <dgm:prSet/>
      <dgm:spPr/>
      <dgm:t>
        <a:bodyPr/>
        <a:lstStyle/>
        <a:p>
          <a:endParaRPr lang="uk-UA"/>
        </a:p>
      </dgm:t>
    </dgm:pt>
    <dgm:pt modelId="{2D8ED4A9-B85C-4713-9A0C-DD0F08390B2C}" type="sibTrans" cxnId="{41031C92-C418-408A-B8F3-221EC7D6E7E6}">
      <dgm:prSet/>
      <dgm:spPr/>
      <dgm:t>
        <a:bodyPr/>
        <a:lstStyle/>
        <a:p>
          <a:endParaRPr lang="uk-UA"/>
        </a:p>
      </dgm:t>
    </dgm:pt>
    <dgm:pt modelId="{BA6F8A47-4349-40FA-9903-3E9938571396}">
      <dgm:prSet/>
      <dgm:spPr/>
      <dgm:t>
        <a:bodyPr/>
        <a:lstStyle/>
        <a:p>
          <a:r>
            <a:rPr lang="uk-UA" b="0" i="0" dirty="0"/>
            <a:t>заснування першої на українських землях слов’яно-греко-латинської школи</a:t>
          </a:r>
          <a:endParaRPr lang="uk-UA" dirty="0"/>
        </a:p>
      </dgm:t>
    </dgm:pt>
    <dgm:pt modelId="{9499D6CE-113F-4EC6-AABD-72E7E65126B0}" type="parTrans" cxnId="{16AE5FDF-31C7-4489-917E-403C880BCA92}">
      <dgm:prSet/>
      <dgm:spPr/>
      <dgm:t>
        <a:bodyPr/>
        <a:lstStyle/>
        <a:p>
          <a:endParaRPr lang="uk-UA"/>
        </a:p>
      </dgm:t>
    </dgm:pt>
    <dgm:pt modelId="{38400C06-6CB0-4675-9A83-3837692782E8}" type="sibTrans" cxnId="{16AE5FDF-31C7-4489-917E-403C880BCA92}">
      <dgm:prSet/>
      <dgm:spPr/>
      <dgm:t>
        <a:bodyPr/>
        <a:lstStyle/>
        <a:p>
          <a:endParaRPr lang="uk-UA"/>
        </a:p>
      </dgm:t>
    </dgm:pt>
    <dgm:pt modelId="{A33B5C64-4F8F-4F78-B5C8-FABFBBD1E7B7}">
      <dgm:prSet/>
      <dgm:spPr/>
      <dgm:t>
        <a:bodyPr/>
        <a:lstStyle/>
        <a:p>
          <a:r>
            <a:rPr lang="uk-UA" b="0" i="0"/>
            <a:t>відновлення в Речі Посполитій вищої православної церковної ієрархії</a:t>
          </a:r>
          <a:endParaRPr lang="uk-UA"/>
        </a:p>
      </dgm:t>
    </dgm:pt>
    <dgm:pt modelId="{A70A893C-0986-4921-BFB7-7C6A22EA1771}" type="parTrans" cxnId="{4CAC0B30-BB4C-434D-BCE4-30F174173941}">
      <dgm:prSet/>
      <dgm:spPr/>
      <dgm:t>
        <a:bodyPr/>
        <a:lstStyle/>
        <a:p>
          <a:endParaRPr lang="uk-UA"/>
        </a:p>
      </dgm:t>
    </dgm:pt>
    <dgm:pt modelId="{80FB6AEC-A624-4B65-BDB8-4B4D1A10E0CC}" type="sibTrans" cxnId="{4CAC0B30-BB4C-434D-BCE4-30F174173941}">
      <dgm:prSet/>
      <dgm:spPr/>
      <dgm:t>
        <a:bodyPr/>
        <a:lstStyle/>
        <a:p>
          <a:endParaRPr lang="uk-UA"/>
        </a:p>
      </dgm:t>
    </dgm:pt>
    <dgm:pt modelId="{B90C3352-11C5-410A-9646-F430F922872B}">
      <dgm:prSet/>
      <dgm:spPr/>
      <dgm:t>
        <a:bodyPr/>
        <a:lstStyle/>
        <a:p>
          <a:r>
            <a:rPr lang="uk-UA" b="0" i="0" dirty="0"/>
            <a:t>об’єднання Лаврської школи та Київської братської школи в колегію</a:t>
          </a:r>
          <a:endParaRPr lang="uk-UA" dirty="0"/>
        </a:p>
      </dgm:t>
    </dgm:pt>
    <dgm:pt modelId="{D2B873D6-394A-4960-88B4-C0D2AEB0BA1B}" type="parTrans" cxnId="{E2A2E38E-B89E-4013-8D21-7DE1B4F67015}">
      <dgm:prSet/>
      <dgm:spPr/>
      <dgm:t>
        <a:bodyPr/>
        <a:lstStyle/>
        <a:p>
          <a:endParaRPr lang="uk-UA"/>
        </a:p>
      </dgm:t>
    </dgm:pt>
    <dgm:pt modelId="{B2879497-12A8-4B6B-A6D4-01A37317DA98}" type="sibTrans" cxnId="{E2A2E38E-B89E-4013-8D21-7DE1B4F67015}">
      <dgm:prSet/>
      <dgm:spPr/>
      <dgm:t>
        <a:bodyPr/>
        <a:lstStyle/>
        <a:p>
          <a:endParaRPr lang="uk-UA"/>
        </a:p>
      </dgm:t>
    </dgm:pt>
    <dgm:pt modelId="{E73F6CB1-3765-44EA-92EF-4976BBBA529A}" type="pres">
      <dgm:prSet presAssocID="{445FB03A-4002-4A97-A8C8-FB7463E12CD9}" presName="linear" presStyleCnt="0">
        <dgm:presLayoutVars>
          <dgm:animLvl val="lvl"/>
          <dgm:resizeHandles val="exact"/>
        </dgm:presLayoutVars>
      </dgm:prSet>
      <dgm:spPr/>
    </dgm:pt>
    <dgm:pt modelId="{3289B9CD-5B66-4E7A-B2DC-C69269F3E95F}" type="pres">
      <dgm:prSet presAssocID="{142C2F77-DAC2-4AF5-B94D-68D1D8EC726B}" presName="parentText" presStyleLbl="node1" presStyleIdx="0" presStyleCnt="4">
        <dgm:presLayoutVars>
          <dgm:chMax val="0"/>
          <dgm:bulletEnabled val="1"/>
        </dgm:presLayoutVars>
      </dgm:prSet>
      <dgm:spPr/>
    </dgm:pt>
    <dgm:pt modelId="{2534FF07-BC81-4612-9087-0E037B88C215}" type="pres">
      <dgm:prSet presAssocID="{2D8ED4A9-B85C-4713-9A0C-DD0F08390B2C}" presName="spacer" presStyleCnt="0"/>
      <dgm:spPr/>
    </dgm:pt>
    <dgm:pt modelId="{8322F07D-DFCE-4AC0-B3DE-21012BC8F56A}" type="pres">
      <dgm:prSet presAssocID="{BA6F8A47-4349-40FA-9903-3E9938571396}" presName="parentText" presStyleLbl="node1" presStyleIdx="1" presStyleCnt="4">
        <dgm:presLayoutVars>
          <dgm:chMax val="0"/>
          <dgm:bulletEnabled val="1"/>
        </dgm:presLayoutVars>
      </dgm:prSet>
      <dgm:spPr/>
    </dgm:pt>
    <dgm:pt modelId="{C01E004E-813F-42B0-8C25-E3E27BE10537}" type="pres">
      <dgm:prSet presAssocID="{38400C06-6CB0-4675-9A83-3837692782E8}" presName="spacer" presStyleCnt="0"/>
      <dgm:spPr/>
    </dgm:pt>
    <dgm:pt modelId="{173BAE05-6A6B-4388-8125-0E335DF389E5}" type="pres">
      <dgm:prSet presAssocID="{A33B5C64-4F8F-4F78-B5C8-FABFBBD1E7B7}" presName="parentText" presStyleLbl="node1" presStyleIdx="2" presStyleCnt="4">
        <dgm:presLayoutVars>
          <dgm:chMax val="0"/>
          <dgm:bulletEnabled val="1"/>
        </dgm:presLayoutVars>
      </dgm:prSet>
      <dgm:spPr/>
    </dgm:pt>
    <dgm:pt modelId="{3CB4E0FB-E3E5-4308-89C5-2884D7483039}" type="pres">
      <dgm:prSet presAssocID="{80FB6AEC-A624-4B65-BDB8-4B4D1A10E0CC}" presName="spacer" presStyleCnt="0"/>
      <dgm:spPr/>
    </dgm:pt>
    <dgm:pt modelId="{B5D7C3F1-7BD8-4777-8627-25371ED04400}" type="pres">
      <dgm:prSet presAssocID="{B90C3352-11C5-410A-9646-F430F922872B}" presName="parentText" presStyleLbl="node1" presStyleIdx="3" presStyleCnt="4">
        <dgm:presLayoutVars>
          <dgm:chMax val="0"/>
          <dgm:bulletEnabled val="1"/>
        </dgm:presLayoutVars>
      </dgm:prSet>
      <dgm:spPr/>
    </dgm:pt>
  </dgm:ptLst>
  <dgm:cxnLst>
    <dgm:cxn modelId="{4085C405-D061-47DB-BE73-65BA523F1B97}" type="presOf" srcId="{142C2F77-DAC2-4AF5-B94D-68D1D8EC726B}" destId="{3289B9CD-5B66-4E7A-B2DC-C69269F3E95F}" srcOrd="0" destOrd="0" presId="urn:microsoft.com/office/officeart/2005/8/layout/vList2"/>
    <dgm:cxn modelId="{4CAC0B30-BB4C-434D-BCE4-30F174173941}" srcId="{445FB03A-4002-4A97-A8C8-FB7463E12CD9}" destId="{A33B5C64-4F8F-4F78-B5C8-FABFBBD1E7B7}" srcOrd="2" destOrd="0" parTransId="{A70A893C-0986-4921-BFB7-7C6A22EA1771}" sibTransId="{80FB6AEC-A624-4B65-BDB8-4B4D1A10E0CC}"/>
    <dgm:cxn modelId="{BE221975-8A8A-4E0E-B887-7E8F3FF4B3F0}" type="presOf" srcId="{A33B5C64-4F8F-4F78-B5C8-FABFBBD1E7B7}" destId="{173BAE05-6A6B-4388-8125-0E335DF389E5}" srcOrd="0" destOrd="0" presId="urn:microsoft.com/office/officeart/2005/8/layout/vList2"/>
    <dgm:cxn modelId="{98C03F79-63EE-4B1F-8C2B-ED5B0A82C008}" type="presOf" srcId="{B90C3352-11C5-410A-9646-F430F922872B}" destId="{B5D7C3F1-7BD8-4777-8627-25371ED04400}" srcOrd="0" destOrd="0" presId="urn:microsoft.com/office/officeart/2005/8/layout/vList2"/>
    <dgm:cxn modelId="{E2A2E38E-B89E-4013-8D21-7DE1B4F67015}" srcId="{445FB03A-4002-4A97-A8C8-FB7463E12CD9}" destId="{B90C3352-11C5-410A-9646-F430F922872B}" srcOrd="3" destOrd="0" parTransId="{D2B873D6-394A-4960-88B4-C0D2AEB0BA1B}" sibTransId="{B2879497-12A8-4B6B-A6D4-01A37317DA98}"/>
    <dgm:cxn modelId="{41031C92-C418-408A-B8F3-221EC7D6E7E6}" srcId="{445FB03A-4002-4A97-A8C8-FB7463E12CD9}" destId="{142C2F77-DAC2-4AF5-B94D-68D1D8EC726B}" srcOrd="0" destOrd="0" parTransId="{11432D86-1F4C-472D-8504-6D9C6FE3A5AC}" sibTransId="{2D8ED4A9-B85C-4713-9A0C-DD0F08390B2C}"/>
    <dgm:cxn modelId="{28861DDD-BD0B-4236-8136-55A879641B79}" type="presOf" srcId="{BA6F8A47-4349-40FA-9903-3E9938571396}" destId="{8322F07D-DFCE-4AC0-B3DE-21012BC8F56A}" srcOrd="0" destOrd="0" presId="urn:microsoft.com/office/officeart/2005/8/layout/vList2"/>
    <dgm:cxn modelId="{16AE5FDF-31C7-4489-917E-403C880BCA92}" srcId="{445FB03A-4002-4A97-A8C8-FB7463E12CD9}" destId="{BA6F8A47-4349-40FA-9903-3E9938571396}" srcOrd="1" destOrd="0" parTransId="{9499D6CE-113F-4EC6-AABD-72E7E65126B0}" sibTransId="{38400C06-6CB0-4675-9A83-3837692782E8}"/>
    <dgm:cxn modelId="{5B466EF6-838D-4C28-82DB-A1467AA3A7F0}" type="presOf" srcId="{445FB03A-4002-4A97-A8C8-FB7463E12CD9}" destId="{E73F6CB1-3765-44EA-92EF-4976BBBA529A}" srcOrd="0" destOrd="0" presId="urn:microsoft.com/office/officeart/2005/8/layout/vList2"/>
    <dgm:cxn modelId="{6E37FB8A-CACD-47C9-8D9B-7B4BDCB31E6A}" type="presParOf" srcId="{E73F6CB1-3765-44EA-92EF-4976BBBA529A}" destId="{3289B9CD-5B66-4E7A-B2DC-C69269F3E95F}" srcOrd="0" destOrd="0" presId="urn:microsoft.com/office/officeart/2005/8/layout/vList2"/>
    <dgm:cxn modelId="{CE9955B8-E429-4F5D-BFFA-2259A7B72ECA}" type="presParOf" srcId="{E73F6CB1-3765-44EA-92EF-4976BBBA529A}" destId="{2534FF07-BC81-4612-9087-0E037B88C215}" srcOrd="1" destOrd="0" presId="urn:microsoft.com/office/officeart/2005/8/layout/vList2"/>
    <dgm:cxn modelId="{E2F5BCC3-2C9D-4075-8C7F-E15FC080C286}" type="presParOf" srcId="{E73F6CB1-3765-44EA-92EF-4976BBBA529A}" destId="{8322F07D-DFCE-4AC0-B3DE-21012BC8F56A}" srcOrd="2" destOrd="0" presId="urn:microsoft.com/office/officeart/2005/8/layout/vList2"/>
    <dgm:cxn modelId="{FEF3BBBE-7127-42FF-9F7D-8BE8E9B1ED67}" type="presParOf" srcId="{E73F6CB1-3765-44EA-92EF-4976BBBA529A}" destId="{C01E004E-813F-42B0-8C25-E3E27BE10537}" srcOrd="3" destOrd="0" presId="urn:microsoft.com/office/officeart/2005/8/layout/vList2"/>
    <dgm:cxn modelId="{DDFE78F5-89D7-47A5-8C89-779B0536FDD5}" type="presParOf" srcId="{E73F6CB1-3765-44EA-92EF-4976BBBA529A}" destId="{173BAE05-6A6B-4388-8125-0E335DF389E5}" srcOrd="4" destOrd="0" presId="urn:microsoft.com/office/officeart/2005/8/layout/vList2"/>
    <dgm:cxn modelId="{22714544-10CF-4C3B-B9B7-C9967794171D}" type="presParOf" srcId="{E73F6CB1-3765-44EA-92EF-4976BBBA529A}" destId="{3CB4E0FB-E3E5-4308-89C5-2884D7483039}" srcOrd="5" destOrd="0" presId="urn:microsoft.com/office/officeart/2005/8/layout/vList2"/>
    <dgm:cxn modelId="{C208ED72-61B3-4574-B5D8-E120FE9C97A2}" type="presParOf" srcId="{E73F6CB1-3765-44EA-92EF-4976BBBA529A}" destId="{B5D7C3F1-7BD8-4777-8627-25371ED0440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A0F8099-7CC0-4CFF-A738-04CA5BD126C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D51A76F-3EBB-4E8F-B4AB-6D527DEE0722}">
      <dgm:prSet/>
      <dgm:spPr/>
      <dgm:t>
        <a:bodyPr/>
        <a:lstStyle/>
        <a:p>
          <a:r>
            <a:rPr lang="ru-RU" b="0" i="0"/>
            <a:t>«Самодержцем усієї Русі».</a:t>
          </a:r>
          <a:endParaRPr lang="uk-UA"/>
        </a:p>
      </dgm:t>
    </dgm:pt>
    <dgm:pt modelId="{A6CC3B2D-404B-48F0-855F-F112E04BC59E}" type="parTrans" cxnId="{2D532BD6-FCC8-46C2-B622-C14FBDA221E7}">
      <dgm:prSet/>
      <dgm:spPr/>
      <dgm:t>
        <a:bodyPr/>
        <a:lstStyle/>
        <a:p>
          <a:endParaRPr lang="uk-UA"/>
        </a:p>
      </dgm:t>
    </dgm:pt>
    <dgm:pt modelId="{8D5EF58D-C761-4516-82EA-DE6C060FB4D2}" type="sibTrans" cxnId="{2D532BD6-FCC8-46C2-B622-C14FBDA221E7}">
      <dgm:prSet/>
      <dgm:spPr/>
      <dgm:t>
        <a:bodyPr/>
        <a:lstStyle/>
        <a:p>
          <a:endParaRPr lang="uk-UA"/>
        </a:p>
      </dgm:t>
    </dgm:pt>
    <dgm:pt modelId="{C8F87237-B7E7-4B54-82DF-9258821B8958}">
      <dgm:prSet/>
      <dgm:spPr/>
      <dgm:t>
        <a:bodyPr/>
        <a:lstStyle/>
        <a:p>
          <a:r>
            <a:rPr lang="ru-RU" b="0" i="0"/>
            <a:t>«Руським батьком козацтва».</a:t>
          </a:r>
          <a:endParaRPr lang="uk-UA"/>
        </a:p>
      </dgm:t>
    </dgm:pt>
    <dgm:pt modelId="{24EB483D-EBE9-4DC1-8976-FE424388B2F4}" type="parTrans" cxnId="{08E32A1E-0CE4-471C-A964-87DA68142638}">
      <dgm:prSet/>
      <dgm:spPr/>
      <dgm:t>
        <a:bodyPr/>
        <a:lstStyle/>
        <a:p>
          <a:endParaRPr lang="uk-UA"/>
        </a:p>
      </dgm:t>
    </dgm:pt>
    <dgm:pt modelId="{776AF9D1-F66C-4CDA-A511-34572CAA3D31}" type="sibTrans" cxnId="{08E32A1E-0CE4-471C-A964-87DA68142638}">
      <dgm:prSet/>
      <dgm:spPr/>
      <dgm:t>
        <a:bodyPr/>
        <a:lstStyle/>
        <a:p>
          <a:endParaRPr lang="uk-UA"/>
        </a:p>
      </dgm:t>
    </dgm:pt>
    <dgm:pt modelId="{5CD75178-DCBD-4E45-BCDA-85B2878C9DAB}">
      <dgm:prSet/>
      <dgm:spPr/>
      <dgm:t>
        <a:bodyPr/>
        <a:lstStyle/>
        <a:p>
          <a:r>
            <a:rPr lang="ru-RU" b="0" i="0" dirty="0"/>
            <a:t>«</a:t>
          </a:r>
          <a:r>
            <a:rPr lang="ru-RU" b="0" i="0" dirty="0" err="1"/>
            <a:t>Першим</a:t>
          </a:r>
          <a:r>
            <a:rPr lang="ru-RU" b="0" i="0" dirty="0"/>
            <a:t> руським </a:t>
          </a:r>
          <a:r>
            <a:rPr lang="ru-RU" b="0" i="0" dirty="0" err="1"/>
            <a:t>професором</a:t>
          </a:r>
          <a:r>
            <a:rPr lang="ru-RU" b="0" i="0" dirty="0"/>
            <a:t>».</a:t>
          </a:r>
          <a:endParaRPr lang="uk-UA" dirty="0"/>
        </a:p>
      </dgm:t>
    </dgm:pt>
    <dgm:pt modelId="{84944B82-2677-4DC0-A0FD-FDE5CB774442}" type="parTrans" cxnId="{F9D5662E-8B0E-47F8-8381-5A45D66DE212}">
      <dgm:prSet/>
      <dgm:spPr/>
      <dgm:t>
        <a:bodyPr/>
        <a:lstStyle/>
        <a:p>
          <a:endParaRPr lang="uk-UA"/>
        </a:p>
      </dgm:t>
    </dgm:pt>
    <dgm:pt modelId="{5FB8CCC2-1387-4753-80B0-DA672A94143A}" type="sibTrans" cxnId="{F9D5662E-8B0E-47F8-8381-5A45D66DE212}">
      <dgm:prSet/>
      <dgm:spPr/>
      <dgm:t>
        <a:bodyPr/>
        <a:lstStyle/>
        <a:p>
          <a:endParaRPr lang="uk-UA"/>
        </a:p>
      </dgm:t>
    </dgm:pt>
    <dgm:pt modelId="{49677FCF-531D-4771-AD22-A35F91DA101D}">
      <dgm:prSet/>
      <dgm:spPr/>
      <dgm:t>
        <a:bodyPr/>
        <a:lstStyle/>
        <a:p>
          <a:r>
            <a:rPr lang="ru-RU" b="0" i="0" dirty="0"/>
            <a:t>«</a:t>
          </a:r>
          <a:r>
            <a:rPr lang="ru-RU" b="0" i="0" dirty="0" err="1"/>
            <a:t>Некоронованим</a:t>
          </a:r>
          <a:r>
            <a:rPr lang="ru-RU" b="0" i="0" dirty="0"/>
            <a:t> королем </a:t>
          </a:r>
          <a:r>
            <a:rPr lang="ru-RU" b="0" i="0" dirty="0" err="1"/>
            <a:t>Русі</a:t>
          </a:r>
          <a:r>
            <a:rPr lang="ru-RU" b="0" i="0" dirty="0"/>
            <a:t>».</a:t>
          </a:r>
          <a:endParaRPr lang="uk-UA" dirty="0"/>
        </a:p>
      </dgm:t>
    </dgm:pt>
    <dgm:pt modelId="{7DACA356-968D-45CF-9E89-FAE6EB4DE29F}" type="parTrans" cxnId="{4453D899-68DB-4068-A8B0-5A9810B58DC6}">
      <dgm:prSet/>
      <dgm:spPr/>
      <dgm:t>
        <a:bodyPr/>
        <a:lstStyle/>
        <a:p>
          <a:endParaRPr lang="uk-UA"/>
        </a:p>
      </dgm:t>
    </dgm:pt>
    <dgm:pt modelId="{F75D6E95-BAB8-4A91-9D77-5D1C8133C426}" type="sibTrans" cxnId="{4453D899-68DB-4068-A8B0-5A9810B58DC6}">
      <dgm:prSet/>
      <dgm:spPr/>
      <dgm:t>
        <a:bodyPr/>
        <a:lstStyle/>
        <a:p>
          <a:endParaRPr lang="uk-UA"/>
        </a:p>
      </dgm:t>
    </dgm:pt>
    <dgm:pt modelId="{E19100EE-F8B9-4A90-AE11-85873AF83D9B}" type="pres">
      <dgm:prSet presAssocID="{0A0F8099-7CC0-4CFF-A738-04CA5BD126C3}" presName="linear" presStyleCnt="0">
        <dgm:presLayoutVars>
          <dgm:animLvl val="lvl"/>
          <dgm:resizeHandles val="exact"/>
        </dgm:presLayoutVars>
      </dgm:prSet>
      <dgm:spPr/>
    </dgm:pt>
    <dgm:pt modelId="{5D3B51A9-71A0-4FB4-817A-832DFCFDB1B1}" type="pres">
      <dgm:prSet presAssocID="{BD51A76F-3EBB-4E8F-B4AB-6D527DEE0722}" presName="parentText" presStyleLbl="node1" presStyleIdx="0" presStyleCnt="4">
        <dgm:presLayoutVars>
          <dgm:chMax val="0"/>
          <dgm:bulletEnabled val="1"/>
        </dgm:presLayoutVars>
      </dgm:prSet>
      <dgm:spPr/>
    </dgm:pt>
    <dgm:pt modelId="{9EF09A5A-D1C2-4C8D-ADDD-4894BB8740E9}" type="pres">
      <dgm:prSet presAssocID="{8D5EF58D-C761-4516-82EA-DE6C060FB4D2}" presName="spacer" presStyleCnt="0"/>
      <dgm:spPr/>
    </dgm:pt>
    <dgm:pt modelId="{BCF9B5A7-3045-43E0-ADAE-146A1C22C065}" type="pres">
      <dgm:prSet presAssocID="{C8F87237-B7E7-4B54-82DF-9258821B8958}" presName="parentText" presStyleLbl="node1" presStyleIdx="1" presStyleCnt="4">
        <dgm:presLayoutVars>
          <dgm:chMax val="0"/>
          <dgm:bulletEnabled val="1"/>
        </dgm:presLayoutVars>
      </dgm:prSet>
      <dgm:spPr/>
    </dgm:pt>
    <dgm:pt modelId="{E3C80F85-C661-4A25-9D22-92517CE7F94A}" type="pres">
      <dgm:prSet presAssocID="{776AF9D1-F66C-4CDA-A511-34572CAA3D31}" presName="spacer" presStyleCnt="0"/>
      <dgm:spPr/>
    </dgm:pt>
    <dgm:pt modelId="{B706948F-826C-4B3C-AB78-E9713D1B0924}" type="pres">
      <dgm:prSet presAssocID="{5CD75178-DCBD-4E45-BCDA-85B2878C9DAB}" presName="parentText" presStyleLbl="node1" presStyleIdx="2" presStyleCnt="4">
        <dgm:presLayoutVars>
          <dgm:chMax val="0"/>
          <dgm:bulletEnabled val="1"/>
        </dgm:presLayoutVars>
      </dgm:prSet>
      <dgm:spPr/>
    </dgm:pt>
    <dgm:pt modelId="{A52E1D66-545D-4C19-A8E9-562D9E42BCE4}" type="pres">
      <dgm:prSet presAssocID="{5FB8CCC2-1387-4753-80B0-DA672A94143A}" presName="spacer" presStyleCnt="0"/>
      <dgm:spPr/>
    </dgm:pt>
    <dgm:pt modelId="{53409B04-4A06-4FD0-9FE6-68D479E1362C}" type="pres">
      <dgm:prSet presAssocID="{49677FCF-531D-4771-AD22-A35F91DA101D}" presName="parentText" presStyleLbl="node1" presStyleIdx="3" presStyleCnt="4">
        <dgm:presLayoutVars>
          <dgm:chMax val="0"/>
          <dgm:bulletEnabled val="1"/>
        </dgm:presLayoutVars>
      </dgm:prSet>
      <dgm:spPr/>
    </dgm:pt>
  </dgm:ptLst>
  <dgm:cxnLst>
    <dgm:cxn modelId="{08E32A1E-0CE4-471C-A964-87DA68142638}" srcId="{0A0F8099-7CC0-4CFF-A738-04CA5BD126C3}" destId="{C8F87237-B7E7-4B54-82DF-9258821B8958}" srcOrd="1" destOrd="0" parTransId="{24EB483D-EBE9-4DC1-8976-FE424388B2F4}" sibTransId="{776AF9D1-F66C-4CDA-A511-34572CAA3D31}"/>
    <dgm:cxn modelId="{F9D5662E-8B0E-47F8-8381-5A45D66DE212}" srcId="{0A0F8099-7CC0-4CFF-A738-04CA5BD126C3}" destId="{5CD75178-DCBD-4E45-BCDA-85B2878C9DAB}" srcOrd="2" destOrd="0" parTransId="{84944B82-2677-4DC0-A0FD-FDE5CB774442}" sibTransId="{5FB8CCC2-1387-4753-80B0-DA672A94143A}"/>
    <dgm:cxn modelId="{3EADAF3A-E13D-4D1C-B53F-911870A6AFF4}" type="presOf" srcId="{0A0F8099-7CC0-4CFF-A738-04CA5BD126C3}" destId="{E19100EE-F8B9-4A90-AE11-85873AF83D9B}" srcOrd="0" destOrd="0" presId="urn:microsoft.com/office/officeart/2005/8/layout/vList2"/>
    <dgm:cxn modelId="{6FFD804D-7955-41E8-8448-5813591CC44A}" type="presOf" srcId="{49677FCF-531D-4771-AD22-A35F91DA101D}" destId="{53409B04-4A06-4FD0-9FE6-68D479E1362C}" srcOrd="0" destOrd="0" presId="urn:microsoft.com/office/officeart/2005/8/layout/vList2"/>
    <dgm:cxn modelId="{8BD8B053-7B90-42B5-91B7-6FE3B0054905}" type="presOf" srcId="{C8F87237-B7E7-4B54-82DF-9258821B8958}" destId="{BCF9B5A7-3045-43E0-ADAE-146A1C22C065}" srcOrd="0" destOrd="0" presId="urn:microsoft.com/office/officeart/2005/8/layout/vList2"/>
    <dgm:cxn modelId="{4453D899-68DB-4068-A8B0-5A9810B58DC6}" srcId="{0A0F8099-7CC0-4CFF-A738-04CA5BD126C3}" destId="{49677FCF-531D-4771-AD22-A35F91DA101D}" srcOrd="3" destOrd="0" parTransId="{7DACA356-968D-45CF-9E89-FAE6EB4DE29F}" sibTransId="{F75D6E95-BAB8-4A91-9D77-5D1C8133C426}"/>
    <dgm:cxn modelId="{97F4C8AF-20FA-4438-A5BB-72FAA8A94199}" type="presOf" srcId="{BD51A76F-3EBB-4E8F-B4AB-6D527DEE0722}" destId="{5D3B51A9-71A0-4FB4-817A-832DFCFDB1B1}" srcOrd="0" destOrd="0" presId="urn:microsoft.com/office/officeart/2005/8/layout/vList2"/>
    <dgm:cxn modelId="{2D532BD6-FCC8-46C2-B622-C14FBDA221E7}" srcId="{0A0F8099-7CC0-4CFF-A738-04CA5BD126C3}" destId="{BD51A76F-3EBB-4E8F-B4AB-6D527DEE0722}" srcOrd="0" destOrd="0" parTransId="{A6CC3B2D-404B-48F0-855F-F112E04BC59E}" sibTransId="{8D5EF58D-C761-4516-82EA-DE6C060FB4D2}"/>
    <dgm:cxn modelId="{6D9B7FDF-26BD-4FFE-BEC6-C260E1E97A0F}" type="presOf" srcId="{5CD75178-DCBD-4E45-BCDA-85B2878C9DAB}" destId="{B706948F-826C-4B3C-AB78-E9713D1B0924}" srcOrd="0" destOrd="0" presId="urn:microsoft.com/office/officeart/2005/8/layout/vList2"/>
    <dgm:cxn modelId="{7420CC0A-5959-4CBD-BBB7-83FBC541B62D}" type="presParOf" srcId="{E19100EE-F8B9-4A90-AE11-85873AF83D9B}" destId="{5D3B51A9-71A0-4FB4-817A-832DFCFDB1B1}" srcOrd="0" destOrd="0" presId="urn:microsoft.com/office/officeart/2005/8/layout/vList2"/>
    <dgm:cxn modelId="{03E95F1C-9083-4B75-8313-2E38A52E1C3A}" type="presParOf" srcId="{E19100EE-F8B9-4A90-AE11-85873AF83D9B}" destId="{9EF09A5A-D1C2-4C8D-ADDD-4894BB8740E9}" srcOrd="1" destOrd="0" presId="urn:microsoft.com/office/officeart/2005/8/layout/vList2"/>
    <dgm:cxn modelId="{528ACCB8-D460-4F60-B8AB-BF75E52D3750}" type="presParOf" srcId="{E19100EE-F8B9-4A90-AE11-85873AF83D9B}" destId="{BCF9B5A7-3045-43E0-ADAE-146A1C22C065}" srcOrd="2" destOrd="0" presId="urn:microsoft.com/office/officeart/2005/8/layout/vList2"/>
    <dgm:cxn modelId="{C4448B45-1ACE-4C46-A65D-93DDC4E56C90}" type="presParOf" srcId="{E19100EE-F8B9-4A90-AE11-85873AF83D9B}" destId="{E3C80F85-C661-4A25-9D22-92517CE7F94A}" srcOrd="3" destOrd="0" presId="urn:microsoft.com/office/officeart/2005/8/layout/vList2"/>
    <dgm:cxn modelId="{B3122597-73C7-40C6-8784-2432036F5D10}" type="presParOf" srcId="{E19100EE-F8B9-4A90-AE11-85873AF83D9B}" destId="{B706948F-826C-4B3C-AB78-E9713D1B0924}" srcOrd="4" destOrd="0" presId="urn:microsoft.com/office/officeart/2005/8/layout/vList2"/>
    <dgm:cxn modelId="{F6580370-EE6D-4943-BB85-416CB38FBEF3}" type="presParOf" srcId="{E19100EE-F8B9-4A90-AE11-85873AF83D9B}" destId="{A52E1D66-545D-4C19-A8E9-562D9E42BCE4}" srcOrd="5" destOrd="0" presId="urn:microsoft.com/office/officeart/2005/8/layout/vList2"/>
    <dgm:cxn modelId="{B1926E4A-56F0-4B0C-B84D-F5B79B00EF3C}" type="presParOf" srcId="{E19100EE-F8B9-4A90-AE11-85873AF83D9B}" destId="{53409B04-4A06-4FD0-9FE6-68D479E1362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D739EFF-D1A9-4DAF-AE36-82010DD646B4}"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22508382-8BD4-4539-992F-8634000BE0E1}">
      <dgm:prSet/>
      <dgm:spPr/>
      <dgm:t>
        <a:bodyPr/>
        <a:lstStyle/>
        <a:p>
          <a:r>
            <a:rPr lang="ru-RU" b="0" i="0" dirty="0" err="1"/>
            <a:t>засновників</a:t>
          </a:r>
          <a:r>
            <a:rPr lang="ru-RU" b="0" i="0" dirty="0"/>
            <a:t> </a:t>
          </a:r>
          <a:r>
            <a:rPr lang="ru-RU" b="0" i="0" dirty="0" err="1"/>
            <a:t>навчальних</a:t>
          </a:r>
          <a:r>
            <a:rPr lang="ru-RU" b="0" i="0" dirty="0"/>
            <a:t> </a:t>
          </a:r>
          <a:r>
            <a:rPr lang="ru-RU" b="0" i="0" dirty="0" err="1"/>
            <a:t>закладів</a:t>
          </a:r>
          <a:r>
            <a:rPr lang="ru-RU" b="0" i="0" dirty="0"/>
            <a:t>.</a:t>
          </a:r>
          <a:endParaRPr lang="uk-UA" dirty="0"/>
        </a:p>
      </dgm:t>
    </dgm:pt>
    <dgm:pt modelId="{330E61F1-5E52-4A97-B4B6-A5CF38A6A794}" type="parTrans" cxnId="{C09E498A-D683-4007-A9D3-CCB986B8A900}">
      <dgm:prSet/>
      <dgm:spPr/>
      <dgm:t>
        <a:bodyPr/>
        <a:lstStyle/>
        <a:p>
          <a:endParaRPr lang="uk-UA"/>
        </a:p>
      </dgm:t>
    </dgm:pt>
    <dgm:pt modelId="{1746DA51-C625-4A53-9F19-CA4301C3D3A9}" type="sibTrans" cxnId="{C09E498A-D683-4007-A9D3-CCB986B8A900}">
      <dgm:prSet/>
      <dgm:spPr/>
      <dgm:t>
        <a:bodyPr/>
        <a:lstStyle/>
        <a:p>
          <a:endParaRPr lang="uk-UA"/>
        </a:p>
      </dgm:t>
    </dgm:pt>
    <dgm:pt modelId="{B82411EA-23BA-4EA6-BA1C-31285A5711DC}">
      <dgm:prSet/>
      <dgm:spPr/>
      <dgm:t>
        <a:bodyPr/>
        <a:lstStyle/>
        <a:p>
          <a:r>
            <a:rPr lang="ru-RU" b="0" i="0"/>
            <a:t>авторів козацьких літописів.</a:t>
          </a:r>
          <a:endParaRPr lang="uk-UA"/>
        </a:p>
      </dgm:t>
    </dgm:pt>
    <dgm:pt modelId="{D6192F6A-5431-41DF-B350-0420E4DB2F69}" type="parTrans" cxnId="{88A67C79-525D-4C1D-BDE7-C9936D123FE8}">
      <dgm:prSet/>
      <dgm:spPr/>
      <dgm:t>
        <a:bodyPr/>
        <a:lstStyle/>
        <a:p>
          <a:endParaRPr lang="uk-UA"/>
        </a:p>
      </dgm:t>
    </dgm:pt>
    <dgm:pt modelId="{2273BE83-9D2F-424D-B778-A61451DC52B0}" type="sibTrans" cxnId="{88A67C79-525D-4C1D-BDE7-C9936D123FE8}">
      <dgm:prSet/>
      <dgm:spPr/>
      <dgm:t>
        <a:bodyPr/>
        <a:lstStyle/>
        <a:p>
          <a:endParaRPr lang="uk-UA"/>
        </a:p>
      </dgm:t>
    </dgm:pt>
    <dgm:pt modelId="{49D9498D-0FAF-4453-BA48-F57AB30B855F}">
      <dgm:prSet/>
      <dgm:spPr/>
      <dgm:t>
        <a:bodyPr/>
        <a:lstStyle/>
        <a:p>
          <a:r>
            <a:rPr lang="ru-RU" b="0" i="0"/>
            <a:t>митрополитів православної церкви.</a:t>
          </a:r>
          <a:endParaRPr lang="uk-UA"/>
        </a:p>
      </dgm:t>
    </dgm:pt>
    <dgm:pt modelId="{8FE72E21-10AD-46E6-B0FF-41CE0EB12287}" type="parTrans" cxnId="{30933BD6-DA9F-4628-9A58-E2319F053C34}">
      <dgm:prSet/>
      <dgm:spPr/>
      <dgm:t>
        <a:bodyPr/>
        <a:lstStyle/>
        <a:p>
          <a:endParaRPr lang="uk-UA"/>
        </a:p>
      </dgm:t>
    </dgm:pt>
    <dgm:pt modelId="{894FBC87-D5F4-4EBF-8526-0F6AFBFB6A3D}" type="sibTrans" cxnId="{30933BD6-DA9F-4628-9A58-E2319F053C34}">
      <dgm:prSet/>
      <dgm:spPr/>
      <dgm:t>
        <a:bodyPr/>
        <a:lstStyle/>
        <a:p>
          <a:endParaRPr lang="uk-UA"/>
        </a:p>
      </dgm:t>
    </dgm:pt>
    <dgm:pt modelId="{49C38665-C8BC-4C37-A8F4-81CDDC49AF4D}">
      <dgm:prSet/>
      <dgm:spPr/>
      <dgm:t>
        <a:bodyPr/>
        <a:lstStyle/>
        <a:p>
          <a:r>
            <a:rPr lang="ru-RU" b="0" i="0" dirty="0" err="1"/>
            <a:t>фундаторів</a:t>
          </a:r>
          <a:r>
            <a:rPr lang="ru-RU" b="0" i="0" dirty="0"/>
            <a:t> </a:t>
          </a:r>
          <a:r>
            <a:rPr lang="ru-RU" b="0" i="0" dirty="0" err="1"/>
            <a:t>перших</a:t>
          </a:r>
          <a:r>
            <a:rPr lang="ru-RU" b="0" i="0" dirty="0"/>
            <a:t> </a:t>
          </a:r>
          <a:r>
            <a:rPr lang="ru-RU" b="0" i="0" dirty="0" err="1"/>
            <a:t>церковних</a:t>
          </a:r>
          <a:r>
            <a:rPr lang="ru-RU" b="0" i="0" dirty="0"/>
            <a:t> братств.</a:t>
          </a:r>
          <a:endParaRPr lang="uk-UA" dirty="0"/>
        </a:p>
      </dgm:t>
    </dgm:pt>
    <dgm:pt modelId="{43427790-D09F-4C17-AE02-A60BEA6CF5C6}" type="parTrans" cxnId="{FEA82770-7A13-4DB3-9930-66B4A7559F0E}">
      <dgm:prSet/>
      <dgm:spPr/>
      <dgm:t>
        <a:bodyPr/>
        <a:lstStyle/>
        <a:p>
          <a:endParaRPr lang="uk-UA"/>
        </a:p>
      </dgm:t>
    </dgm:pt>
    <dgm:pt modelId="{8FCF6F53-4E47-4B1B-BA58-872D4C2A9B62}" type="sibTrans" cxnId="{FEA82770-7A13-4DB3-9930-66B4A7559F0E}">
      <dgm:prSet/>
      <dgm:spPr/>
      <dgm:t>
        <a:bodyPr/>
        <a:lstStyle/>
        <a:p>
          <a:endParaRPr lang="uk-UA"/>
        </a:p>
      </dgm:t>
    </dgm:pt>
    <dgm:pt modelId="{72639381-988A-42EA-9D48-48E47070D12C}" type="pres">
      <dgm:prSet presAssocID="{6D739EFF-D1A9-4DAF-AE36-82010DD646B4}" presName="linearFlow" presStyleCnt="0">
        <dgm:presLayoutVars>
          <dgm:dir/>
          <dgm:resizeHandles val="exact"/>
        </dgm:presLayoutVars>
      </dgm:prSet>
      <dgm:spPr/>
    </dgm:pt>
    <dgm:pt modelId="{442B5241-76F1-40E1-9855-51863FD65884}" type="pres">
      <dgm:prSet presAssocID="{22508382-8BD4-4539-992F-8634000BE0E1}" presName="composite" presStyleCnt="0"/>
      <dgm:spPr/>
    </dgm:pt>
    <dgm:pt modelId="{5D1442DC-6680-4B93-89A4-B02EE7175401}" type="pres">
      <dgm:prSet presAssocID="{22508382-8BD4-4539-992F-8634000BE0E1}" presName="imgShp" presStyleLbl="fgImgPlace1" presStyleIdx="0" presStyleCnt="4"/>
      <dgm:spPr/>
    </dgm:pt>
    <dgm:pt modelId="{458FB3CE-E19A-470D-81FF-5334E58E1796}" type="pres">
      <dgm:prSet presAssocID="{22508382-8BD4-4539-992F-8634000BE0E1}" presName="txShp" presStyleLbl="node1" presStyleIdx="0" presStyleCnt="4">
        <dgm:presLayoutVars>
          <dgm:bulletEnabled val="1"/>
        </dgm:presLayoutVars>
      </dgm:prSet>
      <dgm:spPr/>
    </dgm:pt>
    <dgm:pt modelId="{E35BA266-CBAF-41AF-8443-A94CAFF01CE8}" type="pres">
      <dgm:prSet presAssocID="{1746DA51-C625-4A53-9F19-CA4301C3D3A9}" presName="spacing" presStyleCnt="0"/>
      <dgm:spPr/>
    </dgm:pt>
    <dgm:pt modelId="{6F46C896-F806-4D8B-A1D1-4CA52A9358CC}" type="pres">
      <dgm:prSet presAssocID="{B82411EA-23BA-4EA6-BA1C-31285A5711DC}" presName="composite" presStyleCnt="0"/>
      <dgm:spPr/>
    </dgm:pt>
    <dgm:pt modelId="{BBFDA24A-61C4-4266-AB98-E39CC1CCAD33}" type="pres">
      <dgm:prSet presAssocID="{B82411EA-23BA-4EA6-BA1C-31285A5711DC}" presName="imgShp" presStyleLbl="fgImgPlace1" presStyleIdx="1" presStyleCnt="4"/>
      <dgm:spPr/>
    </dgm:pt>
    <dgm:pt modelId="{56D0EBE0-ED51-41BB-88DB-0DC891D8F34C}" type="pres">
      <dgm:prSet presAssocID="{B82411EA-23BA-4EA6-BA1C-31285A5711DC}" presName="txShp" presStyleLbl="node1" presStyleIdx="1" presStyleCnt="4">
        <dgm:presLayoutVars>
          <dgm:bulletEnabled val="1"/>
        </dgm:presLayoutVars>
      </dgm:prSet>
      <dgm:spPr/>
    </dgm:pt>
    <dgm:pt modelId="{91078C56-A35C-47A9-A5EF-63937979DCC1}" type="pres">
      <dgm:prSet presAssocID="{2273BE83-9D2F-424D-B778-A61451DC52B0}" presName="spacing" presStyleCnt="0"/>
      <dgm:spPr/>
    </dgm:pt>
    <dgm:pt modelId="{A7D9AD84-0883-4408-820C-91825E0FD68C}" type="pres">
      <dgm:prSet presAssocID="{49D9498D-0FAF-4453-BA48-F57AB30B855F}" presName="composite" presStyleCnt="0"/>
      <dgm:spPr/>
    </dgm:pt>
    <dgm:pt modelId="{1EF70969-EA7C-4B62-A629-6797CFC7C142}" type="pres">
      <dgm:prSet presAssocID="{49D9498D-0FAF-4453-BA48-F57AB30B855F}" presName="imgShp" presStyleLbl="fgImgPlace1" presStyleIdx="2" presStyleCnt="4"/>
      <dgm:spPr/>
    </dgm:pt>
    <dgm:pt modelId="{E7AEC155-F238-49B1-B5A6-2EE1F2B25E59}" type="pres">
      <dgm:prSet presAssocID="{49D9498D-0FAF-4453-BA48-F57AB30B855F}" presName="txShp" presStyleLbl="node1" presStyleIdx="2" presStyleCnt="4">
        <dgm:presLayoutVars>
          <dgm:bulletEnabled val="1"/>
        </dgm:presLayoutVars>
      </dgm:prSet>
      <dgm:spPr/>
    </dgm:pt>
    <dgm:pt modelId="{582ABF3D-CB95-4904-B0F2-55058F023114}" type="pres">
      <dgm:prSet presAssocID="{894FBC87-D5F4-4EBF-8526-0F6AFBFB6A3D}" presName="spacing" presStyleCnt="0"/>
      <dgm:spPr/>
    </dgm:pt>
    <dgm:pt modelId="{812EC9B8-2256-413D-AFA2-BFF37CB104B7}" type="pres">
      <dgm:prSet presAssocID="{49C38665-C8BC-4C37-A8F4-81CDDC49AF4D}" presName="composite" presStyleCnt="0"/>
      <dgm:spPr/>
    </dgm:pt>
    <dgm:pt modelId="{0945D496-84F7-43EF-B269-BD8FF4C886DB}" type="pres">
      <dgm:prSet presAssocID="{49C38665-C8BC-4C37-A8F4-81CDDC49AF4D}" presName="imgShp" presStyleLbl="fgImgPlace1" presStyleIdx="3" presStyleCnt="4"/>
      <dgm:spPr/>
    </dgm:pt>
    <dgm:pt modelId="{F4CC6D07-A855-4F77-89CD-417B3A14B101}" type="pres">
      <dgm:prSet presAssocID="{49C38665-C8BC-4C37-A8F4-81CDDC49AF4D}" presName="txShp" presStyleLbl="node1" presStyleIdx="3" presStyleCnt="4">
        <dgm:presLayoutVars>
          <dgm:bulletEnabled val="1"/>
        </dgm:presLayoutVars>
      </dgm:prSet>
      <dgm:spPr/>
    </dgm:pt>
  </dgm:ptLst>
  <dgm:cxnLst>
    <dgm:cxn modelId="{18F13846-FED3-421E-8B69-E8D5014F647A}" type="presOf" srcId="{6D739EFF-D1A9-4DAF-AE36-82010DD646B4}" destId="{72639381-988A-42EA-9D48-48E47070D12C}" srcOrd="0" destOrd="0" presId="urn:microsoft.com/office/officeart/2005/8/layout/vList3"/>
    <dgm:cxn modelId="{FEA82770-7A13-4DB3-9930-66B4A7559F0E}" srcId="{6D739EFF-D1A9-4DAF-AE36-82010DD646B4}" destId="{49C38665-C8BC-4C37-A8F4-81CDDC49AF4D}" srcOrd="3" destOrd="0" parTransId="{43427790-D09F-4C17-AE02-A60BEA6CF5C6}" sibTransId="{8FCF6F53-4E47-4B1B-BA58-872D4C2A9B62}"/>
    <dgm:cxn modelId="{88A67C79-525D-4C1D-BDE7-C9936D123FE8}" srcId="{6D739EFF-D1A9-4DAF-AE36-82010DD646B4}" destId="{B82411EA-23BA-4EA6-BA1C-31285A5711DC}" srcOrd="1" destOrd="0" parTransId="{D6192F6A-5431-41DF-B350-0420E4DB2F69}" sibTransId="{2273BE83-9D2F-424D-B778-A61451DC52B0}"/>
    <dgm:cxn modelId="{C09E498A-D683-4007-A9D3-CCB986B8A900}" srcId="{6D739EFF-D1A9-4DAF-AE36-82010DD646B4}" destId="{22508382-8BD4-4539-992F-8634000BE0E1}" srcOrd="0" destOrd="0" parTransId="{330E61F1-5E52-4A97-B4B6-A5CF38A6A794}" sibTransId="{1746DA51-C625-4A53-9F19-CA4301C3D3A9}"/>
    <dgm:cxn modelId="{67C4FD9E-E66A-4996-A59E-16ECC98F28AB}" type="presOf" srcId="{49D9498D-0FAF-4453-BA48-F57AB30B855F}" destId="{E7AEC155-F238-49B1-B5A6-2EE1F2B25E59}" srcOrd="0" destOrd="0" presId="urn:microsoft.com/office/officeart/2005/8/layout/vList3"/>
    <dgm:cxn modelId="{802A3DCD-56B2-43F6-AA8B-27FD45DDDA76}" type="presOf" srcId="{49C38665-C8BC-4C37-A8F4-81CDDC49AF4D}" destId="{F4CC6D07-A855-4F77-89CD-417B3A14B101}" srcOrd="0" destOrd="0" presId="urn:microsoft.com/office/officeart/2005/8/layout/vList3"/>
    <dgm:cxn modelId="{30933BD6-DA9F-4628-9A58-E2319F053C34}" srcId="{6D739EFF-D1A9-4DAF-AE36-82010DD646B4}" destId="{49D9498D-0FAF-4453-BA48-F57AB30B855F}" srcOrd="2" destOrd="0" parTransId="{8FE72E21-10AD-46E6-B0FF-41CE0EB12287}" sibTransId="{894FBC87-D5F4-4EBF-8526-0F6AFBFB6A3D}"/>
    <dgm:cxn modelId="{FF6F5FD9-A7AF-4555-B829-D831D7569971}" type="presOf" srcId="{22508382-8BD4-4539-992F-8634000BE0E1}" destId="{458FB3CE-E19A-470D-81FF-5334E58E1796}" srcOrd="0" destOrd="0" presId="urn:microsoft.com/office/officeart/2005/8/layout/vList3"/>
    <dgm:cxn modelId="{5CCBFEF5-5496-47A7-B9EF-9B7B0CAB1D47}" type="presOf" srcId="{B82411EA-23BA-4EA6-BA1C-31285A5711DC}" destId="{56D0EBE0-ED51-41BB-88DB-0DC891D8F34C}" srcOrd="0" destOrd="0" presId="urn:microsoft.com/office/officeart/2005/8/layout/vList3"/>
    <dgm:cxn modelId="{CE1651EF-60AB-42CB-A7A0-469C8DB9B39C}" type="presParOf" srcId="{72639381-988A-42EA-9D48-48E47070D12C}" destId="{442B5241-76F1-40E1-9855-51863FD65884}" srcOrd="0" destOrd="0" presId="urn:microsoft.com/office/officeart/2005/8/layout/vList3"/>
    <dgm:cxn modelId="{53A7EBD7-1854-4F61-9047-C0CA1727902E}" type="presParOf" srcId="{442B5241-76F1-40E1-9855-51863FD65884}" destId="{5D1442DC-6680-4B93-89A4-B02EE7175401}" srcOrd="0" destOrd="0" presId="urn:microsoft.com/office/officeart/2005/8/layout/vList3"/>
    <dgm:cxn modelId="{A4974B46-D676-4364-AFE6-1A2C9BC91D28}" type="presParOf" srcId="{442B5241-76F1-40E1-9855-51863FD65884}" destId="{458FB3CE-E19A-470D-81FF-5334E58E1796}" srcOrd="1" destOrd="0" presId="urn:microsoft.com/office/officeart/2005/8/layout/vList3"/>
    <dgm:cxn modelId="{152AED77-4923-40A3-ABA6-DF01220DBDFB}" type="presParOf" srcId="{72639381-988A-42EA-9D48-48E47070D12C}" destId="{E35BA266-CBAF-41AF-8443-A94CAFF01CE8}" srcOrd="1" destOrd="0" presId="urn:microsoft.com/office/officeart/2005/8/layout/vList3"/>
    <dgm:cxn modelId="{4452C9BC-5FE0-486E-B286-B8305481FEB7}" type="presParOf" srcId="{72639381-988A-42EA-9D48-48E47070D12C}" destId="{6F46C896-F806-4D8B-A1D1-4CA52A9358CC}" srcOrd="2" destOrd="0" presId="urn:microsoft.com/office/officeart/2005/8/layout/vList3"/>
    <dgm:cxn modelId="{28919162-CFD8-4105-AF97-FCF27C76EA52}" type="presParOf" srcId="{6F46C896-F806-4D8B-A1D1-4CA52A9358CC}" destId="{BBFDA24A-61C4-4266-AB98-E39CC1CCAD33}" srcOrd="0" destOrd="0" presId="urn:microsoft.com/office/officeart/2005/8/layout/vList3"/>
    <dgm:cxn modelId="{6C647C25-CA0A-458A-85BE-C1DC2AC95428}" type="presParOf" srcId="{6F46C896-F806-4D8B-A1D1-4CA52A9358CC}" destId="{56D0EBE0-ED51-41BB-88DB-0DC891D8F34C}" srcOrd="1" destOrd="0" presId="urn:microsoft.com/office/officeart/2005/8/layout/vList3"/>
    <dgm:cxn modelId="{D050C290-FB49-4C5B-A138-8CD37A6DF669}" type="presParOf" srcId="{72639381-988A-42EA-9D48-48E47070D12C}" destId="{91078C56-A35C-47A9-A5EF-63937979DCC1}" srcOrd="3" destOrd="0" presId="urn:microsoft.com/office/officeart/2005/8/layout/vList3"/>
    <dgm:cxn modelId="{F9C217AA-CD51-450D-9C77-318043F6A4DB}" type="presParOf" srcId="{72639381-988A-42EA-9D48-48E47070D12C}" destId="{A7D9AD84-0883-4408-820C-91825E0FD68C}" srcOrd="4" destOrd="0" presId="urn:microsoft.com/office/officeart/2005/8/layout/vList3"/>
    <dgm:cxn modelId="{60D58047-D124-483B-A851-4924483B5560}" type="presParOf" srcId="{A7D9AD84-0883-4408-820C-91825E0FD68C}" destId="{1EF70969-EA7C-4B62-A629-6797CFC7C142}" srcOrd="0" destOrd="0" presId="urn:microsoft.com/office/officeart/2005/8/layout/vList3"/>
    <dgm:cxn modelId="{1C325F70-C3F7-4CEA-B57C-B8AC456DE7EC}" type="presParOf" srcId="{A7D9AD84-0883-4408-820C-91825E0FD68C}" destId="{E7AEC155-F238-49B1-B5A6-2EE1F2B25E59}" srcOrd="1" destOrd="0" presId="urn:microsoft.com/office/officeart/2005/8/layout/vList3"/>
    <dgm:cxn modelId="{4A699E21-D514-4859-A080-FB392AB0E852}" type="presParOf" srcId="{72639381-988A-42EA-9D48-48E47070D12C}" destId="{582ABF3D-CB95-4904-B0F2-55058F023114}" srcOrd="5" destOrd="0" presId="urn:microsoft.com/office/officeart/2005/8/layout/vList3"/>
    <dgm:cxn modelId="{5F855826-E5C9-4F13-9EC9-8AA6F30BEDEB}" type="presParOf" srcId="{72639381-988A-42EA-9D48-48E47070D12C}" destId="{812EC9B8-2256-413D-AFA2-BFF37CB104B7}" srcOrd="6" destOrd="0" presId="urn:microsoft.com/office/officeart/2005/8/layout/vList3"/>
    <dgm:cxn modelId="{841179BA-0B80-4155-B02F-2A0D5486CD93}" type="presParOf" srcId="{812EC9B8-2256-413D-AFA2-BFF37CB104B7}" destId="{0945D496-84F7-43EF-B269-BD8FF4C886DB}" srcOrd="0" destOrd="0" presId="urn:microsoft.com/office/officeart/2005/8/layout/vList3"/>
    <dgm:cxn modelId="{46AB635E-52F6-4C9F-9A0D-5E04EF0F22F5}" type="presParOf" srcId="{812EC9B8-2256-413D-AFA2-BFF37CB104B7}" destId="{F4CC6D07-A855-4F77-89CD-417B3A14B101}"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3C3D079-844F-4945-A1C2-F2EC6BA4199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7E3870B-75B9-4617-A814-627561007B37}">
      <dgm:prSet/>
      <dgm:spPr/>
      <dgm:t>
        <a:bodyPr/>
        <a:lstStyle/>
        <a:p>
          <a:r>
            <a:rPr lang="uk-UA" b="0" i="0"/>
            <a:t>заснування першої на українських землях слов’яно-греко-латинської школи</a:t>
          </a:r>
          <a:endParaRPr lang="uk-UA"/>
        </a:p>
      </dgm:t>
    </dgm:pt>
    <dgm:pt modelId="{24361441-0358-4DC3-9335-910186147F98}" type="parTrans" cxnId="{4B928098-E34E-49CD-A176-73F5519A9585}">
      <dgm:prSet/>
      <dgm:spPr/>
      <dgm:t>
        <a:bodyPr/>
        <a:lstStyle/>
        <a:p>
          <a:endParaRPr lang="uk-UA"/>
        </a:p>
      </dgm:t>
    </dgm:pt>
    <dgm:pt modelId="{2606C517-3557-4639-B688-2E854CEF9C27}" type="sibTrans" cxnId="{4B928098-E34E-49CD-A176-73F5519A9585}">
      <dgm:prSet/>
      <dgm:spPr/>
      <dgm:t>
        <a:bodyPr/>
        <a:lstStyle/>
        <a:p>
          <a:endParaRPr lang="uk-UA"/>
        </a:p>
      </dgm:t>
    </dgm:pt>
    <dgm:pt modelId="{E4238DDC-66CA-449D-81DE-19C8E6C6C70F}">
      <dgm:prSet/>
      <dgm:spPr/>
      <dgm:t>
        <a:bodyPr/>
        <a:lstStyle/>
        <a:p>
          <a:r>
            <a:rPr lang="uk-UA" b="0" i="0"/>
            <a:t>укладення унії православної та католицької церков</a:t>
          </a:r>
          <a:endParaRPr lang="uk-UA"/>
        </a:p>
      </dgm:t>
    </dgm:pt>
    <dgm:pt modelId="{B979C147-8248-415A-AD11-646958DDDE8A}" type="parTrans" cxnId="{19AA7D53-2684-4162-AD83-E47A9E624E67}">
      <dgm:prSet/>
      <dgm:spPr/>
      <dgm:t>
        <a:bodyPr/>
        <a:lstStyle/>
        <a:p>
          <a:endParaRPr lang="uk-UA"/>
        </a:p>
      </dgm:t>
    </dgm:pt>
    <dgm:pt modelId="{562C17F2-C81E-4E5D-8E60-31C137B3AE34}" type="sibTrans" cxnId="{19AA7D53-2684-4162-AD83-E47A9E624E67}">
      <dgm:prSet/>
      <dgm:spPr/>
      <dgm:t>
        <a:bodyPr/>
        <a:lstStyle/>
        <a:p>
          <a:endParaRPr lang="uk-UA"/>
        </a:p>
      </dgm:t>
    </dgm:pt>
    <dgm:pt modelId="{AEB977BF-797C-452F-AB1E-8E99972C7F7E}">
      <dgm:prSet/>
      <dgm:spPr/>
      <dgm:t>
        <a:bodyPr/>
        <a:lstStyle/>
        <a:p>
          <a:r>
            <a:rPr lang="uk-UA" b="0" i="0"/>
            <a:t>об’єднання Лаврської школи та Київської братської школи в колегію</a:t>
          </a:r>
          <a:endParaRPr lang="uk-UA"/>
        </a:p>
      </dgm:t>
    </dgm:pt>
    <dgm:pt modelId="{2D75E31A-7754-46B8-B1F5-F5B70828954A}" type="parTrans" cxnId="{C2DD32CD-9940-4F66-A604-6BB6A05FF6DE}">
      <dgm:prSet/>
      <dgm:spPr/>
      <dgm:t>
        <a:bodyPr/>
        <a:lstStyle/>
        <a:p>
          <a:endParaRPr lang="uk-UA"/>
        </a:p>
      </dgm:t>
    </dgm:pt>
    <dgm:pt modelId="{67D15781-3794-4C15-8BE8-1C36D7B86714}" type="sibTrans" cxnId="{C2DD32CD-9940-4F66-A604-6BB6A05FF6DE}">
      <dgm:prSet/>
      <dgm:spPr/>
      <dgm:t>
        <a:bodyPr/>
        <a:lstStyle/>
        <a:p>
          <a:endParaRPr lang="uk-UA"/>
        </a:p>
      </dgm:t>
    </dgm:pt>
    <dgm:pt modelId="{3546556B-E492-4D92-B613-14C9A04DB61E}">
      <dgm:prSet/>
      <dgm:spPr/>
      <dgm:t>
        <a:bodyPr/>
        <a:lstStyle/>
        <a:p>
          <a:r>
            <a:rPr lang="uk-UA" b="0" i="0"/>
            <a:t>надання ставропігії Львівському Успенському братству</a:t>
          </a:r>
          <a:endParaRPr lang="uk-UA"/>
        </a:p>
      </dgm:t>
    </dgm:pt>
    <dgm:pt modelId="{E15C28CE-2D44-4939-BF53-6F940C3C4299}" type="parTrans" cxnId="{8A832C0E-F330-4005-9E4C-9448EE6C6776}">
      <dgm:prSet/>
      <dgm:spPr/>
      <dgm:t>
        <a:bodyPr/>
        <a:lstStyle/>
        <a:p>
          <a:endParaRPr lang="uk-UA"/>
        </a:p>
      </dgm:t>
    </dgm:pt>
    <dgm:pt modelId="{726F1B9A-5DAE-4E7F-9648-3990CF6E05CC}" type="sibTrans" cxnId="{8A832C0E-F330-4005-9E4C-9448EE6C6776}">
      <dgm:prSet/>
      <dgm:spPr/>
      <dgm:t>
        <a:bodyPr/>
        <a:lstStyle/>
        <a:p>
          <a:endParaRPr lang="uk-UA"/>
        </a:p>
      </dgm:t>
    </dgm:pt>
    <dgm:pt modelId="{409AB0E2-5959-425F-9255-B4B91EF69070}" type="pres">
      <dgm:prSet presAssocID="{43C3D079-844F-4945-A1C2-F2EC6BA4199B}" presName="linear" presStyleCnt="0">
        <dgm:presLayoutVars>
          <dgm:animLvl val="lvl"/>
          <dgm:resizeHandles val="exact"/>
        </dgm:presLayoutVars>
      </dgm:prSet>
      <dgm:spPr/>
    </dgm:pt>
    <dgm:pt modelId="{81302E82-4D8E-40D4-A73C-92C58DF0C8D4}" type="pres">
      <dgm:prSet presAssocID="{27E3870B-75B9-4617-A814-627561007B37}" presName="parentText" presStyleLbl="node1" presStyleIdx="0" presStyleCnt="4">
        <dgm:presLayoutVars>
          <dgm:chMax val="0"/>
          <dgm:bulletEnabled val="1"/>
        </dgm:presLayoutVars>
      </dgm:prSet>
      <dgm:spPr/>
    </dgm:pt>
    <dgm:pt modelId="{12CBD94E-AF42-4A4A-B888-2C07A310E8F7}" type="pres">
      <dgm:prSet presAssocID="{2606C517-3557-4639-B688-2E854CEF9C27}" presName="spacer" presStyleCnt="0"/>
      <dgm:spPr/>
    </dgm:pt>
    <dgm:pt modelId="{E1FE276B-3B0B-4195-8C2C-BB04249763A9}" type="pres">
      <dgm:prSet presAssocID="{E4238DDC-66CA-449D-81DE-19C8E6C6C70F}" presName="parentText" presStyleLbl="node1" presStyleIdx="1" presStyleCnt="4">
        <dgm:presLayoutVars>
          <dgm:chMax val="0"/>
          <dgm:bulletEnabled val="1"/>
        </dgm:presLayoutVars>
      </dgm:prSet>
      <dgm:spPr/>
    </dgm:pt>
    <dgm:pt modelId="{C56758EF-9A47-4C16-99DE-918A5C9279CD}" type="pres">
      <dgm:prSet presAssocID="{562C17F2-C81E-4E5D-8E60-31C137B3AE34}" presName="spacer" presStyleCnt="0"/>
      <dgm:spPr/>
    </dgm:pt>
    <dgm:pt modelId="{C307042B-7632-433A-B9E7-0ED053DF868C}" type="pres">
      <dgm:prSet presAssocID="{AEB977BF-797C-452F-AB1E-8E99972C7F7E}" presName="parentText" presStyleLbl="node1" presStyleIdx="2" presStyleCnt="4">
        <dgm:presLayoutVars>
          <dgm:chMax val="0"/>
          <dgm:bulletEnabled val="1"/>
        </dgm:presLayoutVars>
      </dgm:prSet>
      <dgm:spPr/>
    </dgm:pt>
    <dgm:pt modelId="{33405D3B-E8D7-4FCB-81C2-F267C6BD3AAE}" type="pres">
      <dgm:prSet presAssocID="{67D15781-3794-4C15-8BE8-1C36D7B86714}" presName="spacer" presStyleCnt="0"/>
      <dgm:spPr/>
    </dgm:pt>
    <dgm:pt modelId="{4E167152-AA4B-45F1-A5C9-71D7A58549AB}" type="pres">
      <dgm:prSet presAssocID="{3546556B-E492-4D92-B613-14C9A04DB61E}" presName="parentText" presStyleLbl="node1" presStyleIdx="3" presStyleCnt="4">
        <dgm:presLayoutVars>
          <dgm:chMax val="0"/>
          <dgm:bulletEnabled val="1"/>
        </dgm:presLayoutVars>
      </dgm:prSet>
      <dgm:spPr/>
    </dgm:pt>
  </dgm:ptLst>
  <dgm:cxnLst>
    <dgm:cxn modelId="{0DE35503-9DD3-4F9B-AA09-2152FBFCBA45}" type="presOf" srcId="{43C3D079-844F-4945-A1C2-F2EC6BA4199B}" destId="{409AB0E2-5959-425F-9255-B4B91EF69070}" srcOrd="0" destOrd="0" presId="urn:microsoft.com/office/officeart/2005/8/layout/vList2"/>
    <dgm:cxn modelId="{8A832C0E-F330-4005-9E4C-9448EE6C6776}" srcId="{43C3D079-844F-4945-A1C2-F2EC6BA4199B}" destId="{3546556B-E492-4D92-B613-14C9A04DB61E}" srcOrd="3" destOrd="0" parTransId="{E15C28CE-2D44-4939-BF53-6F940C3C4299}" sibTransId="{726F1B9A-5DAE-4E7F-9648-3990CF6E05CC}"/>
    <dgm:cxn modelId="{C5AFD725-A6DA-4A08-8DDD-C5329662D839}" type="presOf" srcId="{E4238DDC-66CA-449D-81DE-19C8E6C6C70F}" destId="{E1FE276B-3B0B-4195-8C2C-BB04249763A9}" srcOrd="0" destOrd="0" presId="urn:microsoft.com/office/officeart/2005/8/layout/vList2"/>
    <dgm:cxn modelId="{6DDBE528-1E11-40ED-A6EC-1211691C6D48}" type="presOf" srcId="{27E3870B-75B9-4617-A814-627561007B37}" destId="{81302E82-4D8E-40D4-A73C-92C58DF0C8D4}" srcOrd="0" destOrd="0" presId="urn:microsoft.com/office/officeart/2005/8/layout/vList2"/>
    <dgm:cxn modelId="{19AA7D53-2684-4162-AD83-E47A9E624E67}" srcId="{43C3D079-844F-4945-A1C2-F2EC6BA4199B}" destId="{E4238DDC-66CA-449D-81DE-19C8E6C6C70F}" srcOrd="1" destOrd="0" parTransId="{B979C147-8248-415A-AD11-646958DDDE8A}" sibTransId="{562C17F2-C81E-4E5D-8E60-31C137B3AE34}"/>
    <dgm:cxn modelId="{BB591258-E85E-4E3B-AE0A-36566FD52B4F}" type="presOf" srcId="{3546556B-E492-4D92-B613-14C9A04DB61E}" destId="{4E167152-AA4B-45F1-A5C9-71D7A58549AB}" srcOrd="0" destOrd="0" presId="urn:microsoft.com/office/officeart/2005/8/layout/vList2"/>
    <dgm:cxn modelId="{4B928098-E34E-49CD-A176-73F5519A9585}" srcId="{43C3D079-844F-4945-A1C2-F2EC6BA4199B}" destId="{27E3870B-75B9-4617-A814-627561007B37}" srcOrd="0" destOrd="0" parTransId="{24361441-0358-4DC3-9335-910186147F98}" sibTransId="{2606C517-3557-4639-B688-2E854CEF9C27}"/>
    <dgm:cxn modelId="{C2DD32CD-9940-4F66-A604-6BB6A05FF6DE}" srcId="{43C3D079-844F-4945-A1C2-F2EC6BA4199B}" destId="{AEB977BF-797C-452F-AB1E-8E99972C7F7E}" srcOrd="2" destOrd="0" parTransId="{2D75E31A-7754-46B8-B1F5-F5B70828954A}" sibTransId="{67D15781-3794-4C15-8BE8-1C36D7B86714}"/>
    <dgm:cxn modelId="{2228A5DD-628F-473E-B639-29C533C611FB}" type="presOf" srcId="{AEB977BF-797C-452F-AB1E-8E99972C7F7E}" destId="{C307042B-7632-433A-B9E7-0ED053DF868C}" srcOrd="0" destOrd="0" presId="urn:microsoft.com/office/officeart/2005/8/layout/vList2"/>
    <dgm:cxn modelId="{42DDC879-C106-40E3-8D88-249D45BA883E}" type="presParOf" srcId="{409AB0E2-5959-425F-9255-B4B91EF69070}" destId="{81302E82-4D8E-40D4-A73C-92C58DF0C8D4}" srcOrd="0" destOrd="0" presId="urn:microsoft.com/office/officeart/2005/8/layout/vList2"/>
    <dgm:cxn modelId="{3C55185E-634D-4724-88A9-2C7FFA51E4E5}" type="presParOf" srcId="{409AB0E2-5959-425F-9255-B4B91EF69070}" destId="{12CBD94E-AF42-4A4A-B888-2C07A310E8F7}" srcOrd="1" destOrd="0" presId="urn:microsoft.com/office/officeart/2005/8/layout/vList2"/>
    <dgm:cxn modelId="{F400A127-E9FD-4FB2-AF2B-AF7A748E3E66}" type="presParOf" srcId="{409AB0E2-5959-425F-9255-B4B91EF69070}" destId="{E1FE276B-3B0B-4195-8C2C-BB04249763A9}" srcOrd="2" destOrd="0" presId="urn:microsoft.com/office/officeart/2005/8/layout/vList2"/>
    <dgm:cxn modelId="{CA0BB259-E723-4832-B2C1-E0AC1DAA3338}" type="presParOf" srcId="{409AB0E2-5959-425F-9255-B4B91EF69070}" destId="{C56758EF-9A47-4C16-99DE-918A5C9279CD}" srcOrd="3" destOrd="0" presId="urn:microsoft.com/office/officeart/2005/8/layout/vList2"/>
    <dgm:cxn modelId="{892190C2-01AC-48B6-B345-52581D37DB42}" type="presParOf" srcId="{409AB0E2-5959-425F-9255-B4B91EF69070}" destId="{C307042B-7632-433A-B9E7-0ED053DF868C}" srcOrd="4" destOrd="0" presId="urn:microsoft.com/office/officeart/2005/8/layout/vList2"/>
    <dgm:cxn modelId="{B02A0BE8-8ADD-4DE5-8AC7-73C83FBFEC58}" type="presParOf" srcId="{409AB0E2-5959-425F-9255-B4B91EF69070}" destId="{33405D3B-E8D7-4FCB-81C2-F267C6BD3AAE}" srcOrd="5" destOrd="0" presId="urn:microsoft.com/office/officeart/2005/8/layout/vList2"/>
    <dgm:cxn modelId="{55F1C1FA-F4E7-488F-BAD1-5A3E1038362E}" type="presParOf" srcId="{409AB0E2-5959-425F-9255-B4B91EF69070}" destId="{4E167152-AA4B-45F1-A5C9-71D7A58549A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C4E4A96-B6EA-4E42-90EB-EF22031EC89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4149663-3F78-43A3-A389-B1B05752FA8F}">
      <dgm:prSet/>
      <dgm:spPr/>
      <dgm:t>
        <a:bodyPr/>
        <a:lstStyle/>
        <a:p>
          <a:r>
            <a:rPr lang="uk-UA" b="0" i="0"/>
            <a:t>укладення Берестейської церковної унії та утворення греко-католицької церкви.</a:t>
          </a:r>
          <a:endParaRPr lang="uk-UA"/>
        </a:p>
      </dgm:t>
    </dgm:pt>
    <dgm:pt modelId="{354C2BC4-BF97-4906-865D-C662B35A22F2}" type="parTrans" cxnId="{F98CF084-BC1F-4AD3-A2FC-102BB04C6C83}">
      <dgm:prSet/>
      <dgm:spPr/>
      <dgm:t>
        <a:bodyPr/>
        <a:lstStyle/>
        <a:p>
          <a:endParaRPr lang="uk-UA"/>
        </a:p>
      </dgm:t>
    </dgm:pt>
    <dgm:pt modelId="{F4FBF6B2-4A94-4AFD-BE82-66279BFAB871}" type="sibTrans" cxnId="{F98CF084-BC1F-4AD3-A2FC-102BB04C6C83}">
      <dgm:prSet/>
      <dgm:spPr/>
      <dgm:t>
        <a:bodyPr/>
        <a:lstStyle/>
        <a:p>
          <a:endParaRPr lang="uk-UA"/>
        </a:p>
      </dgm:t>
    </dgm:pt>
    <dgm:pt modelId="{C233DCCB-3A22-4611-9FAE-92024270F639}">
      <dgm:prSet/>
      <dgm:spPr/>
      <dgm:t>
        <a:bodyPr/>
        <a:lstStyle/>
        <a:p>
          <a:r>
            <a:rPr lang="uk-UA" b="0" i="0" dirty="0"/>
            <a:t>надання прав і привілеїв реєстровому козацтву.</a:t>
          </a:r>
          <a:endParaRPr lang="uk-UA" dirty="0"/>
        </a:p>
      </dgm:t>
    </dgm:pt>
    <dgm:pt modelId="{857B6329-DA08-425F-A61E-BEB5C967CCE2}" type="parTrans" cxnId="{0FFEF324-4260-41D7-AE78-5EA7C8994339}">
      <dgm:prSet/>
      <dgm:spPr/>
      <dgm:t>
        <a:bodyPr/>
        <a:lstStyle/>
        <a:p>
          <a:endParaRPr lang="uk-UA"/>
        </a:p>
      </dgm:t>
    </dgm:pt>
    <dgm:pt modelId="{CE72CE27-B560-4C0B-80EE-27E220A7CA40}" type="sibTrans" cxnId="{0FFEF324-4260-41D7-AE78-5EA7C8994339}">
      <dgm:prSet/>
      <dgm:spPr/>
      <dgm:t>
        <a:bodyPr/>
        <a:lstStyle/>
        <a:p>
          <a:endParaRPr lang="uk-UA"/>
        </a:p>
      </dgm:t>
    </dgm:pt>
    <dgm:pt modelId="{6AE67FCA-BC25-435B-8F25-0601EA43CA42}">
      <dgm:prSet/>
      <dgm:spPr/>
      <dgm:t>
        <a:bodyPr/>
        <a:lstStyle/>
        <a:p>
          <a:r>
            <a:rPr lang="uk-UA" b="0" i="0"/>
            <a:t>відновлення та легалізація православної церкви в Речі Посполитій.</a:t>
          </a:r>
          <a:endParaRPr lang="uk-UA"/>
        </a:p>
      </dgm:t>
    </dgm:pt>
    <dgm:pt modelId="{6AB70237-F57C-4DB5-AD6B-CD9FEC317541}" type="parTrans" cxnId="{F7B03D53-A080-4E0F-A2A5-9BAB478893D7}">
      <dgm:prSet/>
      <dgm:spPr/>
      <dgm:t>
        <a:bodyPr/>
        <a:lstStyle/>
        <a:p>
          <a:endParaRPr lang="uk-UA"/>
        </a:p>
      </dgm:t>
    </dgm:pt>
    <dgm:pt modelId="{345463DE-700E-425B-85C5-53EB96FB5191}" type="sibTrans" cxnId="{F7B03D53-A080-4E0F-A2A5-9BAB478893D7}">
      <dgm:prSet/>
      <dgm:spPr/>
      <dgm:t>
        <a:bodyPr/>
        <a:lstStyle/>
        <a:p>
          <a:endParaRPr lang="uk-UA"/>
        </a:p>
      </dgm:t>
    </dgm:pt>
    <dgm:pt modelId="{2400E9F8-E048-468E-995A-CFD42A9505C1}">
      <dgm:prSet/>
      <dgm:spPr/>
      <dgm:t>
        <a:bodyPr/>
        <a:lstStyle/>
        <a:p>
          <a:r>
            <a:rPr lang="uk-UA" b="0" i="0" dirty="0"/>
            <a:t>заснування першої відомої Запорозької Січі.</a:t>
          </a:r>
          <a:endParaRPr lang="uk-UA" dirty="0"/>
        </a:p>
      </dgm:t>
    </dgm:pt>
    <dgm:pt modelId="{81D44331-FC1D-4F44-BB91-2713B51E1C61}" type="parTrans" cxnId="{DBC166F2-D454-44E0-AEAA-1876BC8F1A9F}">
      <dgm:prSet/>
      <dgm:spPr/>
      <dgm:t>
        <a:bodyPr/>
        <a:lstStyle/>
        <a:p>
          <a:endParaRPr lang="uk-UA"/>
        </a:p>
      </dgm:t>
    </dgm:pt>
    <dgm:pt modelId="{1B5BB037-E4C2-4086-8A0A-4FAF6F3972E2}" type="sibTrans" cxnId="{DBC166F2-D454-44E0-AEAA-1876BC8F1A9F}">
      <dgm:prSet/>
      <dgm:spPr/>
      <dgm:t>
        <a:bodyPr/>
        <a:lstStyle/>
        <a:p>
          <a:endParaRPr lang="uk-UA"/>
        </a:p>
      </dgm:t>
    </dgm:pt>
    <dgm:pt modelId="{C5AAD471-B1A6-4CD0-B2D3-43BCFF731051}" type="pres">
      <dgm:prSet presAssocID="{6C4E4A96-B6EA-4E42-90EB-EF22031EC89D}" presName="linear" presStyleCnt="0">
        <dgm:presLayoutVars>
          <dgm:animLvl val="lvl"/>
          <dgm:resizeHandles val="exact"/>
        </dgm:presLayoutVars>
      </dgm:prSet>
      <dgm:spPr/>
    </dgm:pt>
    <dgm:pt modelId="{C5BD1467-8387-4886-82DC-DB5F1B7C71AD}" type="pres">
      <dgm:prSet presAssocID="{F4149663-3F78-43A3-A389-B1B05752FA8F}" presName="parentText" presStyleLbl="node1" presStyleIdx="0" presStyleCnt="4">
        <dgm:presLayoutVars>
          <dgm:chMax val="0"/>
          <dgm:bulletEnabled val="1"/>
        </dgm:presLayoutVars>
      </dgm:prSet>
      <dgm:spPr/>
    </dgm:pt>
    <dgm:pt modelId="{01A38D47-77AA-4FA1-AD8F-98F67DAF450A}" type="pres">
      <dgm:prSet presAssocID="{F4FBF6B2-4A94-4AFD-BE82-66279BFAB871}" presName="spacer" presStyleCnt="0"/>
      <dgm:spPr/>
    </dgm:pt>
    <dgm:pt modelId="{8616C386-D518-4900-835F-C9C77333A96E}" type="pres">
      <dgm:prSet presAssocID="{C233DCCB-3A22-4611-9FAE-92024270F639}" presName="parentText" presStyleLbl="node1" presStyleIdx="1" presStyleCnt="4">
        <dgm:presLayoutVars>
          <dgm:chMax val="0"/>
          <dgm:bulletEnabled val="1"/>
        </dgm:presLayoutVars>
      </dgm:prSet>
      <dgm:spPr/>
    </dgm:pt>
    <dgm:pt modelId="{70678836-6B6F-4008-8E03-A4BCD15B95A5}" type="pres">
      <dgm:prSet presAssocID="{CE72CE27-B560-4C0B-80EE-27E220A7CA40}" presName="spacer" presStyleCnt="0"/>
      <dgm:spPr/>
    </dgm:pt>
    <dgm:pt modelId="{2EAD3050-4927-4123-BFB6-27EE397110C9}" type="pres">
      <dgm:prSet presAssocID="{6AE67FCA-BC25-435B-8F25-0601EA43CA42}" presName="parentText" presStyleLbl="node1" presStyleIdx="2" presStyleCnt="4">
        <dgm:presLayoutVars>
          <dgm:chMax val="0"/>
          <dgm:bulletEnabled val="1"/>
        </dgm:presLayoutVars>
      </dgm:prSet>
      <dgm:spPr/>
    </dgm:pt>
    <dgm:pt modelId="{B2E66E88-A786-4855-9F74-BBA8B69B4642}" type="pres">
      <dgm:prSet presAssocID="{345463DE-700E-425B-85C5-53EB96FB5191}" presName="spacer" presStyleCnt="0"/>
      <dgm:spPr/>
    </dgm:pt>
    <dgm:pt modelId="{BAEFC3E4-4F5A-42A3-911B-34C5A9FEAA35}" type="pres">
      <dgm:prSet presAssocID="{2400E9F8-E048-468E-995A-CFD42A9505C1}" presName="parentText" presStyleLbl="node1" presStyleIdx="3" presStyleCnt="4">
        <dgm:presLayoutVars>
          <dgm:chMax val="0"/>
          <dgm:bulletEnabled val="1"/>
        </dgm:presLayoutVars>
      </dgm:prSet>
      <dgm:spPr/>
    </dgm:pt>
  </dgm:ptLst>
  <dgm:cxnLst>
    <dgm:cxn modelId="{0FFEF324-4260-41D7-AE78-5EA7C8994339}" srcId="{6C4E4A96-B6EA-4E42-90EB-EF22031EC89D}" destId="{C233DCCB-3A22-4611-9FAE-92024270F639}" srcOrd="1" destOrd="0" parTransId="{857B6329-DA08-425F-A61E-BEB5C967CCE2}" sibTransId="{CE72CE27-B560-4C0B-80EE-27E220A7CA40}"/>
    <dgm:cxn modelId="{05842A33-08C1-43EA-BE84-D713C2258D88}" type="presOf" srcId="{2400E9F8-E048-468E-995A-CFD42A9505C1}" destId="{BAEFC3E4-4F5A-42A3-911B-34C5A9FEAA35}" srcOrd="0" destOrd="0" presId="urn:microsoft.com/office/officeart/2005/8/layout/vList2"/>
    <dgm:cxn modelId="{08D67C71-ECD5-422B-AA12-DACFA81098A1}" type="presOf" srcId="{6AE67FCA-BC25-435B-8F25-0601EA43CA42}" destId="{2EAD3050-4927-4123-BFB6-27EE397110C9}" srcOrd="0" destOrd="0" presId="urn:microsoft.com/office/officeart/2005/8/layout/vList2"/>
    <dgm:cxn modelId="{F7B03D53-A080-4E0F-A2A5-9BAB478893D7}" srcId="{6C4E4A96-B6EA-4E42-90EB-EF22031EC89D}" destId="{6AE67FCA-BC25-435B-8F25-0601EA43CA42}" srcOrd="2" destOrd="0" parTransId="{6AB70237-F57C-4DB5-AD6B-CD9FEC317541}" sibTransId="{345463DE-700E-425B-85C5-53EB96FB5191}"/>
    <dgm:cxn modelId="{5E86857D-D006-4413-AC0B-50DC364BADB9}" type="presOf" srcId="{F4149663-3F78-43A3-A389-B1B05752FA8F}" destId="{C5BD1467-8387-4886-82DC-DB5F1B7C71AD}" srcOrd="0" destOrd="0" presId="urn:microsoft.com/office/officeart/2005/8/layout/vList2"/>
    <dgm:cxn modelId="{ED934081-4245-4C2F-9AEA-FA0AD5AA3C53}" type="presOf" srcId="{C233DCCB-3A22-4611-9FAE-92024270F639}" destId="{8616C386-D518-4900-835F-C9C77333A96E}" srcOrd="0" destOrd="0" presId="urn:microsoft.com/office/officeart/2005/8/layout/vList2"/>
    <dgm:cxn modelId="{F98CF084-BC1F-4AD3-A2FC-102BB04C6C83}" srcId="{6C4E4A96-B6EA-4E42-90EB-EF22031EC89D}" destId="{F4149663-3F78-43A3-A389-B1B05752FA8F}" srcOrd="0" destOrd="0" parTransId="{354C2BC4-BF97-4906-865D-C662B35A22F2}" sibTransId="{F4FBF6B2-4A94-4AFD-BE82-66279BFAB871}"/>
    <dgm:cxn modelId="{88102CAE-6983-4571-B4AF-9700F46AA8B5}" type="presOf" srcId="{6C4E4A96-B6EA-4E42-90EB-EF22031EC89D}" destId="{C5AAD471-B1A6-4CD0-B2D3-43BCFF731051}" srcOrd="0" destOrd="0" presId="urn:microsoft.com/office/officeart/2005/8/layout/vList2"/>
    <dgm:cxn modelId="{DBC166F2-D454-44E0-AEAA-1876BC8F1A9F}" srcId="{6C4E4A96-B6EA-4E42-90EB-EF22031EC89D}" destId="{2400E9F8-E048-468E-995A-CFD42A9505C1}" srcOrd="3" destOrd="0" parTransId="{81D44331-FC1D-4F44-BB91-2713B51E1C61}" sibTransId="{1B5BB037-E4C2-4086-8A0A-4FAF6F3972E2}"/>
    <dgm:cxn modelId="{803D524C-7F1D-499C-B744-8FFA8787E968}" type="presParOf" srcId="{C5AAD471-B1A6-4CD0-B2D3-43BCFF731051}" destId="{C5BD1467-8387-4886-82DC-DB5F1B7C71AD}" srcOrd="0" destOrd="0" presId="urn:microsoft.com/office/officeart/2005/8/layout/vList2"/>
    <dgm:cxn modelId="{3111DDF2-73D2-44F2-8743-5B9C1CDBC1FC}" type="presParOf" srcId="{C5AAD471-B1A6-4CD0-B2D3-43BCFF731051}" destId="{01A38D47-77AA-4FA1-AD8F-98F67DAF450A}" srcOrd="1" destOrd="0" presId="urn:microsoft.com/office/officeart/2005/8/layout/vList2"/>
    <dgm:cxn modelId="{E58E70E3-BE26-411C-B810-4C3A0962B58D}" type="presParOf" srcId="{C5AAD471-B1A6-4CD0-B2D3-43BCFF731051}" destId="{8616C386-D518-4900-835F-C9C77333A96E}" srcOrd="2" destOrd="0" presId="urn:microsoft.com/office/officeart/2005/8/layout/vList2"/>
    <dgm:cxn modelId="{DA058927-D290-48F0-AF17-70D79515FC46}" type="presParOf" srcId="{C5AAD471-B1A6-4CD0-B2D3-43BCFF731051}" destId="{70678836-6B6F-4008-8E03-A4BCD15B95A5}" srcOrd="3" destOrd="0" presId="urn:microsoft.com/office/officeart/2005/8/layout/vList2"/>
    <dgm:cxn modelId="{7A07602F-55FA-4029-9E28-19D8CE1F5B80}" type="presParOf" srcId="{C5AAD471-B1A6-4CD0-B2D3-43BCFF731051}" destId="{2EAD3050-4927-4123-BFB6-27EE397110C9}" srcOrd="4" destOrd="0" presId="urn:microsoft.com/office/officeart/2005/8/layout/vList2"/>
    <dgm:cxn modelId="{CB342756-7AFB-45E3-A5A9-FAD14211E9B6}" type="presParOf" srcId="{C5AAD471-B1A6-4CD0-B2D3-43BCFF731051}" destId="{B2E66E88-A786-4855-9F74-BBA8B69B4642}" srcOrd="5" destOrd="0" presId="urn:microsoft.com/office/officeart/2005/8/layout/vList2"/>
    <dgm:cxn modelId="{EB05A9E3-1AC0-4CA2-899E-3149222A6488}" type="presParOf" srcId="{C5AAD471-B1A6-4CD0-B2D3-43BCFF731051}" destId="{BAEFC3E4-4F5A-42A3-911B-34C5A9FEAA3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EF75263-F4D9-4071-A594-A0E09E0A4E6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CC8B457-212F-427A-ADA8-3C2D091CD765}">
      <dgm:prSet/>
      <dgm:spPr/>
      <dgm:t>
        <a:bodyPr/>
        <a:lstStyle/>
        <a:p>
          <a:r>
            <a:rPr lang="uk-UA" b="0" i="1"/>
            <a:t>«Він став самобутнім виявом імпресіонізму в літературі, вдаючись до аналізу психологічного стану своїх героїв. Його творчість остаточно розвіяла сумніви, чи зможе українська література стати великою літературою...»</a:t>
          </a:r>
          <a:endParaRPr lang="uk-UA"/>
        </a:p>
      </dgm:t>
    </dgm:pt>
    <dgm:pt modelId="{69380AA8-C154-4CE2-8030-2818523C4EC5}" type="parTrans" cxnId="{EE5EB94C-50D5-4B02-9A2E-0585860A5265}">
      <dgm:prSet/>
      <dgm:spPr/>
      <dgm:t>
        <a:bodyPr/>
        <a:lstStyle/>
        <a:p>
          <a:endParaRPr lang="uk-UA"/>
        </a:p>
      </dgm:t>
    </dgm:pt>
    <dgm:pt modelId="{8B119030-C8E4-46CC-B7E1-D211631B3A3B}" type="sibTrans" cxnId="{EE5EB94C-50D5-4B02-9A2E-0585860A5265}">
      <dgm:prSet/>
      <dgm:spPr/>
      <dgm:t>
        <a:bodyPr/>
        <a:lstStyle/>
        <a:p>
          <a:endParaRPr lang="uk-UA"/>
        </a:p>
      </dgm:t>
    </dgm:pt>
    <dgm:pt modelId="{D21BA8C2-8FC9-4F17-A75C-4A40AE0CE39D}">
      <dgm:prSet/>
      <dgm:spPr/>
      <dgm:t>
        <a:bodyPr/>
        <a:lstStyle/>
        <a:p>
          <a:r>
            <a:rPr lang="uk-UA" b="0" i="1"/>
            <a:t>«З його ім’ям пов’язаний поворот до нового літературного і культурного розвитку. Його славу зачинателя нової української літератури, доповнює слава «батька» українського театру...»</a:t>
          </a:r>
          <a:endParaRPr lang="uk-UA"/>
        </a:p>
      </dgm:t>
    </dgm:pt>
    <dgm:pt modelId="{856D556F-A9C5-477B-BD02-0386EBA9F4B8}" type="parTrans" cxnId="{48ECEAC2-1775-4C6D-8B1A-746A0807323E}">
      <dgm:prSet/>
      <dgm:spPr/>
      <dgm:t>
        <a:bodyPr/>
        <a:lstStyle/>
        <a:p>
          <a:endParaRPr lang="uk-UA"/>
        </a:p>
      </dgm:t>
    </dgm:pt>
    <dgm:pt modelId="{258FDBD7-8D44-4326-874B-44CA41F3BAC5}" type="sibTrans" cxnId="{48ECEAC2-1775-4C6D-8B1A-746A0807323E}">
      <dgm:prSet/>
      <dgm:spPr/>
      <dgm:t>
        <a:bodyPr/>
        <a:lstStyle/>
        <a:p>
          <a:endParaRPr lang="uk-UA"/>
        </a:p>
      </dgm:t>
    </dgm:pt>
    <dgm:pt modelId="{F2572416-D855-427E-B966-9D9193B95950}">
      <dgm:prSet/>
      <dgm:spPr/>
      <dgm:t>
        <a:bodyPr/>
        <a:lstStyle/>
        <a:p>
          <a:r>
            <a:rPr lang="uk-UA" b="0" i="1"/>
            <a:t>«Він був сином мужика і став володарем у царстві духа. Він був кріпаком і став велетнем у царстві людської культури. Він був самоуком і вказав нові... шляхи книжним ученим...»</a:t>
          </a:r>
          <a:endParaRPr lang="uk-UA"/>
        </a:p>
      </dgm:t>
    </dgm:pt>
    <dgm:pt modelId="{FEA95394-0D83-4D7E-A9D6-A8BA23AC2074}" type="parTrans" cxnId="{46A6D790-0C51-4945-AAB2-143DA92B3FD8}">
      <dgm:prSet/>
      <dgm:spPr/>
      <dgm:t>
        <a:bodyPr/>
        <a:lstStyle/>
        <a:p>
          <a:endParaRPr lang="uk-UA"/>
        </a:p>
      </dgm:t>
    </dgm:pt>
    <dgm:pt modelId="{8F6C36DA-1925-4806-84CC-999C421B3254}" type="sibTrans" cxnId="{46A6D790-0C51-4945-AAB2-143DA92B3FD8}">
      <dgm:prSet/>
      <dgm:spPr/>
      <dgm:t>
        <a:bodyPr/>
        <a:lstStyle/>
        <a:p>
          <a:endParaRPr lang="uk-UA"/>
        </a:p>
      </dgm:t>
    </dgm:pt>
    <dgm:pt modelId="{D9D3B01D-3943-46BD-A24A-2C2E0C80609F}">
      <dgm:prSet/>
      <dgm:spPr/>
      <dgm:t>
        <a:bodyPr/>
        <a:lstStyle/>
        <a:p>
          <a:r>
            <a:rPr lang="uk-UA" b="0" i="1"/>
            <a:t>«Будучи останнім представником поезії українського бароко, він став предтечею нової української літератури, просякнувши її ідеями гуманізму та Просвітництва...»</a:t>
          </a:r>
          <a:endParaRPr lang="uk-UA"/>
        </a:p>
      </dgm:t>
    </dgm:pt>
    <dgm:pt modelId="{6939E2FF-DBC7-49CD-8C4D-F6394044D169}" type="parTrans" cxnId="{663505AC-4FD1-40FB-B0B3-B0E96BA24D39}">
      <dgm:prSet/>
      <dgm:spPr/>
      <dgm:t>
        <a:bodyPr/>
        <a:lstStyle/>
        <a:p>
          <a:endParaRPr lang="uk-UA"/>
        </a:p>
      </dgm:t>
    </dgm:pt>
    <dgm:pt modelId="{DE375A19-FDB3-477E-B31C-18920EA178CA}" type="sibTrans" cxnId="{663505AC-4FD1-40FB-B0B3-B0E96BA24D39}">
      <dgm:prSet/>
      <dgm:spPr/>
      <dgm:t>
        <a:bodyPr/>
        <a:lstStyle/>
        <a:p>
          <a:endParaRPr lang="uk-UA"/>
        </a:p>
      </dgm:t>
    </dgm:pt>
    <dgm:pt modelId="{9E343B6B-42D4-4EDF-B45B-64B796DAF09F}" type="pres">
      <dgm:prSet presAssocID="{7EF75263-F4D9-4071-A594-A0E09E0A4E6E}" presName="linear" presStyleCnt="0">
        <dgm:presLayoutVars>
          <dgm:animLvl val="lvl"/>
          <dgm:resizeHandles val="exact"/>
        </dgm:presLayoutVars>
      </dgm:prSet>
      <dgm:spPr/>
    </dgm:pt>
    <dgm:pt modelId="{1B7BEFC6-28DB-4ACC-86E8-A51A099F6B7F}" type="pres">
      <dgm:prSet presAssocID="{2CC8B457-212F-427A-ADA8-3C2D091CD765}" presName="parentText" presStyleLbl="node1" presStyleIdx="0" presStyleCnt="4">
        <dgm:presLayoutVars>
          <dgm:chMax val="0"/>
          <dgm:bulletEnabled val="1"/>
        </dgm:presLayoutVars>
      </dgm:prSet>
      <dgm:spPr/>
    </dgm:pt>
    <dgm:pt modelId="{5FAFA87B-9764-4499-B878-922D38B82052}" type="pres">
      <dgm:prSet presAssocID="{8B119030-C8E4-46CC-B7E1-D211631B3A3B}" presName="spacer" presStyleCnt="0"/>
      <dgm:spPr/>
    </dgm:pt>
    <dgm:pt modelId="{3C7989FE-08A1-4091-B5A4-C5313F7F0390}" type="pres">
      <dgm:prSet presAssocID="{D21BA8C2-8FC9-4F17-A75C-4A40AE0CE39D}" presName="parentText" presStyleLbl="node1" presStyleIdx="1" presStyleCnt="4">
        <dgm:presLayoutVars>
          <dgm:chMax val="0"/>
          <dgm:bulletEnabled val="1"/>
        </dgm:presLayoutVars>
      </dgm:prSet>
      <dgm:spPr/>
    </dgm:pt>
    <dgm:pt modelId="{27E3EC86-A57F-4123-B204-BBC616B74363}" type="pres">
      <dgm:prSet presAssocID="{258FDBD7-8D44-4326-874B-44CA41F3BAC5}" presName="spacer" presStyleCnt="0"/>
      <dgm:spPr/>
    </dgm:pt>
    <dgm:pt modelId="{8F12A002-9690-47E2-833F-D68DC37B6EE9}" type="pres">
      <dgm:prSet presAssocID="{F2572416-D855-427E-B966-9D9193B95950}" presName="parentText" presStyleLbl="node1" presStyleIdx="2" presStyleCnt="4">
        <dgm:presLayoutVars>
          <dgm:chMax val="0"/>
          <dgm:bulletEnabled val="1"/>
        </dgm:presLayoutVars>
      </dgm:prSet>
      <dgm:spPr/>
    </dgm:pt>
    <dgm:pt modelId="{4B5C6FF6-237A-42C5-8FD1-113ABB6982B9}" type="pres">
      <dgm:prSet presAssocID="{8F6C36DA-1925-4806-84CC-999C421B3254}" presName="spacer" presStyleCnt="0"/>
      <dgm:spPr/>
    </dgm:pt>
    <dgm:pt modelId="{3C4889CD-5F6B-4964-B7A0-1D8A26BB2609}" type="pres">
      <dgm:prSet presAssocID="{D9D3B01D-3943-46BD-A24A-2C2E0C80609F}" presName="parentText" presStyleLbl="node1" presStyleIdx="3" presStyleCnt="4">
        <dgm:presLayoutVars>
          <dgm:chMax val="0"/>
          <dgm:bulletEnabled val="1"/>
        </dgm:presLayoutVars>
      </dgm:prSet>
      <dgm:spPr/>
    </dgm:pt>
  </dgm:ptLst>
  <dgm:cxnLst>
    <dgm:cxn modelId="{42DC235F-CE5A-4522-B35A-ADEA9BEA8C91}" type="presOf" srcId="{F2572416-D855-427E-B966-9D9193B95950}" destId="{8F12A002-9690-47E2-833F-D68DC37B6EE9}" srcOrd="0" destOrd="0" presId="urn:microsoft.com/office/officeart/2005/8/layout/vList2"/>
    <dgm:cxn modelId="{28F03B68-0DA6-4703-9AF0-3CBD756BC2F9}" type="presOf" srcId="{D9D3B01D-3943-46BD-A24A-2C2E0C80609F}" destId="{3C4889CD-5F6B-4964-B7A0-1D8A26BB2609}" srcOrd="0" destOrd="0" presId="urn:microsoft.com/office/officeart/2005/8/layout/vList2"/>
    <dgm:cxn modelId="{EE5EB94C-50D5-4B02-9A2E-0585860A5265}" srcId="{7EF75263-F4D9-4071-A594-A0E09E0A4E6E}" destId="{2CC8B457-212F-427A-ADA8-3C2D091CD765}" srcOrd="0" destOrd="0" parTransId="{69380AA8-C154-4CE2-8030-2818523C4EC5}" sibTransId="{8B119030-C8E4-46CC-B7E1-D211631B3A3B}"/>
    <dgm:cxn modelId="{EE38CC54-B2B8-4AA9-849C-893022AF03B4}" type="presOf" srcId="{D21BA8C2-8FC9-4F17-A75C-4A40AE0CE39D}" destId="{3C7989FE-08A1-4091-B5A4-C5313F7F0390}" srcOrd="0" destOrd="0" presId="urn:microsoft.com/office/officeart/2005/8/layout/vList2"/>
    <dgm:cxn modelId="{46A6D790-0C51-4945-AAB2-143DA92B3FD8}" srcId="{7EF75263-F4D9-4071-A594-A0E09E0A4E6E}" destId="{F2572416-D855-427E-B966-9D9193B95950}" srcOrd="2" destOrd="0" parTransId="{FEA95394-0D83-4D7E-A9D6-A8BA23AC2074}" sibTransId="{8F6C36DA-1925-4806-84CC-999C421B3254}"/>
    <dgm:cxn modelId="{B1EA529B-714F-46A8-B5D1-36A443B9662C}" type="presOf" srcId="{7EF75263-F4D9-4071-A594-A0E09E0A4E6E}" destId="{9E343B6B-42D4-4EDF-B45B-64B796DAF09F}" srcOrd="0" destOrd="0" presId="urn:microsoft.com/office/officeart/2005/8/layout/vList2"/>
    <dgm:cxn modelId="{663505AC-4FD1-40FB-B0B3-B0E96BA24D39}" srcId="{7EF75263-F4D9-4071-A594-A0E09E0A4E6E}" destId="{D9D3B01D-3943-46BD-A24A-2C2E0C80609F}" srcOrd="3" destOrd="0" parTransId="{6939E2FF-DBC7-49CD-8C4D-F6394044D169}" sibTransId="{DE375A19-FDB3-477E-B31C-18920EA178CA}"/>
    <dgm:cxn modelId="{48ECEAC2-1775-4C6D-8B1A-746A0807323E}" srcId="{7EF75263-F4D9-4071-A594-A0E09E0A4E6E}" destId="{D21BA8C2-8FC9-4F17-A75C-4A40AE0CE39D}" srcOrd="1" destOrd="0" parTransId="{856D556F-A9C5-477B-BD02-0386EBA9F4B8}" sibTransId="{258FDBD7-8D44-4326-874B-44CA41F3BAC5}"/>
    <dgm:cxn modelId="{DC11EAD8-7F92-4206-92CA-7FEEE35F4C8D}" type="presOf" srcId="{2CC8B457-212F-427A-ADA8-3C2D091CD765}" destId="{1B7BEFC6-28DB-4ACC-86E8-A51A099F6B7F}" srcOrd="0" destOrd="0" presId="urn:microsoft.com/office/officeart/2005/8/layout/vList2"/>
    <dgm:cxn modelId="{C9E5B1ED-DADB-4163-A186-79D1245730FB}" type="presParOf" srcId="{9E343B6B-42D4-4EDF-B45B-64B796DAF09F}" destId="{1B7BEFC6-28DB-4ACC-86E8-A51A099F6B7F}" srcOrd="0" destOrd="0" presId="urn:microsoft.com/office/officeart/2005/8/layout/vList2"/>
    <dgm:cxn modelId="{CDAAA20F-A7E7-454D-8E51-AF908EDDEE94}" type="presParOf" srcId="{9E343B6B-42D4-4EDF-B45B-64B796DAF09F}" destId="{5FAFA87B-9764-4499-B878-922D38B82052}" srcOrd="1" destOrd="0" presId="urn:microsoft.com/office/officeart/2005/8/layout/vList2"/>
    <dgm:cxn modelId="{F7F6E3E9-B5AC-408B-9282-C46E0151CE6B}" type="presParOf" srcId="{9E343B6B-42D4-4EDF-B45B-64B796DAF09F}" destId="{3C7989FE-08A1-4091-B5A4-C5313F7F0390}" srcOrd="2" destOrd="0" presId="urn:microsoft.com/office/officeart/2005/8/layout/vList2"/>
    <dgm:cxn modelId="{593A2744-F0D5-404E-84AD-763AEE1B55A4}" type="presParOf" srcId="{9E343B6B-42D4-4EDF-B45B-64B796DAF09F}" destId="{27E3EC86-A57F-4123-B204-BBC616B74363}" srcOrd="3" destOrd="0" presId="urn:microsoft.com/office/officeart/2005/8/layout/vList2"/>
    <dgm:cxn modelId="{EE64CA89-05C4-4987-A1C5-5371BF5F2D8D}" type="presParOf" srcId="{9E343B6B-42D4-4EDF-B45B-64B796DAF09F}" destId="{8F12A002-9690-47E2-833F-D68DC37B6EE9}" srcOrd="4" destOrd="0" presId="urn:microsoft.com/office/officeart/2005/8/layout/vList2"/>
    <dgm:cxn modelId="{5F319A0B-BED1-41FE-A235-46E67B13EF2A}" type="presParOf" srcId="{9E343B6B-42D4-4EDF-B45B-64B796DAF09F}" destId="{4B5C6FF6-237A-42C5-8FD1-113ABB6982B9}" srcOrd="5" destOrd="0" presId="urn:microsoft.com/office/officeart/2005/8/layout/vList2"/>
    <dgm:cxn modelId="{FB463667-620D-45E2-B80F-CA45E26E2ADE}" type="presParOf" srcId="{9E343B6B-42D4-4EDF-B45B-64B796DAF09F}" destId="{3C4889CD-5F6B-4964-B7A0-1D8A26BB260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A1B1586-A0B8-48E0-A38A-E2855A7D414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1F33099-611E-4E99-89D8-37F49A46915F}">
      <dgm:prSet/>
      <dgm:spPr/>
      <dgm:t>
        <a:bodyPr/>
        <a:lstStyle/>
        <a:p>
          <a:r>
            <a:rPr lang="uk-UA" b="0" i="0" dirty="0"/>
            <a:t>«Він став самобутнім виявом імпресіонізму в українській літературі, вдаючись до аналізу психологічного стану своїх героїв. Його творчість остаточно розвіяла сумніви, чи зможе українська література стати великою літературою...»</a:t>
          </a:r>
          <a:endParaRPr lang="uk-UA" dirty="0"/>
        </a:p>
      </dgm:t>
    </dgm:pt>
    <dgm:pt modelId="{96F77795-A003-4957-9507-53AD331CB759}" type="parTrans" cxnId="{EF30CB6F-B68E-4CAF-B473-A449E80D7D02}">
      <dgm:prSet/>
      <dgm:spPr/>
      <dgm:t>
        <a:bodyPr/>
        <a:lstStyle/>
        <a:p>
          <a:endParaRPr lang="uk-UA"/>
        </a:p>
      </dgm:t>
    </dgm:pt>
    <dgm:pt modelId="{B62EDD49-24FD-4E4E-834E-D7035E0C91D1}" type="sibTrans" cxnId="{EF30CB6F-B68E-4CAF-B473-A449E80D7D02}">
      <dgm:prSet/>
      <dgm:spPr/>
      <dgm:t>
        <a:bodyPr/>
        <a:lstStyle/>
        <a:p>
          <a:endParaRPr lang="uk-UA"/>
        </a:p>
      </dgm:t>
    </dgm:pt>
    <dgm:pt modelId="{835E513F-6037-458D-B33D-A8D6935B48F3}">
      <dgm:prSet/>
      <dgm:spPr/>
      <dgm:t>
        <a:bodyPr/>
        <a:lstStyle/>
        <a:p>
          <a:r>
            <a:rPr lang="uk-UA" b="0" i="0"/>
            <a:t>«З його ім’ям пов’язаний поворот до нового літературного і культурного розвитку. Його славу зачинателя нової української літератури, доповнює слава «батька» українського театру...»</a:t>
          </a:r>
          <a:endParaRPr lang="uk-UA"/>
        </a:p>
      </dgm:t>
    </dgm:pt>
    <dgm:pt modelId="{C77AA9DD-839A-41F9-830A-929772BBB657}" type="parTrans" cxnId="{2790FE8A-2CDA-46D6-B72B-9CBAF74437CF}">
      <dgm:prSet/>
      <dgm:spPr/>
      <dgm:t>
        <a:bodyPr/>
        <a:lstStyle/>
        <a:p>
          <a:endParaRPr lang="uk-UA"/>
        </a:p>
      </dgm:t>
    </dgm:pt>
    <dgm:pt modelId="{A991F527-89FE-425F-8945-CB55CD8702B1}" type="sibTrans" cxnId="{2790FE8A-2CDA-46D6-B72B-9CBAF74437CF}">
      <dgm:prSet/>
      <dgm:spPr/>
      <dgm:t>
        <a:bodyPr/>
        <a:lstStyle/>
        <a:p>
          <a:endParaRPr lang="uk-UA"/>
        </a:p>
      </dgm:t>
    </dgm:pt>
    <dgm:pt modelId="{EE161C22-24D3-4236-9C93-BF86D134014D}">
      <dgm:prSet/>
      <dgm:spPr/>
      <dgm:t>
        <a:bodyPr/>
        <a:lstStyle/>
        <a:p>
          <a:r>
            <a:rPr lang="uk-UA" b="0" i="0"/>
            <a:t>«Він був сином мужика і став володарем у царстві духа. Він був кріпаком і став велетнем у царстві людської культури. Він був самоуком і вказав нові, світлі і вільні шляхи професорам і книжним ученим...»</a:t>
          </a:r>
          <a:endParaRPr lang="uk-UA"/>
        </a:p>
      </dgm:t>
    </dgm:pt>
    <dgm:pt modelId="{3E6AB5BC-E4F7-469F-9762-DAAEA90EC7EA}" type="parTrans" cxnId="{11055260-DB91-4E07-B859-36056D368ABC}">
      <dgm:prSet/>
      <dgm:spPr/>
      <dgm:t>
        <a:bodyPr/>
        <a:lstStyle/>
        <a:p>
          <a:endParaRPr lang="uk-UA"/>
        </a:p>
      </dgm:t>
    </dgm:pt>
    <dgm:pt modelId="{DD8D5550-106E-4869-B72B-05A45BEF3A41}" type="sibTrans" cxnId="{11055260-DB91-4E07-B859-36056D368ABC}">
      <dgm:prSet/>
      <dgm:spPr/>
      <dgm:t>
        <a:bodyPr/>
        <a:lstStyle/>
        <a:p>
          <a:endParaRPr lang="uk-UA"/>
        </a:p>
      </dgm:t>
    </dgm:pt>
    <dgm:pt modelId="{88F966C5-A801-4FAD-BD35-47EE3D32FD43}">
      <dgm:prSet/>
      <dgm:spPr/>
      <dgm:t>
        <a:bodyPr/>
        <a:lstStyle/>
        <a:p>
          <a:r>
            <a:rPr lang="uk-UA" b="0" i="0" dirty="0"/>
            <a:t>«Будучи останнім представником поезії українського бароко, він став </a:t>
          </a:r>
          <a:r>
            <a:rPr lang="uk-UA" b="0" i="0" dirty="0" err="1"/>
            <a:t>предтечею</a:t>
          </a:r>
          <a:r>
            <a:rPr lang="uk-UA" b="0" i="0" dirty="0"/>
            <a:t> нової української літератури, просякнувши її ідеями гуманізму та Просвітництва...»</a:t>
          </a:r>
          <a:endParaRPr lang="uk-UA" dirty="0"/>
        </a:p>
      </dgm:t>
    </dgm:pt>
    <dgm:pt modelId="{617F80DC-6D05-4066-963F-31222D498034}" type="parTrans" cxnId="{0AFF8524-C74E-4DBD-A7B6-8AAC293DD30E}">
      <dgm:prSet/>
      <dgm:spPr/>
      <dgm:t>
        <a:bodyPr/>
        <a:lstStyle/>
        <a:p>
          <a:endParaRPr lang="uk-UA"/>
        </a:p>
      </dgm:t>
    </dgm:pt>
    <dgm:pt modelId="{55053C93-CEDD-42D2-B0EE-FFD3F883258C}" type="sibTrans" cxnId="{0AFF8524-C74E-4DBD-A7B6-8AAC293DD30E}">
      <dgm:prSet/>
      <dgm:spPr/>
      <dgm:t>
        <a:bodyPr/>
        <a:lstStyle/>
        <a:p>
          <a:endParaRPr lang="uk-UA"/>
        </a:p>
      </dgm:t>
    </dgm:pt>
    <dgm:pt modelId="{D9C2F872-6588-451D-8F45-7C7123319FE6}" type="pres">
      <dgm:prSet presAssocID="{3A1B1586-A0B8-48E0-A38A-E2855A7D4147}" presName="linear" presStyleCnt="0">
        <dgm:presLayoutVars>
          <dgm:animLvl val="lvl"/>
          <dgm:resizeHandles val="exact"/>
        </dgm:presLayoutVars>
      </dgm:prSet>
      <dgm:spPr/>
    </dgm:pt>
    <dgm:pt modelId="{7A0EE905-5D72-44A0-8C5A-67307BB67A5A}" type="pres">
      <dgm:prSet presAssocID="{F1F33099-611E-4E99-89D8-37F49A46915F}" presName="parentText" presStyleLbl="node1" presStyleIdx="0" presStyleCnt="4">
        <dgm:presLayoutVars>
          <dgm:chMax val="0"/>
          <dgm:bulletEnabled val="1"/>
        </dgm:presLayoutVars>
      </dgm:prSet>
      <dgm:spPr/>
    </dgm:pt>
    <dgm:pt modelId="{A622558F-5976-44EC-B0A3-D66E487BA75F}" type="pres">
      <dgm:prSet presAssocID="{B62EDD49-24FD-4E4E-834E-D7035E0C91D1}" presName="spacer" presStyleCnt="0"/>
      <dgm:spPr/>
    </dgm:pt>
    <dgm:pt modelId="{58467727-E328-4886-88D6-0EBDB5C6CB25}" type="pres">
      <dgm:prSet presAssocID="{835E513F-6037-458D-B33D-A8D6935B48F3}" presName="parentText" presStyleLbl="node1" presStyleIdx="1" presStyleCnt="4">
        <dgm:presLayoutVars>
          <dgm:chMax val="0"/>
          <dgm:bulletEnabled val="1"/>
        </dgm:presLayoutVars>
      </dgm:prSet>
      <dgm:spPr/>
    </dgm:pt>
    <dgm:pt modelId="{CC3DB04B-DDB3-4F3D-A79E-CAC0AAA0B5BE}" type="pres">
      <dgm:prSet presAssocID="{A991F527-89FE-425F-8945-CB55CD8702B1}" presName="spacer" presStyleCnt="0"/>
      <dgm:spPr/>
    </dgm:pt>
    <dgm:pt modelId="{46FFC130-1732-44FB-B6B8-4B5041167484}" type="pres">
      <dgm:prSet presAssocID="{EE161C22-24D3-4236-9C93-BF86D134014D}" presName="parentText" presStyleLbl="node1" presStyleIdx="2" presStyleCnt="4">
        <dgm:presLayoutVars>
          <dgm:chMax val="0"/>
          <dgm:bulletEnabled val="1"/>
        </dgm:presLayoutVars>
      </dgm:prSet>
      <dgm:spPr/>
    </dgm:pt>
    <dgm:pt modelId="{28D745D4-32FE-4514-889D-EA7143C1C836}" type="pres">
      <dgm:prSet presAssocID="{DD8D5550-106E-4869-B72B-05A45BEF3A41}" presName="spacer" presStyleCnt="0"/>
      <dgm:spPr/>
    </dgm:pt>
    <dgm:pt modelId="{78D4D835-361A-445F-8355-B81EE1FB86E2}" type="pres">
      <dgm:prSet presAssocID="{88F966C5-A801-4FAD-BD35-47EE3D32FD43}" presName="parentText" presStyleLbl="node1" presStyleIdx="3" presStyleCnt="4">
        <dgm:presLayoutVars>
          <dgm:chMax val="0"/>
          <dgm:bulletEnabled val="1"/>
        </dgm:presLayoutVars>
      </dgm:prSet>
      <dgm:spPr/>
    </dgm:pt>
  </dgm:ptLst>
  <dgm:cxnLst>
    <dgm:cxn modelId="{0AFF8524-C74E-4DBD-A7B6-8AAC293DD30E}" srcId="{3A1B1586-A0B8-48E0-A38A-E2855A7D4147}" destId="{88F966C5-A801-4FAD-BD35-47EE3D32FD43}" srcOrd="3" destOrd="0" parTransId="{617F80DC-6D05-4066-963F-31222D498034}" sibTransId="{55053C93-CEDD-42D2-B0EE-FFD3F883258C}"/>
    <dgm:cxn modelId="{11055260-DB91-4E07-B859-36056D368ABC}" srcId="{3A1B1586-A0B8-48E0-A38A-E2855A7D4147}" destId="{EE161C22-24D3-4236-9C93-BF86D134014D}" srcOrd="2" destOrd="0" parTransId="{3E6AB5BC-E4F7-469F-9762-DAAEA90EC7EA}" sibTransId="{DD8D5550-106E-4869-B72B-05A45BEF3A41}"/>
    <dgm:cxn modelId="{EF30CB6F-B68E-4CAF-B473-A449E80D7D02}" srcId="{3A1B1586-A0B8-48E0-A38A-E2855A7D4147}" destId="{F1F33099-611E-4E99-89D8-37F49A46915F}" srcOrd="0" destOrd="0" parTransId="{96F77795-A003-4957-9507-53AD331CB759}" sibTransId="{B62EDD49-24FD-4E4E-834E-D7035E0C91D1}"/>
    <dgm:cxn modelId="{20A79272-B270-4430-8312-6A97B1A9F8A1}" type="presOf" srcId="{EE161C22-24D3-4236-9C93-BF86D134014D}" destId="{46FFC130-1732-44FB-B6B8-4B5041167484}" srcOrd="0" destOrd="0" presId="urn:microsoft.com/office/officeart/2005/8/layout/vList2"/>
    <dgm:cxn modelId="{9AF51576-D5BF-4670-B352-B1FF63A2CB30}" type="presOf" srcId="{835E513F-6037-458D-B33D-A8D6935B48F3}" destId="{58467727-E328-4886-88D6-0EBDB5C6CB25}" srcOrd="0" destOrd="0" presId="urn:microsoft.com/office/officeart/2005/8/layout/vList2"/>
    <dgm:cxn modelId="{4F9D3D57-5C2F-4934-BCAD-8EB9EEC11012}" type="presOf" srcId="{88F966C5-A801-4FAD-BD35-47EE3D32FD43}" destId="{78D4D835-361A-445F-8355-B81EE1FB86E2}" srcOrd="0" destOrd="0" presId="urn:microsoft.com/office/officeart/2005/8/layout/vList2"/>
    <dgm:cxn modelId="{2790FE8A-2CDA-46D6-B72B-9CBAF74437CF}" srcId="{3A1B1586-A0B8-48E0-A38A-E2855A7D4147}" destId="{835E513F-6037-458D-B33D-A8D6935B48F3}" srcOrd="1" destOrd="0" parTransId="{C77AA9DD-839A-41F9-830A-929772BBB657}" sibTransId="{A991F527-89FE-425F-8945-CB55CD8702B1}"/>
    <dgm:cxn modelId="{611E7EDC-7015-4E80-8196-BF846B8CC128}" type="presOf" srcId="{3A1B1586-A0B8-48E0-A38A-E2855A7D4147}" destId="{D9C2F872-6588-451D-8F45-7C7123319FE6}" srcOrd="0" destOrd="0" presId="urn:microsoft.com/office/officeart/2005/8/layout/vList2"/>
    <dgm:cxn modelId="{CF1241DD-03DF-4E75-B45B-B7EC96D79E62}" type="presOf" srcId="{F1F33099-611E-4E99-89D8-37F49A46915F}" destId="{7A0EE905-5D72-44A0-8C5A-67307BB67A5A}" srcOrd="0" destOrd="0" presId="urn:microsoft.com/office/officeart/2005/8/layout/vList2"/>
    <dgm:cxn modelId="{ACF1A4B9-3EC7-4805-AEA1-E3C3EE14F440}" type="presParOf" srcId="{D9C2F872-6588-451D-8F45-7C7123319FE6}" destId="{7A0EE905-5D72-44A0-8C5A-67307BB67A5A}" srcOrd="0" destOrd="0" presId="urn:microsoft.com/office/officeart/2005/8/layout/vList2"/>
    <dgm:cxn modelId="{06862CBA-0C92-4356-87C5-3A20E8FDA9CA}" type="presParOf" srcId="{D9C2F872-6588-451D-8F45-7C7123319FE6}" destId="{A622558F-5976-44EC-B0A3-D66E487BA75F}" srcOrd="1" destOrd="0" presId="urn:microsoft.com/office/officeart/2005/8/layout/vList2"/>
    <dgm:cxn modelId="{5292BB1B-1578-440E-B951-C4414938E17B}" type="presParOf" srcId="{D9C2F872-6588-451D-8F45-7C7123319FE6}" destId="{58467727-E328-4886-88D6-0EBDB5C6CB25}" srcOrd="2" destOrd="0" presId="urn:microsoft.com/office/officeart/2005/8/layout/vList2"/>
    <dgm:cxn modelId="{5FE761E2-E6D7-408D-953B-3843582353EB}" type="presParOf" srcId="{D9C2F872-6588-451D-8F45-7C7123319FE6}" destId="{CC3DB04B-DDB3-4F3D-A79E-CAC0AAA0B5BE}" srcOrd="3" destOrd="0" presId="urn:microsoft.com/office/officeart/2005/8/layout/vList2"/>
    <dgm:cxn modelId="{C9B416CA-3492-4166-B97D-89745BB00CCA}" type="presParOf" srcId="{D9C2F872-6588-451D-8F45-7C7123319FE6}" destId="{46FFC130-1732-44FB-B6B8-4B5041167484}" srcOrd="4" destOrd="0" presId="urn:microsoft.com/office/officeart/2005/8/layout/vList2"/>
    <dgm:cxn modelId="{8810A158-8F1B-4A6C-AE10-6CA72717BB74}" type="presParOf" srcId="{D9C2F872-6588-451D-8F45-7C7123319FE6}" destId="{28D745D4-32FE-4514-889D-EA7143C1C836}" srcOrd="5" destOrd="0" presId="urn:microsoft.com/office/officeart/2005/8/layout/vList2"/>
    <dgm:cxn modelId="{9B9C2607-C1AC-4721-8B60-CA823475118D}" type="presParOf" srcId="{D9C2F872-6588-451D-8F45-7C7123319FE6}" destId="{78D4D835-361A-445F-8355-B81EE1FB86E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CE3DF9E-C709-466D-B8E1-7EF82C0CA369}"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4D7EE8A9-B6F1-4A36-A33D-DEB6A0795CDB}">
      <dgm:prSet/>
      <dgm:spPr/>
      <dgm:t>
        <a:bodyPr/>
        <a:lstStyle/>
        <a:p>
          <a:r>
            <a:rPr lang="uk-UA" b="0" i="1" dirty="0"/>
            <a:t>«Він став виявом імпресіонізму в українській літературі, вдаючись до аналізу психологічного стану своїх героїв. Його творчість розвіяла сумніви, чи зможе українська література стати великою літературою…»</a:t>
          </a:r>
          <a:endParaRPr lang="uk-UA" dirty="0"/>
        </a:p>
      </dgm:t>
    </dgm:pt>
    <dgm:pt modelId="{02EFC234-B134-4BB2-99A6-315FC84C7ADF}" type="parTrans" cxnId="{5F45CA95-E262-4C58-BC0E-64DE4F4D1EC6}">
      <dgm:prSet/>
      <dgm:spPr/>
      <dgm:t>
        <a:bodyPr/>
        <a:lstStyle/>
        <a:p>
          <a:endParaRPr lang="uk-UA"/>
        </a:p>
      </dgm:t>
    </dgm:pt>
    <dgm:pt modelId="{0628E292-64D1-4197-9B04-4D0CFC84046E}" type="sibTrans" cxnId="{5F45CA95-E262-4C58-BC0E-64DE4F4D1EC6}">
      <dgm:prSet/>
      <dgm:spPr/>
      <dgm:t>
        <a:bodyPr/>
        <a:lstStyle/>
        <a:p>
          <a:endParaRPr lang="uk-UA"/>
        </a:p>
      </dgm:t>
    </dgm:pt>
    <dgm:pt modelId="{891DEFA0-7598-48DD-827D-70C4A37E5331}">
      <dgm:prSet/>
      <dgm:spPr/>
      <dgm:t>
        <a:bodyPr/>
        <a:lstStyle/>
        <a:p>
          <a:r>
            <a:rPr lang="uk-UA" b="0" i="1" dirty="0"/>
            <a:t>«З його ім’ям пов’язаний поворот до нового літературного і культурного розвитку. Його славу зачинателя нової української літератури, доповнює слава «батька» українського театру…»</a:t>
          </a:r>
          <a:endParaRPr lang="uk-UA" dirty="0"/>
        </a:p>
      </dgm:t>
    </dgm:pt>
    <dgm:pt modelId="{CE1E5E77-8B3A-4780-9452-F0B7C1001E20}" type="parTrans" cxnId="{34DB609F-E803-435B-B112-07B250476414}">
      <dgm:prSet/>
      <dgm:spPr/>
      <dgm:t>
        <a:bodyPr/>
        <a:lstStyle/>
        <a:p>
          <a:endParaRPr lang="uk-UA"/>
        </a:p>
      </dgm:t>
    </dgm:pt>
    <dgm:pt modelId="{E9D6D48C-1662-4C3E-85F6-1F04A31E5566}" type="sibTrans" cxnId="{34DB609F-E803-435B-B112-07B250476414}">
      <dgm:prSet/>
      <dgm:spPr/>
      <dgm:t>
        <a:bodyPr/>
        <a:lstStyle/>
        <a:p>
          <a:endParaRPr lang="uk-UA"/>
        </a:p>
      </dgm:t>
    </dgm:pt>
    <dgm:pt modelId="{DA3DEB81-44BC-46B1-A778-56A6C52580C6}">
      <dgm:prSet/>
      <dgm:spPr/>
      <dgm:t>
        <a:bodyPr/>
        <a:lstStyle/>
        <a:p>
          <a:r>
            <a:rPr lang="uk-UA" b="0" i="1"/>
            <a:t>«Він був сином мужика і став володарем у царстві Духа. Він був кріпаком і став велетнем у царстві людської культури. Він був самоуком і вказав нові, світлі і вільні шляхи професорам і книжним ученим…»</a:t>
          </a:r>
          <a:endParaRPr lang="uk-UA"/>
        </a:p>
      </dgm:t>
    </dgm:pt>
    <dgm:pt modelId="{FEC54A95-3535-41D0-8A16-B5A435926E4A}" type="parTrans" cxnId="{ED4E8A73-7F89-47E8-B391-6EEB02A93DE6}">
      <dgm:prSet/>
      <dgm:spPr/>
      <dgm:t>
        <a:bodyPr/>
        <a:lstStyle/>
        <a:p>
          <a:endParaRPr lang="uk-UA"/>
        </a:p>
      </dgm:t>
    </dgm:pt>
    <dgm:pt modelId="{0587CC6C-B97E-4319-ADDE-BCB997C72E65}" type="sibTrans" cxnId="{ED4E8A73-7F89-47E8-B391-6EEB02A93DE6}">
      <dgm:prSet/>
      <dgm:spPr/>
      <dgm:t>
        <a:bodyPr/>
        <a:lstStyle/>
        <a:p>
          <a:endParaRPr lang="uk-UA"/>
        </a:p>
      </dgm:t>
    </dgm:pt>
    <dgm:pt modelId="{8192D408-10AB-4F37-820B-72AF4C8EB1D3}">
      <dgm:prSet/>
      <dgm:spPr/>
      <dgm:t>
        <a:bodyPr/>
        <a:lstStyle/>
        <a:p>
          <a:r>
            <a:rPr lang="uk-UA" b="0" i="1" dirty="0"/>
            <a:t>«Будучи останнім представником поезії українського бароко, вів став </a:t>
          </a:r>
          <a:r>
            <a:rPr lang="uk-UA" b="0" i="1" dirty="0" err="1"/>
            <a:t>предтечею</a:t>
          </a:r>
          <a:r>
            <a:rPr lang="uk-UA" b="0" i="1" dirty="0"/>
            <a:t> нової української літератури, просякнувши її ідеями гуманізму та Просвітництва…»</a:t>
          </a:r>
          <a:endParaRPr lang="uk-UA" dirty="0"/>
        </a:p>
      </dgm:t>
    </dgm:pt>
    <dgm:pt modelId="{FF9DA896-93F7-4B78-AE75-0AE05CA44E7A}" type="parTrans" cxnId="{8140C2A5-FF64-4495-9895-0FED4CDF0B89}">
      <dgm:prSet/>
      <dgm:spPr/>
      <dgm:t>
        <a:bodyPr/>
        <a:lstStyle/>
        <a:p>
          <a:endParaRPr lang="uk-UA"/>
        </a:p>
      </dgm:t>
    </dgm:pt>
    <dgm:pt modelId="{FB60DA5A-2A0F-4488-BB43-98089C96A790}" type="sibTrans" cxnId="{8140C2A5-FF64-4495-9895-0FED4CDF0B89}">
      <dgm:prSet/>
      <dgm:spPr/>
      <dgm:t>
        <a:bodyPr/>
        <a:lstStyle/>
        <a:p>
          <a:endParaRPr lang="uk-UA"/>
        </a:p>
      </dgm:t>
    </dgm:pt>
    <dgm:pt modelId="{9B59A833-3254-4ABC-B4B6-591BA9C21F21}" type="pres">
      <dgm:prSet presAssocID="{BCE3DF9E-C709-466D-B8E1-7EF82C0CA369}" presName="vert0" presStyleCnt="0">
        <dgm:presLayoutVars>
          <dgm:dir/>
          <dgm:animOne val="branch"/>
          <dgm:animLvl val="lvl"/>
        </dgm:presLayoutVars>
      </dgm:prSet>
      <dgm:spPr/>
    </dgm:pt>
    <dgm:pt modelId="{FDE622E4-99E9-4363-B227-07A8C39C43DA}" type="pres">
      <dgm:prSet presAssocID="{4D7EE8A9-B6F1-4A36-A33D-DEB6A0795CDB}" presName="thickLine" presStyleLbl="alignNode1" presStyleIdx="0" presStyleCnt="4"/>
      <dgm:spPr/>
    </dgm:pt>
    <dgm:pt modelId="{00DA5254-BF2D-4BC9-B95B-0F8D2B3A2F65}" type="pres">
      <dgm:prSet presAssocID="{4D7EE8A9-B6F1-4A36-A33D-DEB6A0795CDB}" presName="horz1" presStyleCnt="0"/>
      <dgm:spPr/>
    </dgm:pt>
    <dgm:pt modelId="{2D4D9ADF-7969-4719-BC6A-639A73423C79}" type="pres">
      <dgm:prSet presAssocID="{4D7EE8A9-B6F1-4A36-A33D-DEB6A0795CDB}" presName="tx1" presStyleLbl="revTx" presStyleIdx="0" presStyleCnt="4"/>
      <dgm:spPr/>
    </dgm:pt>
    <dgm:pt modelId="{EDCB10C8-068F-49E2-AAC3-D6DB01D1114B}" type="pres">
      <dgm:prSet presAssocID="{4D7EE8A9-B6F1-4A36-A33D-DEB6A0795CDB}" presName="vert1" presStyleCnt="0"/>
      <dgm:spPr/>
    </dgm:pt>
    <dgm:pt modelId="{E22F42EE-6F05-467F-BC07-6699F00CA0DA}" type="pres">
      <dgm:prSet presAssocID="{891DEFA0-7598-48DD-827D-70C4A37E5331}" presName="thickLine" presStyleLbl="alignNode1" presStyleIdx="1" presStyleCnt="4"/>
      <dgm:spPr/>
    </dgm:pt>
    <dgm:pt modelId="{654D9978-E6F6-4D61-9996-0026B1829A1F}" type="pres">
      <dgm:prSet presAssocID="{891DEFA0-7598-48DD-827D-70C4A37E5331}" presName="horz1" presStyleCnt="0"/>
      <dgm:spPr/>
    </dgm:pt>
    <dgm:pt modelId="{4DBF05E4-A8E0-4156-A147-89474F5FF079}" type="pres">
      <dgm:prSet presAssocID="{891DEFA0-7598-48DD-827D-70C4A37E5331}" presName="tx1" presStyleLbl="revTx" presStyleIdx="1" presStyleCnt="4"/>
      <dgm:spPr/>
    </dgm:pt>
    <dgm:pt modelId="{952FA9DA-4A91-4FF8-AC8B-23CE72374C41}" type="pres">
      <dgm:prSet presAssocID="{891DEFA0-7598-48DD-827D-70C4A37E5331}" presName="vert1" presStyleCnt="0"/>
      <dgm:spPr/>
    </dgm:pt>
    <dgm:pt modelId="{D73F6F6A-4040-4FD4-ABBA-1B7DAB70A09D}" type="pres">
      <dgm:prSet presAssocID="{DA3DEB81-44BC-46B1-A778-56A6C52580C6}" presName="thickLine" presStyleLbl="alignNode1" presStyleIdx="2" presStyleCnt="4"/>
      <dgm:spPr/>
    </dgm:pt>
    <dgm:pt modelId="{B905DB99-582C-434A-BBAA-E7DE62DFDA75}" type="pres">
      <dgm:prSet presAssocID="{DA3DEB81-44BC-46B1-A778-56A6C52580C6}" presName="horz1" presStyleCnt="0"/>
      <dgm:spPr/>
    </dgm:pt>
    <dgm:pt modelId="{BAF5EB72-1D49-4B66-A67C-E901E3246887}" type="pres">
      <dgm:prSet presAssocID="{DA3DEB81-44BC-46B1-A778-56A6C52580C6}" presName="tx1" presStyleLbl="revTx" presStyleIdx="2" presStyleCnt="4"/>
      <dgm:spPr/>
    </dgm:pt>
    <dgm:pt modelId="{D5565F26-BF1C-45F3-8145-C68A300B30DA}" type="pres">
      <dgm:prSet presAssocID="{DA3DEB81-44BC-46B1-A778-56A6C52580C6}" presName="vert1" presStyleCnt="0"/>
      <dgm:spPr/>
    </dgm:pt>
    <dgm:pt modelId="{87B2D7A9-6941-4790-A110-86B4849308D6}" type="pres">
      <dgm:prSet presAssocID="{8192D408-10AB-4F37-820B-72AF4C8EB1D3}" presName="thickLine" presStyleLbl="alignNode1" presStyleIdx="3" presStyleCnt="4"/>
      <dgm:spPr/>
    </dgm:pt>
    <dgm:pt modelId="{FA17C434-82AF-488E-9EFC-1A0BC8531B89}" type="pres">
      <dgm:prSet presAssocID="{8192D408-10AB-4F37-820B-72AF4C8EB1D3}" presName="horz1" presStyleCnt="0"/>
      <dgm:spPr/>
    </dgm:pt>
    <dgm:pt modelId="{FB2D7A4E-FD2C-4E73-8955-8CA37F950084}" type="pres">
      <dgm:prSet presAssocID="{8192D408-10AB-4F37-820B-72AF4C8EB1D3}" presName="tx1" presStyleLbl="revTx" presStyleIdx="3" presStyleCnt="4"/>
      <dgm:spPr/>
    </dgm:pt>
    <dgm:pt modelId="{AD54DA45-A898-493B-9B43-E58FD9F43BFF}" type="pres">
      <dgm:prSet presAssocID="{8192D408-10AB-4F37-820B-72AF4C8EB1D3}" presName="vert1" presStyleCnt="0"/>
      <dgm:spPr/>
    </dgm:pt>
  </dgm:ptLst>
  <dgm:cxnLst>
    <dgm:cxn modelId="{78D4F314-8839-4C24-A9B8-6A469FDAC493}" type="presOf" srcId="{BCE3DF9E-C709-466D-B8E1-7EF82C0CA369}" destId="{9B59A833-3254-4ABC-B4B6-591BA9C21F21}" srcOrd="0" destOrd="0" presId="urn:microsoft.com/office/officeart/2008/layout/LinedList"/>
    <dgm:cxn modelId="{2BF03E36-6693-40A9-A55F-13D6F5A6131D}" type="presOf" srcId="{4D7EE8A9-B6F1-4A36-A33D-DEB6A0795CDB}" destId="{2D4D9ADF-7969-4719-BC6A-639A73423C79}" srcOrd="0" destOrd="0" presId="urn:microsoft.com/office/officeart/2008/layout/LinedList"/>
    <dgm:cxn modelId="{DF111669-A2C9-4136-A0DA-42BC4DE1D524}" type="presOf" srcId="{8192D408-10AB-4F37-820B-72AF4C8EB1D3}" destId="{FB2D7A4E-FD2C-4E73-8955-8CA37F950084}" srcOrd="0" destOrd="0" presId="urn:microsoft.com/office/officeart/2008/layout/LinedList"/>
    <dgm:cxn modelId="{ED4E8A73-7F89-47E8-B391-6EEB02A93DE6}" srcId="{BCE3DF9E-C709-466D-B8E1-7EF82C0CA369}" destId="{DA3DEB81-44BC-46B1-A778-56A6C52580C6}" srcOrd="2" destOrd="0" parTransId="{FEC54A95-3535-41D0-8A16-B5A435926E4A}" sibTransId="{0587CC6C-B97E-4319-ADDE-BCB997C72E65}"/>
    <dgm:cxn modelId="{5F45CA95-E262-4C58-BC0E-64DE4F4D1EC6}" srcId="{BCE3DF9E-C709-466D-B8E1-7EF82C0CA369}" destId="{4D7EE8A9-B6F1-4A36-A33D-DEB6A0795CDB}" srcOrd="0" destOrd="0" parTransId="{02EFC234-B134-4BB2-99A6-315FC84C7ADF}" sibTransId="{0628E292-64D1-4197-9B04-4D0CFC84046E}"/>
    <dgm:cxn modelId="{34DB609F-E803-435B-B112-07B250476414}" srcId="{BCE3DF9E-C709-466D-B8E1-7EF82C0CA369}" destId="{891DEFA0-7598-48DD-827D-70C4A37E5331}" srcOrd="1" destOrd="0" parTransId="{CE1E5E77-8B3A-4780-9452-F0B7C1001E20}" sibTransId="{E9D6D48C-1662-4C3E-85F6-1F04A31E5566}"/>
    <dgm:cxn modelId="{8140C2A5-FF64-4495-9895-0FED4CDF0B89}" srcId="{BCE3DF9E-C709-466D-B8E1-7EF82C0CA369}" destId="{8192D408-10AB-4F37-820B-72AF4C8EB1D3}" srcOrd="3" destOrd="0" parTransId="{FF9DA896-93F7-4B78-AE75-0AE05CA44E7A}" sibTransId="{FB60DA5A-2A0F-4488-BB43-98089C96A790}"/>
    <dgm:cxn modelId="{88B515CC-5FA2-4469-AAB6-64C17C34FAA9}" type="presOf" srcId="{891DEFA0-7598-48DD-827D-70C4A37E5331}" destId="{4DBF05E4-A8E0-4156-A147-89474F5FF079}" srcOrd="0" destOrd="0" presId="urn:microsoft.com/office/officeart/2008/layout/LinedList"/>
    <dgm:cxn modelId="{4B997DE5-3121-4AD5-B5BC-027DAD6C0866}" type="presOf" srcId="{DA3DEB81-44BC-46B1-A778-56A6C52580C6}" destId="{BAF5EB72-1D49-4B66-A67C-E901E3246887}" srcOrd="0" destOrd="0" presId="urn:microsoft.com/office/officeart/2008/layout/LinedList"/>
    <dgm:cxn modelId="{F870419F-6D25-46BD-8464-13531B9C4E36}" type="presParOf" srcId="{9B59A833-3254-4ABC-B4B6-591BA9C21F21}" destId="{FDE622E4-99E9-4363-B227-07A8C39C43DA}" srcOrd="0" destOrd="0" presId="urn:microsoft.com/office/officeart/2008/layout/LinedList"/>
    <dgm:cxn modelId="{1784BB70-CE3E-4C66-9DF6-D892EADF495F}" type="presParOf" srcId="{9B59A833-3254-4ABC-B4B6-591BA9C21F21}" destId="{00DA5254-BF2D-4BC9-B95B-0F8D2B3A2F65}" srcOrd="1" destOrd="0" presId="urn:microsoft.com/office/officeart/2008/layout/LinedList"/>
    <dgm:cxn modelId="{38F27491-13F5-41A1-BFF6-478F8648BA7B}" type="presParOf" srcId="{00DA5254-BF2D-4BC9-B95B-0F8D2B3A2F65}" destId="{2D4D9ADF-7969-4719-BC6A-639A73423C79}" srcOrd="0" destOrd="0" presId="urn:microsoft.com/office/officeart/2008/layout/LinedList"/>
    <dgm:cxn modelId="{00976108-B28D-4C34-AFE4-F209201A7E20}" type="presParOf" srcId="{00DA5254-BF2D-4BC9-B95B-0F8D2B3A2F65}" destId="{EDCB10C8-068F-49E2-AAC3-D6DB01D1114B}" srcOrd="1" destOrd="0" presId="urn:microsoft.com/office/officeart/2008/layout/LinedList"/>
    <dgm:cxn modelId="{7DEB8FF6-D071-4CDA-ABE6-A94788CCC6B7}" type="presParOf" srcId="{9B59A833-3254-4ABC-B4B6-591BA9C21F21}" destId="{E22F42EE-6F05-467F-BC07-6699F00CA0DA}" srcOrd="2" destOrd="0" presId="urn:microsoft.com/office/officeart/2008/layout/LinedList"/>
    <dgm:cxn modelId="{B4033F21-4625-4EB0-89E3-2F065F54236B}" type="presParOf" srcId="{9B59A833-3254-4ABC-B4B6-591BA9C21F21}" destId="{654D9978-E6F6-4D61-9996-0026B1829A1F}" srcOrd="3" destOrd="0" presId="urn:microsoft.com/office/officeart/2008/layout/LinedList"/>
    <dgm:cxn modelId="{F78E9BFA-1603-496F-A6CF-F612D0DF5542}" type="presParOf" srcId="{654D9978-E6F6-4D61-9996-0026B1829A1F}" destId="{4DBF05E4-A8E0-4156-A147-89474F5FF079}" srcOrd="0" destOrd="0" presId="urn:microsoft.com/office/officeart/2008/layout/LinedList"/>
    <dgm:cxn modelId="{9A6D83B9-9E6B-43A9-B16E-CCDA68F9C25F}" type="presParOf" srcId="{654D9978-E6F6-4D61-9996-0026B1829A1F}" destId="{952FA9DA-4A91-4FF8-AC8B-23CE72374C41}" srcOrd="1" destOrd="0" presId="urn:microsoft.com/office/officeart/2008/layout/LinedList"/>
    <dgm:cxn modelId="{18845B2A-9D0F-4615-9F3D-B6B5315994D0}" type="presParOf" srcId="{9B59A833-3254-4ABC-B4B6-591BA9C21F21}" destId="{D73F6F6A-4040-4FD4-ABBA-1B7DAB70A09D}" srcOrd="4" destOrd="0" presId="urn:microsoft.com/office/officeart/2008/layout/LinedList"/>
    <dgm:cxn modelId="{E1461BF3-9C54-4E78-A269-A6ABA2345144}" type="presParOf" srcId="{9B59A833-3254-4ABC-B4B6-591BA9C21F21}" destId="{B905DB99-582C-434A-BBAA-E7DE62DFDA75}" srcOrd="5" destOrd="0" presId="urn:microsoft.com/office/officeart/2008/layout/LinedList"/>
    <dgm:cxn modelId="{DBCC9D8E-61BA-4228-BACD-393F39E47D11}" type="presParOf" srcId="{B905DB99-582C-434A-BBAA-E7DE62DFDA75}" destId="{BAF5EB72-1D49-4B66-A67C-E901E3246887}" srcOrd="0" destOrd="0" presId="urn:microsoft.com/office/officeart/2008/layout/LinedList"/>
    <dgm:cxn modelId="{DF3DA933-3EF7-4F71-A9A5-37FF414D0B6F}" type="presParOf" srcId="{B905DB99-582C-434A-BBAA-E7DE62DFDA75}" destId="{D5565F26-BF1C-45F3-8145-C68A300B30DA}" srcOrd="1" destOrd="0" presId="urn:microsoft.com/office/officeart/2008/layout/LinedList"/>
    <dgm:cxn modelId="{F0A63B1F-454A-4F3E-B3FE-6CF2D9B33C90}" type="presParOf" srcId="{9B59A833-3254-4ABC-B4B6-591BA9C21F21}" destId="{87B2D7A9-6941-4790-A110-86B4849308D6}" srcOrd="6" destOrd="0" presId="urn:microsoft.com/office/officeart/2008/layout/LinedList"/>
    <dgm:cxn modelId="{F7EA4F89-828C-451F-8C52-0A1F18EB6DE1}" type="presParOf" srcId="{9B59A833-3254-4ABC-B4B6-591BA9C21F21}" destId="{FA17C434-82AF-488E-9EFC-1A0BC8531B89}" srcOrd="7" destOrd="0" presId="urn:microsoft.com/office/officeart/2008/layout/LinedList"/>
    <dgm:cxn modelId="{F250FA34-BB81-41FE-AF60-4311AFE348C1}" type="presParOf" srcId="{FA17C434-82AF-488E-9EFC-1A0BC8531B89}" destId="{FB2D7A4E-FD2C-4E73-8955-8CA37F950084}" srcOrd="0" destOrd="0" presId="urn:microsoft.com/office/officeart/2008/layout/LinedList"/>
    <dgm:cxn modelId="{7187AAB9-26F3-4223-B2BD-FDA03518ABC6}" type="presParOf" srcId="{FA17C434-82AF-488E-9EFC-1A0BC8531B89}" destId="{AD54DA45-A898-493B-9B43-E58FD9F43BF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03C3176-0C17-4BCD-807F-1BB3FE4526E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DD8ED63B-BF4E-4965-A50B-5F99F2DFE591}">
      <dgm:prSet/>
      <dgm:spPr/>
      <dgm:t>
        <a:bodyPr/>
        <a:lstStyle/>
        <a:p>
          <a:r>
            <a:rPr lang="ru-RU" b="0" i="0" dirty="0" err="1"/>
            <a:t>Південного</a:t>
          </a:r>
          <a:r>
            <a:rPr lang="ru-RU" b="0" i="0" dirty="0"/>
            <a:t> </a:t>
          </a:r>
          <a:r>
            <a:rPr lang="ru-RU" b="0" i="0" dirty="0" err="1"/>
            <a:t>товариства</a:t>
          </a:r>
          <a:r>
            <a:rPr lang="ru-RU" b="0" i="0" dirty="0"/>
            <a:t> </a:t>
          </a:r>
          <a:r>
            <a:rPr lang="ru-RU" b="0" i="0" dirty="0" err="1"/>
            <a:t>декабристів</a:t>
          </a:r>
          <a:r>
            <a:rPr lang="ru-RU" b="0" i="0" dirty="0"/>
            <a:t>.</a:t>
          </a:r>
          <a:endParaRPr lang="uk-UA" dirty="0"/>
        </a:p>
      </dgm:t>
    </dgm:pt>
    <dgm:pt modelId="{5B5F9449-50F1-418E-B08C-F309B7C17F4E}" type="parTrans" cxnId="{FD92988C-BD19-446D-AC61-33BCE3151C8D}">
      <dgm:prSet/>
      <dgm:spPr/>
      <dgm:t>
        <a:bodyPr/>
        <a:lstStyle/>
        <a:p>
          <a:endParaRPr lang="uk-UA"/>
        </a:p>
      </dgm:t>
    </dgm:pt>
    <dgm:pt modelId="{2E7EF49C-1491-4031-93DD-2FECAA81CFE9}" type="sibTrans" cxnId="{FD92988C-BD19-446D-AC61-33BCE3151C8D}">
      <dgm:prSet/>
      <dgm:spPr/>
      <dgm:t>
        <a:bodyPr/>
        <a:lstStyle/>
        <a:p>
          <a:endParaRPr lang="uk-UA"/>
        </a:p>
      </dgm:t>
    </dgm:pt>
    <dgm:pt modelId="{8130D63B-1453-4169-9978-ACFAFFF34B35}">
      <dgm:prSet/>
      <dgm:spPr/>
      <dgm:t>
        <a:bodyPr/>
        <a:lstStyle/>
        <a:p>
          <a:r>
            <a:rPr lang="ru-RU" b="0" i="0" dirty="0" err="1"/>
            <a:t>Кирило-Мефодіївського</a:t>
          </a:r>
          <a:r>
            <a:rPr lang="ru-RU" b="0" i="0" dirty="0"/>
            <a:t> братства.</a:t>
          </a:r>
          <a:endParaRPr lang="uk-UA" dirty="0"/>
        </a:p>
      </dgm:t>
    </dgm:pt>
    <dgm:pt modelId="{AC94FA76-7B3C-4BB8-8FB8-924575AC7D27}" type="parTrans" cxnId="{F7442437-096C-4BC6-A232-0B3112012A6F}">
      <dgm:prSet/>
      <dgm:spPr/>
      <dgm:t>
        <a:bodyPr/>
        <a:lstStyle/>
        <a:p>
          <a:endParaRPr lang="uk-UA"/>
        </a:p>
      </dgm:t>
    </dgm:pt>
    <dgm:pt modelId="{7EA9C156-64E5-4135-A84F-37F4EECECA4F}" type="sibTrans" cxnId="{F7442437-096C-4BC6-A232-0B3112012A6F}">
      <dgm:prSet/>
      <dgm:spPr/>
      <dgm:t>
        <a:bodyPr/>
        <a:lstStyle/>
        <a:p>
          <a:endParaRPr lang="uk-UA"/>
        </a:p>
      </dgm:t>
    </dgm:pt>
    <dgm:pt modelId="{878B305A-5821-442F-8B7C-E0919DDE08C4}">
      <dgm:prSet/>
      <dgm:spPr/>
      <dgm:t>
        <a:bodyPr/>
        <a:lstStyle/>
        <a:p>
          <a:r>
            <a:rPr lang="ru-RU" b="0" i="0"/>
            <a:t>Головної руської ради.</a:t>
          </a:r>
          <a:endParaRPr lang="uk-UA"/>
        </a:p>
      </dgm:t>
    </dgm:pt>
    <dgm:pt modelId="{4D3D42C6-DCF2-4CBB-BEC4-570443D1744E}" type="parTrans" cxnId="{C89D4EE3-091C-4A7B-A970-42FDB8593A21}">
      <dgm:prSet/>
      <dgm:spPr/>
      <dgm:t>
        <a:bodyPr/>
        <a:lstStyle/>
        <a:p>
          <a:endParaRPr lang="uk-UA"/>
        </a:p>
      </dgm:t>
    </dgm:pt>
    <dgm:pt modelId="{9499AE60-3482-4857-A7DA-7C7EAC529D17}" type="sibTrans" cxnId="{C89D4EE3-091C-4A7B-A970-42FDB8593A21}">
      <dgm:prSet/>
      <dgm:spPr/>
      <dgm:t>
        <a:bodyPr/>
        <a:lstStyle/>
        <a:p>
          <a:endParaRPr lang="uk-UA"/>
        </a:p>
      </dgm:t>
    </dgm:pt>
    <dgm:pt modelId="{EC8F13DB-611A-411A-A68F-6704966B69E6}">
      <dgm:prSet/>
      <dgm:spPr/>
      <dgm:t>
        <a:bodyPr/>
        <a:lstStyle/>
        <a:p>
          <a:r>
            <a:rPr lang="ru-RU" b="0" i="0" dirty="0"/>
            <a:t>«</a:t>
          </a:r>
          <a:r>
            <a:rPr lang="ru-RU" b="0" i="0" dirty="0" err="1"/>
            <a:t>Руської</a:t>
          </a:r>
          <a:r>
            <a:rPr lang="ru-RU" b="0" i="0" dirty="0"/>
            <a:t> </a:t>
          </a:r>
          <a:r>
            <a:rPr lang="ru-RU" b="0" i="0" dirty="0" err="1"/>
            <a:t>трійці</a:t>
          </a:r>
          <a:r>
            <a:rPr lang="ru-RU" b="0" i="0" dirty="0"/>
            <a:t>».</a:t>
          </a:r>
          <a:endParaRPr lang="uk-UA" dirty="0"/>
        </a:p>
      </dgm:t>
    </dgm:pt>
    <dgm:pt modelId="{1C508ABB-A9CA-476E-9DA4-C9086411D86D}" type="parTrans" cxnId="{BA9B08D7-CEE7-4FC0-8D5C-1A869508F84E}">
      <dgm:prSet/>
      <dgm:spPr/>
      <dgm:t>
        <a:bodyPr/>
        <a:lstStyle/>
        <a:p>
          <a:endParaRPr lang="uk-UA"/>
        </a:p>
      </dgm:t>
    </dgm:pt>
    <dgm:pt modelId="{EDB38A8D-A1D0-46C8-BAF5-01DCCA794000}" type="sibTrans" cxnId="{BA9B08D7-CEE7-4FC0-8D5C-1A869508F84E}">
      <dgm:prSet/>
      <dgm:spPr/>
      <dgm:t>
        <a:bodyPr/>
        <a:lstStyle/>
        <a:p>
          <a:endParaRPr lang="uk-UA"/>
        </a:p>
      </dgm:t>
    </dgm:pt>
    <dgm:pt modelId="{F091D63E-ACA1-409A-B472-5D373776DCC2}" type="pres">
      <dgm:prSet presAssocID="{303C3176-0C17-4BCD-807F-1BB3FE4526E9}" presName="linear" presStyleCnt="0">
        <dgm:presLayoutVars>
          <dgm:animLvl val="lvl"/>
          <dgm:resizeHandles val="exact"/>
        </dgm:presLayoutVars>
      </dgm:prSet>
      <dgm:spPr/>
    </dgm:pt>
    <dgm:pt modelId="{B6144339-B356-4DF9-B190-CA324B8EBC2C}" type="pres">
      <dgm:prSet presAssocID="{DD8ED63B-BF4E-4965-A50B-5F99F2DFE591}" presName="parentText" presStyleLbl="node1" presStyleIdx="0" presStyleCnt="4">
        <dgm:presLayoutVars>
          <dgm:chMax val="0"/>
          <dgm:bulletEnabled val="1"/>
        </dgm:presLayoutVars>
      </dgm:prSet>
      <dgm:spPr/>
    </dgm:pt>
    <dgm:pt modelId="{0C285143-7E70-41B3-BF4A-F3561F87B647}" type="pres">
      <dgm:prSet presAssocID="{2E7EF49C-1491-4031-93DD-2FECAA81CFE9}" presName="spacer" presStyleCnt="0"/>
      <dgm:spPr/>
    </dgm:pt>
    <dgm:pt modelId="{162A3EF5-E312-480A-A967-252605808189}" type="pres">
      <dgm:prSet presAssocID="{8130D63B-1453-4169-9978-ACFAFFF34B35}" presName="parentText" presStyleLbl="node1" presStyleIdx="1" presStyleCnt="4">
        <dgm:presLayoutVars>
          <dgm:chMax val="0"/>
          <dgm:bulletEnabled val="1"/>
        </dgm:presLayoutVars>
      </dgm:prSet>
      <dgm:spPr/>
    </dgm:pt>
    <dgm:pt modelId="{6F13B3E4-6974-4BA8-8A9E-B4E33E35BBDD}" type="pres">
      <dgm:prSet presAssocID="{7EA9C156-64E5-4135-A84F-37F4EECECA4F}" presName="spacer" presStyleCnt="0"/>
      <dgm:spPr/>
    </dgm:pt>
    <dgm:pt modelId="{71498F7B-B1FC-49E7-BCF0-00F724EA24FB}" type="pres">
      <dgm:prSet presAssocID="{878B305A-5821-442F-8B7C-E0919DDE08C4}" presName="parentText" presStyleLbl="node1" presStyleIdx="2" presStyleCnt="4">
        <dgm:presLayoutVars>
          <dgm:chMax val="0"/>
          <dgm:bulletEnabled val="1"/>
        </dgm:presLayoutVars>
      </dgm:prSet>
      <dgm:spPr/>
    </dgm:pt>
    <dgm:pt modelId="{ECC85A4C-42AB-4DDE-BFA4-53A3BC5569AC}" type="pres">
      <dgm:prSet presAssocID="{9499AE60-3482-4857-A7DA-7C7EAC529D17}" presName="spacer" presStyleCnt="0"/>
      <dgm:spPr/>
    </dgm:pt>
    <dgm:pt modelId="{ECAF4157-305A-4F83-AE45-489C8D6C8F2A}" type="pres">
      <dgm:prSet presAssocID="{EC8F13DB-611A-411A-A68F-6704966B69E6}" presName="parentText" presStyleLbl="node1" presStyleIdx="3" presStyleCnt="4">
        <dgm:presLayoutVars>
          <dgm:chMax val="0"/>
          <dgm:bulletEnabled val="1"/>
        </dgm:presLayoutVars>
      </dgm:prSet>
      <dgm:spPr/>
    </dgm:pt>
  </dgm:ptLst>
  <dgm:cxnLst>
    <dgm:cxn modelId="{CC9D440B-7DF4-4524-A2BB-896651FB6E11}" type="presOf" srcId="{878B305A-5821-442F-8B7C-E0919DDE08C4}" destId="{71498F7B-B1FC-49E7-BCF0-00F724EA24FB}" srcOrd="0" destOrd="0" presId="urn:microsoft.com/office/officeart/2005/8/layout/vList2"/>
    <dgm:cxn modelId="{F7442437-096C-4BC6-A232-0B3112012A6F}" srcId="{303C3176-0C17-4BCD-807F-1BB3FE4526E9}" destId="{8130D63B-1453-4169-9978-ACFAFFF34B35}" srcOrd="1" destOrd="0" parTransId="{AC94FA76-7B3C-4BB8-8FB8-924575AC7D27}" sibTransId="{7EA9C156-64E5-4135-A84F-37F4EECECA4F}"/>
    <dgm:cxn modelId="{78FFBD3F-8174-409E-8519-BD40A99AB5F8}" type="presOf" srcId="{303C3176-0C17-4BCD-807F-1BB3FE4526E9}" destId="{F091D63E-ACA1-409A-B472-5D373776DCC2}" srcOrd="0" destOrd="0" presId="urn:microsoft.com/office/officeart/2005/8/layout/vList2"/>
    <dgm:cxn modelId="{FD92988C-BD19-446D-AC61-33BCE3151C8D}" srcId="{303C3176-0C17-4BCD-807F-1BB3FE4526E9}" destId="{DD8ED63B-BF4E-4965-A50B-5F99F2DFE591}" srcOrd="0" destOrd="0" parTransId="{5B5F9449-50F1-418E-B08C-F309B7C17F4E}" sibTransId="{2E7EF49C-1491-4031-93DD-2FECAA81CFE9}"/>
    <dgm:cxn modelId="{8A959B92-2246-4D30-A735-7C647BD19516}" type="presOf" srcId="{EC8F13DB-611A-411A-A68F-6704966B69E6}" destId="{ECAF4157-305A-4F83-AE45-489C8D6C8F2A}" srcOrd="0" destOrd="0" presId="urn:microsoft.com/office/officeart/2005/8/layout/vList2"/>
    <dgm:cxn modelId="{E04F8DC9-0803-47CD-951B-A1FD9E5AE11D}" type="presOf" srcId="{8130D63B-1453-4169-9978-ACFAFFF34B35}" destId="{162A3EF5-E312-480A-A967-252605808189}" srcOrd="0" destOrd="0" presId="urn:microsoft.com/office/officeart/2005/8/layout/vList2"/>
    <dgm:cxn modelId="{BA9B08D7-CEE7-4FC0-8D5C-1A869508F84E}" srcId="{303C3176-0C17-4BCD-807F-1BB3FE4526E9}" destId="{EC8F13DB-611A-411A-A68F-6704966B69E6}" srcOrd="3" destOrd="0" parTransId="{1C508ABB-A9CA-476E-9DA4-C9086411D86D}" sibTransId="{EDB38A8D-A1D0-46C8-BAF5-01DCCA794000}"/>
    <dgm:cxn modelId="{C89D4EE3-091C-4A7B-A970-42FDB8593A21}" srcId="{303C3176-0C17-4BCD-807F-1BB3FE4526E9}" destId="{878B305A-5821-442F-8B7C-E0919DDE08C4}" srcOrd="2" destOrd="0" parTransId="{4D3D42C6-DCF2-4CBB-BEC4-570443D1744E}" sibTransId="{9499AE60-3482-4857-A7DA-7C7EAC529D17}"/>
    <dgm:cxn modelId="{F87D93F8-B30D-4B6D-B114-E14B98D8975D}" type="presOf" srcId="{DD8ED63B-BF4E-4965-A50B-5F99F2DFE591}" destId="{B6144339-B356-4DF9-B190-CA324B8EBC2C}" srcOrd="0" destOrd="0" presId="urn:microsoft.com/office/officeart/2005/8/layout/vList2"/>
    <dgm:cxn modelId="{93421A8A-E730-4AF4-B852-ECE998DAF9D3}" type="presParOf" srcId="{F091D63E-ACA1-409A-B472-5D373776DCC2}" destId="{B6144339-B356-4DF9-B190-CA324B8EBC2C}" srcOrd="0" destOrd="0" presId="urn:microsoft.com/office/officeart/2005/8/layout/vList2"/>
    <dgm:cxn modelId="{91885058-30D3-4DEF-B8D2-0BEF86157673}" type="presParOf" srcId="{F091D63E-ACA1-409A-B472-5D373776DCC2}" destId="{0C285143-7E70-41B3-BF4A-F3561F87B647}" srcOrd="1" destOrd="0" presId="urn:microsoft.com/office/officeart/2005/8/layout/vList2"/>
    <dgm:cxn modelId="{11990C7F-84DF-458E-8A73-86955069C126}" type="presParOf" srcId="{F091D63E-ACA1-409A-B472-5D373776DCC2}" destId="{162A3EF5-E312-480A-A967-252605808189}" srcOrd="2" destOrd="0" presId="urn:microsoft.com/office/officeart/2005/8/layout/vList2"/>
    <dgm:cxn modelId="{9B5586A9-FD30-4849-9DFA-4C427480589F}" type="presParOf" srcId="{F091D63E-ACA1-409A-B472-5D373776DCC2}" destId="{6F13B3E4-6974-4BA8-8A9E-B4E33E35BBDD}" srcOrd="3" destOrd="0" presId="urn:microsoft.com/office/officeart/2005/8/layout/vList2"/>
    <dgm:cxn modelId="{BFC4C674-1289-4B67-B272-1571D42520A0}" type="presParOf" srcId="{F091D63E-ACA1-409A-B472-5D373776DCC2}" destId="{71498F7B-B1FC-49E7-BCF0-00F724EA24FB}" srcOrd="4" destOrd="0" presId="urn:microsoft.com/office/officeart/2005/8/layout/vList2"/>
    <dgm:cxn modelId="{C7D09D77-7E26-47BA-951E-F1FBBC6612DF}" type="presParOf" srcId="{F091D63E-ACA1-409A-B472-5D373776DCC2}" destId="{ECC85A4C-42AB-4DDE-BFA4-53A3BC5569AC}" srcOrd="5" destOrd="0" presId="urn:microsoft.com/office/officeart/2005/8/layout/vList2"/>
    <dgm:cxn modelId="{13FA9B16-E1B9-4896-998A-CBE9C6351AC6}" type="presParOf" srcId="{F091D63E-ACA1-409A-B472-5D373776DCC2}" destId="{ECAF4157-305A-4F83-AE45-489C8D6C8F2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041780B-2A24-49E6-95A0-A0BE0D2F5D4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F583A55-17C1-43F7-B910-6C44C2083966}">
      <dgm:prSet/>
      <dgm:spPr/>
      <dgm:t>
        <a:bodyPr/>
        <a:lstStyle/>
        <a:p>
          <a:r>
            <a:rPr lang="ru-RU" b="0" i="0" dirty="0" err="1"/>
            <a:t>учасниками</a:t>
          </a:r>
          <a:r>
            <a:rPr lang="ru-RU" b="0" i="0" dirty="0"/>
            <a:t> </a:t>
          </a:r>
          <a:r>
            <a:rPr lang="ru-RU" b="0" i="0" dirty="0" err="1"/>
            <a:t>Кирило-Мефодіївського</a:t>
          </a:r>
          <a:r>
            <a:rPr lang="ru-RU" b="0" i="0" dirty="0"/>
            <a:t> братства.</a:t>
          </a:r>
          <a:endParaRPr lang="uk-UA" dirty="0"/>
        </a:p>
      </dgm:t>
    </dgm:pt>
    <dgm:pt modelId="{0106635A-5962-4D3D-B794-BAE784E88F42}" type="parTrans" cxnId="{20D3B32D-AA6F-458F-8463-04BBB8475675}">
      <dgm:prSet/>
      <dgm:spPr/>
      <dgm:t>
        <a:bodyPr/>
        <a:lstStyle/>
        <a:p>
          <a:endParaRPr lang="uk-UA"/>
        </a:p>
      </dgm:t>
    </dgm:pt>
    <dgm:pt modelId="{E532BF15-E3B5-4BBD-B0BC-753BD3BE6B35}" type="sibTrans" cxnId="{20D3B32D-AA6F-458F-8463-04BBB8475675}">
      <dgm:prSet/>
      <dgm:spPr/>
      <dgm:t>
        <a:bodyPr/>
        <a:lstStyle/>
        <a:p>
          <a:endParaRPr lang="uk-UA"/>
        </a:p>
      </dgm:t>
    </dgm:pt>
    <dgm:pt modelId="{02BB949A-528F-4899-A99B-480817EBB436}">
      <dgm:prSet/>
      <dgm:spPr/>
      <dgm:t>
        <a:bodyPr/>
        <a:lstStyle/>
        <a:p>
          <a:r>
            <a:rPr lang="ru-RU" b="0" i="0" dirty="0"/>
            <a:t>авторами </a:t>
          </a:r>
          <a:r>
            <a:rPr lang="ru-RU" b="0" i="0" dirty="0" err="1"/>
            <a:t>музики</a:t>
          </a:r>
          <a:r>
            <a:rPr lang="ru-RU" b="0" i="0" dirty="0"/>
            <a:t> й тексту Державного </a:t>
          </a:r>
          <a:r>
            <a:rPr lang="ru-RU" b="0" i="0" dirty="0" err="1"/>
            <a:t>Гімну</a:t>
          </a:r>
          <a:r>
            <a:rPr lang="ru-RU" b="0" i="0" dirty="0"/>
            <a:t> </a:t>
          </a:r>
          <a:r>
            <a:rPr lang="ru-RU" b="0" i="0" dirty="0" err="1"/>
            <a:t>України</a:t>
          </a:r>
          <a:r>
            <a:rPr lang="ru-RU" b="0" i="0" dirty="0"/>
            <a:t>.</a:t>
          </a:r>
          <a:endParaRPr lang="uk-UA" dirty="0"/>
        </a:p>
      </dgm:t>
    </dgm:pt>
    <dgm:pt modelId="{FDA27E30-475E-4119-B65C-9F0B1911F58B}" type="parTrans" cxnId="{C2AD8A53-A082-4FD2-9CDA-DB03F265B9CE}">
      <dgm:prSet/>
      <dgm:spPr/>
      <dgm:t>
        <a:bodyPr/>
        <a:lstStyle/>
        <a:p>
          <a:endParaRPr lang="uk-UA"/>
        </a:p>
      </dgm:t>
    </dgm:pt>
    <dgm:pt modelId="{6CD358BD-47F2-4424-9C97-FC6AABBCC35C}" type="sibTrans" cxnId="{C2AD8A53-A082-4FD2-9CDA-DB03F265B9CE}">
      <dgm:prSet/>
      <dgm:spPr/>
      <dgm:t>
        <a:bodyPr/>
        <a:lstStyle/>
        <a:p>
          <a:endParaRPr lang="uk-UA"/>
        </a:p>
      </dgm:t>
    </dgm:pt>
    <dgm:pt modelId="{6CCBEFA2-E327-4A93-A4F2-68EC8BD67581}">
      <dgm:prSet/>
      <dgm:spPr/>
      <dgm:t>
        <a:bodyPr/>
        <a:lstStyle/>
        <a:p>
          <a:r>
            <a:rPr lang="ru-RU" b="0" i="0"/>
            <a:t>видавцями громадсько-політичного журналу «Громада».</a:t>
          </a:r>
          <a:endParaRPr lang="uk-UA"/>
        </a:p>
      </dgm:t>
    </dgm:pt>
    <dgm:pt modelId="{D9158B6A-5C38-452F-AAA7-0BFAEFC913FF}" type="parTrans" cxnId="{C256891C-0625-480A-8BB4-6DB32840F6F8}">
      <dgm:prSet/>
      <dgm:spPr/>
      <dgm:t>
        <a:bodyPr/>
        <a:lstStyle/>
        <a:p>
          <a:endParaRPr lang="uk-UA"/>
        </a:p>
      </dgm:t>
    </dgm:pt>
    <dgm:pt modelId="{4CF04CDD-3E9E-4401-97E2-BA01F990380C}" type="sibTrans" cxnId="{C256891C-0625-480A-8BB4-6DB32840F6F8}">
      <dgm:prSet/>
      <dgm:spPr/>
      <dgm:t>
        <a:bodyPr/>
        <a:lstStyle/>
        <a:p>
          <a:endParaRPr lang="uk-UA"/>
        </a:p>
      </dgm:t>
    </dgm:pt>
    <dgm:pt modelId="{E179F86C-160B-464F-9A3B-2A28440D0013}">
      <dgm:prSet/>
      <dgm:spPr/>
      <dgm:t>
        <a:bodyPr/>
        <a:lstStyle/>
        <a:p>
          <a:r>
            <a:rPr lang="ru-RU" b="0" i="0" dirty="0" err="1"/>
            <a:t>засновниками</a:t>
          </a:r>
          <a:r>
            <a:rPr lang="ru-RU" b="0" i="0" dirty="0"/>
            <a:t> </a:t>
          </a:r>
          <a:r>
            <a:rPr lang="ru-RU" b="0" i="0" dirty="0" err="1"/>
            <a:t>Київського</a:t>
          </a:r>
          <a:r>
            <a:rPr lang="ru-RU" b="0" i="0" dirty="0"/>
            <a:t> </a:t>
          </a:r>
          <a:r>
            <a:rPr lang="ru-RU" b="0" i="0" dirty="0" err="1"/>
            <a:t>університету</a:t>
          </a:r>
          <a:r>
            <a:rPr lang="ru-RU" b="0" i="0" dirty="0"/>
            <a:t> Святого </a:t>
          </a:r>
          <a:r>
            <a:rPr lang="ru-RU" b="0" i="0" dirty="0" err="1"/>
            <a:t>Володимира</a:t>
          </a:r>
          <a:r>
            <a:rPr lang="ru-RU" b="0" i="0" dirty="0"/>
            <a:t>.</a:t>
          </a:r>
          <a:endParaRPr lang="uk-UA" dirty="0"/>
        </a:p>
      </dgm:t>
    </dgm:pt>
    <dgm:pt modelId="{626E0730-11B1-4377-970F-CE7259DEE19B}" type="parTrans" cxnId="{412BA5BC-079C-4FAC-8CE1-46BC798183B4}">
      <dgm:prSet/>
      <dgm:spPr/>
      <dgm:t>
        <a:bodyPr/>
        <a:lstStyle/>
        <a:p>
          <a:endParaRPr lang="uk-UA"/>
        </a:p>
      </dgm:t>
    </dgm:pt>
    <dgm:pt modelId="{1DE4A5AE-0FBD-439B-B68E-A4C62B046CD2}" type="sibTrans" cxnId="{412BA5BC-079C-4FAC-8CE1-46BC798183B4}">
      <dgm:prSet/>
      <dgm:spPr/>
      <dgm:t>
        <a:bodyPr/>
        <a:lstStyle/>
        <a:p>
          <a:endParaRPr lang="uk-UA"/>
        </a:p>
      </dgm:t>
    </dgm:pt>
    <dgm:pt modelId="{6B053815-36F5-4E94-8870-2141B04E5A41}" type="pres">
      <dgm:prSet presAssocID="{7041780B-2A24-49E6-95A0-A0BE0D2F5D47}" presName="linear" presStyleCnt="0">
        <dgm:presLayoutVars>
          <dgm:animLvl val="lvl"/>
          <dgm:resizeHandles val="exact"/>
        </dgm:presLayoutVars>
      </dgm:prSet>
      <dgm:spPr/>
    </dgm:pt>
    <dgm:pt modelId="{C0E67842-E8BD-4652-A7CD-B742779770DB}" type="pres">
      <dgm:prSet presAssocID="{AF583A55-17C1-43F7-B910-6C44C2083966}" presName="parentText" presStyleLbl="node1" presStyleIdx="0" presStyleCnt="4">
        <dgm:presLayoutVars>
          <dgm:chMax val="0"/>
          <dgm:bulletEnabled val="1"/>
        </dgm:presLayoutVars>
      </dgm:prSet>
      <dgm:spPr/>
    </dgm:pt>
    <dgm:pt modelId="{422DEC79-D938-4030-9FCA-A752814F3CBD}" type="pres">
      <dgm:prSet presAssocID="{E532BF15-E3B5-4BBD-B0BC-753BD3BE6B35}" presName="spacer" presStyleCnt="0"/>
      <dgm:spPr/>
    </dgm:pt>
    <dgm:pt modelId="{0EADF4E7-850D-4B31-B5FF-6E7CAB974477}" type="pres">
      <dgm:prSet presAssocID="{02BB949A-528F-4899-A99B-480817EBB436}" presName="parentText" presStyleLbl="node1" presStyleIdx="1" presStyleCnt="4">
        <dgm:presLayoutVars>
          <dgm:chMax val="0"/>
          <dgm:bulletEnabled val="1"/>
        </dgm:presLayoutVars>
      </dgm:prSet>
      <dgm:spPr/>
    </dgm:pt>
    <dgm:pt modelId="{6FF31A33-DD75-482E-8B67-2C98B32F1655}" type="pres">
      <dgm:prSet presAssocID="{6CD358BD-47F2-4424-9C97-FC6AABBCC35C}" presName="spacer" presStyleCnt="0"/>
      <dgm:spPr/>
    </dgm:pt>
    <dgm:pt modelId="{4721825D-CFF4-4BBC-9F7C-8665BA08AE9F}" type="pres">
      <dgm:prSet presAssocID="{6CCBEFA2-E327-4A93-A4F2-68EC8BD67581}" presName="parentText" presStyleLbl="node1" presStyleIdx="2" presStyleCnt="4">
        <dgm:presLayoutVars>
          <dgm:chMax val="0"/>
          <dgm:bulletEnabled val="1"/>
        </dgm:presLayoutVars>
      </dgm:prSet>
      <dgm:spPr/>
    </dgm:pt>
    <dgm:pt modelId="{85D9C013-C119-4AAF-9170-F033A007D557}" type="pres">
      <dgm:prSet presAssocID="{4CF04CDD-3E9E-4401-97E2-BA01F990380C}" presName="spacer" presStyleCnt="0"/>
      <dgm:spPr/>
    </dgm:pt>
    <dgm:pt modelId="{9EE2AC12-609E-497E-AB21-B3DBDCFFD225}" type="pres">
      <dgm:prSet presAssocID="{E179F86C-160B-464F-9A3B-2A28440D0013}" presName="parentText" presStyleLbl="node1" presStyleIdx="3" presStyleCnt="4">
        <dgm:presLayoutVars>
          <dgm:chMax val="0"/>
          <dgm:bulletEnabled val="1"/>
        </dgm:presLayoutVars>
      </dgm:prSet>
      <dgm:spPr/>
    </dgm:pt>
  </dgm:ptLst>
  <dgm:cxnLst>
    <dgm:cxn modelId="{C256891C-0625-480A-8BB4-6DB32840F6F8}" srcId="{7041780B-2A24-49E6-95A0-A0BE0D2F5D47}" destId="{6CCBEFA2-E327-4A93-A4F2-68EC8BD67581}" srcOrd="2" destOrd="0" parTransId="{D9158B6A-5C38-452F-AAA7-0BFAEFC913FF}" sibTransId="{4CF04CDD-3E9E-4401-97E2-BA01F990380C}"/>
    <dgm:cxn modelId="{F4A47C20-3074-4255-9034-57243428E3FE}" type="presOf" srcId="{7041780B-2A24-49E6-95A0-A0BE0D2F5D47}" destId="{6B053815-36F5-4E94-8870-2141B04E5A41}" srcOrd="0" destOrd="0" presId="urn:microsoft.com/office/officeart/2005/8/layout/vList2"/>
    <dgm:cxn modelId="{20D3B32D-AA6F-458F-8463-04BBB8475675}" srcId="{7041780B-2A24-49E6-95A0-A0BE0D2F5D47}" destId="{AF583A55-17C1-43F7-B910-6C44C2083966}" srcOrd="0" destOrd="0" parTransId="{0106635A-5962-4D3D-B794-BAE784E88F42}" sibTransId="{E532BF15-E3B5-4BBD-B0BC-753BD3BE6B35}"/>
    <dgm:cxn modelId="{C2AD8A53-A082-4FD2-9CDA-DB03F265B9CE}" srcId="{7041780B-2A24-49E6-95A0-A0BE0D2F5D47}" destId="{02BB949A-528F-4899-A99B-480817EBB436}" srcOrd="1" destOrd="0" parTransId="{FDA27E30-475E-4119-B65C-9F0B1911F58B}" sibTransId="{6CD358BD-47F2-4424-9C97-FC6AABBCC35C}"/>
    <dgm:cxn modelId="{2EDD4357-2261-4468-96C8-FCFC2BEABE12}" type="presOf" srcId="{6CCBEFA2-E327-4A93-A4F2-68EC8BD67581}" destId="{4721825D-CFF4-4BBC-9F7C-8665BA08AE9F}" srcOrd="0" destOrd="0" presId="urn:microsoft.com/office/officeart/2005/8/layout/vList2"/>
    <dgm:cxn modelId="{81A7B08B-E35F-4545-888B-57A9FFAE7DC4}" type="presOf" srcId="{AF583A55-17C1-43F7-B910-6C44C2083966}" destId="{C0E67842-E8BD-4652-A7CD-B742779770DB}" srcOrd="0" destOrd="0" presId="urn:microsoft.com/office/officeart/2005/8/layout/vList2"/>
    <dgm:cxn modelId="{98DF08A4-4E22-4756-8143-311C1A06A928}" type="presOf" srcId="{02BB949A-528F-4899-A99B-480817EBB436}" destId="{0EADF4E7-850D-4B31-B5FF-6E7CAB974477}" srcOrd="0" destOrd="0" presId="urn:microsoft.com/office/officeart/2005/8/layout/vList2"/>
    <dgm:cxn modelId="{412BA5BC-079C-4FAC-8CE1-46BC798183B4}" srcId="{7041780B-2A24-49E6-95A0-A0BE0D2F5D47}" destId="{E179F86C-160B-464F-9A3B-2A28440D0013}" srcOrd="3" destOrd="0" parTransId="{626E0730-11B1-4377-970F-CE7259DEE19B}" sibTransId="{1DE4A5AE-0FBD-439B-B68E-A4C62B046CD2}"/>
    <dgm:cxn modelId="{858A76FF-1BC3-4917-928A-1C141AD818E4}" type="presOf" srcId="{E179F86C-160B-464F-9A3B-2A28440D0013}" destId="{9EE2AC12-609E-497E-AB21-B3DBDCFFD225}" srcOrd="0" destOrd="0" presId="urn:microsoft.com/office/officeart/2005/8/layout/vList2"/>
    <dgm:cxn modelId="{3B676FB5-1EDF-45F5-BCCF-602C7A94372D}" type="presParOf" srcId="{6B053815-36F5-4E94-8870-2141B04E5A41}" destId="{C0E67842-E8BD-4652-A7CD-B742779770DB}" srcOrd="0" destOrd="0" presId="urn:microsoft.com/office/officeart/2005/8/layout/vList2"/>
    <dgm:cxn modelId="{0F9CFC4B-9134-4BD8-BA61-E587B89C5B2A}" type="presParOf" srcId="{6B053815-36F5-4E94-8870-2141B04E5A41}" destId="{422DEC79-D938-4030-9FCA-A752814F3CBD}" srcOrd="1" destOrd="0" presId="urn:microsoft.com/office/officeart/2005/8/layout/vList2"/>
    <dgm:cxn modelId="{ABDD225A-A8E6-4E40-9399-2E7BEA0D5477}" type="presParOf" srcId="{6B053815-36F5-4E94-8870-2141B04E5A41}" destId="{0EADF4E7-850D-4B31-B5FF-6E7CAB974477}" srcOrd="2" destOrd="0" presId="urn:microsoft.com/office/officeart/2005/8/layout/vList2"/>
    <dgm:cxn modelId="{61C93058-7DDF-46AB-8776-990E523BEB29}" type="presParOf" srcId="{6B053815-36F5-4E94-8870-2141B04E5A41}" destId="{6FF31A33-DD75-482E-8B67-2C98B32F1655}" srcOrd="3" destOrd="0" presId="urn:microsoft.com/office/officeart/2005/8/layout/vList2"/>
    <dgm:cxn modelId="{28D54CC1-8765-4F0D-9CEB-B152A276839D}" type="presParOf" srcId="{6B053815-36F5-4E94-8870-2141B04E5A41}" destId="{4721825D-CFF4-4BBC-9F7C-8665BA08AE9F}" srcOrd="4" destOrd="0" presId="urn:microsoft.com/office/officeart/2005/8/layout/vList2"/>
    <dgm:cxn modelId="{55E59185-AB85-4AF3-BB54-CE85EC4FF657}" type="presParOf" srcId="{6B053815-36F5-4E94-8870-2141B04E5A41}" destId="{85D9C013-C119-4AAF-9170-F033A007D557}" srcOrd="5" destOrd="0" presId="urn:microsoft.com/office/officeart/2005/8/layout/vList2"/>
    <dgm:cxn modelId="{DC92DFA7-FF5C-479E-BDDD-A46D61377E79}" type="presParOf" srcId="{6B053815-36F5-4E94-8870-2141B04E5A41}" destId="{9EE2AC12-609E-497E-AB21-B3DBDCFFD22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A7EDB92-B192-438A-96A0-82FA1F28BEE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C982E9D-1F2C-4A54-B5F9-1FAD0FC0D56F}">
      <dgm:prSet/>
      <dgm:spPr/>
      <dgm:t>
        <a:bodyPr/>
        <a:lstStyle/>
        <a:p>
          <a:r>
            <a:rPr lang="ru-RU" b="0" i="0" dirty="0"/>
            <a:t>участь у </a:t>
          </a:r>
          <a:r>
            <a:rPr lang="ru-RU" b="0" i="0" dirty="0" err="1"/>
            <a:t>громадівському</a:t>
          </a:r>
          <a:r>
            <a:rPr lang="ru-RU" b="0" i="0" dirty="0"/>
            <a:t> </a:t>
          </a:r>
          <a:r>
            <a:rPr lang="ru-RU" b="0" i="0" dirty="0" err="1"/>
            <a:t>русі</a:t>
          </a:r>
          <a:endParaRPr lang="uk-UA" dirty="0"/>
        </a:p>
      </dgm:t>
    </dgm:pt>
    <dgm:pt modelId="{E39278F2-2209-421F-AF65-EE039FC4EF23}" type="parTrans" cxnId="{61FBD76A-82FC-42EA-9323-D5558C21A1C9}">
      <dgm:prSet/>
      <dgm:spPr/>
      <dgm:t>
        <a:bodyPr/>
        <a:lstStyle/>
        <a:p>
          <a:endParaRPr lang="uk-UA"/>
        </a:p>
      </dgm:t>
    </dgm:pt>
    <dgm:pt modelId="{53F3739E-BE9E-4B53-BC50-26D1E7E11FE1}" type="sibTrans" cxnId="{61FBD76A-82FC-42EA-9323-D5558C21A1C9}">
      <dgm:prSet/>
      <dgm:spPr/>
      <dgm:t>
        <a:bodyPr/>
        <a:lstStyle/>
        <a:p>
          <a:endParaRPr lang="uk-UA"/>
        </a:p>
      </dgm:t>
    </dgm:pt>
    <dgm:pt modelId="{6C8471D5-60E4-4C6F-87ED-5F0A7BB45D66}">
      <dgm:prSet/>
      <dgm:spPr/>
      <dgm:t>
        <a:bodyPr/>
        <a:lstStyle/>
        <a:p>
          <a:r>
            <a:rPr lang="ru-RU" b="0" i="0"/>
            <a:t>започаткування кооперативного руху</a:t>
          </a:r>
          <a:endParaRPr lang="uk-UA"/>
        </a:p>
      </dgm:t>
    </dgm:pt>
    <dgm:pt modelId="{C1002104-A236-4418-A30C-E652F6187017}" type="parTrans" cxnId="{AEEA6195-158E-49A3-88E8-DBD553976736}">
      <dgm:prSet/>
      <dgm:spPr/>
      <dgm:t>
        <a:bodyPr/>
        <a:lstStyle/>
        <a:p>
          <a:endParaRPr lang="uk-UA"/>
        </a:p>
      </dgm:t>
    </dgm:pt>
    <dgm:pt modelId="{D58FEB16-AE24-4BDE-A778-8A71A8D37A98}" type="sibTrans" cxnId="{AEEA6195-158E-49A3-88E8-DBD553976736}">
      <dgm:prSet/>
      <dgm:spPr/>
      <dgm:t>
        <a:bodyPr/>
        <a:lstStyle/>
        <a:p>
          <a:endParaRPr lang="uk-UA"/>
        </a:p>
      </dgm:t>
    </dgm:pt>
    <dgm:pt modelId="{646AC25C-7D79-4E24-9927-F862A93FE416}">
      <dgm:prSet/>
      <dgm:spPr/>
      <dgm:t>
        <a:bodyPr/>
        <a:lstStyle/>
        <a:p>
          <a:r>
            <a:rPr lang="ru-RU" b="0" i="0" dirty="0" err="1"/>
            <a:t>створення</a:t>
          </a:r>
          <a:r>
            <a:rPr lang="ru-RU" b="0" i="0" dirty="0"/>
            <a:t> </a:t>
          </a:r>
          <a:r>
            <a:rPr lang="ru-RU" b="0" i="0" dirty="0" err="1"/>
            <a:t>першого</a:t>
          </a:r>
          <a:r>
            <a:rPr lang="ru-RU" b="0" i="0" dirty="0"/>
            <a:t> </a:t>
          </a:r>
          <a:r>
            <a:rPr lang="ru-RU" b="0" i="0" dirty="0" err="1"/>
            <a:t>осередку</a:t>
          </a:r>
          <a:r>
            <a:rPr lang="ru-RU" b="0" i="0" dirty="0"/>
            <a:t> </a:t>
          </a:r>
          <a:r>
            <a:rPr lang="ru-RU" b="0" i="0" dirty="0" err="1"/>
            <a:t>товариства</a:t>
          </a:r>
          <a:r>
            <a:rPr lang="ru-RU" b="0" i="0" dirty="0"/>
            <a:t> «</a:t>
          </a:r>
          <a:r>
            <a:rPr lang="ru-RU" b="0" i="0" dirty="0" err="1"/>
            <a:t>Просвіта</a:t>
          </a:r>
          <a:r>
            <a:rPr lang="ru-RU" b="0" i="0" dirty="0"/>
            <a:t>»</a:t>
          </a:r>
          <a:endParaRPr lang="uk-UA" dirty="0"/>
        </a:p>
      </dgm:t>
    </dgm:pt>
    <dgm:pt modelId="{8368187D-68B4-4A1F-9A2B-D059B55055A2}" type="parTrans" cxnId="{30637E37-A231-43BF-8A1B-E0BFDCD09B23}">
      <dgm:prSet/>
      <dgm:spPr/>
      <dgm:t>
        <a:bodyPr/>
        <a:lstStyle/>
        <a:p>
          <a:endParaRPr lang="uk-UA"/>
        </a:p>
      </dgm:t>
    </dgm:pt>
    <dgm:pt modelId="{0EB5E3E2-ACCB-4B3D-9905-7B0F94437B26}" type="sibTrans" cxnId="{30637E37-A231-43BF-8A1B-E0BFDCD09B23}">
      <dgm:prSet/>
      <dgm:spPr/>
      <dgm:t>
        <a:bodyPr/>
        <a:lstStyle/>
        <a:p>
          <a:endParaRPr lang="uk-UA"/>
        </a:p>
      </dgm:t>
    </dgm:pt>
    <dgm:pt modelId="{E9F4EA85-CC80-4729-8251-21FE12181517}">
      <dgm:prSet/>
      <dgm:spPr/>
      <dgm:t>
        <a:bodyPr/>
        <a:lstStyle/>
        <a:p>
          <a:r>
            <a:rPr lang="ru-RU" b="0" i="0" dirty="0" err="1"/>
            <a:t>організація</a:t>
          </a:r>
          <a:r>
            <a:rPr lang="ru-RU" b="0" i="0" dirty="0"/>
            <a:t> </a:t>
          </a:r>
          <a:r>
            <a:rPr lang="ru-RU" b="0" i="0" dirty="0" err="1"/>
            <a:t>першої</a:t>
          </a:r>
          <a:r>
            <a:rPr lang="ru-RU" b="0" i="0" dirty="0"/>
            <a:t> </a:t>
          </a:r>
          <a:r>
            <a:rPr lang="ru-RU" b="0" i="0" dirty="0" err="1"/>
            <a:t>української</a:t>
          </a:r>
          <a:r>
            <a:rPr lang="ru-RU" b="0" i="0" dirty="0"/>
            <a:t> </a:t>
          </a:r>
          <a:r>
            <a:rPr lang="ru-RU" b="0" i="0" dirty="0" err="1"/>
            <a:t>політичної</a:t>
          </a:r>
          <a:r>
            <a:rPr lang="ru-RU" b="0" i="0" dirty="0"/>
            <a:t> </a:t>
          </a:r>
          <a:r>
            <a:rPr lang="ru-RU" b="0" i="0" dirty="0" err="1"/>
            <a:t>партії</a:t>
          </a:r>
          <a:endParaRPr lang="uk-UA" dirty="0"/>
        </a:p>
      </dgm:t>
    </dgm:pt>
    <dgm:pt modelId="{5A076788-A856-4C7F-87F3-9D7729F1E609}" type="parTrans" cxnId="{C63207A7-800C-42E7-A6A7-057F4AC4D4F1}">
      <dgm:prSet/>
      <dgm:spPr/>
      <dgm:t>
        <a:bodyPr/>
        <a:lstStyle/>
        <a:p>
          <a:endParaRPr lang="uk-UA"/>
        </a:p>
      </dgm:t>
    </dgm:pt>
    <dgm:pt modelId="{3C8B5D88-276C-46DE-B330-F6A1721DD7FC}" type="sibTrans" cxnId="{C63207A7-800C-42E7-A6A7-057F4AC4D4F1}">
      <dgm:prSet/>
      <dgm:spPr/>
      <dgm:t>
        <a:bodyPr/>
        <a:lstStyle/>
        <a:p>
          <a:endParaRPr lang="uk-UA"/>
        </a:p>
      </dgm:t>
    </dgm:pt>
    <dgm:pt modelId="{7E7990D3-0404-42B4-9245-609A9BEB7E4D}" type="pres">
      <dgm:prSet presAssocID="{BA7EDB92-B192-438A-96A0-82FA1F28BEE5}" presName="linear" presStyleCnt="0">
        <dgm:presLayoutVars>
          <dgm:animLvl val="lvl"/>
          <dgm:resizeHandles val="exact"/>
        </dgm:presLayoutVars>
      </dgm:prSet>
      <dgm:spPr/>
    </dgm:pt>
    <dgm:pt modelId="{5DA57838-1669-4CBB-86A7-B57A87A1B757}" type="pres">
      <dgm:prSet presAssocID="{6C982E9D-1F2C-4A54-B5F9-1FAD0FC0D56F}" presName="parentText" presStyleLbl="node1" presStyleIdx="0" presStyleCnt="4">
        <dgm:presLayoutVars>
          <dgm:chMax val="0"/>
          <dgm:bulletEnabled val="1"/>
        </dgm:presLayoutVars>
      </dgm:prSet>
      <dgm:spPr/>
    </dgm:pt>
    <dgm:pt modelId="{F3D9C7FE-971F-4A92-ADD1-5798CFC8C355}" type="pres">
      <dgm:prSet presAssocID="{53F3739E-BE9E-4B53-BC50-26D1E7E11FE1}" presName="spacer" presStyleCnt="0"/>
      <dgm:spPr/>
    </dgm:pt>
    <dgm:pt modelId="{D310E0E5-354A-436B-ACA0-A85F01A9BD46}" type="pres">
      <dgm:prSet presAssocID="{6C8471D5-60E4-4C6F-87ED-5F0A7BB45D66}" presName="parentText" presStyleLbl="node1" presStyleIdx="1" presStyleCnt="4">
        <dgm:presLayoutVars>
          <dgm:chMax val="0"/>
          <dgm:bulletEnabled val="1"/>
        </dgm:presLayoutVars>
      </dgm:prSet>
      <dgm:spPr/>
    </dgm:pt>
    <dgm:pt modelId="{852A4403-AAF1-4D16-AE97-EAEC0727CA16}" type="pres">
      <dgm:prSet presAssocID="{D58FEB16-AE24-4BDE-A778-8A71A8D37A98}" presName="spacer" presStyleCnt="0"/>
      <dgm:spPr/>
    </dgm:pt>
    <dgm:pt modelId="{1BB18EAA-C261-4574-9161-4BA4FDE35EA7}" type="pres">
      <dgm:prSet presAssocID="{646AC25C-7D79-4E24-9927-F862A93FE416}" presName="parentText" presStyleLbl="node1" presStyleIdx="2" presStyleCnt="4">
        <dgm:presLayoutVars>
          <dgm:chMax val="0"/>
          <dgm:bulletEnabled val="1"/>
        </dgm:presLayoutVars>
      </dgm:prSet>
      <dgm:spPr/>
    </dgm:pt>
    <dgm:pt modelId="{B1CF3C9B-2CF9-4774-BC62-6B0CE90682AC}" type="pres">
      <dgm:prSet presAssocID="{0EB5E3E2-ACCB-4B3D-9905-7B0F94437B26}" presName="spacer" presStyleCnt="0"/>
      <dgm:spPr/>
    </dgm:pt>
    <dgm:pt modelId="{54464468-A826-4414-A443-C172B919E433}" type="pres">
      <dgm:prSet presAssocID="{E9F4EA85-CC80-4729-8251-21FE12181517}" presName="parentText" presStyleLbl="node1" presStyleIdx="3" presStyleCnt="4">
        <dgm:presLayoutVars>
          <dgm:chMax val="0"/>
          <dgm:bulletEnabled val="1"/>
        </dgm:presLayoutVars>
      </dgm:prSet>
      <dgm:spPr/>
    </dgm:pt>
  </dgm:ptLst>
  <dgm:cxnLst>
    <dgm:cxn modelId="{30637E37-A231-43BF-8A1B-E0BFDCD09B23}" srcId="{BA7EDB92-B192-438A-96A0-82FA1F28BEE5}" destId="{646AC25C-7D79-4E24-9927-F862A93FE416}" srcOrd="2" destOrd="0" parTransId="{8368187D-68B4-4A1F-9A2B-D059B55055A2}" sibTransId="{0EB5E3E2-ACCB-4B3D-9905-7B0F94437B26}"/>
    <dgm:cxn modelId="{61FBD76A-82FC-42EA-9323-D5558C21A1C9}" srcId="{BA7EDB92-B192-438A-96A0-82FA1F28BEE5}" destId="{6C982E9D-1F2C-4A54-B5F9-1FAD0FC0D56F}" srcOrd="0" destOrd="0" parTransId="{E39278F2-2209-421F-AF65-EE039FC4EF23}" sibTransId="{53F3739E-BE9E-4B53-BC50-26D1E7E11FE1}"/>
    <dgm:cxn modelId="{90FD6D85-0D24-4C7F-BD27-6A48E7157E5F}" type="presOf" srcId="{6C982E9D-1F2C-4A54-B5F9-1FAD0FC0D56F}" destId="{5DA57838-1669-4CBB-86A7-B57A87A1B757}" srcOrd="0" destOrd="0" presId="urn:microsoft.com/office/officeart/2005/8/layout/vList2"/>
    <dgm:cxn modelId="{6110B885-E0D6-411C-AF6E-1667147B8CE3}" type="presOf" srcId="{BA7EDB92-B192-438A-96A0-82FA1F28BEE5}" destId="{7E7990D3-0404-42B4-9245-609A9BEB7E4D}" srcOrd="0" destOrd="0" presId="urn:microsoft.com/office/officeart/2005/8/layout/vList2"/>
    <dgm:cxn modelId="{AEEA6195-158E-49A3-88E8-DBD553976736}" srcId="{BA7EDB92-B192-438A-96A0-82FA1F28BEE5}" destId="{6C8471D5-60E4-4C6F-87ED-5F0A7BB45D66}" srcOrd="1" destOrd="0" parTransId="{C1002104-A236-4418-A30C-E652F6187017}" sibTransId="{D58FEB16-AE24-4BDE-A778-8A71A8D37A98}"/>
    <dgm:cxn modelId="{C63207A7-800C-42E7-A6A7-057F4AC4D4F1}" srcId="{BA7EDB92-B192-438A-96A0-82FA1F28BEE5}" destId="{E9F4EA85-CC80-4729-8251-21FE12181517}" srcOrd="3" destOrd="0" parTransId="{5A076788-A856-4C7F-87F3-9D7729F1E609}" sibTransId="{3C8B5D88-276C-46DE-B330-F6A1721DD7FC}"/>
    <dgm:cxn modelId="{1B33CCAF-B1E9-438E-84A3-309FECFD896D}" type="presOf" srcId="{6C8471D5-60E4-4C6F-87ED-5F0A7BB45D66}" destId="{D310E0E5-354A-436B-ACA0-A85F01A9BD46}" srcOrd="0" destOrd="0" presId="urn:microsoft.com/office/officeart/2005/8/layout/vList2"/>
    <dgm:cxn modelId="{02EC0EC2-0460-4B57-8EDD-F48EB133B134}" type="presOf" srcId="{E9F4EA85-CC80-4729-8251-21FE12181517}" destId="{54464468-A826-4414-A443-C172B919E433}" srcOrd="0" destOrd="0" presId="urn:microsoft.com/office/officeart/2005/8/layout/vList2"/>
    <dgm:cxn modelId="{D1AF72D9-20C7-468D-A98E-3B16AA65D1E4}" type="presOf" srcId="{646AC25C-7D79-4E24-9927-F862A93FE416}" destId="{1BB18EAA-C261-4574-9161-4BA4FDE35EA7}" srcOrd="0" destOrd="0" presId="urn:microsoft.com/office/officeart/2005/8/layout/vList2"/>
    <dgm:cxn modelId="{6A5F0E64-3F34-47E1-AE25-99BBD862F782}" type="presParOf" srcId="{7E7990D3-0404-42B4-9245-609A9BEB7E4D}" destId="{5DA57838-1669-4CBB-86A7-B57A87A1B757}" srcOrd="0" destOrd="0" presId="urn:microsoft.com/office/officeart/2005/8/layout/vList2"/>
    <dgm:cxn modelId="{E5F07605-1C6C-4954-98EF-3DC6B857941E}" type="presParOf" srcId="{7E7990D3-0404-42B4-9245-609A9BEB7E4D}" destId="{F3D9C7FE-971F-4A92-ADD1-5798CFC8C355}" srcOrd="1" destOrd="0" presId="urn:microsoft.com/office/officeart/2005/8/layout/vList2"/>
    <dgm:cxn modelId="{1D64D355-C014-4277-BA5D-5E8E0F0CA308}" type="presParOf" srcId="{7E7990D3-0404-42B4-9245-609A9BEB7E4D}" destId="{D310E0E5-354A-436B-ACA0-A85F01A9BD46}" srcOrd="2" destOrd="0" presId="urn:microsoft.com/office/officeart/2005/8/layout/vList2"/>
    <dgm:cxn modelId="{35FD92E9-6F57-4130-A2B5-77EA713E5699}" type="presParOf" srcId="{7E7990D3-0404-42B4-9245-609A9BEB7E4D}" destId="{852A4403-AAF1-4D16-AE97-EAEC0727CA16}" srcOrd="3" destOrd="0" presId="urn:microsoft.com/office/officeart/2005/8/layout/vList2"/>
    <dgm:cxn modelId="{B8103CFE-D87E-4F15-8686-88B1AC602BF6}" type="presParOf" srcId="{7E7990D3-0404-42B4-9245-609A9BEB7E4D}" destId="{1BB18EAA-C261-4574-9161-4BA4FDE35EA7}" srcOrd="4" destOrd="0" presId="urn:microsoft.com/office/officeart/2005/8/layout/vList2"/>
    <dgm:cxn modelId="{903D7D1A-57F2-4E1B-9C49-1CB0A870EBCB}" type="presParOf" srcId="{7E7990D3-0404-42B4-9245-609A9BEB7E4D}" destId="{B1CF3C9B-2CF9-4774-BC62-6B0CE90682AC}" srcOrd="5" destOrd="0" presId="urn:microsoft.com/office/officeart/2005/8/layout/vList2"/>
    <dgm:cxn modelId="{74E24534-71C4-4FC5-94E2-09D149D478E6}" type="presParOf" srcId="{7E7990D3-0404-42B4-9245-609A9BEB7E4D}" destId="{54464468-A826-4414-A443-C172B919E43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62C44F2-542A-4857-BBB9-961940ACD2E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EEDA0EC1-DA77-448F-8E98-8FD007B5FFF1}">
      <dgm:prSet/>
      <dgm:spPr/>
      <dgm:t>
        <a:bodyPr/>
        <a:lstStyle/>
        <a:p>
          <a:r>
            <a:rPr lang="uk-UA" b="0" i="0" dirty="0"/>
            <a:t>«Маніфесту…» імператора Олександра </a:t>
          </a:r>
          <a:r>
            <a:rPr lang="en-US" b="0" i="0" dirty="0"/>
            <a:t>II </a:t>
          </a:r>
          <a:r>
            <a:rPr lang="uk-UA" b="0" i="0" dirty="0"/>
            <a:t>від 19 лютого 1861 р.</a:t>
          </a:r>
          <a:endParaRPr lang="uk-UA" dirty="0"/>
        </a:p>
      </dgm:t>
    </dgm:pt>
    <dgm:pt modelId="{0B2B26E6-32F5-4A82-A9AB-AA2167CF90BD}" type="parTrans" cxnId="{0007A25D-D271-4D16-9366-325F50D3B5F0}">
      <dgm:prSet/>
      <dgm:spPr/>
      <dgm:t>
        <a:bodyPr/>
        <a:lstStyle/>
        <a:p>
          <a:endParaRPr lang="uk-UA"/>
        </a:p>
      </dgm:t>
    </dgm:pt>
    <dgm:pt modelId="{B269CAB4-32F5-4C88-AEA9-B17FB3A615A9}" type="sibTrans" cxnId="{0007A25D-D271-4D16-9366-325F50D3B5F0}">
      <dgm:prSet/>
      <dgm:spPr/>
      <dgm:t>
        <a:bodyPr/>
        <a:lstStyle/>
        <a:p>
          <a:endParaRPr lang="uk-UA"/>
        </a:p>
      </dgm:t>
    </dgm:pt>
    <dgm:pt modelId="{F42D6536-9D00-41AF-91B4-DB3B00B765F5}">
      <dgm:prSet/>
      <dgm:spPr/>
      <dgm:t>
        <a:bodyPr/>
        <a:lstStyle/>
        <a:p>
          <a:r>
            <a:rPr lang="uk-UA" b="0" i="0"/>
            <a:t>Циркуляру міністра внутрішніх справ П. Валуєва від 18 липня 1863 р.</a:t>
          </a:r>
          <a:endParaRPr lang="uk-UA"/>
        </a:p>
      </dgm:t>
    </dgm:pt>
    <dgm:pt modelId="{52D170C0-4138-435D-8A5A-F8F7D09D6658}" type="parTrans" cxnId="{A3679DFD-CB72-479B-8173-82DC7AA11004}">
      <dgm:prSet/>
      <dgm:spPr/>
      <dgm:t>
        <a:bodyPr/>
        <a:lstStyle/>
        <a:p>
          <a:endParaRPr lang="uk-UA"/>
        </a:p>
      </dgm:t>
    </dgm:pt>
    <dgm:pt modelId="{B8A3A26E-AB85-47EC-932F-FC1C4D6C54D2}" type="sibTrans" cxnId="{A3679DFD-CB72-479B-8173-82DC7AA11004}">
      <dgm:prSet/>
      <dgm:spPr/>
      <dgm:t>
        <a:bodyPr/>
        <a:lstStyle/>
        <a:p>
          <a:endParaRPr lang="uk-UA"/>
        </a:p>
      </dgm:t>
    </dgm:pt>
    <dgm:pt modelId="{7CFE8F55-9A0B-4B72-9B6C-AEC2450998AB}">
      <dgm:prSet/>
      <dgm:spPr/>
      <dgm:t>
        <a:bodyPr/>
        <a:lstStyle/>
        <a:p>
          <a:r>
            <a:rPr lang="uk-UA" b="0" i="0"/>
            <a:t>Емського указу імператора Олександра </a:t>
          </a:r>
          <a:r>
            <a:rPr lang="en-US" b="0" i="0"/>
            <a:t>II </a:t>
          </a:r>
          <a:r>
            <a:rPr lang="uk-UA" b="0" i="0"/>
            <a:t>від 18 травня 1876 р.</a:t>
          </a:r>
          <a:endParaRPr lang="uk-UA"/>
        </a:p>
      </dgm:t>
    </dgm:pt>
    <dgm:pt modelId="{833D36D0-AC26-450E-BB6C-A6A30DF36B34}" type="parTrans" cxnId="{900D876D-BB6F-4D52-96CF-EBC7000ADCFF}">
      <dgm:prSet/>
      <dgm:spPr/>
      <dgm:t>
        <a:bodyPr/>
        <a:lstStyle/>
        <a:p>
          <a:endParaRPr lang="uk-UA"/>
        </a:p>
      </dgm:t>
    </dgm:pt>
    <dgm:pt modelId="{EA110247-3F0C-4EF1-8B51-AA917034FBD8}" type="sibTrans" cxnId="{900D876D-BB6F-4D52-96CF-EBC7000ADCFF}">
      <dgm:prSet/>
      <dgm:spPr/>
      <dgm:t>
        <a:bodyPr/>
        <a:lstStyle/>
        <a:p>
          <a:endParaRPr lang="uk-UA"/>
        </a:p>
      </dgm:t>
    </dgm:pt>
    <dgm:pt modelId="{56BD21AE-2F7F-4132-B8A7-2E4E9AE87832}">
      <dgm:prSet/>
      <dgm:spPr/>
      <dgm:t>
        <a:bodyPr/>
        <a:lstStyle/>
        <a:p>
          <a:r>
            <a:rPr lang="uk-UA" b="0" i="0" dirty="0"/>
            <a:t>«Маніфесту…» імператора Миколи </a:t>
          </a:r>
          <a:r>
            <a:rPr lang="en-US" b="0" i="0" dirty="0"/>
            <a:t>II </a:t>
          </a:r>
          <a:r>
            <a:rPr lang="uk-UA" b="0" i="0" dirty="0"/>
            <a:t>від 17 жовтня 1905 р.</a:t>
          </a:r>
          <a:endParaRPr lang="uk-UA" dirty="0"/>
        </a:p>
      </dgm:t>
    </dgm:pt>
    <dgm:pt modelId="{F282C9C1-C76F-499B-BD47-5F78820E969D}" type="parTrans" cxnId="{73CA9CE3-50C3-4061-BD2C-57DF81B54623}">
      <dgm:prSet/>
      <dgm:spPr/>
      <dgm:t>
        <a:bodyPr/>
        <a:lstStyle/>
        <a:p>
          <a:endParaRPr lang="uk-UA"/>
        </a:p>
      </dgm:t>
    </dgm:pt>
    <dgm:pt modelId="{68724341-0FE9-48DA-B988-DDE91B24DE86}" type="sibTrans" cxnId="{73CA9CE3-50C3-4061-BD2C-57DF81B54623}">
      <dgm:prSet/>
      <dgm:spPr/>
      <dgm:t>
        <a:bodyPr/>
        <a:lstStyle/>
        <a:p>
          <a:endParaRPr lang="uk-UA"/>
        </a:p>
      </dgm:t>
    </dgm:pt>
    <dgm:pt modelId="{B3BA0639-11DF-4B98-831F-23770D770175}" type="pres">
      <dgm:prSet presAssocID="{F62C44F2-542A-4857-BBB9-961940ACD2E4}" presName="linear" presStyleCnt="0">
        <dgm:presLayoutVars>
          <dgm:animLvl val="lvl"/>
          <dgm:resizeHandles val="exact"/>
        </dgm:presLayoutVars>
      </dgm:prSet>
      <dgm:spPr/>
    </dgm:pt>
    <dgm:pt modelId="{1B88EF3D-32F3-4007-A739-275D41CDADEE}" type="pres">
      <dgm:prSet presAssocID="{EEDA0EC1-DA77-448F-8E98-8FD007B5FFF1}" presName="parentText" presStyleLbl="node1" presStyleIdx="0" presStyleCnt="4">
        <dgm:presLayoutVars>
          <dgm:chMax val="0"/>
          <dgm:bulletEnabled val="1"/>
        </dgm:presLayoutVars>
      </dgm:prSet>
      <dgm:spPr/>
    </dgm:pt>
    <dgm:pt modelId="{820E559E-429B-4917-951B-01A46B906E65}" type="pres">
      <dgm:prSet presAssocID="{B269CAB4-32F5-4C88-AEA9-B17FB3A615A9}" presName="spacer" presStyleCnt="0"/>
      <dgm:spPr/>
    </dgm:pt>
    <dgm:pt modelId="{29353474-552D-43FD-9FEA-76987E382FC2}" type="pres">
      <dgm:prSet presAssocID="{F42D6536-9D00-41AF-91B4-DB3B00B765F5}" presName="parentText" presStyleLbl="node1" presStyleIdx="1" presStyleCnt="4">
        <dgm:presLayoutVars>
          <dgm:chMax val="0"/>
          <dgm:bulletEnabled val="1"/>
        </dgm:presLayoutVars>
      </dgm:prSet>
      <dgm:spPr/>
    </dgm:pt>
    <dgm:pt modelId="{CA5DD986-74B4-4447-A51F-AD4438C1EFEA}" type="pres">
      <dgm:prSet presAssocID="{B8A3A26E-AB85-47EC-932F-FC1C4D6C54D2}" presName="spacer" presStyleCnt="0"/>
      <dgm:spPr/>
    </dgm:pt>
    <dgm:pt modelId="{D5D6493C-D006-4A51-A296-275A3C7C695A}" type="pres">
      <dgm:prSet presAssocID="{7CFE8F55-9A0B-4B72-9B6C-AEC2450998AB}" presName="parentText" presStyleLbl="node1" presStyleIdx="2" presStyleCnt="4">
        <dgm:presLayoutVars>
          <dgm:chMax val="0"/>
          <dgm:bulletEnabled val="1"/>
        </dgm:presLayoutVars>
      </dgm:prSet>
      <dgm:spPr/>
    </dgm:pt>
    <dgm:pt modelId="{B3D71C5E-B2CA-4C2E-9352-16A3184B3ECE}" type="pres">
      <dgm:prSet presAssocID="{EA110247-3F0C-4EF1-8B51-AA917034FBD8}" presName="spacer" presStyleCnt="0"/>
      <dgm:spPr/>
    </dgm:pt>
    <dgm:pt modelId="{ABC4F43E-A2C8-4A3F-9F0C-33CB433BAB92}" type="pres">
      <dgm:prSet presAssocID="{56BD21AE-2F7F-4132-B8A7-2E4E9AE87832}" presName="parentText" presStyleLbl="node1" presStyleIdx="3" presStyleCnt="4">
        <dgm:presLayoutVars>
          <dgm:chMax val="0"/>
          <dgm:bulletEnabled val="1"/>
        </dgm:presLayoutVars>
      </dgm:prSet>
      <dgm:spPr/>
    </dgm:pt>
  </dgm:ptLst>
  <dgm:cxnLst>
    <dgm:cxn modelId="{872F945D-1A8D-452C-82D6-B02B53B9300A}" type="presOf" srcId="{7CFE8F55-9A0B-4B72-9B6C-AEC2450998AB}" destId="{D5D6493C-D006-4A51-A296-275A3C7C695A}" srcOrd="0" destOrd="0" presId="urn:microsoft.com/office/officeart/2005/8/layout/vList2"/>
    <dgm:cxn modelId="{0007A25D-D271-4D16-9366-325F50D3B5F0}" srcId="{F62C44F2-542A-4857-BBB9-961940ACD2E4}" destId="{EEDA0EC1-DA77-448F-8E98-8FD007B5FFF1}" srcOrd="0" destOrd="0" parTransId="{0B2B26E6-32F5-4A82-A9AB-AA2167CF90BD}" sibTransId="{B269CAB4-32F5-4C88-AEA9-B17FB3A615A9}"/>
    <dgm:cxn modelId="{900D876D-BB6F-4D52-96CF-EBC7000ADCFF}" srcId="{F62C44F2-542A-4857-BBB9-961940ACD2E4}" destId="{7CFE8F55-9A0B-4B72-9B6C-AEC2450998AB}" srcOrd="2" destOrd="0" parTransId="{833D36D0-AC26-450E-BB6C-A6A30DF36B34}" sibTransId="{EA110247-3F0C-4EF1-8B51-AA917034FBD8}"/>
    <dgm:cxn modelId="{BCB3EE54-A3CE-4CAB-BD6F-9B366B1EC01E}" type="presOf" srcId="{F42D6536-9D00-41AF-91B4-DB3B00B765F5}" destId="{29353474-552D-43FD-9FEA-76987E382FC2}" srcOrd="0" destOrd="0" presId="urn:microsoft.com/office/officeart/2005/8/layout/vList2"/>
    <dgm:cxn modelId="{85F89756-A4F3-45AD-938F-D3324BCC59AE}" type="presOf" srcId="{F62C44F2-542A-4857-BBB9-961940ACD2E4}" destId="{B3BA0639-11DF-4B98-831F-23770D770175}" srcOrd="0" destOrd="0" presId="urn:microsoft.com/office/officeart/2005/8/layout/vList2"/>
    <dgm:cxn modelId="{CEEA8ED1-43C8-4E50-9791-2F7F353571CC}" type="presOf" srcId="{56BD21AE-2F7F-4132-B8A7-2E4E9AE87832}" destId="{ABC4F43E-A2C8-4A3F-9F0C-33CB433BAB92}" srcOrd="0" destOrd="0" presId="urn:microsoft.com/office/officeart/2005/8/layout/vList2"/>
    <dgm:cxn modelId="{73CA9CE3-50C3-4061-BD2C-57DF81B54623}" srcId="{F62C44F2-542A-4857-BBB9-961940ACD2E4}" destId="{56BD21AE-2F7F-4132-B8A7-2E4E9AE87832}" srcOrd="3" destOrd="0" parTransId="{F282C9C1-C76F-499B-BD47-5F78820E969D}" sibTransId="{68724341-0FE9-48DA-B988-DDE91B24DE86}"/>
    <dgm:cxn modelId="{50DB88F9-8EAC-4814-A87F-C92E54823A8C}" type="presOf" srcId="{EEDA0EC1-DA77-448F-8E98-8FD007B5FFF1}" destId="{1B88EF3D-32F3-4007-A739-275D41CDADEE}" srcOrd="0" destOrd="0" presId="urn:microsoft.com/office/officeart/2005/8/layout/vList2"/>
    <dgm:cxn modelId="{A3679DFD-CB72-479B-8173-82DC7AA11004}" srcId="{F62C44F2-542A-4857-BBB9-961940ACD2E4}" destId="{F42D6536-9D00-41AF-91B4-DB3B00B765F5}" srcOrd="1" destOrd="0" parTransId="{52D170C0-4138-435D-8A5A-F8F7D09D6658}" sibTransId="{B8A3A26E-AB85-47EC-932F-FC1C4D6C54D2}"/>
    <dgm:cxn modelId="{3BA7E04B-F580-4EB2-936C-3EA5B123A863}" type="presParOf" srcId="{B3BA0639-11DF-4B98-831F-23770D770175}" destId="{1B88EF3D-32F3-4007-A739-275D41CDADEE}" srcOrd="0" destOrd="0" presId="urn:microsoft.com/office/officeart/2005/8/layout/vList2"/>
    <dgm:cxn modelId="{FC74C0B1-C0D1-4F3A-A27A-1E5EA0D4F3E9}" type="presParOf" srcId="{B3BA0639-11DF-4B98-831F-23770D770175}" destId="{820E559E-429B-4917-951B-01A46B906E65}" srcOrd="1" destOrd="0" presId="urn:microsoft.com/office/officeart/2005/8/layout/vList2"/>
    <dgm:cxn modelId="{313BF09C-AD70-4AE4-8616-CE1748933DDD}" type="presParOf" srcId="{B3BA0639-11DF-4B98-831F-23770D770175}" destId="{29353474-552D-43FD-9FEA-76987E382FC2}" srcOrd="2" destOrd="0" presId="urn:microsoft.com/office/officeart/2005/8/layout/vList2"/>
    <dgm:cxn modelId="{6F64CE6B-D332-4BDB-A3CD-0FC3984F88B6}" type="presParOf" srcId="{B3BA0639-11DF-4B98-831F-23770D770175}" destId="{CA5DD986-74B4-4447-A51F-AD4438C1EFEA}" srcOrd="3" destOrd="0" presId="urn:microsoft.com/office/officeart/2005/8/layout/vList2"/>
    <dgm:cxn modelId="{3D9F3A71-84A4-49D2-9E36-C3FBEAE987D9}" type="presParOf" srcId="{B3BA0639-11DF-4B98-831F-23770D770175}" destId="{D5D6493C-D006-4A51-A296-275A3C7C695A}" srcOrd="4" destOrd="0" presId="urn:microsoft.com/office/officeart/2005/8/layout/vList2"/>
    <dgm:cxn modelId="{4C075FE4-4FA2-4D7E-9478-64E828E1BA15}" type="presParOf" srcId="{B3BA0639-11DF-4B98-831F-23770D770175}" destId="{B3D71C5E-B2CA-4C2E-9352-16A3184B3ECE}" srcOrd="5" destOrd="0" presId="urn:microsoft.com/office/officeart/2005/8/layout/vList2"/>
    <dgm:cxn modelId="{7323FF4E-C525-4877-A9B1-5DA6C10FA0B8}" type="presParOf" srcId="{B3BA0639-11DF-4B98-831F-23770D770175}" destId="{ABC4F43E-A2C8-4A3F-9F0C-33CB433BAB9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403CBDB-CCD6-45DC-AB78-DFC21057C94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898879D-0165-49E7-B09D-F47AAD9C4084}">
      <dgm:prSet/>
      <dgm:spPr/>
      <dgm:t>
        <a:bodyPr/>
        <a:lstStyle/>
        <a:p>
          <a:r>
            <a:rPr lang="uk-UA" b="0" i="0"/>
            <a:t>актор, режисер, громадський діяч, корифей українського побутового театру, засновник першого українського стаціонарного театру</a:t>
          </a:r>
          <a:endParaRPr lang="uk-UA"/>
        </a:p>
      </dgm:t>
    </dgm:pt>
    <dgm:pt modelId="{69C027EA-8ACD-4D11-BA0A-CFC9E58010FF}" type="parTrans" cxnId="{4ADC364D-F7E7-4A99-930F-EB619C6DBFE3}">
      <dgm:prSet/>
      <dgm:spPr/>
      <dgm:t>
        <a:bodyPr/>
        <a:lstStyle/>
        <a:p>
          <a:endParaRPr lang="uk-UA"/>
        </a:p>
      </dgm:t>
    </dgm:pt>
    <dgm:pt modelId="{D28CB0DD-7DC7-4BE0-BD22-5862772F1549}" type="sibTrans" cxnId="{4ADC364D-F7E7-4A99-930F-EB619C6DBFE3}">
      <dgm:prSet/>
      <dgm:spPr/>
      <dgm:t>
        <a:bodyPr/>
        <a:lstStyle/>
        <a:p>
          <a:endParaRPr lang="uk-UA"/>
        </a:p>
      </dgm:t>
    </dgm:pt>
    <dgm:pt modelId="{D27BE663-CDA5-4B6E-8CEF-CEAF68EE41F1}">
      <dgm:prSet/>
      <dgm:spPr/>
      <dgm:t>
        <a:bodyPr/>
        <a:lstStyle/>
        <a:p>
          <a:r>
            <a:rPr lang="uk-UA" b="0" i="0"/>
            <a:t>композитор, етнограф, учасник громадівського руху, автор опер «Різдвяна ніч», «Утоплена», «Тарас Бульба», «Енеїда»</a:t>
          </a:r>
          <a:endParaRPr lang="uk-UA"/>
        </a:p>
      </dgm:t>
    </dgm:pt>
    <dgm:pt modelId="{C58D391E-D116-48B6-9A6A-3292F89197E5}" type="parTrans" cxnId="{6A77C421-C0E5-4585-BCF5-FBAFC6F9BD1E}">
      <dgm:prSet/>
      <dgm:spPr/>
      <dgm:t>
        <a:bodyPr/>
        <a:lstStyle/>
        <a:p>
          <a:endParaRPr lang="uk-UA"/>
        </a:p>
      </dgm:t>
    </dgm:pt>
    <dgm:pt modelId="{CC98FA1E-B636-4DC7-ACE7-23140F2834F1}" type="sibTrans" cxnId="{6A77C421-C0E5-4585-BCF5-FBAFC6F9BD1E}">
      <dgm:prSet/>
      <dgm:spPr/>
      <dgm:t>
        <a:bodyPr/>
        <a:lstStyle/>
        <a:p>
          <a:endParaRPr lang="uk-UA"/>
        </a:p>
      </dgm:t>
    </dgm:pt>
    <dgm:pt modelId="{046236FE-A7B6-4E1E-B0F3-D357B570A3DC}">
      <dgm:prSet/>
      <dgm:spPr/>
      <dgm:t>
        <a:bodyPr/>
        <a:lstStyle/>
        <a:p>
          <a:r>
            <a:rPr lang="uk-UA" b="0" i="0"/>
            <a:t>етнограф, фольклорист, брав участь у виданні журналу «Основа», автор вірша «Ще не вмерла Україна...»</a:t>
          </a:r>
          <a:endParaRPr lang="uk-UA"/>
        </a:p>
      </dgm:t>
    </dgm:pt>
    <dgm:pt modelId="{C1B8106F-9A7D-412E-AA1C-A32462D7ACA6}" type="parTrans" cxnId="{7EF96D0C-84BD-4B27-8DBD-2E0F25A8C729}">
      <dgm:prSet/>
      <dgm:spPr/>
      <dgm:t>
        <a:bodyPr/>
        <a:lstStyle/>
        <a:p>
          <a:endParaRPr lang="uk-UA"/>
        </a:p>
      </dgm:t>
    </dgm:pt>
    <dgm:pt modelId="{4DCC15B3-E4D1-4F5B-8D06-21D326EFC1D0}" type="sibTrans" cxnId="{7EF96D0C-84BD-4B27-8DBD-2E0F25A8C729}">
      <dgm:prSet/>
      <dgm:spPr/>
      <dgm:t>
        <a:bodyPr/>
        <a:lstStyle/>
        <a:p>
          <a:endParaRPr lang="uk-UA"/>
        </a:p>
      </dgm:t>
    </dgm:pt>
    <dgm:pt modelId="{DDAE0E23-CBB9-4427-8057-718161F1ECD9}">
      <dgm:prSet/>
      <dgm:spPr/>
      <dgm:t>
        <a:bodyPr/>
        <a:lstStyle/>
        <a:p>
          <a:r>
            <a:rPr lang="uk-UA" b="0" i="0"/>
            <a:t>публіцист, один із організаторів «Старої громади», Вільної української друкарні в Женеві, видавець першого українського політичного журналу «Громада»</a:t>
          </a:r>
          <a:endParaRPr lang="uk-UA"/>
        </a:p>
      </dgm:t>
    </dgm:pt>
    <dgm:pt modelId="{DB9E1466-9F7B-405E-AE41-2BC85DA7F56B}" type="parTrans" cxnId="{3678EED4-4010-4E61-AA88-223398237E0B}">
      <dgm:prSet/>
      <dgm:spPr/>
      <dgm:t>
        <a:bodyPr/>
        <a:lstStyle/>
        <a:p>
          <a:endParaRPr lang="uk-UA"/>
        </a:p>
      </dgm:t>
    </dgm:pt>
    <dgm:pt modelId="{98F6E757-9D98-4177-8BB8-47B4CEF6FF61}" type="sibTrans" cxnId="{3678EED4-4010-4E61-AA88-223398237E0B}">
      <dgm:prSet/>
      <dgm:spPr/>
      <dgm:t>
        <a:bodyPr/>
        <a:lstStyle/>
        <a:p>
          <a:endParaRPr lang="uk-UA"/>
        </a:p>
      </dgm:t>
    </dgm:pt>
    <dgm:pt modelId="{2EB11920-EDF1-49F9-BA16-EA65C530AFFA}">
      <dgm:prSet/>
      <dgm:spPr/>
      <dgm:t>
        <a:bodyPr/>
        <a:lstStyle/>
        <a:p>
          <a:r>
            <a:rPr lang="uk-UA" b="0" i="0"/>
            <a:t>історик, член Кирило-Мефодіївського братства, автор першого українського історичного роману «Чорна рада»</a:t>
          </a:r>
          <a:endParaRPr lang="uk-UA"/>
        </a:p>
      </dgm:t>
    </dgm:pt>
    <dgm:pt modelId="{4423837F-85DE-43DC-8DA3-D9BC540969EE}" type="parTrans" cxnId="{1CCCFD31-FCA9-4684-94F9-AFFD030247F9}">
      <dgm:prSet/>
      <dgm:spPr/>
      <dgm:t>
        <a:bodyPr/>
        <a:lstStyle/>
        <a:p>
          <a:endParaRPr lang="uk-UA"/>
        </a:p>
      </dgm:t>
    </dgm:pt>
    <dgm:pt modelId="{3F9394C0-4FDD-480C-80E8-C69FFFC3378A}" type="sibTrans" cxnId="{1CCCFD31-FCA9-4684-94F9-AFFD030247F9}">
      <dgm:prSet/>
      <dgm:spPr/>
      <dgm:t>
        <a:bodyPr/>
        <a:lstStyle/>
        <a:p>
          <a:endParaRPr lang="uk-UA"/>
        </a:p>
      </dgm:t>
    </dgm:pt>
    <dgm:pt modelId="{0BF25FA5-F5CC-4C21-B6FA-2FBFE7856D9D}" type="pres">
      <dgm:prSet presAssocID="{E403CBDB-CCD6-45DC-AB78-DFC21057C944}" presName="linear" presStyleCnt="0">
        <dgm:presLayoutVars>
          <dgm:animLvl val="lvl"/>
          <dgm:resizeHandles val="exact"/>
        </dgm:presLayoutVars>
      </dgm:prSet>
      <dgm:spPr/>
    </dgm:pt>
    <dgm:pt modelId="{EBD6633F-03C9-417C-A350-211058DE25E2}" type="pres">
      <dgm:prSet presAssocID="{C898879D-0165-49E7-B09D-F47AAD9C4084}" presName="parentText" presStyleLbl="node1" presStyleIdx="0" presStyleCnt="5">
        <dgm:presLayoutVars>
          <dgm:chMax val="0"/>
          <dgm:bulletEnabled val="1"/>
        </dgm:presLayoutVars>
      </dgm:prSet>
      <dgm:spPr/>
    </dgm:pt>
    <dgm:pt modelId="{EC6F0A6C-4481-411B-A712-0E607D9CC3B2}" type="pres">
      <dgm:prSet presAssocID="{D28CB0DD-7DC7-4BE0-BD22-5862772F1549}" presName="spacer" presStyleCnt="0"/>
      <dgm:spPr/>
    </dgm:pt>
    <dgm:pt modelId="{A7283F96-9660-4DC1-9EEB-364783BA818C}" type="pres">
      <dgm:prSet presAssocID="{D27BE663-CDA5-4B6E-8CEF-CEAF68EE41F1}" presName="parentText" presStyleLbl="node1" presStyleIdx="1" presStyleCnt="5">
        <dgm:presLayoutVars>
          <dgm:chMax val="0"/>
          <dgm:bulletEnabled val="1"/>
        </dgm:presLayoutVars>
      </dgm:prSet>
      <dgm:spPr/>
    </dgm:pt>
    <dgm:pt modelId="{E66C4A21-92BD-48AA-99AB-0BA7D263193D}" type="pres">
      <dgm:prSet presAssocID="{CC98FA1E-B636-4DC7-ACE7-23140F2834F1}" presName="spacer" presStyleCnt="0"/>
      <dgm:spPr/>
    </dgm:pt>
    <dgm:pt modelId="{436163E4-B514-4D2D-8652-8B74015F9BA9}" type="pres">
      <dgm:prSet presAssocID="{046236FE-A7B6-4E1E-B0F3-D357B570A3DC}" presName="parentText" presStyleLbl="node1" presStyleIdx="2" presStyleCnt="5">
        <dgm:presLayoutVars>
          <dgm:chMax val="0"/>
          <dgm:bulletEnabled val="1"/>
        </dgm:presLayoutVars>
      </dgm:prSet>
      <dgm:spPr/>
    </dgm:pt>
    <dgm:pt modelId="{598292D1-557F-43D4-A11B-DD1E5A4D8E54}" type="pres">
      <dgm:prSet presAssocID="{4DCC15B3-E4D1-4F5B-8D06-21D326EFC1D0}" presName="spacer" presStyleCnt="0"/>
      <dgm:spPr/>
    </dgm:pt>
    <dgm:pt modelId="{3793EA88-E469-4E23-80A1-813EB273A9F3}" type="pres">
      <dgm:prSet presAssocID="{DDAE0E23-CBB9-4427-8057-718161F1ECD9}" presName="parentText" presStyleLbl="node1" presStyleIdx="3" presStyleCnt="5">
        <dgm:presLayoutVars>
          <dgm:chMax val="0"/>
          <dgm:bulletEnabled val="1"/>
        </dgm:presLayoutVars>
      </dgm:prSet>
      <dgm:spPr/>
    </dgm:pt>
    <dgm:pt modelId="{8B19E3B8-7EA5-4F04-B8B8-283824D86618}" type="pres">
      <dgm:prSet presAssocID="{98F6E757-9D98-4177-8BB8-47B4CEF6FF61}" presName="spacer" presStyleCnt="0"/>
      <dgm:spPr/>
    </dgm:pt>
    <dgm:pt modelId="{6ADA06AE-C3B9-4558-B1FF-76DD8D4BCFDE}" type="pres">
      <dgm:prSet presAssocID="{2EB11920-EDF1-49F9-BA16-EA65C530AFFA}" presName="parentText" presStyleLbl="node1" presStyleIdx="4" presStyleCnt="5">
        <dgm:presLayoutVars>
          <dgm:chMax val="0"/>
          <dgm:bulletEnabled val="1"/>
        </dgm:presLayoutVars>
      </dgm:prSet>
      <dgm:spPr/>
    </dgm:pt>
  </dgm:ptLst>
  <dgm:cxnLst>
    <dgm:cxn modelId="{7EF96D0C-84BD-4B27-8DBD-2E0F25A8C729}" srcId="{E403CBDB-CCD6-45DC-AB78-DFC21057C944}" destId="{046236FE-A7B6-4E1E-B0F3-D357B570A3DC}" srcOrd="2" destOrd="0" parTransId="{C1B8106F-9A7D-412E-AA1C-A32462D7ACA6}" sibTransId="{4DCC15B3-E4D1-4F5B-8D06-21D326EFC1D0}"/>
    <dgm:cxn modelId="{6A77C421-C0E5-4585-BCF5-FBAFC6F9BD1E}" srcId="{E403CBDB-CCD6-45DC-AB78-DFC21057C944}" destId="{D27BE663-CDA5-4B6E-8CEF-CEAF68EE41F1}" srcOrd="1" destOrd="0" parTransId="{C58D391E-D116-48B6-9A6A-3292F89197E5}" sibTransId="{CC98FA1E-B636-4DC7-ACE7-23140F2834F1}"/>
    <dgm:cxn modelId="{0F9FE62E-B714-46AB-BD4D-CF2050299259}" type="presOf" srcId="{C898879D-0165-49E7-B09D-F47AAD9C4084}" destId="{EBD6633F-03C9-417C-A350-211058DE25E2}" srcOrd="0" destOrd="0" presId="urn:microsoft.com/office/officeart/2005/8/layout/vList2"/>
    <dgm:cxn modelId="{1CCCFD31-FCA9-4684-94F9-AFFD030247F9}" srcId="{E403CBDB-CCD6-45DC-AB78-DFC21057C944}" destId="{2EB11920-EDF1-49F9-BA16-EA65C530AFFA}" srcOrd="4" destOrd="0" parTransId="{4423837F-85DE-43DC-8DA3-D9BC540969EE}" sibTransId="{3F9394C0-4FDD-480C-80E8-C69FFFC3378A}"/>
    <dgm:cxn modelId="{C56C7C67-39AF-40FE-B318-7678B61CEA09}" type="presOf" srcId="{2EB11920-EDF1-49F9-BA16-EA65C530AFFA}" destId="{6ADA06AE-C3B9-4558-B1FF-76DD8D4BCFDE}" srcOrd="0" destOrd="0" presId="urn:microsoft.com/office/officeart/2005/8/layout/vList2"/>
    <dgm:cxn modelId="{4ADC364D-F7E7-4A99-930F-EB619C6DBFE3}" srcId="{E403CBDB-CCD6-45DC-AB78-DFC21057C944}" destId="{C898879D-0165-49E7-B09D-F47AAD9C4084}" srcOrd="0" destOrd="0" parTransId="{69C027EA-8ACD-4D11-BA0A-CFC9E58010FF}" sibTransId="{D28CB0DD-7DC7-4BE0-BD22-5862772F1549}"/>
    <dgm:cxn modelId="{494C43A5-6586-4DE9-BACF-DAD99766D848}" type="presOf" srcId="{DDAE0E23-CBB9-4427-8057-718161F1ECD9}" destId="{3793EA88-E469-4E23-80A1-813EB273A9F3}" srcOrd="0" destOrd="0" presId="urn:microsoft.com/office/officeart/2005/8/layout/vList2"/>
    <dgm:cxn modelId="{85B7FAB1-9F7F-4F8D-BDBF-0B87CAB4D086}" type="presOf" srcId="{046236FE-A7B6-4E1E-B0F3-D357B570A3DC}" destId="{436163E4-B514-4D2D-8652-8B74015F9BA9}" srcOrd="0" destOrd="0" presId="urn:microsoft.com/office/officeart/2005/8/layout/vList2"/>
    <dgm:cxn modelId="{3678EED4-4010-4E61-AA88-223398237E0B}" srcId="{E403CBDB-CCD6-45DC-AB78-DFC21057C944}" destId="{DDAE0E23-CBB9-4427-8057-718161F1ECD9}" srcOrd="3" destOrd="0" parTransId="{DB9E1466-9F7B-405E-AE41-2BC85DA7F56B}" sibTransId="{98F6E757-9D98-4177-8BB8-47B4CEF6FF61}"/>
    <dgm:cxn modelId="{894E3AE1-B4D0-45A3-9877-F5B0038F2AB7}" type="presOf" srcId="{E403CBDB-CCD6-45DC-AB78-DFC21057C944}" destId="{0BF25FA5-F5CC-4C21-B6FA-2FBFE7856D9D}" srcOrd="0" destOrd="0" presId="urn:microsoft.com/office/officeart/2005/8/layout/vList2"/>
    <dgm:cxn modelId="{7A2EE0E4-3F01-41A8-9B43-25C8EFF2D4BF}" type="presOf" srcId="{D27BE663-CDA5-4B6E-8CEF-CEAF68EE41F1}" destId="{A7283F96-9660-4DC1-9EEB-364783BA818C}" srcOrd="0" destOrd="0" presId="urn:microsoft.com/office/officeart/2005/8/layout/vList2"/>
    <dgm:cxn modelId="{DAB4B62E-97E6-4B20-8DD9-987CA126F92F}" type="presParOf" srcId="{0BF25FA5-F5CC-4C21-B6FA-2FBFE7856D9D}" destId="{EBD6633F-03C9-417C-A350-211058DE25E2}" srcOrd="0" destOrd="0" presId="urn:microsoft.com/office/officeart/2005/8/layout/vList2"/>
    <dgm:cxn modelId="{019D5594-68E8-4AFB-9AB5-A98481CE8ECC}" type="presParOf" srcId="{0BF25FA5-F5CC-4C21-B6FA-2FBFE7856D9D}" destId="{EC6F0A6C-4481-411B-A712-0E607D9CC3B2}" srcOrd="1" destOrd="0" presId="urn:microsoft.com/office/officeart/2005/8/layout/vList2"/>
    <dgm:cxn modelId="{AB8EC351-C5B1-430C-83EC-7DA5FD46F8C9}" type="presParOf" srcId="{0BF25FA5-F5CC-4C21-B6FA-2FBFE7856D9D}" destId="{A7283F96-9660-4DC1-9EEB-364783BA818C}" srcOrd="2" destOrd="0" presId="urn:microsoft.com/office/officeart/2005/8/layout/vList2"/>
    <dgm:cxn modelId="{4949C7F6-505E-495B-94E4-87E28211A5D0}" type="presParOf" srcId="{0BF25FA5-F5CC-4C21-B6FA-2FBFE7856D9D}" destId="{E66C4A21-92BD-48AA-99AB-0BA7D263193D}" srcOrd="3" destOrd="0" presId="urn:microsoft.com/office/officeart/2005/8/layout/vList2"/>
    <dgm:cxn modelId="{4E132088-1D15-49F0-A1CC-8AC6C84C5E33}" type="presParOf" srcId="{0BF25FA5-F5CC-4C21-B6FA-2FBFE7856D9D}" destId="{436163E4-B514-4D2D-8652-8B74015F9BA9}" srcOrd="4" destOrd="0" presId="urn:microsoft.com/office/officeart/2005/8/layout/vList2"/>
    <dgm:cxn modelId="{E03ADB33-EDFD-4BCF-B698-BDCF17F38B3F}" type="presParOf" srcId="{0BF25FA5-F5CC-4C21-B6FA-2FBFE7856D9D}" destId="{598292D1-557F-43D4-A11B-DD1E5A4D8E54}" srcOrd="5" destOrd="0" presId="urn:microsoft.com/office/officeart/2005/8/layout/vList2"/>
    <dgm:cxn modelId="{FE4962D5-1FFE-4829-9C4B-FA8E8F3FC922}" type="presParOf" srcId="{0BF25FA5-F5CC-4C21-B6FA-2FBFE7856D9D}" destId="{3793EA88-E469-4E23-80A1-813EB273A9F3}" srcOrd="6" destOrd="0" presId="urn:microsoft.com/office/officeart/2005/8/layout/vList2"/>
    <dgm:cxn modelId="{F3A2341E-C8FB-4DAB-83B9-4C1116424D32}" type="presParOf" srcId="{0BF25FA5-F5CC-4C21-B6FA-2FBFE7856D9D}" destId="{8B19E3B8-7EA5-4F04-B8B8-283824D86618}" srcOrd="7" destOrd="0" presId="urn:microsoft.com/office/officeart/2005/8/layout/vList2"/>
    <dgm:cxn modelId="{469186F4-8393-45B9-8C67-A66C94FBE0BA}" type="presParOf" srcId="{0BF25FA5-F5CC-4C21-B6FA-2FBFE7856D9D}" destId="{6ADA06AE-C3B9-4558-B1FF-76DD8D4BCFDE}"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FEB78FD-06E8-429C-AE4C-3C888AFEE017}"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7CCD244A-3813-4C6B-93F7-EDE5EF0C3E1D}">
      <dgm:prSet/>
      <dgm:spPr/>
      <dgm:t>
        <a:bodyPr/>
        <a:lstStyle/>
        <a:p>
          <a:r>
            <a:rPr lang="uk-UA" b="0" i="0"/>
            <a:t>історик, професор Київського університету Св. Володимира, один з основоположників археології в Україні й один з ініціаторів заснування першого в Україні історичного журналу «Киевская старина»</a:t>
          </a:r>
          <a:endParaRPr lang="uk-UA"/>
        </a:p>
      </dgm:t>
    </dgm:pt>
    <dgm:pt modelId="{45A97330-C4C1-4F11-9851-59681E399955}" type="parTrans" cxnId="{DE50A27D-DCAB-4004-8BC2-D75D29840EEB}">
      <dgm:prSet/>
      <dgm:spPr/>
      <dgm:t>
        <a:bodyPr/>
        <a:lstStyle/>
        <a:p>
          <a:endParaRPr lang="uk-UA"/>
        </a:p>
      </dgm:t>
    </dgm:pt>
    <dgm:pt modelId="{40431B5E-AB67-4B77-A7BA-44024FF4C14D}" type="sibTrans" cxnId="{DE50A27D-DCAB-4004-8BC2-D75D29840EEB}">
      <dgm:prSet/>
      <dgm:spPr/>
      <dgm:t>
        <a:bodyPr/>
        <a:lstStyle/>
        <a:p>
          <a:endParaRPr lang="uk-UA"/>
        </a:p>
      </dgm:t>
    </dgm:pt>
    <dgm:pt modelId="{B4FBFAEB-7DB5-4650-B45E-4423D9D54BF6}">
      <dgm:prSet/>
      <dgm:spPr/>
      <dgm:t>
        <a:bodyPr/>
        <a:lstStyle/>
        <a:p>
          <a:r>
            <a:rPr lang="uk-UA" b="0" i="0"/>
            <a:t>просвітник, письменник, лідер національного відродження кримських татар, видавець першої в Криму тюркськомовної газети</a:t>
          </a:r>
          <a:endParaRPr lang="uk-UA"/>
        </a:p>
      </dgm:t>
    </dgm:pt>
    <dgm:pt modelId="{673C0FEC-E4C9-4345-A51A-98C04B77AE62}" type="parTrans" cxnId="{5554F334-3132-4935-A6C1-86F6F09D7E5A}">
      <dgm:prSet/>
      <dgm:spPr/>
      <dgm:t>
        <a:bodyPr/>
        <a:lstStyle/>
        <a:p>
          <a:endParaRPr lang="uk-UA"/>
        </a:p>
      </dgm:t>
    </dgm:pt>
    <dgm:pt modelId="{20FE4DCC-23F9-4D6F-84B2-704B222C611B}" type="sibTrans" cxnId="{5554F334-3132-4935-A6C1-86F6F09D7E5A}">
      <dgm:prSet/>
      <dgm:spPr/>
      <dgm:t>
        <a:bodyPr/>
        <a:lstStyle/>
        <a:p>
          <a:endParaRPr lang="uk-UA"/>
        </a:p>
      </dgm:t>
    </dgm:pt>
    <dgm:pt modelId="{7C04A8C4-960C-41CE-8999-430C608D8231}">
      <dgm:prSet/>
      <dgm:spPr/>
      <dgm:t>
        <a:bodyPr/>
        <a:lstStyle/>
        <a:p>
          <a:r>
            <a:rPr lang="uk-UA" b="0" i="0"/>
            <a:t>етнограф, громадський діяч, автор тексту Державного Гімну України</a:t>
          </a:r>
          <a:endParaRPr lang="uk-UA"/>
        </a:p>
      </dgm:t>
    </dgm:pt>
    <dgm:pt modelId="{B551B041-721E-4ACE-A740-CC4C326B88B1}" type="parTrans" cxnId="{E8D3AB31-16CE-454D-B7A7-04B7DB427861}">
      <dgm:prSet/>
      <dgm:spPr/>
      <dgm:t>
        <a:bodyPr/>
        <a:lstStyle/>
        <a:p>
          <a:endParaRPr lang="uk-UA"/>
        </a:p>
      </dgm:t>
    </dgm:pt>
    <dgm:pt modelId="{CF444AAF-56A7-4ABD-B802-221649838A84}" type="sibTrans" cxnId="{E8D3AB31-16CE-454D-B7A7-04B7DB427861}">
      <dgm:prSet/>
      <dgm:spPr/>
      <dgm:t>
        <a:bodyPr/>
        <a:lstStyle/>
        <a:p>
          <a:endParaRPr lang="uk-UA"/>
        </a:p>
      </dgm:t>
    </dgm:pt>
    <dgm:pt modelId="{9E0B757D-1D31-4030-A065-FD198266325A}">
      <dgm:prSet/>
      <dgm:spPr/>
      <dgm:t>
        <a:bodyPr/>
        <a:lstStyle/>
        <a:p>
          <a:r>
            <a:rPr lang="uk-UA" b="0" i="0"/>
            <a:t>історик, публіцист, засновник Вільної української друкарні в Женеві, видавець першого українського політичного часопису</a:t>
          </a:r>
          <a:endParaRPr lang="uk-UA"/>
        </a:p>
      </dgm:t>
    </dgm:pt>
    <dgm:pt modelId="{1B0BF197-D245-459E-9863-6B9253D8B8A9}" type="parTrans" cxnId="{64A59160-AAE1-487E-A0EF-6985884D22C9}">
      <dgm:prSet/>
      <dgm:spPr/>
      <dgm:t>
        <a:bodyPr/>
        <a:lstStyle/>
        <a:p>
          <a:endParaRPr lang="uk-UA"/>
        </a:p>
      </dgm:t>
    </dgm:pt>
    <dgm:pt modelId="{4E3AC3F7-F4D8-41DD-AFDB-71E5A2347692}" type="sibTrans" cxnId="{64A59160-AAE1-487E-A0EF-6985884D22C9}">
      <dgm:prSet/>
      <dgm:spPr/>
      <dgm:t>
        <a:bodyPr/>
        <a:lstStyle/>
        <a:p>
          <a:endParaRPr lang="uk-UA"/>
        </a:p>
      </dgm:t>
    </dgm:pt>
    <dgm:pt modelId="{DEBFCCFD-2E3B-4742-A081-32085EBD194F}">
      <dgm:prSet/>
      <dgm:spPr/>
      <dgm:t>
        <a:bodyPr/>
        <a:lstStyle/>
        <a:p>
          <a:r>
            <a:rPr lang="uk-UA" b="0" i="0"/>
            <a:t>письменник, громадський діяч, упорядник «Словаря української мови»</a:t>
          </a:r>
          <a:endParaRPr lang="uk-UA"/>
        </a:p>
      </dgm:t>
    </dgm:pt>
    <dgm:pt modelId="{14FEC1F5-4AFB-4762-BEF7-26CC8B23CF81}" type="parTrans" cxnId="{1784B80B-A5FC-43E0-8ECA-0A9CC601912E}">
      <dgm:prSet/>
      <dgm:spPr/>
      <dgm:t>
        <a:bodyPr/>
        <a:lstStyle/>
        <a:p>
          <a:endParaRPr lang="uk-UA"/>
        </a:p>
      </dgm:t>
    </dgm:pt>
    <dgm:pt modelId="{FD50C84E-5F53-4F70-9181-ED2A2B2AFBB4}" type="sibTrans" cxnId="{1784B80B-A5FC-43E0-8ECA-0A9CC601912E}">
      <dgm:prSet/>
      <dgm:spPr/>
      <dgm:t>
        <a:bodyPr/>
        <a:lstStyle/>
        <a:p>
          <a:endParaRPr lang="uk-UA"/>
        </a:p>
      </dgm:t>
    </dgm:pt>
    <dgm:pt modelId="{B2B9BF2C-15A5-46A1-BF88-64CB598CC6C7}" type="pres">
      <dgm:prSet presAssocID="{DFEB78FD-06E8-429C-AE4C-3C888AFEE017}" presName="vert0" presStyleCnt="0">
        <dgm:presLayoutVars>
          <dgm:dir/>
          <dgm:animOne val="branch"/>
          <dgm:animLvl val="lvl"/>
        </dgm:presLayoutVars>
      </dgm:prSet>
      <dgm:spPr/>
    </dgm:pt>
    <dgm:pt modelId="{333DBE19-C92A-4B03-9C7E-D860280B63AD}" type="pres">
      <dgm:prSet presAssocID="{7CCD244A-3813-4C6B-93F7-EDE5EF0C3E1D}" presName="thickLine" presStyleLbl="alignNode1" presStyleIdx="0" presStyleCnt="5"/>
      <dgm:spPr/>
    </dgm:pt>
    <dgm:pt modelId="{F2EBB038-D78D-41E0-8033-ECD49059EB9E}" type="pres">
      <dgm:prSet presAssocID="{7CCD244A-3813-4C6B-93F7-EDE5EF0C3E1D}" presName="horz1" presStyleCnt="0"/>
      <dgm:spPr/>
    </dgm:pt>
    <dgm:pt modelId="{66F0A2C0-669B-4BD3-9BA9-35840197C9E2}" type="pres">
      <dgm:prSet presAssocID="{7CCD244A-3813-4C6B-93F7-EDE5EF0C3E1D}" presName="tx1" presStyleLbl="revTx" presStyleIdx="0" presStyleCnt="5"/>
      <dgm:spPr/>
    </dgm:pt>
    <dgm:pt modelId="{B729322E-B053-4A01-8384-AADF9892E795}" type="pres">
      <dgm:prSet presAssocID="{7CCD244A-3813-4C6B-93F7-EDE5EF0C3E1D}" presName="vert1" presStyleCnt="0"/>
      <dgm:spPr/>
    </dgm:pt>
    <dgm:pt modelId="{4E8BC7C0-A01D-4D12-9BE3-BC5CE10268D8}" type="pres">
      <dgm:prSet presAssocID="{B4FBFAEB-7DB5-4650-B45E-4423D9D54BF6}" presName="thickLine" presStyleLbl="alignNode1" presStyleIdx="1" presStyleCnt="5"/>
      <dgm:spPr/>
    </dgm:pt>
    <dgm:pt modelId="{7B225537-F6CA-4566-B5BA-AAA248E10A48}" type="pres">
      <dgm:prSet presAssocID="{B4FBFAEB-7DB5-4650-B45E-4423D9D54BF6}" presName="horz1" presStyleCnt="0"/>
      <dgm:spPr/>
    </dgm:pt>
    <dgm:pt modelId="{0F3F0DA3-4275-4550-8726-992FD5D3EF61}" type="pres">
      <dgm:prSet presAssocID="{B4FBFAEB-7DB5-4650-B45E-4423D9D54BF6}" presName="tx1" presStyleLbl="revTx" presStyleIdx="1" presStyleCnt="5"/>
      <dgm:spPr/>
    </dgm:pt>
    <dgm:pt modelId="{621AE3B5-AD2B-4301-BAF5-54D15C19C222}" type="pres">
      <dgm:prSet presAssocID="{B4FBFAEB-7DB5-4650-B45E-4423D9D54BF6}" presName="vert1" presStyleCnt="0"/>
      <dgm:spPr/>
    </dgm:pt>
    <dgm:pt modelId="{F3745478-5A17-491B-8BD8-074950825E5B}" type="pres">
      <dgm:prSet presAssocID="{7C04A8C4-960C-41CE-8999-430C608D8231}" presName="thickLine" presStyleLbl="alignNode1" presStyleIdx="2" presStyleCnt="5"/>
      <dgm:spPr/>
    </dgm:pt>
    <dgm:pt modelId="{846401E6-9727-4B1F-8178-43D8DB24B1BA}" type="pres">
      <dgm:prSet presAssocID="{7C04A8C4-960C-41CE-8999-430C608D8231}" presName="horz1" presStyleCnt="0"/>
      <dgm:spPr/>
    </dgm:pt>
    <dgm:pt modelId="{7F0119A6-FCBF-460A-8245-199859CD45AE}" type="pres">
      <dgm:prSet presAssocID="{7C04A8C4-960C-41CE-8999-430C608D8231}" presName="tx1" presStyleLbl="revTx" presStyleIdx="2" presStyleCnt="5"/>
      <dgm:spPr/>
    </dgm:pt>
    <dgm:pt modelId="{8549DD4F-3204-47AA-ABA6-E9F6D089807E}" type="pres">
      <dgm:prSet presAssocID="{7C04A8C4-960C-41CE-8999-430C608D8231}" presName="vert1" presStyleCnt="0"/>
      <dgm:spPr/>
    </dgm:pt>
    <dgm:pt modelId="{74C906F0-16E1-45DC-BC8E-C5003BA1A972}" type="pres">
      <dgm:prSet presAssocID="{9E0B757D-1D31-4030-A065-FD198266325A}" presName="thickLine" presStyleLbl="alignNode1" presStyleIdx="3" presStyleCnt="5"/>
      <dgm:spPr/>
    </dgm:pt>
    <dgm:pt modelId="{06377075-F3AF-443D-8383-37ECD08920F1}" type="pres">
      <dgm:prSet presAssocID="{9E0B757D-1D31-4030-A065-FD198266325A}" presName="horz1" presStyleCnt="0"/>
      <dgm:spPr/>
    </dgm:pt>
    <dgm:pt modelId="{4D7FBD75-5F0E-402F-A0DE-42BA61BEC4BE}" type="pres">
      <dgm:prSet presAssocID="{9E0B757D-1D31-4030-A065-FD198266325A}" presName="tx1" presStyleLbl="revTx" presStyleIdx="3" presStyleCnt="5"/>
      <dgm:spPr/>
    </dgm:pt>
    <dgm:pt modelId="{623D3DC7-1C7E-4B2A-8F70-9BAA22CD28C5}" type="pres">
      <dgm:prSet presAssocID="{9E0B757D-1D31-4030-A065-FD198266325A}" presName="vert1" presStyleCnt="0"/>
      <dgm:spPr/>
    </dgm:pt>
    <dgm:pt modelId="{93347B16-D041-406B-A0FB-7248520425C4}" type="pres">
      <dgm:prSet presAssocID="{DEBFCCFD-2E3B-4742-A081-32085EBD194F}" presName="thickLine" presStyleLbl="alignNode1" presStyleIdx="4" presStyleCnt="5"/>
      <dgm:spPr/>
    </dgm:pt>
    <dgm:pt modelId="{5991BE5F-DC59-443B-81BF-D587E10782DC}" type="pres">
      <dgm:prSet presAssocID="{DEBFCCFD-2E3B-4742-A081-32085EBD194F}" presName="horz1" presStyleCnt="0"/>
      <dgm:spPr/>
    </dgm:pt>
    <dgm:pt modelId="{C9D9998C-C50F-454F-A8D3-64C2283B2530}" type="pres">
      <dgm:prSet presAssocID="{DEBFCCFD-2E3B-4742-A081-32085EBD194F}" presName="tx1" presStyleLbl="revTx" presStyleIdx="4" presStyleCnt="5"/>
      <dgm:spPr/>
    </dgm:pt>
    <dgm:pt modelId="{C746813D-FE70-422D-8E9E-6D6CFCD640F8}" type="pres">
      <dgm:prSet presAssocID="{DEBFCCFD-2E3B-4742-A081-32085EBD194F}" presName="vert1" presStyleCnt="0"/>
      <dgm:spPr/>
    </dgm:pt>
  </dgm:ptLst>
  <dgm:cxnLst>
    <dgm:cxn modelId="{1784B80B-A5FC-43E0-8ECA-0A9CC601912E}" srcId="{DFEB78FD-06E8-429C-AE4C-3C888AFEE017}" destId="{DEBFCCFD-2E3B-4742-A081-32085EBD194F}" srcOrd="4" destOrd="0" parTransId="{14FEC1F5-4AFB-4762-BEF7-26CC8B23CF81}" sibTransId="{FD50C84E-5F53-4F70-9181-ED2A2B2AFBB4}"/>
    <dgm:cxn modelId="{E8D3AB31-16CE-454D-B7A7-04B7DB427861}" srcId="{DFEB78FD-06E8-429C-AE4C-3C888AFEE017}" destId="{7C04A8C4-960C-41CE-8999-430C608D8231}" srcOrd="2" destOrd="0" parTransId="{B551B041-721E-4ACE-A740-CC4C326B88B1}" sibTransId="{CF444AAF-56A7-4ABD-B802-221649838A84}"/>
    <dgm:cxn modelId="{5554F334-3132-4935-A6C1-86F6F09D7E5A}" srcId="{DFEB78FD-06E8-429C-AE4C-3C888AFEE017}" destId="{B4FBFAEB-7DB5-4650-B45E-4423D9D54BF6}" srcOrd="1" destOrd="0" parTransId="{673C0FEC-E4C9-4345-A51A-98C04B77AE62}" sibTransId="{20FE4DCC-23F9-4D6F-84B2-704B222C611B}"/>
    <dgm:cxn modelId="{F60A363D-153D-41DA-952D-70685B3DE038}" type="presOf" srcId="{7CCD244A-3813-4C6B-93F7-EDE5EF0C3E1D}" destId="{66F0A2C0-669B-4BD3-9BA9-35840197C9E2}" srcOrd="0" destOrd="0" presId="urn:microsoft.com/office/officeart/2008/layout/LinedList"/>
    <dgm:cxn modelId="{A117B65B-3F3B-4FD7-98F2-452C6F69B5DA}" type="presOf" srcId="{9E0B757D-1D31-4030-A065-FD198266325A}" destId="{4D7FBD75-5F0E-402F-A0DE-42BA61BEC4BE}" srcOrd="0" destOrd="0" presId="urn:microsoft.com/office/officeart/2008/layout/LinedList"/>
    <dgm:cxn modelId="{64A59160-AAE1-487E-A0EF-6985884D22C9}" srcId="{DFEB78FD-06E8-429C-AE4C-3C888AFEE017}" destId="{9E0B757D-1D31-4030-A065-FD198266325A}" srcOrd="3" destOrd="0" parTransId="{1B0BF197-D245-459E-9863-6B9253D8B8A9}" sibTransId="{4E3AC3F7-F4D8-41DD-AFDB-71E5A2347692}"/>
    <dgm:cxn modelId="{A36AC351-980D-488A-BF0E-DC0E62D61161}" type="presOf" srcId="{B4FBFAEB-7DB5-4650-B45E-4423D9D54BF6}" destId="{0F3F0DA3-4275-4550-8726-992FD5D3EF61}" srcOrd="0" destOrd="0" presId="urn:microsoft.com/office/officeart/2008/layout/LinedList"/>
    <dgm:cxn modelId="{DE50A27D-DCAB-4004-8BC2-D75D29840EEB}" srcId="{DFEB78FD-06E8-429C-AE4C-3C888AFEE017}" destId="{7CCD244A-3813-4C6B-93F7-EDE5EF0C3E1D}" srcOrd="0" destOrd="0" parTransId="{45A97330-C4C1-4F11-9851-59681E399955}" sibTransId="{40431B5E-AB67-4B77-A7BA-44024FF4C14D}"/>
    <dgm:cxn modelId="{85DF3287-F892-4390-9118-086B8FA82EDF}" type="presOf" srcId="{DEBFCCFD-2E3B-4742-A081-32085EBD194F}" destId="{C9D9998C-C50F-454F-A8D3-64C2283B2530}" srcOrd="0" destOrd="0" presId="urn:microsoft.com/office/officeart/2008/layout/LinedList"/>
    <dgm:cxn modelId="{8239ADE8-5613-48C9-B6EB-3376DA7F77FF}" type="presOf" srcId="{7C04A8C4-960C-41CE-8999-430C608D8231}" destId="{7F0119A6-FCBF-460A-8245-199859CD45AE}" srcOrd="0" destOrd="0" presId="urn:microsoft.com/office/officeart/2008/layout/LinedList"/>
    <dgm:cxn modelId="{E5F2A4FA-39F0-4883-A5C7-5D6F83E95491}" type="presOf" srcId="{DFEB78FD-06E8-429C-AE4C-3C888AFEE017}" destId="{B2B9BF2C-15A5-46A1-BF88-64CB598CC6C7}" srcOrd="0" destOrd="0" presId="urn:microsoft.com/office/officeart/2008/layout/LinedList"/>
    <dgm:cxn modelId="{72214B78-2737-4E36-ACAD-AE7AF052907F}" type="presParOf" srcId="{B2B9BF2C-15A5-46A1-BF88-64CB598CC6C7}" destId="{333DBE19-C92A-4B03-9C7E-D860280B63AD}" srcOrd="0" destOrd="0" presId="urn:microsoft.com/office/officeart/2008/layout/LinedList"/>
    <dgm:cxn modelId="{222A1497-5E9D-49B1-8FE9-1ADDE3BA625D}" type="presParOf" srcId="{B2B9BF2C-15A5-46A1-BF88-64CB598CC6C7}" destId="{F2EBB038-D78D-41E0-8033-ECD49059EB9E}" srcOrd="1" destOrd="0" presId="urn:microsoft.com/office/officeart/2008/layout/LinedList"/>
    <dgm:cxn modelId="{F555C06B-ED67-41A8-973B-25958BACC1B9}" type="presParOf" srcId="{F2EBB038-D78D-41E0-8033-ECD49059EB9E}" destId="{66F0A2C0-669B-4BD3-9BA9-35840197C9E2}" srcOrd="0" destOrd="0" presId="urn:microsoft.com/office/officeart/2008/layout/LinedList"/>
    <dgm:cxn modelId="{8D91108B-77BF-4343-A1B9-1F82E60BAC9D}" type="presParOf" srcId="{F2EBB038-D78D-41E0-8033-ECD49059EB9E}" destId="{B729322E-B053-4A01-8384-AADF9892E795}" srcOrd="1" destOrd="0" presId="urn:microsoft.com/office/officeart/2008/layout/LinedList"/>
    <dgm:cxn modelId="{0E6AE80C-0B62-4FDB-B08B-DF3B08B464A4}" type="presParOf" srcId="{B2B9BF2C-15A5-46A1-BF88-64CB598CC6C7}" destId="{4E8BC7C0-A01D-4D12-9BE3-BC5CE10268D8}" srcOrd="2" destOrd="0" presId="urn:microsoft.com/office/officeart/2008/layout/LinedList"/>
    <dgm:cxn modelId="{CE4C8DDC-D04A-43BF-B624-4E5B25BFCF7C}" type="presParOf" srcId="{B2B9BF2C-15A5-46A1-BF88-64CB598CC6C7}" destId="{7B225537-F6CA-4566-B5BA-AAA248E10A48}" srcOrd="3" destOrd="0" presId="urn:microsoft.com/office/officeart/2008/layout/LinedList"/>
    <dgm:cxn modelId="{C2965CC7-184D-4A6A-9B1F-68C9858473E1}" type="presParOf" srcId="{7B225537-F6CA-4566-B5BA-AAA248E10A48}" destId="{0F3F0DA3-4275-4550-8726-992FD5D3EF61}" srcOrd="0" destOrd="0" presId="urn:microsoft.com/office/officeart/2008/layout/LinedList"/>
    <dgm:cxn modelId="{B21687E0-5F5F-49B6-8B9C-D7F792892096}" type="presParOf" srcId="{7B225537-F6CA-4566-B5BA-AAA248E10A48}" destId="{621AE3B5-AD2B-4301-BAF5-54D15C19C222}" srcOrd="1" destOrd="0" presId="urn:microsoft.com/office/officeart/2008/layout/LinedList"/>
    <dgm:cxn modelId="{F368D4A5-D2B4-4675-B001-CC89938AE320}" type="presParOf" srcId="{B2B9BF2C-15A5-46A1-BF88-64CB598CC6C7}" destId="{F3745478-5A17-491B-8BD8-074950825E5B}" srcOrd="4" destOrd="0" presId="urn:microsoft.com/office/officeart/2008/layout/LinedList"/>
    <dgm:cxn modelId="{875AFDA5-437F-41B5-A8B0-42E227ED8D67}" type="presParOf" srcId="{B2B9BF2C-15A5-46A1-BF88-64CB598CC6C7}" destId="{846401E6-9727-4B1F-8178-43D8DB24B1BA}" srcOrd="5" destOrd="0" presId="urn:microsoft.com/office/officeart/2008/layout/LinedList"/>
    <dgm:cxn modelId="{A8FF2C69-1402-49BF-B0A6-25982606B12F}" type="presParOf" srcId="{846401E6-9727-4B1F-8178-43D8DB24B1BA}" destId="{7F0119A6-FCBF-460A-8245-199859CD45AE}" srcOrd="0" destOrd="0" presId="urn:microsoft.com/office/officeart/2008/layout/LinedList"/>
    <dgm:cxn modelId="{4AFDA862-1D5F-4627-8F81-691507741BD9}" type="presParOf" srcId="{846401E6-9727-4B1F-8178-43D8DB24B1BA}" destId="{8549DD4F-3204-47AA-ABA6-E9F6D089807E}" srcOrd="1" destOrd="0" presId="urn:microsoft.com/office/officeart/2008/layout/LinedList"/>
    <dgm:cxn modelId="{4817A866-C8ED-46C9-B141-543778E45826}" type="presParOf" srcId="{B2B9BF2C-15A5-46A1-BF88-64CB598CC6C7}" destId="{74C906F0-16E1-45DC-BC8E-C5003BA1A972}" srcOrd="6" destOrd="0" presId="urn:microsoft.com/office/officeart/2008/layout/LinedList"/>
    <dgm:cxn modelId="{5FCD859F-4D1D-4913-9140-1960DC610066}" type="presParOf" srcId="{B2B9BF2C-15A5-46A1-BF88-64CB598CC6C7}" destId="{06377075-F3AF-443D-8383-37ECD08920F1}" srcOrd="7" destOrd="0" presId="urn:microsoft.com/office/officeart/2008/layout/LinedList"/>
    <dgm:cxn modelId="{963D0D96-BEB7-45DE-8416-6D921CC69534}" type="presParOf" srcId="{06377075-F3AF-443D-8383-37ECD08920F1}" destId="{4D7FBD75-5F0E-402F-A0DE-42BA61BEC4BE}" srcOrd="0" destOrd="0" presId="urn:microsoft.com/office/officeart/2008/layout/LinedList"/>
    <dgm:cxn modelId="{929C26CF-DC3D-46FC-85D2-2A8EA140A59B}" type="presParOf" srcId="{06377075-F3AF-443D-8383-37ECD08920F1}" destId="{623D3DC7-1C7E-4B2A-8F70-9BAA22CD28C5}" srcOrd="1" destOrd="0" presId="urn:microsoft.com/office/officeart/2008/layout/LinedList"/>
    <dgm:cxn modelId="{214599DB-A8B7-4942-9295-79FEA2CE6F12}" type="presParOf" srcId="{B2B9BF2C-15A5-46A1-BF88-64CB598CC6C7}" destId="{93347B16-D041-406B-A0FB-7248520425C4}" srcOrd="8" destOrd="0" presId="urn:microsoft.com/office/officeart/2008/layout/LinedList"/>
    <dgm:cxn modelId="{85DCEAF2-2C0F-483B-95DF-662F151CA52E}" type="presParOf" srcId="{B2B9BF2C-15A5-46A1-BF88-64CB598CC6C7}" destId="{5991BE5F-DC59-443B-81BF-D587E10782DC}" srcOrd="9" destOrd="0" presId="urn:microsoft.com/office/officeart/2008/layout/LinedList"/>
    <dgm:cxn modelId="{0B5208D8-DC97-4236-B66C-C79FDD44CD85}" type="presParOf" srcId="{5991BE5F-DC59-443B-81BF-D587E10782DC}" destId="{C9D9998C-C50F-454F-A8D3-64C2283B2530}" srcOrd="0" destOrd="0" presId="urn:microsoft.com/office/officeart/2008/layout/LinedList"/>
    <dgm:cxn modelId="{E79A5BBC-2C8F-4305-AEC7-E57907FE0E3D}" type="presParOf" srcId="{5991BE5F-DC59-443B-81BF-D587E10782DC}" destId="{C746813D-FE70-422D-8E9E-6D6CFCD640F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2BFB700-702D-4BDC-9587-2B2759FB0EA6}"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50463DCF-DB4D-4C81-9823-CCB26F936EB0}">
      <dgm:prSet/>
      <dgm:spPr/>
      <dgm:t>
        <a:bodyPr/>
        <a:lstStyle/>
        <a:p>
          <a:r>
            <a:rPr lang="ru-RU" b="0" i="0" dirty="0"/>
            <a:t>І. </a:t>
          </a:r>
          <a:r>
            <a:rPr lang="ru-RU" b="0" i="0" dirty="0" err="1"/>
            <a:t>Вагилевич</a:t>
          </a:r>
          <a:endParaRPr lang="uk-UA" dirty="0"/>
        </a:p>
      </dgm:t>
    </dgm:pt>
    <dgm:pt modelId="{BAF686F4-DB52-41AC-9610-513231A088C2}" type="parTrans" cxnId="{64BB44B3-036C-49F7-8129-2ED7777079D4}">
      <dgm:prSet/>
      <dgm:spPr/>
      <dgm:t>
        <a:bodyPr/>
        <a:lstStyle/>
        <a:p>
          <a:endParaRPr lang="uk-UA"/>
        </a:p>
      </dgm:t>
    </dgm:pt>
    <dgm:pt modelId="{4A764064-FF85-4656-9DCD-7A74A1C1D5FF}" type="sibTrans" cxnId="{64BB44B3-036C-49F7-8129-2ED7777079D4}">
      <dgm:prSet/>
      <dgm:spPr/>
      <dgm:t>
        <a:bodyPr/>
        <a:lstStyle/>
        <a:p>
          <a:endParaRPr lang="uk-UA"/>
        </a:p>
      </dgm:t>
    </dgm:pt>
    <dgm:pt modelId="{38C47A11-9BF3-4300-A39B-330E2A3F85C8}">
      <dgm:prSet/>
      <dgm:spPr/>
      <dgm:t>
        <a:bodyPr/>
        <a:lstStyle/>
        <a:p>
          <a:r>
            <a:rPr lang="ru-RU" b="0" i="0"/>
            <a:t>М. Шашкевич</a:t>
          </a:r>
          <a:endParaRPr lang="uk-UA"/>
        </a:p>
      </dgm:t>
    </dgm:pt>
    <dgm:pt modelId="{609148FC-CFD6-4B06-B5D6-8A297A34DF83}" type="parTrans" cxnId="{AF7A4A16-6683-4C87-AE35-2EBEDD1D5A76}">
      <dgm:prSet/>
      <dgm:spPr/>
      <dgm:t>
        <a:bodyPr/>
        <a:lstStyle/>
        <a:p>
          <a:endParaRPr lang="uk-UA"/>
        </a:p>
      </dgm:t>
    </dgm:pt>
    <dgm:pt modelId="{E4F7CADF-808E-4443-9D98-1D6BD544FE90}" type="sibTrans" cxnId="{AF7A4A16-6683-4C87-AE35-2EBEDD1D5A76}">
      <dgm:prSet/>
      <dgm:spPr/>
      <dgm:t>
        <a:bodyPr/>
        <a:lstStyle/>
        <a:p>
          <a:endParaRPr lang="uk-UA"/>
        </a:p>
      </dgm:t>
    </dgm:pt>
    <dgm:pt modelId="{4AC78AB7-52F1-4EC4-89ED-7FBE8E3122F0}">
      <dgm:prSet/>
      <dgm:spPr/>
      <dgm:t>
        <a:bodyPr/>
        <a:lstStyle/>
        <a:p>
          <a:r>
            <a:rPr lang="ru-RU" b="0" i="0"/>
            <a:t>І. Могильницький</a:t>
          </a:r>
          <a:endParaRPr lang="uk-UA"/>
        </a:p>
      </dgm:t>
    </dgm:pt>
    <dgm:pt modelId="{10C2D0B3-052E-4AB4-BBFC-E618631F9E42}" type="parTrans" cxnId="{248E8EA9-A228-4C28-9666-A2740DA7ECA9}">
      <dgm:prSet/>
      <dgm:spPr/>
      <dgm:t>
        <a:bodyPr/>
        <a:lstStyle/>
        <a:p>
          <a:endParaRPr lang="uk-UA"/>
        </a:p>
      </dgm:t>
    </dgm:pt>
    <dgm:pt modelId="{C0DBE040-14FB-4169-BC54-1DAAE0E730FB}" type="sibTrans" cxnId="{248E8EA9-A228-4C28-9666-A2740DA7ECA9}">
      <dgm:prSet/>
      <dgm:spPr/>
      <dgm:t>
        <a:bodyPr/>
        <a:lstStyle/>
        <a:p>
          <a:endParaRPr lang="uk-UA"/>
        </a:p>
      </dgm:t>
    </dgm:pt>
    <dgm:pt modelId="{0390F901-489E-421B-8B91-AB0DB65628F8}">
      <dgm:prSet/>
      <dgm:spPr/>
      <dgm:t>
        <a:bodyPr/>
        <a:lstStyle/>
        <a:p>
          <a:r>
            <a:rPr lang="ru-RU" b="0" i="0" dirty="0"/>
            <a:t>Я. </a:t>
          </a:r>
          <a:r>
            <a:rPr lang="ru-RU" b="0" i="0" dirty="0" err="1"/>
            <a:t>Головацький</a:t>
          </a:r>
          <a:endParaRPr lang="uk-UA" dirty="0"/>
        </a:p>
      </dgm:t>
    </dgm:pt>
    <dgm:pt modelId="{037388A8-FDB1-46EF-BFC9-2D45CBBCFE2F}" type="parTrans" cxnId="{3704C2E6-17EA-4861-834C-0E4B13910635}">
      <dgm:prSet/>
      <dgm:spPr/>
      <dgm:t>
        <a:bodyPr/>
        <a:lstStyle/>
        <a:p>
          <a:endParaRPr lang="uk-UA"/>
        </a:p>
      </dgm:t>
    </dgm:pt>
    <dgm:pt modelId="{CB1C3245-C24C-46C4-AE0B-B154C3E02712}" type="sibTrans" cxnId="{3704C2E6-17EA-4861-834C-0E4B13910635}">
      <dgm:prSet/>
      <dgm:spPr/>
      <dgm:t>
        <a:bodyPr/>
        <a:lstStyle/>
        <a:p>
          <a:endParaRPr lang="uk-UA"/>
        </a:p>
      </dgm:t>
    </dgm:pt>
    <dgm:pt modelId="{2A419D74-4669-40AF-A23D-5EED1845325B}" type="pres">
      <dgm:prSet presAssocID="{B2BFB700-702D-4BDC-9587-2B2759FB0EA6}" presName="linearFlow" presStyleCnt="0">
        <dgm:presLayoutVars>
          <dgm:dir/>
          <dgm:resizeHandles val="exact"/>
        </dgm:presLayoutVars>
      </dgm:prSet>
      <dgm:spPr/>
    </dgm:pt>
    <dgm:pt modelId="{5C651357-F8D0-49B8-B486-4D8C9B5B3B24}" type="pres">
      <dgm:prSet presAssocID="{50463DCF-DB4D-4C81-9823-CCB26F936EB0}" presName="composite" presStyleCnt="0"/>
      <dgm:spPr/>
    </dgm:pt>
    <dgm:pt modelId="{F20FD400-1908-4E5B-9122-CCB11341BF7F}" type="pres">
      <dgm:prSet presAssocID="{50463DCF-DB4D-4C81-9823-CCB26F936EB0}" presName="imgShp" presStyleLbl="fgImgPlace1" presStyleIdx="0" presStyleCnt="4"/>
      <dgm:spPr/>
    </dgm:pt>
    <dgm:pt modelId="{70558479-3D48-4500-9190-42633F690626}" type="pres">
      <dgm:prSet presAssocID="{50463DCF-DB4D-4C81-9823-CCB26F936EB0}" presName="txShp" presStyleLbl="node1" presStyleIdx="0" presStyleCnt="4">
        <dgm:presLayoutVars>
          <dgm:bulletEnabled val="1"/>
        </dgm:presLayoutVars>
      </dgm:prSet>
      <dgm:spPr/>
    </dgm:pt>
    <dgm:pt modelId="{83CEC34C-738F-4469-B09D-F33AF3F49BF6}" type="pres">
      <dgm:prSet presAssocID="{4A764064-FF85-4656-9DCD-7A74A1C1D5FF}" presName="spacing" presStyleCnt="0"/>
      <dgm:spPr/>
    </dgm:pt>
    <dgm:pt modelId="{313697F6-679B-4DCA-99D7-2996102FC39F}" type="pres">
      <dgm:prSet presAssocID="{38C47A11-9BF3-4300-A39B-330E2A3F85C8}" presName="composite" presStyleCnt="0"/>
      <dgm:spPr/>
    </dgm:pt>
    <dgm:pt modelId="{09904A58-385F-43DB-AB27-168E0C72ED13}" type="pres">
      <dgm:prSet presAssocID="{38C47A11-9BF3-4300-A39B-330E2A3F85C8}" presName="imgShp" presStyleLbl="fgImgPlace1" presStyleIdx="1" presStyleCnt="4"/>
      <dgm:spPr/>
    </dgm:pt>
    <dgm:pt modelId="{92A2D16E-CDB3-4A6B-8381-201BE72548B8}" type="pres">
      <dgm:prSet presAssocID="{38C47A11-9BF3-4300-A39B-330E2A3F85C8}" presName="txShp" presStyleLbl="node1" presStyleIdx="1" presStyleCnt="4">
        <dgm:presLayoutVars>
          <dgm:bulletEnabled val="1"/>
        </dgm:presLayoutVars>
      </dgm:prSet>
      <dgm:spPr/>
    </dgm:pt>
    <dgm:pt modelId="{1E0D2278-DE07-4B05-BFF0-4922A46D12F5}" type="pres">
      <dgm:prSet presAssocID="{E4F7CADF-808E-4443-9D98-1D6BD544FE90}" presName="spacing" presStyleCnt="0"/>
      <dgm:spPr/>
    </dgm:pt>
    <dgm:pt modelId="{9DDD472C-4D99-4733-8E1A-B73EC7DF0289}" type="pres">
      <dgm:prSet presAssocID="{4AC78AB7-52F1-4EC4-89ED-7FBE8E3122F0}" presName="composite" presStyleCnt="0"/>
      <dgm:spPr/>
    </dgm:pt>
    <dgm:pt modelId="{7C3997E5-1FDB-4C92-812C-92741F405494}" type="pres">
      <dgm:prSet presAssocID="{4AC78AB7-52F1-4EC4-89ED-7FBE8E3122F0}" presName="imgShp" presStyleLbl="fgImgPlace1" presStyleIdx="2" presStyleCnt="4"/>
      <dgm:spPr/>
    </dgm:pt>
    <dgm:pt modelId="{700929D3-4DBF-4209-8B17-50D3CD3193D4}" type="pres">
      <dgm:prSet presAssocID="{4AC78AB7-52F1-4EC4-89ED-7FBE8E3122F0}" presName="txShp" presStyleLbl="node1" presStyleIdx="2" presStyleCnt="4">
        <dgm:presLayoutVars>
          <dgm:bulletEnabled val="1"/>
        </dgm:presLayoutVars>
      </dgm:prSet>
      <dgm:spPr/>
    </dgm:pt>
    <dgm:pt modelId="{74109558-A6F9-41A9-8B1C-15B8FFBACB91}" type="pres">
      <dgm:prSet presAssocID="{C0DBE040-14FB-4169-BC54-1DAAE0E730FB}" presName="spacing" presStyleCnt="0"/>
      <dgm:spPr/>
    </dgm:pt>
    <dgm:pt modelId="{DACC9BCB-9E5E-474A-9360-7FD663CDC894}" type="pres">
      <dgm:prSet presAssocID="{0390F901-489E-421B-8B91-AB0DB65628F8}" presName="composite" presStyleCnt="0"/>
      <dgm:spPr/>
    </dgm:pt>
    <dgm:pt modelId="{701E874D-3B85-4569-BE1B-BA7A6A65D085}" type="pres">
      <dgm:prSet presAssocID="{0390F901-489E-421B-8B91-AB0DB65628F8}" presName="imgShp" presStyleLbl="fgImgPlace1" presStyleIdx="3" presStyleCnt="4"/>
      <dgm:spPr/>
    </dgm:pt>
    <dgm:pt modelId="{F5BFAFD7-BB3A-4839-B0EB-AEF11A154946}" type="pres">
      <dgm:prSet presAssocID="{0390F901-489E-421B-8B91-AB0DB65628F8}" presName="txShp" presStyleLbl="node1" presStyleIdx="3" presStyleCnt="4">
        <dgm:presLayoutVars>
          <dgm:bulletEnabled val="1"/>
        </dgm:presLayoutVars>
      </dgm:prSet>
      <dgm:spPr/>
    </dgm:pt>
  </dgm:ptLst>
  <dgm:cxnLst>
    <dgm:cxn modelId="{8C867E0E-82D5-4783-B925-8D8A5C9D0748}" type="presOf" srcId="{0390F901-489E-421B-8B91-AB0DB65628F8}" destId="{F5BFAFD7-BB3A-4839-B0EB-AEF11A154946}" srcOrd="0" destOrd="0" presId="urn:microsoft.com/office/officeart/2005/8/layout/vList3"/>
    <dgm:cxn modelId="{A6FCEF13-6123-4747-8195-7429E6B7ABE3}" type="presOf" srcId="{38C47A11-9BF3-4300-A39B-330E2A3F85C8}" destId="{92A2D16E-CDB3-4A6B-8381-201BE72548B8}" srcOrd="0" destOrd="0" presId="urn:microsoft.com/office/officeart/2005/8/layout/vList3"/>
    <dgm:cxn modelId="{1E8B7D15-3BE1-4062-8A07-A72CFC6B89EF}" type="presOf" srcId="{B2BFB700-702D-4BDC-9587-2B2759FB0EA6}" destId="{2A419D74-4669-40AF-A23D-5EED1845325B}" srcOrd="0" destOrd="0" presId="urn:microsoft.com/office/officeart/2005/8/layout/vList3"/>
    <dgm:cxn modelId="{AF7A4A16-6683-4C87-AE35-2EBEDD1D5A76}" srcId="{B2BFB700-702D-4BDC-9587-2B2759FB0EA6}" destId="{38C47A11-9BF3-4300-A39B-330E2A3F85C8}" srcOrd="1" destOrd="0" parTransId="{609148FC-CFD6-4B06-B5D6-8A297A34DF83}" sibTransId="{E4F7CADF-808E-4443-9D98-1D6BD544FE90}"/>
    <dgm:cxn modelId="{0306D9A6-3DC1-4D80-BB1A-0EBAFC2AEEBF}" type="presOf" srcId="{50463DCF-DB4D-4C81-9823-CCB26F936EB0}" destId="{70558479-3D48-4500-9190-42633F690626}" srcOrd="0" destOrd="0" presId="urn:microsoft.com/office/officeart/2005/8/layout/vList3"/>
    <dgm:cxn modelId="{248E8EA9-A228-4C28-9666-A2740DA7ECA9}" srcId="{B2BFB700-702D-4BDC-9587-2B2759FB0EA6}" destId="{4AC78AB7-52F1-4EC4-89ED-7FBE8E3122F0}" srcOrd="2" destOrd="0" parTransId="{10C2D0B3-052E-4AB4-BBFC-E618631F9E42}" sibTransId="{C0DBE040-14FB-4169-BC54-1DAAE0E730FB}"/>
    <dgm:cxn modelId="{64BB44B3-036C-49F7-8129-2ED7777079D4}" srcId="{B2BFB700-702D-4BDC-9587-2B2759FB0EA6}" destId="{50463DCF-DB4D-4C81-9823-CCB26F936EB0}" srcOrd="0" destOrd="0" parTransId="{BAF686F4-DB52-41AC-9610-513231A088C2}" sibTransId="{4A764064-FF85-4656-9DCD-7A74A1C1D5FF}"/>
    <dgm:cxn modelId="{3704C2E6-17EA-4861-834C-0E4B13910635}" srcId="{B2BFB700-702D-4BDC-9587-2B2759FB0EA6}" destId="{0390F901-489E-421B-8B91-AB0DB65628F8}" srcOrd="3" destOrd="0" parTransId="{037388A8-FDB1-46EF-BFC9-2D45CBBCFE2F}" sibTransId="{CB1C3245-C24C-46C4-AE0B-B154C3E02712}"/>
    <dgm:cxn modelId="{B09DEFFB-4426-490D-B8EB-710B11063827}" type="presOf" srcId="{4AC78AB7-52F1-4EC4-89ED-7FBE8E3122F0}" destId="{700929D3-4DBF-4209-8B17-50D3CD3193D4}" srcOrd="0" destOrd="0" presId="urn:microsoft.com/office/officeart/2005/8/layout/vList3"/>
    <dgm:cxn modelId="{E45A424E-236B-4F7C-9D20-9E209A314BBF}" type="presParOf" srcId="{2A419D74-4669-40AF-A23D-5EED1845325B}" destId="{5C651357-F8D0-49B8-B486-4D8C9B5B3B24}" srcOrd="0" destOrd="0" presId="urn:microsoft.com/office/officeart/2005/8/layout/vList3"/>
    <dgm:cxn modelId="{BE6C1F0C-3DEC-4660-B464-33386B623B98}" type="presParOf" srcId="{5C651357-F8D0-49B8-B486-4D8C9B5B3B24}" destId="{F20FD400-1908-4E5B-9122-CCB11341BF7F}" srcOrd="0" destOrd="0" presId="urn:microsoft.com/office/officeart/2005/8/layout/vList3"/>
    <dgm:cxn modelId="{1032A8CB-DE44-4B51-A176-02D1D7014537}" type="presParOf" srcId="{5C651357-F8D0-49B8-B486-4D8C9B5B3B24}" destId="{70558479-3D48-4500-9190-42633F690626}" srcOrd="1" destOrd="0" presId="urn:microsoft.com/office/officeart/2005/8/layout/vList3"/>
    <dgm:cxn modelId="{01619E4C-024F-47FC-ABA1-C4368F75B9C1}" type="presParOf" srcId="{2A419D74-4669-40AF-A23D-5EED1845325B}" destId="{83CEC34C-738F-4469-B09D-F33AF3F49BF6}" srcOrd="1" destOrd="0" presId="urn:microsoft.com/office/officeart/2005/8/layout/vList3"/>
    <dgm:cxn modelId="{FCD7F450-F38A-44AC-8ACD-0668C1E61233}" type="presParOf" srcId="{2A419D74-4669-40AF-A23D-5EED1845325B}" destId="{313697F6-679B-4DCA-99D7-2996102FC39F}" srcOrd="2" destOrd="0" presId="urn:microsoft.com/office/officeart/2005/8/layout/vList3"/>
    <dgm:cxn modelId="{67C3B16D-5292-457D-88EF-2A037AE43025}" type="presParOf" srcId="{313697F6-679B-4DCA-99D7-2996102FC39F}" destId="{09904A58-385F-43DB-AB27-168E0C72ED13}" srcOrd="0" destOrd="0" presId="urn:microsoft.com/office/officeart/2005/8/layout/vList3"/>
    <dgm:cxn modelId="{BEA35434-3A67-4659-B831-F1FE1905B9C9}" type="presParOf" srcId="{313697F6-679B-4DCA-99D7-2996102FC39F}" destId="{92A2D16E-CDB3-4A6B-8381-201BE72548B8}" srcOrd="1" destOrd="0" presId="urn:microsoft.com/office/officeart/2005/8/layout/vList3"/>
    <dgm:cxn modelId="{59049263-55AE-4BAF-A198-6CFF2CC3FD3C}" type="presParOf" srcId="{2A419D74-4669-40AF-A23D-5EED1845325B}" destId="{1E0D2278-DE07-4B05-BFF0-4922A46D12F5}" srcOrd="3" destOrd="0" presId="urn:microsoft.com/office/officeart/2005/8/layout/vList3"/>
    <dgm:cxn modelId="{0150CBAB-4825-4EDE-88D7-ABB129604CD3}" type="presParOf" srcId="{2A419D74-4669-40AF-A23D-5EED1845325B}" destId="{9DDD472C-4D99-4733-8E1A-B73EC7DF0289}" srcOrd="4" destOrd="0" presId="urn:microsoft.com/office/officeart/2005/8/layout/vList3"/>
    <dgm:cxn modelId="{0110D812-DED7-414D-A4A4-9699E718ABAD}" type="presParOf" srcId="{9DDD472C-4D99-4733-8E1A-B73EC7DF0289}" destId="{7C3997E5-1FDB-4C92-812C-92741F405494}" srcOrd="0" destOrd="0" presId="urn:microsoft.com/office/officeart/2005/8/layout/vList3"/>
    <dgm:cxn modelId="{920B0F4B-3EF8-49E6-8F79-D90D841385D6}" type="presParOf" srcId="{9DDD472C-4D99-4733-8E1A-B73EC7DF0289}" destId="{700929D3-4DBF-4209-8B17-50D3CD3193D4}" srcOrd="1" destOrd="0" presId="urn:microsoft.com/office/officeart/2005/8/layout/vList3"/>
    <dgm:cxn modelId="{48573837-CC68-4C0B-A477-44DA0357A07C}" type="presParOf" srcId="{2A419D74-4669-40AF-A23D-5EED1845325B}" destId="{74109558-A6F9-41A9-8B1C-15B8FFBACB91}" srcOrd="5" destOrd="0" presId="urn:microsoft.com/office/officeart/2005/8/layout/vList3"/>
    <dgm:cxn modelId="{55851BBC-8DE6-47E2-BB93-0972AB161CDA}" type="presParOf" srcId="{2A419D74-4669-40AF-A23D-5EED1845325B}" destId="{DACC9BCB-9E5E-474A-9360-7FD663CDC894}" srcOrd="6" destOrd="0" presId="urn:microsoft.com/office/officeart/2005/8/layout/vList3"/>
    <dgm:cxn modelId="{862849E0-277A-494A-B7AF-1B4A22E233FD}" type="presParOf" srcId="{DACC9BCB-9E5E-474A-9360-7FD663CDC894}" destId="{701E874D-3B85-4569-BE1B-BA7A6A65D085}" srcOrd="0" destOrd="0" presId="urn:microsoft.com/office/officeart/2005/8/layout/vList3"/>
    <dgm:cxn modelId="{5800532C-1202-4114-A145-6EB2766640E6}" type="presParOf" srcId="{DACC9BCB-9E5E-474A-9360-7FD663CDC894}" destId="{F5BFAFD7-BB3A-4839-B0EB-AEF11A15494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9A59BEC-5DB7-4D87-B639-5056C84D324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66D7DA0-CF25-4129-943B-A19AA530FBA8}">
      <dgm:prSet/>
      <dgm:spPr/>
      <dgm:t>
        <a:bodyPr/>
        <a:lstStyle/>
        <a:p>
          <a:r>
            <a:rPr lang="uk-UA" b="0" i="0" dirty="0"/>
            <a:t>політичного діяча, історика, засновника Вільної української друкарні в </a:t>
          </a:r>
          <a:r>
            <a:rPr lang="uk-UA" b="0" i="0" dirty="0" err="1"/>
            <a:t>Женеві,видавця</a:t>
          </a:r>
          <a:r>
            <a:rPr lang="uk-UA" b="0" i="0" dirty="0"/>
            <a:t> журналу «Громада».</a:t>
          </a:r>
          <a:endParaRPr lang="uk-UA" dirty="0"/>
        </a:p>
      </dgm:t>
    </dgm:pt>
    <dgm:pt modelId="{A9D0A165-1FCE-4454-BA87-AA1E05E378EC}" type="parTrans" cxnId="{437F9DA7-586C-43A2-946E-067104FF4BEC}">
      <dgm:prSet/>
      <dgm:spPr/>
      <dgm:t>
        <a:bodyPr/>
        <a:lstStyle/>
        <a:p>
          <a:endParaRPr lang="uk-UA"/>
        </a:p>
      </dgm:t>
    </dgm:pt>
    <dgm:pt modelId="{83FEC7B9-547E-4BAA-A5C7-D23A1FE44AFC}" type="sibTrans" cxnId="{437F9DA7-586C-43A2-946E-067104FF4BEC}">
      <dgm:prSet/>
      <dgm:spPr/>
      <dgm:t>
        <a:bodyPr/>
        <a:lstStyle/>
        <a:p>
          <a:endParaRPr lang="uk-UA"/>
        </a:p>
      </dgm:t>
    </dgm:pt>
    <dgm:pt modelId="{59A7ED92-31BE-4F52-8C87-83F5E66D81DA}">
      <dgm:prSet/>
      <dgm:spPr/>
      <dgm:t>
        <a:bodyPr/>
        <a:lstStyle/>
        <a:p>
          <a:r>
            <a:rPr lang="uk-UA" b="0" i="0"/>
            <a:t>історика, голову Історичного товариства Нестора-літописця, одного з ініціаторів заснування першого в Україні історичного журналу «Киевская старина».</a:t>
          </a:r>
          <a:endParaRPr lang="uk-UA"/>
        </a:p>
      </dgm:t>
    </dgm:pt>
    <dgm:pt modelId="{7D8E5881-B0AF-4833-92A2-368A83C79245}" type="parTrans" cxnId="{8C1EF091-6315-456B-94E0-5DA238C63356}">
      <dgm:prSet/>
      <dgm:spPr/>
      <dgm:t>
        <a:bodyPr/>
        <a:lstStyle/>
        <a:p>
          <a:endParaRPr lang="uk-UA"/>
        </a:p>
      </dgm:t>
    </dgm:pt>
    <dgm:pt modelId="{F1FD1500-E9AD-406D-90E0-A87B6B88B23F}" type="sibTrans" cxnId="{8C1EF091-6315-456B-94E0-5DA238C63356}">
      <dgm:prSet/>
      <dgm:spPr/>
      <dgm:t>
        <a:bodyPr/>
        <a:lstStyle/>
        <a:p>
          <a:endParaRPr lang="uk-UA"/>
        </a:p>
      </dgm:t>
    </dgm:pt>
    <dgm:pt modelId="{58B33CE8-E318-47A7-A8F1-85F15CE55A6C}">
      <dgm:prSet/>
      <dgm:spPr/>
      <dgm:t>
        <a:bodyPr/>
        <a:lstStyle/>
        <a:p>
          <a:r>
            <a:rPr lang="uk-UA" b="0" i="0"/>
            <a:t>етнографа, громадського діяча, автора вірша «Ще не вмерла України...».</a:t>
          </a:r>
          <a:endParaRPr lang="uk-UA"/>
        </a:p>
      </dgm:t>
    </dgm:pt>
    <dgm:pt modelId="{CB91DAEC-B960-4303-B9A2-97AA114F741E}" type="parTrans" cxnId="{E37A299C-C958-48EB-893A-AFCE38D2DAFA}">
      <dgm:prSet/>
      <dgm:spPr/>
      <dgm:t>
        <a:bodyPr/>
        <a:lstStyle/>
        <a:p>
          <a:endParaRPr lang="uk-UA"/>
        </a:p>
      </dgm:t>
    </dgm:pt>
    <dgm:pt modelId="{031D0C21-05DC-4492-BB3C-C9DBCBFAC4E7}" type="sibTrans" cxnId="{E37A299C-C958-48EB-893A-AFCE38D2DAFA}">
      <dgm:prSet/>
      <dgm:spPr/>
      <dgm:t>
        <a:bodyPr/>
        <a:lstStyle/>
        <a:p>
          <a:endParaRPr lang="uk-UA"/>
        </a:p>
      </dgm:t>
    </dgm:pt>
    <dgm:pt modelId="{A3546C73-022D-4279-A84A-DCD9CBFF128F}">
      <dgm:prSet/>
      <dgm:spPr/>
      <dgm:t>
        <a:bodyPr/>
        <a:lstStyle/>
        <a:p>
          <a:r>
            <a:rPr lang="uk-UA" b="0" i="0" dirty="0"/>
            <a:t>історика, професора Київського університету, автора праць з історії козацької України, члена Кирило-Мефодіївського братства.</a:t>
          </a:r>
          <a:endParaRPr lang="uk-UA" dirty="0"/>
        </a:p>
      </dgm:t>
    </dgm:pt>
    <dgm:pt modelId="{D3A7DE8A-270B-44F0-B63B-B4E9A0DF5BBC}" type="parTrans" cxnId="{85BA6866-A754-4B9C-8B66-B829111874A1}">
      <dgm:prSet/>
      <dgm:spPr/>
      <dgm:t>
        <a:bodyPr/>
        <a:lstStyle/>
        <a:p>
          <a:endParaRPr lang="uk-UA"/>
        </a:p>
      </dgm:t>
    </dgm:pt>
    <dgm:pt modelId="{107637C6-DE7E-4272-922D-790FC2D15972}" type="sibTrans" cxnId="{85BA6866-A754-4B9C-8B66-B829111874A1}">
      <dgm:prSet/>
      <dgm:spPr/>
      <dgm:t>
        <a:bodyPr/>
        <a:lstStyle/>
        <a:p>
          <a:endParaRPr lang="uk-UA"/>
        </a:p>
      </dgm:t>
    </dgm:pt>
    <dgm:pt modelId="{C90C93C8-61C4-4B6C-90B2-93296495BB95}" type="pres">
      <dgm:prSet presAssocID="{99A59BEC-5DB7-4D87-B639-5056C84D324E}" presName="linear" presStyleCnt="0">
        <dgm:presLayoutVars>
          <dgm:animLvl val="lvl"/>
          <dgm:resizeHandles val="exact"/>
        </dgm:presLayoutVars>
      </dgm:prSet>
      <dgm:spPr/>
    </dgm:pt>
    <dgm:pt modelId="{97A8E447-B86B-4D39-8AF6-D91381044283}" type="pres">
      <dgm:prSet presAssocID="{366D7DA0-CF25-4129-943B-A19AA530FBA8}" presName="parentText" presStyleLbl="node1" presStyleIdx="0" presStyleCnt="4">
        <dgm:presLayoutVars>
          <dgm:chMax val="0"/>
          <dgm:bulletEnabled val="1"/>
        </dgm:presLayoutVars>
      </dgm:prSet>
      <dgm:spPr/>
    </dgm:pt>
    <dgm:pt modelId="{000C2780-8021-4D20-AB93-6E58E2BDA0C6}" type="pres">
      <dgm:prSet presAssocID="{83FEC7B9-547E-4BAA-A5C7-D23A1FE44AFC}" presName="spacer" presStyleCnt="0"/>
      <dgm:spPr/>
    </dgm:pt>
    <dgm:pt modelId="{7BA78D59-41B4-41F5-A772-C65686900E31}" type="pres">
      <dgm:prSet presAssocID="{59A7ED92-31BE-4F52-8C87-83F5E66D81DA}" presName="parentText" presStyleLbl="node1" presStyleIdx="1" presStyleCnt="4">
        <dgm:presLayoutVars>
          <dgm:chMax val="0"/>
          <dgm:bulletEnabled val="1"/>
        </dgm:presLayoutVars>
      </dgm:prSet>
      <dgm:spPr/>
    </dgm:pt>
    <dgm:pt modelId="{853C1FDE-33F1-41A6-8EDF-857300AE5509}" type="pres">
      <dgm:prSet presAssocID="{F1FD1500-E9AD-406D-90E0-A87B6B88B23F}" presName="spacer" presStyleCnt="0"/>
      <dgm:spPr/>
    </dgm:pt>
    <dgm:pt modelId="{0104AA01-41AC-489F-A686-50BE779B9488}" type="pres">
      <dgm:prSet presAssocID="{58B33CE8-E318-47A7-A8F1-85F15CE55A6C}" presName="parentText" presStyleLbl="node1" presStyleIdx="2" presStyleCnt="4">
        <dgm:presLayoutVars>
          <dgm:chMax val="0"/>
          <dgm:bulletEnabled val="1"/>
        </dgm:presLayoutVars>
      </dgm:prSet>
      <dgm:spPr/>
    </dgm:pt>
    <dgm:pt modelId="{E187A56B-BF43-4635-BEC4-FEEACE30E17D}" type="pres">
      <dgm:prSet presAssocID="{031D0C21-05DC-4492-BB3C-C9DBCBFAC4E7}" presName="spacer" presStyleCnt="0"/>
      <dgm:spPr/>
    </dgm:pt>
    <dgm:pt modelId="{6CEB3BAC-F12F-4701-87B4-9A1FD4DFBE9B}" type="pres">
      <dgm:prSet presAssocID="{A3546C73-022D-4279-A84A-DCD9CBFF128F}" presName="parentText" presStyleLbl="node1" presStyleIdx="3" presStyleCnt="4">
        <dgm:presLayoutVars>
          <dgm:chMax val="0"/>
          <dgm:bulletEnabled val="1"/>
        </dgm:presLayoutVars>
      </dgm:prSet>
      <dgm:spPr/>
    </dgm:pt>
  </dgm:ptLst>
  <dgm:cxnLst>
    <dgm:cxn modelId="{77D4962D-D666-45BB-BE3D-CDC9D4560540}" type="presOf" srcId="{58B33CE8-E318-47A7-A8F1-85F15CE55A6C}" destId="{0104AA01-41AC-489F-A686-50BE779B9488}" srcOrd="0" destOrd="0" presId="urn:microsoft.com/office/officeart/2005/8/layout/vList2"/>
    <dgm:cxn modelId="{85BA6866-A754-4B9C-8B66-B829111874A1}" srcId="{99A59BEC-5DB7-4D87-B639-5056C84D324E}" destId="{A3546C73-022D-4279-A84A-DCD9CBFF128F}" srcOrd="3" destOrd="0" parTransId="{D3A7DE8A-270B-44F0-B63B-B4E9A0DF5BBC}" sibTransId="{107637C6-DE7E-4272-922D-790FC2D15972}"/>
    <dgm:cxn modelId="{BF990558-02EF-4612-B967-A7CE70ED74A4}" type="presOf" srcId="{366D7DA0-CF25-4129-943B-A19AA530FBA8}" destId="{97A8E447-B86B-4D39-8AF6-D91381044283}" srcOrd="0" destOrd="0" presId="urn:microsoft.com/office/officeart/2005/8/layout/vList2"/>
    <dgm:cxn modelId="{90744587-1E3B-4DB8-963E-0258B77F03FF}" type="presOf" srcId="{59A7ED92-31BE-4F52-8C87-83F5E66D81DA}" destId="{7BA78D59-41B4-41F5-A772-C65686900E31}" srcOrd="0" destOrd="0" presId="urn:microsoft.com/office/officeart/2005/8/layout/vList2"/>
    <dgm:cxn modelId="{8C1EF091-6315-456B-94E0-5DA238C63356}" srcId="{99A59BEC-5DB7-4D87-B639-5056C84D324E}" destId="{59A7ED92-31BE-4F52-8C87-83F5E66D81DA}" srcOrd="1" destOrd="0" parTransId="{7D8E5881-B0AF-4833-92A2-368A83C79245}" sibTransId="{F1FD1500-E9AD-406D-90E0-A87B6B88B23F}"/>
    <dgm:cxn modelId="{D31FB499-7779-46F6-AFEF-164FA356653F}" type="presOf" srcId="{99A59BEC-5DB7-4D87-B639-5056C84D324E}" destId="{C90C93C8-61C4-4B6C-90B2-93296495BB95}" srcOrd="0" destOrd="0" presId="urn:microsoft.com/office/officeart/2005/8/layout/vList2"/>
    <dgm:cxn modelId="{E37A299C-C958-48EB-893A-AFCE38D2DAFA}" srcId="{99A59BEC-5DB7-4D87-B639-5056C84D324E}" destId="{58B33CE8-E318-47A7-A8F1-85F15CE55A6C}" srcOrd="2" destOrd="0" parTransId="{CB91DAEC-B960-4303-B9A2-97AA114F741E}" sibTransId="{031D0C21-05DC-4492-BB3C-C9DBCBFAC4E7}"/>
    <dgm:cxn modelId="{437F9DA7-586C-43A2-946E-067104FF4BEC}" srcId="{99A59BEC-5DB7-4D87-B639-5056C84D324E}" destId="{366D7DA0-CF25-4129-943B-A19AA530FBA8}" srcOrd="0" destOrd="0" parTransId="{A9D0A165-1FCE-4454-BA87-AA1E05E378EC}" sibTransId="{83FEC7B9-547E-4BAA-A5C7-D23A1FE44AFC}"/>
    <dgm:cxn modelId="{1F419BFC-9751-45E4-AC1B-56F1836E96C4}" type="presOf" srcId="{A3546C73-022D-4279-A84A-DCD9CBFF128F}" destId="{6CEB3BAC-F12F-4701-87B4-9A1FD4DFBE9B}" srcOrd="0" destOrd="0" presId="urn:microsoft.com/office/officeart/2005/8/layout/vList2"/>
    <dgm:cxn modelId="{C6CAF099-998E-476F-91F2-AFEAC431B993}" type="presParOf" srcId="{C90C93C8-61C4-4B6C-90B2-93296495BB95}" destId="{97A8E447-B86B-4D39-8AF6-D91381044283}" srcOrd="0" destOrd="0" presId="urn:microsoft.com/office/officeart/2005/8/layout/vList2"/>
    <dgm:cxn modelId="{87F4C9DB-7001-4670-8616-A3CECA1EC03D}" type="presParOf" srcId="{C90C93C8-61C4-4B6C-90B2-93296495BB95}" destId="{000C2780-8021-4D20-AB93-6E58E2BDA0C6}" srcOrd="1" destOrd="0" presId="urn:microsoft.com/office/officeart/2005/8/layout/vList2"/>
    <dgm:cxn modelId="{BA1C13BB-B213-47B7-9331-6F8A702A1B05}" type="presParOf" srcId="{C90C93C8-61C4-4B6C-90B2-93296495BB95}" destId="{7BA78D59-41B4-41F5-A772-C65686900E31}" srcOrd="2" destOrd="0" presId="urn:microsoft.com/office/officeart/2005/8/layout/vList2"/>
    <dgm:cxn modelId="{A288E54A-EB0C-4129-868D-E0344B292464}" type="presParOf" srcId="{C90C93C8-61C4-4B6C-90B2-93296495BB95}" destId="{853C1FDE-33F1-41A6-8EDF-857300AE5509}" srcOrd="3" destOrd="0" presId="urn:microsoft.com/office/officeart/2005/8/layout/vList2"/>
    <dgm:cxn modelId="{9A91D5EE-F494-4D73-9D0C-F0B15D165AAE}" type="presParOf" srcId="{C90C93C8-61C4-4B6C-90B2-93296495BB95}" destId="{0104AA01-41AC-489F-A686-50BE779B9488}" srcOrd="4" destOrd="0" presId="urn:microsoft.com/office/officeart/2005/8/layout/vList2"/>
    <dgm:cxn modelId="{36627A8F-705F-4528-828A-8A28757744B2}" type="presParOf" srcId="{C90C93C8-61C4-4B6C-90B2-93296495BB95}" destId="{E187A56B-BF43-4635-BEC4-FEEACE30E17D}" srcOrd="5" destOrd="0" presId="urn:microsoft.com/office/officeart/2005/8/layout/vList2"/>
    <dgm:cxn modelId="{7371EA8C-0B00-43DF-A329-CECD709D1C00}" type="presParOf" srcId="{C90C93C8-61C4-4B6C-90B2-93296495BB95}" destId="{6CEB3BAC-F12F-4701-87B4-9A1FD4DFBE9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6CA3B6A-64C0-4303-82B4-0102DEE10A4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D5594B2-CC0B-4FDE-A026-7A7831D99403}">
      <dgm:prSet/>
      <dgm:spPr/>
      <dgm:t>
        <a:bodyPr/>
        <a:lstStyle/>
        <a:p>
          <a:r>
            <a:rPr lang="uk-UA" b="0" i="1" dirty="0"/>
            <a:t>«Перлини народного мелосу («Щедрик») у його хорових композиціях набули нового звучання. Вирізняючись природністю руху голосів, ювелірною шліфовкою деталей, вони й донині є цікавими інтерпретаціями українських пісень...»</a:t>
          </a:r>
          <a:endParaRPr lang="uk-UA" dirty="0"/>
        </a:p>
      </dgm:t>
    </dgm:pt>
    <dgm:pt modelId="{6FF083D0-D389-4A4F-831A-8365E93B8F1F}" type="parTrans" cxnId="{4AF7BA53-550F-4ED4-9E1C-33A7E9F0D29E}">
      <dgm:prSet/>
      <dgm:spPr/>
      <dgm:t>
        <a:bodyPr/>
        <a:lstStyle/>
        <a:p>
          <a:endParaRPr lang="uk-UA"/>
        </a:p>
      </dgm:t>
    </dgm:pt>
    <dgm:pt modelId="{CCFB89D4-0C1D-4A4E-8494-99DD63725A34}" type="sibTrans" cxnId="{4AF7BA53-550F-4ED4-9E1C-33A7E9F0D29E}">
      <dgm:prSet/>
      <dgm:spPr/>
      <dgm:t>
        <a:bodyPr/>
        <a:lstStyle/>
        <a:p>
          <a:endParaRPr lang="uk-UA"/>
        </a:p>
      </dgm:t>
    </dgm:pt>
    <dgm:pt modelId="{EEBC8C47-2ADD-4261-9173-9EBB94D91039}">
      <dgm:prSet/>
      <dgm:spPr/>
      <dgm:t>
        <a:bodyPr/>
        <a:lstStyle/>
        <a:p>
          <a:r>
            <a:rPr lang="uk-UA" b="0" i="1"/>
            <a:t>«Значення його мистецтва для української музики таке саме, як Глінки для росіян, Шопена для поляків, Сметани для чехів чи Гріга для норвежців. Бо крім «Запорожця за Дунаєм» справді мистецької музики до нього не було...»</a:t>
          </a:r>
          <a:endParaRPr lang="uk-UA"/>
        </a:p>
      </dgm:t>
    </dgm:pt>
    <dgm:pt modelId="{3C43D91D-5CCD-4EF7-A0D4-4F724BE6C06D}" type="parTrans" cxnId="{DA9D6A6A-1452-4E21-8D8B-8DF3C6FF1A4E}">
      <dgm:prSet/>
      <dgm:spPr/>
      <dgm:t>
        <a:bodyPr/>
        <a:lstStyle/>
        <a:p>
          <a:endParaRPr lang="uk-UA"/>
        </a:p>
      </dgm:t>
    </dgm:pt>
    <dgm:pt modelId="{351AC457-B97E-4697-AC09-56C24C5A21B4}" type="sibTrans" cxnId="{DA9D6A6A-1452-4E21-8D8B-8DF3C6FF1A4E}">
      <dgm:prSet/>
      <dgm:spPr/>
      <dgm:t>
        <a:bodyPr/>
        <a:lstStyle/>
        <a:p>
          <a:endParaRPr lang="uk-UA"/>
        </a:p>
      </dgm:t>
    </dgm:pt>
    <dgm:pt modelId="{5F562975-07D8-46D5-BAE2-80243746CDC5}">
      <dgm:prSet/>
      <dgm:spPr/>
      <dgm:t>
        <a:bodyPr/>
        <a:lstStyle/>
        <a:p>
          <a:r>
            <a:rPr lang="uk-UA" b="0" i="1"/>
            <a:t>«Будучи одним із основоположників модернізму в музиці, не залишав поза увагою й народну тематику, створюючи як обробки українських пісень для голосу з фортепіано, так і вишукані романси на слова давніх китайських поетів...»</a:t>
          </a:r>
          <a:endParaRPr lang="uk-UA"/>
        </a:p>
      </dgm:t>
    </dgm:pt>
    <dgm:pt modelId="{C846A320-9445-4BD5-8FD9-F6F6249CE4EF}" type="parTrans" cxnId="{3EAC8EBA-CFD9-4868-98FC-1D0D738E4AC4}">
      <dgm:prSet/>
      <dgm:spPr/>
      <dgm:t>
        <a:bodyPr/>
        <a:lstStyle/>
        <a:p>
          <a:endParaRPr lang="uk-UA"/>
        </a:p>
      </dgm:t>
    </dgm:pt>
    <dgm:pt modelId="{1DD653F1-19F6-48E2-8F86-D2A6248D9DB6}" type="sibTrans" cxnId="{3EAC8EBA-CFD9-4868-98FC-1D0D738E4AC4}">
      <dgm:prSet/>
      <dgm:spPr/>
      <dgm:t>
        <a:bodyPr/>
        <a:lstStyle/>
        <a:p>
          <a:endParaRPr lang="uk-UA"/>
        </a:p>
      </dgm:t>
    </dgm:pt>
    <dgm:pt modelId="{CDCB99CF-A7A0-4F7E-99DC-4929AF2D9A81}">
      <dgm:prSet/>
      <dgm:spPr/>
      <dgm:t>
        <a:bodyPr/>
        <a:lstStyle/>
        <a:p>
          <a:r>
            <a:rPr lang="uk-UA" b="0" i="1" dirty="0"/>
            <a:t>«Втілюючи у своїй творчості риси італійської («</a:t>
          </a:r>
          <a:r>
            <a:rPr lang="uk-UA" b="0" i="1" dirty="0" err="1"/>
            <a:t>Алкід</a:t>
          </a:r>
          <a:r>
            <a:rPr lang="uk-UA" b="0" i="1" dirty="0"/>
            <a:t>») та французької («Свято сеньйора») опер, органічно поєднуючи діалоги, балетні та водевільні сцени, йому вдалося перетворити оперу на мистецтво широкого діапазону почуттів...»</a:t>
          </a:r>
          <a:endParaRPr lang="uk-UA" dirty="0"/>
        </a:p>
      </dgm:t>
    </dgm:pt>
    <dgm:pt modelId="{4382C9E7-D258-45B5-A545-1E95FF93BFD1}" type="parTrans" cxnId="{199058E7-C641-4FC2-B850-62BC4078D98F}">
      <dgm:prSet/>
      <dgm:spPr/>
      <dgm:t>
        <a:bodyPr/>
        <a:lstStyle/>
        <a:p>
          <a:endParaRPr lang="uk-UA"/>
        </a:p>
      </dgm:t>
    </dgm:pt>
    <dgm:pt modelId="{BB4C754C-ACBB-4312-95F1-44EC36FA8AE2}" type="sibTrans" cxnId="{199058E7-C641-4FC2-B850-62BC4078D98F}">
      <dgm:prSet/>
      <dgm:spPr/>
      <dgm:t>
        <a:bodyPr/>
        <a:lstStyle/>
        <a:p>
          <a:endParaRPr lang="uk-UA"/>
        </a:p>
      </dgm:t>
    </dgm:pt>
    <dgm:pt modelId="{4207BE7A-0A34-419C-A92F-73D27AFAC94B}" type="pres">
      <dgm:prSet presAssocID="{66CA3B6A-64C0-4303-82B4-0102DEE10A4D}" presName="linear" presStyleCnt="0">
        <dgm:presLayoutVars>
          <dgm:animLvl val="lvl"/>
          <dgm:resizeHandles val="exact"/>
        </dgm:presLayoutVars>
      </dgm:prSet>
      <dgm:spPr/>
    </dgm:pt>
    <dgm:pt modelId="{1B6634E0-BBC0-422F-9B95-045842D477C6}" type="pres">
      <dgm:prSet presAssocID="{FD5594B2-CC0B-4FDE-A026-7A7831D99403}" presName="parentText" presStyleLbl="node1" presStyleIdx="0" presStyleCnt="4">
        <dgm:presLayoutVars>
          <dgm:chMax val="0"/>
          <dgm:bulletEnabled val="1"/>
        </dgm:presLayoutVars>
      </dgm:prSet>
      <dgm:spPr/>
    </dgm:pt>
    <dgm:pt modelId="{7853389F-5A8F-49EB-97A1-897BD6DF303C}" type="pres">
      <dgm:prSet presAssocID="{CCFB89D4-0C1D-4A4E-8494-99DD63725A34}" presName="spacer" presStyleCnt="0"/>
      <dgm:spPr/>
    </dgm:pt>
    <dgm:pt modelId="{EBE77998-CE19-41DA-A39D-52B77BD916E5}" type="pres">
      <dgm:prSet presAssocID="{EEBC8C47-2ADD-4261-9173-9EBB94D91039}" presName="parentText" presStyleLbl="node1" presStyleIdx="1" presStyleCnt="4">
        <dgm:presLayoutVars>
          <dgm:chMax val="0"/>
          <dgm:bulletEnabled val="1"/>
        </dgm:presLayoutVars>
      </dgm:prSet>
      <dgm:spPr/>
    </dgm:pt>
    <dgm:pt modelId="{DE36A5FD-17BA-4D82-B71E-2F53067BC575}" type="pres">
      <dgm:prSet presAssocID="{351AC457-B97E-4697-AC09-56C24C5A21B4}" presName="spacer" presStyleCnt="0"/>
      <dgm:spPr/>
    </dgm:pt>
    <dgm:pt modelId="{4C4AAD2A-8434-43D4-9FCE-16948C3955EF}" type="pres">
      <dgm:prSet presAssocID="{5F562975-07D8-46D5-BAE2-80243746CDC5}" presName="parentText" presStyleLbl="node1" presStyleIdx="2" presStyleCnt="4">
        <dgm:presLayoutVars>
          <dgm:chMax val="0"/>
          <dgm:bulletEnabled val="1"/>
        </dgm:presLayoutVars>
      </dgm:prSet>
      <dgm:spPr/>
    </dgm:pt>
    <dgm:pt modelId="{6DA5EFD7-C792-481A-810B-AB80B63A9620}" type="pres">
      <dgm:prSet presAssocID="{1DD653F1-19F6-48E2-8F86-D2A6248D9DB6}" presName="spacer" presStyleCnt="0"/>
      <dgm:spPr/>
    </dgm:pt>
    <dgm:pt modelId="{5C21FD87-96AF-460F-BC95-049615377DE8}" type="pres">
      <dgm:prSet presAssocID="{CDCB99CF-A7A0-4F7E-99DC-4929AF2D9A81}" presName="parentText" presStyleLbl="node1" presStyleIdx="3" presStyleCnt="4">
        <dgm:presLayoutVars>
          <dgm:chMax val="0"/>
          <dgm:bulletEnabled val="1"/>
        </dgm:presLayoutVars>
      </dgm:prSet>
      <dgm:spPr/>
    </dgm:pt>
  </dgm:ptLst>
  <dgm:cxnLst>
    <dgm:cxn modelId="{DA9D6A6A-1452-4E21-8D8B-8DF3C6FF1A4E}" srcId="{66CA3B6A-64C0-4303-82B4-0102DEE10A4D}" destId="{EEBC8C47-2ADD-4261-9173-9EBB94D91039}" srcOrd="1" destOrd="0" parTransId="{3C43D91D-5CCD-4EF7-A0D4-4F724BE6C06D}" sibTransId="{351AC457-B97E-4697-AC09-56C24C5A21B4}"/>
    <dgm:cxn modelId="{4AF7BA53-550F-4ED4-9E1C-33A7E9F0D29E}" srcId="{66CA3B6A-64C0-4303-82B4-0102DEE10A4D}" destId="{FD5594B2-CC0B-4FDE-A026-7A7831D99403}" srcOrd="0" destOrd="0" parTransId="{6FF083D0-D389-4A4F-831A-8365E93B8F1F}" sibTransId="{CCFB89D4-0C1D-4A4E-8494-99DD63725A34}"/>
    <dgm:cxn modelId="{35A12483-EC64-464E-84A8-B6D354C0ABCA}" type="presOf" srcId="{66CA3B6A-64C0-4303-82B4-0102DEE10A4D}" destId="{4207BE7A-0A34-419C-A92F-73D27AFAC94B}" srcOrd="0" destOrd="0" presId="urn:microsoft.com/office/officeart/2005/8/layout/vList2"/>
    <dgm:cxn modelId="{8ED993A7-EB49-4DEB-B55A-5A09C1A6C5DB}" type="presOf" srcId="{5F562975-07D8-46D5-BAE2-80243746CDC5}" destId="{4C4AAD2A-8434-43D4-9FCE-16948C3955EF}" srcOrd="0" destOrd="0" presId="urn:microsoft.com/office/officeart/2005/8/layout/vList2"/>
    <dgm:cxn modelId="{3EAC8EBA-CFD9-4868-98FC-1D0D738E4AC4}" srcId="{66CA3B6A-64C0-4303-82B4-0102DEE10A4D}" destId="{5F562975-07D8-46D5-BAE2-80243746CDC5}" srcOrd="2" destOrd="0" parTransId="{C846A320-9445-4BD5-8FD9-F6F6249CE4EF}" sibTransId="{1DD653F1-19F6-48E2-8F86-D2A6248D9DB6}"/>
    <dgm:cxn modelId="{61F6DCD5-2C23-4622-A9EA-C7D40545F694}" type="presOf" srcId="{FD5594B2-CC0B-4FDE-A026-7A7831D99403}" destId="{1B6634E0-BBC0-422F-9B95-045842D477C6}" srcOrd="0" destOrd="0" presId="urn:microsoft.com/office/officeart/2005/8/layout/vList2"/>
    <dgm:cxn modelId="{199058E7-C641-4FC2-B850-62BC4078D98F}" srcId="{66CA3B6A-64C0-4303-82B4-0102DEE10A4D}" destId="{CDCB99CF-A7A0-4F7E-99DC-4929AF2D9A81}" srcOrd="3" destOrd="0" parTransId="{4382C9E7-D258-45B5-A545-1E95FF93BFD1}" sibTransId="{BB4C754C-ACBB-4312-95F1-44EC36FA8AE2}"/>
    <dgm:cxn modelId="{D636FDE9-94F1-45CC-AB91-3F02ECCD2806}" type="presOf" srcId="{CDCB99CF-A7A0-4F7E-99DC-4929AF2D9A81}" destId="{5C21FD87-96AF-460F-BC95-049615377DE8}" srcOrd="0" destOrd="0" presId="urn:microsoft.com/office/officeart/2005/8/layout/vList2"/>
    <dgm:cxn modelId="{DD1691F1-50AD-488A-9E89-8C37D061FE92}" type="presOf" srcId="{EEBC8C47-2ADD-4261-9173-9EBB94D91039}" destId="{EBE77998-CE19-41DA-A39D-52B77BD916E5}" srcOrd="0" destOrd="0" presId="urn:microsoft.com/office/officeart/2005/8/layout/vList2"/>
    <dgm:cxn modelId="{46A81E72-54AB-4070-AB25-9BBB71E58119}" type="presParOf" srcId="{4207BE7A-0A34-419C-A92F-73D27AFAC94B}" destId="{1B6634E0-BBC0-422F-9B95-045842D477C6}" srcOrd="0" destOrd="0" presId="urn:microsoft.com/office/officeart/2005/8/layout/vList2"/>
    <dgm:cxn modelId="{C8294F35-C874-4A1D-8862-F775E769E7E5}" type="presParOf" srcId="{4207BE7A-0A34-419C-A92F-73D27AFAC94B}" destId="{7853389F-5A8F-49EB-97A1-897BD6DF303C}" srcOrd="1" destOrd="0" presId="urn:microsoft.com/office/officeart/2005/8/layout/vList2"/>
    <dgm:cxn modelId="{4E758DA2-848A-4426-B001-355F8E0A7544}" type="presParOf" srcId="{4207BE7A-0A34-419C-A92F-73D27AFAC94B}" destId="{EBE77998-CE19-41DA-A39D-52B77BD916E5}" srcOrd="2" destOrd="0" presId="urn:microsoft.com/office/officeart/2005/8/layout/vList2"/>
    <dgm:cxn modelId="{9B43B146-FEEB-42E3-89DD-DA623FA55D9D}" type="presParOf" srcId="{4207BE7A-0A34-419C-A92F-73D27AFAC94B}" destId="{DE36A5FD-17BA-4D82-B71E-2F53067BC575}" srcOrd="3" destOrd="0" presId="urn:microsoft.com/office/officeart/2005/8/layout/vList2"/>
    <dgm:cxn modelId="{0B9552F1-D47B-4E2A-8CD3-4834403F268E}" type="presParOf" srcId="{4207BE7A-0A34-419C-A92F-73D27AFAC94B}" destId="{4C4AAD2A-8434-43D4-9FCE-16948C3955EF}" srcOrd="4" destOrd="0" presId="urn:microsoft.com/office/officeart/2005/8/layout/vList2"/>
    <dgm:cxn modelId="{0E4DF5E1-7782-4A80-A4A6-51068A45F515}" type="presParOf" srcId="{4207BE7A-0A34-419C-A92F-73D27AFAC94B}" destId="{6DA5EFD7-C792-481A-810B-AB80B63A9620}" srcOrd="5" destOrd="0" presId="urn:microsoft.com/office/officeart/2005/8/layout/vList2"/>
    <dgm:cxn modelId="{979017E8-032E-4130-9A56-4E7F85486372}" type="presParOf" srcId="{4207BE7A-0A34-419C-A92F-73D27AFAC94B}" destId="{5C21FD87-96AF-460F-BC95-049615377DE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7B5A4C9E-49D1-4DC2-B048-485B714DCBB4}"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A8D8659F-8477-40ED-8935-E2E7E2842A68}">
      <dgm:prSet/>
      <dgm:spPr/>
      <dgm:t>
        <a:bodyPr/>
        <a:lstStyle/>
        <a:p>
          <a:r>
            <a:rPr lang="ru-RU" b="0" i="0" dirty="0"/>
            <a:t>«Основа».</a:t>
          </a:r>
          <a:endParaRPr lang="uk-UA" dirty="0"/>
        </a:p>
      </dgm:t>
    </dgm:pt>
    <dgm:pt modelId="{F1955537-903B-411E-8871-68058ACE85D8}" type="parTrans" cxnId="{283CFCE3-2460-4A95-9B88-70521AADF45A}">
      <dgm:prSet/>
      <dgm:spPr/>
      <dgm:t>
        <a:bodyPr/>
        <a:lstStyle/>
        <a:p>
          <a:endParaRPr lang="uk-UA"/>
        </a:p>
      </dgm:t>
    </dgm:pt>
    <dgm:pt modelId="{19A4B5B9-1306-4EB0-B37B-C08F27A1E968}" type="sibTrans" cxnId="{283CFCE3-2460-4A95-9B88-70521AADF45A}">
      <dgm:prSet/>
      <dgm:spPr/>
      <dgm:t>
        <a:bodyPr/>
        <a:lstStyle/>
        <a:p>
          <a:endParaRPr lang="uk-UA"/>
        </a:p>
      </dgm:t>
    </dgm:pt>
    <dgm:pt modelId="{B288E015-2752-4079-9196-5994F444826B}">
      <dgm:prSet/>
      <dgm:spPr/>
      <dgm:t>
        <a:bodyPr/>
        <a:lstStyle/>
        <a:p>
          <a:r>
            <a:rPr lang="ru-RU" b="0" i="0" dirty="0"/>
            <a:t>«Киевская старина».</a:t>
          </a:r>
          <a:endParaRPr lang="uk-UA" dirty="0"/>
        </a:p>
      </dgm:t>
    </dgm:pt>
    <dgm:pt modelId="{AEF86B74-2042-40F8-B45A-44D666EBC1B9}" type="parTrans" cxnId="{89478A82-0166-4F06-9790-3428A306E62B}">
      <dgm:prSet/>
      <dgm:spPr/>
      <dgm:t>
        <a:bodyPr/>
        <a:lstStyle/>
        <a:p>
          <a:endParaRPr lang="uk-UA"/>
        </a:p>
      </dgm:t>
    </dgm:pt>
    <dgm:pt modelId="{BDC31E43-87AE-4EAC-9EA2-4B0AB4971936}" type="sibTrans" cxnId="{89478A82-0166-4F06-9790-3428A306E62B}">
      <dgm:prSet/>
      <dgm:spPr/>
      <dgm:t>
        <a:bodyPr/>
        <a:lstStyle/>
        <a:p>
          <a:endParaRPr lang="uk-UA"/>
        </a:p>
      </dgm:t>
    </dgm:pt>
    <dgm:pt modelId="{1BCF997C-0D18-4B45-80C2-DBEEB6CF8F9B}">
      <dgm:prSet/>
      <dgm:spPr/>
      <dgm:t>
        <a:bodyPr/>
        <a:lstStyle/>
        <a:p>
          <a:r>
            <a:rPr lang="ru-RU" b="0" i="0"/>
            <a:t>«Громада».</a:t>
          </a:r>
          <a:endParaRPr lang="uk-UA"/>
        </a:p>
      </dgm:t>
    </dgm:pt>
    <dgm:pt modelId="{E0F0EAA4-28FC-4F0C-A4D6-09649487CCEE}" type="parTrans" cxnId="{DACE67B4-B419-49AC-812C-E878C55B45E3}">
      <dgm:prSet/>
      <dgm:spPr/>
      <dgm:t>
        <a:bodyPr/>
        <a:lstStyle/>
        <a:p>
          <a:endParaRPr lang="uk-UA"/>
        </a:p>
      </dgm:t>
    </dgm:pt>
    <dgm:pt modelId="{BC5DED56-56F0-4AF6-BB1B-8137DE182FDF}" type="sibTrans" cxnId="{DACE67B4-B419-49AC-812C-E878C55B45E3}">
      <dgm:prSet/>
      <dgm:spPr/>
      <dgm:t>
        <a:bodyPr/>
        <a:lstStyle/>
        <a:p>
          <a:endParaRPr lang="uk-UA"/>
        </a:p>
      </dgm:t>
    </dgm:pt>
    <dgm:pt modelId="{BE57C4D6-F4F1-4E4F-BE06-AE90292932FD}">
      <dgm:prSet/>
      <dgm:spPr/>
      <dgm:t>
        <a:bodyPr/>
        <a:lstStyle/>
        <a:p>
          <a:r>
            <a:rPr lang="ru-RU" b="0" i="0" dirty="0"/>
            <a:t>«Русалка </a:t>
          </a:r>
          <a:r>
            <a:rPr lang="ru-RU" b="0" i="0" dirty="0" err="1"/>
            <a:t>Дністровая</a:t>
          </a:r>
          <a:r>
            <a:rPr lang="ru-RU" b="0" i="0" dirty="0"/>
            <a:t>»</a:t>
          </a:r>
          <a:endParaRPr lang="uk-UA" dirty="0"/>
        </a:p>
      </dgm:t>
    </dgm:pt>
    <dgm:pt modelId="{1F87172C-2FBD-4050-AC06-47DDC05B395F}" type="parTrans" cxnId="{4478A4F8-80A1-47A9-9220-C4A41055449D}">
      <dgm:prSet/>
      <dgm:spPr/>
      <dgm:t>
        <a:bodyPr/>
        <a:lstStyle/>
        <a:p>
          <a:endParaRPr lang="uk-UA"/>
        </a:p>
      </dgm:t>
    </dgm:pt>
    <dgm:pt modelId="{9B074994-5D49-4153-BB66-A9AF06BD76E9}" type="sibTrans" cxnId="{4478A4F8-80A1-47A9-9220-C4A41055449D}">
      <dgm:prSet/>
      <dgm:spPr/>
      <dgm:t>
        <a:bodyPr/>
        <a:lstStyle/>
        <a:p>
          <a:endParaRPr lang="uk-UA"/>
        </a:p>
      </dgm:t>
    </dgm:pt>
    <dgm:pt modelId="{AA57C4AD-D22D-4628-A114-514FDB03CEF4}" type="pres">
      <dgm:prSet presAssocID="{7B5A4C9E-49D1-4DC2-B048-485B714DCBB4}" presName="linearFlow" presStyleCnt="0">
        <dgm:presLayoutVars>
          <dgm:dir/>
          <dgm:resizeHandles val="exact"/>
        </dgm:presLayoutVars>
      </dgm:prSet>
      <dgm:spPr/>
    </dgm:pt>
    <dgm:pt modelId="{8C20191E-8E3A-4190-9AE6-013024CC4079}" type="pres">
      <dgm:prSet presAssocID="{A8D8659F-8477-40ED-8935-E2E7E2842A68}" presName="composite" presStyleCnt="0"/>
      <dgm:spPr/>
    </dgm:pt>
    <dgm:pt modelId="{A57AFD33-945A-4735-A73C-D1B8F18D86B5}" type="pres">
      <dgm:prSet presAssocID="{A8D8659F-8477-40ED-8935-E2E7E2842A68}" presName="imgShp" presStyleLbl="fgImgPlace1" presStyleIdx="0" presStyleCnt="4"/>
      <dgm:spPr/>
    </dgm:pt>
    <dgm:pt modelId="{E473F100-2615-4635-818E-CC671A1AA6F4}" type="pres">
      <dgm:prSet presAssocID="{A8D8659F-8477-40ED-8935-E2E7E2842A68}" presName="txShp" presStyleLbl="node1" presStyleIdx="0" presStyleCnt="4">
        <dgm:presLayoutVars>
          <dgm:bulletEnabled val="1"/>
        </dgm:presLayoutVars>
      </dgm:prSet>
      <dgm:spPr/>
    </dgm:pt>
    <dgm:pt modelId="{7D92ADDF-6DE4-414F-8540-0157FAB17E09}" type="pres">
      <dgm:prSet presAssocID="{19A4B5B9-1306-4EB0-B37B-C08F27A1E968}" presName="spacing" presStyleCnt="0"/>
      <dgm:spPr/>
    </dgm:pt>
    <dgm:pt modelId="{63F7D1DA-82C9-4A97-9892-40AA460C630E}" type="pres">
      <dgm:prSet presAssocID="{B288E015-2752-4079-9196-5994F444826B}" presName="composite" presStyleCnt="0"/>
      <dgm:spPr/>
    </dgm:pt>
    <dgm:pt modelId="{63824029-78AB-4D7B-AA9E-4E8CA5EA3432}" type="pres">
      <dgm:prSet presAssocID="{B288E015-2752-4079-9196-5994F444826B}" presName="imgShp" presStyleLbl="fgImgPlace1" presStyleIdx="1" presStyleCnt="4"/>
      <dgm:spPr/>
    </dgm:pt>
    <dgm:pt modelId="{4702D916-000C-4CA3-9DFE-050F4B2E35DF}" type="pres">
      <dgm:prSet presAssocID="{B288E015-2752-4079-9196-5994F444826B}" presName="txShp" presStyleLbl="node1" presStyleIdx="1" presStyleCnt="4">
        <dgm:presLayoutVars>
          <dgm:bulletEnabled val="1"/>
        </dgm:presLayoutVars>
      </dgm:prSet>
      <dgm:spPr/>
    </dgm:pt>
    <dgm:pt modelId="{9547A92B-BD2C-4386-BE22-930FD5928140}" type="pres">
      <dgm:prSet presAssocID="{BDC31E43-87AE-4EAC-9EA2-4B0AB4971936}" presName="spacing" presStyleCnt="0"/>
      <dgm:spPr/>
    </dgm:pt>
    <dgm:pt modelId="{382C8BB5-E406-4D1C-BF6C-BF8DE021B73E}" type="pres">
      <dgm:prSet presAssocID="{1BCF997C-0D18-4B45-80C2-DBEEB6CF8F9B}" presName="composite" presStyleCnt="0"/>
      <dgm:spPr/>
    </dgm:pt>
    <dgm:pt modelId="{A899D584-E95E-4F85-B4C3-0907E54BDFA2}" type="pres">
      <dgm:prSet presAssocID="{1BCF997C-0D18-4B45-80C2-DBEEB6CF8F9B}" presName="imgShp" presStyleLbl="fgImgPlace1" presStyleIdx="2" presStyleCnt="4"/>
      <dgm:spPr/>
    </dgm:pt>
    <dgm:pt modelId="{CBCF0BA6-EBAE-4AF7-B7A4-3FDFF7DAD7CD}" type="pres">
      <dgm:prSet presAssocID="{1BCF997C-0D18-4B45-80C2-DBEEB6CF8F9B}" presName="txShp" presStyleLbl="node1" presStyleIdx="2" presStyleCnt="4">
        <dgm:presLayoutVars>
          <dgm:bulletEnabled val="1"/>
        </dgm:presLayoutVars>
      </dgm:prSet>
      <dgm:spPr/>
    </dgm:pt>
    <dgm:pt modelId="{0F3FAA4E-6D4E-4D93-B7D0-6FF8B92077D3}" type="pres">
      <dgm:prSet presAssocID="{BC5DED56-56F0-4AF6-BB1B-8137DE182FDF}" presName="spacing" presStyleCnt="0"/>
      <dgm:spPr/>
    </dgm:pt>
    <dgm:pt modelId="{912C1A70-B15B-4D45-9F54-9117A74F8409}" type="pres">
      <dgm:prSet presAssocID="{BE57C4D6-F4F1-4E4F-BE06-AE90292932FD}" presName="composite" presStyleCnt="0"/>
      <dgm:spPr/>
    </dgm:pt>
    <dgm:pt modelId="{989EB730-CD19-40C1-86B0-BA6B537A2805}" type="pres">
      <dgm:prSet presAssocID="{BE57C4D6-F4F1-4E4F-BE06-AE90292932FD}" presName="imgShp" presStyleLbl="fgImgPlace1" presStyleIdx="3" presStyleCnt="4"/>
      <dgm:spPr/>
    </dgm:pt>
    <dgm:pt modelId="{154E1522-53FE-4A26-ABFE-5530901F386D}" type="pres">
      <dgm:prSet presAssocID="{BE57C4D6-F4F1-4E4F-BE06-AE90292932FD}" presName="txShp" presStyleLbl="node1" presStyleIdx="3" presStyleCnt="4">
        <dgm:presLayoutVars>
          <dgm:bulletEnabled val="1"/>
        </dgm:presLayoutVars>
      </dgm:prSet>
      <dgm:spPr/>
    </dgm:pt>
  </dgm:ptLst>
  <dgm:cxnLst>
    <dgm:cxn modelId="{3A89CD46-8D70-47BE-AC71-05E35AFA1292}" type="presOf" srcId="{BE57C4D6-F4F1-4E4F-BE06-AE90292932FD}" destId="{154E1522-53FE-4A26-ABFE-5530901F386D}" srcOrd="0" destOrd="0" presId="urn:microsoft.com/office/officeart/2005/8/layout/vList3"/>
    <dgm:cxn modelId="{89478A82-0166-4F06-9790-3428A306E62B}" srcId="{7B5A4C9E-49D1-4DC2-B048-485B714DCBB4}" destId="{B288E015-2752-4079-9196-5994F444826B}" srcOrd="1" destOrd="0" parTransId="{AEF86B74-2042-40F8-B45A-44D666EBC1B9}" sibTransId="{BDC31E43-87AE-4EAC-9EA2-4B0AB4971936}"/>
    <dgm:cxn modelId="{20ADDD96-BF38-4361-9ABA-2E4AFF64CC41}" type="presOf" srcId="{1BCF997C-0D18-4B45-80C2-DBEEB6CF8F9B}" destId="{CBCF0BA6-EBAE-4AF7-B7A4-3FDFF7DAD7CD}" srcOrd="0" destOrd="0" presId="urn:microsoft.com/office/officeart/2005/8/layout/vList3"/>
    <dgm:cxn modelId="{C8F1759F-BEA2-4700-B6DC-30391F2A7EC2}" type="presOf" srcId="{7B5A4C9E-49D1-4DC2-B048-485B714DCBB4}" destId="{AA57C4AD-D22D-4628-A114-514FDB03CEF4}" srcOrd="0" destOrd="0" presId="urn:microsoft.com/office/officeart/2005/8/layout/vList3"/>
    <dgm:cxn modelId="{DACE67B4-B419-49AC-812C-E878C55B45E3}" srcId="{7B5A4C9E-49D1-4DC2-B048-485B714DCBB4}" destId="{1BCF997C-0D18-4B45-80C2-DBEEB6CF8F9B}" srcOrd="2" destOrd="0" parTransId="{E0F0EAA4-28FC-4F0C-A4D6-09649487CCEE}" sibTransId="{BC5DED56-56F0-4AF6-BB1B-8137DE182FDF}"/>
    <dgm:cxn modelId="{3B5585C5-6FBF-4CEC-9403-311F3A295082}" type="presOf" srcId="{B288E015-2752-4079-9196-5994F444826B}" destId="{4702D916-000C-4CA3-9DFE-050F4B2E35DF}" srcOrd="0" destOrd="0" presId="urn:microsoft.com/office/officeart/2005/8/layout/vList3"/>
    <dgm:cxn modelId="{283CFCE3-2460-4A95-9B88-70521AADF45A}" srcId="{7B5A4C9E-49D1-4DC2-B048-485B714DCBB4}" destId="{A8D8659F-8477-40ED-8935-E2E7E2842A68}" srcOrd="0" destOrd="0" parTransId="{F1955537-903B-411E-8871-68058ACE85D8}" sibTransId="{19A4B5B9-1306-4EB0-B37B-C08F27A1E968}"/>
    <dgm:cxn modelId="{015C44F8-9364-436F-B105-67C0A2C239A3}" type="presOf" srcId="{A8D8659F-8477-40ED-8935-E2E7E2842A68}" destId="{E473F100-2615-4635-818E-CC671A1AA6F4}" srcOrd="0" destOrd="0" presId="urn:microsoft.com/office/officeart/2005/8/layout/vList3"/>
    <dgm:cxn modelId="{4478A4F8-80A1-47A9-9220-C4A41055449D}" srcId="{7B5A4C9E-49D1-4DC2-B048-485B714DCBB4}" destId="{BE57C4D6-F4F1-4E4F-BE06-AE90292932FD}" srcOrd="3" destOrd="0" parTransId="{1F87172C-2FBD-4050-AC06-47DDC05B395F}" sibTransId="{9B074994-5D49-4153-BB66-A9AF06BD76E9}"/>
    <dgm:cxn modelId="{682CD8CA-889A-4E6F-BFC4-5F1848D6D527}" type="presParOf" srcId="{AA57C4AD-D22D-4628-A114-514FDB03CEF4}" destId="{8C20191E-8E3A-4190-9AE6-013024CC4079}" srcOrd="0" destOrd="0" presId="urn:microsoft.com/office/officeart/2005/8/layout/vList3"/>
    <dgm:cxn modelId="{8E21F652-E719-482C-B1AA-DEBCBA11688A}" type="presParOf" srcId="{8C20191E-8E3A-4190-9AE6-013024CC4079}" destId="{A57AFD33-945A-4735-A73C-D1B8F18D86B5}" srcOrd="0" destOrd="0" presId="urn:microsoft.com/office/officeart/2005/8/layout/vList3"/>
    <dgm:cxn modelId="{F7CFB865-5833-4B52-A019-6F8F701B7C9C}" type="presParOf" srcId="{8C20191E-8E3A-4190-9AE6-013024CC4079}" destId="{E473F100-2615-4635-818E-CC671A1AA6F4}" srcOrd="1" destOrd="0" presId="urn:microsoft.com/office/officeart/2005/8/layout/vList3"/>
    <dgm:cxn modelId="{F158BAA6-7D40-4B26-B476-61CAC0366EEA}" type="presParOf" srcId="{AA57C4AD-D22D-4628-A114-514FDB03CEF4}" destId="{7D92ADDF-6DE4-414F-8540-0157FAB17E09}" srcOrd="1" destOrd="0" presId="urn:microsoft.com/office/officeart/2005/8/layout/vList3"/>
    <dgm:cxn modelId="{3B5BA947-C27E-4B7D-90B1-5E1783A0A234}" type="presParOf" srcId="{AA57C4AD-D22D-4628-A114-514FDB03CEF4}" destId="{63F7D1DA-82C9-4A97-9892-40AA460C630E}" srcOrd="2" destOrd="0" presId="urn:microsoft.com/office/officeart/2005/8/layout/vList3"/>
    <dgm:cxn modelId="{B24CD010-5954-4B87-B983-B4227B81E689}" type="presParOf" srcId="{63F7D1DA-82C9-4A97-9892-40AA460C630E}" destId="{63824029-78AB-4D7B-AA9E-4E8CA5EA3432}" srcOrd="0" destOrd="0" presId="urn:microsoft.com/office/officeart/2005/8/layout/vList3"/>
    <dgm:cxn modelId="{B118AF3C-F03B-4008-947E-A517BE3BE5F8}" type="presParOf" srcId="{63F7D1DA-82C9-4A97-9892-40AA460C630E}" destId="{4702D916-000C-4CA3-9DFE-050F4B2E35DF}" srcOrd="1" destOrd="0" presId="urn:microsoft.com/office/officeart/2005/8/layout/vList3"/>
    <dgm:cxn modelId="{3404CCD6-EBD1-4BC0-973A-3BBA0ADFB5B7}" type="presParOf" srcId="{AA57C4AD-D22D-4628-A114-514FDB03CEF4}" destId="{9547A92B-BD2C-4386-BE22-930FD5928140}" srcOrd="3" destOrd="0" presId="urn:microsoft.com/office/officeart/2005/8/layout/vList3"/>
    <dgm:cxn modelId="{26CAADB5-7756-4FAF-932F-6BB9DD75A8EE}" type="presParOf" srcId="{AA57C4AD-D22D-4628-A114-514FDB03CEF4}" destId="{382C8BB5-E406-4D1C-BF6C-BF8DE021B73E}" srcOrd="4" destOrd="0" presId="urn:microsoft.com/office/officeart/2005/8/layout/vList3"/>
    <dgm:cxn modelId="{5C652BAC-1CD1-450B-BBCD-633AFB62DDAA}" type="presParOf" srcId="{382C8BB5-E406-4D1C-BF6C-BF8DE021B73E}" destId="{A899D584-E95E-4F85-B4C3-0907E54BDFA2}" srcOrd="0" destOrd="0" presId="urn:microsoft.com/office/officeart/2005/8/layout/vList3"/>
    <dgm:cxn modelId="{BB199554-BFB1-47F2-8BC0-251C0AD0792E}" type="presParOf" srcId="{382C8BB5-E406-4D1C-BF6C-BF8DE021B73E}" destId="{CBCF0BA6-EBAE-4AF7-B7A4-3FDFF7DAD7CD}" srcOrd="1" destOrd="0" presId="urn:microsoft.com/office/officeart/2005/8/layout/vList3"/>
    <dgm:cxn modelId="{623E0F2A-DA2D-443E-94DF-4FA14DBC4AEF}" type="presParOf" srcId="{AA57C4AD-D22D-4628-A114-514FDB03CEF4}" destId="{0F3FAA4E-6D4E-4D93-B7D0-6FF8B92077D3}" srcOrd="5" destOrd="0" presId="urn:microsoft.com/office/officeart/2005/8/layout/vList3"/>
    <dgm:cxn modelId="{7DA804C9-DC07-4387-ABB0-BAEACBE8184B}" type="presParOf" srcId="{AA57C4AD-D22D-4628-A114-514FDB03CEF4}" destId="{912C1A70-B15B-4D45-9F54-9117A74F8409}" srcOrd="6" destOrd="0" presId="urn:microsoft.com/office/officeart/2005/8/layout/vList3"/>
    <dgm:cxn modelId="{9E319D9C-DFA7-48C9-8579-2CA1A115BA9F}" type="presParOf" srcId="{912C1A70-B15B-4D45-9F54-9117A74F8409}" destId="{989EB730-CD19-40C1-86B0-BA6B537A2805}" srcOrd="0" destOrd="0" presId="urn:microsoft.com/office/officeart/2005/8/layout/vList3"/>
    <dgm:cxn modelId="{CAB3AB51-1FEC-4D3F-8218-BB7236335A85}" type="presParOf" srcId="{912C1A70-B15B-4D45-9F54-9117A74F8409}" destId="{154E1522-53FE-4A26-ABFE-5530901F386D}"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3D8802C-D574-4454-9983-92617075C8B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10413BF-980C-4299-81D0-AEF9DBBE7F9B}">
      <dgm:prSet/>
      <dgm:spPr/>
      <dgm:t>
        <a:bodyPr/>
        <a:lstStyle/>
        <a:p>
          <a:r>
            <a:rPr lang="ru-RU" b="0" i="0" dirty="0"/>
            <a:t>А. Мельника, голову Проводу </a:t>
          </a:r>
          <a:r>
            <a:rPr lang="ru-RU" b="0" i="0" dirty="0" err="1"/>
            <a:t>українських</a:t>
          </a:r>
          <a:r>
            <a:rPr lang="ru-RU" b="0" i="0" dirty="0"/>
            <a:t> </a:t>
          </a:r>
          <a:r>
            <a:rPr lang="ru-RU" b="0" i="0" dirty="0" err="1"/>
            <a:t>націоналістів</a:t>
          </a:r>
          <a:r>
            <a:rPr lang="ru-RU" b="0" i="0" dirty="0"/>
            <a:t>.</a:t>
          </a:r>
          <a:endParaRPr lang="uk-UA" dirty="0"/>
        </a:p>
      </dgm:t>
    </dgm:pt>
    <dgm:pt modelId="{5B057F07-70D4-4B71-AB86-A048559D228B}" type="parTrans" cxnId="{A80BECF4-3753-4C80-A0D9-49BC7AC07B01}">
      <dgm:prSet/>
      <dgm:spPr/>
      <dgm:t>
        <a:bodyPr/>
        <a:lstStyle/>
        <a:p>
          <a:endParaRPr lang="uk-UA"/>
        </a:p>
      </dgm:t>
    </dgm:pt>
    <dgm:pt modelId="{6B6504E3-5A65-4186-AA41-850AA2D4EE6B}" type="sibTrans" cxnId="{A80BECF4-3753-4C80-A0D9-49BC7AC07B01}">
      <dgm:prSet/>
      <dgm:spPr/>
      <dgm:t>
        <a:bodyPr/>
        <a:lstStyle/>
        <a:p>
          <a:endParaRPr lang="uk-UA"/>
        </a:p>
      </dgm:t>
    </dgm:pt>
    <dgm:pt modelId="{989C55FC-9421-4240-BAD7-EF7F26F02859}">
      <dgm:prSet/>
      <dgm:spPr/>
      <dgm:t>
        <a:bodyPr/>
        <a:lstStyle/>
        <a:p>
          <a:r>
            <a:rPr lang="ru-RU" b="0" i="0"/>
            <a:t>А. Волошина, президента Карпатської України.</a:t>
          </a:r>
          <a:endParaRPr lang="uk-UA"/>
        </a:p>
      </dgm:t>
    </dgm:pt>
    <dgm:pt modelId="{232B650B-2247-4993-B4E9-0BAAD7503E70}" type="parTrans" cxnId="{927FE43A-407A-4234-9F8B-0D29956450FC}">
      <dgm:prSet/>
      <dgm:spPr/>
      <dgm:t>
        <a:bodyPr/>
        <a:lstStyle/>
        <a:p>
          <a:endParaRPr lang="uk-UA"/>
        </a:p>
      </dgm:t>
    </dgm:pt>
    <dgm:pt modelId="{9571E1B3-BC16-4A9D-9F20-CAAC7D71EF3F}" type="sibTrans" cxnId="{927FE43A-407A-4234-9F8B-0D29956450FC}">
      <dgm:prSet/>
      <dgm:spPr/>
      <dgm:t>
        <a:bodyPr/>
        <a:lstStyle/>
        <a:p>
          <a:endParaRPr lang="uk-UA"/>
        </a:p>
      </dgm:t>
    </dgm:pt>
    <dgm:pt modelId="{B24D135B-0F97-4FC3-BA58-7981FBFACF57}">
      <dgm:prSet/>
      <dgm:spPr/>
      <dgm:t>
        <a:bodyPr/>
        <a:lstStyle/>
        <a:p>
          <a:r>
            <a:rPr lang="ru-RU" b="0" i="0"/>
            <a:t>В. Липинського, засновника українського монархічного руху.</a:t>
          </a:r>
          <a:endParaRPr lang="uk-UA"/>
        </a:p>
      </dgm:t>
    </dgm:pt>
    <dgm:pt modelId="{5482FFF7-8A4D-421F-AD7D-ACCD911B9DF9}" type="parTrans" cxnId="{E7E215FB-0CED-4424-8AAA-49B26050B217}">
      <dgm:prSet/>
      <dgm:spPr/>
      <dgm:t>
        <a:bodyPr/>
        <a:lstStyle/>
        <a:p>
          <a:endParaRPr lang="uk-UA"/>
        </a:p>
      </dgm:t>
    </dgm:pt>
    <dgm:pt modelId="{DEE5FD61-E5C5-44F8-887E-46825EB36F72}" type="sibTrans" cxnId="{E7E215FB-0CED-4424-8AAA-49B26050B217}">
      <dgm:prSet/>
      <dgm:spPr/>
      <dgm:t>
        <a:bodyPr/>
        <a:lstStyle/>
        <a:p>
          <a:endParaRPr lang="uk-UA"/>
        </a:p>
      </dgm:t>
    </dgm:pt>
    <dgm:pt modelId="{BA081EAB-F664-427F-A6CD-64A5C761025A}">
      <dgm:prSet/>
      <dgm:spPr/>
      <dgm:t>
        <a:bodyPr/>
        <a:lstStyle/>
        <a:p>
          <a:r>
            <a:rPr lang="ru-RU" b="0" i="0" dirty="0"/>
            <a:t>Й. </a:t>
          </a:r>
          <a:r>
            <a:rPr lang="ru-RU" b="0" i="0" dirty="0" err="1"/>
            <a:t>Сліпого</a:t>
          </a:r>
          <a:r>
            <a:rPr lang="ru-RU" b="0" i="0" dirty="0"/>
            <a:t>, митрополита </a:t>
          </a:r>
          <a:r>
            <a:rPr lang="ru-RU" b="0" i="0" dirty="0" err="1"/>
            <a:t>Української</a:t>
          </a:r>
          <a:r>
            <a:rPr lang="ru-RU" b="0" i="0" dirty="0"/>
            <a:t> греко-</a:t>
          </a:r>
          <a:r>
            <a:rPr lang="ru-RU" b="0" i="0" dirty="0" err="1"/>
            <a:t>католицької</a:t>
          </a:r>
          <a:r>
            <a:rPr lang="ru-RU" b="0" i="0" dirty="0"/>
            <a:t> церкви.</a:t>
          </a:r>
          <a:endParaRPr lang="uk-UA" dirty="0"/>
        </a:p>
      </dgm:t>
    </dgm:pt>
    <dgm:pt modelId="{5733D35D-7E15-4FA8-8736-C68A8DF5229B}" type="parTrans" cxnId="{26A046CA-1426-4CDE-B7BF-0CED0D9418C5}">
      <dgm:prSet/>
      <dgm:spPr/>
      <dgm:t>
        <a:bodyPr/>
        <a:lstStyle/>
        <a:p>
          <a:endParaRPr lang="uk-UA"/>
        </a:p>
      </dgm:t>
    </dgm:pt>
    <dgm:pt modelId="{0E3AE3D7-3ADA-4FF1-987E-2C80F2160418}" type="sibTrans" cxnId="{26A046CA-1426-4CDE-B7BF-0CED0D9418C5}">
      <dgm:prSet/>
      <dgm:spPr/>
      <dgm:t>
        <a:bodyPr/>
        <a:lstStyle/>
        <a:p>
          <a:endParaRPr lang="uk-UA"/>
        </a:p>
      </dgm:t>
    </dgm:pt>
    <dgm:pt modelId="{5F44B52F-C848-49A1-9E23-D35DEBB0F5FE}" type="pres">
      <dgm:prSet presAssocID="{83D8802C-D574-4454-9983-92617075C8B8}" presName="linear" presStyleCnt="0">
        <dgm:presLayoutVars>
          <dgm:animLvl val="lvl"/>
          <dgm:resizeHandles val="exact"/>
        </dgm:presLayoutVars>
      </dgm:prSet>
      <dgm:spPr/>
    </dgm:pt>
    <dgm:pt modelId="{34B384AA-AD5A-455E-9332-5F3392987892}" type="pres">
      <dgm:prSet presAssocID="{810413BF-980C-4299-81D0-AEF9DBBE7F9B}" presName="parentText" presStyleLbl="node1" presStyleIdx="0" presStyleCnt="4">
        <dgm:presLayoutVars>
          <dgm:chMax val="0"/>
          <dgm:bulletEnabled val="1"/>
        </dgm:presLayoutVars>
      </dgm:prSet>
      <dgm:spPr/>
    </dgm:pt>
    <dgm:pt modelId="{AC5FF1EB-39C1-46FE-9674-5F45E8DD484A}" type="pres">
      <dgm:prSet presAssocID="{6B6504E3-5A65-4186-AA41-850AA2D4EE6B}" presName="spacer" presStyleCnt="0"/>
      <dgm:spPr/>
    </dgm:pt>
    <dgm:pt modelId="{28BC9C7E-1D56-4795-A3C8-2EDA7D63930C}" type="pres">
      <dgm:prSet presAssocID="{989C55FC-9421-4240-BAD7-EF7F26F02859}" presName="parentText" presStyleLbl="node1" presStyleIdx="1" presStyleCnt="4">
        <dgm:presLayoutVars>
          <dgm:chMax val="0"/>
          <dgm:bulletEnabled val="1"/>
        </dgm:presLayoutVars>
      </dgm:prSet>
      <dgm:spPr/>
    </dgm:pt>
    <dgm:pt modelId="{97620357-77C5-41DA-B213-D4EFAF1C0D58}" type="pres">
      <dgm:prSet presAssocID="{9571E1B3-BC16-4A9D-9F20-CAAC7D71EF3F}" presName="spacer" presStyleCnt="0"/>
      <dgm:spPr/>
    </dgm:pt>
    <dgm:pt modelId="{FCDEDA37-9E6B-4585-9F3D-44BD58C2DCA1}" type="pres">
      <dgm:prSet presAssocID="{B24D135B-0F97-4FC3-BA58-7981FBFACF57}" presName="parentText" presStyleLbl="node1" presStyleIdx="2" presStyleCnt="4">
        <dgm:presLayoutVars>
          <dgm:chMax val="0"/>
          <dgm:bulletEnabled val="1"/>
        </dgm:presLayoutVars>
      </dgm:prSet>
      <dgm:spPr/>
    </dgm:pt>
    <dgm:pt modelId="{A24989C2-85BA-4998-A1A0-D2E7E9F4DE6F}" type="pres">
      <dgm:prSet presAssocID="{DEE5FD61-E5C5-44F8-887E-46825EB36F72}" presName="spacer" presStyleCnt="0"/>
      <dgm:spPr/>
    </dgm:pt>
    <dgm:pt modelId="{B8AFE13F-F732-4C83-97C9-46207E61ED97}" type="pres">
      <dgm:prSet presAssocID="{BA081EAB-F664-427F-A6CD-64A5C761025A}" presName="parentText" presStyleLbl="node1" presStyleIdx="3" presStyleCnt="4">
        <dgm:presLayoutVars>
          <dgm:chMax val="0"/>
          <dgm:bulletEnabled val="1"/>
        </dgm:presLayoutVars>
      </dgm:prSet>
      <dgm:spPr/>
    </dgm:pt>
  </dgm:ptLst>
  <dgm:cxnLst>
    <dgm:cxn modelId="{927FE43A-407A-4234-9F8B-0D29956450FC}" srcId="{83D8802C-D574-4454-9983-92617075C8B8}" destId="{989C55FC-9421-4240-BAD7-EF7F26F02859}" srcOrd="1" destOrd="0" parTransId="{232B650B-2247-4993-B4E9-0BAAD7503E70}" sibTransId="{9571E1B3-BC16-4A9D-9F20-CAAC7D71EF3F}"/>
    <dgm:cxn modelId="{0A403946-BDCF-450C-BB93-49F85384A8A6}" type="presOf" srcId="{810413BF-980C-4299-81D0-AEF9DBBE7F9B}" destId="{34B384AA-AD5A-455E-9332-5F3392987892}" srcOrd="0" destOrd="0" presId="urn:microsoft.com/office/officeart/2005/8/layout/vList2"/>
    <dgm:cxn modelId="{35A9C149-4DAF-4E69-B62D-4EB10563ECD1}" type="presOf" srcId="{83D8802C-D574-4454-9983-92617075C8B8}" destId="{5F44B52F-C848-49A1-9E23-D35DEBB0F5FE}" srcOrd="0" destOrd="0" presId="urn:microsoft.com/office/officeart/2005/8/layout/vList2"/>
    <dgm:cxn modelId="{750D6A75-2091-4CE1-8296-0326AAAD65A6}" type="presOf" srcId="{BA081EAB-F664-427F-A6CD-64A5C761025A}" destId="{B8AFE13F-F732-4C83-97C9-46207E61ED97}" srcOrd="0" destOrd="0" presId="urn:microsoft.com/office/officeart/2005/8/layout/vList2"/>
    <dgm:cxn modelId="{8830A681-8CA1-473C-8D18-C473672540B2}" type="presOf" srcId="{989C55FC-9421-4240-BAD7-EF7F26F02859}" destId="{28BC9C7E-1D56-4795-A3C8-2EDA7D63930C}" srcOrd="0" destOrd="0" presId="urn:microsoft.com/office/officeart/2005/8/layout/vList2"/>
    <dgm:cxn modelId="{F63D1DB0-BE1C-4655-AA0C-6F91EEF3FBCB}" type="presOf" srcId="{B24D135B-0F97-4FC3-BA58-7981FBFACF57}" destId="{FCDEDA37-9E6B-4585-9F3D-44BD58C2DCA1}" srcOrd="0" destOrd="0" presId="urn:microsoft.com/office/officeart/2005/8/layout/vList2"/>
    <dgm:cxn modelId="{26A046CA-1426-4CDE-B7BF-0CED0D9418C5}" srcId="{83D8802C-D574-4454-9983-92617075C8B8}" destId="{BA081EAB-F664-427F-A6CD-64A5C761025A}" srcOrd="3" destOrd="0" parTransId="{5733D35D-7E15-4FA8-8736-C68A8DF5229B}" sibTransId="{0E3AE3D7-3ADA-4FF1-987E-2C80F2160418}"/>
    <dgm:cxn modelId="{A80BECF4-3753-4C80-A0D9-49BC7AC07B01}" srcId="{83D8802C-D574-4454-9983-92617075C8B8}" destId="{810413BF-980C-4299-81D0-AEF9DBBE7F9B}" srcOrd="0" destOrd="0" parTransId="{5B057F07-70D4-4B71-AB86-A048559D228B}" sibTransId="{6B6504E3-5A65-4186-AA41-850AA2D4EE6B}"/>
    <dgm:cxn modelId="{E7E215FB-0CED-4424-8AAA-49B26050B217}" srcId="{83D8802C-D574-4454-9983-92617075C8B8}" destId="{B24D135B-0F97-4FC3-BA58-7981FBFACF57}" srcOrd="2" destOrd="0" parTransId="{5482FFF7-8A4D-421F-AD7D-ACCD911B9DF9}" sibTransId="{DEE5FD61-E5C5-44F8-887E-46825EB36F72}"/>
    <dgm:cxn modelId="{36A188E2-50B9-45C9-81DE-A9F73F04AF1F}" type="presParOf" srcId="{5F44B52F-C848-49A1-9E23-D35DEBB0F5FE}" destId="{34B384AA-AD5A-455E-9332-5F3392987892}" srcOrd="0" destOrd="0" presId="urn:microsoft.com/office/officeart/2005/8/layout/vList2"/>
    <dgm:cxn modelId="{7A1C6A0B-9624-4070-AFCA-C47AA9CDA1A0}" type="presParOf" srcId="{5F44B52F-C848-49A1-9E23-D35DEBB0F5FE}" destId="{AC5FF1EB-39C1-46FE-9674-5F45E8DD484A}" srcOrd="1" destOrd="0" presId="urn:microsoft.com/office/officeart/2005/8/layout/vList2"/>
    <dgm:cxn modelId="{50512456-0A92-48DB-BC1A-FEBF59E4787B}" type="presParOf" srcId="{5F44B52F-C848-49A1-9E23-D35DEBB0F5FE}" destId="{28BC9C7E-1D56-4795-A3C8-2EDA7D63930C}" srcOrd="2" destOrd="0" presId="urn:microsoft.com/office/officeart/2005/8/layout/vList2"/>
    <dgm:cxn modelId="{B529C217-ACC5-4ACC-B3B6-77DE3951E1A7}" type="presParOf" srcId="{5F44B52F-C848-49A1-9E23-D35DEBB0F5FE}" destId="{97620357-77C5-41DA-B213-D4EFAF1C0D58}" srcOrd="3" destOrd="0" presId="urn:microsoft.com/office/officeart/2005/8/layout/vList2"/>
    <dgm:cxn modelId="{06FAB317-FC91-4D8F-BE3F-E0B09A4F889C}" type="presParOf" srcId="{5F44B52F-C848-49A1-9E23-D35DEBB0F5FE}" destId="{FCDEDA37-9E6B-4585-9F3D-44BD58C2DCA1}" srcOrd="4" destOrd="0" presId="urn:microsoft.com/office/officeart/2005/8/layout/vList2"/>
    <dgm:cxn modelId="{589C57A4-04FF-4C59-A261-843C56EA6CE9}" type="presParOf" srcId="{5F44B52F-C848-49A1-9E23-D35DEBB0F5FE}" destId="{A24989C2-85BA-4998-A1A0-D2E7E9F4DE6F}" srcOrd="5" destOrd="0" presId="urn:microsoft.com/office/officeart/2005/8/layout/vList2"/>
    <dgm:cxn modelId="{024DED52-A6B3-4242-9BE1-DB502930BC95}" type="presParOf" srcId="{5F44B52F-C848-49A1-9E23-D35DEBB0F5FE}" destId="{B8AFE13F-F732-4C83-97C9-46207E61ED9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0E7C8647-2A20-4A2F-BA80-FEF128AD7A7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44A43D1-18C5-437C-9C14-383CEC742832}">
      <dgm:prSet/>
      <dgm:spPr/>
      <dgm:t>
        <a:bodyPr/>
        <a:lstStyle/>
        <a:p>
          <a:r>
            <a:rPr lang="ru-RU" b="0" i="0" dirty="0" err="1"/>
            <a:t>поетесу</a:t>
          </a:r>
          <a:r>
            <a:rPr lang="ru-RU" b="0" i="0" dirty="0"/>
            <a:t>.</a:t>
          </a:r>
          <a:endParaRPr lang="uk-UA" dirty="0"/>
        </a:p>
      </dgm:t>
    </dgm:pt>
    <dgm:pt modelId="{BB71FEAF-A0A4-4F37-9D05-EFF4D0643F82}" type="parTrans" cxnId="{BFDA503A-797A-4FCD-94E9-5E8032D7A73C}">
      <dgm:prSet/>
      <dgm:spPr/>
      <dgm:t>
        <a:bodyPr/>
        <a:lstStyle/>
        <a:p>
          <a:endParaRPr lang="uk-UA"/>
        </a:p>
      </dgm:t>
    </dgm:pt>
    <dgm:pt modelId="{AB60B54E-AD94-4B81-81A2-CA0DB7635BCE}" type="sibTrans" cxnId="{BFDA503A-797A-4FCD-94E9-5E8032D7A73C}">
      <dgm:prSet/>
      <dgm:spPr/>
      <dgm:t>
        <a:bodyPr/>
        <a:lstStyle/>
        <a:p>
          <a:endParaRPr lang="uk-UA"/>
        </a:p>
      </dgm:t>
    </dgm:pt>
    <dgm:pt modelId="{D4D22FA3-54A8-4676-B3D5-05BA10D47824}">
      <dgm:prSet/>
      <dgm:spPr/>
      <dgm:t>
        <a:bodyPr/>
        <a:lstStyle/>
        <a:p>
          <a:r>
            <a:rPr lang="ru-RU" b="0" i="0"/>
            <a:t>балерину.</a:t>
          </a:r>
          <a:endParaRPr lang="uk-UA"/>
        </a:p>
      </dgm:t>
    </dgm:pt>
    <dgm:pt modelId="{80F08A91-1DDD-4DD0-8451-38B52A89A869}" type="parTrans" cxnId="{0CB3EDAC-90C9-49F3-B5BE-12CC1917F5AE}">
      <dgm:prSet/>
      <dgm:spPr/>
      <dgm:t>
        <a:bodyPr/>
        <a:lstStyle/>
        <a:p>
          <a:endParaRPr lang="uk-UA"/>
        </a:p>
      </dgm:t>
    </dgm:pt>
    <dgm:pt modelId="{4B46F3F8-626F-4E3B-A884-02DFCB552A86}" type="sibTrans" cxnId="{0CB3EDAC-90C9-49F3-B5BE-12CC1917F5AE}">
      <dgm:prSet/>
      <dgm:spPr/>
      <dgm:t>
        <a:bodyPr/>
        <a:lstStyle/>
        <a:p>
          <a:endParaRPr lang="uk-UA"/>
        </a:p>
      </dgm:t>
    </dgm:pt>
    <dgm:pt modelId="{FE40FC09-3177-4653-B269-68D712022747}">
      <dgm:prSet/>
      <dgm:spPr/>
      <dgm:t>
        <a:bodyPr/>
        <a:lstStyle/>
        <a:p>
          <a:r>
            <a:rPr lang="ru-RU" b="0" i="0"/>
            <a:t>художницю.</a:t>
          </a:r>
          <a:endParaRPr lang="uk-UA"/>
        </a:p>
      </dgm:t>
    </dgm:pt>
    <dgm:pt modelId="{AF7CCE50-CE3C-4796-9B32-6CE37C9CA370}" type="parTrans" cxnId="{89252CE6-C7B3-44D4-BCE7-17AE18E8B66A}">
      <dgm:prSet/>
      <dgm:spPr/>
      <dgm:t>
        <a:bodyPr/>
        <a:lstStyle/>
        <a:p>
          <a:endParaRPr lang="uk-UA"/>
        </a:p>
      </dgm:t>
    </dgm:pt>
    <dgm:pt modelId="{251FD1A1-A63B-4B69-B6DC-28DF7DA2FB39}" type="sibTrans" cxnId="{89252CE6-C7B3-44D4-BCE7-17AE18E8B66A}">
      <dgm:prSet/>
      <dgm:spPr/>
      <dgm:t>
        <a:bodyPr/>
        <a:lstStyle/>
        <a:p>
          <a:endParaRPr lang="uk-UA"/>
        </a:p>
      </dgm:t>
    </dgm:pt>
    <dgm:pt modelId="{224CF77F-44A0-44D1-B9EA-01BE4EB91BF1}">
      <dgm:prSet/>
      <dgm:spPr/>
      <dgm:t>
        <a:bodyPr/>
        <a:lstStyle/>
        <a:p>
          <a:r>
            <a:rPr lang="ru-RU" b="0" i="0" dirty="0" err="1"/>
            <a:t>оперну</a:t>
          </a:r>
          <a:r>
            <a:rPr lang="ru-RU" b="0" i="0" dirty="0"/>
            <a:t> </a:t>
          </a:r>
          <a:r>
            <a:rPr lang="ru-RU" b="0" i="0" dirty="0" err="1"/>
            <a:t>співачку</a:t>
          </a:r>
          <a:r>
            <a:rPr lang="ru-RU" b="0" i="0" dirty="0"/>
            <a:t>.</a:t>
          </a:r>
          <a:endParaRPr lang="uk-UA" dirty="0"/>
        </a:p>
      </dgm:t>
    </dgm:pt>
    <dgm:pt modelId="{F04F042F-1D6D-465B-9783-B545051EAC63}" type="parTrans" cxnId="{52CA6599-15DD-4CA0-A67D-CB8502E0A04D}">
      <dgm:prSet/>
      <dgm:spPr/>
      <dgm:t>
        <a:bodyPr/>
        <a:lstStyle/>
        <a:p>
          <a:endParaRPr lang="uk-UA"/>
        </a:p>
      </dgm:t>
    </dgm:pt>
    <dgm:pt modelId="{CA3D1464-D331-4A73-8C18-A19A1689148C}" type="sibTrans" cxnId="{52CA6599-15DD-4CA0-A67D-CB8502E0A04D}">
      <dgm:prSet/>
      <dgm:spPr/>
      <dgm:t>
        <a:bodyPr/>
        <a:lstStyle/>
        <a:p>
          <a:endParaRPr lang="uk-UA"/>
        </a:p>
      </dgm:t>
    </dgm:pt>
    <dgm:pt modelId="{C152A96C-84AA-4D4C-A001-90615B233B35}" type="pres">
      <dgm:prSet presAssocID="{0E7C8647-2A20-4A2F-BA80-FEF128AD7A7E}" presName="linear" presStyleCnt="0">
        <dgm:presLayoutVars>
          <dgm:animLvl val="lvl"/>
          <dgm:resizeHandles val="exact"/>
        </dgm:presLayoutVars>
      </dgm:prSet>
      <dgm:spPr/>
    </dgm:pt>
    <dgm:pt modelId="{032733B2-307D-41CA-A3F8-EC6047FC8721}" type="pres">
      <dgm:prSet presAssocID="{F44A43D1-18C5-437C-9C14-383CEC742832}" presName="parentText" presStyleLbl="node1" presStyleIdx="0" presStyleCnt="4">
        <dgm:presLayoutVars>
          <dgm:chMax val="0"/>
          <dgm:bulletEnabled val="1"/>
        </dgm:presLayoutVars>
      </dgm:prSet>
      <dgm:spPr/>
    </dgm:pt>
    <dgm:pt modelId="{ACEC6EA6-3BE1-401D-9955-42669DE169E0}" type="pres">
      <dgm:prSet presAssocID="{AB60B54E-AD94-4B81-81A2-CA0DB7635BCE}" presName="spacer" presStyleCnt="0"/>
      <dgm:spPr/>
    </dgm:pt>
    <dgm:pt modelId="{EECC718C-FE24-4915-AC57-0E92145F526C}" type="pres">
      <dgm:prSet presAssocID="{D4D22FA3-54A8-4676-B3D5-05BA10D47824}" presName="parentText" presStyleLbl="node1" presStyleIdx="1" presStyleCnt="4">
        <dgm:presLayoutVars>
          <dgm:chMax val="0"/>
          <dgm:bulletEnabled val="1"/>
        </dgm:presLayoutVars>
      </dgm:prSet>
      <dgm:spPr/>
    </dgm:pt>
    <dgm:pt modelId="{0091AE67-791E-44AC-B04E-5583CE8CCC36}" type="pres">
      <dgm:prSet presAssocID="{4B46F3F8-626F-4E3B-A884-02DFCB552A86}" presName="spacer" presStyleCnt="0"/>
      <dgm:spPr/>
    </dgm:pt>
    <dgm:pt modelId="{FCF840C9-7E03-4D57-9057-9EB1382417B0}" type="pres">
      <dgm:prSet presAssocID="{FE40FC09-3177-4653-B269-68D712022747}" presName="parentText" presStyleLbl="node1" presStyleIdx="2" presStyleCnt="4">
        <dgm:presLayoutVars>
          <dgm:chMax val="0"/>
          <dgm:bulletEnabled val="1"/>
        </dgm:presLayoutVars>
      </dgm:prSet>
      <dgm:spPr/>
    </dgm:pt>
    <dgm:pt modelId="{C5663206-B3F3-41B8-9A2A-1DB2E7CF99F3}" type="pres">
      <dgm:prSet presAssocID="{251FD1A1-A63B-4B69-B6DC-28DF7DA2FB39}" presName="spacer" presStyleCnt="0"/>
      <dgm:spPr/>
    </dgm:pt>
    <dgm:pt modelId="{9D01BE3D-151D-4E0F-A119-FFBEED9C17B3}" type="pres">
      <dgm:prSet presAssocID="{224CF77F-44A0-44D1-B9EA-01BE4EB91BF1}" presName="parentText" presStyleLbl="node1" presStyleIdx="3" presStyleCnt="4">
        <dgm:presLayoutVars>
          <dgm:chMax val="0"/>
          <dgm:bulletEnabled val="1"/>
        </dgm:presLayoutVars>
      </dgm:prSet>
      <dgm:spPr/>
    </dgm:pt>
  </dgm:ptLst>
  <dgm:cxnLst>
    <dgm:cxn modelId="{BFDA503A-797A-4FCD-94E9-5E8032D7A73C}" srcId="{0E7C8647-2A20-4A2F-BA80-FEF128AD7A7E}" destId="{F44A43D1-18C5-437C-9C14-383CEC742832}" srcOrd="0" destOrd="0" parTransId="{BB71FEAF-A0A4-4F37-9D05-EFF4D0643F82}" sibTransId="{AB60B54E-AD94-4B81-81A2-CA0DB7635BCE}"/>
    <dgm:cxn modelId="{8880CB87-AE76-4E0B-9E46-604486B59D40}" type="presOf" srcId="{F44A43D1-18C5-437C-9C14-383CEC742832}" destId="{032733B2-307D-41CA-A3F8-EC6047FC8721}" srcOrd="0" destOrd="0" presId="urn:microsoft.com/office/officeart/2005/8/layout/vList2"/>
    <dgm:cxn modelId="{73B64488-2567-48C0-BE7E-57BDD5962922}" type="presOf" srcId="{FE40FC09-3177-4653-B269-68D712022747}" destId="{FCF840C9-7E03-4D57-9057-9EB1382417B0}" srcOrd="0" destOrd="0" presId="urn:microsoft.com/office/officeart/2005/8/layout/vList2"/>
    <dgm:cxn modelId="{52CA6599-15DD-4CA0-A67D-CB8502E0A04D}" srcId="{0E7C8647-2A20-4A2F-BA80-FEF128AD7A7E}" destId="{224CF77F-44A0-44D1-B9EA-01BE4EB91BF1}" srcOrd="3" destOrd="0" parTransId="{F04F042F-1D6D-465B-9783-B545051EAC63}" sibTransId="{CA3D1464-D331-4A73-8C18-A19A1689148C}"/>
    <dgm:cxn modelId="{D190799F-7460-45F1-9D96-8DDD8F7D81DF}" type="presOf" srcId="{224CF77F-44A0-44D1-B9EA-01BE4EB91BF1}" destId="{9D01BE3D-151D-4E0F-A119-FFBEED9C17B3}" srcOrd="0" destOrd="0" presId="urn:microsoft.com/office/officeart/2005/8/layout/vList2"/>
    <dgm:cxn modelId="{0CB3EDAC-90C9-49F3-B5BE-12CC1917F5AE}" srcId="{0E7C8647-2A20-4A2F-BA80-FEF128AD7A7E}" destId="{D4D22FA3-54A8-4676-B3D5-05BA10D47824}" srcOrd="1" destOrd="0" parTransId="{80F08A91-1DDD-4DD0-8451-38B52A89A869}" sibTransId="{4B46F3F8-626F-4E3B-A884-02DFCB552A86}"/>
    <dgm:cxn modelId="{CDBF14B2-CC6E-47C1-A4AB-7A8D40FD36EF}" type="presOf" srcId="{0E7C8647-2A20-4A2F-BA80-FEF128AD7A7E}" destId="{C152A96C-84AA-4D4C-A001-90615B233B35}" srcOrd="0" destOrd="0" presId="urn:microsoft.com/office/officeart/2005/8/layout/vList2"/>
    <dgm:cxn modelId="{89252CE6-C7B3-44D4-BCE7-17AE18E8B66A}" srcId="{0E7C8647-2A20-4A2F-BA80-FEF128AD7A7E}" destId="{FE40FC09-3177-4653-B269-68D712022747}" srcOrd="2" destOrd="0" parTransId="{AF7CCE50-CE3C-4796-9B32-6CE37C9CA370}" sibTransId="{251FD1A1-A63B-4B69-B6DC-28DF7DA2FB39}"/>
    <dgm:cxn modelId="{B42862FF-1E4A-4FDA-BFED-1603177BE212}" type="presOf" srcId="{D4D22FA3-54A8-4676-B3D5-05BA10D47824}" destId="{EECC718C-FE24-4915-AC57-0E92145F526C}" srcOrd="0" destOrd="0" presId="urn:microsoft.com/office/officeart/2005/8/layout/vList2"/>
    <dgm:cxn modelId="{266552A5-D97A-4775-A7F7-D8B29EE4B2BF}" type="presParOf" srcId="{C152A96C-84AA-4D4C-A001-90615B233B35}" destId="{032733B2-307D-41CA-A3F8-EC6047FC8721}" srcOrd="0" destOrd="0" presId="urn:microsoft.com/office/officeart/2005/8/layout/vList2"/>
    <dgm:cxn modelId="{B4606D1A-FBEA-419B-81DC-E8680A8F1DAF}" type="presParOf" srcId="{C152A96C-84AA-4D4C-A001-90615B233B35}" destId="{ACEC6EA6-3BE1-401D-9955-42669DE169E0}" srcOrd="1" destOrd="0" presId="urn:microsoft.com/office/officeart/2005/8/layout/vList2"/>
    <dgm:cxn modelId="{F6BE1596-06E9-4253-A823-18CEDA9F58E2}" type="presParOf" srcId="{C152A96C-84AA-4D4C-A001-90615B233B35}" destId="{EECC718C-FE24-4915-AC57-0E92145F526C}" srcOrd="2" destOrd="0" presId="urn:microsoft.com/office/officeart/2005/8/layout/vList2"/>
    <dgm:cxn modelId="{F36E9AD5-E5A7-4611-B570-CF077908741C}" type="presParOf" srcId="{C152A96C-84AA-4D4C-A001-90615B233B35}" destId="{0091AE67-791E-44AC-B04E-5583CE8CCC36}" srcOrd="3" destOrd="0" presId="urn:microsoft.com/office/officeart/2005/8/layout/vList2"/>
    <dgm:cxn modelId="{4AA59559-BF82-4FBC-8355-E26CFEF30BFB}" type="presParOf" srcId="{C152A96C-84AA-4D4C-A001-90615B233B35}" destId="{FCF840C9-7E03-4D57-9057-9EB1382417B0}" srcOrd="4" destOrd="0" presId="urn:microsoft.com/office/officeart/2005/8/layout/vList2"/>
    <dgm:cxn modelId="{4A1EC655-0265-4B32-98DD-0C682D40CB5E}" type="presParOf" srcId="{C152A96C-84AA-4D4C-A001-90615B233B35}" destId="{C5663206-B3F3-41B8-9A2A-1DB2E7CF99F3}" srcOrd="5" destOrd="0" presId="urn:microsoft.com/office/officeart/2005/8/layout/vList2"/>
    <dgm:cxn modelId="{7A139D82-1C11-49BE-BB27-30C468F47BD3}" type="presParOf" srcId="{C152A96C-84AA-4D4C-A001-90615B233B35}" destId="{9D01BE3D-151D-4E0F-A119-FFBEED9C17B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8BCB033F-6E39-4755-A685-2AA5CA8DA98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3E77765-DD3C-4376-ABEE-385DE45ECC53}">
      <dgm:prSet/>
      <dgm:spPr/>
      <dgm:t>
        <a:bodyPr/>
        <a:lstStyle/>
        <a:p>
          <a:r>
            <a:rPr lang="uk-UA" b="0" i="0"/>
            <a:t>митрополитів Української греко-католицької церкви.</a:t>
          </a:r>
          <a:endParaRPr lang="uk-UA"/>
        </a:p>
      </dgm:t>
    </dgm:pt>
    <dgm:pt modelId="{2446B10F-3EA4-4918-87C1-EA76942DA70E}" type="parTrans" cxnId="{CB5FB79D-500E-417A-99ED-2722424E9732}">
      <dgm:prSet/>
      <dgm:spPr/>
      <dgm:t>
        <a:bodyPr/>
        <a:lstStyle/>
        <a:p>
          <a:endParaRPr lang="uk-UA"/>
        </a:p>
      </dgm:t>
    </dgm:pt>
    <dgm:pt modelId="{97C0107D-6548-453A-A0C9-1BBAA45886E6}" type="sibTrans" cxnId="{CB5FB79D-500E-417A-99ED-2722424E9732}">
      <dgm:prSet/>
      <dgm:spPr/>
      <dgm:t>
        <a:bodyPr/>
        <a:lstStyle/>
        <a:p>
          <a:endParaRPr lang="uk-UA"/>
        </a:p>
      </dgm:t>
    </dgm:pt>
    <dgm:pt modelId="{8473B571-318A-4776-9733-25C62118A564}">
      <dgm:prSet/>
      <dgm:spPr/>
      <dgm:t>
        <a:bodyPr/>
        <a:lstStyle/>
        <a:p>
          <a:r>
            <a:rPr lang="uk-UA" b="0" i="0" dirty="0"/>
            <a:t>ініціаторів створення Української автокефальної православної церкви.</a:t>
          </a:r>
          <a:endParaRPr lang="uk-UA" dirty="0"/>
        </a:p>
      </dgm:t>
    </dgm:pt>
    <dgm:pt modelId="{43EFDA5A-0F47-435C-9B98-2DA7C13D7217}" type="parTrans" cxnId="{B9B5BF3C-7BFB-4B8E-8271-7A95918BF205}">
      <dgm:prSet/>
      <dgm:spPr/>
      <dgm:t>
        <a:bodyPr/>
        <a:lstStyle/>
        <a:p>
          <a:endParaRPr lang="uk-UA"/>
        </a:p>
      </dgm:t>
    </dgm:pt>
    <dgm:pt modelId="{DE9DD169-18F7-4F37-AE02-9FEFA3B80EF0}" type="sibTrans" cxnId="{B9B5BF3C-7BFB-4B8E-8271-7A95918BF205}">
      <dgm:prSet/>
      <dgm:spPr/>
      <dgm:t>
        <a:bodyPr/>
        <a:lstStyle/>
        <a:p>
          <a:endParaRPr lang="uk-UA"/>
        </a:p>
      </dgm:t>
    </dgm:pt>
    <dgm:pt modelId="{C9A28CFD-8B45-43D6-AFFE-1C37F6ACADC0}">
      <dgm:prSet/>
      <dgm:spPr/>
      <dgm:t>
        <a:bodyPr/>
        <a:lstStyle/>
        <a:p>
          <a:r>
            <a:rPr lang="uk-UA" b="0" i="0"/>
            <a:t>активних учасників неканонічного Львівського церковного собору 1946 р.</a:t>
          </a:r>
          <a:endParaRPr lang="uk-UA"/>
        </a:p>
      </dgm:t>
    </dgm:pt>
    <dgm:pt modelId="{AD5B8E40-8B7C-401D-B73B-F0CE76A3FB32}" type="parTrans" cxnId="{01514490-0B0D-4EA4-9BFA-D5FBB2836D69}">
      <dgm:prSet/>
      <dgm:spPr/>
      <dgm:t>
        <a:bodyPr/>
        <a:lstStyle/>
        <a:p>
          <a:endParaRPr lang="uk-UA"/>
        </a:p>
      </dgm:t>
    </dgm:pt>
    <dgm:pt modelId="{69CC71C6-5D55-4944-83DF-8C3552411307}" type="sibTrans" cxnId="{01514490-0B0D-4EA4-9BFA-D5FBB2836D69}">
      <dgm:prSet/>
      <dgm:spPr/>
      <dgm:t>
        <a:bodyPr/>
        <a:lstStyle/>
        <a:p>
          <a:endParaRPr lang="uk-UA"/>
        </a:p>
      </dgm:t>
    </dgm:pt>
    <dgm:pt modelId="{C5FFA77B-7B2B-453F-A9CB-266FF062D026}">
      <dgm:prSet/>
      <dgm:spPr/>
      <dgm:t>
        <a:bodyPr/>
        <a:lstStyle/>
        <a:p>
          <a:r>
            <a:rPr lang="uk-UA" b="0" i="0" dirty="0"/>
            <a:t>фундаторів Української православної церкви Київського патріархату.</a:t>
          </a:r>
          <a:endParaRPr lang="uk-UA" dirty="0"/>
        </a:p>
      </dgm:t>
    </dgm:pt>
    <dgm:pt modelId="{CA58B6E8-88A9-4B34-B807-8595FF143615}" type="parTrans" cxnId="{E99B7E05-0FC7-4DF2-8D4F-EFC9D0CCEE9A}">
      <dgm:prSet/>
      <dgm:spPr/>
      <dgm:t>
        <a:bodyPr/>
        <a:lstStyle/>
        <a:p>
          <a:endParaRPr lang="uk-UA"/>
        </a:p>
      </dgm:t>
    </dgm:pt>
    <dgm:pt modelId="{1676AD58-2967-4F2D-84C5-7CABD2269080}" type="sibTrans" cxnId="{E99B7E05-0FC7-4DF2-8D4F-EFC9D0CCEE9A}">
      <dgm:prSet/>
      <dgm:spPr/>
      <dgm:t>
        <a:bodyPr/>
        <a:lstStyle/>
        <a:p>
          <a:endParaRPr lang="uk-UA"/>
        </a:p>
      </dgm:t>
    </dgm:pt>
    <dgm:pt modelId="{CF42D63A-E172-4B1E-B2DA-FC572FF91CB6}" type="pres">
      <dgm:prSet presAssocID="{8BCB033F-6E39-4755-A685-2AA5CA8DA98E}" presName="linear" presStyleCnt="0">
        <dgm:presLayoutVars>
          <dgm:animLvl val="lvl"/>
          <dgm:resizeHandles val="exact"/>
        </dgm:presLayoutVars>
      </dgm:prSet>
      <dgm:spPr/>
    </dgm:pt>
    <dgm:pt modelId="{00E10DA2-9AE3-4808-8209-C7700B4828E7}" type="pres">
      <dgm:prSet presAssocID="{73E77765-DD3C-4376-ABEE-385DE45ECC53}" presName="parentText" presStyleLbl="node1" presStyleIdx="0" presStyleCnt="4">
        <dgm:presLayoutVars>
          <dgm:chMax val="0"/>
          <dgm:bulletEnabled val="1"/>
        </dgm:presLayoutVars>
      </dgm:prSet>
      <dgm:spPr/>
    </dgm:pt>
    <dgm:pt modelId="{6964C87B-8898-48BE-B56E-F2294BF627A6}" type="pres">
      <dgm:prSet presAssocID="{97C0107D-6548-453A-A0C9-1BBAA45886E6}" presName="spacer" presStyleCnt="0"/>
      <dgm:spPr/>
    </dgm:pt>
    <dgm:pt modelId="{8CB9CC38-3056-46CC-8083-3927AD9DD5EF}" type="pres">
      <dgm:prSet presAssocID="{8473B571-318A-4776-9733-25C62118A564}" presName="parentText" presStyleLbl="node1" presStyleIdx="1" presStyleCnt="4">
        <dgm:presLayoutVars>
          <dgm:chMax val="0"/>
          <dgm:bulletEnabled val="1"/>
        </dgm:presLayoutVars>
      </dgm:prSet>
      <dgm:spPr/>
    </dgm:pt>
    <dgm:pt modelId="{6DB3C4D5-B0E8-4E29-A686-2BA289500BB1}" type="pres">
      <dgm:prSet presAssocID="{DE9DD169-18F7-4F37-AE02-9FEFA3B80EF0}" presName="spacer" presStyleCnt="0"/>
      <dgm:spPr/>
    </dgm:pt>
    <dgm:pt modelId="{0C39F888-4F92-4E91-84E4-4D4B969820BE}" type="pres">
      <dgm:prSet presAssocID="{C9A28CFD-8B45-43D6-AFFE-1C37F6ACADC0}" presName="parentText" presStyleLbl="node1" presStyleIdx="2" presStyleCnt="4">
        <dgm:presLayoutVars>
          <dgm:chMax val="0"/>
          <dgm:bulletEnabled val="1"/>
        </dgm:presLayoutVars>
      </dgm:prSet>
      <dgm:spPr/>
    </dgm:pt>
    <dgm:pt modelId="{574E88EB-5FC1-4D74-8FE6-10DAC9A97CDE}" type="pres">
      <dgm:prSet presAssocID="{69CC71C6-5D55-4944-83DF-8C3552411307}" presName="spacer" presStyleCnt="0"/>
      <dgm:spPr/>
    </dgm:pt>
    <dgm:pt modelId="{C6C4A18D-AAD0-4AC0-802C-50B65CFBA753}" type="pres">
      <dgm:prSet presAssocID="{C5FFA77B-7B2B-453F-A9CB-266FF062D026}" presName="parentText" presStyleLbl="node1" presStyleIdx="3" presStyleCnt="4">
        <dgm:presLayoutVars>
          <dgm:chMax val="0"/>
          <dgm:bulletEnabled val="1"/>
        </dgm:presLayoutVars>
      </dgm:prSet>
      <dgm:spPr/>
    </dgm:pt>
  </dgm:ptLst>
  <dgm:cxnLst>
    <dgm:cxn modelId="{E99B7E05-0FC7-4DF2-8D4F-EFC9D0CCEE9A}" srcId="{8BCB033F-6E39-4755-A685-2AA5CA8DA98E}" destId="{C5FFA77B-7B2B-453F-A9CB-266FF062D026}" srcOrd="3" destOrd="0" parTransId="{CA58B6E8-88A9-4B34-B807-8595FF143615}" sibTransId="{1676AD58-2967-4F2D-84C5-7CABD2269080}"/>
    <dgm:cxn modelId="{B320DC28-9AB3-45D6-A6EB-2D84023D44B5}" type="presOf" srcId="{8473B571-318A-4776-9733-25C62118A564}" destId="{8CB9CC38-3056-46CC-8083-3927AD9DD5EF}" srcOrd="0" destOrd="0" presId="urn:microsoft.com/office/officeart/2005/8/layout/vList2"/>
    <dgm:cxn modelId="{B9B5BF3C-7BFB-4B8E-8271-7A95918BF205}" srcId="{8BCB033F-6E39-4755-A685-2AA5CA8DA98E}" destId="{8473B571-318A-4776-9733-25C62118A564}" srcOrd="1" destOrd="0" parTransId="{43EFDA5A-0F47-435C-9B98-2DA7C13D7217}" sibTransId="{DE9DD169-18F7-4F37-AE02-9FEFA3B80EF0}"/>
    <dgm:cxn modelId="{BB52DF4F-DB99-41EE-A3AF-AE5DAB728184}" type="presOf" srcId="{C5FFA77B-7B2B-453F-A9CB-266FF062D026}" destId="{C6C4A18D-AAD0-4AC0-802C-50B65CFBA753}" srcOrd="0" destOrd="0" presId="urn:microsoft.com/office/officeart/2005/8/layout/vList2"/>
    <dgm:cxn modelId="{DFE0B48C-F301-4F77-A5D9-B8A3204B5A64}" type="presOf" srcId="{73E77765-DD3C-4376-ABEE-385DE45ECC53}" destId="{00E10DA2-9AE3-4808-8209-C7700B4828E7}" srcOrd="0" destOrd="0" presId="urn:microsoft.com/office/officeart/2005/8/layout/vList2"/>
    <dgm:cxn modelId="{01514490-0B0D-4EA4-9BFA-D5FBB2836D69}" srcId="{8BCB033F-6E39-4755-A685-2AA5CA8DA98E}" destId="{C9A28CFD-8B45-43D6-AFFE-1C37F6ACADC0}" srcOrd="2" destOrd="0" parTransId="{AD5B8E40-8B7C-401D-B73B-F0CE76A3FB32}" sibTransId="{69CC71C6-5D55-4944-83DF-8C3552411307}"/>
    <dgm:cxn modelId="{CB5FB79D-500E-417A-99ED-2722424E9732}" srcId="{8BCB033F-6E39-4755-A685-2AA5CA8DA98E}" destId="{73E77765-DD3C-4376-ABEE-385DE45ECC53}" srcOrd="0" destOrd="0" parTransId="{2446B10F-3EA4-4918-87C1-EA76942DA70E}" sibTransId="{97C0107D-6548-453A-A0C9-1BBAA45886E6}"/>
    <dgm:cxn modelId="{8252C3D6-6DD7-4247-B777-49022C6A1925}" type="presOf" srcId="{C9A28CFD-8B45-43D6-AFFE-1C37F6ACADC0}" destId="{0C39F888-4F92-4E91-84E4-4D4B969820BE}" srcOrd="0" destOrd="0" presId="urn:microsoft.com/office/officeart/2005/8/layout/vList2"/>
    <dgm:cxn modelId="{96AE1BEC-2347-4D5A-8CCA-8425A622AAB7}" type="presOf" srcId="{8BCB033F-6E39-4755-A685-2AA5CA8DA98E}" destId="{CF42D63A-E172-4B1E-B2DA-FC572FF91CB6}" srcOrd="0" destOrd="0" presId="urn:microsoft.com/office/officeart/2005/8/layout/vList2"/>
    <dgm:cxn modelId="{825D5089-8E5A-4B23-970F-7396E14B8195}" type="presParOf" srcId="{CF42D63A-E172-4B1E-B2DA-FC572FF91CB6}" destId="{00E10DA2-9AE3-4808-8209-C7700B4828E7}" srcOrd="0" destOrd="0" presId="urn:microsoft.com/office/officeart/2005/8/layout/vList2"/>
    <dgm:cxn modelId="{DF133381-6DB3-430C-8562-75C457ABC2BA}" type="presParOf" srcId="{CF42D63A-E172-4B1E-B2DA-FC572FF91CB6}" destId="{6964C87B-8898-48BE-B56E-F2294BF627A6}" srcOrd="1" destOrd="0" presId="urn:microsoft.com/office/officeart/2005/8/layout/vList2"/>
    <dgm:cxn modelId="{9BF4D872-7522-49F7-B0BC-EF5EBDF2A7A2}" type="presParOf" srcId="{CF42D63A-E172-4B1E-B2DA-FC572FF91CB6}" destId="{8CB9CC38-3056-46CC-8083-3927AD9DD5EF}" srcOrd="2" destOrd="0" presId="urn:microsoft.com/office/officeart/2005/8/layout/vList2"/>
    <dgm:cxn modelId="{504E942C-25EE-4135-9100-02B064E2EC51}" type="presParOf" srcId="{CF42D63A-E172-4B1E-B2DA-FC572FF91CB6}" destId="{6DB3C4D5-B0E8-4E29-A686-2BA289500BB1}" srcOrd="3" destOrd="0" presId="urn:microsoft.com/office/officeart/2005/8/layout/vList2"/>
    <dgm:cxn modelId="{0585E406-472F-48E8-A96D-9A0260358116}" type="presParOf" srcId="{CF42D63A-E172-4B1E-B2DA-FC572FF91CB6}" destId="{0C39F888-4F92-4E91-84E4-4D4B969820BE}" srcOrd="4" destOrd="0" presId="urn:microsoft.com/office/officeart/2005/8/layout/vList2"/>
    <dgm:cxn modelId="{82BBDCBD-1AF6-4FBD-AFE6-E361BE3EB10C}" type="presParOf" srcId="{CF42D63A-E172-4B1E-B2DA-FC572FF91CB6}" destId="{574E88EB-5FC1-4D74-8FE6-10DAC9A97CDE}" srcOrd="5" destOrd="0" presId="urn:microsoft.com/office/officeart/2005/8/layout/vList2"/>
    <dgm:cxn modelId="{439CA4B8-FEA7-4BC0-A935-85C0FEA44479}" type="presParOf" srcId="{CF42D63A-E172-4B1E-B2DA-FC572FF91CB6}" destId="{C6C4A18D-AAD0-4AC0-802C-50B65CFBA75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C19D6FFE-6E50-467E-875D-108EE485364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98DC9AC-1D65-4FB6-8E15-98AB71C20335}">
      <dgm:prSet/>
      <dgm:spPr/>
      <dgm:t>
        <a:bodyPr/>
        <a:lstStyle/>
        <a:p>
          <a:r>
            <a:rPr lang="ru-RU" b="0" i="0" dirty="0" err="1"/>
            <a:t>письменника</a:t>
          </a:r>
          <a:r>
            <a:rPr lang="ru-RU" b="0" i="0" dirty="0"/>
            <a:t>, </a:t>
          </a:r>
          <a:r>
            <a:rPr lang="ru-RU" b="0" i="0" dirty="0" err="1"/>
            <a:t>кінорежисера</a:t>
          </a:r>
          <a:r>
            <a:rPr lang="ru-RU" b="0" i="0" dirty="0"/>
            <a:t>, </a:t>
          </a:r>
          <a:r>
            <a:rPr lang="ru-RU" b="0" i="0" dirty="0" err="1"/>
            <a:t>кінодраматурга</a:t>
          </a:r>
          <a:r>
            <a:rPr lang="ru-RU" b="0" i="0" dirty="0"/>
            <a:t>, </a:t>
          </a:r>
          <a:r>
            <a:rPr lang="ru-RU" b="0" i="0" dirty="0" err="1"/>
            <a:t>класика</a:t>
          </a:r>
          <a:r>
            <a:rPr lang="ru-RU" b="0" i="0" dirty="0"/>
            <a:t> </a:t>
          </a:r>
          <a:r>
            <a:rPr lang="ru-RU" b="0" i="0" dirty="0" err="1"/>
            <a:t>світового</a:t>
          </a:r>
          <a:r>
            <a:rPr lang="ru-RU" b="0" i="0" dirty="0"/>
            <a:t> </a:t>
          </a:r>
          <a:r>
            <a:rPr lang="ru-RU" b="0" i="0" dirty="0" err="1"/>
            <a:t>кінематографа</a:t>
          </a:r>
          <a:r>
            <a:rPr lang="ru-RU" b="0" i="0" dirty="0"/>
            <a:t>.</a:t>
          </a:r>
          <a:endParaRPr lang="uk-UA" dirty="0"/>
        </a:p>
      </dgm:t>
    </dgm:pt>
    <dgm:pt modelId="{529B517A-B827-4C6C-8706-40B9052D3BD4}" type="parTrans" cxnId="{8DBC80B3-E631-461A-AEBD-680226F622BA}">
      <dgm:prSet/>
      <dgm:spPr/>
      <dgm:t>
        <a:bodyPr/>
        <a:lstStyle/>
        <a:p>
          <a:endParaRPr lang="uk-UA"/>
        </a:p>
      </dgm:t>
    </dgm:pt>
    <dgm:pt modelId="{BE2D7736-3E36-4429-8776-D331A2B413BE}" type="sibTrans" cxnId="{8DBC80B3-E631-461A-AEBD-680226F622BA}">
      <dgm:prSet/>
      <dgm:spPr/>
      <dgm:t>
        <a:bodyPr/>
        <a:lstStyle/>
        <a:p>
          <a:endParaRPr lang="uk-UA"/>
        </a:p>
      </dgm:t>
    </dgm:pt>
    <dgm:pt modelId="{718DC349-EDF4-423A-9171-CC3B36EB13F2}">
      <dgm:prSet/>
      <dgm:spPr/>
      <dgm:t>
        <a:bodyPr/>
        <a:lstStyle/>
        <a:p>
          <a:r>
            <a:rPr lang="ru-RU" b="0" i="0" dirty="0"/>
            <a:t>композитора, </a:t>
          </a:r>
          <a:r>
            <a:rPr lang="ru-RU" b="0" i="0" dirty="0" err="1"/>
            <a:t>піаніста</a:t>
          </a:r>
          <a:r>
            <a:rPr lang="ru-RU" b="0" i="0" dirty="0"/>
            <a:t>, </a:t>
          </a:r>
          <a:r>
            <a:rPr lang="ru-RU" b="0" i="0" dirty="0" err="1"/>
            <a:t>диригента</a:t>
          </a:r>
          <a:r>
            <a:rPr lang="ru-RU" b="0" i="0" dirty="0"/>
            <a:t>, </a:t>
          </a:r>
          <a:r>
            <a:rPr lang="ru-RU" b="0" i="0" dirty="0" err="1"/>
            <a:t>фундатора</a:t>
          </a:r>
          <a:r>
            <a:rPr lang="ru-RU" b="0" i="0" dirty="0"/>
            <a:t> </a:t>
          </a:r>
          <a:r>
            <a:rPr lang="ru-RU" b="0" i="0" dirty="0" err="1"/>
            <a:t>української</a:t>
          </a:r>
          <a:r>
            <a:rPr lang="ru-RU" b="0" i="0" dirty="0"/>
            <a:t> </a:t>
          </a:r>
          <a:r>
            <a:rPr lang="ru-RU" b="0" i="0" dirty="0" err="1"/>
            <a:t>національної</a:t>
          </a:r>
          <a:r>
            <a:rPr lang="ru-RU" b="0" i="0" dirty="0"/>
            <a:t> </a:t>
          </a:r>
          <a:r>
            <a:rPr lang="ru-RU" b="0" i="0" dirty="0" err="1"/>
            <a:t>музики</a:t>
          </a:r>
          <a:r>
            <a:rPr lang="ru-RU" b="0" i="0" dirty="0"/>
            <a:t>.</a:t>
          </a:r>
          <a:endParaRPr lang="uk-UA" dirty="0"/>
        </a:p>
      </dgm:t>
    </dgm:pt>
    <dgm:pt modelId="{562CDE5C-2C75-4E44-9946-AF97184FDE59}" type="parTrans" cxnId="{D0B1F1FA-17E6-4B9A-BD0B-1D9CDE9E0B88}">
      <dgm:prSet/>
      <dgm:spPr/>
      <dgm:t>
        <a:bodyPr/>
        <a:lstStyle/>
        <a:p>
          <a:endParaRPr lang="uk-UA"/>
        </a:p>
      </dgm:t>
    </dgm:pt>
    <dgm:pt modelId="{BF1A53C4-0770-44D4-BBBB-C0F783FB73F1}" type="sibTrans" cxnId="{D0B1F1FA-17E6-4B9A-BD0B-1D9CDE9E0B88}">
      <dgm:prSet/>
      <dgm:spPr/>
      <dgm:t>
        <a:bodyPr/>
        <a:lstStyle/>
        <a:p>
          <a:endParaRPr lang="uk-UA"/>
        </a:p>
      </dgm:t>
    </dgm:pt>
    <dgm:pt modelId="{2BD9FB46-15F1-4D68-816B-C6D5D6701262}">
      <dgm:prSet/>
      <dgm:spPr/>
      <dgm:t>
        <a:bodyPr/>
        <a:lstStyle/>
        <a:p>
          <a:r>
            <a:rPr lang="ru-RU" b="0" i="0"/>
            <a:t>історика, сходознавця, письменника, перекладача, одного з організаторів Академії наук України.</a:t>
          </a:r>
          <a:endParaRPr lang="uk-UA"/>
        </a:p>
      </dgm:t>
    </dgm:pt>
    <dgm:pt modelId="{51D445FE-73CA-4FCB-8FBB-689FFEB95F8D}" type="parTrans" cxnId="{4C9D0E33-451E-48E2-91F5-D85BA1B0B504}">
      <dgm:prSet/>
      <dgm:spPr/>
      <dgm:t>
        <a:bodyPr/>
        <a:lstStyle/>
        <a:p>
          <a:endParaRPr lang="uk-UA"/>
        </a:p>
      </dgm:t>
    </dgm:pt>
    <dgm:pt modelId="{645CFBA4-7548-44DF-A384-89B1BE8D667B}" type="sibTrans" cxnId="{4C9D0E33-451E-48E2-91F5-D85BA1B0B504}">
      <dgm:prSet/>
      <dgm:spPr/>
      <dgm:t>
        <a:bodyPr/>
        <a:lstStyle/>
        <a:p>
          <a:endParaRPr lang="uk-UA"/>
        </a:p>
      </dgm:t>
    </dgm:pt>
    <dgm:pt modelId="{76E5B849-1D9E-45A1-B0A3-6A1446C79E31}">
      <dgm:prSet/>
      <dgm:spPr/>
      <dgm:t>
        <a:bodyPr/>
        <a:lstStyle/>
        <a:p>
          <a:r>
            <a:rPr lang="ru-RU" b="0" i="0" dirty="0" err="1"/>
            <a:t>режисера</a:t>
          </a:r>
          <a:r>
            <a:rPr lang="ru-RU" b="0" i="0" dirty="0"/>
            <a:t>, драматурга, актора, основоположника </a:t>
          </a:r>
          <a:r>
            <a:rPr lang="ru-RU" b="0" i="0" dirty="0" err="1"/>
            <a:t>українського</a:t>
          </a:r>
          <a:r>
            <a:rPr lang="ru-RU" b="0" i="0" dirty="0"/>
            <a:t> модерного (нового) театру.</a:t>
          </a:r>
          <a:endParaRPr lang="uk-UA" dirty="0"/>
        </a:p>
      </dgm:t>
    </dgm:pt>
    <dgm:pt modelId="{6208A63A-FECB-47A4-8F6F-BD028DD8EE71}" type="parTrans" cxnId="{2D98F8EE-BE8F-40B0-A32A-C0C29DDA1BD3}">
      <dgm:prSet/>
      <dgm:spPr/>
      <dgm:t>
        <a:bodyPr/>
        <a:lstStyle/>
        <a:p>
          <a:endParaRPr lang="uk-UA"/>
        </a:p>
      </dgm:t>
    </dgm:pt>
    <dgm:pt modelId="{1742B1C4-98AE-435A-A180-FE12EB04BE1C}" type="sibTrans" cxnId="{2D98F8EE-BE8F-40B0-A32A-C0C29DDA1BD3}">
      <dgm:prSet/>
      <dgm:spPr/>
      <dgm:t>
        <a:bodyPr/>
        <a:lstStyle/>
        <a:p>
          <a:endParaRPr lang="uk-UA"/>
        </a:p>
      </dgm:t>
    </dgm:pt>
    <dgm:pt modelId="{E6E0998C-37FC-409F-97E3-B7F58A9C56DF}" type="pres">
      <dgm:prSet presAssocID="{C19D6FFE-6E50-467E-875D-108EE485364C}" presName="linear" presStyleCnt="0">
        <dgm:presLayoutVars>
          <dgm:animLvl val="lvl"/>
          <dgm:resizeHandles val="exact"/>
        </dgm:presLayoutVars>
      </dgm:prSet>
      <dgm:spPr/>
    </dgm:pt>
    <dgm:pt modelId="{E8C762BA-677F-4E16-8028-F9BE8754A5DC}" type="pres">
      <dgm:prSet presAssocID="{898DC9AC-1D65-4FB6-8E15-98AB71C20335}" presName="parentText" presStyleLbl="node1" presStyleIdx="0" presStyleCnt="4">
        <dgm:presLayoutVars>
          <dgm:chMax val="0"/>
          <dgm:bulletEnabled val="1"/>
        </dgm:presLayoutVars>
      </dgm:prSet>
      <dgm:spPr/>
    </dgm:pt>
    <dgm:pt modelId="{9DF579C9-E0AC-460D-AF7D-6EE786763F3F}" type="pres">
      <dgm:prSet presAssocID="{BE2D7736-3E36-4429-8776-D331A2B413BE}" presName="spacer" presStyleCnt="0"/>
      <dgm:spPr/>
    </dgm:pt>
    <dgm:pt modelId="{1FB5F9E1-2DF0-4A71-8D90-68B7E20736FD}" type="pres">
      <dgm:prSet presAssocID="{718DC349-EDF4-423A-9171-CC3B36EB13F2}" presName="parentText" presStyleLbl="node1" presStyleIdx="1" presStyleCnt="4">
        <dgm:presLayoutVars>
          <dgm:chMax val="0"/>
          <dgm:bulletEnabled val="1"/>
        </dgm:presLayoutVars>
      </dgm:prSet>
      <dgm:spPr/>
    </dgm:pt>
    <dgm:pt modelId="{71B7A7BA-DF77-4B4A-B22C-92AD93102B8E}" type="pres">
      <dgm:prSet presAssocID="{BF1A53C4-0770-44D4-BBBB-C0F783FB73F1}" presName="spacer" presStyleCnt="0"/>
      <dgm:spPr/>
    </dgm:pt>
    <dgm:pt modelId="{3C3EFF16-39F3-4743-933F-4D0CF748022D}" type="pres">
      <dgm:prSet presAssocID="{2BD9FB46-15F1-4D68-816B-C6D5D6701262}" presName="parentText" presStyleLbl="node1" presStyleIdx="2" presStyleCnt="4">
        <dgm:presLayoutVars>
          <dgm:chMax val="0"/>
          <dgm:bulletEnabled val="1"/>
        </dgm:presLayoutVars>
      </dgm:prSet>
      <dgm:spPr/>
    </dgm:pt>
    <dgm:pt modelId="{73D9EE01-7DAE-4CEB-B1A4-87A3635DF2E7}" type="pres">
      <dgm:prSet presAssocID="{645CFBA4-7548-44DF-A384-89B1BE8D667B}" presName="spacer" presStyleCnt="0"/>
      <dgm:spPr/>
    </dgm:pt>
    <dgm:pt modelId="{8378CD64-ADB1-4280-AFD9-950404883340}" type="pres">
      <dgm:prSet presAssocID="{76E5B849-1D9E-45A1-B0A3-6A1446C79E31}" presName="parentText" presStyleLbl="node1" presStyleIdx="3" presStyleCnt="4">
        <dgm:presLayoutVars>
          <dgm:chMax val="0"/>
          <dgm:bulletEnabled val="1"/>
        </dgm:presLayoutVars>
      </dgm:prSet>
      <dgm:spPr/>
    </dgm:pt>
  </dgm:ptLst>
  <dgm:cxnLst>
    <dgm:cxn modelId="{D5AC3828-275B-4CF0-96A5-22EEF04621DA}" type="presOf" srcId="{718DC349-EDF4-423A-9171-CC3B36EB13F2}" destId="{1FB5F9E1-2DF0-4A71-8D90-68B7E20736FD}" srcOrd="0" destOrd="0" presId="urn:microsoft.com/office/officeart/2005/8/layout/vList2"/>
    <dgm:cxn modelId="{F3B28028-0444-4C8E-B48A-D046F626EFD9}" type="presOf" srcId="{76E5B849-1D9E-45A1-B0A3-6A1446C79E31}" destId="{8378CD64-ADB1-4280-AFD9-950404883340}" srcOrd="0" destOrd="0" presId="urn:microsoft.com/office/officeart/2005/8/layout/vList2"/>
    <dgm:cxn modelId="{4C9D0E33-451E-48E2-91F5-D85BA1B0B504}" srcId="{C19D6FFE-6E50-467E-875D-108EE485364C}" destId="{2BD9FB46-15F1-4D68-816B-C6D5D6701262}" srcOrd="2" destOrd="0" parTransId="{51D445FE-73CA-4FCB-8FBB-689FFEB95F8D}" sibTransId="{645CFBA4-7548-44DF-A384-89B1BE8D667B}"/>
    <dgm:cxn modelId="{8DBC80B3-E631-461A-AEBD-680226F622BA}" srcId="{C19D6FFE-6E50-467E-875D-108EE485364C}" destId="{898DC9AC-1D65-4FB6-8E15-98AB71C20335}" srcOrd="0" destOrd="0" parTransId="{529B517A-B827-4C6C-8706-40B9052D3BD4}" sibTransId="{BE2D7736-3E36-4429-8776-D331A2B413BE}"/>
    <dgm:cxn modelId="{0E6C89BD-5D46-4210-8CFF-D33C1CC21874}" type="presOf" srcId="{C19D6FFE-6E50-467E-875D-108EE485364C}" destId="{E6E0998C-37FC-409F-97E3-B7F58A9C56DF}" srcOrd="0" destOrd="0" presId="urn:microsoft.com/office/officeart/2005/8/layout/vList2"/>
    <dgm:cxn modelId="{E661BCC0-427B-4572-AFDF-EC52A35B44C4}" type="presOf" srcId="{2BD9FB46-15F1-4D68-816B-C6D5D6701262}" destId="{3C3EFF16-39F3-4743-933F-4D0CF748022D}" srcOrd="0" destOrd="0" presId="urn:microsoft.com/office/officeart/2005/8/layout/vList2"/>
    <dgm:cxn modelId="{297387DD-F9E3-46A0-BC10-95CB0764308B}" type="presOf" srcId="{898DC9AC-1D65-4FB6-8E15-98AB71C20335}" destId="{E8C762BA-677F-4E16-8028-F9BE8754A5DC}" srcOrd="0" destOrd="0" presId="urn:microsoft.com/office/officeart/2005/8/layout/vList2"/>
    <dgm:cxn modelId="{2D98F8EE-BE8F-40B0-A32A-C0C29DDA1BD3}" srcId="{C19D6FFE-6E50-467E-875D-108EE485364C}" destId="{76E5B849-1D9E-45A1-B0A3-6A1446C79E31}" srcOrd="3" destOrd="0" parTransId="{6208A63A-FECB-47A4-8F6F-BD028DD8EE71}" sibTransId="{1742B1C4-98AE-435A-A180-FE12EB04BE1C}"/>
    <dgm:cxn modelId="{D0B1F1FA-17E6-4B9A-BD0B-1D9CDE9E0B88}" srcId="{C19D6FFE-6E50-467E-875D-108EE485364C}" destId="{718DC349-EDF4-423A-9171-CC3B36EB13F2}" srcOrd="1" destOrd="0" parTransId="{562CDE5C-2C75-4E44-9946-AF97184FDE59}" sibTransId="{BF1A53C4-0770-44D4-BBBB-C0F783FB73F1}"/>
    <dgm:cxn modelId="{E1EB944B-ACA6-400F-827A-D1FB233235B2}" type="presParOf" srcId="{E6E0998C-37FC-409F-97E3-B7F58A9C56DF}" destId="{E8C762BA-677F-4E16-8028-F9BE8754A5DC}" srcOrd="0" destOrd="0" presId="urn:microsoft.com/office/officeart/2005/8/layout/vList2"/>
    <dgm:cxn modelId="{7587001F-DF6E-4890-B34A-BF2B12733ECE}" type="presParOf" srcId="{E6E0998C-37FC-409F-97E3-B7F58A9C56DF}" destId="{9DF579C9-E0AC-460D-AF7D-6EE786763F3F}" srcOrd="1" destOrd="0" presId="urn:microsoft.com/office/officeart/2005/8/layout/vList2"/>
    <dgm:cxn modelId="{CD97CA64-B725-44CD-9E76-D7AD9B5A8017}" type="presParOf" srcId="{E6E0998C-37FC-409F-97E3-B7F58A9C56DF}" destId="{1FB5F9E1-2DF0-4A71-8D90-68B7E20736FD}" srcOrd="2" destOrd="0" presId="urn:microsoft.com/office/officeart/2005/8/layout/vList2"/>
    <dgm:cxn modelId="{B07D5379-EF86-41E9-A504-AE8F87FAFCA0}" type="presParOf" srcId="{E6E0998C-37FC-409F-97E3-B7F58A9C56DF}" destId="{71B7A7BA-DF77-4B4A-B22C-92AD93102B8E}" srcOrd="3" destOrd="0" presId="urn:microsoft.com/office/officeart/2005/8/layout/vList2"/>
    <dgm:cxn modelId="{BDB6553E-6FFA-4E20-83D0-C8F0E3082CE6}" type="presParOf" srcId="{E6E0998C-37FC-409F-97E3-B7F58A9C56DF}" destId="{3C3EFF16-39F3-4743-933F-4D0CF748022D}" srcOrd="4" destOrd="0" presId="urn:microsoft.com/office/officeart/2005/8/layout/vList2"/>
    <dgm:cxn modelId="{EE6AB263-3A11-44FA-9D9B-ECC3B5F9A7CC}" type="presParOf" srcId="{E6E0998C-37FC-409F-97E3-B7F58A9C56DF}" destId="{73D9EE01-7DAE-4CEB-B1A4-87A3635DF2E7}" srcOrd="5" destOrd="0" presId="urn:microsoft.com/office/officeart/2005/8/layout/vList2"/>
    <dgm:cxn modelId="{6431D36D-EB0D-4A42-9EDC-B050CFE66263}" type="presParOf" srcId="{E6E0998C-37FC-409F-97E3-B7F58A9C56DF}" destId="{8378CD64-ADB1-4280-AFD9-95040488334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EBF281E-0E8F-4C16-A578-FC4FAC4C0BB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E94EB4D1-806E-4C53-A677-61649BE4B2E5}">
      <dgm:prSet/>
      <dgm:spPr/>
      <dgm:t>
        <a:bodyPr/>
        <a:lstStyle/>
        <a:p>
          <a:r>
            <a:rPr lang="uk-UA" b="0" i="0"/>
            <a:t>письменник, фундатор національного кінематографа, автор кінофільмів «Звенигора», «Арсенал», «Земля»</a:t>
          </a:r>
          <a:endParaRPr lang="uk-UA"/>
        </a:p>
      </dgm:t>
    </dgm:pt>
    <dgm:pt modelId="{B07F7DAD-2FD8-4F93-8F04-D2A26A784278}" type="parTrans" cxnId="{C98F5016-1015-49B7-9516-8ADFD14FF9CE}">
      <dgm:prSet/>
      <dgm:spPr/>
      <dgm:t>
        <a:bodyPr/>
        <a:lstStyle/>
        <a:p>
          <a:endParaRPr lang="uk-UA"/>
        </a:p>
      </dgm:t>
    </dgm:pt>
    <dgm:pt modelId="{0726799D-E211-42CB-82B9-AB51FBB8F012}" type="sibTrans" cxnId="{C98F5016-1015-49B7-9516-8ADFD14FF9CE}">
      <dgm:prSet/>
      <dgm:spPr/>
      <dgm:t>
        <a:bodyPr/>
        <a:lstStyle/>
        <a:p>
          <a:endParaRPr lang="uk-UA"/>
        </a:p>
      </dgm:t>
    </dgm:pt>
    <dgm:pt modelId="{01FD4CAE-6E78-4BCB-9C33-6737222FA569}">
      <dgm:prSet/>
      <dgm:spPr/>
      <dgm:t>
        <a:bodyPr/>
        <a:lstStyle/>
        <a:p>
          <a:r>
            <a:rPr lang="uk-UA" b="0" i="0"/>
            <a:t>митець – монументаліст, графік, фундатор новаторської художньої школи в українському мистецтві 1920-х рр.</a:t>
          </a:r>
          <a:endParaRPr lang="uk-UA"/>
        </a:p>
      </dgm:t>
    </dgm:pt>
    <dgm:pt modelId="{EED3E5C8-6D99-4064-BD3E-91BB24805D41}" type="parTrans" cxnId="{B5905354-23BA-4FAB-961E-12774A90D366}">
      <dgm:prSet/>
      <dgm:spPr/>
      <dgm:t>
        <a:bodyPr/>
        <a:lstStyle/>
        <a:p>
          <a:endParaRPr lang="uk-UA"/>
        </a:p>
      </dgm:t>
    </dgm:pt>
    <dgm:pt modelId="{F8602865-F5EF-4312-9483-EE11B0FB8F7D}" type="sibTrans" cxnId="{B5905354-23BA-4FAB-961E-12774A90D366}">
      <dgm:prSet/>
      <dgm:spPr/>
      <dgm:t>
        <a:bodyPr/>
        <a:lstStyle/>
        <a:p>
          <a:endParaRPr lang="uk-UA"/>
        </a:p>
      </dgm:t>
    </dgm:pt>
    <dgm:pt modelId="{ECA08602-3F63-4988-8CB0-80DF9A499D40}">
      <dgm:prSet/>
      <dgm:spPr/>
      <dgm:t>
        <a:bodyPr/>
        <a:lstStyle/>
        <a:p>
          <a:r>
            <a:rPr lang="uk-UA" b="0" i="0"/>
            <a:t>актор, режисер, новатор українського театру, керівник мистецького об’єднання «Березіль»</a:t>
          </a:r>
          <a:endParaRPr lang="uk-UA"/>
        </a:p>
      </dgm:t>
    </dgm:pt>
    <dgm:pt modelId="{DB844B66-9CFB-4B99-AB1E-CAF16639CAF6}" type="parTrans" cxnId="{8821EB36-BD9D-410C-AAE9-6C606180220B}">
      <dgm:prSet/>
      <dgm:spPr/>
      <dgm:t>
        <a:bodyPr/>
        <a:lstStyle/>
        <a:p>
          <a:endParaRPr lang="uk-UA"/>
        </a:p>
      </dgm:t>
    </dgm:pt>
    <dgm:pt modelId="{489DBDC9-C80D-46F2-B26F-15DD0D91A2BD}" type="sibTrans" cxnId="{8821EB36-BD9D-410C-AAE9-6C606180220B}">
      <dgm:prSet/>
      <dgm:spPr/>
      <dgm:t>
        <a:bodyPr/>
        <a:lstStyle/>
        <a:p>
          <a:endParaRPr lang="uk-UA"/>
        </a:p>
      </dgm:t>
    </dgm:pt>
    <dgm:pt modelId="{3C7B89A0-F94C-45EF-84E5-6BE122F1933F}">
      <dgm:prSet/>
      <dgm:spPr/>
      <dgm:t>
        <a:bodyPr/>
        <a:lstStyle/>
        <a:p>
          <a:r>
            <a:rPr lang="uk-UA" b="0" i="0"/>
            <a:t>прозаїк, поет, публіцист, засновник літературних об’єднань – «Гарт» (1923), «Урбіно» (1924), «ВАПЛІТЕ» (1926)</a:t>
          </a:r>
          <a:endParaRPr lang="uk-UA"/>
        </a:p>
      </dgm:t>
    </dgm:pt>
    <dgm:pt modelId="{1D03ACA9-897E-44A1-AC5F-E80BD34D0694}" type="parTrans" cxnId="{EE117EB8-6C38-41A7-A7A3-35D89253AE5A}">
      <dgm:prSet/>
      <dgm:spPr/>
      <dgm:t>
        <a:bodyPr/>
        <a:lstStyle/>
        <a:p>
          <a:endParaRPr lang="uk-UA"/>
        </a:p>
      </dgm:t>
    </dgm:pt>
    <dgm:pt modelId="{B8551EC1-035E-4768-990B-5DAF26303F2C}" type="sibTrans" cxnId="{EE117EB8-6C38-41A7-A7A3-35D89253AE5A}">
      <dgm:prSet/>
      <dgm:spPr/>
      <dgm:t>
        <a:bodyPr/>
        <a:lstStyle/>
        <a:p>
          <a:endParaRPr lang="uk-UA"/>
        </a:p>
      </dgm:t>
    </dgm:pt>
    <dgm:pt modelId="{CDCE313E-6253-406A-A2D1-0C23E063E7E5}">
      <dgm:prSet/>
      <dgm:spPr/>
      <dgm:t>
        <a:bodyPr/>
        <a:lstStyle/>
        <a:p>
          <a:r>
            <a:rPr lang="uk-UA" b="0" i="0"/>
            <a:t>український економіст 1920-х рр., автор концепції економічної самодостатності УСРР</a:t>
          </a:r>
          <a:endParaRPr lang="uk-UA"/>
        </a:p>
      </dgm:t>
    </dgm:pt>
    <dgm:pt modelId="{4898FABD-88AA-469B-BE6E-FDD993FB37EB}" type="parTrans" cxnId="{B968C151-5540-4D5A-A4BD-1D5481969A4F}">
      <dgm:prSet/>
      <dgm:spPr/>
      <dgm:t>
        <a:bodyPr/>
        <a:lstStyle/>
        <a:p>
          <a:endParaRPr lang="uk-UA"/>
        </a:p>
      </dgm:t>
    </dgm:pt>
    <dgm:pt modelId="{4F517FDC-8C45-473F-BDF7-66DC36B6DC1D}" type="sibTrans" cxnId="{B968C151-5540-4D5A-A4BD-1D5481969A4F}">
      <dgm:prSet/>
      <dgm:spPr/>
      <dgm:t>
        <a:bodyPr/>
        <a:lstStyle/>
        <a:p>
          <a:endParaRPr lang="uk-UA"/>
        </a:p>
      </dgm:t>
    </dgm:pt>
    <dgm:pt modelId="{5A740FE7-1086-4319-8960-B0B88E899C50}" type="pres">
      <dgm:prSet presAssocID="{EEBF281E-0E8F-4C16-A578-FC4FAC4C0BBD}" presName="linear" presStyleCnt="0">
        <dgm:presLayoutVars>
          <dgm:animLvl val="lvl"/>
          <dgm:resizeHandles val="exact"/>
        </dgm:presLayoutVars>
      </dgm:prSet>
      <dgm:spPr/>
    </dgm:pt>
    <dgm:pt modelId="{5BA8627F-CEDE-4F91-A302-8CEB0CB19F8C}" type="pres">
      <dgm:prSet presAssocID="{E94EB4D1-806E-4C53-A677-61649BE4B2E5}" presName="parentText" presStyleLbl="node1" presStyleIdx="0" presStyleCnt="5">
        <dgm:presLayoutVars>
          <dgm:chMax val="0"/>
          <dgm:bulletEnabled val="1"/>
        </dgm:presLayoutVars>
      </dgm:prSet>
      <dgm:spPr/>
    </dgm:pt>
    <dgm:pt modelId="{29398DCD-A6B3-43DD-9E9C-80607125396B}" type="pres">
      <dgm:prSet presAssocID="{0726799D-E211-42CB-82B9-AB51FBB8F012}" presName="spacer" presStyleCnt="0"/>
      <dgm:spPr/>
    </dgm:pt>
    <dgm:pt modelId="{01B5A5E9-F970-4836-A2A2-6DD7979271DE}" type="pres">
      <dgm:prSet presAssocID="{01FD4CAE-6E78-4BCB-9C33-6737222FA569}" presName="parentText" presStyleLbl="node1" presStyleIdx="1" presStyleCnt="5">
        <dgm:presLayoutVars>
          <dgm:chMax val="0"/>
          <dgm:bulletEnabled val="1"/>
        </dgm:presLayoutVars>
      </dgm:prSet>
      <dgm:spPr/>
    </dgm:pt>
    <dgm:pt modelId="{34214493-2458-4470-A1B4-3083D149870C}" type="pres">
      <dgm:prSet presAssocID="{F8602865-F5EF-4312-9483-EE11B0FB8F7D}" presName="spacer" presStyleCnt="0"/>
      <dgm:spPr/>
    </dgm:pt>
    <dgm:pt modelId="{AAE791F5-DCB5-4D5A-844D-DBE93746B110}" type="pres">
      <dgm:prSet presAssocID="{ECA08602-3F63-4988-8CB0-80DF9A499D40}" presName="parentText" presStyleLbl="node1" presStyleIdx="2" presStyleCnt="5">
        <dgm:presLayoutVars>
          <dgm:chMax val="0"/>
          <dgm:bulletEnabled val="1"/>
        </dgm:presLayoutVars>
      </dgm:prSet>
      <dgm:spPr/>
    </dgm:pt>
    <dgm:pt modelId="{376BDF89-3D59-467D-A7B3-BC0D44E30B9F}" type="pres">
      <dgm:prSet presAssocID="{489DBDC9-C80D-46F2-B26F-15DD0D91A2BD}" presName="spacer" presStyleCnt="0"/>
      <dgm:spPr/>
    </dgm:pt>
    <dgm:pt modelId="{736320EF-A8D5-4263-A11E-70B988B972D6}" type="pres">
      <dgm:prSet presAssocID="{3C7B89A0-F94C-45EF-84E5-6BE122F1933F}" presName="parentText" presStyleLbl="node1" presStyleIdx="3" presStyleCnt="5">
        <dgm:presLayoutVars>
          <dgm:chMax val="0"/>
          <dgm:bulletEnabled val="1"/>
        </dgm:presLayoutVars>
      </dgm:prSet>
      <dgm:spPr/>
    </dgm:pt>
    <dgm:pt modelId="{B2ED8B66-F8FA-4EF2-9B82-26A5AF7ECE8D}" type="pres">
      <dgm:prSet presAssocID="{B8551EC1-035E-4768-990B-5DAF26303F2C}" presName="spacer" presStyleCnt="0"/>
      <dgm:spPr/>
    </dgm:pt>
    <dgm:pt modelId="{726DFB50-2DE0-4ABF-A249-1E0CC7F250DD}" type="pres">
      <dgm:prSet presAssocID="{CDCE313E-6253-406A-A2D1-0C23E063E7E5}" presName="parentText" presStyleLbl="node1" presStyleIdx="4" presStyleCnt="5">
        <dgm:presLayoutVars>
          <dgm:chMax val="0"/>
          <dgm:bulletEnabled val="1"/>
        </dgm:presLayoutVars>
      </dgm:prSet>
      <dgm:spPr/>
    </dgm:pt>
  </dgm:ptLst>
  <dgm:cxnLst>
    <dgm:cxn modelId="{C98F5016-1015-49B7-9516-8ADFD14FF9CE}" srcId="{EEBF281E-0E8F-4C16-A578-FC4FAC4C0BBD}" destId="{E94EB4D1-806E-4C53-A677-61649BE4B2E5}" srcOrd="0" destOrd="0" parTransId="{B07F7DAD-2FD8-4F93-8F04-D2A26A784278}" sibTransId="{0726799D-E211-42CB-82B9-AB51FBB8F012}"/>
    <dgm:cxn modelId="{1D834B1E-1B3F-4EF4-9D73-211C9469D57D}" type="presOf" srcId="{3C7B89A0-F94C-45EF-84E5-6BE122F1933F}" destId="{736320EF-A8D5-4263-A11E-70B988B972D6}" srcOrd="0" destOrd="0" presId="urn:microsoft.com/office/officeart/2005/8/layout/vList2"/>
    <dgm:cxn modelId="{8821EB36-BD9D-410C-AAE9-6C606180220B}" srcId="{EEBF281E-0E8F-4C16-A578-FC4FAC4C0BBD}" destId="{ECA08602-3F63-4988-8CB0-80DF9A499D40}" srcOrd="2" destOrd="0" parTransId="{DB844B66-9CFB-4B99-AB1E-CAF16639CAF6}" sibTransId="{489DBDC9-C80D-46F2-B26F-15DD0D91A2BD}"/>
    <dgm:cxn modelId="{AA5B2166-164E-4716-9B4A-DD90EA127BE9}" type="presOf" srcId="{ECA08602-3F63-4988-8CB0-80DF9A499D40}" destId="{AAE791F5-DCB5-4D5A-844D-DBE93746B110}" srcOrd="0" destOrd="0" presId="urn:microsoft.com/office/officeart/2005/8/layout/vList2"/>
    <dgm:cxn modelId="{B968C151-5540-4D5A-A4BD-1D5481969A4F}" srcId="{EEBF281E-0E8F-4C16-A578-FC4FAC4C0BBD}" destId="{CDCE313E-6253-406A-A2D1-0C23E063E7E5}" srcOrd="4" destOrd="0" parTransId="{4898FABD-88AA-469B-BE6E-FDD993FB37EB}" sibTransId="{4F517FDC-8C45-473F-BDF7-66DC36B6DC1D}"/>
    <dgm:cxn modelId="{B5905354-23BA-4FAB-961E-12774A90D366}" srcId="{EEBF281E-0E8F-4C16-A578-FC4FAC4C0BBD}" destId="{01FD4CAE-6E78-4BCB-9C33-6737222FA569}" srcOrd="1" destOrd="0" parTransId="{EED3E5C8-6D99-4064-BD3E-91BB24805D41}" sibTransId="{F8602865-F5EF-4312-9483-EE11B0FB8F7D}"/>
    <dgm:cxn modelId="{ECBE0156-2B97-4834-A9E6-2ACA74181134}" type="presOf" srcId="{01FD4CAE-6E78-4BCB-9C33-6737222FA569}" destId="{01B5A5E9-F970-4836-A2A2-6DD7979271DE}" srcOrd="0" destOrd="0" presId="urn:microsoft.com/office/officeart/2005/8/layout/vList2"/>
    <dgm:cxn modelId="{EE117EB8-6C38-41A7-A7A3-35D89253AE5A}" srcId="{EEBF281E-0E8F-4C16-A578-FC4FAC4C0BBD}" destId="{3C7B89A0-F94C-45EF-84E5-6BE122F1933F}" srcOrd="3" destOrd="0" parTransId="{1D03ACA9-897E-44A1-AC5F-E80BD34D0694}" sibTransId="{B8551EC1-035E-4768-990B-5DAF26303F2C}"/>
    <dgm:cxn modelId="{54AAD0C6-DC82-4B23-98C5-FCDD75B69355}" type="presOf" srcId="{E94EB4D1-806E-4C53-A677-61649BE4B2E5}" destId="{5BA8627F-CEDE-4F91-A302-8CEB0CB19F8C}" srcOrd="0" destOrd="0" presId="urn:microsoft.com/office/officeart/2005/8/layout/vList2"/>
    <dgm:cxn modelId="{C173ACD9-F23B-4506-A393-6B9C79263898}" type="presOf" srcId="{CDCE313E-6253-406A-A2D1-0C23E063E7E5}" destId="{726DFB50-2DE0-4ABF-A249-1E0CC7F250DD}" srcOrd="0" destOrd="0" presId="urn:microsoft.com/office/officeart/2005/8/layout/vList2"/>
    <dgm:cxn modelId="{315C67FB-5B5C-40A9-8661-A300B2D1D6FF}" type="presOf" srcId="{EEBF281E-0E8F-4C16-A578-FC4FAC4C0BBD}" destId="{5A740FE7-1086-4319-8960-B0B88E899C50}" srcOrd="0" destOrd="0" presId="urn:microsoft.com/office/officeart/2005/8/layout/vList2"/>
    <dgm:cxn modelId="{F0A7014E-E0DE-4EE3-A08D-FD66610A37C3}" type="presParOf" srcId="{5A740FE7-1086-4319-8960-B0B88E899C50}" destId="{5BA8627F-CEDE-4F91-A302-8CEB0CB19F8C}" srcOrd="0" destOrd="0" presId="urn:microsoft.com/office/officeart/2005/8/layout/vList2"/>
    <dgm:cxn modelId="{82E989AD-7D3C-4ADF-92EF-AFF37A67AA1D}" type="presParOf" srcId="{5A740FE7-1086-4319-8960-B0B88E899C50}" destId="{29398DCD-A6B3-43DD-9E9C-80607125396B}" srcOrd="1" destOrd="0" presId="urn:microsoft.com/office/officeart/2005/8/layout/vList2"/>
    <dgm:cxn modelId="{C71B0926-AA78-48AA-9DD7-EE870ABDBDB8}" type="presParOf" srcId="{5A740FE7-1086-4319-8960-B0B88E899C50}" destId="{01B5A5E9-F970-4836-A2A2-6DD7979271DE}" srcOrd="2" destOrd="0" presId="urn:microsoft.com/office/officeart/2005/8/layout/vList2"/>
    <dgm:cxn modelId="{B3B082F8-0990-4A43-9DE5-FB23D945BB02}" type="presParOf" srcId="{5A740FE7-1086-4319-8960-B0B88E899C50}" destId="{34214493-2458-4470-A1B4-3083D149870C}" srcOrd="3" destOrd="0" presId="urn:microsoft.com/office/officeart/2005/8/layout/vList2"/>
    <dgm:cxn modelId="{53409FA7-69B5-4A93-86F4-D889673A75BE}" type="presParOf" srcId="{5A740FE7-1086-4319-8960-B0B88E899C50}" destId="{AAE791F5-DCB5-4D5A-844D-DBE93746B110}" srcOrd="4" destOrd="0" presId="urn:microsoft.com/office/officeart/2005/8/layout/vList2"/>
    <dgm:cxn modelId="{95BF5483-0861-4CEB-AA95-5380F73E2C8E}" type="presParOf" srcId="{5A740FE7-1086-4319-8960-B0B88E899C50}" destId="{376BDF89-3D59-467D-A7B3-BC0D44E30B9F}" srcOrd="5" destOrd="0" presId="urn:microsoft.com/office/officeart/2005/8/layout/vList2"/>
    <dgm:cxn modelId="{952758CC-26DF-401A-9EEC-3D748CCE37B0}" type="presParOf" srcId="{5A740FE7-1086-4319-8960-B0B88E899C50}" destId="{736320EF-A8D5-4263-A11E-70B988B972D6}" srcOrd="6" destOrd="0" presId="urn:microsoft.com/office/officeart/2005/8/layout/vList2"/>
    <dgm:cxn modelId="{2F3EA352-2D14-4E60-BAC9-62062202ED00}" type="presParOf" srcId="{5A740FE7-1086-4319-8960-B0B88E899C50}" destId="{B2ED8B66-F8FA-4EF2-9B82-26A5AF7ECE8D}" srcOrd="7" destOrd="0" presId="urn:microsoft.com/office/officeart/2005/8/layout/vList2"/>
    <dgm:cxn modelId="{96E54F97-69AD-4111-9059-7D3DFB6F798C}" type="presParOf" srcId="{5A740FE7-1086-4319-8960-B0B88E899C50}" destId="{726DFB50-2DE0-4ABF-A249-1E0CC7F250DD}"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FD19D3EE-E5A1-449F-B82C-23CAA2A8B86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23BA764-099E-4879-9143-1FF9C7B98720}">
      <dgm:prSet/>
      <dgm:spPr/>
      <dgm:t>
        <a:bodyPr/>
        <a:lstStyle/>
        <a:p>
          <a:r>
            <a:rPr lang="uk-UA" b="0" i="0"/>
            <a:t>президент Карпатської України</a:t>
          </a:r>
          <a:endParaRPr lang="uk-UA"/>
        </a:p>
      </dgm:t>
    </dgm:pt>
    <dgm:pt modelId="{0CEFF525-B49E-4E1A-ACCE-A9AABEF27053}" type="parTrans" cxnId="{B9B9870D-1BAE-4F1F-9133-847911BB3077}">
      <dgm:prSet/>
      <dgm:spPr/>
      <dgm:t>
        <a:bodyPr/>
        <a:lstStyle/>
        <a:p>
          <a:endParaRPr lang="uk-UA"/>
        </a:p>
      </dgm:t>
    </dgm:pt>
    <dgm:pt modelId="{F73A3F00-AE7F-4CD8-A19B-152840F383A8}" type="sibTrans" cxnId="{B9B9870D-1BAE-4F1F-9133-847911BB3077}">
      <dgm:prSet/>
      <dgm:spPr/>
      <dgm:t>
        <a:bodyPr/>
        <a:lstStyle/>
        <a:p>
          <a:endParaRPr lang="uk-UA"/>
        </a:p>
      </dgm:t>
    </dgm:pt>
    <dgm:pt modelId="{37255DE2-A5B7-4A9D-9625-5D0CED12FDAC}">
      <dgm:prSet/>
      <dgm:spPr/>
      <dgm:t>
        <a:bodyPr/>
        <a:lstStyle/>
        <a:p>
          <a:r>
            <a:rPr lang="uk-UA" b="0" i="0" dirty="0"/>
            <a:t>в’язень радянських </a:t>
          </a:r>
          <a:r>
            <a:rPr lang="uk-UA" b="0" i="0" dirty="0" err="1"/>
            <a:t>тюрем</a:t>
          </a:r>
          <a:endParaRPr lang="uk-UA" dirty="0"/>
        </a:p>
      </dgm:t>
    </dgm:pt>
    <dgm:pt modelId="{2A3A6624-1FBA-450C-A228-4CAA695D38AB}" type="parTrans" cxnId="{51DC720F-FC5F-4D3E-8942-3D8C71BBF6C5}">
      <dgm:prSet/>
      <dgm:spPr/>
      <dgm:t>
        <a:bodyPr/>
        <a:lstStyle/>
        <a:p>
          <a:endParaRPr lang="uk-UA"/>
        </a:p>
      </dgm:t>
    </dgm:pt>
    <dgm:pt modelId="{18A68363-517A-42B4-B5DF-7C584E412E86}" type="sibTrans" cxnId="{51DC720F-FC5F-4D3E-8942-3D8C71BBF6C5}">
      <dgm:prSet/>
      <dgm:spPr/>
      <dgm:t>
        <a:bodyPr/>
        <a:lstStyle/>
        <a:p>
          <a:endParaRPr lang="uk-UA"/>
        </a:p>
      </dgm:t>
    </dgm:pt>
    <dgm:pt modelId="{77012F24-B966-44E6-BB1A-94C6982C3B63}">
      <dgm:prSet/>
      <dgm:spPr/>
      <dgm:t>
        <a:bodyPr/>
        <a:lstStyle/>
        <a:p>
          <a:r>
            <a:rPr lang="uk-UA" b="0" i="0" dirty="0"/>
            <a:t>засновник Учительської громади Підкарпатської Руси</a:t>
          </a:r>
          <a:endParaRPr lang="uk-UA" dirty="0"/>
        </a:p>
      </dgm:t>
    </dgm:pt>
    <dgm:pt modelId="{32BF7620-F3EB-454D-95B3-511B25928ABE}" type="parTrans" cxnId="{06CD92F9-13A8-46F1-BF7A-80D079574655}">
      <dgm:prSet/>
      <dgm:spPr/>
      <dgm:t>
        <a:bodyPr/>
        <a:lstStyle/>
        <a:p>
          <a:endParaRPr lang="uk-UA"/>
        </a:p>
      </dgm:t>
    </dgm:pt>
    <dgm:pt modelId="{BA40F22D-A342-46A2-8D38-2BC8F5EC8AE6}" type="sibTrans" cxnId="{06CD92F9-13A8-46F1-BF7A-80D079574655}">
      <dgm:prSet/>
      <dgm:spPr/>
      <dgm:t>
        <a:bodyPr/>
        <a:lstStyle/>
        <a:p>
          <a:endParaRPr lang="uk-UA"/>
        </a:p>
      </dgm:t>
    </dgm:pt>
    <dgm:pt modelId="{D8146027-7C8D-41B8-B85B-39A39C07F526}">
      <dgm:prSet/>
      <dgm:spPr/>
      <dgm:t>
        <a:bodyPr/>
        <a:lstStyle/>
        <a:p>
          <a:r>
            <a:rPr lang="uk-UA" b="0" i="0" dirty="0"/>
            <a:t>ректор Українського вільного університету в Празі</a:t>
          </a:r>
          <a:endParaRPr lang="uk-UA" dirty="0"/>
        </a:p>
      </dgm:t>
    </dgm:pt>
    <dgm:pt modelId="{2D096774-EA66-4502-A174-09E5CA821908}" type="parTrans" cxnId="{E34D44EF-25FD-4620-9A38-157D1891D08A}">
      <dgm:prSet/>
      <dgm:spPr/>
      <dgm:t>
        <a:bodyPr/>
        <a:lstStyle/>
        <a:p>
          <a:endParaRPr lang="uk-UA"/>
        </a:p>
      </dgm:t>
    </dgm:pt>
    <dgm:pt modelId="{9416DC97-5E5C-4ABE-A67E-95786F958639}" type="sibTrans" cxnId="{E34D44EF-25FD-4620-9A38-157D1891D08A}">
      <dgm:prSet/>
      <dgm:spPr/>
      <dgm:t>
        <a:bodyPr/>
        <a:lstStyle/>
        <a:p>
          <a:endParaRPr lang="uk-UA"/>
        </a:p>
      </dgm:t>
    </dgm:pt>
    <dgm:pt modelId="{C399FAEF-73E2-4496-80B2-4A5D1BE79B32}" type="pres">
      <dgm:prSet presAssocID="{FD19D3EE-E5A1-449F-B82C-23CAA2A8B866}" presName="linear" presStyleCnt="0">
        <dgm:presLayoutVars>
          <dgm:animLvl val="lvl"/>
          <dgm:resizeHandles val="exact"/>
        </dgm:presLayoutVars>
      </dgm:prSet>
      <dgm:spPr/>
    </dgm:pt>
    <dgm:pt modelId="{988AF500-23D3-4332-B92C-AA245C21F489}" type="pres">
      <dgm:prSet presAssocID="{923BA764-099E-4879-9143-1FF9C7B98720}" presName="parentText" presStyleLbl="node1" presStyleIdx="0" presStyleCnt="4">
        <dgm:presLayoutVars>
          <dgm:chMax val="0"/>
          <dgm:bulletEnabled val="1"/>
        </dgm:presLayoutVars>
      </dgm:prSet>
      <dgm:spPr/>
    </dgm:pt>
    <dgm:pt modelId="{25D94649-EED9-4106-8F87-89E469E4C65D}" type="pres">
      <dgm:prSet presAssocID="{F73A3F00-AE7F-4CD8-A19B-152840F383A8}" presName="spacer" presStyleCnt="0"/>
      <dgm:spPr/>
    </dgm:pt>
    <dgm:pt modelId="{3B6FDECB-AD93-43EA-AF6D-84A24C897D4B}" type="pres">
      <dgm:prSet presAssocID="{37255DE2-A5B7-4A9D-9625-5D0CED12FDAC}" presName="parentText" presStyleLbl="node1" presStyleIdx="1" presStyleCnt="4">
        <dgm:presLayoutVars>
          <dgm:chMax val="0"/>
          <dgm:bulletEnabled val="1"/>
        </dgm:presLayoutVars>
      </dgm:prSet>
      <dgm:spPr/>
    </dgm:pt>
    <dgm:pt modelId="{6356A2D0-A355-4C70-A7DC-3B7D77AE1B65}" type="pres">
      <dgm:prSet presAssocID="{18A68363-517A-42B4-B5DF-7C584E412E86}" presName="spacer" presStyleCnt="0"/>
      <dgm:spPr/>
    </dgm:pt>
    <dgm:pt modelId="{75B53A6A-43E2-44A5-9DCA-53A7001C9041}" type="pres">
      <dgm:prSet presAssocID="{77012F24-B966-44E6-BB1A-94C6982C3B63}" presName="parentText" presStyleLbl="node1" presStyleIdx="2" presStyleCnt="4">
        <dgm:presLayoutVars>
          <dgm:chMax val="0"/>
          <dgm:bulletEnabled val="1"/>
        </dgm:presLayoutVars>
      </dgm:prSet>
      <dgm:spPr/>
    </dgm:pt>
    <dgm:pt modelId="{5A431872-EAE6-4D86-8E11-187C5144CBB1}" type="pres">
      <dgm:prSet presAssocID="{BA40F22D-A342-46A2-8D38-2BC8F5EC8AE6}" presName="spacer" presStyleCnt="0"/>
      <dgm:spPr/>
    </dgm:pt>
    <dgm:pt modelId="{4E5BB581-C531-4134-B52A-79B5E07EFAC3}" type="pres">
      <dgm:prSet presAssocID="{D8146027-7C8D-41B8-B85B-39A39C07F526}" presName="parentText" presStyleLbl="node1" presStyleIdx="3" presStyleCnt="4">
        <dgm:presLayoutVars>
          <dgm:chMax val="0"/>
          <dgm:bulletEnabled val="1"/>
        </dgm:presLayoutVars>
      </dgm:prSet>
      <dgm:spPr/>
    </dgm:pt>
  </dgm:ptLst>
  <dgm:cxnLst>
    <dgm:cxn modelId="{B9B9870D-1BAE-4F1F-9133-847911BB3077}" srcId="{FD19D3EE-E5A1-449F-B82C-23CAA2A8B866}" destId="{923BA764-099E-4879-9143-1FF9C7B98720}" srcOrd="0" destOrd="0" parTransId="{0CEFF525-B49E-4E1A-ACCE-A9AABEF27053}" sibTransId="{F73A3F00-AE7F-4CD8-A19B-152840F383A8}"/>
    <dgm:cxn modelId="{F6690C0E-9894-46B0-924B-477E9D2B8ED4}" type="presOf" srcId="{37255DE2-A5B7-4A9D-9625-5D0CED12FDAC}" destId="{3B6FDECB-AD93-43EA-AF6D-84A24C897D4B}" srcOrd="0" destOrd="0" presId="urn:microsoft.com/office/officeart/2005/8/layout/vList2"/>
    <dgm:cxn modelId="{51DC720F-FC5F-4D3E-8942-3D8C71BBF6C5}" srcId="{FD19D3EE-E5A1-449F-B82C-23CAA2A8B866}" destId="{37255DE2-A5B7-4A9D-9625-5D0CED12FDAC}" srcOrd="1" destOrd="0" parTransId="{2A3A6624-1FBA-450C-A228-4CAA695D38AB}" sibTransId="{18A68363-517A-42B4-B5DF-7C584E412E86}"/>
    <dgm:cxn modelId="{ACC1312B-5B3A-4829-B9D9-B3F2F4F16216}" type="presOf" srcId="{D8146027-7C8D-41B8-B85B-39A39C07F526}" destId="{4E5BB581-C531-4134-B52A-79B5E07EFAC3}" srcOrd="0" destOrd="0" presId="urn:microsoft.com/office/officeart/2005/8/layout/vList2"/>
    <dgm:cxn modelId="{617B0531-122B-4A0E-9DFC-5C874D39D047}" type="presOf" srcId="{FD19D3EE-E5A1-449F-B82C-23CAA2A8B866}" destId="{C399FAEF-73E2-4496-80B2-4A5D1BE79B32}" srcOrd="0" destOrd="0" presId="urn:microsoft.com/office/officeart/2005/8/layout/vList2"/>
    <dgm:cxn modelId="{D0676A96-FEFC-4A71-BCFB-8DCAF65FC7AC}" type="presOf" srcId="{923BA764-099E-4879-9143-1FF9C7B98720}" destId="{988AF500-23D3-4332-B92C-AA245C21F489}" srcOrd="0" destOrd="0" presId="urn:microsoft.com/office/officeart/2005/8/layout/vList2"/>
    <dgm:cxn modelId="{4BF5BFEA-8266-472A-8688-FD8FB3374727}" type="presOf" srcId="{77012F24-B966-44E6-BB1A-94C6982C3B63}" destId="{75B53A6A-43E2-44A5-9DCA-53A7001C9041}" srcOrd="0" destOrd="0" presId="urn:microsoft.com/office/officeart/2005/8/layout/vList2"/>
    <dgm:cxn modelId="{E34D44EF-25FD-4620-9A38-157D1891D08A}" srcId="{FD19D3EE-E5A1-449F-B82C-23CAA2A8B866}" destId="{D8146027-7C8D-41B8-B85B-39A39C07F526}" srcOrd="3" destOrd="0" parTransId="{2D096774-EA66-4502-A174-09E5CA821908}" sibTransId="{9416DC97-5E5C-4ABE-A67E-95786F958639}"/>
    <dgm:cxn modelId="{06CD92F9-13A8-46F1-BF7A-80D079574655}" srcId="{FD19D3EE-E5A1-449F-B82C-23CAA2A8B866}" destId="{77012F24-B966-44E6-BB1A-94C6982C3B63}" srcOrd="2" destOrd="0" parTransId="{32BF7620-F3EB-454D-95B3-511B25928ABE}" sibTransId="{BA40F22D-A342-46A2-8D38-2BC8F5EC8AE6}"/>
    <dgm:cxn modelId="{AC5F7782-504C-4E16-B931-C6E46EBCF43C}" type="presParOf" srcId="{C399FAEF-73E2-4496-80B2-4A5D1BE79B32}" destId="{988AF500-23D3-4332-B92C-AA245C21F489}" srcOrd="0" destOrd="0" presId="urn:microsoft.com/office/officeart/2005/8/layout/vList2"/>
    <dgm:cxn modelId="{7BDC7ACA-DBFB-4B85-A38E-C7193770B165}" type="presParOf" srcId="{C399FAEF-73E2-4496-80B2-4A5D1BE79B32}" destId="{25D94649-EED9-4106-8F87-89E469E4C65D}" srcOrd="1" destOrd="0" presId="urn:microsoft.com/office/officeart/2005/8/layout/vList2"/>
    <dgm:cxn modelId="{A2BB4251-2DC5-42EE-B148-D81F6CEE95CA}" type="presParOf" srcId="{C399FAEF-73E2-4496-80B2-4A5D1BE79B32}" destId="{3B6FDECB-AD93-43EA-AF6D-84A24C897D4B}" srcOrd="2" destOrd="0" presId="urn:microsoft.com/office/officeart/2005/8/layout/vList2"/>
    <dgm:cxn modelId="{0B4427F4-D372-45C1-A65C-69614CE1FCFC}" type="presParOf" srcId="{C399FAEF-73E2-4496-80B2-4A5D1BE79B32}" destId="{6356A2D0-A355-4C70-A7DC-3B7D77AE1B65}" srcOrd="3" destOrd="0" presId="urn:microsoft.com/office/officeart/2005/8/layout/vList2"/>
    <dgm:cxn modelId="{4CB7F8EA-720E-4086-A5CD-BAD57AC0D80A}" type="presParOf" srcId="{C399FAEF-73E2-4496-80B2-4A5D1BE79B32}" destId="{75B53A6A-43E2-44A5-9DCA-53A7001C9041}" srcOrd="4" destOrd="0" presId="urn:microsoft.com/office/officeart/2005/8/layout/vList2"/>
    <dgm:cxn modelId="{5DA14D45-2110-400E-831F-DCF350A3FE11}" type="presParOf" srcId="{C399FAEF-73E2-4496-80B2-4A5D1BE79B32}" destId="{5A431872-EAE6-4D86-8E11-187C5144CBB1}" srcOrd="5" destOrd="0" presId="urn:microsoft.com/office/officeart/2005/8/layout/vList2"/>
    <dgm:cxn modelId="{C32CABFB-3C26-41E9-8B1D-C615C0DC5548}" type="presParOf" srcId="{C399FAEF-73E2-4496-80B2-4A5D1BE79B32}" destId="{4E5BB581-C531-4134-B52A-79B5E07EFAC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69CF6AAE-D3C9-4D71-AB2C-5BA3A56AA5E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ED9549A-7BB5-4537-B609-398BF5F25F0E}">
      <dgm:prSet/>
      <dgm:spPr/>
      <dgm:t>
        <a:bodyPr/>
        <a:lstStyle/>
        <a:p>
          <a:r>
            <a:rPr lang="uk-UA" b="0" i="0" dirty="0"/>
            <a:t>Пише листи керівникам Третього рейху із засудженням винищення євреїв й окупаційної політики на Сході.</a:t>
          </a:r>
          <a:endParaRPr lang="uk-UA" dirty="0"/>
        </a:p>
      </dgm:t>
    </dgm:pt>
    <dgm:pt modelId="{7D32F5C5-643D-43DE-A928-40517F782B54}" type="parTrans" cxnId="{E9D2D0F7-B862-49AF-9441-7EC2647609FF}">
      <dgm:prSet/>
      <dgm:spPr/>
      <dgm:t>
        <a:bodyPr/>
        <a:lstStyle/>
        <a:p>
          <a:endParaRPr lang="uk-UA"/>
        </a:p>
      </dgm:t>
    </dgm:pt>
    <dgm:pt modelId="{0145B987-3609-4F9D-BA5C-E47D16EB828A}" type="sibTrans" cxnId="{E9D2D0F7-B862-49AF-9441-7EC2647609FF}">
      <dgm:prSet/>
      <dgm:spPr/>
      <dgm:t>
        <a:bodyPr/>
        <a:lstStyle/>
        <a:p>
          <a:endParaRPr lang="uk-UA"/>
        </a:p>
      </dgm:t>
    </dgm:pt>
    <dgm:pt modelId="{9D91AFB9-3ADD-49BC-BDED-BFF49C0CA37A}">
      <dgm:prSet/>
      <dgm:spPr/>
      <dgm:t>
        <a:bodyPr/>
        <a:lstStyle/>
        <a:p>
          <a:r>
            <a:rPr lang="uk-UA" b="0" i="0"/>
            <a:t>У зв’язку з проведенням акції «пацифікації» протестує проти розправи польських військ над українським населенням Галичини.</a:t>
          </a:r>
          <a:endParaRPr lang="uk-UA"/>
        </a:p>
      </dgm:t>
    </dgm:pt>
    <dgm:pt modelId="{7FEEC798-4B77-48AA-8D92-4E6E569A974F}" type="parTrans" cxnId="{221A52DF-2B86-43CF-94F0-842B13338169}">
      <dgm:prSet/>
      <dgm:spPr/>
      <dgm:t>
        <a:bodyPr/>
        <a:lstStyle/>
        <a:p>
          <a:endParaRPr lang="uk-UA"/>
        </a:p>
      </dgm:t>
    </dgm:pt>
    <dgm:pt modelId="{9314E40C-8629-4015-BAC7-1EF759AFB630}" type="sibTrans" cxnId="{221A52DF-2B86-43CF-94F0-842B13338169}">
      <dgm:prSet/>
      <dgm:spPr/>
      <dgm:t>
        <a:bodyPr/>
        <a:lstStyle/>
        <a:p>
          <a:endParaRPr lang="uk-UA"/>
        </a:p>
      </dgm:t>
    </dgm:pt>
    <dgm:pt modelId="{434D1A4C-EAB7-4AD0-99A3-23DE3A93E071}">
      <dgm:prSet/>
      <dgm:spPr/>
      <dgm:t>
        <a:bodyPr/>
        <a:lstStyle/>
        <a:p>
          <a:r>
            <a:rPr lang="uk-UA" b="0" i="0"/>
            <a:t>Виступає з рішучим протестом проти антицерковної політики радянської влади на Західній Україні.</a:t>
          </a:r>
          <a:endParaRPr lang="uk-UA"/>
        </a:p>
      </dgm:t>
    </dgm:pt>
    <dgm:pt modelId="{E7D57214-B29C-471F-AD71-052A8D2246A7}" type="parTrans" cxnId="{118781BA-93A4-4AA0-BE3D-252C81EEE9DC}">
      <dgm:prSet/>
      <dgm:spPr/>
      <dgm:t>
        <a:bodyPr/>
        <a:lstStyle/>
        <a:p>
          <a:endParaRPr lang="uk-UA"/>
        </a:p>
      </dgm:t>
    </dgm:pt>
    <dgm:pt modelId="{3632A95B-9B4C-4429-BE3B-F76CEA14343C}" type="sibTrans" cxnId="{118781BA-93A4-4AA0-BE3D-252C81EEE9DC}">
      <dgm:prSet/>
      <dgm:spPr/>
      <dgm:t>
        <a:bodyPr/>
        <a:lstStyle/>
        <a:p>
          <a:endParaRPr lang="uk-UA"/>
        </a:p>
      </dgm:t>
    </dgm:pt>
    <dgm:pt modelId="{10C9804D-7835-4720-9902-211957608BF5}">
      <dgm:prSet/>
      <dgm:spPr/>
      <dgm:t>
        <a:bodyPr/>
        <a:lstStyle/>
        <a:p>
          <a:r>
            <a:rPr lang="uk-UA" b="0" i="0" dirty="0"/>
            <a:t>Обраний членом Національної Ради Західноукраїнської Народної Республіки.</a:t>
          </a:r>
          <a:endParaRPr lang="uk-UA" dirty="0"/>
        </a:p>
      </dgm:t>
    </dgm:pt>
    <dgm:pt modelId="{E66FE74D-0449-4281-8587-E7930C15EB73}" type="parTrans" cxnId="{C5A7B644-7348-4DC7-A4A2-678FF55A3CF3}">
      <dgm:prSet/>
      <dgm:spPr/>
      <dgm:t>
        <a:bodyPr/>
        <a:lstStyle/>
        <a:p>
          <a:endParaRPr lang="uk-UA"/>
        </a:p>
      </dgm:t>
    </dgm:pt>
    <dgm:pt modelId="{B32CDA14-4C36-4D9B-8125-74480DEC005B}" type="sibTrans" cxnId="{C5A7B644-7348-4DC7-A4A2-678FF55A3CF3}">
      <dgm:prSet/>
      <dgm:spPr/>
      <dgm:t>
        <a:bodyPr/>
        <a:lstStyle/>
        <a:p>
          <a:endParaRPr lang="uk-UA"/>
        </a:p>
      </dgm:t>
    </dgm:pt>
    <dgm:pt modelId="{E8CB6D73-1F2E-4699-A923-D291A9AB970F}" type="pres">
      <dgm:prSet presAssocID="{69CF6AAE-D3C9-4D71-AB2C-5BA3A56AA5E8}" presName="linear" presStyleCnt="0">
        <dgm:presLayoutVars>
          <dgm:animLvl val="lvl"/>
          <dgm:resizeHandles val="exact"/>
        </dgm:presLayoutVars>
      </dgm:prSet>
      <dgm:spPr/>
    </dgm:pt>
    <dgm:pt modelId="{801822DA-2C87-4724-8EFB-8679AD244881}" type="pres">
      <dgm:prSet presAssocID="{9ED9549A-7BB5-4537-B609-398BF5F25F0E}" presName="parentText" presStyleLbl="node1" presStyleIdx="0" presStyleCnt="4">
        <dgm:presLayoutVars>
          <dgm:chMax val="0"/>
          <dgm:bulletEnabled val="1"/>
        </dgm:presLayoutVars>
      </dgm:prSet>
      <dgm:spPr/>
    </dgm:pt>
    <dgm:pt modelId="{54CEE5B3-D4E6-47E4-95F6-DADEBC1124E6}" type="pres">
      <dgm:prSet presAssocID="{0145B987-3609-4F9D-BA5C-E47D16EB828A}" presName="spacer" presStyleCnt="0"/>
      <dgm:spPr/>
    </dgm:pt>
    <dgm:pt modelId="{C21D8CCA-EE5A-4BF5-B67D-CA8A38F22BC1}" type="pres">
      <dgm:prSet presAssocID="{9D91AFB9-3ADD-49BC-BDED-BFF49C0CA37A}" presName="parentText" presStyleLbl="node1" presStyleIdx="1" presStyleCnt="4">
        <dgm:presLayoutVars>
          <dgm:chMax val="0"/>
          <dgm:bulletEnabled val="1"/>
        </dgm:presLayoutVars>
      </dgm:prSet>
      <dgm:spPr/>
    </dgm:pt>
    <dgm:pt modelId="{1E4DB4F4-DB72-481F-AE36-F234BFE9766B}" type="pres">
      <dgm:prSet presAssocID="{9314E40C-8629-4015-BAC7-1EF759AFB630}" presName="spacer" presStyleCnt="0"/>
      <dgm:spPr/>
    </dgm:pt>
    <dgm:pt modelId="{4FDA0FEC-761D-42AF-A352-ABA9B834A477}" type="pres">
      <dgm:prSet presAssocID="{434D1A4C-EAB7-4AD0-99A3-23DE3A93E071}" presName="parentText" presStyleLbl="node1" presStyleIdx="2" presStyleCnt="4">
        <dgm:presLayoutVars>
          <dgm:chMax val="0"/>
          <dgm:bulletEnabled val="1"/>
        </dgm:presLayoutVars>
      </dgm:prSet>
      <dgm:spPr/>
    </dgm:pt>
    <dgm:pt modelId="{063088D3-EEFE-4E10-A6CB-896FD7DE19E4}" type="pres">
      <dgm:prSet presAssocID="{3632A95B-9B4C-4429-BE3B-F76CEA14343C}" presName="spacer" presStyleCnt="0"/>
      <dgm:spPr/>
    </dgm:pt>
    <dgm:pt modelId="{D2A4C034-E75A-4850-A32D-F5CBEA9041FC}" type="pres">
      <dgm:prSet presAssocID="{10C9804D-7835-4720-9902-211957608BF5}" presName="parentText" presStyleLbl="node1" presStyleIdx="3" presStyleCnt="4">
        <dgm:presLayoutVars>
          <dgm:chMax val="0"/>
          <dgm:bulletEnabled val="1"/>
        </dgm:presLayoutVars>
      </dgm:prSet>
      <dgm:spPr/>
    </dgm:pt>
  </dgm:ptLst>
  <dgm:cxnLst>
    <dgm:cxn modelId="{CF3A6807-B1DC-4516-8B96-E429419A0C2F}" type="presOf" srcId="{9ED9549A-7BB5-4537-B609-398BF5F25F0E}" destId="{801822DA-2C87-4724-8EFB-8679AD244881}" srcOrd="0" destOrd="0" presId="urn:microsoft.com/office/officeart/2005/8/layout/vList2"/>
    <dgm:cxn modelId="{F7575838-F81B-4F62-9EE1-21829229BBDF}" type="presOf" srcId="{9D91AFB9-3ADD-49BC-BDED-BFF49C0CA37A}" destId="{C21D8CCA-EE5A-4BF5-B67D-CA8A38F22BC1}" srcOrd="0" destOrd="0" presId="urn:microsoft.com/office/officeart/2005/8/layout/vList2"/>
    <dgm:cxn modelId="{59410E41-3D5D-4F1B-9129-AD1CA8F80BD0}" type="presOf" srcId="{434D1A4C-EAB7-4AD0-99A3-23DE3A93E071}" destId="{4FDA0FEC-761D-42AF-A352-ABA9B834A477}" srcOrd="0" destOrd="0" presId="urn:microsoft.com/office/officeart/2005/8/layout/vList2"/>
    <dgm:cxn modelId="{C5A7B644-7348-4DC7-A4A2-678FF55A3CF3}" srcId="{69CF6AAE-D3C9-4D71-AB2C-5BA3A56AA5E8}" destId="{10C9804D-7835-4720-9902-211957608BF5}" srcOrd="3" destOrd="0" parTransId="{E66FE74D-0449-4281-8587-E7930C15EB73}" sibTransId="{B32CDA14-4C36-4D9B-8125-74480DEC005B}"/>
    <dgm:cxn modelId="{4ACE5172-D4B9-408C-A990-62A3BFCEF360}" type="presOf" srcId="{10C9804D-7835-4720-9902-211957608BF5}" destId="{D2A4C034-E75A-4850-A32D-F5CBEA9041FC}" srcOrd="0" destOrd="0" presId="urn:microsoft.com/office/officeart/2005/8/layout/vList2"/>
    <dgm:cxn modelId="{3BC62D87-3B1B-4F46-81B3-E5AE7F60964C}" type="presOf" srcId="{69CF6AAE-D3C9-4D71-AB2C-5BA3A56AA5E8}" destId="{E8CB6D73-1F2E-4699-A923-D291A9AB970F}" srcOrd="0" destOrd="0" presId="urn:microsoft.com/office/officeart/2005/8/layout/vList2"/>
    <dgm:cxn modelId="{118781BA-93A4-4AA0-BE3D-252C81EEE9DC}" srcId="{69CF6AAE-D3C9-4D71-AB2C-5BA3A56AA5E8}" destId="{434D1A4C-EAB7-4AD0-99A3-23DE3A93E071}" srcOrd="2" destOrd="0" parTransId="{E7D57214-B29C-471F-AD71-052A8D2246A7}" sibTransId="{3632A95B-9B4C-4429-BE3B-F76CEA14343C}"/>
    <dgm:cxn modelId="{221A52DF-2B86-43CF-94F0-842B13338169}" srcId="{69CF6AAE-D3C9-4D71-AB2C-5BA3A56AA5E8}" destId="{9D91AFB9-3ADD-49BC-BDED-BFF49C0CA37A}" srcOrd="1" destOrd="0" parTransId="{7FEEC798-4B77-48AA-8D92-4E6E569A974F}" sibTransId="{9314E40C-8629-4015-BAC7-1EF759AFB630}"/>
    <dgm:cxn modelId="{E9D2D0F7-B862-49AF-9441-7EC2647609FF}" srcId="{69CF6AAE-D3C9-4D71-AB2C-5BA3A56AA5E8}" destId="{9ED9549A-7BB5-4537-B609-398BF5F25F0E}" srcOrd="0" destOrd="0" parTransId="{7D32F5C5-643D-43DE-A928-40517F782B54}" sibTransId="{0145B987-3609-4F9D-BA5C-E47D16EB828A}"/>
    <dgm:cxn modelId="{9473870E-B8F4-43DB-8342-C93B0B163EAB}" type="presParOf" srcId="{E8CB6D73-1F2E-4699-A923-D291A9AB970F}" destId="{801822DA-2C87-4724-8EFB-8679AD244881}" srcOrd="0" destOrd="0" presId="urn:microsoft.com/office/officeart/2005/8/layout/vList2"/>
    <dgm:cxn modelId="{CEBAA4A4-514A-4FF0-947A-D67E4E7B204D}" type="presParOf" srcId="{E8CB6D73-1F2E-4699-A923-D291A9AB970F}" destId="{54CEE5B3-D4E6-47E4-95F6-DADEBC1124E6}" srcOrd="1" destOrd="0" presId="urn:microsoft.com/office/officeart/2005/8/layout/vList2"/>
    <dgm:cxn modelId="{84EF8FF7-BB46-4758-A052-4E27C30D78A0}" type="presParOf" srcId="{E8CB6D73-1F2E-4699-A923-D291A9AB970F}" destId="{C21D8CCA-EE5A-4BF5-B67D-CA8A38F22BC1}" srcOrd="2" destOrd="0" presId="urn:microsoft.com/office/officeart/2005/8/layout/vList2"/>
    <dgm:cxn modelId="{D7139210-7D02-4374-B900-36338B0EC675}" type="presParOf" srcId="{E8CB6D73-1F2E-4699-A923-D291A9AB970F}" destId="{1E4DB4F4-DB72-481F-AE36-F234BFE9766B}" srcOrd="3" destOrd="0" presId="urn:microsoft.com/office/officeart/2005/8/layout/vList2"/>
    <dgm:cxn modelId="{898D28F7-6895-4B70-8A3A-E5A4AFA0E65E}" type="presParOf" srcId="{E8CB6D73-1F2E-4699-A923-D291A9AB970F}" destId="{4FDA0FEC-761D-42AF-A352-ABA9B834A477}" srcOrd="4" destOrd="0" presId="urn:microsoft.com/office/officeart/2005/8/layout/vList2"/>
    <dgm:cxn modelId="{A3618496-8994-4EAD-B81A-13C0878830F1}" type="presParOf" srcId="{E8CB6D73-1F2E-4699-A923-D291A9AB970F}" destId="{063088D3-EEFE-4E10-A6CB-896FD7DE19E4}" srcOrd="5" destOrd="0" presId="urn:microsoft.com/office/officeart/2005/8/layout/vList2"/>
    <dgm:cxn modelId="{24295324-1D53-4633-9068-3A51E5D5EA9F}" type="presParOf" srcId="{E8CB6D73-1F2E-4699-A923-D291A9AB970F}" destId="{D2A4C034-E75A-4850-A32D-F5CBEA9041F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82E1B6F0-F5BC-49A1-A994-F449AFDE312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A883232-020F-415A-AED9-21A3093865CF}">
      <dgm:prSet/>
      <dgm:spPr/>
      <dgm:t>
        <a:bodyPr/>
        <a:lstStyle/>
        <a:p>
          <a:r>
            <a:rPr lang="uk-UA" b="0" i="0" dirty="0"/>
            <a:t>В. Липинського, організатора та ідеолога Української демократичної хліборобської партії.</a:t>
          </a:r>
          <a:endParaRPr lang="uk-UA" dirty="0"/>
        </a:p>
      </dgm:t>
    </dgm:pt>
    <dgm:pt modelId="{69873A3C-5E0C-4710-B889-A0528586A2ED}" type="parTrans" cxnId="{018B5A83-5A17-491A-AF15-5AED7D7652FB}">
      <dgm:prSet/>
      <dgm:spPr/>
      <dgm:t>
        <a:bodyPr/>
        <a:lstStyle/>
        <a:p>
          <a:endParaRPr lang="uk-UA"/>
        </a:p>
      </dgm:t>
    </dgm:pt>
    <dgm:pt modelId="{4BA02E4A-FEA4-45E9-B30D-AF1F9286ABF3}" type="sibTrans" cxnId="{018B5A83-5A17-491A-AF15-5AED7D7652FB}">
      <dgm:prSet/>
      <dgm:spPr/>
      <dgm:t>
        <a:bodyPr/>
        <a:lstStyle/>
        <a:p>
          <a:endParaRPr lang="uk-UA"/>
        </a:p>
      </dgm:t>
    </dgm:pt>
    <dgm:pt modelId="{B38DDF89-85E2-4E75-BF52-FF2884D9E379}">
      <dgm:prSet/>
      <dgm:spPr/>
      <dgm:t>
        <a:bodyPr/>
        <a:lstStyle/>
        <a:p>
          <a:r>
            <a:rPr lang="uk-UA" b="0" i="0" dirty="0"/>
            <a:t>Є. Коновальця, голову проводу Організації українських націоналістів (ОУН).</a:t>
          </a:r>
          <a:endParaRPr lang="uk-UA" dirty="0"/>
        </a:p>
      </dgm:t>
    </dgm:pt>
    <dgm:pt modelId="{5C5F0036-8F7C-4166-8308-7D815E1B403A}" type="parTrans" cxnId="{830427B2-BEEE-4ADF-85DC-36273784F4E7}">
      <dgm:prSet/>
      <dgm:spPr/>
      <dgm:t>
        <a:bodyPr/>
        <a:lstStyle/>
        <a:p>
          <a:endParaRPr lang="uk-UA"/>
        </a:p>
      </dgm:t>
    </dgm:pt>
    <dgm:pt modelId="{C7753F53-EBA7-41E3-9038-54B4B1D30DF9}" type="sibTrans" cxnId="{830427B2-BEEE-4ADF-85DC-36273784F4E7}">
      <dgm:prSet/>
      <dgm:spPr/>
      <dgm:t>
        <a:bodyPr/>
        <a:lstStyle/>
        <a:p>
          <a:endParaRPr lang="uk-UA"/>
        </a:p>
      </dgm:t>
    </dgm:pt>
    <dgm:pt modelId="{49C04D0C-9682-44BB-8435-15B3CF8E3D69}">
      <dgm:prSet/>
      <dgm:spPr/>
      <dgm:t>
        <a:bodyPr/>
        <a:lstStyle/>
        <a:p>
          <a:r>
            <a:rPr lang="uk-UA" b="0" i="0"/>
            <a:t>І. Боберського, голову старшини (ради) гімнастичного товариства «Сокіл-Батько».</a:t>
          </a:r>
          <a:endParaRPr lang="uk-UA"/>
        </a:p>
      </dgm:t>
    </dgm:pt>
    <dgm:pt modelId="{825A46EF-1771-41D8-A387-567AF785BBBA}" type="parTrans" cxnId="{7FB7FDC7-6FD5-40BC-9764-2FAC10306B7E}">
      <dgm:prSet/>
      <dgm:spPr/>
      <dgm:t>
        <a:bodyPr/>
        <a:lstStyle/>
        <a:p>
          <a:endParaRPr lang="uk-UA"/>
        </a:p>
      </dgm:t>
    </dgm:pt>
    <dgm:pt modelId="{E04A1CFC-6824-4245-B319-6E60FBDF3E6E}" type="sibTrans" cxnId="{7FB7FDC7-6FD5-40BC-9764-2FAC10306B7E}">
      <dgm:prSet/>
      <dgm:spPr/>
      <dgm:t>
        <a:bodyPr/>
        <a:lstStyle/>
        <a:p>
          <a:endParaRPr lang="uk-UA"/>
        </a:p>
      </dgm:t>
    </dgm:pt>
    <dgm:pt modelId="{42EAAC8D-B1EF-43B3-92EA-FEBAA668D281}">
      <dgm:prSet/>
      <dgm:spPr/>
      <dgm:t>
        <a:bodyPr/>
        <a:lstStyle/>
        <a:p>
          <a:r>
            <a:rPr lang="uk-UA" b="0" i="0" dirty="0"/>
            <a:t>Є. Петрушевича, президента Західноукраїнської Народної Республіки.</a:t>
          </a:r>
          <a:endParaRPr lang="uk-UA" dirty="0"/>
        </a:p>
      </dgm:t>
    </dgm:pt>
    <dgm:pt modelId="{DC484732-EDB0-4EE8-985A-644B853337A8}" type="parTrans" cxnId="{32F28B63-8BAA-4411-AE29-7C498794A880}">
      <dgm:prSet/>
      <dgm:spPr/>
      <dgm:t>
        <a:bodyPr/>
        <a:lstStyle/>
        <a:p>
          <a:endParaRPr lang="uk-UA"/>
        </a:p>
      </dgm:t>
    </dgm:pt>
    <dgm:pt modelId="{1F2BF8B5-69FB-43F4-A2C0-EAC181751169}" type="sibTrans" cxnId="{32F28B63-8BAA-4411-AE29-7C498794A880}">
      <dgm:prSet/>
      <dgm:spPr/>
      <dgm:t>
        <a:bodyPr/>
        <a:lstStyle/>
        <a:p>
          <a:endParaRPr lang="uk-UA"/>
        </a:p>
      </dgm:t>
    </dgm:pt>
    <dgm:pt modelId="{A0A9A3C8-2293-4CAE-9E72-0FF6A581666C}" type="pres">
      <dgm:prSet presAssocID="{82E1B6F0-F5BC-49A1-A994-F449AFDE312C}" presName="linear" presStyleCnt="0">
        <dgm:presLayoutVars>
          <dgm:animLvl val="lvl"/>
          <dgm:resizeHandles val="exact"/>
        </dgm:presLayoutVars>
      </dgm:prSet>
      <dgm:spPr/>
    </dgm:pt>
    <dgm:pt modelId="{55782859-4F7A-4B9E-8143-7BA4D66C978A}" type="pres">
      <dgm:prSet presAssocID="{6A883232-020F-415A-AED9-21A3093865CF}" presName="parentText" presStyleLbl="node1" presStyleIdx="0" presStyleCnt="4">
        <dgm:presLayoutVars>
          <dgm:chMax val="0"/>
          <dgm:bulletEnabled val="1"/>
        </dgm:presLayoutVars>
      </dgm:prSet>
      <dgm:spPr/>
    </dgm:pt>
    <dgm:pt modelId="{31716D46-D6BA-4923-9FF4-9B909B665142}" type="pres">
      <dgm:prSet presAssocID="{4BA02E4A-FEA4-45E9-B30D-AF1F9286ABF3}" presName="spacer" presStyleCnt="0"/>
      <dgm:spPr/>
    </dgm:pt>
    <dgm:pt modelId="{8B79F0C0-2EC9-4DB3-AC86-E00261FF2BEB}" type="pres">
      <dgm:prSet presAssocID="{B38DDF89-85E2-4E75-BF52-FF2884D9E379}" presName="parentText" presStyleLbl="node1" presStyleIdx="1" presStyleCnt="4">
        <dgm:presLayoutVars>
          <dgm:chMax val="0"/>
          <dgm:bulletEnabled val="1"/>
        </dgm:presLayoutVars>
      </dgm:prSet>
      <dgm:spPr/>
    </dgm:pt>
    <dgm:pt modelId="{0CA1E56A-2621-4F0D-9464-9516D0C6FAB5}" type="pres">
      <dgm:prSet presAssocID="{C7753F53-EBA7-41E3-9038-54B4B1D30DF9}" presName="spacer" presStyleCnt="0"/>
      <dgm:spPr/>
    </dgm:pt>
    <dgm:pt modelId="{933E4BFA-EF75-4504-9D1C-3AFE78F06CF4}" type="pres">
      <dgm:prSet presAssocID="{49C04D0C-9682-44BB-8435-15B3CF8E3D69}" presName="parentText" presStyleLbl="node1" presStyleIdx="2" presStyleCnt="4">
        <dgm:presLayoutVars>
          <dgm:chMax val="0"/>
          <dgm:bulletEnabled val="1"/>
        </dgm:presLayoutVars>
      </dgm:prSet>
      <dgm:spPr/>
    </dgm:pt>
    <dgm:pt modelId="{44C3057A-A171-4205-A389-C207521C116B}" type="pres">
      <dgm:prSet presAssocID="{E04A1CFC-6824-4245-B319-6E60FBDF3E6E}" presName="spacer" presStyleCnt="0"/>
      <dgm:spPr/>
    </dgm:pt>
    <dgm:pt modelId="{C48E6CCD-BCAC-4BE0-B6F2-C3A0023201FD}" type="pres">
      <dgm:prSet presAssocID="{42EAAC8D-B1EF-43B3-92EA-FEBAA668D281}" presName="parentText" presStyleLbl="node1" presStyleIdx="3" presStyleCnt="4">
        <dgm:presLayoutVars>
          <dgm:chMax val="0"/>
          <dgm:bulletEnabled val="1"/>
        </dgm:presLayoutVars>
      </dgm:prSet>
      <dgm:spPr/>
    </dgm:pt>
  </dgm:ptLst>
  <dgm:cxnLst>
    <dgm:cxn modelId="{11E2173A-CDE0-4EAD-9EF2-04DDF9D69365}" type="presOf" srcId="{6A883232-020F-415A-AED9-21A3093865CF}" destId="{55782859-4F7A-4B9E-8143-7BA4D66C978A}" srcOrd="0" destOrd="0" presId="urn:microsoft.com/office/officeart/2005/8/layout/vList2"/>
    <dgm:cxn modelId="{32F28B63-8BAA-4411-AE29-7C498794A880}" srcId="{82E1B6F0-F5BC-49A1-A994-F449AFDE312C}" destId="{42EAAC8D-B1EF-43B3-92EA-FEBAA668D281}" srcOrd="3" destOrd="0" parTransId="{DC484732-EDB0-4EE8-985A-644B853337A8}" sibTransId="{1F2BF8B5-69FB-43F4-A2C0-EAC181751169}"/>
    <dgm:cxn modelId="{D7D39C6C-CB07-49CC-A472-C9F5B9904C8E}" type="presOf" srcId="{49C04D0C-9682-44BB-8435-15B3CF8E3D69}" destId="{933E4BFA-EF75-4504-9D1C-3AFE78F06CF4}" srcOrd="0" destOrd="0" presId="urn:microsoft.com/office/officeart/2005/8/layout/vList2"/>
    <dgm:cxn modelId="{018B5A83-5A17-491A-AF15-5AED7D7652FB}" srcId="{82E1B6F0-F5BC-49A1-A994-F449AFDE312C}" destId="{6A883232-020F-415A-AED9-21A3093865CF}" srcOrd="0" destOrd="0" parTransId="{69873A3C-5E0C-4710-B889-A0528586A2ED}" sibTransId="{4BA02E4A-FEA4-45E9-B30D-AF1F9286ABF3}"/>
    <dgm:cxn modelId="{830427B2-BEEE-4ADF-85DC-36273784F4E7}" srcId="{82E1B6F0-F5BC-49A1-A994-F449AFDE312C}" destId="{B38DDF89-85E2-4E75-BF52-FF2884D9E379}" srcOrd="1" destOrd="0" parTransId="{5C5F0036-8F7C-4166-8308-7D815E1B403A}" sibTransId="{C7753F53-EBA7-41E3-9038-54B4B1D30DF9}"/>
    <dgm:cxn modelId="{957050B4-669B-424B-85D4-A13F5B34CA2E}" type="presOf" srcId="{42EAAC8D-B1EF-43B3-92EA-FEBAA668D281}" destId="{C48E6CCD-BCAC-4BE0-B6F2-C3A0023201FD}" srcOrd="0" destOrd="0" presId="urn:microsoft.com/office/officeart/2005/8/layout/vList2"/>
    <dgm:cxn modelId="{06009AC4-F27A-470C-8DF7-D36B5AAEBF02}" type="presOf" srcId="{82E1B6F0-F5BC-49A1-A994-F449AFDE312C}" destId="{A0A9A3C8-2293-4CAE-9E72-0FF6A581666C}" srcOrd="0" destOrd="0" presId="urn:microsoft.com/office/officeart/2005/8/layout/vList2"/>
    <dgm:cxn modelId="{7FB7FDC7-6FD5-40BC-9764-2FAC10306B7E}" srcId="{82E1B6F0-F5BC-49A1-A994-F449AFDE312C}" destId="{49C04D0C-9682-44BB-8435-15B3CF8E3D69}" srcOrd="2" destOrd="0" parTransId="{825A46EF-1771-41D8-A387-567AF785BBBA}" sibTransId="{E04A1CFC-6824-4245-B319-6E60FBDF3E6E}"/>
    <dgm:cxn modelId="{E0F5BEF6-9156-44E0-9048-B7FC36243577}" type="presOf" srcId="{B38DDF89-85E2-4E75-BF52-FF2884D9E379}" destId="{8B79F0C0-2EC9-4DB3-AC86-E00261FF2BEB}" srcOrd="0" destOrd="0" presId="urn:microsoft.com/office/officeart/2005/8/layout/vList2"/>
    <dgm:cxn modelId="{D19D376E-8696-45E5-BB14-FF2322F5E737}" type="presParOf" srcId="{A0A9A3C8-2293-4CAE-9E72-0FF6A581666C}" destId="{55782859-4F7A-4B9E-8143-7BA4D66C978A}" srcOrd="0" destOrd="0" presId="urn:microsoft.com/office/officeart/2005/8/layout/vList2"/>
    <dgm:cxn modelId="{441D593E-79C0-4459-9415-502B6955AA47}" type="presParOf" srcId="{A0A9A3C8-2293-4CAE-9E72-0FF6A581666C}" destId="{31716D46-D6BA-4923-9FF4-9B909B665142}" srcOrd="1" destOrd="0" presId="urn:microsoft.com/office/officeart/2005/8/layout/vList2"/>
    <dgm:cxn modelId="{A729B78A-6D1C-4543-B694-5197C2102DF8}" type="presParOf" srcId="{A0A9A3C8-2293-4CAE-9E72-0FF6A581666C}" destId="{8B79F0C0-2EC9-4DB3-AC86-E00261FF2BEB}" srcOrd="2" destOrd="0" presId="urn:microsoft.com/office/officeart/2005/8/layout/vList2"/>
    <dgm:cxn modelId="{8DDB3A76-F2C7-485A-BCAF-183B72AFEDDF}" type="presParOf" srcId="{A0A9A3C8-2293-4CAE-9E72-0FF6A581666C}" destId="{0CA1E56A-2621-4F0D-9464-9516D0C6FAB5}" srcOrd="3" destOrd="0" presId="urn:microsoft.com/office/officeart/2005/8/layout/vList2"/>
    <dgm:cxn modelId="{58EEF08C-0888-4146-8AA1-05370F8D0D5E}" type="presParOf" srcId="{A0A9A3C8-2293-4CAE-9E72-0FF6A581666C}" destId="{933E4BFA-EF75-4504-9D1C-3AFE78F06CF4}" srcOrd="4" destOrd="0" presId="urn:microsoft.com/office/officeart/2005/8/layout/vList2"/>
    <dgm:cxn modelId="{1485A317-1450-44CC-8B2F-EEDF51D2E5D2}" type="presParOf" srcId="{A0A9A3C8-2293-4CAE-9E72-0FF6A581666C}" destId="{44C3057A-A171-4205-A389-C207521C116B}" srcOrd="5" destOrd="0" presId="urn:microsoft.com/office/officeart/2005/8/layout/vList2"/>
    <dgm:cxn modelId="{A20D1A4B-2DEE-4C07-B4F0-F718B84E875D}" type="presParOf" srcId="{A0A9A3C8-2293-4CAE-9E72-0FF6A581666C}" destId="{C48E6CCD-BCAC-4BE0-B6F2-C3A0023201F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5CCA815E-CE2B-4B1C-89DC-564B23162C5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91B6CF3-E92B-43A0-A2A0-AE64DC34B178}">
      <dgm:prSet/>
      <dgm:spPr/>
      <dgm:t>
        <a:bodyPr/>
        <a:lstStyle/>
        <a:p>
          <a:r>
            <a:rPr lang="uk-UA" b="0" i="0"/>
            <a:t>заснуванням Української робітничо-селянської спілки</a:t>
          </a:r>
          <a:endParaRPr lang="uk-UA"/>
        </a:p>
      </dgm:t>
    </dgm:pt>
    <dgm:pt modelId="{52406DA4-79F3-4F75-82BF-98B4EDC4272F}" type="parTrans" cxnId="{3AD7B7EB-A5D0-476B-B95E-42B2227DAF02}">
      <dgm:prSet/>
      <dgm:spPr/>
      <dgm:t>
        <a:bodyPr/>
        <a:lstStyle/>
        <a:p>
          <a:endParaRPr lang="uk-UA"/>
        </a:p>
      </dgm:t>
    </dgm:pt>
    <dgm:pt modelId="{6516D7A1-BCA2-4BD7-91FA-2040A066301B}" type="sibTrans" cxnId="{3AD7B7EB-A5D0-476B-B95E-42B2227DAF02}">
      <dgm:prSet/>
      <dgm:spPr/>
      <dgm:t>
        <a:bodyPr/>
        <a:lstStyle/>
        <a:p>
          <a:endParaRPr lang="uk-UA"/>
        </a:p>
      </dgm:t>
    </dgm:pt>
    <dgm:pt modelId="{C2D7A569-E192-405C-96CA-9EF6182191A1}">
      <dgm:prSet/>
      <dgm:spPr/>
      <dgm:t>
        <a:bodyPr/>
        <a:lstStyle/>
        <a:p>
          <a:r>
            <a:rPr lang="uk-UA" b="0" i="0" dirty="0"/>
            <a:t>повстанням політичних в'язнів у </a:t>
          </a:r>
          <a:r>
            <a:rPr lang="uk-UA" b="0" i="0" dirty="0" err="1"/>
            <a:t>Норільському</a:t>
          </a:r>
          <a:r>
            <a:rPr lang="uk-UA" b="0" i="0" dirty="0"/>
            <a:t> концтаборі</a:t>
          </a:r>
          <a:endParaRPr lang="uk-UA" dirty="0"/>
        </a:p>
      </dgm:t>
    </dgm:pt>
    <dgm:pt modelId="{498DCD1D-E348-436C-902F-C5ED425BA8C5}" type="parTrans" cxnId="{D84336AC-5EED-4545-8702-56FCF6FBB97F}">
      <dgm:prSet/>
      <dgm:spPr/>
      <dgm:t>
        <a:bodyPr/>
        <a:lstStyle/>
        <a:p>
          <a:endParaRPr lang="uk-UA"/>
        </a:p>
      </dgm:t>
    </dgm:pt>
    <dgm:pt modelId="{2C50156D-0CAF-470C-B9D7-F78F6469544E}" type="sibTrans" cxnId="{D84336AC-5EED-4545-8702-56FCF6FBB97F}">
      <dgm:prSet/>
      <dgm:spPr/>
      <dgm:t>
        <a:bodyPr/>
        <a:lstStyle/>
        <a:p>
          <a:endParaRPr lang="uk-UA"/>
        </a:p>
      </dgm:t>
    </dgm:pt>
    <dgm:pt modelId="{99B3B84D-702E-4840-A525-C013BC6540D6}">
      <dgm:prSet/>
      <dgm:spPr/>
      <dgm:t>
        <a:bodyPr/>
        <a:lstStyle/>
        <a:p>
          <a:r>
            <a:rPr lang="uk-UA" b="0" i="0"/>
            <a:t>акцією протесту в кінотеатрі «Україна» проти арештів дисидентів</a:t>
          </a:r>
          <a:endParaRPr lang="uk-UA"/>
        </a:p>
      </dgm:t>
    </dgm:pt>
    <dgm:pt modelId="{9C945F4F-413D-4178-A323-585A2BF615F7}" type="parTrans" cxnId="{8DAF9122-DF2C-4D9B-8CE7-01752806CBB9}">
      <dgm:prSet/>
      <dgm:spPr/>
      <dgm:t>
        <a:bodyPr/>
        <a:lstStyle/>
        <a:p>
          <a:endParaRPr lang="uk-UA"/>
        </a:p>
      </dgm:t>
    </dgm:pt>
    <dgm:pt modelId="{599EFCF5-56F8-44F3-8FFD-F838B6DCD16D}" type="sibTrans" cxnId="{8DAF9122-DF2C-4D9B-8CE7-01752806CBB9}">
      <dgm:prSet/>
      <dgm:spPr/>
      <dgm:t>
        <a:bodyPr/>
        <a:lstStyle/>
        <a:p>
          <a:endParaRPr lang="uk-UA"/>
        </a:p>
      </dgm:t>
    </dgm:pt>
    <dgm:pt modelId="{36057F61-7203-4BAF-A557-CECE2ECAB6F7}">
      <dgm:prSet/>
      <dgm:spPr/>
      <dgm:t>
        <a:bodyPr/>
        <a:lstStyle/>
        <a:p>
          <a:r>
            <a:rPr lang="uk-UA" b="0" i="0" dirty="0"/>
            <a:t>створенням Української Гельсінської спілки</a:t>
          </a:r>
          <a:endParaRPr lang="uk-UA" dirty="0"/>
        </a:p>
      </dgm:t>
    </dgm:pt>
    <dgm:pt modelId="{21A3B91D-EAF8-4EC9-8FF0-EDB66328E81D}" type="parTrans" cxnId="{71D1C9D8-9F3F-455D-8941-7A06862AC43F}">
      <dgm:prSet/>
      <dgm:spPr/>
      <dgm:t>
        <a:bodyPr/>
        <a:lstStyle/>
        <a:p>
          <a:endParaRPr lang="uk-UA"/>
        </a:p>
      </dgm:t>
    </dgm:pt>
    <dgm:pt modelId="{EEEB3C28-8D35-4AFE-8849-D49A83A80C42}" type="sibTrans" cxnId="{71D1C9D8-9F3F-455D-8941-7A06862AC43F}">
      <dgm:prSet/>
      <dgm:spPr/>
      <dgm:t>
        <a:bodyPr/>
        <a:lstStyle/>
        <a:p>
          <a:endParaRPr lang="uk-UA"/>
        </a:p>
      </dgm:t>
    </dgm:pt>
    <dgm:pt modelId="{88322FA6-EC98-4A69-BE57-ADC00B1CAEDB}" type="pres">
      <dgm:prSet presAssocID="{5CCA815E-CE2B-4B1C-89DC-564B23162C52}" presName="linear" presStyleCnt="0">
        <dgm:presLayoutVars>
          <dgm:animLvl val="lvl"/>
          <dgm:resizeHandles val="exact"/>
        </dgm:presLayoutVars>
      </dgm:prSet>
      <dgm:spPr/>
    </dgm:pt>
    <dgm:pt modelId="{78E12781-EDAE-4359-B3DD-35B752F31806}" type="pres">
      <dgm:prSet presAssocID="{991B6CF3-E92B-43A0-A2A0-AE64DC34B178}" presName="parentText" presStyleLbl="node1" presStyleIdx="0" presStyleCnt="4">
        <dgm:presLayoutVars>
          <dgm:chMax val="0"/>
          <dgm:bulletEnabled val="1"/>
        </dgm:presLayoutVars>
      </dgm:prSet>
      <dgm:spPr/>
    </dgm:pt>
    <dgm:pt modelId="{CDBA6E5D-866C-4A70-990F-97E23FF94E28}" type="pres">
      <dgm:prSet presAssocID="{6516D7A1-BCA2-4BD7-91FA-2040A066301B}" presName="spacer" presStyleCnt="0"/>
      <dgm:spPr/>
    </dgm:pt>
    <dgm:pt modelId="{8BE1A4B9-28BA-4E25-8EE1-F533CA152E48}" type="pres">
      <dgm:prSet presAssocID="{C2D7A569-E192-405C-96CA-9EF6182191A1}" presName="parentText" presStyleLbl="node1" presStyleIdx="1" presStyleCnt="4">
        <dgm:presLayoutVars>
          <dgm:chMax val="0"/>
          <dgm:bulletEnabled val="1"/>
        </dgm:presLayoutVars>
      </dgm:prSet>
      <dgm:spPr/>
    </dgm:pt>
    <dgm:pt modelId="{74EAC67B-7B89-4827-A0F9-D7998C4E893B}" type="pres">
      <dgm:prSet presAssocID="{2C50156D-0CAF-470C-B9D7-F78F6469544E}" presName="spacer" presStyleCnt="0"/>
      <dgm:spPr/>
    </dgm:pt>
    <dgm:pt modelId="{C838E5AD-831F-486C-B269-3A1654008E13}" type="pres">
      <dgm:prSet presAssocID="{99B3B84D-702E-4840-A525-C013BC6540D6}" presName="parentText" presStyleLbl="node1" presStyleIdx="2" presStyleCnt="4">
        <dgm:presLayoutVars>
          <dgm:chMax val="0"/>
          <dgm:bulletEnabled val="1"/>
        </dgm:presLayoutVars>
      </dgm:prSet>
      <dgm:spPr/>
    </dgm:pt>
    <dgm:pt modelId="{7B8937A8-CC5F-4761-B9ED-D6AFD99D6A9B}" type="pres">
      <dgm:prSet presAssocID="{599EFCF5-56F8-44F3-8FFD-F838B6DCD16D}" presName="spacer" presStyleCnt="0"/>
      <dgm:spPr/>
    </dgm:pt>
    <dgm:pt modelId="{4ABB4D9F-33DE-4E6F-AFC0-DC14D1541D28}" type="pres">
      <dgm:prSet presAssocID="{36057F61-7203-4BAF-A557-CECE2ECAB6F7}" presName="parentText" presStyleLbl="node1" presStyleIdx="3" presStyleCnt="4">
        <dgm:presLayoutVars>
          <dgm:chMax val="0"/>
          <dgm:bulletEnabled val="1"/>
        </dgm:presLayoutVars>
      </dgm:prSet>
      <dgm:spPr/>
    </dgm:pt>
  </dgm:ptLst>
  <dgm:cxnLst>
    <dgm:cxn modelId="{8DAF9122-DF2C-4D9B-8CE7-01752806CBB9}" srcId="{5CCA815E-CE2B-4B1C-89DC-564B23162C52}" destId="{99B3B84D-702E-4840-A525-C013BC6540D6}" srcOrd="2" destOrd="0" parTransId="{9C945F4F-413D-4178-A323-585A2BF615F7}" sibTransId="{599EFCF5-56F8-44F3-8FFD-F838B6DCD16D}"/>
    <dgm:cxn modelId="{8BC61B8B-6B58-4EFC-9B09-5E626D355482}" type="presOf" srcId="{991B6CF3-E92B-43A0-A2A0-AE64DC34B178}" destId="{78E12781-EDAE-4359-B3DD-35B752F31806}" srcOrd="0" destOrd="0" presId="urn:microsoft.com/office/officeart/2005/8/layout/vList2"/>
    <dgm:cxn modelId="{D84336AC-5EED-4545-8702-56FCF6FBB97F}" srcId="{5CCA815E-CE2B-4B1C-89DC-564B23162C52}" destId="{C2D7A569-E192-405C-96CA-9EF6182191A1}" srcOrd="1" destOrd="0" parTransId="{498DCD1D-E348-436C-902F-C5ED425BA8C5}" sibTransId="{2C50156D-0CAF-470C-B9D7-F78F6469544E}"/>
    <dgm:cxn modelId="{E719CAAE-3137-4423-B141-C4CA03869887}" type="presOf" srcId="{5CCA815E-CE2B-4B1C-89DC-564B23162C52}" destId="{88322FA6-EC98-4A69-BE57-ADC00B1CAEDB}" srcOrd="0" destOrd="0" presId="urn:microsoft.com/office/officeart/2005/8/layout/vList2"/>
    <dgm:cxn modelId="{0865BDBD-F226-410B-9E75-3286096350DE}" type="presOf" srcId="{C2D7A569-E192-405C-96CA-9EF6182191A1}" destId="{8BE1A4B9-28BA-4E25-8EE1-F533CA152E48}" srcOrd="0" destOrd="0" presId="urn:microsoft.com/office/officeart/2005/8/layout/vList2"/>
    <dgm:cxn modelId="{71D1C9D8-9F3F-455D-8941-7A06862AC43F}" srcId="{5CCA815E-CE2B-4B1C-89DC-564B23162C52}" destId="{36057F61-7203-4BAF-A557-CECE2ECAB6F7}" srcOrd="3" destOrd="0" parTransId="{21A3B91D-EAF8-4EC9-8FF0-EDB66328E81D}" sibTransId="{EEEB3C28-8D35-4AFE-8849-D49A83A80C42}"/>
    <dgm:cxn modelId="{B67738DD-1EF3-43D8-BFBA-4A5939901761}" type="presOf" srcId="{36057F61-7203-4BAF-A557-CECE2ECAB6F7}" destId="{4ABB4D9F-33DE-4E6F-AFC0-DC14D1541D28}" srcOrd="0" destOrd="0" presId="urn:microsoft.com/office/officeart/2005/8/layout/vList2"/>
    <dgm:cxn modelId="{3AD7B7EB-A5D0-476B-B95E-42B2227DAF02}" srcId="{5CCA815E-CE2B-4B1C-89DC-564B23162C52}" destId="{991B6CF3-E92B-43A0-A2A0-AE64DC34B178}" srcOrd="0" destOrd="0" parTransId="{52406DA4-79F3-4F75-82BF-98B4EDC4272F}" sibTransId="{6516D7A1-BCA2-4BD7-91FA-2040A066301B}"/>
    <dgm:cxn modelId="{65F5F2F8-1A13-4076-96CD-4CD3DFD4103F}" type="presOf" srcId="{99B3B84D-702E-4840-A525-C013BC6540D6}" destId="{C838E5AD-831F-486C-B269-3A1654008E13}" srcOrd="0" destOrd="0" presId="urn:microsoft.com/office/officeart/2005/8/layout/vList2"/>
    <dgm:cxn modelId="{D517542B-0644-4D4E-800F-F85B1EDED320}" type="presParOf" srcId="{88322FA6-EC98-4A69-BE57-ADC00B1CAEDB}" destId="{78E12781-EDAE-4359-B3DD-35B752F31806}" srcOrd="0" destOrd="0" presId="urn:microsoft.com/office/officeart/2005/8/layout/vList2"/>
    <dgm:cxn modelId="{C4FBDA34-80D9-4FDE-B71D-7B9F486D3582}" type="presParOf" srcId="{88322FA6-EC98-4A69-BE57-ADC00B1CAEDB}" destId="{CDBA6E5D-866C-4A70-990F-97E23FF94E28}" srcOrd="1" destOrd="0" presId="urn:microsoft.com/office/officeart/2005/8/layout/vList2"/>
    <dgm:cxn modelId="{4D51B3BE-D9B7-489D-AAAE-FC2E637D8D5A}" type="presParOf" srcId="{88322FA6-EC98-4A69-BE57-ADC00B1CAEDB}" destId="{8BE1A4B9-28BA-4E25-8EE1-F533CA152E48}" srcOrd="2" destOrd="0" presId="urn:microsoft.com/office/officeart/2005/8/layout/vList2"/>
    <dgm:cxn modelId="{1C6A59CC-53F6-496B-9CCB-D41D38DC25AA}" type="presParOf" srcId="{88322FA6-EC98-4A69-BE57-ADC00B1CAEDB}" destId="{74EAC67B-7B89-4827-A0F9-D7998C4E893B}" srcOrd="3" destOrd="0" presId="urn:microsoft.com/office/officeart/2005/8/layout/vList2"/>
    <dgm:cxn modelId="{40DB59A2-8A34-4F3B-A0D4-63F92D8D3556}" type="presParOf" srcId="{88322FA6-EC98-4A69-BE57-ADC00B1CAEDB}" destId="{C838E5AD-831F-486C-B269-3A1654008E13}" srcOrd="4" destOrd="0" presId="urn:microsoft.com/office/officeart/2005/8/layout/vList2"/>
    <dgm:cxn modelId="{F3E354EA-059D-4F1A-A9D3-7D0DE69A53CD}" type="presParOf" srcId="{88322FA6-EC98-4A69-BE57-ADC00B1CAEDB}" destId="{7B8937A8-CC5F-4761-B9ED-D6AFD99D6A9B}" srcOrd="5" destOrd="0" presId="urn:microsoft.com/office/officeart/2005/8/layout/vList2"/>
    <dgm:cxn modelId="{FBC90C10-15E1-4845-859B-A9CD52DA26FF}" type="presParOf" srcId="{88322FA6-EC98-4A69-BE57-ADC00B1CAEDB}" destId="{4ABB4D9F-33DE-4E6F-AFC0-DC14D1541D2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8A32F73D-0664-463A-96B0-0FF677F3CBE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5E620EB-43E0-4C7D-B9CD-69B9B724DCCD}">
      <dgm:prSet/>
      <dgm:spPr/>
      <dgm:t>
        <a:bodyPr/>
        <a:lstStyle/>
        <a:p>
          <a:r>
            <a:rPr lang="ru-RU" b="0" i="0" dirty="0"/>
            <a:t>актора.</a:t>
          </a:r>
          <a:endParaRPr lang="uk-UA" dirty="0"/>
        </a:p>
      </dgm:t>
    </dgm:pt>
    <dgm:pt modelId="{EC7C44DA-8B37-4061-B5C2-8276CFBD89C1}" type="parTrans" cxnId="{7F88B3B5-F34B-4701-8EFD-842C24AD4A56}">
      <dgm:prSet/>
      <dgm:spPr/>
      <dgm:t>
        <a:bodyPr/>
        <a:lstStyle/>
        <a:p>
          <a:endParaRPr lang="uk-UA"/>
        </a:p>
      </dgm:t>
    </dgm:pt>
    <dgm:pt modelId="{F32FAB09-CBEB-4CA6-A262-05FEC67A1734}" type="sibTrans" cxnId="{7F88B3B5-F34B-4701-8EFD-842C24AD4A56}">
      <dgm:prSet/>
      <dgm:spPr/>
      <dgm:t>
        <a:bodyPr/>
        <a:lstStyle/>
        <a:p>
          <a:endParaRPr lang="uk-UA"/>
        </a:p>
      </dgm:t>
    </dgm:pt>
    <dgm:pt modelId="{D186C7DA-0123-4F9D-9B49-D19C6DC5C5B3}">
      <dgm:prSet/>
      <dgm:spPr/>
      <dgm:t>
        <a:bodyPr/>
        <a:lstStyle/>
        <a:p>
          <a:r>
            <a:rPr lang="ru-RU" b="0" i="0"/>
            <a:t>художника.</a:t>
          </a:r>
          <a:endParaRPr lang="uk-UA"/>
        </a:p>
      </dgm:t>
    </dgm:pt>
    <dgm:pt modelId="{5BF1E954-50D2-4AC3-BDCA-7CA4C8A6004E}" type="parTrans" cxnId="{08C6D1B4-0D27-4EE8-B792-E8369A451CA9}">
      <dgm:prSet/>
      <dgm:spPr/>
      <dgm:t>
        <a:bodyPr/>
        <a:lstStyle/>
        <a:p>
          <a:endParaRPr lang="uk-UA"/>
        </a:p>
      </dgm:t>
    </dgm:pt>
    <dgm:pt modelId="{7805C92B-307F-47E2-9A3D-F16A8A3C4753}" type="sibTrans" cxnId="{08C6D1B4-0D27-4EE8-B792-E8369A451CA9}">
      <dgm:prSet/>
      <dgm:spPr/>
      <dgm:t>
        <a:bodyPr/>
        <a:lstStyle/>
        <a:p>
          <a:endParaRPr lang="uk-UA"/>
        </a:p>
      </dgm:t>
    </dgm:pt>
    <dgm:pt modelId="{849D1BEC-C76D-41DA-B988-7107F7B53B2D}">
      <dgm:prSet/>
      <dgm:spPr/>
      <dgm:t>
        <a:bodyPr/>
        <a:lstStyle/>
        <a:p>
          <a:r>
            <a:rPr lang="ru-RU" b="0" i="0" dirty="0"/>
            <a:t>композитора.</a:t>
          </a:r>
          <a:endParaRPr lang="uk-UA" dirty="0"/>
        </a:p>
      </dgm:t>
    </dgm:pt>
    <dgm:pt modelId="{1997D066-EA8F-49DD-A284-C7C5FEF05B7F}" type="parTrans" cxnId="{84A6883B-52DC-443F-8BBB-94ED6EBE139E}">
      <dgm:prSet/>
      <dgm:spPr/>
      <dgm:t>
        <a:bodyPr/>
        <a:lstStyle/>
        <a:p>
          <a:endParaRPr lang="uk-UA"/>
        </a:p>
      </dgm:t>
    </dgm:pt>
    <dgm:pt modelId="{E0854BA4-49E8-479C-961C-41D6315D36E2}" type="sibTrans" cxnId="{84A6883B-52DC-443F-8BBB-94ED6EBE139E}">
      <dgm:prSet/>
      <dgm:spPr/>
      <dgm:t>
        <a:bodyPr/>
        <a:lstStyle/>
        <a:p>
          <a:endParaRPr lang="uk-UA"/>
        </a:p>
      </dgm:t>
    </dgm:pt>
    <dgm:pt modelId="{BAE0A76B-BC08-45BF-AF62-248FA9199E72}">
      <dgm:prSet/>
      <dgm:spPr/>
      <dgm:t>
        <a:bodyPr/>
        <a:lstStyle/>
        <a:p>
          <a:r>
            <a:rPr lang="ru-RU" b="0" i="0" dirty="0"/>
            <a:t>оперного </a:t>
          </a:r>
          <a:r>
            <a:rPr lang="ru-RU" b="0" i="0" dirty="0" err="1"/>
            <a:t>співака</a:t>
          </a:r>
          <a:r>
            <a:rPr lang="ru-RU" b="0" i="0" dirty="0"/>
            <a:t>.</a:t>
          </a:r>
          <a:endParaRPr lang="uk-UA" dirty="0"/>
        </a:p>
      </dgm:t>
    </dgm:pt>
    <dgm:pt modelId="{54DCE511-8A36-40C2-A40C-12EED13CFFBD}" type="parTrans" cxnId="{DB5D0216-3A10-4C24-8798-F31E452415B2}">
      <dgm:prSet/>
      <dgm:spPr/>
      <dgm:t>
        <a:bodyPr/>
        <a:lstStyle/>
        <a:p>
          <a:endParaRPr lang="uk-UA"/>
        </a:p>
      </dgm:t>
    </dgm:pt>
    <dgm:pt modelId="{E467767B-5F46-4433-8C0C-A4DB16D46551}" type="sibTrans" cxnId="{DB5D0216-3A10-4C24-8798-F31E452415B2}">
      <dgm:prSet/>
      <dgm:spPr/>
      <dgm:t>
        <a:bodyPr/>
        <a:lstStyle/>
        <a:p>
          <a:endParaRPr lang="uk-UA"/>
        </a:p>
      </dgm:t>
    </dgm:pt>
    <dgm:pt modelId="{DDD3EC7F-527F-444D-A764-632A4F68FF6E}" type="pres">
      <dgm:prSet presAssocID="{8A32F73D-0664-463A-96B0-0FF677F3CBED}" presName="linear" presStyleCnt="0">
        <dgm:presLayoutVars>
          <dgm:animLvl val="lvl"/>
          <dgm:resizeHandles val="exact"/>
        </dgm:presLayoutVars>
      </dgm:prSet>
      <dgm:spPr/>
    </dgm:pt>
    <dgm:pt modelId="{4768CCC5-5B73-4CD1-839E-3B7203881AE2}" type="pres">
      <dgm:prSet presAssocID="{55E620EB-43E0-4C7D-B9CD-69B9B724DCCD}" presName="parentText" presStyleLbl="node1" presStyleIdx="0" presStyleCnt="4">
        <dgm:presLayoutVars>
          <dgm:chMax val="0"/>
          <dgm:bulletEnabled val="1"/>
        </dgm:presLayoutVars>
      </dgm:prSet>
      <dgm:spPr/>
    </dgm:pt>
    <dgm:pt modelId="{54A9DA04-1A1A-409E-94CB-9524896970E6}" type="pres">
      <dgm:prSet presAssocID="{F32FAB09-CBEB-4CA6-A262-05FEC67A1734}" presName="spacer" presStyleCnt="0"/>
      <dgm:spPr/>
    </dgm:pt>
    <dgm:pt modelId="{7328A779-CE15-4830-9D1C-69840B6F0E5F}" type="pres">
      <dgm:prSet presAssocID="{D186C7DA-0123-4F9D-9B49-D19C6DC5C5B3}" presName="parentText" presStyleLbl="node1" presStyleIdx="1" presStyleCnt="4">
        <dgm:presLayoutVars>
          <dgm:chMax val="0"/>
          <dgm:bulletEnabled val="1"/>
        </dgm:presLayoutVars>
      </dgm:prSet>
      <dgm:spPr/>
    </dgm:pt>
    <dgm:pt modelId="{E3459B5D-B109-4569-A14F-2C207B2C0D4C}" type="pres">
      <dgm:prSet presAssocID="{7805C92B-307F-47E2-9A3D-F16A8A3C4753}" presName="spacer" presStyleCnt="0"/>
      <dgm:spPr/>
    </dgm:pt>
    <dgm:pt modelId="{3FFF163F-6D62-41B8-9D42-98A9798B947F}" type="pres">
      <dgm:prSet presAssocID="{849D1BEC-C76D-41DA-B988-7107F7B53B2D}" presName="parentText" presStyleLbl="node1" presStyleIdx="2" presStyleCnt="4">
        <dgm:presLayoutVars>
          <dgm:chMax val="0"/>
          <dgm:bulletEnabled val="1"/>
        </dgm:presLayoutVars>
      </dgm:prSet>
      <dgm:spPr/>
    </dgm:pt>
    <dgm:pt modelId="{FCAEAECD-157F-4963-A75D-9463036A6B25}" type="pres">
      <dgm:prSet presAssocID="{E0854BA4-49E8-479C-961C-41D6315D36E2}" presName="spacer" presStyleCnt="0"/>
      <dgm:spPr/>
    </dgm:pt>
    <dgm:pt modelId="{685589BF-2206-4AEC-8E19-5CDE48011CC5}" type="pres">
      <dgm:prSet presAssocID="{BAE0A76B-BC08-45BF-AF62-248FA9199E72}" presName="parentText" presStyleLbl="node1" presStyleIdx="3" presStyleCnt="4">
        <dgm:presLayoutVars>
          <dgm:chMax val="0"/>
          <dgm:bulletEnabled val="1"/>
        </dgm:presLayoutVars>
      </dgm:prSet>
      <dgm:spPr/>
    </dgm:pt>
  </dgm:ptLst>
  <dgm:cxnLst>
    <dgm:cxn modelId="{DB5D0216-3A10-4C24-8798-F31E452415B2}" srcId="{8A32F73D-0664-463A-96B0-0FF677F3CBED}" destId="{BAE0A76B-BC08-45BF-AF62-248FA9199E72}" srcOrd="3" destOrd="0" parTransId="{54DCE511-8A36-40C2-A40C-12EED13CFFBD}" sibTransId="{E467767B-5F46-4433-8C0C-A4DB16D46551}"/>
    <dgm:cxn modelId="{84A6883B-52DC-443F-8BBB-94ED6EBE139E}" srcId="{8A32F73D-0664-463A-96B0-0FF677F3CBED}" destId="{849D1BEC-C76D-41DA-B988-7107F7B53B2D}" srcOrd="2" destOrd="0" parTransId="{1997D066-EA8F-49DD-A284-C7C5FEF05B7F}" sibTransId="{E0854BA4-49E8-479C-961C-41D6315D36E2}"/>
    <dgm:cxn modelId="{94034950-D318-4A0F-812C-7A95DE1E3375}" type="presOf" srcId="{D186C7DA-0123-4F9D-9B49-D19C6DC5C5B3}" destId="{7328A779-CE15-4830-9D1C-69840B6F0E5F}" srcOrd="0" destOrd="0" presId="urn:microsoft.com/office/officeart/2005/8/layout/vList2"/>
    <dgm:cxn modelId="{65391D7B-C70F-496F-970B-EF31F38BD764}" type="presOf" srcId="{8A32F73D-0664-463A-96B0-0FF677F3CBED}" destId="{DDD3EC7F-527F-444D-A764-632A4F68FF6E}" srcOrd="0" destOrd="0" presId="urn:microsoft.com/office/officeart/2005/8/layout/vList2"/>
    <dgm:cxn modelId="{8DD75890-F767-4EDA-B45D-306339CBDC4D}" type="presOf" srcId="{BAE0A76B-BC08-45BF-AF62-248FA9199E72}" destId="{685589BF-2206-4AEC-8E19-5CDE48011CC5}" srcOrd="0" destOrd="0" presId="urn:microsoft.com/office/officeart/2005/8/layout/vList2"/>
    <dgm:cxn modelId="{08C6D1B4-0D27-4EE8-B792-E8369A451CA9}" srcId="{8A32F73D-0664-463A-96B0-0FF677F3CBED}" destId="{D186C7DA-0123-4F9D-9B49-D19C6DC5C5B3}" srcOrd="1" destOrd="0" parTransId="{5BF1E954-50D2-4AC3-BDCA-7CA4C8A6004E}" sibTransId="{7805C92B-307F-47E2-9A3D-F16A8A3C4753}"/>
    <dgm:cxn modelId="{7F88B3B5-F34B-4701-8EFD-842C24AD4A56}" srcId="{8A32F73D-0664-463A-96B0-0FF677F3CBED}" destId="{55E620EB-43E0-4C7D-B9CD-69B9B724DCCD}" srcOrd="0" destOrd="0" parTransId="{EC7C44DA-8B37-4061-B5C2-8276CFBD89C1}" sibTransId="{F32FAB09-CBEB-4CA6-A262-05FEC67A1734}"/>
    <dgm:cxn modelId="{3A48B2BE-FBE0-479F-86FE-D58322200F7A}" type="presOf" srcId="{849D1BEC-C76D-41DA-B988-7107F7B53B2D}" destId="{3FFF163F-6D62-41B8-9D42-98A9798B947F}" srcOrd="0" destOrd="0" presId="urn:microsoft.com/office/officeart/2005/8/layout/vList2"/>
    <dgm:cxn modelId="{6C78DBCC-199D-4325-96EA-47789740EFC8}" type="presOf" srcId="{55E620EB-43E0-4C7D-B9CD-69B9B724DCCD}" destId="{4768CCC5-5B73-4CD1-839E-3B7203881AE2}" srcOrd="0" destOrd="0" presId="urn:microsoft.com/office/officeart/2005/8/layout/vList2"/>
    <dgm:cxn modelId="{201894A3-E5EF-4F02-909F-9D37D0C48F42}" type="presParOf" srcId="{DDD3EC7F-527F-444D-A764-632A4F68FF6E}" destId="{4768CCC5-5B73-4CD1-839E-3B7203881AE2}" srcOrd="0" destOrd="0" presId="urn:microsoft.com/office/officeart/2005/8/layout/vList2"/>
    <dgm:cxn modelId="{CE02BA3E-C0CB-4519-8FFF-9CFD9ED01AC7}" type="presParOf" srcId="{DDD3EC7F-527F-444D-A764-632A4F68FF6E}" destId="{54A9DA04-1A1A-409E-94CB-9524896970E6}" srcOrd="1" destOrd="0" presId="urn:microsoft.com/office/officeart/2005/8/layout/vList2"/>
    <dgm:cxn modelId="{51EDEBD1-9F0B-4649-A569-7251482A4FEA}" type="presParOf" srcId="{DDD3EC7F-527F-444D-A764-632A4F68FF6E}" destId="{7328A779-CE15-4830-9D1C-69840B6F0E5F}" srcOrd="2" destOrd="0" presId="urn:microsoft.com/office/officeart/2005/8/layout/vList2"/>
    <dgm:cxn modelId="{98911891-201E-4EE6-893E-B1E40310999B}" type="presParOf" srcId="{DDD3EC7F-527F-444D-A764-632A4F68FF6E}" destId="{E3459B5D-B109-4569-A14F-2C207B2C0D4C}" srcOrd="3" destOrd="0" presId="urn:microsoft.com/office/officeart/2005/8/layout/vList2"/>
    <dgm:cxn modelId="{C159E551-5BA5-4CA7-844F-3FA31A197B11}" type="presParOf" srcId="{DDD3EC7F-527F-444D-A764-632A4F68FF6E}" destId="{3FFF163F-6D62-41B8-9D42-98A9798B947F}" srcOrd="4" destOrd="0" presId="urn:microsoft.com/office/officeart/2005/8/layout/vList2"/>
    <dgm:cxn modelId="{6133C912-7734-46D6-9297-E3A540C13A6E}" type="presParOf" srcId="{DDD3EC7F-527F-444D-A764-632A4F68FF6E}" destId="{FCAEAECD-157F-4963-A75D-9463036A6B25}" srcOrd="5" destOrd="0" presId="urn:microsoft.com/office/officeart/2005/8/layout/vList2"/>
    <dgm:cxn modelId="{2D8ABA6D-35A2-45D6-B617-3EB245DCEA99}" type="presParOf" srcId="{DDD3EC7F-527F-444D-A764-632A4F68FF6E}" destId="{685589BF-2206-4AEC-8E19-5CDE48011CC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BBEEF5B9-4118-4762-B7D9-2098D4EA8AE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8F56CBE-4B5F-47C0-9634-A5EA48C865BA}">
      <dgm:prSet/>
      <dgm:spPr/>
      <dgm:t>
        <a:bodyPr/>
        <a:lstStyle/>
        <a:p>
          <a:r>
            <a:rPr lang="uk-UA" b="0" i="0"/>
            <a:t>аснував мистецьке об’єднання «Березіль»</a:t>
          </a:r>
          <a:endParaRPr lang="uk-UA"/>
        </a:p>
      </dgm:t>
    </dgm:pt>
    <dgm:pt modelId="{09B195B5-2407-4BB7-ABD4-F6FC93550703}" type="parTrans" cxnId="{7261051F-AFE2-431B-8835-B5126339B708}">
      <dgm:prSet/>
      <dgm:spPr/>
      <dgm:t>
        <a:bodyPr/>
        <a:lstStyle/>
        <a:p>
          <a:endParaRPr lang="uk-UA"/>
        </a:p>
      </dgm:t>
    </dgm:pt>
    <dgm:pt modelId="{62EBDA4F-33A6-4472-895F-871B9DD3F0C0}" type="sibTrans" cxnId="{7261051F-AFE2-431B-8835-B5126339B708}">
      <dgm:prSet/>
      <dgm:spPr/>
      <dgm:t>
        <a:bodyPr/>
        <a:lstStyle/>
        <a:p>
          <a:endParaRPr lang="uk-UA"/>
        </a:p>
      </dgm:t>
    </dgm:pt>
    <dgm:pt modelId="{3B7D6392-FC2E-475B-8476-12C26884ED6D}">
      <dgm:prSet/>
      <dgm:spPr/>
      <dgm:t>
        <a:bodyPr/>
        <a:lstStyle/>
        <a:p>
          <a:r>
            <a:rPr lang="uk-UA" b="0" i="0" dirty="0"/>
            <a:t>був членом спілки «Гарт» упродовж 1923–1925 рр.</a:t>
          </a:r>
          <a:endParaRPr lang="uk-UA" dirty="0"/>
        </a:p>
      </dgm:t>
    </dgm:pt>
    <dgm:pt modelId="{287B3394-E7CC-4123-A43B-712A409E0FFB}" type="parTrans" cxnId="{4F170D5A-A48C-445D-BE9C-78D382BF82BC}">
      <dgm:prSet/>
      <dgm:spPr/>
      <dgm:t>
        <a:bodyPr/>
        <a:lstStyle/>
        <a:p>
          <a:endParaRPr lang="uk-UA"/>
        </a:p>
      </dgm:t>
    </dgm:pt>
    <dgm:pt modelId="{944E9BB4-8264-4F65-BE04-D3A24AD58DEB}" type="sibTrans" cxnId="{4F170D5A-A48C-445D-BE9C-78D382BF82BC}">
      <dgm:prSet/>
      <dgm:spPr/>
      <dgm:t>
        <a:bodyPr/>
        <a:lstStyle/>
        <a:p>
          <a:endParaRPr lang="uk-UA"/>
        </a:p>
      </dgm:t>
    </dgm:pt>
    <dgm:pt modelId="{74BC06F1-30DB-4BDE-94F9-F8A05F2C2DA4}">
      <dgm:prSet/>
      <dgm:spPr/>
      <dgm:t>
        <a:bodyPr/>
        <a:lstStyle/>
        <a:p>
          <a:r>
            <a:rPr lang="uk-UA" b="0" i="0"/>
            <a:t>засуджений у справі «Спілки визволення України»</a:t>
          </a:r>
          <a:endParaRPr lang="uk-UA"/>
        </a:p>
      </dgm:t>
    </dgm:pt>
    <dgm:pt modelId="{CA622F53-EA30-4D37-8FD0-B25E86FA7DBF}" type="parTrans" cxnId="{34BD9FDC-990C-432A-811F-3E842DF56FD4}">
      <dgm:prSet/>
      <dgm:spPr/>
      <dgm:t>
        <a:bodyPr/>
        <a:lstStyle/>
        <a:p>
          <a:endParaRPr lang="uk-UA"/>
        </a:p>
      </dgm:t>
    </dgm:pt>
    <dgm:pt modelId="{E47AFCE1-35E0-425B-BCF7-862A55950520}" type="sibTrans" cxnId="{34BD9FDC-990C-432A-811F-3E842DF56FD4}">
      <dgm:prSet/>
      <dgm:spPr/>
      <dgm:t>
        <a:bodyPr/>
        <a:lstStyle/>
        <a:p>
          <a:endParaRPr lang="uk-UA"/>
        </a:p>
      </dgm:t>
    </dgm:pt>
    <dgm:pt modelId="{D4F765F7-68B9-4B30-AB8F-C97F69686E53}">
      <dgm:prSet/>
      <dgm:spPr/>
      <dgm:t>
        <a:bodyPr/>
        <a:lstStyle/>
        <a:p>
          <a:r>
            <a:rPr lang="uk-UA" b="0" i="0"/>
            <a:t>заклав основи монументального мистецтва в Україні</a:t>
          </a:r>
          <a:endParaRPr lang="uk-UA"/>
        </a:p>
      </dgm:t>
    </dgm:pt>
    <dgm:pt modelId="{CD36321A-43B8-4C81-902C-76CFAF004DAA}" type="parTrans" cxnId="{CE604B20-B7B1-48F9-A453-D675F4B20115}">
      <dgm:prSet/>
      <dgm:spPr/>
      <dgm:t>
        <a:bodyPr/>
        <a:lstStyle/>
        <a:p>
          <a:endParaRPr lang="uk-UA"/>
        </a:p>
      </dgm:t>
    </dgm:pt>
    <dgm:pt modelId="{8044E064-6C6E-48B6-B3F3-7161105C1771}" type="sibTrans" cxnId="{CE604B20-B7B1-48F9-A453-D675F4B20115}">
      <dgm:prSet/>
      <dgm:spPr/>
      <dgm:t>
        <a:bodyPr/>
        <a:lstStyle/>
        <a:p>
          <a:endParaRPr lang="uk-UA"/>
        </a:p>
      </dgm:t>
    </dgm:pt>
    <dgm:pt modelId="{EE43BD35-0894-406F-A121-405BC30AF188}">
      <dgm:prSet/>
      <dgm:spPr/>
      <dgm:t>
        <a:bodyPr/>
        <a:lstStyle/>
        <a:p>
          <a:r>
            <a:rPr lang="uk-UA" b="0" i="0"/>
            <a:t>воював у лавах Армії УНР проти більшовиків упродовж 1918–1919 рр.</a:t>
          </a:r>
          <a:endParaRPr lang="uk-UA"/>
        </a:p>
      </dgm:t>
    </dgm:pt>
    <dgm:pt modelId="{D7C36E64-FD23-486B-81CB-0BAD9FE4799F}" type="parTrans" cxnId="{4E4353FF-CF83-4047-9727-DB67BB960F15}">
      <dgm:prSet/>
      <dgm:spPr/>
      <dgm:t>
        <a:bodyPr/>
        <a:lstStyle/>
        <a:p>
          <a:endParaRPr lang="uk-UA"/>
        </a:p>
      </dgm:t>
    </dgm:pt>
    <dgm:pt modelId="{5702FED3-5A58-464C-BF6E-6AFEC47DDEF0}" type="sibTrans" cxnId="{4E4353FF-CF83-4047-9727-DB67BB960F15}">
      <dgm:prSet/>
      <dgm:spPr/>
      <dgm:t>
        <a:bodyPr/>
        <a:lstStyle/>
        <a:p>
          <a:endParaRPr lang="uk-UA"/>
        </a:p>
      </dgm:t>
    </dgm:pt>
    <dgm:pt modelId="{FA56D20A-12E8-4CD3-9200-973564EE903C}">
      <dgm:prSet/>
      <dgm:spPr/>
      <dgm:t>
        <a:bodyPr/>
        <a:lstStyle/>
        <a:p>
          <a:r>
            <a:rPr lang="uk-UA" b="0" i="0"/>
            <a:t>автор збірки «Сині етюди», новели «Я (Романтика)»</a:t>
          </a:r>
          <a:endParaRPr lang="uk-UA"/>
        </a:p>
      </dgm:t>
    </dgm:pt>
    <dgm:pt modelId="{0810AEA1-E009-4FE5-81FB-81CD8A9853F0}" type="parTrans" cxnId="{D08CC34D-0CA7-4031-B6C4-BBEDA33BE720}">
      <dgm:prSet/>
      <dgm:spPr/>
      <dgm:t>
        <a:bodyPr/>
        <a:lstStyle/>
        <a:p>
          <a:endParaRPr lang="uk-UA"/>
        </a:p>
      </dgm:t>
    </dgm:pt>
    <dgm:pt modelId="{36D98BB1-2062-4533-B54E-B33642F83A16}" type="sibTrans" cxnId="{D08CC34D-0CA7-4031-B6C4-BBEDA33BE720}">
      <dgm:prSet/>
      <dgm:spPr/>
      <dgm:t>
        <a:bodyPr/>
        <a:lstStyle/>
        <a:p>
          <a:endParaRPr lang="uk-UA"/>
        </a:p>
      </dgm:t>
    </dgm:pt>
    <dgm:pt modelId="{FE2ADF48-4DBA-4328-A706-23BD3FC4A39F}">
      <dgm:prSet/>
      <dgm:spPr/>
      <dgm:t>
        <a:bodyPr/>
        <a:lstStyle/>
        <a:p>
          <a:r>
            <a:rPr lang="uk-UA" b="0" i="0" dirty="0"/>
            <a:t>фундатор національного кінематографа</a:t>
          </a:r>
          <a:endParaRPr lang="uk-UA" dirty="0"/>
        </a:p>
      </dgm:t>
    </dgm:pt>
    <dgm:pt modelId="{E1D680A3-5425-4DBF-AA3C-E91A3D9AA40F}" type="parTrans" cxnId="{31FB0161-8976-404A-8363-77D299827040}">
      <dgm:prSet/>
      <dgm:spPr/>
      <dgm:t>
        <a:bodyPr/>
        <a:lstStyle/>
        <a:p>
          <a:endParaRPr lang="uk-UA"/>
        </a:p>
      </dgm:t>
    </dgm:pt>
    <dgm:pt modelId="{D596B75A-F530-4F2C-A629-3F2972C1E707}" type="sibTrans" cxnId="{31FB0161-8976-404A-8363-77D299827040}">
      <dgm:prSet/>
      <dgm:spPr/>
      <dgm:t>
        <a:bodyPr/>
        <a:lstStyle/>
        <a:p>
          <a:endParaRPr lang="uk-UA"/>
        </a:p>
      </dgm:t>
    </dgm:pt>
    <dgm:pt modelId="{ACBF1BEF-63AD-4136-833A-FD4817008ED7}" type="pres">
      <dgm:prSet presAssocID="{BBEEF5B9-4118-4762-B7D9-2098D4EA8AEB}" presName="linear" presStyleCnt="0">
        <dgm:presLayoutVars>
          <dgm:animLvl val="lvl"/>
          <dgm:resizeHandles val="exact"/>
        </dgm:presLayoutVars>
      </dgm:prSet>
      <dgm:spPr/>
    </dgm:pt>
    <dgm:pt modelId="{2F7F1DE3-B6D2-4222-B54C-715CB7557D25}" type="pres">
      <dgm:prSet presAssocID="{28F56CBE-4B5F-47C0-9634-A5EA48C865BA}" presName="parentText" presStyleLbl="node1" presStyleIdx="0" presStyleCnt="7">
        <dgm:presLayoutVars>
          <dgm:chMax val="0"/>
          <dgm:bulletEnabled val="1"/>
        </dgm:presLayoutVars>
      </dgm:prSet>
      <dgm:spPr/>
    </dgm:pt>
    <dgm:pt modelId="{488D11C6-9D68-4E78-A35C-5C916A78A25F}" type="pres">
      <dgm:prSet presAssocID="{62EBDA4F-33A6-4472-895F-871B9DD3F0C0}" presName="spacer" presStyleCnt="0"/>
      <dgm:spPr/>
    </dgm:pt>
    <dgm:pt modelId="{277D06EA-255E-4E40-90D7-C9AE6770A131}" type="pres">
      <dgm:prSet presAssocID="{3B7D6392-FC2E-475B-8476-12C26884ED6D}" presName="parentText" presStyleLbl="node1" presStyleIdx="1" presStyleCnt="7">
        <dgm:presLayoutVars>
          <dgm:chMax val="0"/>
          <dgm:bulletEnabled val="1"/>
        </dgm:presLayoutVars>
      </dgm:prSet>
      <dgm:spPr/>
    </dgm:pt>
    <dgm:pt modelId="{4A5461F7-B536-4CEC-8F5C-3E957AE1876A}" type="pres">
      <dgm:prSet presAssocID="{944E9BB4-8264-4F65-BE04-D3A24AD58DEB}" presName="spacer" presStyleCnt="0"/>
      <dgm:spPr/>
    </dgm:pt>
    <dgm:pt modelId="{91A583F8-33AC-4B8B-9CA8-8F5414CE06CA}" type="pres">
      <dgm:prSet presAssocID="{74BC06F1-30DB-4BDE-94F9-F8A05F2C2DA4}" presName="parentText" presStyleLbl="node1" presStyleIdx="2" presStyleCnt="7">
        <dgm:presLayoutVars>
          <dgm:chMax val="0"/>
          <dgm:bulletEnabled val="1"/>
        </dgm:presLayoutVars>
      </dgm:prSet>
      <dgm:spPr/>
    </dgm:pt>
    <dgm:pt modelId="{06BB7967-29BB-4D86-ABF0-53B73A54D2FE}" type="pres">
      <dgm:prSet presAssocID="{E47AFCE1-35E0-425B-BCF7-862A55950520}" presName="spacer" presStyleCnt="0"/>
      <dgm:spPr/>
    </dgm:pt>
    <dgm:pt modelId="{26A9F4F6-3811-4F8C-B883-F4F50599A54F}" type="pres">
      <dgm:prSet presAssocID="{D4F765F7-68B9-4B30-AB8F-C97F69686E53}" presName="parentText" presStyleLbl="node1" presStyleIdx="3" presStyleCnt="7">
        <dgm:presLayoutVars>
          <dgm:chMax val="0"/>
          <dgm:bulletEnabled val="1"/>
        </dgm:presLayoutVars>
      </dgm:prSet>
      <dgm:spPr/>
    </dgm:pt>
    <dgm:pt modelId="{D1E9EF8A-6305-41DC-93FF-1E54FC6AC6C3}" type="pres">
      <dgm:prSet presAssocID="{8044E064-6C6E-48B6-B3F3-7161105C1771}" presName="spacer" presStyleCnt="0"/>
      <dgm:spPr/>
    </dgm:pt>
    <dgm:pt modelId="{72BB64EC-C287-4496-98B6-5CCA71264B24}" type="pres">
      <dgm:prSet presAssocID="{EE43BD35-0894-406F-A121-405BC30AF188}" presName="parentText" presStyleLbl="node1" presStyleIdx="4" presStyleCnt="7">
        <dgm:presLayoutVars>
          <dgm:chMax val="0"/>
          <dgm:bulletEnabled val="1"/>
        </dgm:presLayoutVars>
      </dgm:prSet>
      <dgm:spPr/>
    </dgm:pt>
    <dgm:pt modelId="{DCED2735-D44B-4973-BFB9-3BA23E7407DB}" type="pres">
      <dgm:prSet presAssocID="{5702FED3-5A58-464C-BF6E-6AFEC47DDEF0}" presName="spacer" presStyleCnt="0"/>
      <dgm:spPr/>
    </dgm:pt>
    <dgm:pt modelId="{567D4829-AAC5-46EE-99FA-879107FEF787}" type="pres">
      <dgm:prSet presAssocID="{FA56D20A-12E8-4CD3-9200-973564EE903C}" presName="parentText" presStyleLbl="node1" presStyleIdx="5" presStyleCnt="7">
        <dgm:presLayoutVars>
          <dgm:chMax val="0"/>
          <dgm:bulletEnabled val="1"/>
        </dgm:presLayoutVars>
      </dgm:prSet>
      <dgm:spPr/>
    </dgm:pt>
    <dgm:pt modelId="{E9C39C75-82B7-475E-85C0-419BE9931C0A}" type="pres">
      <dgm:prSet presAssocID="{36D98BB1-2062-4533-B54E-B33642F83A16}" presName="spacer" presStyleCnt="0"/>
      <dgm:spPr/>
    </dgm:pt>
    <dgm:pt modelId="{C7904EFD-BFAC-4D22-B033-3AA77E41BBF2}" type="pres">
      <dgm:prSet presAssocID="{FE2ADF48-4DBA-4328-A706-23BD3FC4A39F}" presName="parentText" presStyleLbl="node1" presStyleIdx="6" presStyleCnt="7">
        <dgm:presLayoutVars>
          <dgm:chMax val="0"/>
          <dgm:bulletEnabled val="1"/>
        </dgm:presLayoutVars>
      </dgm:prSet>
      <dgm:spPr/>
    </dgm:pt>
  </dgm:ptLst>
  <dgm:cxnLst>
    <dgm:cxn modelId="{4C60A612-3624-43ED-B76E-BBC84B2CF783}" type="presOf" srcId="{3B7D6392-FC2E-475B-8476-12C26884ED6D}" destId="{277D06EA-255E-4E40-90D7-C9AE6770A131}" srcOrd="0" destOrd="0" presId="urn:microsoft.com/office/officeart/2005/8/layout/vList2"/>
    <dgm:cxn modelId="{7261051F-AFE2-431B-8835-B5126339B708}" srcId="{BBEEF5B9-4118-4762-B7D9-2098D4EA8AEB}" destId="{28F56CBE-4B5F-47C0-9634-A5EA48C865BA}" srcOrd="0" destOrd="0" parTransId="{09B195B5-2407-4BB7-ABD4-F6FC93550703}" sibTransId="{62EBDA4F-33A6-4472-895F-871B9DD3F0C0}"/>
    <dgm:cxn modelId="{AF484A1F-5FF6-4FD3-8E76-446C3A2A4022}" type="presOf" srcId="{BBEEF5B9-4118-4762-B7D9-2098D4EA8AEB}" destId="{ACBF1BEF-63AD-4136-833A-FD4817008ED7}" srcOrd="0" destOrd="0" presId="urn:microsoft.com/office/officeart/2005/8/layout/vList2"/>
    <dgm:cxn modelId="{CE604B20-B7B1-48F9-A453-D675F4B20115}" srcId="{BBEEF5B9-4118-4762-B7D9-2098D4EA8AEB}" destId="{D4F765F7-68B9-4B30-AB8F-C97F69686E53}" srcOrd="3" destOrd="0" parTransId="{CD36321A-43B8-4C81-902C-76CFAF004DAA}" sibTransId="{8044E064-6C6E-48B6-B3F3-7161105C1771}"/>
    <dgm:cxn modelId="{28CEE73C-DAAA-49A1-9F3F-4A62EC1D2A5D}" type="presOf" srcId="{FA56D20A-12E8-4CD3-9200-973564EE903C}" destId="{567D4829-AAC5-46EE-99FA-879107FEF787}" srcOrd="0" destOrd="0" presId="urn:microsoft.com/office/officeart/2005/8/layout/vList2"/>
    <dgm:cxn modelId="{31FB0161-8976-404A-8363-77D299827040}" srcId="{BBEEF5B9-4118-4762-B7D9-2098D4EA8AEB}" destId="{FE2ADF48-4DBA-4328-A706-23BD3FC4A39F}" srcOrd="6" destOrd="0" parTransId="{E1D680A3-5425-4DBF-AA3C-E91A3D9AA40F}" sibTransId="{D596B75A-F530-4F2C-A629-3F2972C1E707}"/>
    <dgm:cxn modelId="{336C7F48-4584-4713-B7FA-AB65364EB054}" type="presOf" srcId="{EE43BD35-0894-406F-A121-405BC30AF188}" destId="{72BB64EC-C287-4496-98B6-5CCA71264B24}" srcOrd="0" destOrd="0" presId="urn:microsoft.com/office/officeart/2005/8/layout/vList2"/>
    <dgm:cxn modelId="{D08CC34D-0CA7-4031-B6C4-BBEDA33BE720}" srcId="{BBEEF5B9-4118-4762-B7D9-2098D4EA8AEB}" destId="{FA56D20A-12E8-4CD3-9200-973564EE903C}" srcOrd="5" destOrd="0" parTransId="{0810AEA1-E009-4FE5-81FB-81CD8A9853F0}" sibTransId="{36D98BB1-2062-4533-B54E-B33642F83A16}"/>
    <dgm:cxn modelId="{2C18324E-13FC-411E-96F2-FC5C4A123DEF}" type="presOf" srcId="{FE2ADF48-4DBA-4328-A706-23BD3FC4A39F}" destId="{C7904EFD-BFAC-4D22-B033-3AA77E41BBF2}" srcOrd="0" destOrd="0" presId="urn:microsoft.com/office/officeart/2005/8/layout/vList2"/>
    <dgm:cxn modelId="{1CA51174-67B0-4F9B-A327-01ECD9778FB3}" type="presOf" srcId="{28F56CBE-4B5F-47C0-9634-A5EA48C865BA}" destId="{2F7F1DE3-B6D2-4222-B54C-715CB7557D25}" srcOrd="0" destOrd="0" presId="urn:microsoft.com/office/officeart/2005/8/layout/vList2"/>
    <dgm:cxn modelId="{4F170D5A-A48C-445D-BE9C-78D382BF82BC}" srcId="{BBEEF5B9-4118-4762-B7D9-2098D4EA8AEB}" destId="{3B7D6392-FC2E-475B-8476-12C26884ED6D}" srcOrd="1" destOrd="0" parTransId="{287B3394-E7CC-4123-A43B-712A409E0FFB}" sibTransId="{944E9BB4-8264-4F65-BE04-D3A24AD58DEB}"/>
    <dgm:cxn modelId="{094ED19A-7B54-404D-B090-8BBD3DFD60D7}" type="presOf" srcId="{D4F765F7-68B9-4B30-AB8F-C97F69686E53}" destId="{26A9F4F6-3811-4F8C-B883-F4F50599A54F}" srcOrd="0" destOrd="0" presId="urn:microsoft.com/office/officeart/2005/8/layout/vList2"/>
    <dgm:cxn modelId="{34BD9FDC-990C-432A-811F-3E842DF56FD4}" srcId="{BBEEF5B9-4118-4762-B7D9-2098D4EA8AEB}" destId="{74BC06F1-30DB-4BDE-94F9-F8A05F2C2DA4}" srcOrd="2" destOrd="0" parTransId="{CA622F53-EA30-4D37-8FD0-B25E86FA7DBF}" sibTransId="{E47AFCE1-35E0-425B-BCF7-862A55950520}"/>
    <dgm:cxn modelId="{4A000FEB-4D47-402F-95C1-A8C968A9AAD0}" type="presOf" srcId="{74BC06F1-30DB-4BDE-94F9-F8A05F2C2DA4}" destId="{91A583F8-33AC-4B8B-9CA8-8F5414CE06CA}" srcOrd="0" destOrd="0" presId="urn:microsoft.com/office/officeart/2005/8/layout/vList2"/>
    <dgm:cxn modelId="{4E4353FF-CF83-4047-9727-DB67BB960F15}" srcId="{BBEEF5B9-4118-4762-B7D9-2098D4EA8AEB}" destId="{EE43BD35-0894-406F-A121-405BC30AF188}" srcOrd="4" destOrd="0" parTransId="{D7C36E64-FD23-486B-81CB-0BAD9FE4799F}" sibTransId="{5702FED3-5A58-464C-BF6E-6AFEC47DDEF0}"/>
    <dgm:cxn modelId="{4825DE4A-153A-4978-9097-395FA429F212}" type="presParOf" srcId="{ACBF1BEF-63AD-4136-833A-FD4817008ED7}" destId="{2F7F1DE3-B6D2-4222-B54C-715CB7557D25}" srcOrd="0" destOrd="0" presId="urn:microsoft.com/office/officeart/2005/8/layout/vList2"/>
    <dgm:cxn modelId="{CC840C0D-06DF-4948-831D-58EF427F11D4}" type="presParOf" srcId="{ACBF1BEF-63AD-4136-833A-FD4817008ED7}" destId="{488D11C6-9D68-4E78-A35C-5C916A78A25F}" srcOrd="1" destOrd="0" presId="urn:microsoft.com/office/officeart/2005/8/layout/vList2"/>
    <dgm:cxn modelId="{D8E25656-4F9C-4153-BB16-A608F970FFEB}" type="presParOf" srcId="{ACBF1BEF-63AD-4136-833A-FD4817008ED7}" destId="{277D06EA-255E-4E40-90D7-C9AE6770A131}" srcOrd="2" destOrd="0" presId="urn:microsoft.com/office/officeart/2005/8/layout/vList2"/>
    <dgm:cxn modelId="{9E266B89-EDF8-4A31-94FC-97CD6A96A19E}" type="presParOf" srcId="{ACBF1BEF-63AD-4136-833A-FD4817008ED7}" destId="{4A5461F7-B536-4CEC-8F5C-3E957AE1876A}" srcOrd="3" destOrd="0" presId="urn:microsoft.com/office/officeart/2005/8/layout/vList2"/>
    <dgm:cxn modelId="{6EFD4C70-EB1B-429D-939E-70D66EF7CE9E}" type="presParOf" srcId="{ACBF1BEF-63AD-4136-833A-FD4817008ED7}" destId="{91A583F8-33AC-4B8B-9CA8-8F5414CE06CA}" srcOrd="4" destOrd="0" presId="urn:microsoft.com/office/officeart/2005/8/layout/vList2"/>
    <dgm:cxn modelId="{FFBCF747-B1A3-4B59-8644-012F5784A429}" type="presParOf" srcId="{ACBF1BEF-63AD-4136-833A-FD4817008ED7}" destId="{06BB7967-29BB-4D86-ABF0-53B73A54D2FE}" srcOrd="5" destOrd="0" presId="urn:microsoft.com/office/officeart/2005/8/layout/vList2"/>
    <dgm:cxn modelId="{5A9DB437-0C46-448D-8644-2975AD5CA7AD}" type="presParOf" srcId="{ACBF1BEF-63AD-4136-833A-FD4817008ED7}" destId="{26A9F4F6-3811-4F8C-B883-F4F50599A54F}" srcOrd="6" destOrd="0" presId="urn:microsoft.com/office/officeart/2005/8/layout/vList2"/>
    <dgm:cxn modelId="{5303BDF8-25BD-42A9-BC0B-EE079B8F40C6}" type="presParOf" srcId="{ACBF1BEF-63AD-4136-833A-FD4817008ED7}" destId="{D1E9EF8A-6305-41DC-93FF-1E54FC6AC6C3}" srcOrd="7" destOrd="0" presId="urn:microsoft.com/office/officeart/2005/8/layout/vList2"/>
    <dgm:cxn modelId="{03784C78-5DD5-47E1-9A80-6B6D5AE52C82}" type="presParOf" srcId="{ACBF1BEF-63AD-4136-833A-FD4817008ED7}" destId="{72BB64EC-C287-4496-98B6-5CCA71264B24}" srcOrd="8" destOrd="0" presId="urn:microsoft.com/office/officeart/2005/8/layout/vList2"/>
    <dgm:cxn modelId="{5499D126-E838-4291-8160-B9563BF0D92F}" type="presParOf" srcId="{ACBF1BEF-63AD-4136-833A-FD4817008ED7}" destId="{DCED2735-D44B-4973-BFB9-3BA23E7407DB}" srcOrd="9" destOrd="0" presId="urn:microsoft.com/office/officeart/2005/8/layout/vList2"/>
    <dgm:cxn modelId="{9CBC2CBE-4C94-4CE5-AEE8-BD5E28D9B470}" type="presParOf" srcId="{ACBF1BEF-63AD-4136-833A-FD4817008ED7}" destId="{567D4829-AAC5-46EE-99FA-879107FEF787}" srcOrd="10" destOrd="0" presId="urn:microsoft.com/office/officeart/2005/8/layout/vList2"/>
    <dgm:cxn modelId="{2786FB07-D7EC-4E65-8B10-E7211A995A28}" type="presParOf" srcId="{ACBF1BEF-63AD-4136-833A-FD4817008ED7}" destId="{E9C39C75-82B7-475E-85C0-419BE9931C0A}" srcOrd="11" destOrd="0" presId="urn:microsoft.com/office/officeart/2005/8/layout/vList2"/>
    <dgm:cxn modelId="{5F83145C-AF9E-40D0-80C7-1B7BC95A620C}" type="presParOf" srcId="{ACBF1BEF-63AD-4136-833A-FD4817008ED7}" destId="{C7904EFD-BFAC-4D22-B033-3AA77E41BBF2}"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C141F017-FB33-432E-A13E-41A482E01C98}"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6DC1C4AB-BA0A-4305-8361-C2C3D402F983}">
      <dgm:prSet/>
      <dgm:spPr/>
      <dgm:t>
        <a:bodyPr/>
        <a:lstStyle/>
        <a:p>
          <a:r>
            <a:rPr lang="uk-UA" b="0" i="0" dirty="0"/>
            <a:t>кіно</a:t>
          </a:r>
          <a:endParaRPr lang="uk-UA" dirty="0"/>
        </a:p>
      </dgm:t>
    </dgm:pt>
    <dgm:pt modelId="{DBEF6BF3-D62E-4FF5-B636-BB3348B2A6EE}" type="parTrans" cxnId="{60208047-DED1-40BA-8359-C50EB4C1B6D4}">
      <dgm:prSet/>
      <dgm:spPr/>
      <dgm:t>
        <a:bodyPr/>
        <a:lstStyle/>
        <a:p>
          <a:endParaRPr lang="uk-UA"/>
        </a:p>
      </dgm:t>
    </dgm:pt>
    <dgm:pt modelId="{2542755D-13DC-4157-BED1-FE28FF4BE11C}" type="sibTrans" cxnId="{60208047-DED1-40BA-8359-C50EB4C1B6D4}">
      <dgm:prSet/>
      <dgm:spPr/>
      <dgm:t>
        <a:bodyPr/>
        <a:lstStyle/>
        <a:p>
          <a:endParaRPr lang="uk-UA"/>
        </a:p>
      </dgm:t>
    </dgm:pt>
    <dgm:pt modelId="{EC8261D1-0E66-4632-AC80-2B51AD0EC5B0}">
      <dgm:prSet/>
      <dgm:spPr/>
      <dgm:t>
        <a:bodyPr/>
        <a:lstStyle/>
        <a:p>
          <a:r>
            <a:rPr lang="uk-UA" b="0" i="0"/>
            <a:t>театру</a:t>
          </a:r>
          <a:endParaRPr lang="uk-UA"/>
        </a:p>
      </dgm:t>
    </dgm:pt>
    <dgm:pt modelId="{391D3472-2650-4F07-A851-A38566EC7758}" type="parTrans" cxnId="{8D251980-BE59-4934-96F6-73514F09BFFE}">
      <dgm:prSet/>
      <dgm:spPr/>
      <dgm:t>
        <a:bodyPr/>
        <a:lstStyle/>
        <a:p>
          <a:endParaRPr lang="uk-UA"/>
        </a:p>
      </dgm:t>
    </dgm:pt>
    <dgm:pt modelId="{03D4AB8D-07A4-44B7-A589-964D7E771838}" type="sibTrans" cxnId="{8D251980-BE59-4934-96F6-73514F09BFFE}">
      <dgm:prSet/>
      <dgm:spPr/>
      <dgm:t>
        <a:bodyPr/>
        <a:lstStyle/>
        <a:p>
          <a:endParaRPr lang="uk-UA"/>
        </a:p>
      </dgm:t>
    </dgm:pt>
    <dgm:pt modelId="{8AFB4AF8-BFB4-485F-9B8B-269562DCF1B3}">
      <dgm:prSet/>
      <dgm:spPr/>
      <dgm:t>
        <a:bodyPr/>
        <a:lstStyle/>
        <a:p>
          <a:r>
            <a:rPr lang="uk-UA" b="0" i="0"/>
            <a:t>музики</a:t>
          </a:r>
          <a:endParaRPr lang="uk-UA"/>
        </a:p>
      </dgm:t>
    </dgm:pt>
    <dgm:pt modelId="{51C7F7AC-8EC8-4DBB-9316-D4B7CAA01E6E}" type="parTrans" cxnId="{3B43E1C3-5227-4505-A33C-048A46BB296F}">
      <dgm:prSet/>
      <dgm:spPr/>
      <dgm:t>
        <a:bodyPr/>
        <a:lstStyle/>
        <a:p>
          <a:endParaRPr lang="uk-UA"/>
        </a:p>
      </dgm:t>
    </dgm:pt>
    <dgm:pt modelId="{B82E723C-FAF4-4A64-B77A-DA1E1CBB0BE8}" type="sibTrans" cxnId="{3B43E1C3-5227-4505-A33C-048A46BB296F}">
      <dgm:prSet/>
      <dgm:spPr/>
      <dgm:t>
        <a:bodyPr/>
        <a:lstStyle/>
        <a:p>
          <a:endParaRPr lang="uk-UA"/>
        </a:p>
      </dgm:t>
    </dgm:pt>
    <dgm:pt modelId="{93EFD052-28BC-4BBD-8AF4-259C88B4DE95}">
      <dgm:prSet/>
      <dgm:spPr/>
      <dgm:t>
        <a:bodyPr/>
        <a:lstStyle/>
        <a:p>
          <a:r>
            <a:rPr lang="uk-UA" b="0" i="0" dirty="0"/>
            <a:t>архітектури</a:t>
          </a:r>
          <a:endParaRPr lang="uk-UA" dirty="0"/>
        </a:p>
      </dgm:t>
    </dgm:pt>
    <dgm:pt modelId="{52FB43F5-099D-459A-8D4D-3FFB44FEFDEB}" type="parTrans" cxnId="{E3100946-223C-4DBB-908B-31A0B6D8487D}">
      <dgm:prSet/>
      <dgm:spPr/>
      <dgm:t>
        <a:bodyPr/>
        <a:lstStyle/>
        <a:p>
          <a:endParaRPr lang="uk-UA"/>
        </a:p>
      </dgm:t>
    </dgm:pt>
    <dgm:pt modelId="{FBC4166F-48B2-407B-B5B0-B5CEBF606C45}" type="sibTrans" cxnId="{E3100946-223C-4DBB-908B-31A0B6D8487D}">
      <dgm:prSet/>
      <dgm:spPr/>
      <dgm:t>
        <a:bodyPr/>
        <a:lstStyle/>
        <a:p>
          <a:endParaRPr lang="uk-UA"/>
        </a:p>
      </dgm:t>
    </dgm:pt>
    <dgm:pt modelId="{ABBF9EFC-8C0B-418F-8FDF-EE10966195E9}" type="pres">
      <dgm:prSet presAssocID="{C141F017-FB33-432E-A13E-41A482E01C98}" presName="matrix" presStyleCnt="0">
        <dgm:presLayoutVars>
          <dgm:chMax val="1"/>
          <dgm:dir/>
          <dgm:resizeHandles val="exact"/>
        </dgm:presLayoutVars>
      </dgm:prSet>
      <dgm:spPr/>
    </dgm:pt>
    <dgm:pt modelId="{CE8E7F91-7472-432F-829C-46DC771BA9D2}" type="pres">
      <dgm:prSet presAssocID="{C141F017-FB33-432E-A13E-41A482E01C98}" presName="diamond" presStyleLbl="bgShp" presStyleIdx="0" presStyleCnt="1"/>
      <dgm:spPr/>
    </dgm:pt>
    <dgm:pt modelId="{F98A804B-1374-45B2-B2C6-960D56C0D344}" type="pres">
      <dgm:prSet presAssocID="{C141F017-FB33-432E-A13E-41A482E01C98}" presName="quad1" presStyleLbl="node1" presStyleIdx="0" presStyleCnt="4">
        <dgm:presLayoutVars>
          <dgm:chMax val="0"/>
          <dgm:chPref val="0"/>
          <dgm:bulletEnabled val="1"/>
        </dgm:presLayoutVars>
      </dgm:prSet>
      <dgm:spPr/>
    </dgm:pt>
    <dgm:pt modelId="{5CF93F64-63F9-4481-8169-B17874611C1C}" type="pres">
      <dgm:prSet presAssocID="{C141F017-FB33-432E-A13E-41A482E01C98}" presName="quad2" presStyleLbl="node1" presStyleIdx="1" presStyleCnt="4">
        <dgm:presLayoutVars>
          <dgm:chMax val="0"/>
          <dgm:chPref val="0"/>
          <dgm:bulletEnabled val="1"/>
        </dgm:presLayoutVars>
      </dgm:prSet>
      <dgm:spPr/>
    </dgm:pt>
    <dgm:pt modelId="{9A1E6AB4-8576-4E13-8797-99032E268785}" type="pres">
      <dgm:prSet presAssocID="{C141F017-FB33-432E-A13E-41A482E01C98}" presName="quad3" presStyleLbl="node1" presStyleIdx="2" presStyleCnt="4">
        <dgm:presLayoutVars>
          <dgm:chMax val="0"/>
          <dgm:chPref val="0"/>
          <dgm:bulletEnabled val="1"/>
        </dgm:presLayoutVars>
      </dgm:prSet>
      <dgm:spPr/>
    </dgm:pt>
    <dgm:pt modelId="{CAF81DFE-4C7C-48B6-A0B9-0A13FE34AC2E}" type="pres">
      <dgm:prSet presAssocID="{C141F017-FB33-432E-A13E-41A482E01C98}" presName="quad4" presStyleLbl="node1" presStyleIdx="3" presStyleCnt="4">
        <dgm:presLayoutVars>
          <dgm:chMax val="0"/>
          <dgm:chPref val="0"/>
          <dgm:bulletEnabled val="1"/>
        </dgm:presLayoutVars>
      </dgm:prSet>
      <dgm:spPr/>
    </dgm:pt>
  </dgm:ptLst>
  <dgm:cxnLst>
    <dgm:cxn modelId="{E3100946-223C-4DBB-908B-31A0B6D8487D}" srcId="{C141F017-FB33-432E-A13E-41A482E01C98}" destId="{93EFD052-28BC-4BBD-8AF4-259C88B4DE95}" srcOrd="3" destOrd="0" parTransId="{52FB43F5-099D-459A-8D4D-3FFB44FEFDEB}" sibTransId="{FBC4166F-48B2-407B-B5B0-B5CEBF606C45}"/>
    <dgm:cxn modelId="{60208047-DED1-40BA-8359-C50EB4C1B6D4}" srcId="{C141F017-FB33-432E-A13E-41A482E01C98}" destId="{6DC1C4AB-BA0A-4305-8361-C2C3D402F983}" srcOrd="0" destOrd="0" parTransId="{DBEF6BF3-D62E-4FF5-B636-BB3348B2A6EE}" sibTransId="{2542755D-13DC-4157-BED1-FE28FF4BE11C}"/>
    <dgm:cxn modelId="{C763204D-A52A-4F65-83B8-592C791D2491}" type="presOf" srcId="{8AFB4AF8-BFB4-485F-9B8B-269562DCF1B3}" destId="{9A1E6AB4-8576-4E13-8797-99032E268785}" srcOrd="0" destOrd="0" presId="urn:microsoft.com/office/officeart/2005/8/layout/matrix3"/>
    <dgm:cxn modelId="{8D251980-BE59-4934-96F6-73514F09BFFE}" srcId="{C141F017-FB33-432E-A13E-41A482E01C98}" destId="{EC8261D1-0E66-4632-AC80-2B51AD0EC5B0}" srcOrd="1" destOrd="0" parTransId="{391D3472-2650-4F07-A851-A38566EC7758}" sibTransId="{03D4AB8D-07A4-44B7-A589-964D7E771838}"/>
    <dgm:cxn modelId="{57598CB4-EF18-4ECB-BA79-870EB1CB5240}" type="presOf" srcId="{6DC1C4AB-BA0A-4305-8361-C2C3D402F983}" destId="{F98A804B-1374-45B2-B2C6-960D56C0D344}" srcOrd="0" destOrd="0" presId="urn:microsoft.com/office/officeart/2005/8/layout/matrix3"/>
    <dgm:cxn modelId="{B1FDA2BA-3D0B-489E-AEF4-0B126C99C624}" type="presOf" srcId="{C141F017-FB33-432E-A13E-41A482E01C98}" destId="{ABBF9EFC-8C0B-418F-8FDF-EE10966195E9}" srcOrd="0" destOrd="0" presId="urn:microsoft.com/office/officeart/2005/8/layout/matrix3"/>
    <dgm:cxn modelId="{D7AACBBE-4CF3-499D-8F89-CC150D9D4B37}" type="presOf" srcId="{EC8261D1-0E66-4632-AC80-2B51AD0EC5B0}" destId="{5CF93F64-63F9-4481-8169-B17874611C1C}" srcOrd="0" destOrd="0" presId="urn:microsoft.com/office/officeart/2005/8/layout/matrix3"/>
    <dgm:cxn modelId="{3B43E1C3-5227-4505-A33C-048A46BB296F}" srcId="{C141F017-FB33-432E-A13E-41A482E01C98}" destId="{8AFB4AF8-BFB4-485F-9B8B-269562DCF1B3}" srcOrd="2" destOrd="0" parTransId="{51C7F7AC-8EC8-4DBB-9316-D4B7CAA01E6E}" sibTransId="{B82E723C-FAF4-4A64-B77A-DA1E1CBB0BE8}"/>
    <dgm:cxn modelId="{54E760F4-2A71-469C-B9B5-F6BF15BCE39A}" type="presOf" srcId="{93EFD052-28BC-4BBD-8AF4-259C88B4DE95}" destId="{CAF81DFE-4C7C-48B6-A0B9-0A13FE34AC2E}" srcOrd="0" destOrd="0" presId="urn:microsoft.com/office/officeart/2005/8/layout/matrix3"/>
    <dgm:cxn modelId="{CB7031B3-37F7-4C17-8645-473F1E925317}" type="presParOf" srcId="{ABBF9EFC-8C0B-418F-8FDF-EE10966195E9}" destId="{CE8E7F91-7472-432F-829C-46DC771BA9D2}" srcOrd="0" destOrd="0" presId="urn:microsoft.com/office/officeart/2005/8/layout/matrix3"/>
    <dgm:cxn modelId="{02AC1ABE-9DC6-4C1D-90CF-01D378A72018}" type="presParOf" srcId="{ABBF9EFC-8C0B-418F-8FDF-EE10966195E9}" destId="{F98A804B-1374-45B2-B2C6-960D56C0D344}" srcOrd="1" destOrd="0" presId="urn:microsoft.com/office/officeart/2005/8/layout/matrix3"/>
    <dgm:cxn modelId="{718605F9-EDB1-461D-8C64-8BBA96E1922D}" type="presParOf" srcId="{ABBF9EFC-8C0B-418F-8FDF-EE10966195E9}" destId="{5CF93F64-63F9-4481-8169-B17874611C1C}" srcOrd="2" destOrd="0" presId="urn:microsoft.com/office/officeart/2005/8/layout/matrix3"/>
    <dgm:cxn modelId="{AD87A751-AC78-4B8C-8281-AF9D78D2958B}" type="presParOf" srcId="{ABBF9EFC-8C0B-418F-8FDF-EE10966195E9}" destId="{9A1E6AB4-8576-4E13-8797-99032E268785}" srcOrd="3" destOrd="0" presId="urn:microsoft.com/office/officeart/2005/8/layout/matrix3"/>
    <dgm:cxn modelId="{BD86ECE1-BFC0-4715-B60D-33D89E109F16}" type="presParOf" srcId="{ABBF9EFC-8C0B-418F-8FDF-EE10966195E9}" destId="{CAF81DFE-4C7C-48B6-A0B9-0A13FE34AC2E}"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53DA6A3E-53BE-4DD5-8F08-F321C3CE21E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DF4BCC88-760E-4A2D-938D-5B9B73CDE165}">
      <dgm:prSet/>
      <dgm:spPr/>
      <dgm:t>
        <a:bodyPr/>
        <a:lstStyle/>
        <a:p>
          <a:r>
            <a:rPr lang="uk-UA" b="0" i="0" dirty="0"/>
            <a:t>М. Руденка, письменника, автора поезій «Всесвіт у тобі»; керівника Української </a:t>
          </a:r>
          <a:r>
            <a:rPr lang="uk-UA" b="0" i="0" dirty="0" err="1"/>
            <a:t>Гельсинскої</a:t>
          </a:r>
          <a:r>
            <a:rPr lang="uk-UA" b="0" i="0" dirty="0"/>
            <a:t> групи.</a:t>
          </a:r>
          <a:endParaRPr lang="uk-UA" dirty="0"/>
        </a:p>
      </dgm:t>
    </dgm:pt>
    <dgm:pt modelId="{C482445D-CBDF-4578-BEF8-0B58051D28DB}" type="parTrans" cxnId="{68B8F6DF-3ED0-4011-8073-A42D92804A39}">
      <dgm:prSet/>
      <dgm:spPr/>
      <dgm:t>
        <a:bodyPr/>
        <a:lstStyle/>
        <a:p>
          <a:endParaRPr lang="uk-UA"/>
        </a:p>
      </dgm:t>
    </dgm:pt>
    <dgm:pt modelId="{787CA66E-9DBB-4B5C-BF1A-1AF27DD9166D}" type="sibTrans" cxnId="{68B8F6DF-3ED0-4011-8073-A42D92804A39}">
      <dgm:prSet/>
      <dgm:spPr/>
      <dgm:t>
        <a:bodyPr/>
        <a:lstStyle/>
        <a:p>
          <a:endParaRPr lang="uk-UA"/>
        </a:p>
      </dgm:t>
    </dgm:pt>
    <dgm:pt modelId="{D03A34A1-7638-49E7-9F4E-DCF3660A3094}">
      <dgm:prSet/>
      <dgm:spPr/>
      <dgm:t>
        <a:bodyPr/>
        <a:lstStyle/>
        <a:p>
          <a:r>
            <a:rPr lang="uk-UA" b="0" i="0" dirty="0"/>
            <a:t>С. Параджанова, кінорежисера, автора фільмів «Тіні забутих предків», «Колір гранату».</a:t>
          </a:r>
          <a:endParaRPr lang="uk-UA" dirty="0"/>
        </a:p>
      </dgm:t>
    </dgm:pt>
    <dgm:pt modelId="{36CCB5CF-44FF-4D24-B8EB-F8D16D9C414F}" type="parTrans" cxnId="{B66A90D6-FC3A-49FE-B848-D01150BBCD59}">
      <dgm:prSet/>
      <dgm:spPr/>
      <dgm:t>
        <a:bodyPr/>
        <a:lstStyle/>
        <a:p>
          <a:endParaRPr lang="uk-UA"/>
        </a:p>
      </dgm:t>
    </dgm:pt>
    <dgm:pt modelId="{5D85A7D8-C8BF-4FFD-A550-1C7C3109D2AC}" type="sibTrans" cxnId="{B66A90D6-FC3A-49FE-B848-D01150BBCD59}">
      <dgm:prSet/>
      <dgm:spPr/>
      <dgm:t>
        <a:bodyPr/>
        <a:lstStyle/>
        <a:p>
          <a:endParaRPr lang="uk-UA"/>
        </a:p>
      </dgm:t>
    </dgm:pt>
    <dgm:pt modelId="{73C72318-A24D-42A7-8456-A4E403DC47DE}">
      <dgm:prSet/>
      <dgm:spPr/>
      <dgm:t>
        <a:bodyPr/>
        <a:lstStyle/>
        <a:p>
          <a:r>
            <a:rPr lang="uk-UA" b="0" i="0"/>
            <a:t>В. Стуса, поета, автора збірок «Круговерть», «Зимові дерева»; члена Української Гельсинскої групи.</a:t>
          </a:r>
          <a:endParaRPr lang="uk-UA"/>
        </a:p>
      </dgm:t>
    </dgm:pt>
    <dgm:pt modelId="{6606601D-DF29-472B-B976-58BAF35B9287}" type="parTrans" cxnId="{6C741037-4AB6-47CC-9163-5A87D0BDF95C}">
      <dgm:prSet/>
      <dgm:spPr/>
      <dgm:t>
        <a:bodyPr/>
        <a:lstStyle/>
        <a:p>
          <a:endParaRPr lang="uk-UA"/>
        </a:p>
      </dgm:t>
    </dgm:pt>
    <dgm:pt modelId="{81B9344A-1BB3-4F9E-AD94-7D2A7D44DF4E}" type="sibTrans" cxnId="{6C741037-4AB6-47CC-9163-5A87D0BDF95C}">
      <dgm:prSet/>
      <dgm:spPr/>
      <dgm:t>
        <a:bodyPr/>
        <a:lstStyle/>
        <a:p>
          <a:endParaRPr lang="uk-UA"/>
        </a:p>
      </dgm:t>
    </dgm:pt>
    <dgm:pt modelId="{80D82531-E2F8-4759-AFFD-15F7AEEB3B9D}">
      <dgm:prSet/>
      <dgm:spPr/>
      <dgm:t>
        <a:bodyPr/>
        <a:lstStyle/>
        <a:p>
          <a:r>
            <a:rPr lang="uk-UA" b="0" i="0" dirty="0"/>
            <a:t>Є. Сверстюка, філософа, письменника, дисидента, автора збірки «Блудні сини України».</a:t>
          </a:r>
          <a:endParaRPr lang="uk-UA" dirty="0"/>
        </a:p>
      </dgm:t>
    </dgm:pt>
    <dgm:pt modelId="{92AE0961-4960-43BE-97EF-6171185713AB}" type="parTrans" cxnId="{2DD98EAC-CF52-4C32-91DD-CCBAA8B21DAF}">
      <dgm:prSet/>
      <dgm:spPr/>
      <dgm:t>
        <a:bodyPr/>
        <a:lstStyle/>
        <a:p>
          <a:endParaRPr lang="uk-UA"/>
        </a:p>
      </dgm:t>
    </dgm:pt>
    <dgm:pt modelId="{DD3ECDB4-7055-42C5-8222-DF549EDAB9DC}" type="sibTrans" cxnId="{2DD98EAC-CF52-4C32-91DD-CCBAA8B21DAF}">
      <dgm:prSet/>
      <dgm:spPr/>
      <dgm:t>
        <a:bodyPr/>
        <a:lstStyle/>
        <a:p>
          <a:endParaRPr lang="uk-UA"/>
        </a:p>
      </dgm:t>
    </dgm:pt>
    <dgm:pt modelId="{E34B0500-C196-4745-8FF5-259ACC5FCB93}" type="pres">
      <dgm:prSet presAssocID="{53DA6A3E-53BE-4DD5-8F08-F321C3CE21E6}" presName="linear" presStyleCnt="0">
        <dgm:presLayoutVars>
          <dgm:animLvl val="lvl"/>
          <dgm:resizeHandles val="exact"/>
        </dgm:presLayoutVars>
      </dgm:prSet>
      <dgm:spPr/>
    </dgm:pt>
    <dgm:pt modelId="{73533F87-FF44-4465-B691-D02CE967CABF}" type="pres">
      <dgm:prSet presAssocID="{DF4BCC88-760E-4A2D-938D-5B9B73CDE165}" presName="parentText" presStyleLbl="node1" presStyleIdx="0" presStyleCnt="4">
        <dgm:presLayoutVars>
          <dgm:chMax val="0"/>
          <dgm:bulletEnabled val="1"/>
        </dgm:presLayoutVars>
      </dgm:prSet>
      <dgm:spPr/>
    </dgm:pt>
    <dgm:pt modelId="{73856FF0-FC7C-41C0-9000-282E3337E4FE}" type="pres">
      <dgm:prSet presAssocID="{787CA66E-9DBB-4B5C-BF1A-1AF27DD9166D}" presName="spacer" presStyleCnt="0"/>
      <dgm:spPr/>
    </dgm:pt>
    <dgm:pt modelId="{F34EDC9E-AEA1-4811-B4E0-CDD35879DD6E}" type="pres">
      <dgm:prSet presAssocID="{D03A34A1-7638-49E7-9F4E-DCF3660A3094}" presName="parentText" presStyleLbl="node1" presStyleIdx="1" presStyleCnt="4">
        <dgm:presLayoutVars>
          <dgm:chMax val="0"/>
          <dgm:bulletEnabled val="1"/>
        </dgm:presLayoutVars>
      </dgm:prSet>
      <dgm:spPr/>
    </dgm:pt>
    <dgm:pt modelId="{C381DCCF-3E1C-4DF9-A229-C1978DA3D16C}" type="pres">
      <dgm:prSet presAssocID="{5D85A7D8-C8BF-4FFD-A550-1C7C3109D2AC}" presName="spacer" presStyleCnt="0"/>
      <dgm:spPr/>
    </dgm:pt>
    <dgm:pt modelId="{E74EF086-DC3A-4A81-B173-ACA3E830D046}" type="pres">
      <dgm:prSet presAssocID="{73C72318-A24D-42A7-8456-A4E403DC47DE}" presName="parentText" presStyleLbl="node1" presStyleIdx="2" presStyleCnt="4">
        <dgm:presLayoutVars>
          <dgm:chMax val="0"/>
          <dgm:bulletEnabled val="1"/>
        </dgm:presLayoutVars>
      </dgm:prSet>
      <dgm:spPr/>
    </dgm:pt>
    <dgm:pt modelId="{5118B7A0-23A6-4253-85EF-423617E03473}" type="pres">
      <dgm:prSet presAssocID="{81B9344A-1BB3-4F9E-AD94-7D2A7D44DF4E}" presName="spacer" presStyleCnt="0"/>
      <dgm:spPr/>
    </dgm:pt>
    <dgm:pt modelId="{3BEDE75E-6F87-4018-B726-99EBCE20B4AB}" type="pres">
      <dgm:prSet presAssocID="{80D82531-E2F8-4759-AFFD-15F7AEEB3B9D}" presName="parentText" presStyleLbl="node1" presStyleIdx="3" presStyleCnt="4">
        <dgm:presLayoutVars>
          <dgm:chMax val="0"/>
          <dgm:bulletEnabled val="1"/>
        </dgm:presLayoutVars>
      </dgm:prSet>
      <dgm:spPr/>
    </dgm:pt>
  </dgm:ptLst>
  <dgm:cxnLst>
    <dgm:cxn modelId="{5880D50E-55C5-4791-823F-B061945A922E}" type="presOf" srcId="{80D82531-E2F8-4759-AFFD-15F7AEEB3B9D}" destId="{3BEDE75E-6F87-4018-B726-99EBCE20B4AB}" srcOrd="0" destOrd="0" presId="urn:microsoft.com/office/officeart/2005/8/layout/vList2"/>
    <dgm:cxn modelId="{6C741037-4AB6-47CC-9163-5A87D0BDF95C}" srcId="{53DA6A3E-53BE-4DD5-8F08-F321C3CE21E6}" destId="{73C72318-A24D-42A7-8456-A4E403DC47DE}" srcOrd="2" destOrd="0" parTransId="{6606601D-DF29-472B-B976-58BAF35B9287}" sibTransId="{81B9344A-1BB3-4F9E-AD94-7D2A7D44DF4E}"/>
    <dgm:cxn modelId="{3A0C8F3E-B725-475B-8DCB-337AB03B0193}" type="presOf" srcId="{D03A34A1-7638-49E7-9F4E-DCF3660A3094}" destId="{F34EDC9E-AEA1-4811-B4E0-CDD35879DD6E}" srcOrd="0" destOrd="0" presId="urn:microsoft.com/office/officeart/2005/8/layout/vList2"/>
    <dgm:cxn modelId="{EAE2EF89-07FF-4CC3-9FC9-8034A22CC46B}" type="presOf" srcId="{53DA6A3E-53BE-4DD5-8F08-F321C3CE21E6}" destId="{E34B0500-C196-4745-8FF5-259ACC5FCB93}" srcOrd="0" destOrd="0" presId="urn:microsoft.com/office/officeart/2005/8/layout/vList2"/>
    <dgm:cxn modelId="{2DD98EAC-CF52-4C32-91DD-CCBAA8B21DAF}" srcId="{53DA6A3E-53BE-4DD5-8F08-F321C3CE21E6}" destId="{80D82531-E2F8-4759-AFFD-15F7AEEB3B9D}" srcOrd="3" destOrd="0" parTransId="{92AE0961-4960-43BE-97EF-6171185713AB}" sibTransId="{DD3ECDB4-7055-42C5-8222-DF549EDAB9DC}"/>
    <dgm:cxn modelId="{B66A90D6-FC3A-49FE-B848-D01150BBCD59}" srcId="{53DA6A3E-53BE-4DD5-8F08-F321C3CE21E6}" destId="{D03A34A1-7638-49E7-9F4E-DCF3660A3094}" srcOrd="1" destOrd="0" parTransId="{36CCB5CF-44FF-4D24-B8EB-F8D16D9C414F}" sibTransId="{5D85A7D8-C8BF-4FFD-A550-1C7C3109D2AC}"/>
    <dgm:cxn modelId="{D7BF3ADA-093C-465B-8836-B488EED118AE}" type="presOf" srcId="{DF4BCC88-760E-4A2D-938D-5B9B73CDE165}" destId="{73533F87-FF44-4465-B691-D02CE967CABF}" srcOrd="0" destOrd="0" presId="urn:microsoft.com/office/officeart/2005/8/layout/vList2"/>
    <dgm:cxn modelId="{68B8F6DF-3ED0-4011-8073-A42D92804A39}" srcId="{53DA6A3E-53BE-4DD5-8F08-F321C3CE21E6}" destId="{DF4BCC88-760E-4A2D-938D-5B9B73CDE165}" srcOrd="0" destOrd="0" parTransId="{C482445D-CBDF-4578-BEF8-0B58051D28DB}" sibTransId="{787CA66E-9DBB-4B5C-BF1A-1AF27DD9166D}"/>
    <dgm:cxn modelId="{EC809DE1-649D-4B46-95E0-2970B4C995FB}" type="presOf" srcId="{73C72318-A24D-42A7-8456-A4E403DC47DE}" destId="{E74EF086-DC3A-4A81-B173-ACA3E830D046}" srcOrd="0" destOrd="0" presId="urn:microsoft.com/office/officeart/2005/8/layout/vList2"/>
    <dgm:cxn modelId="{09998481-35E4-4A03-94F4-042AED366DF0}" type="presParOf" srcId="{E34B0500-C196-4745-8FF5-259ACC5FCB93}" destId="{73533F87-FF44-4465-B691-D02CE967CABF}" srcOrd="0" destOrd="0" presId="urn:microsoft.com/office/officeart/2005/8/layout/vList2"/>
    <dgm:cxn modelId="{DEBF7041-73AB-4E0E-A51A-5A80EE5D7E8A}" type="presParOf" srcId="{E34B0500-C196-4745-8FF5-259ACC5FCB93}" destId="{73856FF0-FC7C-41C0-9000-282E3337E4FE}" srcOrd="1" destOrd="0" presId="urn:microsoft.com/office/officeart/2005/8/layout/vList2"/>
    <dgm:cxn modelId="{4BEC4525-DED0-435B-A7DE-7D9A6F496215}" type="presParOf" srcId="{E34B0500-C196-4745-8FF5-259ACC5FCB93}" destId="{F34EDC9E-AEA1-4811-B4E0-CDD35879DD6E}" srcOrd="2" destOrd="0" presId="urn:microsoft.com/office/officeart/2005/8/layout/vList2"/>
    <dgm:cxn modelId="{84E9234E-8B11-4C86-845A-78C7802E74C9}" type="presParOf" srcId="{E34B0500-C196-4745-8FF5-259ACC5FCB93}" destId="{C381DCCF-3E1C-4DF9-A229-C1978DA3D16C}" srcOrd="3" destOrd="0" presId="urn:microsoft.com/office/officeart/2005/8/layout/vList2"/>
    <dgm:cxn modelId="{90CAE38C-521F-4669-AF14-0E77637ED426}" type="presParOf" srcId="{E34B0500-C196-4745-8FF5-259ACC5FCB93}" destId="{E74EF086-DC3A-4A81-B173-ACA3E830D046}" srcOrd="4" destOrd="0" presId="urn:microsoft.com/office/officeart/2005/8/layout/vList2"/>
    <dgm:cxn modelId="{76C963C1-8646-4EF1-82CC-6153E852EA45}" type="presParOf" srcId="{E34B0500-C196-4745-8FF5-259ACC5FCB93}" destId="{5118B7A0-23A6-4253-85EF-423617E03473}" srcOrd="5" destOrd="0" presId="urn:microsoft.com/office/officeart/2005/8/layout/vList2"/>
    <dgm:cxn modelId="{E36018AC-B30F-4258-A56C-37CD61E83EA6}" type="presParOf" srcId="{E34B0500-C196-4745-8FF5-259ACC5FCB93}" destId="{3BEDE75E-6F87-4018-B726-99EBCE20B4A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65E2CEAF-E667-4E91-93BF-3E10BF444D1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4C0A006B-1EFE-47E1-BCC6-30BC4583D7AE}">
      <dgm:prSet/>
      <dgm:spPr/>
      <dgm:t>
        <a:bodyPr/>
        <a:lstStyle/>
        <a:p>
          <a:r>
            <a:rPr lang="uk-UA" b="0" i="0"/>
            <a:t>дисидентського руху.</a:t>
          </a:r>
          <a:endParaRPr lang="uk-UA"/>
        </a:p>
      </dgm:t>
    </dgm:pt>
    <dgm:pt modelId="{57EF8B1A-06C3-4C8C-A232-1E5DD4B51972}" type="parTrans" cxnId="{62DD38A5-7B19-479E-9D0B-B4BABF50568C}">
      <dgm:prSet/>
      <dgm:spPr/>
      <dgm:t>
        <a:bodyPr/>
        <a:lstStyle/>
        <a:p>
          <a:endParaRPr lang="uk-UA"/>
        </a:p>
      </dgm:t>
    </dgm:pt>
    <dgm:pt modelId="{CB433D60-720B-48FA-B49A-4A43D152B1BF}" type="sibTrans" cxnId="{62DD38A5-7B19-479E-9D0B-B4BABF50568C}">
      <dgm:prSet/>
      <dgm:spPr/>
      <dgm:t>
        <a:bodyPr/>
        <a:lstStyle/>
        <a:p>
          <a:endParaRPr lang="uk-UA"/>
        </a:p>
      </dgm:t>
    </dgm:pt>
    <dgm:pt modelId="{9C0CC62B-B3B1-41C3-95AC-82BC9285B545}">
      <dgm:prSet/>
      <dgm:spPr/>
      <dgm:t>
        <a:bodyPr/>
        <a:lstStyle/>
        <a:p>
          <a:r>
            <a:rPr lang="uk-UA" b="0" i="0" dirty="0"/>
            <a:t>Української робітничо-селянської спілки.</a:t>
          </a:r>
          <a:endParaRPr lang="uk-UA" dirty="0"/>
        </a:p>
      </dgm:t>
    </dgm:pt>
    <dgm:pt modelId="{3EDE5908-39FA-49F2-A428-0034F1826B29}" type="parTrans" cxnId="{F334EBA1-1FC6-4908-93F3-1D34E9E3059A}">
      <dgm:prSet/>
      <dgm:spPr/>
      <dgm:t>
        <a:bodyPr/>
        <a:lstStyle/>
        <a:p>
          <a:endParaRPr lang="uk-UA"/>
        </a:p>
      </dgm:t>
    </dgm:pt>
    <dgm:pt modelId="{B452612E-8F6D-41E4-AF6D-D2FAD540BAC2}" type="sibTrans" cxnId="{F334EBA1-1FC6-4908-93F3-1D34E9E3059A}">
      <dgm:prSet/>
      <dgm:spPr/>
      <dgm:t>
        <a:bodyPr/>
        <a:lstStyle/>
        <a:p>
          <a:endParaRPr lang="uk-UA"/>
        </a:p>
      </dgm:t>
    </dgm:pt>
    <dgm:pt modelId="{826CC888-AC6F-459E-8754-2B5A5AF4B692}">
      <dgm:prSet/>
      <dgm:spPr/>
      <dgm:t>
        <a:bodyPr/>
        <a:lstStyle/>
        <a:p>
          <a:r>
            <a:rPr lang="uk-UA" b="0" i="0"/>
            <a:t>руху «шістдесятників».</a:t>
          </a:r>
          <a:endParaRPr lang="uk-UA"/>
        </a:p>
      </dgm:t>
    </dgm:pt>
    <dgm:pt modelId="{C336D105-6049-4CF6-896C-303FD37251FD}" type="parTrans" cxnId="{6F08D6C5-9E0E-43D0-B23D-8BA90741E6B9}">
      <dgm:prSet/>
      <dgm:spPr/>
      <dgm:t>
        <a:bodyPr/>
        <a:lstStyle/>
        <a:p>
          <a:endParaRPr lang="uk-UA"/>
        </a:p>
      </dgm:t>
    </dgm:pt>
    <dgm:pt modelId="{25926EED-9B21-4D4A-BD5D-123F2347CA21}" type="sibTrans" cxnId="{6F08D6C5-9E0E-43D0-B23D-8BA90741E6B9}">
      <dgm:prSet/>
      <dgm:spPr/>
      <dgm:t>
        <a:bodyPr/>
        <a:lstStyle/>
        <a:p>
          <a:endParaRPr lang="uk-UA"/>
        </a:p>
      </dgm:t>
    </dgm:pt>
    <dgm:pt modelId="{E77610A9-936B-4423-B408-416E2EA61F04}">
      <dgm:prSet/>
      <dgm:spPr/>
      <dgm:t>
        <a:bodyPr/>
        <a:lstStyle/>
        <a:p>
          <a:r>
            <a:rPr lang="uk-UA" b="0" i="0" dirty="0"/>
            <a:t>організаторів повстань у сталінських концтаборах.</a:t>
          </a:r>
          <a:endParaRPr lang="uk-UA" dirty="0"/>
        </a:p>
      </dgm:t>
    </dgm:pt>
    <dgm:pt modelId="{738741BA-3933-419C-A543-A2FC13463904}" type="parTrans" cxnId="{F1046B03-1B7B-49CA-A454-A93072D52A13}">
      <dgm:prSet/>
      <dgm:spPr/>
      <dgm:t>
        <a:bodyPr/>
        <a:lstStyle/>
        <a:p>
          <a:endParaRPr lang="uk-UA"/>
        </a:p>
      </dgm:t>
    </dgm:pt>
    <dgm:pt modelId="{702238E7-43A5-4910-83B4-A19D785B8AB8}" type="sibTrans" cxnId="{F1046B03-1B7B-49CA-A454-A93072D52A13}">
      <dgm:prSet/>
      <dgm:spPr/>
      <dgm:t>
        <a:bodyPr/>
        <a:lstStyle/>
        <a:p>
          <a:endParaRPr lang="uk-UA"/>
        </a:p>
      </dgm:t>
    </dgm:pt>
    <dgm:pt modelId="{82F693F5-DA83-48F7-B6D4-91B4E8BBD360}" type="pres">
      <dgm:prSet presAssocID="{65E2CEAF-E667-4E91-93BF-3E10BF444D1E}" presName="linear" presStyleCnt="0">
        <dgm:presLayoutVars>
          <dgm:animLvl val="lvl"/>
          <dgm:resizeHandles val="exact"/>
        </dgm:presLayoutVars>
      </dgm:prSet>
      <dgm:spPr/>
    </dgm:pt>
    <dgm:pt modelId="{A684BA00-3E99-4DEE-A9CB-2F41B1B7748C}" type="pres">
      <dgm:prSet presAssocID="{4C0A006B-1EFE-47E1-BCC6-30BC4583D7AE}" presName="parentText" presStyleLbl="node1" presStyleIdx="0" presStyleCnt="4">
        <dgm:presLayoutVars>
          <dgm:chMax val="0"/>
          <dgm:bulletEnabled val="1"/>
        </dgm:presLayoutVars>
      </dgm:prSet>
      <dgm:spPr/>
    </dgm:pt>
    <dgm:pt modelId="{77456A23-7535-4CDA-A9F0-FFB4EEF4F0E1}" type="pres">
      <dgm:prSet presAssocID="{CB433D60-720B-48FA-B49A-4A43D152B1BF}" presName="spacer" presStyleCnt="0"/>
      <dgm:spPr/>
    </dgm:pt>
    <dgm:pt modelId="{27916771-617A-46D1-A961-F3B422A8D884}" type="pres">
      <dgm:prSet presAssocID="{9C0CC62B-B3B1-41C3-95AC-82BC9285B545}" presName="parentText" presStyleLbl="node1" presStyleIdx="1" presStyleCnt="4">
        <dgm:presLayoutVars>
          <dgm:chMax val="0"/>
          <dgm:bulletEnabled val="1"/>
        </dgm:presLayoutVars>
      </dgm:prSet>
      <dgm:spPr/>
    </dgm:pt>
    <dgm:pt modelId="{63068481-FBB0-49C4-B008-B318387F8312}" type="pres">
      <dgm:prSet presAssocID="{B452612E-8F6D-41E4-AF6D-D2FAD540BAC2}" presName="spacer" presStyleCnt="0"/>
      <dgm:spPr/>
    </dgm:pt>
    <dgm:pt modelId="{93F72583-ED0B-44EF-AF01-CE153A6FD501}" type="pres">
      <dgm:prSet presAssocID="{826CC888-AC6F-459E-8754-2B5A5AF4B692}" presName="parentText" presStyleLbl="node1" presStyleIdx="2" presStyleCnt="4">
        <dgm:presLayoutVars>
          <dgm:chMax val="0"/>
          <dgm:bulletEnabled val="1"/>
        </dgm:presLayoutVars>
      </dgm:prSet>
      <dgm:spPr/>
    </dgm:pt>
    <dgm:pt modelId="{CFFE8F73-EA23-4A89-BF68-D8673F144F90}" type="pres">
      <dgm:prSet presAssocID="{25926EED-9B21-4D4A-BD5D-123F2347CA21}" presName="spacer" presStyleCnt="0"/>
      <dgm:spPr/>
    </dgm:pt>
    <dgm:pt modelId="{0907A1C3-F95A-4ACC-9057-A329D57EFC8A}" type="pres">
      <dgm:prSet presAssocID="{E77610A9-936B-4423-B408-416E2EA61F04}" presName="parentText" presStyleLbl="node1" presStyleIdx="3" presStyleCnt="4">
        <dgm:presLayoutVars>
          <dgm:chMax val="0"/>
          <dgm:bulletEnabled val="1"/>
        </dgm:presLayoutVars>
      </dgm:prSet>
      <dgm:spPr/>
    </dgm:pt>
  </dgm:ptLst>
  <dgm:cxnLst>
    <dgm:cxn modelId="{F1046B03-1B7B-49CA-A454-A93072D52A13}" srcId="{65E2CEAF-E667-4E91-93BF-3E10BF444D1E}" destId="{E77610A9-936B-4423-B408-416E2EA61F04}" srcOrd="3" destOrd="0" parTransId="{738741BA-3933-419C-A543-A2FC13463904}" sibTransId="{702238E7-43A5-4910-83B4-A19D785B8AB8}"/>
    <dgm:cxn modelId="{11B9F70D-9D10-4111-B4D0-A415A3760D50}" type="presOf" srcId="{E77610A9-936B-4423-B408-416E2EA61F04}" destId="{0907A1C3-F95A-4ACC-9057-A329D57EFC8A}" srcOrd="0" destOrd="0" presId="urn:microsoft.com/office/officeart/2005/8/layout/vList2"/>
    <dgm:cxn modelId="{2034032C-6AC9-4DE6-A797-917DC869D219}" type="presOf" srcId="{65E2CEAF-E667-4E91-93BF-3E10BF444D1E}" destId="{82F693F5-DA83-48F7-B6D4-91B4E8BBD360}" srcOrd="0" destOrd="0" presId="urn:microsoft.com/office/officeart/2005/8/layout/vList2"/>
    <dgm:cxn modelId="{16D9E335-0FBC-4F24-84BE-BFED5066C078}" type="presOf" srcId="{826CC888-AC6F-459E-8754-2B5A5AF4B692}" destId="{93F72583-ED0B-44EF-AF01-CE153A6FD501}" srcOrd="0" destOrd="0" presId="urn:microsoft.com/office/officeart/2005/8/layout/vList2"/>
    <dgm:cxn modelId="{142ABE54-418C-4D8B-BDE5-52821BC0434C}" type="presOf" srcId="{9C0CC62B-B3B1-41C3-95AC-82BC9285B545}" destId="{27916771-617A-46D1-A961-F3B422A8D884}" srcOrd="0" destOrd="0" presId="urn:microsoft.com/office/officeart/2005/8/layout/vList2"/>
    <dgm:cxn modelId="{1374515A-F838-4274-B38F-F64ACA0B8952}" type="presOf" srcId="{4C0A006B-1EFE-47E1-BCC6-30BC4583D7AE}" destId="{A684BA00-3E99-4DEE-A9CB-2F41B1B7748C}" srcOrd="0" destOrd="0" presId="urn:microsoft.com/office/officeart/2005/8/layout/vList2"/>
    <dgm:cxn modelId="{F334EBA1-1FC6-4908-93F3-1D34E9E3059A}" srcId="{65E2CEAF-E667-4E91-93BF-3E10BF444D1E}" destId="{9C0CC62B-B3B1-41C3-95AC-82BC9285B545}" srcOrd="1" destOrd="0" parTransId="{3EDE5908-39FA-49F2-A428-0034F1826B29}" sibTransId="{B452612E-8F6D-41E4-AF6D-D2FAD540BAC2}"/>
    <dgm:cxn modelId="{62DD38A5-7B19-479E-9D0B-B4BABF50568C}" srcId="{65E2CEAF-E667-4E91-93BF-3E10BF444D1E}" destId="{4C0A006B-1EFE-47E1-BCC6-30BC4583D7AE}" srcOrd="0" destOrd="0" parTransId="{57EF8B1A-06C3-4C8C-A232-1E5DD4B51972}" sibTransId="{CB433D60-720B-48FA-B49A-4A43D152B1BF}"/>
    <dgm:cxn modelId="{6F08D6C5-9E0E-43D0-B23D-8BA90741E6B9}" srcId="{65E2CEAF-E667-4E91-93BF-3E10BF444D1E}" destId="{826CC888-AC6F-459E-8754-2B5A5AF4B692}" srcOrd="2" destOrd="0" parTransId="{C336D105-6049-4CF6-896C-303FD37251FD}" sibTransId="{25926EED-9B21-4D4A-BD5D-123F2347CA21}"/>
    <dgm:cxn modelId="{3227103B-CA77-4505-BF5D-F6B6CC319770}" type="presParOf" srcId="{82F693F5-DA83-48F7-B6D4-91B4E8BBD360}" destId="{A684BA00-3E99-4DEE-A9CB-2F41B1B7748C}" srcOrd="0" destOrd="0" presId="urn:microsoft.com/office/officeart/2005/8/layout/vList2"/>
    <dgm:cxn modelId="{3671135A-3D62-4D90-B5EB-24D18A936F8F}" type="presParOf" srcId="{82F693F5-DA83-48F7-B6D4-91B4E8BBD360}" destId="{77456A23-7535-4CDA-A9F0-FFB4EEF4F0E1}" srcOrd="1" destOrd="0" presId="urn:microsoft.com/office/officeart/2005/8/layout/vList2"/>
    <dgm:cxn modelId="{BFD4C49E-D6DD-4381-AA89-BCB8FBB22236}" type="presParOf" srcId="{82F693F5-DA83-48F7-B6D4-91B4E8BBD360}" destId="{27916771-617A-46D1-A961-F3B422A8D884}" srcOrd="2" destOrd="0" presId="urn:microsoft.com/office/officeart/2005/8/layout/vList2"/>
    <dgm:cxn modelId="{C6DA35FA-364C-47A5-A8DD-A57A7014894F}" type="presParOf" srcId="{82F693F5-DA83-48F7-B6D4-91B4E8BBD360}" destId="{63068481-FBB0-49C4-B008-B318387F8312}" srcOrd="3" destOrd="0" presId="urn:microsoft.com/office/officeart/2005/8/layout/vList2"/>
    <dgm:cxn modelId="{78B179F9-AF9C-44D8-90DF-18D8624C5656}" type="presParOf" srcId="{82F693F5-DA83-48F7-B6D4-91B4E8BBD360}" destId="{93F72583-ED0B-44EF-AF01-CE153A6FD501}" srcOrd="4" destOrd="0" presId="urn:microsoft.com/office/officeart/2005/8/layout/vList2"/>
    <dgm:cxn modelId="{4ECE1EEF-0DFA-4066-AF4E-BD8B29135699}" type="presParOf" srcId="{82F693F5-DA83-48F7-B6D4-91B4E8BBD360}" destId="{CFFE8F73-EA23-4A89-BF68-D8673F144F90}" srcOrd="5" destOrd="0" presId="urn:microsoft.com/office/officeart/2005/8/layout/vList2"/>
    <dgm:cxn modelId="{91F46EEC-D8F4-4A33-8AEF-85CD1F944A0C}" type="presParOf" srcId="{82F693F5-DA83-48F7-B6D4-91B4E8BBD360}" destId="{0907A1C3-F95A-4ACC-9057-A329D57EFC8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4F21BFC5-B504-43BA-A024-196C0E710D3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E1C73FC8-F038-4250-AB6D-BEC4E37F9673}">
      <dgm:prSet/>
      <dgm:spPr/>
      <dgm:t>
        <a:bodyPr/>
        <a:lstStyle/>
        <a:p>
          <a:r>
            <a:rPr lang="uk-UA" b="0" i="0" dirty="0" err="1"/>
            <a:t>Андрей</a:t>
          </a:r>
          <a:r>
            <a:rPr lang="uk-UA" b="0" i="0"/>
            <a:t> Шептицький.</a:t>
          </a:r>
          <a:endParaRPr lang="uk-UA"/>
        </a:p>
      </dgm:t>
    </dgm:pt>
    <dgm:pt modelId="{C3D09829-5BF4-4318-AC83-D25E49B8365D}" type="parTrans" cxnId="{B5FFCCA2-8D93-448E-BE62-9D28CF3F5C02}">
      <dgm:prSet/>
      <dgm:spPr/>
      <dgm:t>
        <a:bodyPr/>
        <a:lstStyle/>
        <a:p>
          <a:endParaRPr lang="uk-UA"/>
        </a:p>
      </dgm:t>
    </dgm:pt>
    <dgm:pt modelId="{DDC8DF34-76CC-4562-8BF0-0B1F358CD440}" type="sibTrans" cxnId="{B5FFCCA2-8D93-448E-BE62-9D28CF3F5C02}">
      <dgm:prSet/>
      <dgm:spPr/>
      <dgm:t>
        <a:bodyPr/>
        <a:lstStyle/>
        <a:p>
          <a:endParaRPr lang="uk-UA"/>
        </a:p>
      </dgm:t>
    </dgm:pt>
    <dgm:pt modelId="{9E8D39A2-768A-44C9-8F57-3DAC767D89C9}">
      <dgm:prSet/>
      <dgm:spPr/>
      <dgm:t>
        <a:bodyPr/>
        <a:lstStyle/>
        <a:p>
          <a:r>
            <a:rPr lang="uk-UA" b="0" i="0"/>
            <a:t>Василь Липківський.</a:t>
          </a:r>
          <a:endParaRPr lang="uk-UA"/>
        </a:p>
      </dgm:t>
    </dgm:pt>
    <dgm:pt modelId="{8158765D-B35D-4EF2-8411-66A854EA42CB}" type="parTrans" cxnId="{B45B0D51-0AB5-47A1-B87D-38B0279811C0}">
      <dgm:prSet/>
      <dgm:spPr/>
      <dgm:t>
        <a:bodyPr/>
        <a:lstStyle/>
        <a:p>
          <a:endParaRPr lang="uk-UA"/>
        </a:p>
      </dgm:t>
    </dgm:pt>
    <dgm:pt modelId="{4015CA1C-39F7-4E63-B5AF-F7C1E2753137}" type="sibTrans" cxnId="{B45B0D51-0AB5-47A1-B87D-38B0279811C0}">
      <dgm:prSet/>
      <dgm:spPr/>
      <dgm:t>
        <a:bodyPr/>
        <a:lstStyle/>
        <a:p>
          <a:endParaRPr lang="uk-UA"/>
        </a:p>
      </dgm:t>
    </dgm:pt>
    <dgm:pt modelId="{81A84032-2558-43F0-B5E1-0E77954BFA37}">
      <dgm:prSet/>
      <dgm:spPr/>
      <dgm:t>
        <a:bodyPr/>
        <a:lstStyle/>
        <a:p>
          <a:r>
            <a:rPr lang="uk-UA" b="0" i="0" dirty="0"/>
            <a:t>Йосип Сліпий.</a:t>
          </a:r>
          <a:endParaRPr lang="uk-UA" dirty="0"/>
        </a:p>
      </dgm:t>
    </dgm:pt>
    <dgm:pt modelId="{09CC9A31-0A07-4878-9C28-01DB52CDE05A}" type="parTrans" cxnId="{E5CB4084-259D-4F60-B903-B199F25C5BC2}">
      <dgm:prSet/>
      <dgm:spPr/>
      <dgm:t>
        <a:bodyPr/>
        <a:lstStyle/>
        <a:p>
          <a:endParaRPr lang="uk-UA"/>
        </a:p>
      </dgm:t>
    </dgm:pt>
    <dgm:pt modelId="{D6106205-DF43-4970-9A8F-1D91ADBACAB4}" type="sibTrans" cxnId="{E5CB4084-259D-4F60-B903-B199F25C5BC2}">
      <dgm:prSet/>
      <dgm:spPr/>
      <dgm:t>
        <a:bodyPr/>
        <a:lstStyle/>
        <a:p>
          <a:endParaRPr lang="uk-UA"/>
        </a:p>
      </dgm:t>
    </dgm:pt>
    <dgm:pt modelId="{02A2D6E6-7679-44C3-BBC2-117B9F0E9CF6}">
      <dgm:prSet/>
      <dgm:spPr/>
      <dgm:t>
        <a:bodyPr/>
        <a:lstStyle/>
        <a:p>
          <a:r>
            <a:rPr lang="uk-UA" b="0" i="0" dirty="0"/>
            <a:t>Любомир </a:t>
          </a:r>
          <a:r>
            <a:rPr lang="uk-UA" b="0" i="0" dirty="0" err="1"/>
            <a:t>Гузар</a:t>
          </a:r>
          <a:r>
            <a:rPr lang="uk-UA" b="0" i="0" dirty="0"/>
            <a:t>.</a:t>
          </a:r>
          <a:endParaRPr lang="uk-UA" dirty="0"/>
        </a:p>
      </dgm:t>
    </dgm:pt>
    <dgm:pt modelId="{910D67E6-96A2-4F20-B3B7-29127838EE2B}" type="parTrans" cxnId="{BC16A8EE-45B4-43E4-9C39-BABF153F69E4}">
      <dgm:prSet/>
      <dgm:spPr/>
      <dgm:t>
        <a:bodyPr/>
        <a:lstStyle/>
        <a:p>
          <a:endParaRPr lang="uk-UA"/>
        </a:p>
      </dgm:t>
    </dgm:pt>
    <dgm:pt modelId="{C6A72B85-777D-4B3C-BBE8-940696EBA00D}" type="sibTrans" cxnId="{BC16A8EE-45B4-43E4-9C39-BABF153F69E4}">
      <dgm:prSet/>
      <dgm:spPr/>
      <dgm:t>
        <a:bodyPr/>
        <a:lstStyle/>
        <a:p>
          <a:endParaRPr lang="uk-UA"/>
        </a:p>
      </dgm:t>
    </dgm:pt>
    <dgm:pt modelId="{516A0FBF-B3FE-4CE7-B3E8-8566C35F69A3}" type="pres">
      <dgm:prSet presAssocID="{4F21BFC5-B504-43BA-A024-196C0E710D3B}" presName="linear" presStyleCnt="0">
        <dgm:presLayoutVars>
          <dgm:animLvl val="lvl"/>
          <dgm:resizeHandles val="exact"/>
        </dgm:presLayoutVars>
      </dgm:prSet>
      <dgm:spPr/>
    </dgm:pt>
    <dgm:pt modelId="{FD89139E-3E8F-4021-B1E8-B2B3DB9C4254}" type="pres">
      <dgm:prSet presAssocID="{E1C73FC8-F038-4250-AB6D-BEC4E37F9673}" presName="parentText" presStyleLbl="node1" presStyleIdx="0" presStyleCnt="4">
        <dgm:presLayoutVars>
          <dgm:chMax val="0"/>
          <dgm:bulletEnabled val="1"/>
        </dgm:presLayoutVars>
      </dgm:prSet>
      <dgm:spPr/>
    </dgm:pt>
    <dgm:pt modelId="{3611E366-A93D-4218-AA62-8D2E6695B001}" type="pres">
      <dgm:prSet presAssocID="{DDC8DF34-76CC-4562-8BF0-0B1F358CD440}" presName="spacer" presStyleCnt="0"/>
      <dgm:spPr/>
    </dgm:pt>
    <dgm:pt modelId="{8EAD255A-8039-49ED-8199-675D6CEA5F29}" type="pres">
      <dgm:prSet presAssocID="{9E8D39A2-768A-44C9-8F57-3DAC767D89C9}" presName="parentText" presStyleLbl="node1" presStyleIdx="1" presStyleCnt="4">
        <dgm:presLayoutVars>
          <dgm:chMax val="0"/>
          <dgm:bulletEnabled val="1"/>
        </dgm:presLayoutVars>
      </dgm:prSet>
      <dgm:spPr/>
    </dgm:pt>
    <dgm:pt modelId="{DB93CA32-1171-4C90-864D-EE91E9205B39}" type="pres">
      <dgm:prSet presAssocID="{4015CA1C-39F7-4E63-B5AF-F7C1E2753137}" presName="spacer" presStyleCnt="0"/>
      <dgm:spPr/>
    </dgm:pt>
    <dgm:pt modelId="{274A75E5-CABD-4B20-BD4A-900A48658329}" type="pres">
      <dgm:prSet presAssocID="{81A84032-2558-43F0-B5E1-0E77954BFA37}" presName="parentText" presStyleLbl="node1" presStyleIdx="2" presStyleCnt="4">
        <dgm:presLayoutVars>
          <dgm:chMax val="0"/>
          <dgm:bulletEnabled val="1"/>
        </dgm:presLayoutVars>
      </dgm:prSet>
      <dgm:spPr/>
    </dgm:pt>
    <dgm:pt modelId="{196D3373-7EBE-4579-AE4C-D41F9BFCD1AE}" type="pres">
      <dgm:prSet presAssocID="{D6106205-DF43-4970-9A8F-1D91ADBACAB4}" presName="spacer" presStyleCnt="0"/>
      <dgm:spPr/>
    </dgm:pt>
    <dgm:pt modelId="{1CA73526-2564-46CD-8038-9AE4957C026D}" type="pres">
      <dgm:prSet presAssocID="{02A2D6E6-7679-44C3-BBC2-117B9F0E9CF6}" presName="parentText" presStyleLbl="node1" presStyleIdx="3" presStyleCnt="4">
        <dgm:presLayoutVars>
          <dgm:chMax val="0"/>
          <dgm:bulletEnabled val="1"/>
        </dgm:presLayoutVars>
      </dgm:prSet>
      <dgm:spPr/>
    </dgm:pt>
  </dgm:ptLst>
  <dgm:cxnLst>
    <dgm:cxn modelId="{1D933D41-9919-4ACD-B69E-F9BA00AE09DB}" type="presOf" srcId="{9E8D39A2-768A-44C9-8F57-3DAC767D89C9}" destId="{8EAD255A-8039-49ED-8199-675D6CEA5F29}" srcOrd="0" destOrd="0" presId="urn:microsoft.com/office/officeart/2005/8/layout/vList2"/>
    <dgm:cxn modelId="{C017D44B-4CBF-4D7F-B94B-1A4B673B56B0}" type="presOf" srcId="{02A2D6E6-7679-44C3-BBC2-117B9F0E9CF6}" destId="{1CA73526-2564-46CD-8038-9AE4957C026D}" srcOrd="0" destOrd="0" presId="urn:microsoft.com/office/officeart/2005/8/layout/vList2"/>
    <dgm:cxn modelId="{B45B0D51-0AB5-47A1-B87D-38B0279811C0}" srcId="{4F21BFC5-B504-43BA-A024-196C0E710D3B}" destId="{9E8D39A2-768A-44C9-8F57-3DAC767D89C9}" srcOrd="1" destOrd="0" parTransId="{8158765D-B35D-4EF2-8411-66A854EA42CB}" sibTransId="{4015CA1C-39F7-4E63-B5AF-F7C1E2753137}"/>
    <dgm:cxn modelId="{E5CB4084-259D-4F60-B903-B199F25C5BC2}" srcId="{4F21BFC5-B504-43BA-A024-196C0E710D3B}" destId="{81A84032-2558-43F0-B5E1-0E77954BFA37}" srcOrd="2" destOrd="0" parTransId="{09CC9A31-0A07-4878-9C28-01DB52CDE05A}" sibTransId="{D6106205-DF43-4970-9A8F-1D91ADBACAB4}"/>
    <dgm:cxn modelId="{33384797-686A-4A3F-A9B8-AFD793C2A09E}" type="presOf" srcId="{81A84032-2558-43F0-B5E1-0E77954BFA37}" destId="{274A75E5-CABD-4B20-BD4A-900A48658329}" srcOrd="0" destOrd="0" presId="urn:microsoft.com/office/officeart/2005/8/layout/vList2"/>
    <dgm:cxn modelId="{B5FFCCA2-8D93-448E-BE62-9D28CF3F5C02}" srcId="{4F21BFC5-B504-43BA-A024-196C0E710D3B}" destId="{E1C73FC8-F038-4250-AB6D-BEC4E37F9673}" srcOrd="0" destOrd="0" parTransId="{C3D09829-5BF4-4318-AC83-D25E49B8365D}" sibTransId="{DDC8DF34-76CC-4562-8BF0-0B1F358CD440}"/>
    <dgm:cxn modelId="{C3686EAC-DFB1-47D9-AC5E-8D882548C98C}" type="presOf" srcId="{4F21BFC5-B504-43BA-A024-196C0E710D3B}" destId="{516A0FBF-B3FE-4CE7-B3E8-8566C35F69A3}" srcOrd="0" destOrd="0" presId="urn:microsoft.com/office/officeart/2005/8/layout/vList2"/>
    <dgm:cxn modelId="{DC35DBD4-3A27-45F8-89E7-8CE2250EB85C}" type="presOf" srcId="{E1C73FC8-F038-4250-AB6D-BEC4E37F9673}" destId="{FD89139E-3E8F-4021-B1E8-B2B3DB9C4254}" srcOrd="0" destOrd="0" presId="urn:microsoft.com/office/officeart/2005/8/layout/vList2"/>
    <dgm:cxn modelId="{BC16A8EE-45B4-43E4-9C39-BABF153F69E4}" srcId="{4F21BFC5-B504-43BA-A024-196C0E710D3B}" destId="{02A2D6E6-7679-44C3-BBC2-117B9F0E9CF6}" srcOrd="3" destOrd="0" parTransId="{910D67E6-96A2-4F20-B3B7-29127838EE2B}" sibTransId="{C6A72B85-777D-4B3C-BBE8-940696EBA00D}"/>
    <dgm:cxn modelId="{F480B9E7-445F-47EA-9B37-922C11C0B2E5}" type="presParOf" srcId="{516A0FBF-B3FE-4CE7-B3E8-8566C35F69A3}" destId="{FD89139E-3E8F-4021-B1E8-B2B3DB9C4254}" srcOrd="0" destOrd="0" presId="urn:microsoft.com/office/officeart/2005/8/layout/vList2"/>
    <dgm:cxn modelId="{03E902F2-6F92-428E-BF12-62530F226FDB}" type="presParOf" srcId="{516A0FBF-B3FE-4CE7-B3E8-8566C35F69A3}" destId="{3611E366-A93D-4218-AA62-8D2E6695B001}" srcOrd="1" destOrd="0" presId="urn:microsoft.com/office/officeart/2005/8/layout/vList2"/>
    <dgm:cxn modelId="{9E4EC776-8774-496D-8B84-DB45DCDB67B1}" type="presParOf" srcId="{516A0FBF-B3FE-4CE7-B3E8-8566C35F69A3}" destId="{8EAD255A-8039-49ED-8199-675D6CEA5F29}" srcOrd="2" destOrd="0" presId="urn:microsoft.com/office/officeart/2005/8/layout/vList2"/>
    <dgm:cxn modelId="{0D093C2E-3190-4194-A1FB-82A3F5BD1DD6}" type="presParOf" srcId="{516A0FBF-B3FE-4CE7-B3E8-8566C35F69A3}" destId="{DB93CA32-1171-4C90-864D-EE91E9205B39}" srcOrd="3" destOrd="0" presId="urn:microsoft.com/office/officeart/2005/8/layout/vList2"/>
    <dgm:cxn modelId="{DC8E8660-58F5-4DFE-9F16-F9E0CD7BEE34}" type="presParOf" srcId="{516A0FBF-B3FE-4CE7-B3E8-8566C35F69A3}" destId="{274A75E5-CABD-4B20-BD4A-900A48658329}" srcOrd="4" destOrd="0" presId="urn:microsoft.com/office/officeart/2005/8/layout/vList2"/>
    <dgm:cxn modelId="{67225A00-C746-418E-9953-AF90A4F30333}" type="presParOf" srcId="{516A0FBF-B3FE-4CE7-B3E8-8566C35F69A3}" destId="{196D3373-7EBE-4579-AE4C-D41F9BFCD1AE}" srcOrd="5" destOrd="0" presId="urn:microsoft.com/office/officeart/2005/8/layout/vList2"/>
    <dgm:cxn modelId="{946847B8-F524-4254-9940-9A4465D30039}" type="presParOf" srcId="{516A0FBF-B3FE-4CE7-B3E8-8566C35F69A3}" destId="{1CA73526-2564-46CD-8038-9AE4957C026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89B9CD-5B66-4E7A-B2DC-C69269F3E95F}">
      <dsp:nvSpPr>
        <dsp:cNvPr id="0" name=""/>
        <dsp:cNvSpPr/>
      </dsp:nvSpPr>
      <dsp:spPr>
        <a:xfrm>
          <a:off x="0" y="581949"/>
          <a:ext cx="503396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створення Луцького </a:t>
          </a:r>
          <a:r>
            <a:rPr lang="uk-UA" sz="1900" b="0" i="0" kern="1200" dirty="0" err="1"/>
            <a:t>Хрестовоздвиженського</a:t>
          </a:r>
          <a:r>
            <a:rPr lang="uk-UA" sz="1900" b="0" i="0" kern="1200" dirty="0"/>
            <a:t> ставропігіального братства</a:t>
          </a:r>
          <a:endParaRPr lang="uk-UA" sz="1900" kern="1200" dirty="0"/>
        </a:p>
      </dsp:txBody>
      <dsp:txXfrm>
        <a:off x="36896" y="618845"/>
        <a:ext cx="4960168" cy="682028"/>
      </dsp:txXfrm>
    </dsp:sp>
    <dsp:sp modelId="{8322F07D-DFCE-4AC0-B3DE-21012BC8F56A}">
      <dsp:nvSpPr>
        <dsp:cNvPr id="0" name=""/>
        <dsp:cNvSpPr/>
      </dsp:nvSpPr>
      <dsp:spPr>
        <a:xfrm>
          <a:off x="0" y="1392489"/>
          <a:ext cx="503396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заснування першої на українських землях слов’яно-греко-латинської школи</a:t>
          </a:r>
          <a:endParaRPr lang="uk-UA" sz="1900" kern="1200" dirty="0"/>
        </a:p>
      </dsp:txBody>
      <dsp:txXfrm>
        <a:off x="36896" y="1429385"/>
        <a:ext cx="4960168" cy="682028"/>
      </dsp:txXfrm>
    </dsp:sp>
    <dsp:sp modelId="{173BAE05-6A6B-4388-8125-0E335DF389E5}">
      <dsp:nvSpPr>
        <dsp:cNvPr id="0" name=""/>
        <dsp:cNvSpPr/>
      </dsp:nvSpPr>
      <dsp:spPr>
        <a:xfrm>
          <a:off x="0" y="2203029"/>
          <a:ext cx="503396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відновлення в Речі Посполитій вищої православної церковної ієрархії</a:t>
          </a:r>
          <a:endParaRPr lang="uk-UA" sz="1900" kern="1200"/>
        </a:p>
      </dsp:txBody>
      <dsp:txXfrm>
        <a:off x="36896" y="2239925"/>
        <a:ext cx="4960168" cy="682028"/>
      </dsp:txXfrm>
    </dsp:sp>
    <dsp:sp modelId="{B5D7C3F1-7BD8-4777-8627-25371ED04400}">
      <dsp:nvSpPr>
        <dsp:cNvPr id="0" name=""/>
        <dsp:cNvSpPr/>
      </dsp:nvSpPr>
      <dsp:spPr>
        <a:xfrm>
          <a:off x="0" y="3013569"/>
          <a:ext cx="503396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об’єднання Лаврської школи та Київської братської школи в колегію</a:t>
          </a:r>
          <a:endParaRPr lang="uk-UA" sz="1900" kern="1200" dirty="0"/>
        </a:p>
      </dsp:txBody>
      <dsp:txXfrm>
        <a:off x="36896" y="3050465"/>
        <a:ext cx="4960168" cy="6820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3B51A9-71A0-4FB4-817A-832DFCFDB1B1}">
      <dsp:nvSpPr>
        <dsp:cNvPr id="0" name=""/>
        <dsp:cNvSpPr/>
      </dsp:nvSpPr>
      <dsp:spPr>
        <a:xfrm>
          <a:off x="0" y="816128"/>
          <a:ext cx="503396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ru-RU" sz="2600" b="0" i="0" kern="1200"/>
            <a:t>«Самодержцем усієї Русі».</a:t>
          </a:r>
          <a:endParaRPr lang="uk-UA" sz="2600" kern="1200"/>
        </a:p>
      </dsp:txBody>
      <dsp:txXfrm>
        <a:off x="30442" y="846570"/>
        <a:ext cx="4973076" cy="562726"/>
      </dsp:txXfrm>
    </dsp:sp>
    <dsp:sp modelId="{BCF9B5A7-3045-43E0-ADAE-146A1C22C065}">
      <dsp:nvSpPr>
        <dsp:cNvPr id="0" name=""/>
        <dsp:cNvSpPr/>
      </dsp:nvSpPr>
      <dsp:spPr>
        <a:xfrm>
          <a:off x="0" y="1514619"/>
          <a:ext cx="503396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ru-RU" sz="2600" b="0" i="0" kern="1200"/>
            <a:t>«Руським батьком козацтва».</a:t>
          </a:r>
          <a:endParaRPr lang="uk-UA" sz="2600" kern="1200"/>
        </a:p>
      </dsp:txBody>
      <dsp:txXfrm>
        <a:off x="30442" y="1545061"/>
        <a:ext cx="4973076" cy="562726"/>
      </dsp:txXfrm>
    </dsp:sp>
    <dsp:sp modelId="{B706948F-826C-4B3C-AB78-E9713D1B0924}">
      <dsp:nvSpPr>
        <dsp:cNvPr id="0" name=""/>
        <dsp:cNvSpPr/>
      </dsp:nvSpPr>
      <dsp:spPr>
        <a:xfrm>
          <a:off x="0" y="2213109"/>
          <a:ext cx="503396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ru-RU" sz="2600" b="0" i="0" kern="1200" dirty="0"/>
            <a:t>«</a:t>
          </a:r>
          <a:r>
            <a:rPr lang="ru-RU" sz="2600" b="0" i="0" kern="1200" dirty="0" err="1"/>
            <a:t>Першим</a:t>
          </a:r>
          <a:r>
            <a:rPr lang="ru-RU" sz="2600" b="0" i="0" kern="1200" dirty="0"/>
            <a:t> руським </a:t>
          </a:r>
          <a:r>
            <a:rPr lang="ru-RU" sz="2600" b="0" i="0" kern="1200" dirty="0" err="1"/>
            <a:t>професором</a:t>
          </a:r>
          <a:r>
            <a:rPr lang="ru-RU" sz="2600" b="0" i="0" kern="1200" dirty="0"/>
            <a:t>».</a:t>
          </a:r>
          <a:endParaRPr lang="uk-UA" sz="2600" kern="1200" dirty="0"/>
        </a:p>
      </dsp:txBody>
      <dsp:txXfrm>
        <a:off x="30442" y="2243551"/>
        <a:ext cx="4973076" cy="562726"/>
      </dsp:txXfrm>
    </dsp:sp>
    <dsp:sp modelId="{53409B04-4A06-4FD0-9FE6-68D479E1362C}">
      <dsp:nvSpPr>
        <dsp:cNvPr id="0" name=""/>
        <dsp:cNvSpPr/>
      </dsp:nvSpPr>
      <dsp:spPr>
        <a:xfrm>
          <a:off x="0" y="2911599"/>
          <a:ext cx="503396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ru-RU" sz="2600" b="0" i="0" kern="1200" dirty="0"/>
            <a:t>«</a:t>
          </a:r>
          <a:r>
            <a:rPr lang="ru-RU" sz="2600" b="0" i="0" kern="1200" dirty="0" err="1"/>
            <a:t>Некоронованим</a:t>
          </a:r>
          <a:r>
            <a:rPr lang="ru-RU" sz="2600" b="0" i="0" kern="1200" dirty="0"/>
            <a:t> королем </a:t>
          </a:r>
          <a:r>
            <a:rPr lang="ru-RU" sz="2600" b="0" i="0" kern="1200" dirty="0" err="1"/>
            <a:t>Русі</a:t>
          </a:r>
          <a:r>
            <a:rPr lang="ru-RU" sz="2600" b="0" i="0" kern="1200" dirty="0"/>
            <a:t>».</a:t>
          </a:r>
          <a:endParaRPr lang="uk-UA" sz="2600" kern="1200" dirty="0"/>
        </a:p>
      </dsp:txBody>
      <dsp:txXfrm>
        <a:off x="30442" y="2942041"/>
        <a:ext cx="4973076" cy="5627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8FB3CE-E19A-470D-81FF-5334E58E1796}">
      <dsp:nvSpPr>
        <dsp:cNvPr id="0" name=""/>
        <dsp:cNvSpPr/>
      </dsp:nvSpPr>
      <dsp:spPr>
        <a:xfrm rot="10800000">
          <a:off x="1065101" y="2905"/>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80010" rIns="149352" bIns="80010" numCol="1" spcCol="1270" anchor="ctr" anchorCtr="0">
          <a:noAutofit/>
        </a:bodyPr>
        <a:lstStyle/>
        <a:p>
          <a:pPr marL="0" lvl="0" indent="0" algn="ctr" defTabSz="933450">
            <a:lnSpc>
              <a:spcPct val="90000"/>
            </a:lnSpc>
            <a:spcBef>
              <a:spcPct val="0"/>
            </a:spcBef>
            <a:spcAft>
              <a:spcPct val="35000"/>
            </a:spcAft>
            <a:buNone/>
          </a:pPr>
          <a:r>
            <a:rPr lang="ru-RU" sz="2100" b="0" i="0" kern="1200" dirty="0" err="1"/>
            <a:t>засновників</a:t>
          </a:r>
          <a:r>
            <a:rPr lang="ru-RU" sz="2100" b="0" i="0" kern="1200" dirty="0"/>
            <a:t> </a:t>
          </a:r>
          <a:r>
            <a:rPr lang="ru-RU" sz="2100" b="0" i="0" kern="1200" dirty="0" err="1"/>
            <a:t>навчальних</a:t>
          </a:r>
          <a:r>
            <a:rPr lang="ru-RU" sz="2100" b="0" i="0" kern="1200" dirty="0"/>
            <a:t> </a:t>
          </a:r>
          <a:r>
            <a:rPr lang="ru-RU" sz="2100" b="0" i="0" kern="1200" dirty="0" err="1"/>
            <a:t>закладів</a:t>
          </a:r>
          <a:r>
            <a:rPr lang="ru-RU" sz="2100" b="0" i="0" kern="1200" dirty="0"/>
            <a:t>.</a:t>
          </a:r>
          <a:endParaRPr lang="uk-UA" sz="2100" kern="1200" dirty="0"/>
        </a:p>
      </dsp:txBody>
      <dsp:txXfrm rot="10800000">
        <a:off x="1287014" y="2905"/>
        <a:ext cx="3125670" cy="887653"/>
      </dsp:txXfrm>
    </dsp:sp>
    <dsp:sp modelId="{5D1442DC-6680-4B93-89A4-B02EE7175401}">
      <dsp:nvSpPr>
        <dsp:cNvPr id="0" name=""/>
        <dsp:cNvSpPr/>
      </dsp:nvSpPr>
      <dsp:spPr>
        <a:xfrm>
          <a:off x="621274" y="2905"/>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6D0EBE0-ED51-41BB-88DB-0DC891D8F34C}">
      <dsp:nvSpPr>
        <dsp:cNvPr id="0" name=""/>
        <dsp:cNvSpPr/>
      </dsp:nvSpPr>
      <dsp:spPr>
        <a:xfrm rot="10800000">
          <a:off x="1065101" y="1155530"/>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80010" rIns="149352" bIns="80010" numCol="1" spcCol="1270" anchor="ctr" anchorCtr="0">
          <a:noAutofit/>
        </a:bodyPr>
        <a:lstStyle/>
        <a:p>
          <a:pPr marL="0" lvl="0" indent="0" algn="ctr" defTabSz="933450">
            <a:lnSpc>
              <a:spcPct val="90000"/>
            </a:lnSpc>
            <a:spcBef>
              <a:spcPct val="0"/>
            </a:spcBef>
            <a:spcAft>
              <a:spcPct val="35000"/>
            </a:spcAft>
            <a:buNone/>
          </a:pPr>
          <a:r>
            <a:rPr lang="ru-RU" sz="2100" b="0" i="0" kern="1200"/>
            <a:t>авторів козацьких літописів.</a:t>
          </a:r>
          <a:endParaRPr lang="uk-UA" sz="2100" kern="1200"/>
        </a:p>
      </dsp:txBody>
      <dsp:txXfrm rot="10800000">
        <a:off x="1287014" y="1155530"/>
        <a:ext cx="3125670" cy="887653"/>
      </dsp:txXfrm>
    </dsp:sp>
    <dsp:sp modelId="{BBFDA24A-61C4-4266-AB98-E39CC1CCAD33}">
      <dsp:nvSpPr>
        <dsp:cNvPr id="0" name=""/>
        <dsp:cNvSpPr/>
      </dsp:nvSpPr>
      <dsp:spPr>
        <a:xfrm>
          <a:off x="621274" y="1155530"/>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7AEC155-F238-49B1-B5A6-2EE1F2B25E59}">
      <dsp:nvSpPr>
        <dsp:cNvPr id="0" name=""/>
        <dsp:cNvSpPr/>
      </dsp:nvSpPr>
      <dsp:spPr>
        <a:xfrm rot="10800000">
          <a:off x="1065101" y="2308154"/>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80010" rIns="149352" bIns="80010" numCol="1" spcCol="1270" anchor="ctr" anchorCtr="0">
          <a:noAutofit/>
        </a:bodyPr>
        <a:lstStyle/>
        <a:p>
          <a:pPr marL="0" lvl="0" indent="0" algn="ctr" defTabSz="933450">
            <a:lnSpc>
              <a:spcPct val="90000"/>
            </a:lnSpc>
            <a:spcBef>
              <a:spcPct val="0"/>
            </a:spcBef>
            <a:spcAft>
              <a:spcPct val="35000"/>
            </a:spcAft>
            <a:buNone/>
          </a:pPr>
          <a:r>
            <a:rPr lang="ru-RU" sz="2100" b="0" i="0" kern="1200"/>
            <a:t>митрополитів православної церкви.</a:t>
          </a:r>
          <a:endParaRPr lang="uk-UA" sz="2100" kern="1200"/>
        </a:p>
      </dsp:txBody>
      <dsp:txXfrm rot="10800000">
        <a:off x="1287014" y="2308154"/>
        <a:ext cx="3125670" cy="887653"/>
      </dsp:txXfrm>
    </dsp:sp>
    <dsp:sp modelId="{1EF70969-EA7C-4B62-A629-6797CFC7C142}">
      <dsp:nvSpPr>
        <dsp:cNvPr id="0" name=""/>
        <dsp:cNvSpPr/>
      </dsp:nvSpPr>
      <dsp:spPr>
        <a:xfrm>
          <a:off x="621274" y="2308154"/>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CC6D07-A855-4F77-89CD-417B3A14B101}">
      <dsp:nvSpPr>
        <dsp:cNvPr id="0" name=""/>
        <dsp:cNvSpPr/>
      </dsp:nvSpPr>
      <dsp:spPr>
        <a:xfrm rot="10800000">
          <a:off x="1065101" y="3460779"/>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80010" rIns="149352" bIns="80010" numCol="1" spcCol="1270" anchor="ctr" anchorCtr="0">
          <a:noAutofit/>
        </a:bodyPr>
        <a:lstStyle/>
        <a:p>
          <a:pPr marL="0" lvl="0" indent="0" algn="ctr" defTabSz="933450">
            <a:lnSpc>
              <a:spcPct val="90000"/>
            </a:lnSpc>
            <a:spcBef>
              <a:spcPct val="0"/>
            </a:spcBef>
            <a:spcAft>
              <a:spcPct val="35000"/>
            </a:spcAft>
            <a:buNone/>
          </a:pPr>
          <a:r>
            <a:rPr lang="ru-RU" sz="2100" b="0" i="0" kern="1200" dirty="0" err="1"/>
            <a:t>фундаторів</a:t>
          </a:r>
          <a:r>
            <a:rPr lang="ru-RU" sz="2100" b="0" i="0" kern="1200" dirty="0"/>
            <a:t> </a:t>
          </a:r>
          <a:r>
            <a:rPr lang="ru-RU" sz="2100" b="0" i="0" kern="1200" dirty="0" err="1"/>
            <a:t>перших</a:t>
          </a:r>
          <a:r>
            <a:rPr lang="ru-RU" sz="2100" b="0" i="0" kern="1200" dirty="0"/>
            <a:t> </a:t>
          </a:r>
          <a:r>
            <a:rPr lang="ru-RU" sz="2100" b="0" i="0" kern="1200" dirty="0" err="1"/>
            <a:t>церковних</a:t>
          </a:r>
          <a:r>
            <a:rPr lang="ru-RU" sz="2100" b="0" i="0" kern="1200" dirty="0"/>
            <a:t> братств.</a:t>
          </a:r>
          <a:endParaRPr lang="uk-UA" sz="2100" kern="1200" dirty="0"/>
        </a:p>
      </dsp:txBody>
      <dsp:txXfrm rot="10800000">
        <a:off x="1287014" y="3460779"/>
        <a:ext cx="3125670" cy="887653"/>
      </dsp:txXfrm>
    </dsp:sp>
    <dsp:sp modelId="{0945D496-84F7-43EF-B269-BD8FF4C886DB}">
      <dsp:nvSpPr>
        <dsp:cNvPr id="0" name=""/>
        <dsp:cNvSpPr/>
      </dsp:nvSpPr>
      <dsp:spPr>
        <a:xfrm>
          <a:off x="621274" y="3460779"/>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302E82-4D8E-40D4-A73C-92C58DF0C8D4}">
      <dsp:nvSpPr>
        <dsp:cNvPr id="0" name=""/>
        <dsp:cNvSpPr/>
      </dsp:nvSpPr>
      <dsp:spPr>
        <a:xfrm>
          <a:off x="0" y="414189"/>
          <a:ext cx="503396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заснування першої на українських землях слов’яно-греко-латинської школи</a:t>
          </a:r>
          <a:endParaRPr lang="uk-UA" sz="2100" kern="1200"/>
        </a:p>
      </dsp:txBody>
      <dsp:txXfrm>
        <a:off x="40780" y="454969"/>
        <a:ext cx="4952400" cy="753819"/>
      </dsp:txXfrm>
    </dsp:sp>
    <dsp:sp modelId="{E1FE276B-3B0B-4195-8C2C-BB04249763A9}">
      <dsp:nvSpPr>
        <dsp:cNvPr id="0" name=""/>
        <dsp:cNvSpPr/>
      </dsp:nvSpPr>
      <dsp:spPr>
        <a:xfrm>
          <a:off x="0" y="1310049"/>
          <a:ext cx="503396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укладення унії православної та католицької церков</a:t>
          </a:r>
          <a:endParaRPr lang="uk-UA" sz="2100" kern="1200"/>
        </a:p>
      </dsp:txBody>
      <dsp:txXfrm>
        <a:off x="40780" y="1350829"/>
        <a:ext cx="4952400" cy="753819"/>
      </dsp:txXfrm>
    </dsp:sp>
    <dsp:sp modelId="{C307042B-7632-433A-B9E7-0ED053DF868C}">
      <dsp:nvSpPr>
        <dsp:cNvPr id="0" name=""/>
        <dsp:cNvSpPr/>
      </dsp:nvSpPr>
      <dsp:spPr>
        <a:xfrm>
          <a:off x="0" y="2205909"/>
          <a:ext cx="503396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об’єднання Лаврської школи та Київської братської школи в колегію</a:t>
          </a:r>
          <a:endParaRPr lang="uk-UA" sz="2100" kern="1200"/>
        </a:p>
      </dsp:txBody>
      <dsp:txXfrm>
        <a:off x="40780" y="2246689"/>
        <a:ext cx="4952400" cy="753819"/>
      </dsp:txXfrm>
    </dsp:sp>
    <dsp:sp modelId="{4E167152-AA4B-45F1-A5C9-71D7A58549AB}">
      <dsp:nvSpPr>
        <dsp:cNvPr id="0" name=""/>
        <dsp:cNvSpPr/>
      </dsp:nvSpPr>
      <dsp:spPr>
        <a:xfrm>
          <a:off x="0" y="3101769"/>
          <a:ext cx="503396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надання ставропігії Львівському Успенському братству</a:t>
          </a:r>
          <a:endParaRPr lang="uk-UA" sz="2100" kern="1200"/>
        </a:p>
      </dsp:txBody>
      <dsp:txXfrm>
        <a:off x="40780" y="3142549"/>
        <a:ext cx="4952400" cy="75381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BD1467-8387-4886-82DC-DB5F1B7C71AD}">
      <dsp:nvSpPr>
        <dsp:cNvPr id="0" name=""/>
        <dsp:cNvSpPr/>
      </dsp:nvSpPr>
      <dsp:spPr>
        <a:xfrm>
          <a:off x="0" y="414189"/>
          <a:ext cx="503396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укладення Берестейської церковної унії та утворення греко-католицької церкви.</a:t>
          </a:r>
          <a:endParaRPr lang="uk-UA" sz="2100" kern="1200"/>
        </a:p>
      </dsp:txBody>
      <dsp:txXfrm>
        <a:off x="40780" y="454969"/>
        <a:ext cx="4952400" cy="753819"/>
      </dsp:txXfrm>
    </dsp:sp>
    <dsp:sp modelId="{8616C386-D518-4900-835F-C9C77333A96E}">
      <dsp:nvSpPr>
        <dsp:cNvPr id="0" name=""/>
        <dsp:cNvSpPr/>
      </dsp:nvSpPr>
      <dsp:spPr>
        <a:xfrm>
          <a:off x="0" y="1310049"/>
          <a:ext cx="503396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надання прав і привілеїв реєстровому козацтву.</a:t>
          </a:r>
          <a:endParaRPr lang="uk-UA" sz="2100" kern="1200" dirty="0"/>
        </a:p>
      </dsp:txBody>
      <dsp:txXfrm>
        <a:off x="40780" y="1350829"/>
        <a:ext cx="4952400" cy="753819"/>
      </dsp:txXfrm>
    </dsp:sp>
    <dsp:sp modelId="{2EAD3050-4927-4123-BFB6-27EE397110C9}">
      <dsp:nvSpPr>
        <dsp:cNvPr id="0" name=""/>
        <dsp:cNvSpPr/>
      </dsp:nvSpPr>
      <dsp:spPr>
        <a:xfrm>
          <a:off x="0" y="2205909"/>
          <a:ext cx="503396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відновлення та легалізація православної церкви в Речі Посполитій.</a:t>
          </a:r>
          <a:endParaRPr lang="uk-UA" sz="2100" kern="1200"/>
        </a:p>
      </dsp:txBody>
      <dsp:txXfrm>
        <a:off x="40780" y="2246689"/>
        <a:ext cx="4952400" cy="753819"/>
      </dsp:txXfrm>
    </dsp:sp>
    <dsp:sp modelId="{BAEFC3E4-4F5A-42A3-911B-34C5A9FEAA35}">
      <dsp:nvSpPr>
        <dsp:cNvPr id="0" name=""/>
        <dsp:cNvSpPr/>
      </dsp:nvSpPr>
      <dsp:spPr>
        <a:xfrm>
          <a:off x="0" y="3101769"/>
          <a:ext cx="503396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заснування першої відомої Запорозької Січі.</a:t>
          </a:r>
          <a:endParaRPr lang="uk-UA" sz="2100" kern="1200" dirty="0"/>
        </a:p>
      </dsp:txBody>
      <dsp:txXfrm>
        <a:off x="40780" y="3142549"/>
        <a:ext cx="4952400" cy="7538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7BEFC6-28DB-4ACC-86E8-A51A099F6B7F}">
      <dsp:nvSpPr>
        <dsp:cNvPr id="0" name=""/>
        <dsp:cNvSpPr/>
      </dsp:nvSpPr>
      <dsp:spPr>
        <a:xfrm>
          <a:off x="0" y="116828"/>
          <a:ext cx="5033960" cy="9991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1" kern="1200"/>
            <a:t>«Він став самобутнім виявом імпресіонізму в літературі, вдаючись до аналізу психологічного стану своїх героїв. Його творчість остаточно розвіяла сумніви, чи зможе українська література стати великою літературою...»</a:t>
          </a:r>
          <a:endParaRPr lang="uk-UA" sz="1400" kern="1200"/>
        </a:p>
      </dsp:txBody>
      <dsp:txXfrm>
        <a:off x="48776" y="165604"/>
        <a:ext cx="4936408" cy="901628"/>
      </dsp:txXfrm>
    </dsp:sp>
    <dsp:sp modelId="{3C7989FE-08A1-4091-B5A4-C5313F7F0390}">
      <dsp:nvSpPr>
        <dsp:cNvPr id="0" name=""/>
        <dsp:cNvSpPr/>
      </dsp:nvSpPr>
      <dsp:spPr>
        <a:xfrm>
          <a:off x="0" y="1156329"/>
          <a:ext cx="5033960" cy="9991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1" kern="1200"/>
            <a:t>«З його ім’ям пов’язаний поворот до нового літературного і культурного розвитку. Його славу зачинателя нової української літератури, доповнює слава «батька» українського театру...»</a:t>
          </a:r>
          <a:endParaRPr lang="uk-UA" sz="1400" kern="1200"/>
        </a:p>
      </dsp:txBody>
      <dsp:txXfrm>
        <a:off x="48776" y="1205105"/>
        <a:ext cx="4936408" cy="901628"/>
      </dsp:txXfrm>
    </dsp:sp>
    <dsp:sp modelId="{8F12A002-9690-47E2-833F-D68DC37B6EE9}">
      <dsp:nvSpPr>
        <dsp:cNvPr id="0" name=""/>
        <dsp:cNvSpPr/>
      </dsp:nvSpPr>
      <dsp:spPr>
        <a:xfrm>
          <a:off x="0" y="2195829"/>
          <a:ext cx="5033960" cy="9991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1" kern="1200"/>
            <a:t>«Він був сином мужика і став володарем у царстві духа. Він був кріпаком і став велетнем у царстві людської культури. Він був самоуком і вказав нові... шляхи книжним ученим...»</a:t>
          </a:r>
          <a:endParaRPr lang="uk-UA" sz="1400" kern="1200"/>
        </a:p>
      </dsp:txBody>
      <dsp:txXfrm>
        <a:off x="48776" y="2244605"/>
        <a:ext cx="4936408" cy="901628"/>
      </dsp:txXfrm>
    </dsp:sp>
    <dsp:sp modelId="{3C4889CD-5F6B-4964-B7A0-1D8A26BB2609}">
      <dsp:nvSpPr>
        <dsp:cNvPr id="0" name=""/>
        <dsp:cNvSpPr/>
      </dsp:nvSpPr>
      <dsp:spPr>
        <a:xfrm>
          <a:off x="0" y="3235329"/>
          <a:ext cx="5033960" cy="9991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1" kern="1200"/>
            <a:t>«Будучи останнім представником поезії українського бароко, він став предтечею нової української літератури, просякнувши її ідеями гуманізму та Просвітництва...»</a:t>
          </a:r>
          <a:endParaRPr lang="uk-UA" sz="1400" kern="1200"/>
        </a:p>
      </dsp:txBody>
      <dsp:txXfrm>
        <a:off x="48776" y="3284105"/>
        <a:ext cx="4936408" cy="90162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0EE905-5D72-44A0-8C5A-67307BB67A5A}">
      <dsp:nvSpPr>
        <dsp:cNvPr id="0" name=""/>
        <dsp:cNvSpPr/>
      </dsp:nvSpPr>
      <dsp:spPr>
        <a:xfrm>
          <a:off x="0" y="116828"/>
          <a:ext cx="5033960" cy="9991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dirty="0"/>
            <a:t>«Він став самобутнім виявом імпресіонізму в українській літературі, вдаючись до аналізу психологічного стану своїх героїв. Його творчість остаточно розвіяла сумніви, чи зможе українська література стати великою літературою...»</a:t>
          </a:r>
          <a:endParaRPr lang="uk-UA" sz="1400" kern="1200" dirty="0"/>
        </a:p>
      </dsp:txBody>
      <dsp:txXfrm>
        <a:off x="48776" y="165604"/>
        <a:ext cx="4936408" cy="901628"/>
      </dsp:txXfrm>
    </dsp:sp>
    <dsp:sp modelId="{58467727-E328-4886-88D6-0EBDB5C6CB25}">
      <dsp:nvSpPr>
        <dsp:cNvPr id="0" name=""/>
        <dsp:cNvSpPr/>
      </dsp:nvSpPr>
      <dsp:spPr>
        <a:xfrm>
          <a:off x="0" y="1156329"/>
          <a:ext cx="5033960" cy="9991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«З його ім’ям пов’язаний поворот до нового літературного і культурного розвитку. Його славу зачинателя нової української літератури, доповнює слава «батька» українського театру...»</a:t>
          </a:r>
          <a:endParaRPr lang="uk-UA" sz="1400" kern="1200"/>
        </a:p>
      </dsp:txBody>
      <dsp:txXfrm>
        <a:off x="48776" y="1205105"/>
        <a:ext cx="4936408" cy="901628"/>
      </dsp:txXfrm>
    </dsp:sp>
    <dsp:sp modelId="{46FFC130-1732-44FB-B6B8-4B5041167484}">
      <dsp:nvSpPr>
        <dsp:cNvPr id="0" name=""/>
        <dsp:cNvSpPr/>
      </dsp:nvSpPr>
      <dsp:spPr>
        <a:xfrm>
          <a:off x="0" y="2195829"/>
          <a:ext cx="5033960" cy="9991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«Він був сином мужика і став володарем у царстві духа. Він був кріпаком і став велетнем у царстві людської культури. Він був самоуком і вказав нові, світлі і вільні шляхи професорам і книжним ученим...»</a:t>
          </a:r>
          <a:endParaRPr lang="uk-UA" sz="1400" kern="1200"/>
        </a:p>
      </dsp:txBody>
      <dsp:txXfrm>
        <a:off x="48776" y="2244605"/>
        <a:ext cx="4936408" cy="901628"/>
      </dsp:txXfrm>
    </dsp:sp>
    <dsp:sp modelId="{78D4D835-361A-445F-8355-B81EE1FB86E2}">
      <dsp:nvSpPr>
        <dsp:cNvPr id="0" name=""/>
        <dsp:cNvSpPr/>
      </dsp:nvSpPr>
      <dsp:spPr>
        <a:xfrm>
          <a:off x="0" y="3235329"/>
          <a:ext cx="5033960" cy="9991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dirty="0"/>
            <a:t>«Будучи останнім представником поезії українського бароко, він став </a:t>
          </a:r>
          <a:r>
            <a:rPr lang="uk-UA" sz="1400" b="0" i="0" kern="1200" dirty="0" err="1"/>
            <a:t>предтечею</a:t>
          </a:r>
          <a:r>
            <a:rPr lang="uk-UA" sz="1400" b="0" i="0" kern="1200" dirty="0"/>
            <a:t> нової української літератури, просякнувши її ідеями гуманізму та Просвітництва...»</a:t>
          </a:r>
          <a:endParaRPr lang="uk-UA" sz="1400" kern="1200" dirty="0"/>
        </a:p>
      </dsp:txBody>
      <dsp:txXfrm>
        <a:off x="48776" y="3284105"/>
        <a:ext cx="4936408" cy="90162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E622E4-99E9-4363-B227-07A8C39C43DA}">
      <dsp:nvSpPr>
        <dsp:cNvPr id="0" name=""/>
        <dsp:cNvSpPr/>
      </dsp:nvSpPr>
      <dsp:spPr>
        <a:xfrm>
          <a:off x="0" y="0"/>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4D9ADF-7969-4719-BC6A-639A73423C79}">
      <dsp:nvSpPr>
        <dsp:cNvPr id="0" name=""/>
        <dsp:cNvSpPr/>
      </dsp:nvSpPr>
      <dsp:spPr>
        <a:xfrm>
          <a:off x="0" y="0"/>
          <a:ext cx="503396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uk-UA" sz="1500" b="0" i="1" kern="1200" dirty="0"/>
            <a:t>«Він став виявом імпресіонізму в українській літературі, вдаючись до аналізу психологічного стану своїх героїв. Його творчість розвіяла сумніви, чи зможе українська література стати великою літературою…»</a:t>
          </a:r>
          <a:endParaRPr lang="uk-UA" sz="1500" kern="1200" dirty="0"/>
        </a:p>
      </dsp:txBody>
      <dsp:txXfrm>
        <a:off x="0" y="0"/>
        <a:ext cx="5033960" cy="1087834"/>
      </dsp:txXfrm>
    </dsp:sp>
    <dsp:sp modelId="{E22F42EE-6F05-467F-BC07-6699F00CA0DA}">
      <dsp:nvSpPr>
        <dsp:cNvPr id="0" name=""/>
        <dsp:cNvSpPr/>
      </dsp:nvSpPr>
      <dsp:spPr>
        <a:xfrm>
          <a:off x="0" y="1087834"/>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BF05E4-A8E0-4156-A147-89474F5FF079}">
      <dsp:nvSpPr>
        <dsp:cNvPr id="0" name=""/>
        <dsp:cNvSpPr/>
      </dsp:nvSpPr>
      <dsp:spPr>
        <a:xfrm>
          <a:off x="0" y="1087834"/>
          <a:ext cx="503396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uk-UA" sz="1500" b="0" i="1" kern="1200" dirty="0"/>
            <a:t>«З його ім’ям пов’язаний поворот до нового літературного і культурного розвитку. Його славу зачинателя нової української літератури, доповнює слава «батька» українського театру…»</a:t>
          </a:r>
          <a:endParaRPr lang="uk-UA" sz="1500" kern="1200" dirty="0"/>
        </a:p>
      </dsp:txBody>
      <dsp:txXfrm>
        <a:off x="0" y="1087834"/>
        <a:ext cx="5033960" cy="1087834"/>
      </dsp:txXfrm>
    </dsp:sp>
    <dsp:sp modelId="{D73F6F6A-4040-4FD4-ABBA-1B7DAB70A09D}">
      <dsp:nvSpPr>
        <dsp:cNvPr id="0" name=""/>
        <dsp:cNvSpPr/>
      </dsp:nvSpPr>
      <dsp:spPr>
        <a:xfrm>
          <a:off x="0" y="2175669"/>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F5EB72-1D49-4B66-A67C-E901E3246887}">
      <dsp:nvSpPr>
        <dsp:cNvPr id="0" name=""/>
        <dsp:cNvSpPr/>
      </dsp:nvSpPr>
      <dsp:spPr>
        <a:xfrm>
          <a:off x="0" y="2175669"/>
          <a:ext cx="503396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uk-UA" sz="1500" b="0" i="1" kern="1200"/>
            <a:t>«Він був сином мужика і став володарем у царстві Духа. Він був кріпаком і став велетнем у царстві людської культури. Він був самоуком і вказав нові, світлі і вільні шляхи професорам і книжним ученим…»</a:t>
          </a:r>
          <a:endParaRPr lang="uk-UA" sz="1500" kern="1200"/>
        </a:p>
      </dsp:txBody>
      <dsp:txXfrm>
        <a:off x="0" y="2175669"/>
        <a:ext cx="5033960" cy="1087834"/>
      </dsp:txXfrm>
    </dsp:sp>
    <dsp:sp modelId="{87B2D7A9-6941-4790-A110-86B4849308D6}">
      <dsp:nvSpPr>
        <dsp:cNvPr id="0" name=""/>
        <dsp:cNvSpPr/>
      </dsp:nvSpPr>
      <dsp:spPr>
        <a:xfrm>
          <a:off x="0" y="3263503"/>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2D7A4E-FD2C-4E73-8955-8CA37F950084}">
      <dsp:nvSpPr>
        <dsp:cNvPr id="0" name=""/>
        <dsp:cNvSpPr/>
      </dsp:nvSpPr>
      <dsp:spPr>
        <a:xfrm>
          <a:off x="0" y="3263503"/>
          <a:ext cx="503396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uk-UA" sz="1500" b="0" i="1" kern="1200" dirty="0"/>
            <a:t>«Будучи останнім представником поезії українського бароко, вів став </a:t>
          </a:r>
          <a:r>
            <a:rPr lang="uk-UA" sz="1500" b="0" i="1" kern="1200" dirty="0" err="1"/>
            <a:t>предтечею</a:t>
          </a:r>
          <a:r>
            <a:rPr lang="uk-UA" sz="1500" b="0" i="1" kern="1200" dirty="0"/>
            <a:t> нової української літератури, просякнувши її ідеями гуманізму та Просвітництва…»</a:t>
          </a:r>
          <a:endParaRPr lang="uk-UA" sz="1500" kern="1200" dirty="0"/>
        </a:p>
      </dsp:txBody>
      <dsp:txXfrm>
        <a:off x="0" y="3263503"/>
        <a:ext cx="5033960" cy="10878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144339-B356-4DF9-B190-CA324B8EBC2C}">
      <dsp:nvSpPr>
        <dsp:cNvPr id="0" name=""/>
        <dsp:cNvSpPr/>
      </dsp:nvSpPr>
      <dsp:spPr>
        <a:xfrm>
          <a:off x="0" y="78669"/>
          <a:ext cx="503396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dirty="0" err="1"/>
            <a:t>Південного</a:t>
          </a:r>
          <a:r>
            <a:rPr lang="ru-RU" sz="2500" b="0" i="0" kern="1200" dirty="0"/>
            <a:t> </a:t>
          </a:r>
          <a:r>
            <a:rPr lang="ru-RU" sz="2500" b="0" i="0" kern="1200" dirty="0" err="1"/>
            <a:t>товариства</a:t>
          </a:r>
          <a:r>
            <a:rPr lang="ru-RU" sz="2500" b="0" i="0" kern="1200" dirty="0"/>
            <a:t> </a:t>
          </a:r>
          <a:r>
            <a:rPr lang="ru-RU" sz="2500" b="0" i="0" kern="1200" dirty="0" err="1"/>
            <a:t>декабристів</a:t>
          </a:r>
          <a:r>
            <a:rPr lang="ru-RU" sz="2500" b="0" i="0" kern="1200" dirty="0"/>
            <a:t>.</a:t>
          </a:r>
          <a:endParaRPr lang="uk-UA" sz="2500" kern="1200" dirty="0"/>
        </a:p>
      </dsp:txBody>
      <dsp:txXfrm>
        <a:off x="48547" y="127216"/>
        <a:ext cx="4936866" cy="897406"/>
      </dsp:txXfrm>
    </dsp:sp>
    <dsp:sp modelId="{162A3EF5-E312-480A-A967-252605808189}">
      <dsp:nvSpPr>
        <dsp:cNvPr id="0" name=""/>
        <dsp:cNvSpPr/>
      </dsp:nvSpPr>
      <dsp:spPr>
        <a:xfrm>
          <a:off x="0" y="1145169"/>
          <a:ext cx="503396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dirty="0" err="1"/>
            <a:t>Кирило-Мефодіївського</a:t>
          </a:r>
          <a:r>
            <a:rPr lang="ru-RU" sz="2500" b="0" i="0" kern="1200" dirty="0"/>
            <a:t> братства.</a:t>
          </a:r>
          <a:endParaRPr lang="uk-UA" sz="2500" kern="1200" dirty="0"/>
        </a:p>
      </dsp:txBody>
      <dsp:txXfrm>
        <a:off x="48547" y="1193716"/>
        <a:ext cx="4936866" cy="897406"/>
      </dsp:txXfrm>
    </dsp:sp>
    <dsp:sp modelId="{71498F7B-B1FC-49E7-BCF0-00F724EA24FB}">
      <dsp:nvSpPr>
        <dsp:cNvPr id="0" name=""/>
        <dsp:cNvSpPr/>
      </dsp:nvSpPr>
      <dsp:spPr>
        <a:xfrm>
          <a:off x="0" y="2211669"/>
          <a:ext cx="503396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Головної руської ради.</a:t>
          </a:r>
          <a:endParaRPr lang="uk-UA" sz="2500" kern="1200"/>
        </a:p>
      </dsp:txBody>
      <dsp:txXfrm>
        <a:off x="48547" y="2260216"/>
        <a:ext cx="4936866" cy="897406"/>
      </dsp:txXfrm>
    </dsp:sp>
    <dsp:sp modelId="{ECAF4157-305A-4F83-AE45-489C8D6C8F2A}">
      <dsp:nvSpPr>
        <dsp:cNvPr id="0" name=""/>
        <dsp:cNvSpPr/>
      </dsp:nvSpPr>
      <dsp:spPr>
        <a:xfrm>
          <a:off x="0" y="3278169"/>
          <a:ext cx="503396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dirty="0"/>
            <a:t>«</a:t>
          </a:r>
          <a:r>
            <a:rPr lang="ru-RU" sz="2500" b="0" i="0" kern="1200" dirty="0" err="1"/>
            <a:t>Руської</a:t>
          </a:r>
          <a:r>
            <a:rPr lang="ru-RU" sz="2500" b="0" i="0" kern="1200" dirty="0"/>
            <a:t> </a:t>
          </a:r>
          <a:r>
            <a:rPr lang="ru-RU" sz="2500" b="0" i="0" kern="1200" dirty="0" err="1"/>
            <a:t>трійці</a:t>
          </a:r>
          <a:r>
            <a:rPr lang="ru-RU" sz="2500" b="0" i="0" kern="1200" dirty="0"/>
            <a:t>».</a:t>
          </a:r>
          <a:endParaRPr lang="uk-UA" sz="2500" kern="1200" dirty="0"/>
        </a:p>
      </dsp:txBody>
      <dsp:txXfrm>
        <a:off x="48547" y="3326716"/>
        <a:ext cx="4936866" cy="89740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E67842-E8BD-4652-A7CD-B742779770DB}">
      <dsp:nvSpPr>
        <dsp:cNvPr id="0" name=""/>
        <dsp:cNvSpPr/>
      </dsp:nvSpPr>
      <dsp:spPr>
        <a:xfrm>
          <a:off x="0" y="162549"/>
          <a:ext cx="5033960" cy="9547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dirty="0" err="1"/>
            <a:t>учасниками</a:t>
          </a:r>
          <a:r>
            <a:rPr lang="ru-RU" sz="2400" b="0" i="0" kern="1200" dirty="0"/>
            <a:t> </a:t>
          </a:r>
          <a:r>
            <a:rPr lang="ru-RU" sz="2400" b="0" i="0" kern="1200" dirty="0" err="1"/>
            <a:t>Кирило-Мефодіївського</a:t>
          </a:r>
          <a:r>
            <a:rPr lang="ru-RU" sz="2400" b="0" i="0" kern="1200" dirty="0"/>
            <a:t> братства.</a:t>
          </a:r>
          <a:endParaRPr lang="uk-UA" sz="2400" kern="1200" dirty="0"/>
        </a:p>
      </dsp:txBody>
      <dsp:txXfrm>
        <a:off x="46606" y="209155"/>
        <a:ext cx="4940748" cy="861507"/>
      </dsp:txXfrm>
    </dsp:sp>
    <dsp:sp modelId="{0EADF4E7-850D-4B31-B5FF-6E7CAB974477}">
      <dsp:nvSpPr>
        <dsp:cNvPr id="0" name=""/>
        <dsp:cNvSpPr/>
      </dsp:nvSpPr>
      <dsp:spPr>
        <a:xfrm>
          <a:off x="0" y="1186389"/>
          <a:ext cx="5033960" cy="9547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dirty="0"/>
            <a:t>авторами </a:t>
          </a:r>
          <a:r>
            <a:rPr lang="ru-RU" sz="2400" b="0" i="0" kern="1200" dirty="0" err="1"/>
            <a:t>музики</a:t>
          </a:r>
          <a:r>
            <a:rPr lang="ru-RU" sz="2400" b="0" i="0" kern="1200" dirty="0"/>
            <a:t> й тексту Державного </a:t>
          </a:r>
          <a:r>
            <a:rPr lang="ru-RU" sz="2400" b="0" i="0" kern="1200" dirty="0" err="1"/>
            <a:t>Гімну</a:t>
          </a:r>
          <a:r>
            <a:rPr lang="ru-RU" sz="2400" b="0" i="0" kern="1200" dirty="0"/>
            <a:t> </a:t>
          </a:r>
          <a:r>
            <a:rPr lang="ru-RU" sz="2400" b="0" i="0" kern="1200" dirty="0" err="1"/>
            <a:t>України</a:t>
          </a:r>
          <a:r>
            <a:rPr lang="ru-RU" sz="2400" b="0" i="0" kern="1200" dirty="0"/>
            <a:t>.</a:t>
          </a:r>
          <a:endParaRPr lang="uk-UA" sz="2400" kern="1200" dirty="0"/>
        </a:p>
      </dsp:txBody>
      <dsp:txXfrm>
        <a:off x="46606" y="1232995"/>
        <a:ext cx="4940748" cy="861507"/>
      </dsp:txXfrm>
    </dsp:sp>
    <dsp:sp modelId="{4721825D-CFF4-4BBC-9F7C-8665BA08AE9F}">
      <dsp:nvSpPr>
        <dsp:cNvPr id="0" name=""/>
        <dsp:cNvSpPr/>
      </dsp:nvSpPr>
      <dsp:spPr>
        <a:xfrm>
          <a:off x="0" y="2210229"/>
          <a:ext cx="5033960" cy="9547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видавцями громадсько-політичного журналу «Громада».</a:t>
          </a:r>
          <a:endParaRPr lang="uk-UA" sz="2400" kern="1200"/>
        </a:p>
      </dsp:txBody>
      <dsp:txXfrm>
        <a:off x="46606" y="2256835"/>
        <a:ext cx="4940748" cy="861507"/>
      </dsp:txXfrm>
    </dsp:sp>
    <dsp:sp modelId="{9EE2AC12-609E-497E-AB21-B3DBDCFFD225}">
      <dsp:nvSpPr>
        <dsp:cNvPr id="0" name=""/>
        <dsp:cNvSpPr/>
      </dsp:nvSpPr>
      <dsp:spPr>
        <a:xfrm>
          <a:off x="0" y="3234069"/>
          <a:ext cx="5033960" cy="9547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dirty="0" err="1"/>
            <a:t>засновниками</a:t>
          </a:r>
          <a:r>
            <a:rPr lang="ru-RU" sz="2400" b="0" i="0" kern="1200" dirty="0"/>
            <a:t> </a:t>
          </a:r>
          <a:r>
            <a:rPr lang="ru-RU" sz="2400" b="0" i="0" kern="1200" dirty="0" err="1"/>
            <a:t>Київського</a:t>
          </a:r>
          <a:r>
            <a:rPr lang="ru-RU" sz="2400" b="0" i="0" kern="1200" dirty="0"/>
            <a:t> </a:t>
          </a:r>
          <a:r>
            <a:rPr lang="ru-RU" sz="2400" b="0" i="0" kern="1200" dirty="0" err="1"/>
            <a:t>університету</a:t>
          </a:r>
          <a:r>
            <a:rPr lang="ru-RU" sz="2400" b="0" i="0" kern="1200" dirty="0"/>
            <a:t> Святого </a:t>
          </a:r>
          <a:r>
            <a:rPr lang="ru-RU" sz="2400" b="0" i="0" kern="1200" dirty="0" err="1"/>
            <a:t>Володимира</a:t>
          </a:r>
          <a:r>
            <a:rPr lang="ru-RU" sz="2400" b="0" i="0" kern="1200" dirty="0"/>
            <a:t>.</a:t>
          </a:r>
          <a:endParaRPr lang="uk-UA" sz="2400" kern="1200" dirty="0"/>
        </a:p>
      </dsp:txBody>
      <dsp:txXfrm>
        <a:off x="46606" y="3280675"/>
        <a:ext cx="4940748" cy="86150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A57838-1669-4CBB-86A7-B57A87A1B757}">
      <dsp:nvSpPr>
        <dsp:cNvPr id="0" name=""/>
        <dsp:cNvSpPr/>
      </dsp:nvSpPr>
      <dsp:spPr>
        <a:xfrm>
          <a:off x="0" y="81411"/>
          <a:ext cx="503396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dirty="0"/>
            <a:t>участь у </a:t>
          </a:r>
          <a:r>
            <a:rPr lang="ru-RU" sz="2500" b="0" i="0" kern="1200" dirty="0" err="1"/>
            <a:t>громадівському</a:t>
          </a:r>
          <a:r>
            <a:rPr lang="ru-RU" sz="2500" b="0" i="0" kern="1200" dirty="0"/>
            <a:t> </a:t>
          </a:r>
          <a:r>
            <a:rPr lang="ru-RU" sz="2500" b="0" i="0" kern="1200" dirty="0" err="1"/>
            <a:t>русі</a:t>
          </a:r>
          <a:endParaRPr lang="uk-UA" sz="2500" kern="1200" dirty="0"/>
        </a:p>
      </dsp:txBody>
      <dsp:txXfrm>
        <a:off x="48481" y="129892"/>
        <a:ext cx="4936998" cy="896166"/>
      </dsp:txXfrm>
    </dsp:sp>
    <dsp:sp modelId="{D310E0E5-354A-436B-ACA0-A85F01A9BD46}">
      <dsp:nvSpPr>
        <dsp:cNvPr id="0" name=""/>
        <dsp:cNvSpPr/>
      </dsp:nvSpPr>
      <dsp:spPr>
        <a:xfrm>
          <a:off x="0" y="1146540"/>
          <a:ext cx="503396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започаткування кооперативного руху</a:t>
          </a:r>
          <a:endParaRPr lang="uk-UA" sz="2500" kern="1200"/>
        </a:p>
      </dsp:txBody>
      <dsp:txXfrm>
        <a:off x="48481" y="1195021"/>
        <a:ext cx="4936998" cy="896166"/>
      </dsp:txXfrm>
    </dsp:sp>
    <dsp:sp modelId="{1BB18EAA-C261-4574-9161-4BA4FDE35EA7}">
      <dsp:nvSpPr>
        <dsp:cNvPr id="0" name=""/>
        <dsp:cNvSpPr/>
      </dsp:nvSpPr>
      <dsp:spPr>
        <a:xfrm>
          <a:off x="0" y="2211669"/>
          <a:ext cx="503396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dirty="0" err="1"/>
            <a:t>створення</a:t>
          </a:r>
          <a:r>
            <a:rPr lang="ru-RU" sz="2500" b="0" i="0" kern="1200" dirty="0"/>
            <a:t> </a:t>
          </a:r>
          <a:r>
            <a:rPr lang="ru-RU" sz="2500" b="0" i="0" kern="1200" dirty="0" err="1"/>
            <a:t>першого</a:t>
          </a:r>
          <a:r>
            <a:rPr lang="ru-RU" sz="2500" b="0" i="0" kern="1200" dirty="0"/>
            <a:t> </a:t>
          </a:r>
          <a:r>
            <a:rPr lang="ru-RU" sz="2500" b="0" i="0" kern="1200" dirty="0" err="1"/>
            <a:t>осередку</a:t>
          </a:r>
          <a:r>
            <a:rPr lang="ru-RU" sz="2500" b="0" i="0" kern="1200" dirty="0"/>
            <a:t> </a:t>
          </a:r>
          <a:r>
            <a:rPr lang="ru-RU" sz="2500" b="0" i="0" kern="1200" dirty="0" err="1"/>
            <a:t>товариства</a:t>
          </a:r>
          <a:r>
            <a:rPr lang="ru-RU" sz="2500" b="0" i="0" kern="1200" dirty="0"/>
            <a:t> «</a:t>
          </a:r>
          <a:r>
            <a:rPr lang="ru-RU" sz="2500" b="0" i="0" kern="1200" dirty="0" err="1"/>
            <a:t>Просвіта</a:t>
          </a:r>
          <a:r>
            <a:rPr lang="ru-RU" sz="2500" b="0" i="0" kern="1200" dirty="0"/>
            <a:t>»</a:t>
          </a:r>
          <a:endParaRPr lang="uk-UA" sz="2500" kern="1200" dirty="0"/>
        </a:p>
      </dsp:txBody>
      <dsp:txXfrm>
        <a:off x="48481" y="2260150"/>
        <a:ext cx="4936998" cy="896166"/>
      </dsp:txXfrm>
    </dsp:sp>
    <dsp:sp modelId="{54464468-A826-4414-A443-C172B919E433}">
      <dsp:nvSpPr>
        <dsp:cNvPr id="0" name=""/>
        <dsp:cNvSpPr/>
      </dsp:nvSpPr>
      <dsp:spPr>
        <a:xfrm>
          <a:off x="0" y="3276797"/>
          <a:ext cx="503396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dirty="0" err="1"/>
            <a:t>організація</a:t>
          </a:r>
          <a:r>
            <a:rPr lang="ru-RU" sz="2500" b="0" i="0" kern="1200" dirty="0"/>
            <a:t> </a:t>
          </a:r>
          <a:r>
            <a:rPr lang="ru-RU" sz="2500" b="0" i="0" kern="1200" dirty="0" err="1"/>
            <a:t>першої</a:t>
          </a:r>
          <a:r>
            <a:rPr lang="ru-RU" sz="2500" b="0" i="0" kern="1200" dirty="0"/>
            <a:t> </a:t>
          </a:r>
          <a:r>
            <a:rPr lang="ru-RU" sz="2500" b="0" i="0" kern="1200" dirty="0" err="1"/>
            <a:t>української</a:t>
          </a:r>
          <a:r>
            <a:rPr lang="ru-RU" sz="2500" b="0" i="0" kern="1200" dirty="0"/>
            <a:t> </a:t>
          </a:r>
          <a:r>
            <a:rPr lang="ru-RU" sz="2500" b="0" i="0" kern="1200" dirty="0" err="1"/>
            <a:t>політичної</a:t>
          </a:r>
          <a:r>
            <a:rPr lang="ru-RU" sz="2500" b="0" i="0" kern="1200" dirty="0"/>
            <a:t> </a:t>
          </a:r>
          <a:r>
            <a:rPr lang="ru-RU" sz="2500" b="0" i="0" kern="1200" dirty="0" err="1"/>
            <a:t>партії</a:t>
          </a:r>
          <a:endParaRPr lang="uk-UA" sz="2500" kern="1200" dirty="0"/>
        </a:p>
      </dsp:txBody>
      <dsp:txXfrm>
        <a:off x="48481" y="3325278"/>
        <a:ext cx="4936998" cy="89616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88EF3D-32F3-4007-A739-275D41CDADEE}">
      <dsp:nvSpPr>
        <dsp:cNvPr id="0" name=""/>
        <dsp:cNvSpPr/>
      </dsp:nvSpPr>
      <dsp:spPr>
        <a:xfrm>
          <a:off x="0" y="246428"/>
          <a:ext cx="503396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dirty="0"/>
            <a:t>«Маніфесту…» імператора Олександра </a:t>
          </a:r>
          <a:r>
            <a:rPr lang="en-US" sz="2300" b="0" i="0" kern="1200" dirty="0"/>
            <a:t>II </a:t>
          </a:r>
          <a:r>
            <a:rPr lang="uk-UA" sz="2300" b="0" i="0" kern="1200" dirty="0"/>
            <a:t>від 19 лютого 1861 р.</a:t>
          </a:r>
          <a:endParaRPr lang="uk-UA" sz="2300" kern="1200" dirty="0"/>
        </a:p>
      </dsp:txBody>
      <dsp:txXfrm>
        <a:off x="44664" y="291092"/>
        <a:ext cx="4944632" cy="825612"/>
      </dsp:txXfrm>
    </dsp:sp>
    <dsp:sp modelId="{29353474-552D-43FD-9FEA-76987E382FC2}">
      <dsp:nvSpPr>
        <dsp:cNvPr id="0" name=""/>
        <dsp:cNvSpPr/>
      </dsp:nvSpPr>
      <dsp:spPr>
        <a:xfrm>
          <a:off x="0" y="1227608"/>
          <a:ext cx="503396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Циркуляру міністра внутрішніх справ П. Валуєва від 18 липня 1863 р.</a:t>
          </a:r>
          <a:endParaRPr lang="uk-UA" sz="2300" kern="1200"/>
        </a:p>
      </dsp:txBody>
      <dsp:txXfrm>
        <a:off x="44664" y="1272272"/>
        <a:ext cx="4944632" cy="825612"/>
      </dsp:txXfrm>
    </dsp:sp>
    <dsp:sp modelId="{D5D6493C-D006-4A51-A296-275A3C7C695A}">
      <dsp:nvSpPr>
        <dsp:cNvPr id="0" name=""/>
        <dsp:cNvSpPr/>
      </dsp:nvSpPr>
      <dsp:spPr>
        <a:xfrm>
          <a:off x="0" y="2208789"/>
          <a:ext cx="503396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Емського указу імператора Олександра </a:t>
          </a:r>
          <a:r>
            <a:rPr lang="en-US" sz="2300" b="0" i="0" kern="1200"/>
            <a:t>II </a:t>
          </a:r>
          <a:r>
            <a:rPr lang="uk-UA" sz="2300" b="0" i="0" kern="1200"/>
            <a:t>від 18 травня 1876 р.</a:t>
          </a:r>
          <a:endParaRPr lang="uk-UA" sz="2300" kern="1200"/>
        </a:p>
      </dsp:txBody>
      <dsp:txXfrm>
        <a:off x="44664" y="2253453"/>
        <a:ext cx="4944632" cy="825612"/>
      </dsp:txXfrm>
    </dsp:sp>
    <dsp:sp modelId="{ABC4F43E-A2C8-4A3F-9F0C-33CB433BAB92}">
      <dsp:nvSpPr>
        <dsp:cNvPr id="0" name=""/>
        <dsp:cNvSpPr/>
      </dsp:nvSpPr>
      <dsp:spPr>
        <a:xfrm>
          <a:off x="0" y="3189969"/>
          <a:ext cx="503396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dirty="0"/>
            <a:t>«Маніфесту…» імператора Миколи </a:t>
          </a:r>
          <a:r>
            <a:rPr lang="en-US" sz="2300" b="0" i="0" kern="1200" dirty="0"/>
            <a:t>II </a:t>
          </a:r>
          <a:r>
            <a:rPr lang="uk-UA" sz="2300" b="0" i="0" kern="1200" dirty="0"/>
            <a:t>від 17 жовтня 1905 р.</a:t>
          </a:r>
          <a:endParaRPr lang="uk-UA" sz="2300" kern="1200" dirty="0"/>
        </a:p>
      </dsp:txBody>
      <dsp:txXfrm>
        <a:off x="44664" y="3234633"/>
        <a:ext cx="4944632" cy="82561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D6633F-03C9-417C-A350-211058DE25E2}">
      <dsp:nvSpPr>
        <dsp:cNvPr id="0" name=""/>
        <dsp:cNvSpPr/>
      </dsp:nvSpPr>
      <dsp:spPr>
        <a:xfrm>
          <a:off x="0" y="27143"/>
          <a:ext cx="5033960" cy="8248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актор, режисер, громадський діяч, корифей українського побутового театру, засновник першого українського стаціонарного театру</a:t>
          </a:r>
          <a:endParaRPr lang="uk-UA" sz="1500" kern="1200"/>
        </a:p>
      </dsp:txBody>
      <dsp:txXfrm>
        <a:off x="40266" y="67409"/>
        <a:ext cx="4953428" cy="744318"/>
      </dsp:txXfrm>
    </dsp:sp>
    <dsp:sp modelId="{A7283F96-9660-4DC1-9EEB-364783BA818C}">
      <dsp:nvSpPr>
        <dsp:cNvPr id="0" name=""/>
        <dsp:cNvSpPr/>
      </dsp:nvSpPr>
      <dsp:spPr>
        <a:xfrm>
          <a:off x="0" y="895193"/>
          <a:ext cx="5033960" cy="8248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композитор, етнограф, учасник громадівського руху, автор опер «Різдвяна ніч», «Утоплена», «Тарас Бульба», «Енеїда»</a:t>
          </a:r>
          <a:endParaRPr lang="uk-UA" sz="1500" kern="1200"/>
        </a:p>
      </dsp:txBody>
      <dsp:txXfrm>
        <a:off x="40266" y="935459"/>
        <a:ext cx="4953428" cy="744318"/>
      </dsp:txXfrm>
    </dsp:sp>
    <dsp:sp modelId="{436163E4-B514-4D2D-8652-8B74015F9BA9}">
      <dsp:nvSpPr>
        <dsp:cNvPr id="0" name=""/>
        <dsp:cNvSpPr/>
      </dsp:nvSpPr>
      <dsp:spPr>
        <a:xfrm>
          <a:off x="0" y="1763243"/>
          <a:ext cx="5033960" cy="8248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етнограф, фольклорист, брав участь у виданні журналу «Основа», автор вірша «Ще не вмерла Україна...»</a:t>
          </a:r>
          <a:endParaRPr lang="uk-UA" sz="1500" kern="1200"/>
        </a:p>
      </dsp:txBody>
      <dsp:txXfrm>
        <a:off x="40266" y="1803509"/>
        <a:ext cx="4953428" cy="744318"/>
      </dsp:txXfrm>
    </dsp:sp>
    <dsp:sp modelId="{3793EA88-E469-4E23-80A1-813EB273A9F3}">
      <dsp:nvSpPr>
        <dsp:cNvPr id="0" name=""/>
        <dsp:cNvSpPr/>
      </dsp:nvSpPr>
      <dsp:spPr>
        <a:xfrm>
          <a:off x="0" y="2631294"/>
          <a:ext cx="5033960" cy="8248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публіцист, один із організаторів «Старої громади», Вільної української друкарні в Женеві, видавець першого українського політичного журналу «Громада»</a:t>
          </a:r>
          <a:endParaRPr lang="uk-UA" sz="1500" kern="1200"/>
        </a:p>
      </dsp:txBody>
      <dsp:txXfrm>
        <a:off x="40266" y="2671560"/>
        <a:ext cx="4953428" cy="744318"/>
      </dsp:txXfrm>
    </dsp:sp>
    <dsp:sp modelId="{6ADA06AE-C3B9-4558-B1FF-76DD8D4BCFDE}">
      <dsp:nvSpPr>
        <dsp:cNvPr id="0" name=""/>
        <dsp:cNvSpPr/>
      </dsp:nvSpPr>
      <dsp:spPr>
        <a:xfrm>
          <a:off x="0" y="3499344"/>
          <a:ext cx="5033960" cy="8248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історик, член Кирило-Мефодіївського братства, автор першого українського історичного роману «Чорна рада»</a:t>
          </a:r>
          <a:endParaRPr lang="uk-UA" sz="1500" kern="1200"/>
        </a:p>
      </dsp:txBody>
      <dsp:txXfrm>
        <a:off x="40266" y="3539610"/>
        <a:ext cx="4953428" cy="74431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3DBE19-C92A-4B03-9C7E-D860280B63AD}">
      <dsp:nvSpPr>
        <dsp:cNvPr id="0" name=""/>
        <dsp:cNvSpPr/>
      </dsp:nvSpPr>
      <dsp:spPr>
        <a:xfrm>
          <a:off x="0" y="531"/>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F0A2C0-669B-4BD3-9BA9-35840197C9E2}">
      <dsp:nvSpPr>
        <dsp:cNvPr id="0" name=""/>
        <dsp:cNvSpPr/>
      </dsp:nvSpPr>
      <dsp:spPr>
        <a:xfrm>
          <a:off x="0" y="531"/>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0" kern="1200"/>
            <a:t>історик, професор Київського університету Св. Володимира, один з основоположників археології в Україні й один з ініціаторів заснування першого в Україні історичного журналу «Киевская старина»</a:t>
          </a:r>
          <a:endParaRPr lang="uk-UA" sz="1300" kern="1200"/>
        </a:p>
      </dsp:txBody>
      <dsp:txXfrm>
        <a:off x="0" y="531"/>
        <a:ext cx="5033960" cy="870055"/>
      </dsp:txXfrm>
    </dsp:sp>
    <dsp:sp modelId="{4E8BC7C0-A01D-4D12-9BE3-BC5CE10268D8}">
      <dsp:nvSpPr>
        <dsp:cNvPr id="0" name=""/>
        <dsp:cNvSpPr/>
      </dsp:nvSpPr>
      <dsp:spPr>
        <a:xfrm>
          <a:off x="0" y="870586"/>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3F0DA3-4275-4550-8726-992FD5D3EF61}">
      <dsp:nvSpPr>
        <dsp:cNvPr id="0" name=""/>
        <dsp:cNvSpPr/>
      </dsp:nvSpPr>
      <dsp:spPr>
        <a:xfrm>
          <a:off x="0" y="870586"/>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0" kern="1200"/>
            <a:t>просвітник, письменник, лідер національного відродження кримських татар, видавець першої в Криму тюркськомовної газети</a:t>
          </a:r>
          <a:endParaRPr lang="uk-UA" sz="1300" kern="1200"/>
        </a:p>
      </dsp:txBody>
      <dsp:txXfrm>
        <a:off x="0" y="870586"/>
        <a:ext cx="5033960" cy="870055"/>
      </dsp:txXfrm>
    </dsp:sp>
    <dsp:sp modelId="{F3745478-5A17-491B-8BD8-074950825E5B}">
      <dsp:nvSpPr>
        <dsp:cNvPr id="0" name=""/>
        <dsp:cNvSpPr/>
      </dsp:nvSpPr>
      <dsp:spPr>
        <a:xfrm>
          <a:off x="0" y="1740641"/>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0119A6-FCBF-460A-8245-199859CD45AE}">
      <dsp:nvSpPr>
        <dsp:cNvPr id="0" name=""/>
        <dsp:cNvSpPr/>
      </dsp:nvSpPr>
      <dsp:spPr>
        <a:xfrm>
          <a:off x="0" y="1740641"/>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0" kern="1200"/>
            <a:t>етнограф, громадський діяч, автор тексту Державного Гімну України</a:t>
          </a:r>
          <a:endParaRPr lang="uk-UA" sz="1300" kern="1200"/>
        </a:p>
      </dsp:txBody>
      <dsp:txXfrm>
        <a:off x="0" y="1740641"/>
        <a:ext cx="5033960" cy="870055"/>
      </dsp:txXfrm>
    </dsp:sp>
    <dsp:sp modelId="{74C906F0-16E1-45DC-BC8E-C5003BA1A972}">
      <dsp:nvSpPr>
        <dsp:cNvPr id="0" name=""/>
        <dsp:cNvSpPr/>
      </dsp:nvSpPr>
      <dsp:spPr>
        <a:xfrm>
          <a:off x="0" y="2610696"/>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7FBD75-5F0E-402F-A0DE-42BA61BEC4BE}">
      <dsp:nvSpPr>
        <dsp:cNvPr id="0" name=""/>
        <dsp:cNvSpPr/>
      </dsp:nvSpPr>
      <dsp:spPr>
        <a:xfrm>
          <a:off x="0" y="2610696"/>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0" kern="1200"/>
            <a:t>історик, публіцист, засновник Вільної української друкарні в Женеві, видавець першого українського політичного часопису</a:t>
          </a:r>
          <a:endParaRPr lang="uk-UA" sz="1300" kern="1200"/>
        </a:p>
      </dsp:txBody>
      <dsp:txXfrm>
        <a:off x="0" y="2610696"/>
        <a:ext cx="5033960" cy="870055"/>
      </dsp:txXfrm>
    </dsp:sp>
    <dsp:sp modelId="{93347B16-D041-406B-A0FB-7248520425C4}">
      <dsp:nvSpPr>
        <dsp:cNvPr id="0" name=""/>
        <dsp:cNvSpPr/>
      </dsp:nvSpPr>
      <dsp:spPr>
        <a:xfrm>
          <a:off x="0" y="3480751"/>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D9998C-C50F-454F-A8D3-64C2283B2530}">
      <dsp:nvSpPr>
        <dsp:cNvPr id="0" name=""/>
        <dsp:cNvSpPr/>
      </dsp:nvSpPr>
      <dsp:spPr>
        <a:xfrm>
          <a:off x="0" y="3480751"/>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0" kern="1200"/>
            <a:t>письменник, громадський діяч, упорядник «Словаря української мови»</a:t>
          </a:r>
          <a:endParaRPr lang="uk-UA" sz="1300" kern="1200"/>
        </a:p>
      </dsp:txBody>
      <dsp:txXfrm>
        <a:off x="0" y="3480751"/>
        <a:ext cx="5033960" cy="87005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558479-3D48-4500-9190-42633F690626}">
      <dsp:nvSpPr>
        <dsp:cNvPr id="0" name=""/>
        <dsp:cNvSpPr/>
      </dsp:nvSpPr>
      <dsp:spPr>
        <a:xfrm rot="10800000">
          <a:off x="1065101" y="2905"/>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dirty="0"/>
            <a:t>І. </a:t>
          </a:r>
          <a:r>
            <a:rPr lang="ru-RU" sz="2200" b="0" i="0" kern="1200" dirty="0" err="1"/>
            <a:t>Вагилевич</a:t>
          </a:r>
          <a:endParaRPr lang="uk-UA" sz="2200" kern="1200" dirty="0"/>
        </a:p>
      </dsp:txBody>
      <dsp:txXfrm rot="10800000">
        <a:off x="1287014" y="2905"/>
        <a:ext cx="3125670" cy="887653"/>
      </dsp:txXfrm>
    </dsp:sp>
    <dsp:sp modelId="{F20FD400-1908-4E5B-9122-CCB11341BF7F}">
      <dsp:nvSpPr>
        <dsp:cNvPr id="0" name=""/>
        <dsp:cNvSpPr/>
      </dsp:nvSpPr>
      <dsp:spPr>
        <a:xfrm>
          <a:off x="621274" y="2905"/>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2A2D16E-CDB3-4A6B-8381-201BE72548B8}">
      <dsp:nvSpPr>
        <dsp:cNvPr id="0" name=""/>
        <dsp:cNvSpPr/>
      </dsp:nvSpPr>
      <dsp:spPr>
        <a:xfrm rot="10800000">
          <a:off x="1065101" y="1155530"/>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М. Шашкевич</a:t>
          </a:r>
          <a:endParaRPr lang="uk-UA" sz="2200" kern="1200"/>
        </a:p>
      </dsp:txBody>
      <dsp:txXfrm rot="10800000">
        <a:off x="1287014" y="1155530"/>
        <a:ext cx="3125670" cy="887653"/>
      </dsp:txXfrm>
    </dsp:sp>
    <dsp:sp modelId="{09904A58-385F-43DB-AB27-168E0C72ED13}">
      <dsp:nvSpPr>
        <dsp:cNvPr id="0" name=""/>
        <dsp:cNvSpPr/>
      </dsp:nvSpPr>
      <dsp:spPr>
        <a:xfrm>
          <a:off x="621274" y="1155530"/>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00929D3-4DBF-4209-8B17-50D3CD3193D4}">
      <dsp:nvSpPr>
        <dsp:cNvPr id="0" name=""/>
        <dsp:cNvSpPr/>
      </dsp:nvSpPr>
      <dsp:spPr>
        <a:xfrm rot="10800000">
          <a:off x="1065101" y="2308154"/>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І. Могильницький</a:t>
          </a:r>
          <a:endParaRPr lang="uk-UA" sz="2200" kern="1200"/>
        </a:p>
      </dsp:txBody>
      <dsp:txXfrm rot="10800000">
        <a:off x="1287014" y="2308154"/>
        <a:ext cx="3125670" cy="887653"/>
      </dsp:txXfrm>
    </dsp:sp>
    <dsp:sp modelId="{7C3997E5-1FDB-4C92-812C-92741F405494}">
      <dsp:nvSpPr>
        <dsp:cNvPr id="0" name=""/>
        <dsp:cNvSpPr/>
      </dsp:nvSpPr>
      <dsp:spPr>
        <a:xfrm>
          <a:off x="621274" y="2308154"/>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5BFAFD7-BB3A-4839-B0EB-AEF11A154946}">
      <dsp:nvSpPr>
        <dsp:cNvPr id="0" name=""/>
        <dsp:cNvSpPr/>
      </dsp:nvSpPr>
      <dsp:spPr>
        <a:xfrm rot="10800000">
          <a:off x="1065101" y="3460779"/>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dirty="0"/>
            <a:t>Я. </a:t>
          </a:r>
          <a:r>
            <a:rPr lang="ru-RU" sz="2200" b="0" i="0" kern="1200" dirty="0" err="1"/>
            <a:t>Головацький</a:t>
          </a:r>
          <a:endParaRPr lang="uk-UA" sz="2200" kern="1200" dirty="0"/>
        </a:p>
      </dsp:txBody>
      <dsp:txXfrm rot="10800000">
        <a:off x="1287014" y="3460779"/>
        <a:ext cx="3125670" cy="887653"/>
      </dsp:txXfrm>
    </dsp:sp>
    <dsp:sp modelId="{701E874D-3B85-4569-BE1B-BA7A6A65D085}">
      <dsp:nvSpPr>
        <dsp:cNvPr id="0" name=""/>
        <dsp:cNvSpPr/>
      </dsp:nvSpPr>
      <dsp:spPr>
        <a:xfrm>
          <a:off x="621274" y="3460779"/>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A8E447-B86B-4D39-8AF6-D91381044283}">
      <dsp:nvSpPr>
        <dsp:cNvPr id="0" name=""/>
        <dsp:cNvSpPr/>
      </dsp:nvSpPr>
      <dsp:spPr>
        <a:xfrm>
          <a:off x="0" y="232569"/>
          <a:ext cx="5033960"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dirty="0"/>
            <a:t>політичного діяча, історика, засновника Вільної української друкарні в </a:t>
          </a:r>
          <a:r>
            <a:rPr lang="uk-UA" sz="1700" b="0" i="0" kern="1200" dirty="0" err="1"/>
            <a:t>Женеві,видавця</a:t>
          </a:r>
          <a:r>
            <a:rPr lang="uk-UA" sz="1700" b="0" i="0" kern="1200" dirty="0"/>
            <a:t> журналу «Громада».</a:t>
          </a:r>
          <a:endParaRPr lang="uk-UA" sz="1700" kern="1200" dirty="0"/>
        </a:p>
      </dsp:txBody>
      <dsp:txXfrm>
        <a:off x="45635" y="278204"/>
        <a:ext cx="4942690" cy="843560"/>
      </dsp:txXfrm>
    </dsp:sp>
    <dsp:sp modelId="{7BA78D59-41B4-41F5-A772-C65686900E31}">
      <dsp:nvSpPr>
        <dsp:cNvPr id="0" name=""/>
        <dsp:cNvSpPr/>
      </dsp:nvSpPr>
      <dsp:spPr>
        <a:xfrm>
          <a:off x="0" y="1216359"/>
          <a:ext cx="5033960"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історика, голову Історичного товариства Нестора-літописця, одного з ініціаторів заснування першого в Україні історичного журналу «Киевская старина».</a:t>
          </a:r>
          <a:endParaRPr lang="uk-UA" sz="1700" kern="1200"/>
        </a:p>
      </dsp:txBody>
      <dsp:txXfrm>
        <a:off x="45635" y="1261994"/>
        <a:ext cx="4942690" cy="843560"/>
      </dsp:txXfrm>
    </dsp:sp>
    <dsp:sp modelId="{0104AA01-41AC-489F-A686-50BE779B9488}">
      <dsp:nvSpPr>
        <dsp:cNvPr id="0" name=""/>
        <dsp:cNvSpPr/>
      </dsp:nvSpPr>
      <dsp:spPr>
        <a:xfrm>
          <a:off x="0" y="2200149"/>
          <a:ext cx="5033960"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етнографа, громадського діяча, автора вірша «Ще не вмерла України...».</a:t>
          </a:r>
          <a:endParaRPr lang="uk-UA" sz="1700" kern="1200"/>
        </a:p>
      </dsp:txBody>
      <dsp:txXfrm>
        <a:off x="45635" y="2245784"/>
        <a:ext cx="4942690" cy="843560"/>
      </dsp:txXfrm>
    </dsp:sp>
    <dsp:sp modelId="{6CEB3BAC-F12F-4701-87B4-9A1FD4DFBE9B}">
      <dsp:nvSpPr>
        <dsp:cNvPr id="0" name=""/>
        <dsp:cNvSpPr/>
      </dsp:nvSpPr>
      <dsp:spPr>
        <a:xfrm>
          <a:off x="0" y="3183939"/>
          <a:ext cx="5033960"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dirty="0"/>
            <a:t>історика, професора Київського університету, автора праць з історії козацької України, члена Кирило-Мефодіївського братства.</a:t>
          </a:r>
          <a:endParaRPr lang="uk-UA" sz="1700" kern="1200" dirty="0"/>
        </a:p>
      </dsp:txBody>
      <dsp:txXfrm>
        <a:off x="45635" y="3229574"/>
        <a:ext cx="4942690" cy="84356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6634E0-BBC0-422F-9B95-045842D477C6}">
      <dsp:nvSpPr>
        <dsp:cNvPr id="0" name=""/>
        <dsp:cNvSpPr/>
      </dsp:nvSpPr>
      <dsp:spPr>
        <a:xfrm>
          <a:off x="0" y="263889"/>
          <a:ext cx="5033960" cy="9278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uk-UA" sz="1300" b="0" i="1" kern="1200" dirty="0"/>
            <a:t>«Перлини народного мелосу («Щедрик») у його хорових композиціях набули нового звучання. Вирізняючись природністю руху голосів, ювелірною шліфовкою деталей, вони й донині є цікавими інтерпретаціями українських пісень...»</a:t>
          </a:r>
          <a:endParaRPr lang="uk-UA" sz="1300" kern="1200" dirty="0"/>
        </a:p>
      </dsp:txBody>
      <dsp:txXfrm>
        <a:off x="45292" y="309181"/>
        <a:ext cx="4943376" cy="837226"/>
      </dsp:txXfrm>
    </dsp:sp>
    <dsp:sp modelId="{EBE77998-CE19-41DA-A39D-52B77BD916E5}">
      <dsp:nvSpPr>
        <dsp:cNvPr id="0" name=""/>
        <dsp:cNvSpPr/>
      </dsp:nvSpPr>
      <dsp:spPr>
        <a:xfrm>
          <a:off x="0" y="1229139"/>
          <a:ext cx="5033960" cy="9278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uk-UA" sz="1300" b="0" i="1" kern="1200"/>
            <a:t>«Значення його мистецтва для української музики таке саме, як Глінки для росіян, Шопена для поляків, Сметани для чехів чи Гріга для норвежців. Бо крім «Запорожця за Дунаєм» справді мистецької музики до нього не було...»</a:t>
          </a:r>
          <a:endParaRPr lang="uk-UA" sz="1300" kern="1200"/>
        </a:p>
      </dsp:txBody>
      <dsp:txXfrm>
        <a:off x="45292" y="1274431"/>
        <a:ext cx="4943376" cy="837226"/>
      </dsp:txXfrm>
    </dsp:sp>
    <dsp:sp modelId="{4C4AAD2A-8434-43D4-9FCE-16948C3955EF}">
      <dsp:nvSpPr>
        <dsp:cNvPr id="0" name=""/>
        <dsp:cNvSpPr/>
      </dsp:nvSpPr>
      <dsp:spPr>
        <a:xfrm>
          <a:off x="0" y="2194389"/>
          <a:ext cx="5033960" cy="9278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uk-UA" sz="1300" b="0" i="1" kern="1200"/>
            <a:t>«Будучи одним із основоположників модернізму в музиці, не залишав поза увагою й народну тематику, створюючи як обробки українських пісень для голосу з фортепіано, так і вишукані романси на слова давніх китайських поетів...»</a:t>
          </a:r>
          <a:endParaRPr lang="uk-UA" sz="1300" kern="1200"/>
        </a:p>
      </dsp:txBody>
      <dsp:txXfrm>
        <a:off x="45292" y="2239681"/>
        <a:ext cx="4943376" cy="837226"/>
      </dsp:txXfrm>
    </dsp:sp>
    <dsp:sp modelId="{5C21FD87-96AF-460F-BC95-049615377DE8}">
      <dsp:nvSpPr>
        <dsp:cNvPr id="0" name=""/>
        <dsp:cNvSpPr/>
      </dsp:nvSpPr>
      <dsp:spPr>
        <a:xfrm>
          <a:off x="0" y="3159639"/>
          <a:ext cx="5033960" cy="9278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uk-UA" sz="1300" b="0" i="1" kern="1200" dirty="0"/>
            <a:t>«Втілюючи у своїй творчості риси італійської («</a:t>
          </a:r>
          <a:r>
            <a:rPr lang="uk-UA" sz="1300" b="0" i="1" kern="1200" dirty="0" err="1"/>
            <a:t>Алкід</a:t>
          </a:r>
          <a:r>
            <a:rPr lang="uk-UA" sz="1300" b="0" i="1" kern="1200" dirty="0"/>
            <a:t>») та французької («Свято сеньйора») опер, органічно поєднуючи діалоги, балетні та водевільні сцени, йому вдалося перетворити оперу на мистецтво широкого діапазону почуттів...»</a:t>
          </a:r>
          <a:endParaRPr lang="uk-UA" sz="1300" kern="1200" dirty="0"/>
        </a:p>
      </dsp:txBody>
      <dsp:txXfrm>
        <a:off x="45292" y="3204931"/>
        <a:ext cx="4943376" cy="83722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3F100-2615-4635-818E-CC671A1AA6F4}">
      <dsp:nvSpPr>
        <dsp:cNvPr id="0" name=""/>
        <dsp:cNvSpPr/>
      </dsp:nvSpPr>
      <dsp:spPr>
        <a:xfrm rot="10800000">
          <a:off x="1065101" y="2905"/>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dirty="0"/>
            <a:t>«Основа».</a:t>
          </a:r>
          <a:endParaRPr lang="uk-UA" sz="2400" kern="1200" dirty="0"/>
        </a:p>
      </dsp:txBody>
      <dsp:txXfrm rot="10800000">
        <a:off x="1287014" y="2905"/>
        <a:ext cx="3125670" cy="887653"/>
      </dsp:txXfrm>
    </dsp:sp>
    <dsp:sp modelId="{A57AFD33-945A-4735-A73C-D1B8F18D86B5}">
      <dsp:nvSpPr>
        <dsp:cNvPr id="0" name=""/>
        <dsp:cNvSpPr/>
      </dsp:nvSpPr>
      <dsp:spPr>
        <a:xfrm>
          <a:off x="621274" y="2905"/>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702D916-000C-4CA3-9DFE-050F4B2E35DF}">
      <dsp:nvSpPr>
        <dsp:cNvPr id="0" name=""/>
        <dsp:cNvSpPr/>
      </dsp:nvSpPr>
      <dsp:spPr>
        <a:xfrm rot="10800000">
          <a:off x="1065101" y="1155530"/>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dirty="0"/>
            <a:t>«Киевская старина».</a:t>
          </a:r>
          <a:endParaRPr lang="uk-UA" sz="2400" kern="1200" dirty="0"/>
        </a:p>
      </dsp:txBody>
      <dsp:txXfrm rot="10800000">
        <a:off x="1287014" y="1155530"/>
        <a:ext cx="3125670" cy="887653"/>
      </dsp:txXfrm>
    </dsp:sp>
    <dsp:sp modelId="{63824029-78AB-4D7B-AA9E-4E8CA5EA3432}">
      <dsp:nvSpPr>
        <dsp:cNvPr id="0" name=""/>
        <dsp:cNvSpPr/>
      </dsp:nvSpPr>
      <dsp:spPr>
        <a:xfrm>
          <a:off x="621274" y="1155530"/>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CF0BA6-EBAE-4AF7-B7A4-3FDFF7DAD7CD}">
      <dsp:nvSpPr>
        <dsp:cNvPr id="0" name=""/>
        <dsp:cNvSpPr/>
      </dsp:nvSpPr>
      <dsp:spPr>
        <a:xfrm rot="10800000">
          <a:off x="1065101" y="2308154"/>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a:t>«Громада».</a:t>
          </a:r>
          <a:endParaRPr lang="uk-UA" sz="2400" kern="1200"/>
        </a:p>
      </dsp:txBody>
      <dsp:txXfrm rot="10800000">
        <a:off x="1287014" y="2308154"/>
        <a:ext cx="3125670" cy="887653"/>
      </dsp:txXfrm>
    </dsp:sp>
    <dsp:sp modelId="{A899D584-E95E-4F85-B4C3-0907E54BDFA2}">
      <dsp:nvSpPr>
        <dsp:cNvPr id="0" name=""/>
        <dsp:cNvSpPr/>
      </dsp:nvSpPr>
      <dsp:spPr>
        <a:xfrm>
          <a:off x="621274" y="2308154"/>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4E1522-53FE-4A26-ABFE-5530901F386D}">
      <dsp:nvSpPr>
        <dsp:cNvPr id="0" name=""/>
        <dsp:cNvSpPr/>
      </dsp:nvSpPr>
      <dsp:spPr>
        <a:xfrm rot="10800000">
          <a:off x="1065101" y="3460779"/>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91440" rIns="170688" bIns="91440" numCol="1" spcCol="1270" anchor="ctr" anchorCtr="0">
          <a:noAutofit/>
        </a:bodyPr>
        <a:lstStyle/>
        <a:p>
          <a:pPr marL="0" lvl="0" indent="0" algn="ctr" defTabSz="1066800">
            <a:lnSpc>
              <a:spcPct val="90000"/>
            </a:lnSpc>
            <a:spcBef>
              <a:spcPct val="0"/>
            </a:spcBef>
            <a:spcAft>
              <a:spcPct val="35000"/>
            </a:spcAft>
            <a:buNone/>
          </a:pPr>
          <a:r>
            <a:rPr lang="ru-RU" sz="2400" b="0" i="0" kern="1200" dirty="0"/>
            <a:t>«Русалка </a:t>
          </a:r>
          <a:r>
            <a:rPr lang="ru-RU" sz="2400" b="0" i="0" kern="1200" dirty="0" err="1"/>
            <a:t>Дністровая</a:t>
          </a:r>
          <a:r>
            <a:rPr lang="ru-RU" sz="2400" b="0" i="0" kern="1200" dirty="0"/>
            <a:t>»</a:t>
          </a:r>
          <a:endParaRPr lang="uk-UA" sz="2400" kern="1200" dirty="0"/>
        </a:p>
      </dsp:txBody>
      <dsp:txXfrm rot="10800000">
        <a:off x="1287014" y="3460779"/>
        <a:ext cx="3125670" cy="887653"/>
      </dsp:txXfrm>
    </dsp:sp>
    <dsp:sp modelId="{989EB730-CD19-40C1-86B0-BA6B537A2805}">
      <dsp:nvSpPr>
        <dsp:cNvPr id="0" name=""/>
        <dsp:cNvSpPr/>
      </dsp:nvSpPr>
      <dsp:spPr>
        <a:xfrm>
          <a:off x="621274" y="3460779"/>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B384AA-AD5A-455E-9332-5F3392987892}">
      <dsp:nvSpPr>
        <dsp:cNvPr id="0" name=""/>
        <dsp:cNvSpPr/>
      </dsp:nvSpPr>
      <dsp:spPr>
        <a:xfrm>
          <a:off x="0" y="246428"/>
          <a:ext cx="503396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ru-RU" sz="2300" b="0" i="0" kern="1200" dirty="0"/>
            <a:t>А. Мельника, голову Проводу </a:t>
          </a:r>
          <a:r>
            <a:rPr lang="ru-RU" sz="2300" b="0" i="0" kern="1200" dirty="0" err="1"/>
            <a:t>українських</a:t>
          </a:r>
          <a:r>
            <a:rPr lang="ru-RU" sz="2300" b="0" i="0" kern="1200" dirty="0"/>
            <a:t> </a:t>
          </a:r>
          <a:r>
            <a:rPr lang="ru-RU" sz="2300" b="0" i="0" kern="1200" dirty="0" err="1"/>
            <a:t>націоналістів</a:t>
          </a:r>
          <a:r>
            <a:rPr lang="ru-RU" sz="2300" b="0" i="0" kern="1200" dirty="0"/>
            <a:t>.</a:t>
          </a:r>
          <a:endParaRPr lang="uk-UA" sz="2300" kern="1200" dirty="0"/>
        </a:p>
      </dsp:txBody>
      <dsp:txXfrm>
        <a:off x="44664" y="291092"/>
        <a:ext cx="4944632" cy="825612"/>
      </dsp:txXfrm>
    </dsp:sp>
    <dsp:sp modelId="{28BC9C7E-1D56-4795-A3C8-2EDA7D63930C}">
      <dsp:nvSpPr>
        <dsp:cNvPr id="0" name=""/>
        <dsp:cNvSpPr/>
      </dsp:nvSpPr>
      <dsp:spPr>
        <a:xfrm>
          <a:off x="0" y="1227608"/>
          <a:ext cx="503396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ru-RU" sz="2300" b="0" i="0" kern="1200"/>
            <a:t>А. Волошина, президента Карпатської України.</a:t>
          </a:r>
          <a:endParaRPr lang="uk-UA" sz="2300" kern="1200"/>
        </a:p>
      </dsp:txBody>
      <dsp:txXfrm>
        <a:off x="44664" y="1272272"/>
        <a:ext cx="4944632" cy="825612"/>
      </dsp:txXfrm>
    </dsp:sp>
    <dsp:sp modelId="{FCDEDA37-9E6B-4585-9F3D-44BD58C2DCA1}">
      <dsp:nvSpPr>
        <dsp:cNvPr id="0" name=""/>
        <dsp:cNvSpPr/>
      </dsp:nvSpPr>
      <dsp:spPr>
        <a:xfrm>
          <a:off x="0" y="2208789"/>
          <a:ext cx="503396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ru-RU" sz="2300" b="0" i="0" kern="1200"/>
            <a:t>В. Липинського, засновника українського монархічного руху.</a:t>
          </a:r>
          <a:endParaRPr lang="uk-UA" sz="2300" kern="1200"/>
        </a:p>
      </dsp:txBody>
      <dsp:txXfrm>
        <a:off x="44664" y="2253453"/>
        <a:ext cx="4944632" cy="825612"/>
      </dsp:txXfrm>
    </dsp:sp>
    <dsp:sp modelId="{B8AFE13F-F732-4C83-97C9-46207E61ED97}">
      <dsp:nvSpPr>
        <dsp:cNvPr id="0" name=""/>
        <dsp:cNvSpPr/>
      </dsp:nvSpPr>
      <dsp:spPr>
        <a:xfrm>
          <a:off x="0" y="3189969"/>
          <a:ext cx="503396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ru-RU" sz="2300" b="0" i="0" kern="1200" dirty="0"/>
            <a:t>Й. </a:t>
          </a:r>
          <a:r>
            <a:rPr lang="ru-RU" sz="2300" b="0" i="0" kern="1200" dirty="0" err="1"/>
            <a:t>Сліпого</a:t>
          </a:r>
          <a:r>
            <a:rPr lang="ru-RU" sz="2300" b="0" i="0" kern="1200" dirty="0"/>
            <a:t>, митрополита </a:t>
          </a:r>
          <a:r>
            <a:rPr lang="ru-RU" sz="2300" b="0" i="0" kern="1200" dirty="0" err="1"/>
            <a:t>Української</a:t>
          </a:r>
          <a:r>
            <a:rPr lang="ru-RU" sz="2300" b="0" i="0" kern="1200" dirty="0"/>
            <a:t> греко-</a:t>
          </a:r>
          <a:r>
            <a:rPr lang="ru-RU" sz="2300" b="0" i="0" kern="1200" dirty="0" err="1"/>
            <a:t>католицької</a:t>
          </a:r>
          <a:r>
            <a:rPr lang="ru-RU" sz="2300" b="0" i="0" kern="1200" dirty="0"/>
            <a:t> церкви.</a:t>
          </a:r>
          <a:endParaRPr lang="uk-UA" sz="2300" kern="1200" dirty="0"/>
        </a:p>
      </dsp:txBody>
      <dsp:txXfrm>
        <a:off x="44664" y="3234633"/>
        <a:ext cx="4944632" cy="82561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2733B2-307D-41CA-A3F8-EC6047FC8721}">
      <dsp:nvSpPr>
        <dsp:cNvPr id="0" name=""/>
        <dsp:cNvSpPr/>
      </dsp:nvSpPr>
      <dsp:spPr>
        <a:xfrm>
          <a:off x="0" y="31779"/>
          <a:ext cx="5033960"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ru-RU" sz="4100" b="0" i="0" kern="1200" dirty="0" err="1"/>
            <a:t>поетесу</a:t>
          </a:r>
          <a:r>
            <a:rPr lang="ru-RU" sz="4100" b="0" i="0" kern="1200" dirty="0"/>
            <a:t>.</a:t>
          </a:r>
          <a:endParaRPr lang="uk-UA" sz="4100" kern="1200" dirty="0"/>
        </a:p>
      </dsp:txBody>
      <dsp:txXfrm>
        <a:off x="48005" y="79784"/>
        <a:ext cx="4937950" cy="887374"/>
      </dsp:txXfrm>
    </dsp:sp>
    <dsp:sp modelId="{EECC718C-FE24-4915-AC57-0E92145F526C}">
      <dsp:nvSpPr>
        <dsp:cNvPr id="0" name=""/>
        <dsp:cNvSpPr/>
      </dsp:nvSpPr>
      <dsp:spPr>
        <a:xfrm>
          <a:off x="0" y="1133244"/>
          <a:ext cx="5033960"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ru-RU" sz="4100" b="0" i="0" kern="1200"/>
            <a:t>балерину.</a:t>
          </a:r>
          <a:endParaRPr lang="uk-UA" sz="4100" kern="1200"/>
        </a:p>
      </dsp:txBody>
      <dsp:txXfrm>
        <a:off x="48005" y="1181249"/>
        <a:ext cx="4937950" cy="887374"/>
      </dsp:txXfrm>
    </dsp:sp>
    <dsp:sp modelId="{FCF840C9-7E03-4D57-9057-9EB1382417B0}">
      <dsp:nvSpPr>
        <dsp:cNvPr id="0" name=""/>
        <dsp:cNvSpPr/>
      </dsp:nvSpPr>
      <dsp:spPr>
        <a:xfrm>
          <a:off x="0" y="2234709"/>
          <a:ext cx="5033960"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ru-RU" sz="4100" b="0" i="0" kern="1200"/>
            <a:t>художницю.</a:t>
          </a:r>
          <a:endParaRPr lang="uk-UA" sz="4100" kern="1200"/>
        </a:p>
      </dsp:txBody>
      <dsp:txXfrm>
        <a:off x="48005" y="2282714"/>
        <a:ext cx="4937950" cy="887374"/>
      </dsp:txXfrm>
    </dsp:sp>
    <dsp:sp modelId="{9D01BE3D-151D-4E0F-A119-FFBEED9C17B3}">
      <dsp:nvSpPr>
        <dsp:cNvPr id="0" name=""/>
        <dsp:cNvSpPr/>
      </dsp:nvSpPr>
      <dsp:spPr>
        <a:xfrm>
          <a:off x="0" y="3336174"/>
          <a:ext cx="5033960"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ru-RU" sz="4100" b="0" i="0" kern="1200" dirty="0" err="1"/>
            <a:t>оперну</a:t>
          </a:r>
          <a:r>
            <a:rPr lang="ru-RU" sz="4100" b="0" i="0" kern="1200" dirty="0"/>
            <a:t> </a:t>
          </a:r>
          <a:r>
            <a:rPr lang="ru-RU" sz="4100" b="0" i="0" kern="1200" dirty="0" err="1"/>
            <a:t>співачку</a:t>
          </a:r>
          <a:r>
            <a:rPr lang="ru-RU" sz="4100" b="0" i="0" kern="1200" dirty="0"/>
            <a:t>.</a:t>
          </a:r>
          <a:endParaRPr lang="uk-UA" sz="4100" kern="1200" dirty="0"/>
        </a:p>
      </dsp:txBody>
      <dsp:txXfrm>
        <a:off x="48005" y="3384179"/>
        <a:ext cx="4937950" cy="88737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E10DA2-9AE3-4808-8209-C7700B4828E7}">
      <dsp:nvSpPr>
        <dsp:cNvPr id="0" name=""/>
        <dsp:cNvSpPr/>
      </dsp:nvSpPr>
      <dsp:spPr>
        <a:xfrm>
          <a:off x="0" y="330308"/>
          <a:ext cx="503396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митрополитів Української греко-католицької церкви.</a:t>
          </a:r>
          <a:endParaRPr lang="uk-UA" sz="2200" kern="1200"/>
        </a:p>
      </dsp:txBody>
      <dsp:txXfrm>
        <a:off x="42722" y="373030"/>
        <a:ext cx="4948516" cy="789716"/>
      </dsp:txXfrm>
    </dsp:sp>
    <dsp:sp modelId="{8CB9CC38-3056-46CC-8083-3927AD9DD5EF}">
      <dsp:nvSpPr>
        <dsp:cNvPr id="0" name=""/>
        <dsp:cNvSpPr/>
      </dsp:nvSpPr>
      <dsp:spPr>
        <a:xfrm>
          <a:off x="0" y="1268829"/>
          <a:ext cx="503396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dirty="0"/>
            <a:t>ініціаторів створення Української автокефальної православної церкви.</a:t>
          </a:r>
          <a:endParaRPr lang="uk-UA" sz="2200" kern="1200" dirty="0"/>
        </a:p>
      </dsp:txBody>
      <dsp:txXfrm>
        <a:off x="42722" y="1311551"/>
        <a:ext cx="4948516" cy="789716"/>
      </dsp:txXfrm>
    </dsp:sp>
    <dsp:sp modelId="{0C39F888-4F92-4E91-84E4-4D4B969820BE}">
      <dsp:nvSpPr>
        <dsp:cNvPr id="0" name=""/>
        <dsp:cNvSpPr/>
      </dsp:nvSpPr>
      <dsp:spPr>
        <a:xfrm>
          <a:off x="0" y="2207349"/>
          <a:ext cx="503396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активних учасників неканонічного Львівського церковного собору 1946 р.</a:t>
          </a:r>
          <a:endParaRPr lang="uk-UA" sz="2200" kern="1200"/>
        </a:p>
      </dsp:txBody>
      <dsp:txXfrm>
        <a:off x="42722" y="2250071"/>
        <a:ext cx="4948516" cy="789716"/>
      </dsp:txXfrm>
    </dsp:sp>
    <dsp:sp modelId="{C6C4A18D-AAD0-4AC0-802C-50B65CFBA753}">
      <dsp:nvSpPr>
        <dsp:cNvPr id="0" name=""/>
        <dsp:cNvSpPr/>
      </dsp:nvSpPr>
      <dsp:spPr>
        <a:xfrm>
          <a:off x="0" y="3145869"/>
          <a:ext cx="5033960"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dirty="0"/>
            <a:t>фундаторів Української православної церкви Київського патріархату.</a:t>
          </a:r>
          <a:endParaRPr lang="uk-UA" sz="2200" kern="1200" dirty="0"/>
        </a:p>
      </dsp:txBody>
      <dsp:txXfrm>
        <a:off x="42722" y="3188591"/>
        <a:ext cx="4948516" cy="789716"/>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C762BA-677F-4E16-8028-F9BE8754A5DC}">
      <dsp:nvSpPr>
        <dsp:cNvPr id="0" name=""/>
        <dsp:cNvSpPr/>
      </dsp:nvSpPr>
      <dsp:spPr>
        <a:xfrm>
          <a:off x="0" y="84046"/>
          <a:ext cx="5033960" cy="10069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dirty="0" err="1"/>
            <a:t>письменника</a:t>
          </a:r>
          <a:r>
            <a:rPr lang="ru-RU" sz="1800" b="0" i="0" kern="1200" dirty="0"/>
            <a:t>, </a:t>
          </a:r>
          <a:r>
            <a:rPr lang="ru-RU" sz="1800" b="0" i="0" kern="1200" dirty="0" err="1"/>
            <a:t>кінорежисера</a:t>
          </a:r>
          <a:r>
            <a:rPr lang="ru-RU" sz="1800" b="0" i="0" kern="1200" dirty="0"/>
            <a:t>, </a:t>
          </a:r>
          <a:r>
            <a:rPr lang="ru-RU" sz="1800" b="0" i="0" kern="1200" dirty="0" err="1"/>
            <a:t>кінодраматурга</a:t>
          </a:r>
          <a:r>
            <a:rPr lang="ru-RU" sz="1800" b="0" i="0" kern="1200" dirty="0"/>
            <a:t>, </a:t>
          </a:r>
          <a:r>
            <a:rPr lang="ru-RU" sz="1800" b="0" i="0" kern="1200" dirty="0" err="1"/>
            <a:t>класика</a:t>
          </a:r>
          <a:r>
            <a:rPr lang="ru-RU" sz="1800" b="0" i="0" kern="1200" dirty="0"/>
            <a:t> </a:t>
          </a:r>
          <a:r>
            <a:rPr lang="ru-RU" sz="1800" b="0" i="0" kern="1200" dirty="0" err="1"/>
            <a:t>світового</a:t>
          </a:r>
          <a:r>
            <a:rPr lang="ru-RU" sz="1800" b="0" i="0" kern="1200" dirty="0"/>
            <a:t> </a:t>
          </a:r>
          <a:r>
            <a:rPr lang="ru-RU" sz="1800" b="0" i="0" kern="1200" dirty="0" err="1"/>
            <a:t>кінематографа</a:t>
          </a:r>
          <a:r>
            <a:rPr lang="ru-RU" sz="1800" b="0" i="0" kern="1200" dirty="0"/>
            <a:t>.</a:t>
          </a:r>
          <a:endParaRPr lang="uk-UA" sz="1800" kern="1200" dirty="0"/>
        </a:p>
      </dsp:txBody>
      <dsp:txXfrm>
        <a:off x="49154" y="133200"/>
        <a:ext cx="4935652" cy="908623"/>
      </dsp:txXfrm>
    </dsp:sp>
    <dsp:sp modelId="{1FB5F9E1-2DF0-4A71-8D90-68B7E20736FD}">
      <dsp:nvSpPr>
        <dsp:cNvPr id="0" name=""/>
        <dsp:cNvSpPr/>
      </dsp:nvSpPr>
      <dsp:spPr>
        <a:xfrm>
          <a:off x="0" y="1142817"/>
          <a:ext cx="5033960" cy="10069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dirty="0"/>
            <a:t>композитора, </a:t>
          </a:r>
          <a:r>
            <a:rPr lang="ru-RU" sz="1800" b="0" i="0" kern="1200" dirty="0" err="1"/>
            <a:t>піаніста</a:t>
          </a:r>
          <a:r>
            <a:rPr lang="ru-RU" sz="1800" b="0" i="0" kern="1200" dirty="0"/>
            <a:t>, </a:t>
          </a:r>
          <a:r>
            <a:rPr lang="ru-RU" sz="1800" b="0" i="0" kern="1200" dirty="0" err="1"/>
            <a:t>диригента</a:t>
          </a:r>
          <a:r>
            <a:rPr lang="ru-RU" sz="1800" b="0" i="0" kern="1200" dirty="0"/>
            <a:t>, </a:t>
          </a:r>
          <a:r>
            <a:rPr lang="ru-RU" sz="1800" b="0" i="0" kern="1200" dirty="0" err="1"/>
            <a:t>фундатора</a:t>
          </a:r>
          <a:r>
            <a:rPr lang="ru-RU" sz="1800" b="0" i="0" kern="1200" dirty="0"/>
            <a:t> </a:t>
          </a:r>
          <a:r>
            <a:rPr lang="ru-RU" sz="1800" b="0" i="0" kern="1200" dirty="0" err="1"/>
            <a:t>української</a:t>
          </a:r>
          <a:r>
            <a:rPr lang="ru-RU" sz="1800" b="0" i="0" kern="1200" dirty="0"/>
            <a:t> </a:t>
          </a:r>
          <a:r>
            <a:rPr lang="ru-RU" sz="1800" b="0" i="0" kern="1200" dirty="0" err="1"/>
            <a:t>національної</a:t>
          </a:r>
          <a:r>
            <a:rPr lang="ru-RU" sz="1800" b="0" i="0" kern="1200" dirty="0"/>
            <a:t> </a:t>
          </a:r>
          <a:r>
            <a:rPr lang="ru-RU" sz="1800" b="0" i="0" kern="1200" dirty="0" err="1"/>
            <a:t>музики</a:t>
          </a:r>
          <a:r>
            <a:rPr lang="ru-RU" sz="1800" b="0" i="0" kern="1200" dirty="0"/>
            <a:t>.</a:t>
          </a:r>
          <a:endParaRPr lang="uk-UA" sz="1800" kern="1200" dirty="0"/>
        </a:p>
      </dsp:txBody>
      <dsp:txXfrm>
        <a:off x="49154" y="1191971"/>
        <a:ext cx="4935652" cy="908623"/>
      </dsp:txXfrm>
    </dsp:sp>
    <dsp:sp modelId="{3C3EFF16-39F3-4743-933F-4D0CF748022D}">
      <dsp:nvSpPr>
        <dsp:cNvPr id="0" name=""/>
        <dsp:cNvSpPr/>
      </dsp:nvSpPr>
      <dsp:spPr>
        <a:xfrm>
          <a:off x="0" y="2201589"/>
          <a:ext cx="5033960" cy="10069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історика, сходознавця, письменника, перекладача, одного з організаторів Академії наук України.</a:t>
          </a:r>
          <a:endParaRPr lang="uk-UA" sz="1800" kern="1200"/>
        </a:p>
      </dsp:txBody>
      <dsp:txXfrm>
        <a:off x="49154" y="2250743"/>
        <a:ext cx="4935652" cy="908623"/>
      </dsp:txXfrm>
    </dsp:sp>
    <dsp:sp modelId="{8378CD64-ADB1-4280-AFD9-950404883340}">
      <dsp:nvSpPr>
        <dsp:cNvPr id="0" name=""/>
        <dsp:cNvSpPr/>
      </dsp:nvSpPr>
      <dsp:spPr>
        <a:xfrm>
          <a:off x="0" y="3260360"/>
          <a:ext cx="5033960" cy="10069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dirty="0" err="1"/>
            <a:t>режисера</a:t>
          </a:r>
          <a:r>
            <a:rPr lang="ru-RU" sz="1800" b="0" i="0" kern="1200" dirty="0"/>
            <a:t>, драматурга, актора, основоположника </a:t>
          </a:r>
          <a:r>
            <a:rPr lang="ru-RU" sz="1800" b="0" i="0" kern="1200" dirty="0" err="1"/>
            <a:t>українського</a:t>
          </a:r>
          <a:r>
            <a:rPr lang="ru-RU" sz="1800" b="0" i="0" kern="1200" dirty="0"/>
            <a:t> модерного (нового) театру.</a:t>
          </a:r>
          <a:endParaRPr lang="uk-UA" sz="1800" kern="1200" dirty="0"/>
        </a:p>
      </dsp:txBody>
      <dsp:txXfrm>
        <a:off x="49154" y="3309514"/>
        <a:ext cx="4935652" cy="908623"/>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A8627F-CEDE-4F91-A302-8CEB0CB19F8C}">
      <dsp:nvSpPr>
        <dsp:cNvPr id="0" name=""/>
        <dsp:cNvSpPr/>
      </dsp:nvSpPr>
      <dsp:spPr>
        <a:xfrm>
          <a:off x="0" y="702729"/>
          <a:ext cx="5033960"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письменник, фундатор національного кінематографа, автор кінофільмів «Звенигора», «Арсенал», «Земля»</a:t>
          </a:r>
          <a:endParaRPr lang="uk-UA" sz="1400" kern="1200"/>
        </a:p>
      </dsp:txBody>
      <dsp:txXfrm>
        <a:off x="27187" y="729916"/>
        <a:ext cx="4979586" cy="502546"/>
      </dsp:txXfrm>
    </dsp:sp>
    <dsp:sp modelId="{01B5A5E9-F970-4836-A2A2-6DD7979271DE}">
      <dsp:nvSpPr>
        <dsp:cNvPr id="0" name=""/>
        <dsp:cNvSpPr/>
      </dsp:nvSpPr>
      <dsp:spPr>
        <a:xfrm>
          <a:off x="0" y="1299969"/>
          <a:ext cx="5033960"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митець – монументаліст, графік, фундатор новаторської художньої школи в українському мистецтві 1920-х рр.</a:t>
          </a:r>
          <a:endParaRPr lang="uk-UA" sz="1400" kern="1200"/>
        </a:p>
      </dsp:txBody>
      <dsp:txXfrm>
        <a:off x="27187" y="1327156"/>
        <a:ext cx="4979586" cy="502546"/>
      </dsp:txXfrm>
    </dsp:sp>
    <dsp:sp modelId="{AAE791F5-DCB5-4D5A-844D-DBE93746B110}">
      <dsp:nvSpPr>
        <dsp:cNvPr id="0" name=""/>
        <dsp:cNvSpPr/>
      </dsp:nvSpPr>
      <dsp:spPr>
        <a:xfrm>
          <a:off x="0" y="1897209"/>
          <a:ext cx="5033960"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актор, режисер, новатор українського театру, керівник мистецького об’єднання «Березіль»</a:t>
          </a:r>
          <a:endParaRPr lang="uk-UA" sz="1400" kern="1200"/>
        </a:p>
      </dsp:txBody>
      <dsp:txXfrm>
        <a:off x="27187" y="1924396"/>
        <a:ext cx="4979586" cy="502546"/>
      </dsp:txXfrm>
    </dsp:sp>
    <dsp:sp modelId="{736320EF-A8D5-4263-A11E-70B988B972D6}">
      <dsp:nvSpPr>
        <dsp:cNvPr id="0" name=""/>
        <dsp:cNvSpPr/>
      </dsp:nvSpPr>
      <dsp:spPr>
        <a:xfrm>
          <a:off x="0" y="2494449"/>
          <a:ext cx="5033960"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прозаїк, поет, публіцист, засновник літературних об’єднань – «Гарт» (1923), «Урбіно» (1924), «ВАПЛІТЕ» (1926)</a:t>
          </a:r>
          <a:endParaRPr lang="uk-UA" sz="1400" kern="1200"/>
        </a:p>
      </dsp:txBody>
      <dsp:txXfrm>
        <a:off x="27187" y="2521636"/>
        <a:ext cx="4979586" cy="502546"/>
      </dsp:txXfrm>
    </dsp:sp>
    <dsp:sp modelId="{726DFB50-2DE0-4ABF-A249-1E0CC7F250DD}">
      <dsp:nvSpPr>
        <dsp:cNvPr id="0" name=""/>
        <dsp:cNvSpPr/>
      </dsp:nvSpPr>
      <dsp:spPr>
        <a:xfrm>
          <a:off x="0" y="3091689"/>
          <a:ext cx="5033960"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український економіст 1920-х рр., автор концепції економічної самодостатності УСРР</a:t>
          </a:r>
          <a:endParaRPr lang="uk-UA" sz="1400" kern="1200"/>
        </a:p>
      </dsp:txBody>
      <dsp:txXfrm>
        <a:off x="27187" y="3118876"/>
        <a:ext cx="4979586" cy="502546"/>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8AF500-23D3-4332-B92C-AA245C21F489}">
      <dsp:nvSpPr>
        <dsp:cNvPr id="0" name=""/>
        <dsp:cNvSpPr/>
      </dsp:nvSpPr>
      <dsp:spPr>
        <a:xfrm>
          <a:off x="0" y="81411"/>
          <a:ext cx="503396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президент Карпатської України</a:t>
          </a:r>
          <a:endParaRPr lang="uk-UA" sz="2500" kern="1200"/>
        </a:p>
      </dsp:txBody>
      <dsp:txXfrm>
        <a:off x="48481" y="129892"/>
        <a:ext cx="4936998" cy="896166"/>
      </dsp:txXfrm>
    </dsp:sp>
    <dsp:sp modelId="{3B6FDECB-AD93-43EA-AF6D-84A24C897D4B}">
      <dsp:nvSpPr>
        <dsp:cNvPr id="0" name=""/>
        <dsp:cNvSpPr/>
      </dsp:nvSpPr>
      <dsp:spPr>
        <a:xfrm>
          <a:off x="0" y="1146540"/>
          <a:ext cx="503396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dirty="0"/>
            <a:t>в’язень радянських </a:t>
          </a:r>
          <a:r>
            <a:rPr lang="uk-UA" sz="2500" b="0" i="0" kern="1200" dirty="0" err="1"/>
            <a:t>тюрем</a:t>
          </a:r>
          <a:endParaRPr lang="uk-UA" sz="2500" kern="1200" dirty="0"/>
        </a:p>
      </dsp:txBody>
      <dsp:txXfrm>
        <a:off x="48481" y="1195021"/>
        <a:ext cx="4936998" cy="896166"/>
      </dsp:txXfrm>
    </dsp:sp>
    <dsp:sp modelId="{75B53A6A-43E2-44A5-9DCA-53A7001C9041}">
      <dsp:nvSpPr>
        <dsp:cNvPr id="0" name=""/>
        <dsp:cNvSpPr/>
      </dsp:nvSpPr>
      <dsp:spPr>
        <a:xfrm>
          <a:off x="0" y="2211669"/>
          <a:ext cx="503396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dirty="0"/>
            <a:t>засновник Учительської громади Підкарпатської Руси</a:t>
          </a:r>
          <a:endParaRPr lang="uk-UA" sz="2500" kern="1200" dirty="0"/>
        </a:p>
      </dsp:txBody>
      <dsp:txXfrm>
        <a:off x="48481" y="2260150"/>
        <a:ext cx="4936998" cy="896166"/>
      </dsp:txXfrm>
    </dsp:sp>
    <dsp:sp modelId="{4E5BB581-C531-4134-B52A-79B5E07EFAC3}">
      <dsp:nvSpPr>
        <dsp:cNvPr id="0" name=""/>
        <dsp:cNvSpPr/>
      </dsp:nvSpPr>
      <dsp:spPr>
        <a:xfrm>
          <a:off x="0" y="3276797"/>
          <a:ext cx="503396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dirty="0"/>
            <a:t>ректор Українського вільного університету в Празі</a:t>
          </a:r>
          <a:endParaRPr lang="uk-UA" sz="2500" kern="1200" dirty="0"/>
        </a:p>
      </dsp:txBody>
      <dsp:txXfrm>
        <a:off x="48481" y="3325278"/>
        <a:ext cx="4936998" cy="896166"/>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1822DA-2C87-4724-8EFB-8679AD244881}">
      <dsp:nvSpPr>
        <dsp:cNvPr id="0" name=""/>
        <dsp:cNvSpPr/>
      </dsp:nvSpPr>
      <dsp:spPr>
        <a:xfrm>
          <a:off x="0" y="3969"/>
          <a:ext cx="5033960" cy="10448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Пише листи керівникам Третього рейху із засудженням винищення євреїв й окупаційної політики на Сході.</a:t>
          </a:r>
          <a:endParaRPr lang="uk-UA" sz="1900" kern="1200" dirty="0"/>
        </a:p>
      </dsp:txBody>
      <dsp:txXfrm>
        <a:off x="51003" y="54972"/>
        <a:ext cx="4931954" cy="942803"/>
      </dsp:txXfrm>
    </dsp:sp>
    <dsp:sp modelId="{C21D8CCA-EE5A-4BF5-B67D-CA8A38F22BC1}">
      <dsp:nvSpPr>
        <dsp:cNvPr id="0" name=""/>
        <dsp:cNvSpPr/>
      </dsp:nvSpPr>
      <dsp:spPr>
        <a:xfrm>
          <a:off x="0" y="1103499"/>
          <a:ext cx="5033960" cy="10448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У зв’язку з проведенням акції «пацифікації» протестує проти розправи польських військ над українським населенням Галичини.</a:t>
          </a:r>
          <a:endParaRPr lang="uk-UA" sz="1900" kern="1200"/>
        </a:p>
      </dsp:txBody>
      <dsp:txXfrm>
        <a:off x="51003" y="1154502"/>
        <a:ext cx="4931954" cy="942803"/>
      </dsp:txXfrm>
    </dsp:sp>
    <dsp:sp modelId="{4FDA0FEC-761D-42AF-A352-ABA9B834A477}">
      <dsp:nvSpPr>
        <dsp:cNvPr id="0" name=""/>
        <dsp:cNvSpPr/>
      </dsp:nvSpPr>
      <dsp:spPr>
        <a:xfrm>
          <a:off x="0" y="2203029"/>
          <a:ext cx="5033960" cy="10448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Виступає з рішучим протестом проти антицерковної політики радянської влади на Західній Україні.</a:t>
          </a:r>
          <a:endParaRPr lang="uk-UA" sz="1900" kern="1200"/>
        </a:p>
      </dsp:txBody>
      <dsp:txXfrm>
        <a:off x="51003" y="2254032"/>
        <a:ext cx="4931954" cy="942803"/>
      </dsp:txXfrm>
    </dsp:sp>
    <dsp:sp modelId="{D2A4C034-E75A-4850-A32D-F5CBEA9041FC}">
      <dsp:nvSpPr>
        <dsp:cNvPr id="0" name=""/>
        <dsp:cNvSpPr/>
      </dsp:nvSpPr>
      <dsp:spPr>
        <a:xfrm>
          <a:off x="0" y="3302559"/>
          <a:ext cx="5033960" cy="10448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Обраний членом Національної Ради Західноукраїнської Народної Республіки.</a:t>
          </a:r>
          <a:endParaRPr lang="uk-UA" sz="1900" kern="1200" dirty="0"/>
        </a:p>
      </dsp:txBody>
      <dsp:txXfrm>
        <a:off x="51003" y="3353562"/>
        <a:ext cx="4931954" cy="942803"/>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782859-4F7A-4B9E-8143-7BA4D66C978A}">
      <dsp:nvSpPr>
        <dsp:cNvPr id="0" name=""/>
        <dsp:cNvSpPr/>
      </dsp:nvSpPr>
      <dsp:spPr>
        <a:xfrm>
          <a:off x="0" y="3969"/>
          <a:ext cx="5033960" cy="10448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В. Липинського, організатора та ідеолога Української демократичної хліборобської партії.</a:t>
          </a:r>
          <a:endParaRPr lang="uk-UA" sz="1900" kern="1200" dirty="0"/>
        </a:p>
      </dsp:txBody>
      <dsp:txXfrm>
        <a:off x="51003" y="54972"/>
        <a:ext cx="4931954" cy="942803"/>
      </dsp:txXfrm>
    </dsp:sp>
    <dsp:sp modelId="{8B79F0C0-2EC9-4DB3-AC86-E00261FF2BEB}">
      <dsp:nvSpPr>
        <dsp:cNvPr id="0" name=""/>
        <dsp:cNvSpPr/>
      </dsp:nvSpPr>
      <dsp:spPr>
        <a:xfrm>
          <a:off x="0" y="1103499"/>
          <a:ext cx="5033960" cy="10448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Є. Коновальця, голову проводу Організації українських націоналістів (ОУН).</a:t>
          </a:r>
          <a:endParaRPr lang="uk-UA" sz="1900" kern="1200" dirty="0"/>
        </a:p>
      </dsp:txBody>
      <dsp:txXfrm>
        <a:off x="51003" y="1154502"/>
        <a:ext cx="4931954" cy="942803"/>
      </dsp:txXfrm>
    </dsp:sp>
    <dsp:sp modelId="{933E4BFA-EF75-4504-9D1C-3AFE78F06CF4}">
      <dsp:nvSpPr>
        <dsp:cNvPr id="0" name=""/>
        <dsp:cNvSpPr/>
      </dsp:nvSpPr>
      <dsp:spPr>
        <a:xfrm>
          <a:off x="0" y="2203029"/>
          <a:ext cx="5033960" cy="10448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І. Боберського, голову старшини (ради) гімнастичного товариства «Сокіл-Батько».</a:t>
          </a:r>
          <a:endParaRPr lang="uk-UA" sz="1900" kern="1200"/>
        </a:p>
      </dsp:txBody>
      <dsp:txXfrm>
        <a:off x="51003" y="2254032"/>
        <a:ext cx="4931954" cy="942803"/>
      </dsp:txXfrm>
    </dsp:sp>
    <dsp:sp modelId="{C48E6CCD-BCAC-4BE0-B6F2-C3A0023201FD}">
      <dsp:nvSpPr>
        <dsp:cNvPr id="0" name=""/>
        <dsp:cNvSpPr/>
      </dsp:nvSpPr>
      <dsp:spPr>
        <a:xfrm>
          <a:off x="0" y="3302559"/>
          <a:ext cx="5033960" cy="10448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Є. Петрушевича, президента Західноукраїнської Народної Республіки.</a:t>
          </a:r>
          <a:endParaRPr lang="uk-UA" sz="1900" kern="1200" dirty="0"/>
        </a:p>
      </dsp:txBody>
      <dsp:txXfrm>
        <a:off x="51003" y="3353562"/>
        <a:ext cx="4931954" cy="942803"/>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E12781-EDAE-4359-B3DD-35B752F31806}">
      <dsp:nvSpPr>
        <dsp:cNvPr id="0" name=""/>
        <dsp:cNvSpPr/>
      </dsp:nvSpPr>
      <dsp:spPr>
        <a:xfrm>
          <a:off x="0" y="246428"/>
          <a:ext cx="503396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заснуванням Української робітничо-селянської спілки</a:t>
          </a:r>
          <a:endParaRPr lang="uk-UA" sz="2300" kern="1200"/>
        </a:p>
      </dsp:txBody>
      <dsp:txXfrm>
        <a:off x="44664" y="291092"/>
        <a:ext cx="4944632" cy="825612"/>
      </dsp:txXfrm>
    </dsp:sp>
    <dsp:sp modelId="{8BE1A4B9-28BA-4E25-8EE1-F533CA152E48}">
      <dsp:nvSpPr>
        <dsp:cNvPr id="0" name=""/>
        <dsp:cNvSpPr/>
      </dsp:nvSpPr>
      <dsp:spPr>
        <a:xfrm>
          <a:off x="0" y="1227608"/>
          <a:ext cx="503396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dirty="0"/>
            <a:t>повстанням політичних в'язнів у </a:t>
          </a:r>
          <a:r>
            <a:rPr lang="uk-UA" sz="2300" b="0" i="0" kern="1200" dirty="0" err="1"/>
            <a:t>Норільському</a:t>
          </a:r>
          <a:r>
            <a:rPr lang="uk-UA" sz="2300" b="0" i="0" kern="1200" dirty="0"/>
            <a:t> концтаборі</a:t>
          </a:r>
          <a:endParaRPr lang="uk-UA" sz="2300" kern="1200" dirty="0"/>
        </a:p>
      </dsp:txBody>
      <dsp:txXfrm>
        <a:off x="44664" y="1272272"/>
        <a:ext cx="4944632" cy="825612"/>
      </dsp:txXfrm>
    </dsp:sp>
    <dsp:sp modelId="{C838E5AD-831F-486C-B269-3A1654008E13}">
      <dsp:nvSpPr>
        <dsp:cNvPr id="0" name=""/>
        <dsp:cNvSpPr/>
      </dsp:nvSpPr>
      <dsp:spPr>
        <a:xfrm>
          <a:off x="0" y="2208789"/>
          <a:ext cx="503396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акцією протесту в кінотеатрі «Україна» проти арештів дисидентів</a:t>
          </a:r>
          <a:endParaRPr lang="uk-UA" sz="2300" kern="1200"/>
        </a:p>
      </dsp:txBody>
      <dsp:txXfrm>
        <a:off x="44664" y="2253453"/>
        <a:ext cx="4944632" cy="825612"/>
      </dsp:txXfrm>
    </dsp:sp>
    <dsp:sp modelId="{4ABB4D9F-33DE-4E6F-AFC0-DC14D1541D28}">
      <dsp:nvSpPr>
        <dsp:cNvPr id="0" name=""/>
        <dsp:cNvSpPr/>
      </dsp:nvSpPr>
      <dsp:spPr>
        <a:xfrm>
          <a:off x="0" y="3189969"/>
          <a:ext cx="5033960"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dirty="0"/>
            <a:t>створенням Української Гельсінської спілки</a:t>
          </a:r>
          <a:endParaRPr lang="uk-UA" sz="2300" kern="1200" dirty="0"/>
        </a:p>
      </dsp:txBody>
      <dsp:txXfrm>
        <a:off x="44664" y="3234633"/>
        <a:ext cx="4944632" cy="82561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68CCC5-5B73-4CD1-839E-3B7203881AE2}">
      <dsp:nvSpPr>
        <dsp:cNvPr id="0" name=""/>
        <dsp:cNvSpPr/>
      </dsp:nvSpPr>
      <dsp:spPr>
        <a:xfrm>
          <a:off x="0" y="31779"/>
          <a:ext cx="5033960"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ru-RU" sz="4100" b="0" i="0" kern="1200" dirty="0"/>
            <a:t>актора.</a:t>
          </a:r>
          <a:endParaRPr lang="uk-UA" sz="4100" kern="1200" dirty="0"/>
        </a:p>
      </dsp:txBody>
      <dsp:txXfrm>
        <a:off x="48005" y="79784"/>
        <a:ext cx="4937950" cy="887374"/>
      </dsp:txXfrm>
    </dsp:sp>
    <dsp:sp modelId="{7328A779-CE15-4830-9D1C-69840B6F0E5F}">
      <dsp:nvSpPr>
        <dsp:cNvPr id="0" name=""/>
        <dsp:cNvSpPr/>
      </dsp:nvSpPr>
      <dsp:spPr>
        <a:xfrm>
          <a:off x="0" y="1133244"/>
          <a:ext cx="5033960"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ru-RU" sz="4100" b="0" i="0" kern="1200"/>
            <a:t>художника.</a:t>
          </a:r>
          <a:endParaRPr lang="uk-UA" sz="4100" kern="1200"/>
        </a:p>
      </dsp:txBody>
      <dsp:txXfrm>
        <a:off x="48005" y="1181249"/>
        <a:ext cx="4937950" cy="887374"/>
      </dsp:txXfrm>
    </dsp:sp>
    <dsp:sp modelId="{3FFF163F-6D62-41B8-9D42-98A9798B947F}">
      <dsp:nvSpPr>
        <dsp:cNvPr id="0" name=""/>
        <dsp:cNvSpPr/>
      </dsp:nvSpPr>
      <dsp:spPr>
        <a:xfrm>
          <a:off x="0" y="2234709"/>
          <a:ext cx="5033960"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ru-RU" sz="4100" b="0" i="0" kern="1200" dirty="0"/>
            <a:t>композитора.</a:t>
          </a:r>
          <a:endParaRPr lang="uk-UA" sz="4100" kern="1200" dirty="0"/>
        </a:p>
      </dsp:txBody>
      <dsp:txXfrm>
        <a:off x="48005" y="2282714"/>
        <a:ext cx="4937950" cy="887374"/>
      </dsp:txXfrm>
    </dsp:sp>
    <dsp:sp modelId="{685589BF-2206-4AEC-8E19-5CDE48011CC5}">
      <dsp:nvSpPr>
        <dsp:cNvPr id="0" name=""/>
        <dsp:cNvSpPr/>
      </dsp:nvSpPr>
      <dsp:spPr>
        <a:xfrm>
          <a:off x="0" y="3336174"/>
          <a:ext cx="5033960"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ru-RU" sz="4100" b="0" i="0" kern="1200" dirty="0"/>
            <a:t>оперного </a:t>
          </a:r>
          <a:r>
            <a:rPr lang="ru-RU" sz="4100" b="0" i="0" kern="1200" dirty="0" err="1"/>
            <a:t>співака</a:t>
          </a:r>
          <a:r>
            <a:rPr lang="ru-RU" sz="4100" b="0" i="0" kern="1200" dirty="0"/>
            <a:t>.</a:t>
          </a:r>
          <a:endParaRPr lang="uk-UA" sz="4100" kern="1200" dirty="0"/>
        </a:p>
      </dsp:txBody>
      <dsp:txXfrm>
        <a:off x="48005" y="3384179"/>
        <a:ext cx="4937950" cy="887374"/>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7F1DE3-B6D2-4222-B54C-715CB7557D25}">
      <dsp:nvSpPr>
        <dsp:cNvPr id="0" name=""/>
        <dsp:cNvSpPr/>
      </dsp:nvSpPr>
      <dsp:spPr>
        <a:xfrm>
          <a:off x="0" y="108176"/>
          <a:ext cx="5033960" cy="5561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аснував мистецьке об’єднання «Березіль»</a:t>
          </a:r>
          <a:endParaRPr lang="uk-UA" sz="1400" kern="1200"/>
        </a:p>
      </dsp:txBody>
      <dsp:txXfrm>
        <a:off x="27149" y="135325"/>
        <a:ext cx="4979662" cy="501854"/>
      </dsp:txXfrm>
    </dsp:sp>
    <dsp:sp modelId="{277D06EA-255E-4E40-90D7-C9AE6770A131}">
      <dsp:nvSpPr>
        <dsp:cNvPr id="0" name=""/>
        <dsp:cNvSpPr/>
      </dsp:nvSpPr>
      <dsp:spPr>
        <a:xfrm>
          <a:off x="0" y="704648"/>
          <a:ext cx="5033960" cy="5561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dirty="0"/>
            <a:t>був членом спілки «Гарт» упродовж 1923–1925 рр.</a:t>
          </a:r>
          <a:endParaRPr lang="uk-UA" sz="1400" kern="1200" dirty="0"/>
        </a:p>
      </dsp:txBody>
      <dsp:txXfrm>
        <a:off x="27149" y="731797"/>
        <a:ext cx="4979662" cy="501854"/>
      </dsp:txXfrm>
    </dsp:sp>
    <dsp:sp modelId="{91A583F8-33AC-4B8B-9CA8-8F5414CE06CA}">
      <dsp:nvSpPr>
        <dsp:cNvPr id="0" name=""/>
        <dsp:cNvSpPr/>
      </dsp:nvSpPr>
      <dsp:spPr>
        <a:xfrm>
          <a:off x="0" y="1301120"/>
          <a:ext cx="5033960" cy="5561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засуджений у справі «Спілки визволення України»</a:t>
          </a:r>
          <a:endParaRPr lang="uk-UA" sz="1400" kern="1200"/>
        </a:p>
      </dsp:txBody>
      <dsp:txXfrm>
        <a:off x="27149" y="1328269"/>
        <a:ext cx="4979662" cy="501854"/>
      </dsp:txXfrm>
    </dsp:sp>
    <dsp:sp modelId="{26A9F4F6-3811-4F8C-B883-F4F50599A54F}">
      <dsp:nvSpPr>
        <dsp:cNvPr id="0" name=""/>
        <dsp:cNvSpPr/>
      </dsp:nvSpPr>
      <dsp:spPr>
        <a:xfrm>
          <a:off x="0" y="1897592"/>
          <a:ext cx="5033960" cy="5561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заклав основи монументального мистецтва в Україні</a:t>
          </a:r>
          <a:endParaRPr lang="uk-UA" sz="1400" kern="1200"/>
        </a:p>
      </dsp:txBody>
      <dsp:txXfrm>
        <a:off x="27149" y="1924741"/>
        <a:ext cx="4979662" cy="501854"/>
      </dsp:txXfrm>
    </dsp:sp>
    <dsp:sp modelId="{72BB64EC-C287-4496-98B6-5CCA71264B24}">
      <dsp:nvSpPr>
        <dsp:cNvPr id="0" name=""/>
        <dsp:cNvSpPr/>
      </dsp:nvSpPr>
      <dsp:spPr>
        <a:xfrm>
          <a:off x="0" y="2494065"/>
          <a:ext cx="5033960" cy="5561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воював у лавах Армії УНР проти більшовиків упродовж 1918–1919 рр.</a:t>
          </a:r>
          <a:endParaRPr lang="uk-UA" sz="1400" kern="1200"/>
        </a:p>
      </dsp:txBody>
      <dsp:txXfrm>
        <a:off x="27149" y="2521214"/>
        <a:ext cx="4979662" cy="501854"/>
      </dsp:txXfrm>
    </dsp:sp>
    <dsp:sp modelId="{567D4829-AAC5-46EE-99FA-879107FEF787}">
      <dsp:nvSpPr>
        <dsp:cNvPr id="0" name=""/>
        <dsp:cNvSpPr/>
      </dsp:nvSpPr>
      <dsp:spPr>
        <a:xfrm>
          <a:off x="0" y="3090537"/>
          <a:ext cx="5033960" cy="5561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автор збірки «Сині етюди», новели «Я (Романтика)»</a:t>
          </a:r>
          <a:endParaRPr lang="uk-UA" sz="1400" kern="1200"/>
        </a:p>
      </dsp:txBody>
      <dsp:txXfrm>
        <a:off x="27149" y="3117686"/>
        <a:ext cx="4979662" cy="501854"/>
      </dsp:txXfrm>
    </dsp:sp>
    <dsp:sp modelId="{C7904EFD-BFAC-4D22-B033-3AA77E41BBF2}">
      <dsp:nvSpPr>
        <dsp:cNvPr id="0" name=""/>
        <dsp:cNvSpPr/>
      </dsp:nvSpPr>
      <dsp:spPr>
        <a:xfrm>
          <a:off x="0" y="3687009"/>
          <a:ext cx="5033960" cy="5561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dirty="0"/>
            <a:t>фундатор національного кінематографа</a:t>
          </a:r>
          <a:endParaRPr lang="uk-UA" sz="1400" kern="1200" dirty="0"/>
        </a:p>
      </dsp:txBody>
      <dsp:txXfrm>
        <a:off x="27149" y="3714158"/>
        <a:ext cx="4979662" cy="501854"/>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E7F91-7472-432F-829C-46DC771BA9D2}">
      <dsp:nvSpPr>
        <dsp:cNvPr id="0" name=""/>
        <dsp:cNvSpPr/>
      </dsp:nvSpPr>
      <dsp:spPr>
        <a:xfrm>
          <a:off x="341310" y="0"/>
          <a:ext cx="4351338" cy="4351338"/>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8A804B-1374-45B2-B2C6-960D56C0D344}">
      <dsp:nvSpPr>
        <dsp:cNvPr id="0" name=""/>
        <dsp:cNvSpPr/>
      </dsp:nvSpPr>
      <dsp:spPr>
        <a:xfrm>
          <a:off x="754688" y="413377"/>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uk-UA" sz="2100" b="0" i="0" kern="1200" dirty="0"/>
            <a:t>кіно</a:t>
          </a:r>
          <a:endParaRPr lang="uk-UA" sz="2100" kern="1200" dirty="0"/>
        </a:p>
      </dsp:txBody>
      <dsp:txXfrm>
        <a:off x="837530" y="496219"/>
        <a:ext cx="1531337" cy="1531337"/>
      </dsp:txXfrm>
    </dsp:sp>
    <dsp:sp modelId="{5CF93F64-63F9-4481-8169-B17874611C1C}">
      <dsp:nvSpPr>
        <dsp:cNvPr id="0" name=""/>
        <dsp:cNvSpPr/>
      </dsp:nvSpPr>
      <dsp:spPr>
        <a:xfrm>
          <a:off x="2582250" y="413377"/>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uk-UA" sz="2100" b="0" i="0" kern="1200"/>
            <a:t>театру</a:t>
          </a:r>
          <a:endParaRPr lang="uk-UA" sz="2100" kern="1200"/>
        </a:p>
      </dsp:txBody>
      <dsp:txXfrm>
        <a:off x="2665092" y="496219"/>
        <a:ext cx="1531337" cy="1531337"/>
      </dsp:txXfrm>
    </dsp:sp>
    <dsp:sp modelId="{9A1E6AB4-8576-4E13-8797-99032E268785}">
      <dsp:nvSpPr>
        <dsp:cNvPr id="0" name=""/>
        <dsp:cNvSpPr/>
      </dsp:nvSpPr>
      <dsp:spPr>
        <a:xfrm>
          <a:off x="754688" y="2240939"/>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uk-UA" sz="2100" b="0" i="0" kern="1200"/>
            <a:t>музики</a:t>
          </a:r>
          <a:endParaRPr lang="uk-UA" sz="2100" kern="1200"/>
        </a:p>
      </dsp:txBody>
      <dsp:txXfrm>
        <a:off x="837530" y="2323781"/>
        <a:ext cx="1531337" cy="1531337"/>
      </dsp:txXfrm>
    </dsp:sp>
    <dsp:sp modelId="{CAF81DFE-4C7C-48B6-A0B9-0A13FE34AC2E}">
      <dsp:nvSpPr>
        <dsp:cNvPr id="0" name=""/>
        <dsp:cNvSpPr/>
      </dsp:nvSpPr>
      <dsp:spPr>
        <a:xfrm>
          <a:off x="2582250" y="2240939"/>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uk-UA" sz="2100" b="0" i="0" kern="1200" dirty="0"/>
            <a:t>архітектури</a:t>
          </a:r>
          <a:endParaRPr lang="uk-UA" sz="2100" kern="1200" dirty="0"/>
        </a:p>
      </dsp:txBody>
      <dsp:txXfrm>
        <a:off x="2665092" y="2323781"/>
        <a:ext cx="1531337" cy="1531337"/>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533F87-FF44-4465-B691-D02CE967CABF}">
      <dsp:nvSpPr>
        <dsp:cNvPr id="0" name=""/>
        <dsp:cNvSpPr/>
      </dsp:nvSpPr>
      <dsp:spPr>
        <a:xfrm>
          <a:off x="0" y="3969"/>
          <a:ext cx="5033960" cy="10448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М. Руденка, письменника, автора поезій «Всесвіт у тобі»; керівника Української </a:t>
          </a:r>
          <a:r>
            <a:rPr lang="uk-UA" sz="1900" b="0" i="0" kern="1200" dirty="0" err="1"/>
            <a:t>Гельсинскої</a:t>
          </a:r>
          <a:r>
            <a:rPr lang="uk-UA" sz="1900" b="0" i="0" kern="1200" dirty="0"/>
            <a:t> групи.</a:t>
          </a:r>
          <a:endParaRPr lang="uk-UA" sz="1900" kern="1200" dirty="0"/>
        </a:p>
      </dsp:txBody>
      <dsp:txXfrm>
        <a:off x="51003" y="54972"/>
        <a:ext cx="4931954" cy="942803"/>
      </dsp:txXfrm>
    </dsp:sp>
    <dsp:sp modelId="{F34EDC9E-AEA1-4811-B4E0-CDD35879DD6E}">
      <dsp:nvSpPr>
        <dsp:cNvPr id="0" name=""/>
        <dsp:cNvSpPr/>
      </dsp:nvSpPr>
      <dsp:spPr>
        <a:xfrm>
          <a:off x="0" y="1103499"/>
          <a:ext cx="5033960" cy="10448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С. Параджанова, кінорежисера, автора фільмів «Тіні забутих предків», «Колір гранату».</a:t>
          </a:r>
          <a:endParaRPr lang="uk-UA" sz="1900" kern="1200" dirty="0"/>
        </a:p>
      </dsp:txBody>
      <dsp:txXfrm>
        <a:off x="51003" y="1154502"/>
        <a:ext cx="4931954" cy="942803"/>
      </dsp:txXfrm>
    </dsp:sp>
    <dsp:sp modelId="{E74EF086-DC3A-4A81-B173-ACA3E830D046}">
      <dsp:nvSpPr>
        <dsp:cNvPr id="0" name=""/>
        <dsp:cNvSpPr/>
      </dsp:nvSpPr>
      <dsp:spPr>
        <a:xfrm>
          <a:off x="0" y="2203029"/>
          <a:ext cx="5033960" cy="10448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В. Стуса, поета, автора збірок «Круговерть», «Зимові дерева»; члена Української Гельсинскої групи.</a:t>
          </a:r>
          <a:endParaRPr lang="uk-UA" sz="1900" kern="1200"/>
        </a:p>
      </dsp:txBody>
      <dsp:txXfrm>
        <a:off x="51003" y="2254032"/>
        <a:ext cx="4931954" cy="942803"/>
      </dsp:txXfrm>
    </dsp:sp>
    <dsp:sp modelId="{3BEDE75E-6F87-4018-B726-99EBCE20B4AB}">
      <dsp:nvSpPr>
        <dsp:cNvPr id="0" name=""/>
        <dsp:cNvSpPr/>
      </dsp:nvSpPr>
      <dsp:spPr>
        <a:xfrm>
          <a:off x="0" y="3302559"/>
          <a:ext cx="5033960" cy="10448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dirty="0"/>
            <a:t>Є. Сверстюка, філософа, письменника, дисидента, автора збірки «Блудні сини України».</a:t>
          </a:r>
          <a:endParaRPr lang="uk-UA" sz="1900" kern="1200" dirty="0"/>
        </a:p>
      </dsp:txBody>
      <dsp:txXfrm>
        <a:off x="51003" y="3353562"/>
        <a:ext cx="4931954" cy="942803"/>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84BA00-3E99-4DEE-A9CB-2F41B1B7748C}">
      <dsp:nvSpPr>
        <dsp:cNvPr id="0" name=""/>
        <dsp:cNvSpPr/>
      </dsp:nvSpPr>
      <dsp:spPr>
        <a:xfrm>
          <a:off x="0" y="81411"/>
          <a:ext cx="5025216"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дисидентського руху.</a:t>
          </a:r>
          <a:endParaRPr lang="uk-UA" sz="2500" kern="1200"/>
        </a:p>
      </dsp:txBody>
      <dsp:txXfrm>
        <a:off x="48481" y="129892"/>
        <a:ext cx="4928254" cy="896166"/>
      </dsp:txXfrm>
    </dsp:sp>
    <dsp:sp modelId="{27916771-617A-46D1-A961-F3B422A8D884}">
      <dsp:nvSpPr>
        <dsp:cNvPr id="0" name=""/>
        <dsp:cNvSpPr/>
      </dsp:nvSpPr>
      <dsp:spPr>
        <a:xfrm>
          <a:off x="0" y="1146540"/>
          <a:ext cx="5025216"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dirty="0"/>
            <a:t>Української робітничо-селянської спілки.</a:t>
          </a:r>
          <a:endParaRPr lang="uk-UA" sz="2500" kern="1200" dirty="0"/>
        </a:p>
      </dsp:txBody>
      <dsp:txXfrm>
        <a:off x="48481" y="1195021"/>
        <a:ext cx="4928254" cy="896166"/>
      </dsp:txXfrm>
    </dsp:sp>
    <dsp:sp modelId="{93F72583-ED0B-44EF-AF01-CE153A6FD501}">
      <dsp:nvSpPr>
        <dsp:cNvPr id="0" name=""/>
        <dsp:cNvSpPr/>
      </dsp:nvSpPr>
      <dsp:spPr>
        <a:xfrm>
          <a:off x="0" y="2211669"/>
          <a:ext cx="5025216"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руху «шістдесятників».</a:t>
          </a:r>
          <a:endParaRPr lang="uk-UA" sz="2500" kern="1200"/>
        </a:p>
      </dsp:txBody>
      <dsp:txXfrm>
        <a:off x="48481" y="2260150"/>
        <a:ext cx="4928254" cy="896166"/>
      </dsp:txXfrm>
    </dsp:sp>
    <dsp:sp modelId="{0907A1C3-F95A-4ACC-9057-A329D57EFC8A}">
      <dsp:nvSpPr>
        <dsp:cNvPr id="0" name=""/>
        <dsp:cNvSpPr/>
      </dsp:nvSpPr>
      <dsp:spPr>
        <a:xfrm>
          <a:off x="0" y="3276797"/>
          <a:ext cx="5025216"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dirty="0"/>
            <a:t>організаторів повстань у сталінських концтаборах.</a:t>
          </a:r>
          <a:endParaRPr lang="uk-UA" sz="2500" kern="1200" dirty="0"/>
        </a:p>
      </dsp:txBody>
      <dsp:txXfrm>
        <a:off x="48481" y="3325278"/>
        <a:ext cx="4928254" cy="896166"/>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89139E-3E8F-4021-B1E8-B2B3DB9C4254}">
      <dsp:nvSpPr>
        <dsp:cNvPr id="0" name=""/>
        <dsp:cNvSpPr/>
      </dsp:nvSpPr>
      <dsp:spPr>
        <a:xfrm>
          <a:off x="0" y="188649"/>
          <a:ext cx="5033960" cy="9114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uk-UA" sz="3800" b="0" i="0" kern="1200" dirty="0" err="1"/>
            <a:t>Андрей</a:t>
          </a:r>
          <a:r>
            <a:rPr lang="uk-UA" sz="3800" b="0" i="0" kern="1200"/>
            <a:t> Шептицький.</a:t>
          </a:r>
          <a:endParaRPr lang="uk-UA" sz="3800" kern="1200"/>
        </a:p>
      </dsp:txBody>
      <dsp:txXfrm>
        <a:off x="44492" y="233141"/>
        <a:ext cx="4944976" cy="822446"/>
      </dsp:txXfrm>
    </dsp:sp>
    <dsp:sp modelId="{8EAD255A-8039-49ED-8199-675D6CEA5F29}">
      <dsp:nvSpPr>
        <dsp:cNvPr id="0" name=""/>
        <dsp:cNvSpPr/>
      </dsp:nvSpPr>
      <dsp:spPr>
        <a:xfrm>
          <a:off x="0" y="1209519"/>
          <a:ext cx="5033960" cy="9114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uk-UA" sz="3800" b="0" i="0" kern="1200"/>
            <a:t>Василь Липківський.</a:t>
          </a:r>
          <a:endParaRPr lang="uk-UA" sz="3800" kern="1200"/>
        </a:p>
      </dsp:txBody>
      <dsp:txXfrm>
        <a:off x="44492" y="1254011"/>
        <a:ext cx="4944976" cy="822446"/>
      </dsp:txXfrm>
    </dsp:sp>
    <dsp:sp modelId="{274A75E5-CABD-4B20-BD4A-900A48658329}">
      <dsp:nvSpPr>
        <dsp:cNvPr id="0" name=""/>
        <dsp:cNvSpPr/>
      </dsp:nvSpPr>
      <dsp:spPr>
        <a:xfrm>
          <a:off x="0" y="2230389"/>
          <a:ext cx="5033960" cy="9114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uk-UA" sz="3800" b="0" i="0" kern="1200" dirty="0"/>
            <a:t>Йосип Сліпий.</a:t>
          </a:r>
          <a:endParaRPr lang="uk-UA" sz="3800" kern="1200" dirty="0"/>
        </a:p>
      </dsp:txBody>
      <dsp:txXfrm>
        <a:off x="44492" y="2274881"/>
        <a:ext cx="4944976" cy="822446"/>
      </dsp:txXfrm>
    </dsp:sp>
    <dsp:sp modelId="{1CA73526-2564-46CD-8038-9AE4957C026D}">
      <dsp:nvSpPr>
        <dsp:cNvPr id="0" name=""/>
        <dsp:cNvSpPr/>
      </dsp:nvSpPr>
      <dsp:spPr>
        <a:xfrm>
          <a:off x="0" y="3251259"/>
          <a:ext cx="5033960" cy="9114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uk-UA" sz="3800" b="0" i="0" kern="1200" dirty="0"/>
            <a:t>Любомир </a:t>
          </a:r>
          <a:r>
            <a:rPr lang="uk-UA" sz="3800" b="0" i="0" kern="1200" dirty="0" err="1"/>
            <a:t>Гузар</a:t>
          </a:r>
          <a:r>
            <a:rPr lang="uk-UA" sz="3800" b="0" i="0" kern="1200" dirty="0"/>
            <a:t>.</a:t>
          </a:r>
          <a:endParaRPr lang="uk-UA" sz="3800" kern="1200" dirty="0"/>
        </a:p>
      </dsp:txBody>
      <dsp:txXfrm>
        <a:off x="44492" y="3295751"/>
        <a:ext cx="4944976" cy="82244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endParaRPr lang="en-US" dirty="0"/>
          </a:p>
        </p:txBody>
      </p:sp>
      <p:sp>
        <p:nvSpPr>
          <p:cNvPr id="7" name="Date Placeholder 6"/>
          <p:cNvSpPr>
            <a:spLocks noGrp="1"/>
          </p:cNvSpPr>
          <p:nvPr>
            <p:ph type="dt" sz="half" idx="10"/>
          </p:nvPr>
        </p:nvSpPr>
        <p:spPr/>
        <p:txBody>
          <a:bodyPr/>
          <a:lstStyle/>
          <a:p>
            <a:fld id="{ABD2FA9F-91B0-4719-BA1F-353063F7261E}" type="datetimeFigureOut">
              <a:rPr lang="uk-UA" smtClean="0"/>
              <a:t>16.12.2024</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1325287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ABD2FA9F-91B0-4719-BA1F-353063F7261E}" type="datetimeFigureOut">
              <a:rPr lang="uk-UA" smtClean="0"/>
              <a:t>16.12.2024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1005652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uk-UA"/>
              <a:t>Клацніть, щоб редагувати стиль зразка заголовка</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p:txBody>
          <a:bodyPr/>
          <a:lstStyle/>
          <a:p>
            <a:fld id="{ABD2FA9F-91B0-4719-BA1F-353063F7261E}" type="datetimeFigureOut">
              <a:rPr lang="uk-UA" smtClean="0"/>
              <a:t>16.12.2024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94063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ABD2FA9F-91B0-4719-BA1F-353063F7261E}" type="datetimeFigureOut">
              <a:rPr lang="uk-UA" smtClean="0"/>
              <a:t>16.12.2024</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3011698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Content Placeholder 3"/>
          <p:cNvSpPr>
            <a:spLocks noGrp="1"/>
          </p:cNvSpPr>
          <p:nvPr>
            <p:ph sz="half" idx="2"/>
          </p:nvPr>
        </p:nvSpPr>
        <p:spPr>
          <a:xfrm>
            <a:off x="1120000" y="2505075"/>
            <a:ext cx="5025216"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uk-UA"/>
              <a:t>Клацніть, щоб відредагувати стилі зразків тексту</a:t>
            </a:r>
          </a:p>
        </p:txBody>
      </p:sp>
      <p:sp>
        <p:nvSpPr>
          <p:cNvPr id="6" name="Content Placeholder 5"/>
          <p:cNvSpPr>
            <a:spLocks noGrp="1"/>
          </p:cNvSpPr>
          <p:nvPr>
            <p:ph sz="quarter" idx="4"/>
          </p:nvPr>
        </p:nvSpPr>
        <p:spPr>
          <a:xfrm>
            <a:off x="6319840" y="2505075"/>
            <a:ext cx="5035548"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ABD2FA9F-91B0-4719-BA1F-353063F7261E}" type="datetimeFigureOut">
              <a:rPr lang="uk-UA" smtClean="0"/>
              <a:t>16.12.2024</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1620742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ABD2FA9F-91B0-4719-BA1F-353063F7261E}" type="datetimeFigureOut">
              <a:rPr lang="uk-UA" smtClean="0"/>
              <a:t>16.12.2024</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1473793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D2FA9F-91B0-4719-BA1F-353063F7261E}" type="datetimeFigureOut">
              <a:rPr lang="uk-UA" smtClean="0"/>
              <a:t>16.12.2024</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3109936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ABD2FA9F-91B0-4719-BA1F-353063F7261E}" type="datetimeFigureOut">
              <a:rPr lang="uk-UA" smtClean="0"/>
              <a:t>16.12.2024</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3938747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ABD2FA9F-91B0-4719-BA1F-353063F7261E}" type="datetimeFigureOut">
              <a:rPr lang="uk-UA" smtClean="0"/>
              <a:t>16.12.2024</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3397547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 фотографія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ABD2FA9F-91B0-4719-BA1F-353063F7261E}" type="datetimeFigureOut">
              <a:rPr lang="uk-UA" smtClean="0"/>
              <a:t>16.12.2024</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4051027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Назва та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ABD2FA9F-91B0-4719-BA1F-353063F7261E}" type="datetimeFigureOut">
              <a:rPr lang="uk-UA" smtClean="0"/>
              <a:t>16.12.2024</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1373296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uk-UA"/>
              <a:t>Клацніть, щоб редагувати стиль зразка заголовка</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ABD2FA9F-91B0-4719-BA1F-353063F7261E}" type="datetimeFigureOut">
              <a:rPr lang="uk-UA" smtClean="0"/>
              <a:t>16.12.2024</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3521276-56FE-4EC4-8FA9-82550844DEDE}" type="slidenum">
              <a:rPr lang="uk-UA" smtClean="0"/>
              <a:t>‹№›</a:t>
            </a:fld>
            <a:endParaRPr lang="uk-UA"/>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269613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ка назви">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ABD2FA9F-91B0-4719-BA1F-353063F7261E}" type="datetimeFigureOut">
              <a:rPr lang="uk-UA" smtClean="0"/>
              <a:t>16.12.2024</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1086332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uk-UA"/>
              <a:t>Клацніть, щоб редагувати стиль зразка заголовка</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uk-UA"/>
              <a:t>Клацніть, щоб відредагувати стилі зразків тексту</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uk-UA"/>
              <a:t>Клацніть, щоб відредагувати стилі зразків тексту</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ABD2FA9F-91B0-4719-BA1F-353063F7261E}" type="datetimeFigureOut">
              <a:rPr lang="uk-UA" smtClean="0"/>
              <a:t>16.12.2024</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20415492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колонки з малюнками">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uk-UA"/>
              <a:t>Клацніть, щоб редагувати стиль зразка заголовка</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ABD2FA9F-91B0-4719-BA1F-353063F7261E}" type="datetimeFigureOut">
              <a:rPr lang="uk-UA" smtClean="0"/>
              <a:t>16.12.2024</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7305593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ABD2FA9F-91B0-4719-BA1F-353063F7261E}" type="datetimeFigureOut">
              <a:rPr lang="uk-UA" smtClean="0"/>
              <a:t>16.12.2024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20800216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ABD2FA9F-91B0-4719-BA1F-353063F7261E}" type="datetimeFigureOut">
              <a:rPr lang="uk-UA" smtClean="0"/>
              <a:t>16.12.2024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3521276-56FE-4EC4-8FA9-82550844DEDE}" type="slidenum">
              <a:rPr lang="uk-UA" smtClean="0"/>
              <a:t>‹№›</a:t>
            </a:fld>
            <a:endParaRPr lang="uk-UA"/>
          </a:p>
        </p:txBody>
      </p:sp>
    </p:spTree>
    <p:extLst>
      <p:ext uri="{BB962C8B-B14F-4D97-AF65-F5344CB8AC3E}">
        <p14:creationId xmlns:p14="http://schemas.microsoft.com/office/powerpoint/2010/main" val="1649235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ABD2FA9F-91B0-4719-BA1F-353063F7261E}" type="datetimeFigureOut">
              <a:rPr lang="uk-UA" smtClean="0"/>
              <a:t>16.12.2024</a:t>
            </a:fld>
            <a:endParaRPr lang="uk-U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uk-U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3521276-56FE-4EC4-8FA9-82550844DEDE}" type="slidenum">
              <a:rPr lang="uk-UA" smtClean="0"/>
              <a:t>‹№›</a:t>
            </a:fld>
            <a:endParaRPr lang="uk-UA"/>
          </a:p>
        </p:txBody>
      </p:sp>
    </p:spTree>
    <p:extLst>
      <p:ext uri="{BB962C8B-B14F-4D97-AF65-F5344CB8AC3E}">
        <p14:creationId xmlns:p14="http://schemas.microsoft.com/office/powerpoint/2010/main" val="63789226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jpe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3.jpeg"/><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4.jpeg"/><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xml"/><Relationship Id="rId5" Type="http://schemas.openxmlformats.org/officeDocument/2006/relationships/image" Target="../media/image8.jpe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9.png"/><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10.jpeg"/><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4.xml"/><Relationship Id="rId5" Type="http://schemas.openxmlformats.org/officeDocument/2006/relationships/image" Target="../media/image14.jpe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7.jpeg"/><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4.xml"/><Relationship Id="rId5" Type="http://schemas.openxmlformats.org/officeDocument/2006/relationships/image" Target="../media/image21.jpeg"/><Relationship Id="rId4" Type="http://schemas.openxmlformats.org/officeDocument/2006/relationships/image" Target="../media/image20.jpe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22.png"/><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27.png"/><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28.jpeg"/><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29.jpeg"/><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30.jpeg"/><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31.jpeg"/><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image" Target="../media/image32.jpeg"/><Relationship Id="rId2" Type="http://schemas.openxmlformats.org/officeDocument/2006/relationships/diagramData" Target="../diagrams/data13.xml"/><Relationship Id="rId1" Type="http://schemas.openxmlformats.org/officeDocument/2006/relationships/slideLayout" Target="../slideLayouts/slideLayout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diagramLayout" Target="../diagrams/layout14.xml"/><Relationship Id="rId7" Type="http://schemas.openxmlformats.org/officeDocument/2006/relationships/image" Target="../media/image33.png"/><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4.xml"/><Relationship Id="rId5" Type="http://schemas.openxmlformats.org/officeDocument/2006/relationships/diagramColors" Target="../diagrams/colors14.xml"/><Relationship Id="rId10" Type="http://schemas.openxmlformats.org/officeDocument/2006/relationships/image" Target="../media/image36.png"/><Relationship Id="rId4" Type="http://schemas.openxmlformats.org/officeDocument/2006/relationships/diagramQuickStyle" Target="../diagrams/quickStyle14.xml"/><Relationship Id="rId9"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image" Target="../media/image37.gif"/><Relationship Id="rId1" Type="http://schemas.openxmlformats.org/officeDocument/2006/relationships/slideLayout" Target="../slideLayouts/slideLayout4.xml"/><Relationship Id="rId5" Type="http://schemas.openxmlformats.org/officeDocument/2006/relationships/image" Target="../media/image40.gif"/><Relationship Id="rId4" Type="http://schemas.openxmlformats.org/officeDocument/2006/relationships/image" Target="../media/image39.gif"/></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5.xml"/><Relationship Id="rId7" Type="http://schemas.openxmlformats.org/officeDocument/2006/relationships/image" Target="../media/image41.png"/><Relationship Id="rId2" Type="http://schemas.openxmlformats.org/officeDocument/2006/relationships/diagramData" Target="../diagrams/data15.xml"/><Relationship Id="rId1" Type="http://schemas.openxmlformats.org/officeDocument/2006/relationships/slideLayout" Target="../slideLayouts/slideLayout4.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6.xml"/><Relationship Id="rId7" Type="http://schemas.openxmlformats.org/officeDocument/2006/relationships/image" Target="../media/image42.jpeg"/><Relationship Id="rId2" Type="http://schemas.openxmlformats.org/officeDocument/2006/relationships/diagramData" Target="../diagrams/data16.xml"/><Relationship Id="rId1" Type="http://schemas.openxmlformats.org/officeDocument/2006/relationships/slideLayout" Target="../slideLayouts/slideLayout4.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7.xml"/><Relationship Id="rId7" Type="http://schemas.openxmlformats.org/officeDocument/2006/relationships/image" Target="../media/image43.jpeg"/><Relationship Id="rId2" Type="http://schemas.openxmlformats.org/officeDocument/2006/relationships/diagramData" Target="../diagrams/data17.xml"/><Relationship Id="rId1" Type="http://schemas.openxmlformats.org/officeDocument/2006/relationships/slideLayout" Target="../slideLayouts/slideLayout4.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6.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4.xml"/><Relationship Id="rId5" Type="http://schemas.openxmlformats.org/officeDocument/2006/relationships/image" Target="../media/image48.jpeg"/><Relationship Id="rId4" Type="http://schemas.openxmlformats.org/officeDocument/2006/relationships/image" Target="../media/image47.jpeg"/></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8.xml"/><Relationship Id="rId7" Type="http://schemas.openxmlformats.org/officeDocument/2006/relationships/image" Target="../media/image49.jpeg"/><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9.xml"/><Relationship Id="rId7" Type="http://schemas.openxmlformats.org/officeDocument/2006/relationships/image" Target="../media/image50.jpeg"/><Relationship Id="rId2" Type="http://schemas.openxmlformats.org/officeDocument/2006/relationships/diagramData" Target="../diagrams/data19.xml"/><Relationship Id="rId1" Type="http://schemas.openxmlformats.org/officeDocument/2006/relationships/slideLayout" Target="../slideLayouts/slideLayout4.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0.xml"/><Relationship Id="rId7" Type="http://schemas.openxmlformats.org/officeDocument/2006/relationships/image" Target="../media/image51.jpeg"/><Relationship Id="rId2" Type="http://schemas.openxmlformats.org/officeDocument/2006/relationships/diagramData" Target="../diagrams/data20.xml"/><Relationship Id="rId1" Type="http://schemas.openxmlformats.org/officeDocument/2006/relationships/slideLayout" Target="../slideLayouts/slideLayout4.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3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diagramLayout" Target="../diagrams/layout21.xml"/><Relationship Id="rId7" Type="http://schemas.openxmlformats.org/officeDocument/2006/relationships/image" Target="../media/image52.png"/><Relationship Id="rId2" Type="http://schemas.openxmlformats.org/officeDocument/2006/relationships/diagramData" Target="../diagrams/data21.xml"/><Relationship Id="rId1" Type="http://schemas.openxmlformats.org/officeDocument/2006/relationships/slideLayout" Target="../slideLayouts/slideLayout4.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22.xml"/><Relationship Id="rId7" Type="http://schemas.openxmlformats.org/officeDocument/2006/relationships/image" Target="../media/image54.jpeg"/><Relationship Id="rId2" Type="http://schemas.openxmlformats.org/officeDocument/2006/relationships/diagramData" Target="../diagrams/data22.xml"/><Relationship Id="rId1" Type="http://schemas.openxmlformats.org/officeDocument/2006/relationships/slideLayout" Target="../slideLayouts/slideLayout4.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3.xml"/><Relationship Id="rId7" Type="http://schemas.openxmlformats.org/officeDocument/2006/relationships/image" Target="../media/image55.jpeg"/><Relationship Id="rId2" Type="http://schemas.openxmlformats.org/officeDocument/2006/relationships/diagramData" Target="../diagrams/data23.xml"/><Relationship Id="rId1" Type="http://schemas.openxmlformats.org/officeDocument/2006/relationships/slideLayout" Target="../slideLayouts/slideLayout4.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4.xml"/><Relationship Id="rId7" Type="http://schemas.openxmlformats.org/officeDocument/2006/relationships/image" Target="../media/image56.png"/><Relationship Id="rId2" Type="http://schemas.openxmlformats.org/officeDocument/2006/relationships/diagramData" Target="../diagrams/data24.xml"/><Relationship Id="rId1" Type="http://schemas.openxmlformats.org/officeDocument/2006/relationships/slideLayout" Target="../slideLayouts/slideLayout4.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25.xml"/><Relationship Id="rId7" Type="http://schemas.openxmlformats.org/officeDocument/2006/relationships/image" Target="../media/image57.jpeg"/><Relationship Id="rId2" Type="http://schemas.openxmlformats.org/officeDocument/2006/relationships/diagramData" Target="../diagrams/data25.xml"/><Relationship Id="rId1" Type="http://schemas.openxmlformats.org/officeDocument/2006/relationships/slideLayout" Target="../slideLayouts/slideLayout4.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6.xml"/><Relationship Id="rId7" Type="http://schemas.openxmlformats.org/officeDocument/2006/relationships/image" Target="../media/image58.jpeg"/><Relationship Id="rId2" Type="http://schemas.openxmlformats.org/officeDocument/2006/relationships/diagramData" Target="../diagrams/data26.xml"/><Relationship Id="rId1" Type="http://schemas.openxmlformats.org/officeDocument/2006/relationships/slideLayout" Target="../slideLayouts/slideLayout4.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3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4.xml"/><Relationship Id="rId5" Type="http://schemas.openxmlformats.org/officeDocument/2006/relationships/image" Target="../media/image62.jpeg"/><Relationship Id="rId4" Type="http://schemas.openxmlformats.org/officeDocument/2006/relationships/image" Target="../media/image61.jpeg"/></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27.xml"/><Relationship Id="rId7" Type="http://schemas.openxmlformats.org/officeDocument/2006/relationships/image" Target="../media/image63.jpeg"/><Relationship Id="rId2" Type="http://schemas.openxmlformats.org/officeDocument/2006/relationships/diagramData" Target="../diagrams/data27.xml"/><Relationship Id="rId1" Type="http://schemas.openxmlformats.org/officeDocument/2006/relationships/slideLayout" Target="../slideLayouts/slideLayout4.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28.xml"/><Relationship Id="rId7" Type="http://schemas.openxmlformats.org/officeDocument/2006/relationships/image" Target="../media/image64.jpeg"/><Relationship Id="rId2" Type="http://schemas.openxmlformats.org/officeDocument/2006/relationships/diagramData" Target="../diagrams/data28.xml"/><Relationship Id="rId1" Type="http://schemas.openxmlformats.org/officeDocument/2006/relationships/slideLayout" Target="../slideLayouts/slideLayout4.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29.xml"/><Relationship Id="rId7" Type="http://schemas.openxmlformats.org/officeDocument/2006/relationships/image" Target="../media/image65.jpeg"/><Relationship Id="rId2" Type="http://schemas.openxmlformats.org/officeDocument/2006/relationships/diagramData" Target="../diagrams/data29.xml"/><Relationship Id="rId1" Type="http://schemas.openxmlformats.org/officeDocument/2006/relationships/slideLayout" Target="../slideLayouts/slideLayout4.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30.xml"/><Relationship Id="rId7" Type="http://schemas.openxmlformats.org/officeDocument/2006/relationships/image" Target="../media/image66.jpeg"/><Relationship Id="rId2" Type="http://schemas.openxmlformats.org/officeDocument/2006/relationships/diagramData" Target="../diagrams/data30.xml"/><Relationship Id="rId1" Type="http://schemas.openxmlformats.org/officeDocument/2006/relationships/slideLayout" Target="../slideLayouts/slideLayout4.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31.xml"/><Relationship Id="rId7" Type="http://schemas.openxmlformats.org/officeDocument/2006/relationships/image" Target="../media/image67.jpeg"/><Relationship Id="rId2" Type="http://schemas.openxmlformats.org/officeDocument/2006/relationships/diagramData" Target="../diagrams/data31.xml"/><Relationship Id="rId1" Type="http://schemas.openxmlformats.org/officeDocument/2006/relationships/slideLayout" Target="../slideLayouts/slideLayout4.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43.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4.xml"/><Relationship Id="rId5" Type="http://schemas.openxmlformats.org/officeDocument/2006/relationships/image" Target="../media/image72.png"/><Relationship Id="rId4" Type="http://schemas.openxmlformats.org/officeDocument/2006/relationships/image" Target="../media/image71.png"/></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32.xml"/><Relationship Id="rId7" Type="http://schemas.openxmlformats.org/officeDocument/2006/relationships/image" Target="../media/image73.png"/><Relationship Id="rId2" Type="http://schemas.openxmlformats.org/officeDocument/2006/relationships/diagramData" Target="../diagrams/data32.xml"/><Relationship Id="rId1" Type="http://schemas.openxmlformats.org/officeDocument/2006/relationships/slideLayout" Target="../slideLayouts/slideLayout4.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33.xml"/><Relationship Id="rId7" Type="http://schemas.openxmlformats.org/officeDocument/2006/relationships/image" Target="../media/image74.jpeg"/><Relationship Id="rId2" Type="http://schemas.openxmlformats.org/officeDocument/2006/relationships/diagramData" Target="../diagrams/data33.xml"/><Relationship Id="rId1" Type="http://schemas.openxmlformats.org/officeDocument/2006/relationships/slideLayout" Target="../slideLayouts/slideLayout4.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1FE366-63DE-194D-846C-B8199A4EE800}"/>
              </a:ext>
            </a:extLst>
          </p:cNvPr>
          <p:cNvSpPr>
            <a:spLocks noGrp="1"/>
          </p:cNvSpPr>
          <p:nvPr>
            <p:ph type="ctrTitle"/>
          </p:nvPr>
        </p:nvSpPr>
        <p:spPr/>
        <p:txBody>
          <a:bodyPr>
            <a:normAutofit/>
          </a:bodyPr>
          <a:lstStyle/>
          <a:p>
            <a:r>
              <a:rPr lang="ru-RU" sz="6000" dirty="0" err="1"/>
              <a:t>Діячі</a:t>
            </a:r>
            <a:r>
              <a:rPr lang="ru-RU" sz="6000" dirty="0"/>
              <a:t> </a:t>
            </a:r>
            <a:r>
              <a:rPr lang="ru-RU" sz="6000" dirty="0" err="1"/>
              <a:t>культури</a:t>
            </a:r>
            <a:r>
              <a:rPr lang="ru-RU" sz="6000" dirty="0"/>
              <a:t> </a:t>
            </a:r>
            <a:r>
              <a:rPr lang="ru-RU" sz="6000" dirty="0" err="1"/>
              <a:t>освіти</a:t>
            </a:r>
            <a:r>
              <a:rPr lang="ru-RU" sz="6000" dirty="0"/>
              <a:t> і науки</a:t>
            </a:r>
            <a:endParaRPr lang="uk-UA" sz="6000" dirty="0"/>
          </a:p>
        </p:txBody>
      </p:sp>
      <p:sp>
        <p:nvSpPr>
          <p:cNvPr id="3" name="Підзаголовок 2">
            <a:extLst>
              <a:ext uri="{FF2B5EF4-FFF2-40B4-BE49-F238E27FC236}">
                <a16:creationId xmlns:a16="http://schemas.microsoft.com/office/drawing/2014/main" id="{9828A143-2624-1177-36D5-3C59CE299646}"/>
              </a:ext>
            </a:extLst>
          </p:cNvPr>
          <p:cNvSpPr>
            <a:spLocks noGrp="1"/>
          </p:cNvSpPr>
          <p:nvPr>
            <p:ph type="subTitle" idx="1"/>
          </p:nvPr>
        </p:nvSpPr>
        <p:spPr/>
        <p:txBody>
          <a:bodyPr/>
          <a:lstStyle/>
          <a:p>
            <a:endParaRPr lang="uk-UA"/>
          </a:p>
        </p:txBody>
      </p:sp>
    </p:spTree>
    <p:extLst>
      <p:ext uri="{BB962C8B-B14F-4D97-AF65-F5344CB8AC3E}">
        <p14:creationId xmlns:p14="http://schemas.microsoft.com/office/powerpoint/2010/main" val="1796452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3C780D-FA12-7883-318D-F4553E507C60}"/>
              </a:ext>
            </a:extLst>
          </p:cNvPr>
          <p:cNvSpPr>
            <a:spLocks noGrp="1"/>
          </p:cNvSpPr>
          <p:nvPr>
            <p:ph type="title"/>
          </p:nvPr>
        </p:nvSpPr>
        <p:spPr/>
        <p:txBody>
          <a:bodyPr>
            <a:normAutofit fontScale="90000"/>
          </a:bodyPr>
          <a:lstStyle/>
          <a:p>
            <a:r>
              <a:rPr lang="ru-RU" dirty="0"/>
              <a:t>Яка </a:t>
            </a:r>
            <a:r>
              <a:rPr lang="ru-RU" dirty="0" err="1"/>
              <a:t>подія</a:t>
            </a:r>
            <a:r>
              <a:rPr lang="ru-RU" dirty="0"/>
              <a:t> </a:t>
            </a:r>
            <a:r>
              <a:rPr lang="ru-RU" dirty="0" err="1"/>
              <a:t>пов’язана</a:t>
            </a:r>
            <a:r>
              <a:rPr lang="ru-RU" dirty="0"/>
              <a:t> з </a:t>
            </a:r>
            <a:r>
              <a:rPr lang="ru-RU" dirty="0" err="1"/>
              <a:t>діячем</a:t>
            </a:r>
            <a:r>
              <a:rPr lang="ru-RU" dirty="0"/>
              <a:t>, </a:t>
            </a:r>
            <a:r>
              <a:rPr lang="ru-RU" dirty="0" err="1"/>
              <a:t>зображеним</a:t>
            </a:r>
            <a:r>
              <a:rPr lang="ru-RU" dirty="0"/>
              <a:t> на </a:t>
            </a:r>
            <a:r>
              <a:rPr lang="ru-RU" dirty="0" err="1"/>
              <a:t>репродукції</a:t>
            </a:r>
            <a:r>
              <a:rPr lang="ru-RU" dirty="0"/>
              <a:t> </a:t>
            </a:r>
            <a:r>
              <a:rPr lang="ru-RU" dirty="0" err="1"/>
              <a:t>картини</a:t>
            </a:r>
            <a:r>
              <a:rPr lang="ru-RU" dirty="0"/>
              <a:t>?</a:t>
            </a:r>
            <a:endParaRPr lang="uk-UA" dirty="0"/>
          </a:p>
        </p:txBody>
      </p:sp>
      <p:graphicFrame>
        <p:nvGraphicFramePr>
          <p:cNvPr id="5" name="Місце для вмісту 4">
            <a:extLst>
              <a:ext uri="{FF2B5EF4-FFF2-40B4-BE49-F238E27FC236}">
                <a16:creationId xmlns:a16="http://schemas.microsoft.com/office/drawing/2014/main" id="{E97AD21C-AA14-1A59-0B90-DAEFE0CABD2F}"/>
              </a:ext>
            </a:extLst>
          </p:cNvPr>
          <p:cNvGraphicFramePr>
            <a:graphicFrameLocks noGrp="1"/>
          </p:cNvGraphicFramePr>
          <p:nvPr>
            <p:ph sz="half" idx="2"/>
            <p:extLst>
              <p:ext uri="{D42A27DB-BD31-4B8C-83A1-F6EECF244321}">
                <p14:modId xmlns:p14="http://schemas.microsoft.com/office/powerpoint/2010/main" val="2701661954"/>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290" name="Picture 2">
            <a:extLst>
              <a:ext uri="{FF2B5EF4-FFF2-40B4-BE49-F238E27FC236}">
                <a16:creationId xmlns:a16="http://schemas.microsoft.com/office/drawing/2014/main" id="{F1F08DBE-BC39-5A4D-4170-7163B3C3576F}"/>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963915" y="1825625"/>
            <a:ext cx="333815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0060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26BEF4-6A47-B3CF-3608-1476288C26C2}"/>
              </a:ext>
            </a:extLst>
          </p:cNvPr>
          <p:cNvSpPr>
            <a:spLocks noGrp="1"/>
          </p:cNvSpPr>
          <p:nvPr>
            <p:ph type="title"/>
          </p:nvPr>
        </p:nvSpPr>
        <p:spPr/>
        <p:txBody>
          <a:bodyPr>
            <a:normAutofit fontScale="90000"/>
          </a:bodyPr>
          <a:lstStyle/>
          <a:p>
            <a:r>
              <a:rPr lang="ru-RU" dirty="0" err="1"/>
              <a:t>Зображеного</a:t>
            </a:r>
            <a:r>
              <a:rPr lang="ru-RU" dirty="0"/>
              <a:t> на </a:t>
            </a:r>
            <a:r>
              <a:rPr lang="ru-RU" dirty="0" err="1"/>
              <a:t>картині</a:t>
            </a:r>
            <a:r>
              <a:rPr lang="ru-RU" dirty="0"/>
              <a:t> </a:t>
            </a:r>
            <a:r>
              <a:rPr lang="ru-RU" dirty="0" err="1"/>
              <a:t>історичного</a:t>
            </a:r>
            <a:r>
              <a:rPr lang="ru-RU" dirty="0"/>
              <a:t> </a:t>
            </a:r>
            <a:r>
              <a:rPr lang="ru-RU" dirty="0" err="1"/>
              <a:t>діяча</a:t>
            </a:r>
            <a:r>
              <a:rPr lang="ru-RU" dirty="0"/>
              <a:t> </a:t>
            </a:r>
            <a:r>
              <a:rPr lang="ru-RU" dirty="0" err="1"/>
              <a:t>називали</a:t>
            </a:r>
            <a:endParaRPr lang="uk-UA" dirty="0"/>
          </a:p>
        </p:txBody>
      </p:sp>
      <p:graphicFrame>
        <p:nvGraphicFramePr>
          <p:cNvPr id="5" name="Місце для вмісту 4">
            <a:extLst>
              <a:ext uri="{FF2B5EF4-FFF2-40B4-BE49-F238E27FC236}">
                <a16:creationId xmlns:a16="http://schemas.microsoft.com/office/drawing/2014/main" id="{A8C88190-903F-344F-1F60-E3C4F0A59E68}"/>
              </a:ext>
            </a:extLst>
          </p:cNvPr>
          <p:cNvGraphicFramePr>
            <a:graphicFrameLocks noGrp="1"/>
          </p:cNvGraphicFramePr>
          <p:nvPr>
            <p:ph sz="half" idx="2"/>
            <p:extLst>
              <p:ext uri="{D42A27DB-BD31-4B8C-83A1-F6EECF244321}">
                <p14:modId xmlns:p14="http://schemas.microsoft.com/office/powerpoint/2010/main" val="3262714187"/>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4818" name="Picture 2">
            <a:extLst>
              <a:ext uri="{FF2B5EF4-FFF2-40B4-BE49-F238E27FC236}">
                <a16:creationId xmlns:a16="http://schemas.microsoft.com/office/drawing/2014/main" id="{FE9F7360-4B5B-4F4D-7C4B-0C3F0FE8EA12}"/>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741714" y="2171699"/>
            <a:ext cx="2883241" cy="4006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7657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B42493-4BF1-A626-6043-D570CD173048}"/>
              </a:ext>
            </a:extLst>
          </p:cNvPr>
          <p:cNvSpPr>
            <a:spLocks noGrp="1"/>
          </p:cNvSpPr>
          <p:nvPr>
            <p:ph type="title"/>
          </p:nvPr>
        </p:nvSpPr>
        <p:spPr/>
        <p:txBody>
          <a:bodyPr/>
          <a:lstStyle/>
          <a:p>
            <a:r>
              <a:rPr lang="uk-UA" dirty="0"/>
              <a:t>На фото зображено портрети</a:t>
            </a:r>
          </a:p>
        </p:txBody>
      </p:sp>
      <p:graphicFrame>
        <p:nvGraphicFramePr>
          <p:cNvPr id="5" name="Місце для вмісту 4">
            <a:extLst>
              <a:ext uri="{FF2B5EF4-FFF2-40B4-BE49-F238E27FC236}">
                <a16:creationId xmlns:a16="http://schemas.microsoft.com/office/drawing/2014/main" id="{EBF1BDC3-083E-0C4F-7FDD-549F489DBC91}"/>
              </a:ext>
            </a:extLst>
          </p:cNvPr>
          <p:cNvGraphicFramePr>
            <a:graphicFrameLocks noGrp="1"/>
          </p:cNvGraphicFramePr>
          <p:nvPr>
            <p:ph sz="half" idx="2"/>
            <p:extLst>
              <p:ext uri="{D42A27DB-BD31-4B8C-83A1-F6EECF244321}">
                <p14:modId xmlns:p14="http://schemas.microsoft.com/office/powerpoint/2010/main" val="496918417"/>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7890" name="Picture 2">
            <a:extLst>
              <a:ext uri="{FF2B5EF4-FFF2-40B4-BE49-F238E27FC236}">
                <a16:creationId xmlns:a16="http://schemas.microsoft.com/office/drawing/2014/main" id="{1B03BAEB-F87C-65B4-FF49-8B9C58B84D6C}"/>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280319" y="2486819"/>
            <a:ext cx="4705350" cy="302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6154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E377EF-AFC8-DEA1-F919-01444ECF5FE1}"/>
              </a:ext>
            </a:extLst>
          </p:cNvPr>
          <p:cNvSpPr>
            <a:spLocks noGrp="1"/>
          </p:cNvSpPr>
          <p:nvPr>
            <p:ph type="title"/>
          </p:nvPr>
        </p:nvSpPr>
        <p:spPr/>
        <p:txBody>
          <a:bodyPr>
            <a:noAutofit/>
          </a:bodyPr>
          <a:lstStyle/>
          <a:p>
            <a:r>
              <a:rPr lang="ru-RU" sz="3600" dirty="0" err="1"/>
              <a:t>Укажіть</a:t>
            </a:r>
            <a:r>
              <a:rPr lang="ru-RU" sz="3600" dirty="0"/>
              <a:t> портрет </a:t>
            </a:r>
            <a:r>
              <a:rPr lang="ru-RU" sz="3600" dirty="0" err="1"/>
              <a:t>історичного</a:t>
            </a:r>
            <a:r>
              <a:rPr lang="ru-RU" sz="3600" dirty="0"/>
              <a:t> </a:t>
            </a:r>
            <a:r>
              <a:rPr lang="ru-RU" sz="3600" dirty="0" err="1"/>
              <a:t>діяча</a:t>
            </a:r>
            <a:r>
              <a:rPr lang="ru-RU" sz="3600" dirty="0"/>
              <a:t>, з </a:t>
            </a:r>
            <a:r>
              <a:rPr lang="ru-RU" sz="3600" dirty="0" err="1"/>
              <a:t>іменем</a:t>
            </a:r>
            <a:r>
              <a:rPr lang="ru-RU" sz="3600" dirty="0"/>
              <a:t> </a:t>
            </a:r>
            <a:r>
              <a:rPr lang="ru-RU" sz="3600" dirty="0" err="1"/>
              <a:t>якого</a:t>
            </a:r>
            <a:r>
              <a:rPr lang="ru-RU" sz="3600" dirty="0"/>
              <a:t> </a:t>
            </a:r>
            <a:r>
              <a:rPr lang="ru-RU" sz="3600" dirty="0" err="1"/>
              <a:t>пов’язано</a:t>
            </a:r>
            <a:r>
              <a:rPr lang="ru-RU" sz="3600" dirty="0"/>
              <a:t> </a:t>
            </a:r>
            <a:r>
              <a:rPr lang="ru-RU" sz="3600" dirty="0" err="1"/>
              <a:t>заснування</a:t>
            </a:r>
            <a:r>
              <a:rPr lang="ru-RU" sz="3600" dirty="0"/>
              <a:t> </a:t>
            </a:r>
            <a:r>
              <a:rPr lang="ru-RU" sz="3600" dirty="0" err="1"/>
              <a:t>першої</a:t>
            </a:r>
            <a:r>
              <a:rPr lang="ru-RU" sz="3600" dirty="0"/>
              <a:t> на </a:t>
            </a:r>
            <a:r>
              <a:rPr lang="ru-RU" sz="3600" dirty="0" err="1"/>
              <a:t>українських</a:t>
            </a:r>
            <a:r>
              <a:rPr lang="ru-RU" sz="3600" dirty="0"/>
              <a:t> землях </a:t>
            </a:r>
            <a:r>
              <a:rPr lang="ru-RU" sz="3600" dirty="0" err="1"/>
              <a:t>слов’яно</a:t>
            </a:r>
            <a:r>
              <a:rPr lang="ru-RU" sz="3600" dirty="0"/>
              <a:t>-греко-</a:t>
            </a:r>
            <a:r>
              <a:rPr lang="ru-RU" sz="3600" dirty="0" err="1"/>
              <a:t>латинської</a:t>
            </a:r>
            <a:r>
              <a:rPr lang="ru-RU" sz="3600" dirty="0"/>
              <a:t> </a:t>
            </a:r>
            <a:r>
              <a:rPr lang="ru-RU" sz="3600" dirty="0" err="1"/>
              <a:t>школи</a:t>
            </a:r>
            <a:r>
              <a:rPr lang="ru-RU" sz="3600" dirty="0"/>
              <a:t>.</a:t>
            </a:r>
            <a:endParaRPr lang="uk-UA" sz="3600" dirty="0"/>
          </a:p>
        </p:txBody>
      </p:sp>
      <p:pic>
        <p:nvPicPr>
          <p:cNvPr id="18434" name="Picture 2">
            <a:extLst>
              <a:ext uri="{FF2B5EF4-FFF2-40B4-BE49-F238E27FC236}">
                <a16:creationId xmlns:a16="http://schemas.microsoft.com/office/drawing/2014/main" id="{EEADD72F-6CDF-FC90-7734-AC44736A3CD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13021" y="2167731"/>
            <a:ext cx="2628900" cy="3667125"/>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a:extLst>
              <a:ext uri="{FF2B5EF4-FFF2-40B4-BE49-F238E27FC236}">
                <a16:creationId xmlns:a16="http://schemas.microsoft.com/office/drawing/2014/main" id="{0B1F983D-5D8F-2EEF-C813-83B343D4446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325929" y="2167731"/>
            <a:ext cx="2724150" cy="3657600"/>
          </a:xfrm>
          <a:prstGeom prst="rect">
            <a:avLst/>
          </a:prstGeom>
          <a:noFill/>
          <a:extLst>
            <a:ext uri="{909E8E84-426E-40DD-AFC4-6F175D3DCCD1}">
              <a14:hiddenFill xmlns:a14="http://schemas.microsoft.com/office/drawing/2010/main">
                <a:solidFill>
                  <a:srgbClr val="FFFFFF"/>
                </a:solidFill>
              </a14:hiddenFill>
            </a:ext>
          </a:extLst>
        </p:spPr>
      </p:pic>
      <p:pic>
        <p:nvPicPr>
          <p:cNvPr id="18438" name="Picture 6">
            <a:extLst>
              <a:ext uri="{FF2B5EF4-FFF2-40B4-BE49-F238E27FC236}">
                <a16:creationId xmlns:a16="http://schemas.microsoft.com/office/drawing/2014/main" id="{7B96C747-DC69-7C75-C78C-B4012F331D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1850" y="2177256"/>
            <a:ext cx="2724150" cy="3657600"/>
          </a:xfrm>
          <a:prstGeom prst="rect">
            <a:avLst/>
          </a:prstGeom>
          <a:noFill/>
          <a:extLst>
            <a:ext uri="{909E8E84-426E-40DD-AFC4-6F175D3DCCD1}">
              <a14:hiddenFill xmlns:a14="http://schemas.microsoft.com/office/drawing/2010/main">
                <a:solidFill>
                  <a:srgbClr val="FFFFFF"/>
                </a:solidFill>
              </a14:hiddenFill>
            </a:ext>
          </a:extLst>
        </p:spPr>
      </p:pic>
      <p:pic>
        <p:nvPicPr>
          <p:cNvPr id="18440" name="Picture 8">
            <a:extLst>
              <a:ext uri="{FF2B5EF4-FFF2-40B4-BE49-F238E27FC236}">
                <a16:creationId xmlns:a16="http://schemas.microsoft.com/office/drawing/2014/main" id="{648E8380-4ACB-C69B-1EB9-0B7663AA4C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82345" y="2167731"/>
            <a:ext cx="2733675"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4891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0E4D6C-3965-ED26-BC37-16D3052ED88E}"/>
              </a:ext>
            </a:extLst>
          </p:cNvPr>
          <p:cNvSpPr>
            <a:spLocks noGrp="1"/>
          </p:cNvSpPr>
          <p:nvPr>
            <p:ph type="title"/>
          </p:nvPr>
        </p:nvSpPr>
        <p:spPr/>
        <p:txBody>
          <a:bodyPr>
            <a:normAutofit fontScale="90000"/>
          </a:bodyPr>
          <a:lstStyle/>
          <a:p>
            <a:r>
              <a:rPr lang="ru-RU" dirty="0"/>
              <a:t>Яка </a:t>
            </a:r>
            <a:r>
              <a:rPr lang="ru-RU" dirty="0" err="1"/>
              <a:t>подія</a:t>
            </a:r>
            <a:r>
              <a:rPr lang="ru-RU" dirty="0"/>
              <a:t> </a:t>
            </a:r>
            <a:r>
              <a:rPr lang="ru-RU" dirty="0" err="1"/>
              <a:t>пов’язана</a:t>
            </a:r>
            <a:r>
              <a:rPr lang="ru-RU" dirty="0"/>
              <a:t> з </a:t>
            </a:r>
            <a:r>
              <a:rPr lang="ru-RU" dirty="0" err="1"/>
              <a:t>діячем</a:t>
            </a:r>
            <a:r>
              <a:rPr lang="ru-RU" dirty="0"/>
              <a:t>, </a:t>
            </a:r>
            <a:r>
              <a:rPr lang="ru-RU" dirty="0" err="1"/>
              <a:t>зображеним</a:t>
            </a:r>
            <a:r>
              <a:rPr lang="ru-RU" dirty="0"/>
              <a:t> на </a:t>
            </a:r>
            <a:r>
              <a:rPr lang="ru-RU" dirty="0" err="1"/>
              <a:t>репродукції</a:t>
            </a:r>
            <a:r>
              <a:rPr lang="ru-RU" dirty="0"/>
              <a:t> </a:t>
            </a:r>
            <a:r>
              <a:rPr lang="ru-RU" dirty="0" err="1"/>
              <a:t>картини</a:t>
            </a:r>
            <a:r>
              <a:rPr lang="ru-RU" dirty="0"/>
              <a:t>?</a:t>
            </a:r>
            <a:endParaRPr lang="uk-UA" dirty="0"/>
          </a:p>
        </p:txBody>
      </p:sp>
      <p:graphicFrame>
        <p:nvGraphicFramePr>
          <p:cNvPr id="5" name="Місце для вмісту 4">
            <a:extLst>
              <a:ext uri="{FF2B5EF4-FFF2-40B4-BE49-F238E27FC236}">
                <a16:creationId xmlns:a16="http://schemas.microsoft.com/office/drawing/2014/main" id="{F83B8FD1-05E5-235A-35EF-FFAEA67365D9}"/>
              </a:ext>
            </a:extLst>
          </p:cNvPr>
          <p:cNvGraphicFramePr>
            <a:graphicFrameLocks noGrp="1"/>
          </p:cNvGraphicFramePr>
          <p:nvPr>
            <p:ph sz="half" idx="2"/>
            <p:extLst>
              <p:ext uri="{D42A27DB-BD31-4B8C-83A1-F6EECF244321}">
                <p14:modId xmlns:p14="http://schemas.microsoft.com/office/powerpoint/2010/main" val="2230792608"/>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5362" name="Picture 2">
            <a:extLst>
              <a:ext uri="{FF2B5EF4-FFF2-40B4-BE49-F238E27FC236}">
                <a16:creationId xmlns:a16="http://schemas.microsoft.com/office/drawing/2014/main" id="{4C9AEA88-C252-1FDA-F698-29DE3C91ABB7}"/>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903965" y="1943607"/>
            <a:ext cx="3458058" cy="4115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858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98C51-23D3-3352-E519-405A34A0DE61}"/>
              </a:ext>
            </a:extLst>
          </p:cNvPr>
          <p:cNvSpPr>
            <a:spLocks noGrp="1"/>
          </p:cNvSpPr>
          <p:nvPr>
            <p:ph type="title"/>
          </p:nvPr>
        </p:nvSpPr>
        <p:spPr/>
        <p:txBody>
          <a:bodyPr>
            <a:normAutofit fontScale="90000"/>
          </a:bodyPr>
          <a:lstStyle/>
          <a:p>
            <a:r>
              <a:rPr lang="ru-RU" dirty="0"/>
              <a:t>З </a:t>
            </a:r>
            <a:r>
              <a:rPr lang="ru-RU" dirty="0" err="1"/>
              <a:t>іменами</a:t>
            </a:r>
            <a:r>
              <a:rPr lang="ru-RU" dirty="0"/>
              <a:t> </a:t>
            </a:r>
            <a:r>
              <a:rPr lang="ru-RU" dirty="0" err="1"/>
              <a:t>діячів</a:t>
            </a:r>
            <a:r>
              <a:rPr lang="ru-RU" dirty="0"/>
              <a:t>, </a:t>
            </a:r>
            <a:r>
              <a:rPr lang="ru-RU" dirty="0" err="1"/>
              <a:t>зображених</a:t>
            </a:r>
            <a:r>
              <a:rPr lang="ru-RU" dirty="0"/>
              <a:t> на портретах, </a:t>
            </a:r>
            <a:r>
              <a:rPr lang="ru-RU" dirty="0" err="1"/>
              <a:t>пов’язано</a:t>
            </a:r>
            <a:endParaRPr lang="uk-UA" dirty="0"/>
          </a:p>
        </p:txBody>
      </p:sp>
      <p:graphicFrame>
        <p:nvGraphicFramePr>
          <p:cNvPr id="5" name="Місце для вмісту 4">
            <a:extLst>
              <a:ext uri="{FF2B5EF4-FFF2-40B4-BE49-F238E27FC236}">
                <a16:creationId xmlns:a16="http://schemas.microsoft.com/office/drawing/2014/main" id="{0D10A4CB-EEB5-97F9-917D-736A1D8D55B4}"/>
              </a:ext>
            </a:extLst>
          </p:cNvPr>
          <p:cNvGraphicFramePr>
            <a:graphicFrameLocks noGrp="1"/>
          </p:cNvGraphicFramePr>
          <p:nvPr>
            <p:ph sz="half" idx="2"/>
            <p:extLst>
              <p:ext uri="{D42A27DB-BD31-4B8C-83A1-F6EECF244321}">
                <p14:modId xmlns:p14="http://schemas.microsoft.com/office/powerpoint/2010/main" val="2666858596"/>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3554" name="Picture 2">
            <a:extLst>
              <a:ext uri="{FF2B5EF4-FFF2-40B4-BE49-F238E27FC236}">
                <a16:creationId xmlns:a16="http://schemas.microsoft.com/office/drawing/2014/main" id="{37F63A31-C6D6-7826-5CFD-BF0EBCBA51A8}"/>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432719" y="2505869"/>
            <a:ext cx="4400550" cy="299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92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63213F-38AB-71FE-B267-F617740402AC}"/>
              </a:ext>
            </a:extLst>
          </p:cNvPr>
          <p:cNvSpPr>
            <a:spLocks noGrp="1"/>
          </p:cNvSpPr>
          <p:nvPr>
            <p:ph type="title"/>
          </p:nvPr>
        </p:nvSpPr>
        <p:spPr/>
        <p:txBody>
          <a:bodyPr>
            <a:noAutofit/>
          </a:bodyPr>
          <a:lstStyle/>
          <a:p>
            <a:r>
              <a:rPr lang="ru-RU" sz="4400" dirty="0" err="1"/>
              <a:t>Хто</a:t>
            </a:r>
            <a:r>
              <a:rPr lang="ru-RU" sz="4400" dirty="0"/>
              <a:t> </a:t>
            </a:r>
            <a:r>
              <a:rPr lang="ru-RU" sz="4400" dirty="0" err="1"/>
              <a:t>із</a:t>
            </a:r>
            <a:r>
              <a:rPr lang="ru-RU" sz="4400" dirty="0"/>
              <a:t> </a:t>
            </a:r>
            <a:r>
              <a:rPr lang="ru-RU" sz="4400" dirty="0" err="1"/>
              <a:t>зображених</a:t>
            </a:r>
            <a:r>
              <a:rPr lang="ru-RU" sz="4400" dirty="0"/>
              <a:t> </a:t>
            </a:r>
            <a:r>
              <a:rPr lang="ru-RU" sz="4400" dirty="0" err="1"/>
              <a:t>осіб</a:t>
            </a:r>
            <a:r>
              <a:rPr lang="ru-RU" sz="4400" dirty="0"/>
              <a:t> </a:t>
            </a:r>
            <a:r>
              <a:rPr lang="ru-RU" sz="4400" dirty="0" err="1"/>
              <a:t>сприяв</a:t>
            </a:r>
            <a:r>
              <a:rPr lang="ru-RU" sz="4400" dirty="0"/>
              <a:t> </a:t>
            </a:r>
            <a:r>
              <a:rPr lang="ru-RU" sz="4400" dirty="0" err="1"/>
              <a:t>становленню</a:t>
            </a:r>
            <a:r>
              <a:rPr lang="ru-RU" sz="4400" dirty="0"/>
              <a:t> </a:t>
            </a:r>
            <a:r>
              <a:rPr lang="ru-RU" sz="4400" dirty="0" err="1"/>
              <a:t>книгодрукування</a:t>
            </a:r>
            <a:r>
              <a:rPr lang="ru-RU" sz="4400" dirty="0"/>
              <a:t> на </a:t>
            </a:r>
            <a:r>
              <a:rPr lang="ru-RU" sz="4400" dirty="0" err="1"/>
              <a:t>українських</a:t>
            </a:r>
            <a:r>
              <a:rPr lang="ru-RU" sz="4400" dirty="0"/>
              <a:t> землях у XVI ст.?</a:t>
            </a:r>
            <a:endParaRPr lang="uk-UA" sz="4400" dirty="0"/>
          </a:p>
        </p:txBody>
      </p:sp>
      <p:pic>
        <p:nvPicPr>
          <p:cNvPr id="27650" name="Picture 2">
            <a:extLst>
              <a:ext uri="{FF2B5EF4-FFF2-40B4-BE49-F238E27FC236}">
                <a16:creationId xmlns:a16="http://schemas.microsoft.com/office/drawing/2014/main" id="{4ADB063A-8132-5BF0-E5D5-D077F7F07933}"/>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39189" y="2375800"/>
            <a:ext cx="2634525" cy="3969351"/>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a:extLst>
              <a:ext uri="{FF2B5EF4-FFF2-40B4-BE49-F238E27FC236}">
                <a16:creationId xmlns:a16="http://schemas.microsoft.com/office/drawing/2014/main" id="{0AA47955-FBBF-01EF-CEDA-BE948289FB5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314469" y="2375800"/>
            <a:ext cx="2750128" cy="3969351"/>
          </a:xfrm>
          <a:prstGeom prst="rect">
            <a:avLst/>
          </a:prstGeom>
          <a:noFill/>
          <a:extLst>
            <a:ext uri="{909E8E84-426E-40DD-AFC4-6F175D3DCCD1}">
              <a14:hiddenFill xmlns:a14="http://schemas.microsoft.com/office/drawing/2010/main">
                <a:solidFill>
                  <a:srgbClr val="FFFFFF"/>
                </a:solidFill>
              </a14:hiddenFill>
            </a:ext>
          </a:extLst>
        </p:spPr>
      </p:pic>
      <p:pic>
        <p:nvPicPr>
          <p:cNvPr id="27654" name="Picture 6">
            <a:extLst>
              <a:ext uri="{FF2B5EF4-FFF2-40B4-BE49-F238E27FC236}">
                <a16:creationId xmlns:a16="http://schemas.microsoft.com/office/drawing/2014/main" id="{91FC32E9-C138-F7D9-AB65-19124FE270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2396" y="2393417"/>
            <a:ext cx="2750128" cy="3932683"/>
          </a:xfrm>
          <a:prstGeom prst="rect">
            <a:avLst/>
          </a:prstGeom>
          <a:noFill/>
          <a:extLst>
            <a:ext uri="{909E8E84-426E-40DD-AFC4-6F175D3DCCD1}">
              <a14:hiddenFill xmlns:a14="http://schemas.microsoft.com/office/drawing/2010/main">
                <a:solidFill>
                  <a:srgbClr val="FFFFFF"/>
                </a:solidFill>
              </a14:hiddenFill>
            </a:ext>
          </a:extLst>
        </p:spPr>
      </p:pic>
      <p:pic>
        <p:nvPicPr>
          <p:cNvPr id="27656" name="Picture 8">
            <a:extLst>
              <a:ext uri="{FF2B5EF4-FFF2-40B4-BE49-F238E27FC236}">
                <a16:creationId xmlns:a16="http://schemas.microsoft.com/office/drawing/2014/main" id="{A2D15927-9439-F57F-5B73-B3730EF47F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70323" y="2403301"/>
            <a:ext cx="2750128" cy="3941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1879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56539C-AF9C-44F2-7398-E6DF09BA8898}"/>
              </a:ext>
            </a:extLst>
          </p:cNvPr>
          <p:cNvSpPr>
            <a:spLocks noGrp="1"/>
          </p:cNvSpPr>
          <p:nvPr>
            <p:ph type="title"/>
          </p:nvPr>
        </p:nvSpPr>
        <p:spPr/>
        <p:txBody>
          <a:bodyPr>
            <a:normAutofit fontScale="90000"/>
          </a:bodyPr>
          <a:lstStyle/>
          <a:p>
            <a:r>
              <a:rPr lang="ru-RU" dirty="0"/>
              <a:t>Про кого </a:t>
            </a:r>
            <a:r>
              <a:rPr lang="ru-RU" dirty="0" err="1"/>
              <a:t>із</a:t>
            </a:r>
            <a:r>
              <a:rPr lang="ru-RU" dirty="0"/>
              <a:t> </a:t>
            </a:r>
            <a:r>
              <a:rPr lang="ru-RU" dirty="0" err="1"/>
              <a:t>зображених</a:t>
            </a:r>
            <a:r>
              <a:rPr lang="ru-RU" dirty="0"/>
              <a:t> </a:t>
            </a:r>
            <a:r>
              <a:rPr lang="ru-RU" dirty="0" err="1"/>
              <a:t>діячів</a:t>
            </a:r>
            <a:r>
              <a:rPr lang="ru-RU" dirty="0"/>
              <a:t> </a:t>
            </a:r>
            <a:r>
              <a:rPr lang="ru-RU" dirty="0" err="1"/>
              <a:t>ідеться</a:t>
            </a:r>
            <a:r>
              <a:rPr lang="ru-RU" dirty="0"/>
              <a:t> в </a:t>
            </a:r>
            <a:r>
              <a:rPr lang="ru-RU" dirty="0" err="1"/>
              <a:t>уривку</a:t>
            </a:r>
            <a:r>
              <a:rPr lang="ru-RU" dirty="0"/>
              <a:t> документа</a:t>
            </a:r>
            <a:endParaRPr lang="uk-UA" dirty="0"/>
          </a:p>
        </p:txBody>
      </p:sp>
      <p:sp>
        <p:nvSpPr>
          <p:cNvPr id="3" name="Місце для вмісту 2">
            <a:extLst>
              <a:ext uri="{FF2B5EF4-FFF2-40B4-BE49-F238E27FC236}">
                <a16:creationId xmlns:a16="http://schemas.microsoft.com/office/drawing/2014/main" id="{E2C42E1F-739E-32F8-0A70-90476141EB1A}"/>
              </a:ext>
            </a:extLst>
          </p:cNvPr>
          <p:cNvSpPr>
            <a:spLocks noGrp="1"/>
          </p:cNvSpPr>
          <p:nvPr>
            <p:ph sz="half" idx="1"/>
          </p:nvPr>
        </p:nvSpPr>
        <p:spPr/>
        <p:txBody>
          <a:bodyPr/>
          <a:lstStyle/>
          <a:p>
            <a:r>
              <a:rPr lang="ru-RU" b="0" i="0" dirty="0">
                <a:solidFill>
                  <a:srgbClr val="FFFFFF"/>
                </a:solidFill>
                <a:effectLst/>
                <a:latin typeface="Century Gothic" panose="020B0502020202020204" pitchFamily="34" charset="0"/>
              </a:rPr>
              <a:t>«</a:t>
            </a:r>
            <a:r>
              <a:rPr lang="ru-RU" b="0" i="1" dirty="0">
                <a:solidFill>
                  <a:srgbClr val="FFFFFF"/>
                </a:solidFill>
                <a:effectLst/>
                <a:latin typeface="Century Gothic" panose="020B0502020202020204" pitchFamily="34" charset="0"/>
              </a:rPr>
              <a:t>…</a:t>
            </a:r>
            <a:r>
              <a:rPr lang="ru-RU" b="0" i="1" dirty="0" err="1">
                <a:solidFill>
                  <a:srgbClr val="FFFFFF"/>
                </a:solidFill>
                <a:effectLst/>
                <a:latin typeface="Century Gothic" panose="020B0502020202020204" pitchFamily="34" charset="0"/>
              </a:rPr>
              <a:t>уклав</a:t>
            </a:r>
            <a:r>
              <a:rPr lang="ru-RU" b="0" i="1" dirty="0">
                <a:solidFill>
                  <a:srgbClr val="FFFFFF"/>
                </a:solidFill>
                <a:effectLst/>
                <a:latin typeface="Century Gothic" panose="020B0502020202020204" pitchFamily="34" charset="0"/>
              </a:rPr>
              <a:t> з </a:t>
            </a:r>
            <a:r>
              <a:rPr lang="ru-RU" b="0" i="1" dirty="0" err="1">
                <a:solidFill>
                  <a:srgbClr val="FFFFFF"/>
                </a:solidFill>
                <a:effectLst/>
                <a:latin typeface="Century Gothic" panose="020B0502020202020204" pitchFamily="34" charset="0"/>
              </a:rPr>
              <a:t>Київським</a:t>
            </a:r>
            <a:r>
              <a:rPr lang="ru-RU" b="0" i="1" dirty="0">
                <a:solidFill>
                  <a:srgbClr val="FFFFFF"/>
                </a:solidFill>
                <a:effectLst/>
                <a:latin typeface="Century Gothic" panose="020B0502020202020204" pitchFamily="34" charset="0"/>
              </a:rPr>
              <a:t> братством угоду, за </a:t>
            </a:r>
            <a:r>
              <a:rPr lang="ru-RU" b="0" i="1" dirty="0" err="1">
                <a:solidFill>
                  <a:srgbClr val="FFFFFF"/>
                </a:solidFill>
                <a:effectLst/>
                <a:latin typeface="Century Gothic" panose="020B0502020202020204" pitchFamily="34" charset="0"/>
              </a:rPr>
              <a:t>якою</a:t>
            </a:r>
            <a:r>
              <a:rPr lang="ru-RU" b="0" i="1" dirty="0">
                <a:solidFill>
                  <a:srgbClr val="FFFFFF"/>
                </a:solidFill>
                <a:effectLst/>
                <a:latin typeface="Century Gothic" panose="020B0502020202020204" pitchFamily="34" charset="0"/>
              </a:rPr>
              <a:t> ставав “старшим братом, </a:t>
            </a:r>
            <a:r>
              <a:rPr lang="ru-RU" b="0" i="1" dirty="0" err="1">
                <a:solidFill>
                  <a:srgbClr val="FFFFFF"/>
                </a:solidFill>
                <a:effectLst/>
                <a:latin typeface="Century Gothic" panose="020B0502020202020204" pitchFamily="34" charset="0"/>
              </a:rPr>
              <a:t>дозорцем</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довічним</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охоронцем</a:t>
            </a:r>
            <a:r>
              <a:rPr lang="ru-RU" b="0" i="1" dirty="0">
                <a:solidFill>
                  <a:srgbClr val="FFFFFF"/>
                </a:solidFill>
                <a:effectLst/>
                <a:latin typeface="Century Gothic" panose="020B0502020202020204" pitchFamily="34" charset="0"/>
              </a:rPr>
              <a:t> і наставником” </a:t>
            </a:r>
            <a:r>
              <a:rPr lang="ru-RU" b="0" i="1" dirty="0" err="1">
                <a:solidFill>
                  <a:srgbClr val="FFFFFF"/>
                </a:solidFill>
                <a:effectLst/>
                <a:latin typeface="Century Gothic" panose="020B0502020202020204" pitchFamily="34" charset="0"/>
              </a:rPr>
              <a:t>об’єднаних</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Лаврської</a:t>
            </a:r>
            <a:r>
              <a:rPr lang="ru-RU" b="0" i="1" dirty="0">
                <a:solidFill>
                  <a:srgbClr val="FFFFFF"/>
                </a:solidFill>
                <a:effectLst/>
                <a:latin typeface="Century Gothic" panose="020B0502020202020204" pitchFamily="34" charset="0"/>
              </a:rPr>
              <a:t> та </a:t>
            </a:r>
            <a:r>
              <a:rPr lang="ru-RU" b="0" i="1" dirty="0" err="1">
                <a:solidFill>
                  <a:srgbClr val="FFFFFF"/>
                </a:solidFill>
                <a:effectLst/>
                <a:latin typeface="Century Gothic" panose="020B0502020202020204" pitchFamily="34" charset="0"/>
              </a:rPr>
              <a:t>Братської</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шкіл</a:t>
            </a:r>
            <a:r>
              <a:rPr lang="ru-RU" b="0" i="1" dirty="0">
                <a:solidFill>
                  <a:srgbClr val="FFFFFF"/>
                </a:solidFill>
                <a:effectLst/>
                <a:latin typeface="Century Gothic" panose="020B0502020202020204" pitchFamily="34" charset="0"/>
              </a:rPr>
              <a:t>»?</a:t>
            </a:r>
            <a:endParaRPr lang="uk-UA" dirty="0"/>
          </a:p>
        </p:txBody>
      </p:sp>
      <p:pic>
        <p:nvPicPr>
          <p:cNvPr id="25602" name="Picture 2">
            <a:extLst>
              <a:ext uri="{FF2B5EF4-FFF2-40B4-BE49-F238E27FC236}">
                <a16:creationId xmlns:a16="http://schemas.microsoft.com/office/drawing/2014/main" id="{977F0975-B157-D387-A443-6111F998E561}"/>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r="74475"/>
          <a:stretch/>
        </p:blipFill>
        <p:spPr bwMode="auto">
          <a:xfrm>
            <a:off x="6403091" y="1528560"/>
            <a:ext cx="1742259" cy="254516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0C0F05D7-D2C4-11AB-4202-8E04173AF1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664" r="49871"/>
          <a:stretch/>
        </p:blipFill>
        <p:spPr bwMode="auto">
          <a:xfrm>
            <a:off x="8678895" y="1528560"/>
            <a:ext cx="1669934" cy="25451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245AC279-749C-6980-EEE1-B2C0EEDB13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269" t="1607" r="25266" b="-1607"/>
          <a:stretch/>
        </p:blipFill>
        <p:spPr bwMode="auto">
          <a:xfrm>
            <a:off x="6475416" y="4204494"/>
            <a:ext cx="1669934" cy="25451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7E0F43DF-6769-2502-9EF7-EC76992085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4475" t="-423" b="423"/>
          <a:stretch/>
        </p:blipFill>
        <p:spPr bwMode="auto">
          <a:xfrm>
            <a:off x="8678895" y="4204494"/>
            <a:ext cx="1742259" cy="2545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014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EBBA557-A709-60DD-85C5-3C21862AAA02}"/>
              </a:ext>
            </a:extLst>
          </p:cNvPr>
          <p:cNvSpPr>
            <a:spLocks noGrp="1"/>
          </p:cNvSpPr>
          <p:nvPr>
            <p:ph type="title"/>
          </p:nvPr>
        </p:nvSpPr>
        <p:spPr/>
        <p:txBody>
          <a:bodyPr>
            <a:noAutofit/>
          </a:bodyPr>
          <a:lstStyle/>
          <a:p>
            <a:r>
              <a:rPr lang="ru-RU" sz="3600" dirty="0" err="1"/>
              <a:t>Укажіть</a:t>
            </a:r>
            <a:r>
              <a:rPr lang="ru-RU" sz="3600" dirty="0"/>
              <a:t> портрет </a:t>
            </a:r>
            <a:r>
              <a:rPr lang="ru-RU" sz="3600" dirty="0" err="1"/>
              <a:t>діяча</a:t>
            </a:r>
            <a:r>
              <a:rPr lang="ru-RU" sz="3600" dirty="0"/>
              <a:t>, </a:t>
            </a:r>
            <a:r>
              <a:rPr lang="ru-RU" sz="3600" dirty="0" err="1"/>
              <a:t>який</a:t>
            </a:r>
            <a:r>
              <a:rPr lang="ru-RU" sz="3600" dirty="0"/>
              <a:t> </a:t>
            </a:r>
            <a:r>
              <a:rPr lang="ru-RU" sz="3600" dirty="0" err="1"/>
              <a:t>унаслідок</a:t>
            </a:r>
            <a:r>
              <a:rPr lang="ru-RU" sz="3600" dirty="0"/>
              <a:t> </a:t>
            </a:r>
            <a:r>
              <a:rPr lang="ru-RU" sz="3600" dirty="0" err="1"/>
              <a:t>виконання</a:t>
            </a:r>
            <a:r>
              <a:rPr lang="ru-RU" sz="3600" dirty="0"/>
              <a:t> умов </a:t>
            </a:r>
            <a:r>
              <a:rPr lang="ru-RU" sz="3600" dirty="0" err="1"/>
              <a:t>цитованого</a:t>
            </a:r>
            <a:r>
              <a:rPr lang="ru-RU" sz="3600" dirty="0"/>
              <a:t> документа </a:t>
            </a:r>
            <a:r>
              <a:rPr lang="ru-RU" sz="3600" dirty="0" err="1"/>
              <a:t>очолив</a:t>
            </a:r>
            <a:r>
              <a:rPr lang="ru-RU" sz="3600" dirty="0"/>
              <a:t> </a:t>
            </a:r>
            <a:r>
              <a:rPr lang="ru-RU" sz="3600" dirty="0" err="1"/>
              <a:t>православну</a:t>
            </a:r>
            <a:r>
              <a:rPr lang="ru-RU" sz="3600" dirty="0"/>
              <a:t> церкву.</a:t>
            </a:r>
            <a:endParaRPr lang="uk-UA" sz="3600" dirty="0"/>
          </a:p>
        </p:txBody>
      </p:sp>
      <p:sp>
        <p:nvSpPr>
          <p:cNvPr id="3" name="Місце для вмісту 2">
            <a:extLst>
              <a:ext uri="{FF2B5EF4-FFF2-40B4-BE49-F238E27FC236}">
                <a16:creationId xmlns:a16="http://schemas.microsoft.com/office/drawing/2014/main" id="{4DA852CE-958D-8976-8FF8-BFD3699FE4B3}"/>
              </a:ext>
            </a:extLst>
          </p:cNvPr>
          <p:cNvSpPr>
            <a:spLocks noGrp="1"/>
          </p:cNvSpPr>
          <p:nvPr>
            <p:ph sz="half" idx="1"/>
          </p:nvPr>
        </p:nvSpPr>
        <p:spPr/>
        <p:txBody>
          <a:bodyPr>
            <a:normAutofit fontScale="55000" lnSpcReduction="20000"/>
          </a:bodyPr>
          <a:lstStyle/>
          <a:p>
            <a:pPr algn="l">
              <a:lnSpc>
                <a:spcPts val="1500"/>
              </a:lnSpc>
              <a:spcAft>
                <a:spcPts val="750"/>
              </a:spcAft>
            </a:pPr>
            <a:r>
              <a:rPr lang="uk-UA" b="0" i="1" dirty="0">
                <a:solidFill>
                  <a:srgbClr val="FFFFFF"/>
                </a:solidFill>
                <a:effectLst/>
                <a:latin typeface="Century Gothic" panose="020B0502020202020204" pitchFamily="34" charset="0"/>
              </a:rPr>
              <a:t>«1. Усім уніатам і </a:t>
            </a:r>
            <a:r>
              <a:rPr lang="uk-UA" b="0" i="1" dirty="0" err="1">
                <a:solidFill>
                  <a:srgbClr val="FFFFFF"/>
                </a:solidFill>
                <a:effectLst/>
                <a:latin typeface="Century Gothic" panose="020B0502020202020204" pitchFamily="34" charset="0"/>
              </a:rPr>
              <a:t>неуніатам</a:t>
            </a:r>
            <a:r>
              <a:rPr lang="uk-UA" b="0" i="1" dirty="0">
                <a:solidFill>
                  <a:srgbClr val="FFFFFF"/>
                </a:solidFill>
                <a:effectLst/>
                <a:latin typeface="Century Gothic" panose="020B0502020202020204" pitchFamily="34" charset="0"/>
              </a:rPr>
              <a:t> надається право вільного відправлення свого богослужіння,.. ремонтувати свої церкви й будувати нові…</a:t>
            </a:r>
            <a:endParaRPr lang="uk-UA" b="0" i="0" dirty="0">
              <a:solidFill>
                <a:srgbClr val="FFFFFF"/>
              </a:solidFill>
              <a:effectLst/>
              <a:latin typeface="Century Gothic" panose="020B0502020202020204" pitchFamily="34" charset="0"/>
            </a:endParaRPr>
          </a:p>
          <a:p>
            <a:pPr algn="l">
              <a:lnSpc>
                <a:spcPts val="1500"/>
              </a:lnSpc>
              <a:spcAft>
                <a:spcPts val="750"/>
              </a:spcAft>
            </a:pPr>
            <a:r>
              <a:rPr lang="uk-UA" b="0" i="1" dirty="0">
                <a:solidFill>
                  <a:srgbClr val="FFFFFF"/>
                </a:solidFill>
                <a:effectLst/>
                <a:latin typeface="Century Gothic" panose="020B0502020202020204" pitchFamily="34" charset="0"/>
              </a:rPr>
              <a:t>2. …церква </a:t>
            </a:r>
            <a:r>
              <a:rPr lang="uk-UA" b="0" i="1" dirty="0" err="1">
                <a:solidFill>
                  <a:srgbClr val="FFFFFF"/>
                </a:solidFill>
                <a:effectLst/>
                <a:latin typeface="Century Gothic" panose="020B0502020202020204" pitchFamily="34" charset="0"/>
              </a:rPr>
              <a:t>Св</a:t>
            </a:r>
            <a:r>
              <a:rPr lang="uk-UA" b="0" i="1" dirty="0">
                <a:solidFill>
                  <a:srgbClr val="FFFFFF"/>
                </a:solidFill>
                <a:effectLst/>
                <a:latin typeface="Century Gothic" panose="020B0502020202020204" pitchFamily="34" charset="0"/>
              </a:rPr>
              <a:t>. Софії київська з підданими, що живуть навколо неї, повинна   залишатися за </a:t>
            </a:r>
            <a:r>
              <a:rPr lang="uk-UA" b="0" i="1" dirty="0" err="1">
                <a:solidFill>
                  <a:srgbClr val="FFFFFF"/>
                </a:solidFill>
                <a:effectLst/>
                <a:latin typeface="Century Gothic" panose="020B0502020202020204" pitchFamily="34" charset="0"/>
              </a:rPr>
              <a:t>неуніатами</a:t>
            </a:r>
            <a:r>
              <a:rPr lang="uk-UA" b="0" i="1" dirty="0">
                <a:solidFill>
                  <a:srgbClr val="FFFFFF"/>
                </a:solidFill>
                <a:effectLst/>
                <a:latin typeface="Century Gothic" panose="020B0502020202020204" pitchFamily="34" charset="0"/>
              </a:rPr>
              <a:t> й митрополитом, що має посвяту від патріарха константинопольського; він, митрополит, за давніми правами й звичаями, повинен обиратися з-поміж руської шляхти духовними й світськими обивателями Корони [Польської] і Великого князівства Литовського релігії грецької, що не перебувають в унії і мають привілеї з боку короля…</a:t>
            </a:r>
            <a:endParaRPr lang="uk-UA" b="0" i="0" dirty="0">
              <a:solidFill>
                <a:srgbClr val="FFFFFF"/>
              </a:solidFill>
              <a:effectLst/>
              <a:latin typeface="Century Gothic" panose="020B0502020202020204" pitchFamily="34" charset="0"/>
            </a:endParaRPr>
          </a:p>
          <a:p>
            <a:pPr algn="l">
              <a:lnSpc>
                <a:spcPts val="1500"/>
              </a:lnSpc>
              <a:spcAft>
                <a:spcPts val="750"/>
              </a:spcAft>
            </a:pPr>
            <a:r>
              <a:rPr lang="uk-UA" b="0" i="1" dirty="0">
                <a:solidFill>
                  <a:srgbClr val="FFFFFF"/>
                </a:solidFill>
                <a:effectLst/>
                <a:latin typeface="Century Gothic" panose="020B0502020202020204" pitchFamily="34" charset="0"/>
              </a:rPr>
              <a:t>3. Те ж саме треба розуміти й щодо Львівського, Луцького, Перемишльського й </a:t>
            </a:r>
            <a:r>
              <a:rPr lang="uk-UA" b="0" i="1" dirty="0" err="1">
                <a:solidFill>
                  <a:srgbClr val="FFFFFF"/>
                </a:solidFill>
                <a:effectLst/>
                <a:latin typeface="Century Gothic" panose="020B0502020202020204" pitchFamily="34" charset="0"/>
              </a:rPr>
              <a:t>Мстиславського</a:t>
            </a:r>
            <a:r>
              <a:rPr lang="uk-UA" b="0" i="1" dirty="0">
                <a:solidFill>
                  <a:srgbClr val="FFFFFF"/>
                </a:solidFill>
                <a:effectLst/>
                <a:latin typeface="Century Gothic" panose="020B0502020202020204" pitchFamily="34" charset="0"/>
              </a:rPr>
              <a:t> владик й архімандритів Печерського й </a:t>
            </a:r>
            <a:r>
              <a:rPr lang="uk-UA" b="0" i="1" dirty="0" err="1">
                <a:solidFill>
                  <a:srgbClr val="FFFFFF"/>
                </a:solidFill>
                <a:effectLst/>
                <a:latin typeface="Century Gothic" panose="020B0502020202020204" pitchFamily="34" charset="0"/>
              </a:rPr>
              <a:t>Унівського</a:t>
            </a:r>
            <a:r>
              <a:rPr lang="uk-UA" b="0" i="1" dirty="0">
                <a:solidFill>
                  <a:srgbClr val="FFFFFF"/>
                </a:solidFill>
                <a:effectLst/>
                <a:latin typeface="Century Gothic" panose="020B0502020202020204" pitchFamily="34" charset="0"/>
              </a:rPr>
              <a:t>…</a:t>
            </a:r>
            <a:endParaRPr lang="uk-UA" b="0" i="0" dirty="0">
              <a:solidFill>
                <a:srgbClr val="FFFFFF"/>
              </a:solidFill>
              <a:effectLst/>
              <a:latin typeface="Century Gothic" panose="020B0502020202020204" pitchFamily="34" charset="0"/>
            </a:endParaRPr>
          </a:p>
          <a:p>
            <a:endParaRPr lang="uk-UA" dirty="0"/>
          </a:p>
        </p:txBody>
      </p:sp>
      <p:pic>
        <p:nvPicPr>
          <p:cNvPr id="21506" name="Picture 2">
            <a:extLst>
              <a:ext uri="{FF2B5EF4-FFF2-40B4-BE49-F238E27FC236}">
                <a16:creationId xmlns:a16="http://schemas.microsoft.com/office/drawing/2014/main" id="{B241180C-7DE9-C3D9-008B-1446C685BB93}"/>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r="75203"/>
          <a:stretch/>
        </p:blipFill>
        <p:spPr bwMode="auto">
          <a:xfrm>
            <a:off x="6757166" y="1613389"/>
            <a:ext cx="1626730" cy="238790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4B53FF6B-3A7C-EF65-639C-AC4187E7E30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40" r="50563"/>
          <a:stretch/>
        </p:blipFill>
        <p:spPr bwMode="auto">
          <a:xfrm>
            <a:off x="8995847" y="1613390"/>
            <a:ext cx="1626730" cy="238790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68DB8647-C628-C731-EC04-B3D1ED81CF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760" r="25443"/>
          <a:stretch/>
        </p:blipFill>
        <p:spPr bwMode="auto">
          <a:xfrm>
            <a:off x="6757166" y="4134605"/>
            <a:ext cx="1626730" cy="238790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04CBF93A-2621-20ED-1697-68AD116D21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203" t="879" b="-879"/>
          <a:stretch/>
        </p:blipFill>
        <p:spPr bwMode="auto">
          <a:xfrm>
            <a:off x="9111120" y="4213527"/>
            <a:ext cx="1626730" cy="2387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2811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143520-7E5E-0912-BF98-AC357DC41780}"/>
              </a:ext>
            </a:extLst>
          </p:cNvPr>
          <p:cNvSpPr>
            <a:spLocks noGrp="1"/>
          </p:cNvSpPr>
          <p:nvPr>
            <p:ph type="title"/>
          </p:nvPr>
        </p:nvSpPr>
        <p:spPr/>
        <p:txBody>
          <a:bodyPr>
            <a:noAutofit/>
          </a:bodyPr>
          <a:lstStyle/>
          <a:p>
            <a:r>
              <a:rPr lang="ru-RU" sz="4000" dirty="0"/>
              <a:t>У </a:t>
            </a:r>
            <a:r>
              <a:rPr lang="ru-RU" sz="4000" dirty="0" err="1"/>
              <a:t>якому</a:t>
            </a:r>
            <a:r>
              <a:rPr lang="ru-RU" sz="4000" dirty="0"/>
              <a:t> </a:t>
            </a:r>
            <a:r>
              <a:rPr lang="ru-RU" sz="4000" dirty="0" err="1"/>
              <a:t>уривку</a:t>
            </a:r>
            <a:r>
              <a:rPr lang="ru-RU" sz="4000" dirty="0"/>
              <a:t> з </a:t>
            </a:r>
            <a:r>
              <a:rPr lang="ru-RU" sz="4000" dirty="0" err="1"/>
              <a:t>історичного</a:t>
            </a:r>
            <a:r>
              <a:rPr lang="ru-RU" sz="4000" dirty="0"/>
              <a:t> </a:t>
            </a:r>
            <a:r>
              <a:rPr lang="ru-RU" sz="4000" dirty="0" err="1"/>
              <a:t>джерела</a:t>
            </a:r>
            <a:r>
              <a:rPr lang="ru-RU" sz="4000" dirty="0"/>
              <a:t> </a:t>
            </a:r>
            <a:r>
              <a:rPr lang="ru-RU" sz="4000" dirty="0" err="1"/>
              <a:t>йдеться</a:t>
            </a:r>
            <a:r>
              <a:rPr lang="ru-RU" sz="4000" dirty="0"/>
              <a:t> про роль і </a:t>
            </a:r>
            <a:r>
              <a:rPr lang="ru-RU" sz="4000" dirty="0" err="1"/>
              <a:t>місце</a:t>
            </a:r>
            <a:r>
              <a:rPr lang="ru-RU" sz="4000" dirty="0"/>
              <a:t> в </a:t>
            </a:r>
            <a:r>
              <a:rPr lang="ru-RU" sz="4000" dirty="0" err="1"/>
              <a:t>українській</a:t>
            </a:r>
            <a:r>
              <a:rPr lang="ru-RU" sz="4000" dirty="0"/>
              <a:t> </a:t>
            </a:r>
            <a:r>
              <a:rPr lang="ru-RU" sz="4000" dirty="0" err="1"/>
              <a:t>культурі</a:t>
            </a:r>
            <a:r>
              <a:rPr lang="ru-RU" sz="4000" dirty="0"/>
              <a:t> </a:t>
            </a:r>
            <a:r>
              <a:rPr lang="ru-RU" sz="4000" dirty="0" err="1"/>
              <a:t>зображеного</a:t>
            </a:r>
            <a:r>
              <a:rPr lang="ru-RU" sz="4000" dirty="0"/>
              <a:t> </a:t>
            </a:r>
            <a:r>
              <a:rPr lang="ru-RU" sz="4000" dirty="0" err="1"/>
              <a:t>діяча</a:t>
            </a:r>
            <a:r>
              <a:rPr lang="ru-RU" sz="4000" dirty="0"/>
              <a:t>?</a:t>
            </a:r>
            <a:endParaRPr lang="uk-UA" sz="4000" dirty="0"/>
          </a:p>
        </p:txBody>
      </p:sp>
      <p:graphicFrame>
        <p:nvGraphicFramePr>
          <p:cNvPr id="5" name="Місце для вмісту 4">
            <a:extLst>
              <a:ext uri="{FF2B5EF4-FFF2-40B4-BE49-F238E27FC236}">
                <a16:creationId xmlns:a16="http://schemas.microsoft.com/office/drawing/2014/main" id="{EFDA839D-AB20-AF66-ABA8-8343AA8F3129}"/>
              </a:ext>
            </a:extLst>
          </p:cNvPr>
          <p:cNvGraphicFramePr>
            <a:graphicFrameLocks noGrp="1"/>
          </p:cNvGraphicFramePr>
          <p:nvPr>
            <p:ph sz="half" idx="2"/>
            <p:extLst>
              <p:ext uri="{D42A27DB-BD31-4B8C-83A1-F6EECF244321}">
                <p14:modId xmlns:p14="http://schemas.microsoft.com/office/powerpoint/2010/main" val="579823028"/>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a:extLst>
              <a:ext uri="{FF2B5EF4-FFF2-40B4-BE49-F238E27FC236}">
                <a16:creationId xmlns:a16="http://schemas.microsoft.com/office/drawing/2014/main" id="{E9EB68BD-615E-5F07-AC4D-2DDFAFFBD349}"/>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121694" y="2115344"/>
            <a:ext cx="3022600" cy="3771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9685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658E3C-3CC0-F192-A547-D5D68DF599B7}"/>
              </a:ext>
            </a:extLst>
          </p:cNvPr>
          <p:cNvSpPr>
            <a:spLocks noGrp="1"/>
          </p:cNvSpPr>
          <p:nvPr>
            <p:ph type="title"/>
          </p:nvPr>
        </p:nvSpPr>
        <p:spPr/>
        <p:txBody>
          <a:bodyPr>
            <a:noAutofit/>
          </a:bodyPr>
          <a:lstStyle/>
          <a:p>
            <a:r>
              <a:rPr lang="ru-RU" sz="4000" dirty="0" err="1"/>
              <a:t>Укажіть</a:t>
            </a:r>
            <a:r>
              <a:rPr lang="ru-RU" sz="4000" dirty="0"/>
              <a:t> портрет </a:t>
            </a:r>
            <a:r>
              <a:rPr lang="ru-RU" sz="4000" dirty="0" err="1"/>
              <a:t>діяча</a:t>
            </a:r>
            <a:r>
              <a:rPr lang="ru-RU" sz="4000" dirty="0"/>
              <a:t>, про роль і </a:t>
            </a:r>
            <a:r>
              <a:rPr lang="ru-RU" sz="4000" dirty="0" err="1"/>
              <a:t>місце</a:t>
            </a:r>
            <a:r>
              <a:rPr lang="ru-RU" sz="4000" dirty="0"/>
              <a:t> в </a:t>
            </a:r>
            <a:r>
              <a:rPr lang="ru-RU" sz="4000" dirty="0" err="1"/>
              <a:t>українській</a:t>
            </a:r>
            <a:r>
              <a:rPr lang="ru-RU" sz="4000" dirty="0"/>
              <a:t> </a:t>
            </a:r>
            <a:r>
              <a:rPr lang="ru-RU" sz="4000" dirty="0" err="1"/>
              <a:t>культурі</a:t>
            </a:r>
            <a:r>
              <a:rPr lang="ru-RU" sz="4000" dirty="0"/>
              <a:t> </a:t>
            </a:r>
            <a:r>
              <a:rPr lang="ru-RU" sz="4000" dirty="0" err="1"/>
              <a:t>якого</a:t>
            </a:r>
            <a:r>
              <a:rPr lang="ru-RU" sz="4000" dirty="0"/>
              <a:t> </a:t>
            </a:r>
            <a:r>
              <a:rPr lang="ru-RU" sz="4000" dirty="0" err="1"/>
              <a:t>йдеться</a:t>
            </a:r>
            <a:r>
              <a:rPr lang="ru-RU" sz="4000" dirty="0"/>
              <a:t> в </a:t>
            </a:r>
            <a:r>
              <a:rPr lang="ru-RU" sz="4000" dirty="0" err="1"/>
              <a:t>уривку</a:t>
            </a:r>
            <a:r>
              <a:rPr lang="ru-RU" sz="4000" dirty="0"/>
              <a:t> з </a:t>
            </a:r>
            <a:r>
              <a:rPr lang="ru-RU" sz="4000" dirty="0" err="1"/>
              <a:t>історичного</a:t>
            </a:r>
            <a:r>
              <a:rPr lang="ru-RU" sz="4000" dirty="0"/>
              <a:t> </a:t>
            </a:r>
            <a:r>
              <a:rPr lang="ru-RU" sz="4000" dirty="0" err="1"/>
              <a:t>джерела</a:t>
            </a:r>
            <a:endParaRPr lang="uk-UA" sz="4000" dirty="0"/>
          </a:p>
        </p:txBody>
      </p:sp>
      <p:sp>
        <p:nvSpPr>
          <p:cNvPr id="3" name="Місце для вмісту 2">
            <a:extLst>
              <a:ext uri="{FF2B5EF4-FFF2-40B4-BE49-F238E27FC236}">
                <a16:creationId xmlns:a16="http://schemas.microsoft.com/office/drawing/2014/main" id="{49E8AD8A-5B23-02C2-8EE5-2B2047791591}"/>
              </a:ext>
            </a:extLst>
          </p:cNvPr>
          <p:cNvSpPr>
            <a:spLocks noGrp="1"/>
          </p:cNvSpPr>
          <p:nvPr>
            <p:ph sz="half" idx="1"/>
          </p:nvPr>
        </p:nvSpPr>
        <p:spPr/>
        <p:txBody>
          <a:bodyPr/>
          <a:lstStyle/>
          <a:p>
            <a:r>
              <a:rPr lang="uk-UA" b="0" i="1" dirty="0">
                <a:solidFill>
                  <a:srgbClr val="FFFFFF"/>
                </a:solidFill>
                <a:effectLst/>
                <a:latin typeface="Century Gothic" panose="020B0502020202020204" pitchFamily="34" charset="0"/>
              </a:rPr>
              <a:t>«Будучи останнім представником поезії українського бароко, він став </a:t>
            </a:r>
            <a:r>
              <a:rPr lang="uk-UA" b="0" i="1" dirty="0" err="1">
                <a:solidFill>
                  <a:srgbClr val="FFFFFF"/>
                </a:solidFill>
                <a:effectLst/>
                <a:latin typeface="Century Gothic" panose="020B0502020202020204" pitchFamily="34" charset="0"/>
              </a:rPr>
              <a:t>предтечею</a:t>
            </a:r>
            <a:r>
              <a:rPr lang="uk-UA" b="0" i="1" dirty="0">
                <a:solidFill>
                  <a:srgbClr val="FFFFFF"/>
                </a:solidFill>
                <a:effectLst/>
                <a:latin typeface="Century Gothic" panose="020B0502020202020204" pitchFamily="34" charset="0"/>
              </a:rPr>
              <a:t> нової української літератури, просякнувши її ідеями гуманізму та Просвітництва...»</a:t>
            </a:r>
            <a:endParaRPr lang="uk-UA" dirty="0"/>
          </a:p>
        </p:txBody>
      </p:sp>
      <p:pic>
        <p:nvPicPr>
          <p:cNvPr id="6146" name="Picture 2">
            <a:extLst>
              <a:ext uri="{FF2B5EF4-FFF2-40B4-BE49-F238E27FC236}">
                <a16:creationId xmlns:a16="http://schemas.microsoft.com/office/drawing/2014/main" id="{C9351DC4-6D58-8785-9D3D-BA358848D506}"/>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91622" y="1393363"/>
            <a:ext cx="1905000" cy="27686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A5C3FA2C-DC79-2188-0D25-AF10DC2F9D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3103" y="1393364"/>
            <a:ext cx="1930399" cy="2768599"/>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72DCFC2C-8593-DF2E-5DE8-99D0B1E072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7022" y="4161962"/>
            <a:ext cx="1854199" cy="2768599"/>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5C888DB6-56B2-1CBC-8D2A-8B664967BF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52428" y="4161963"/>
            <a:ext cx="1917699" cy="2768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3212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4A8F87-2A2E-786D-61DA-19DAB401230B}"/>
              </a:ext>
            </a:extLst>
          </p:cNvPr>
          <p:cNvSpPr>
            <a:spLocks noGrp="1"/>
          </p:cNvSpPr>
          <p:nvPr>
            <p:ph type="title"/>
          </p:nvPr>
        </p:nvSpPr>
        <p:spPr/>
        <p:txBody>
          <a:bodyPr>
            <a:noAutofit/>
          </a:bodyPr>
          <a:lstStyle/>
          <a:p>
            <a:r>
              <a:rPr lang="ru-RU" sz="4000" dirty="0"/>
              <a:t>У </a:t>
            </a:r>
            <a:r>
              <a:rPr lang="ru-RU" sz="4000" dirty="0" err="1"/>
              <a:t>якому</a:t>
            </a:r>
            <a:r>
              <a:rPr lang="ru-RU" sz="4000" dirty="0"/>
              <a:t> </a:t>
            </a:r>
            <a:r>
              <a:rPr lang="ru-RU" sz="4000" dirty="0" err="1"/>
              <a:t>уривку</a:t>
            </a:r>
            <a:r>
              <a:rPr lang="ru-RU" sz="4000" dirty="0"/>
              <a:t> з </a:t>
            </a:r>
            <a:r>
              <a:rPr lang="ru-RU" sz="4000" dirty="0" err="1"/>
              <a:t>історичного</a:t>
            </a:r>
            <a:r>
              <a:rPr lang="ru-RU" sz="4000" dirty="0"/>
              <a:t> </a:t>
            </a:r>
            <a:r>
              <a:rPr lang="ru-RU" sz="4000" dirty="0" err="1"/>
              <a:t>джерела</a:t>
            </a:r>
            <a:r>
              <a:rPr lang="ru-RU" sz="4000" dirty="0"/>
              <a:t> </a:t>
            </a:r>
            <a:r>
              <a:rPr lang="ru-RU" sz="4000" dirty="0" err="1"/>
              <a:t>йдеться</a:t>
            </a:r>
            <a:r>
              <a:rPr lang="ru-RU" sz="4000" dirty="0"/>
              <a:t> про роль і </a:t>
            </a:r>
            <a:r>
              <a:rPr lang="ru-RU" sz="4000" dirty="0" err="1"/>
              <a:t>місце</a:t>
            </a:r>
            <a:r>
              <a:rPr lang="ru-RU" sz="4000" dirty="0"/>
              <a:t> в </a:t>
            </a:r>
            <a:r>
              <a:rPr lang="ru-RU" sz="4000" dirty="0" err="1"/>
              <a:t>українській</a:t>
            </a:r>
            <a:r>
              <a:rPr lang="ru-RU" sz="4000" dirty="0"/>
              <a:t> </a:t>
            </a:r>
            <a:r>
              <a:rPr lang="ru-RU" sz="4000" dirty="0" err="1"/>
              <a:t>культурі</a:t>
            </a:r>
            <a:r>
              <a:rPr lang="ru-RU" sz="4000" dirty="0"/>
              <a:t> </a:t>
            </a:r>
            <a:r>
              <a:rPr lang="ru-RU" sz="4000" dirty="0" err="1"/>
              <a:t>зображеного</a:t>
            </a:r>
            <a:r>
              <a:rPr lang="ru-RU" sz="4000" dirty="0"/>
              <a:t> </a:t>
            </a:r>
            <a:r>
              <a:rPr lang="ru-RU" sz="4000" dirty="0" err="1"/>
              <a:t>діяча</a:t>
            </a:r>
            <a:r>
              <a:rPr lang="ru-RU" sz="4000" dirty="0"/>
              <a:t>?</a:t>
            </a:r>
            <a:endParaRPr lang="uk-UA" sz="4000" dirty="0"/>
          </a:p>
        </p:txBody>
      </p:sp>
      <p:graphicFrame>
        <p:nvGraphicFramePr>
          <p:cNvPr id="5" name="Місце для вмісту 4">
            <a:extLst>
              <a:ext uri="{FF2B5EF4-FFF2-40B4-BE49-F238E27FC236}">
                <a16:creationId xmlns:a16="http://schemas.microsoft.com/office/drawing/2014/main" id="{DA04C9D8-A97B-46D6-025D-A5E1CC966B0E}"/>
              </a:ext>
            </a:extLst>
          </p:cNvPr>
          <p:cNvGraphicFramePr>
            <a:graphicFrameLocks noGrp="1"/>
          </p:cNvGraphicFramePr>
          <p:nvPr>
            <p:ph sz="half" idx="2"/>
            <p:extLst>
              <p:ext uri="{D42A27DB-BD31-4B8C-83A1-F6EECF244321}">
                <p14:modId xmlns:p14="http://schemas.microsoft.com/office/powerpoint/2010/main" val="2694352603"/>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0962" name="Picture 2">
            <a:extLst>
              <a:ext uri="{FF2B5EF4-FFF2-40B4-BE49-F238E27FC236}">
                <a16:creationId xmlns:a16="http://schemas.microsoft.com/office/drawing/2014/main" id="{97632B5E-7273-52B0-2A5C-F848BA8DCED4}"/>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127834" y="2143660"/>
            <a:ext cx="3010320" cy="3715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3572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3FBB0F-7654-BB50-F196-A30D96EF0E60}"/>
              </a:ext>
            </a:extLst>
          </p:cNvPr>
          <p:cNvSpPr>
            <a:spLocks noGrp="1"/>
          </p:cNvSpPr>
          <p:nvPr>
            <p:ph type="title"/>
          </p:nvPr>
        </p:nvSpPr>
        <p:spPr/>
        <p:txBody>
          <a:bodyPr>
            <a:noAutofit/>
          </a:bodyPr>
          <a:lstStyle/>
          <a:p>
            <a:r>
              <a:rPr lang="uk-UA" sz="3200" dirty="0"/>
              <a:t>Укажіть портрет історичної особи, із якою пов’язано формування козацьких полків під час </a:t>
            </a:r>
            <a:r>
              <a:rPr lang="uk-UA" sz="3200" dirty="0" err="1"/>
              <a:t>французько</a:t>
            </a:r>
            <a:r>
              <a:rPr lang="uk-UA" sz="3200" dirty="0"/>
              <a:t>-російської війни 1812 р.</a:t>
            </a:r>
          </a:p>
        </p:txBody>
      </p:sp>
      <p:pic>
        <p:nvPicPr>
          <p:cNvPr id="43010" name="Picture 2">
            <a:extLst>
              <a:ext uri="{FF2B5EF4-FFF2-40B4-BE49-F238E27FC236}">
                <a16:creationId xmlns:a16="http://schemas.microsoft.com/office/drawing/2014/main" id="{36D361C4-2447-FD6F-319A-AAF6F367FBB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52420" y="2303274"/>
            <a:ext cx="2654657" cy="3584538"/>
          </a:xfrm>
          <a:prstGeom prst="rect">
            <a:avLst/>
          </a:prstGeom>
          <a:noFill/>
          <a:extLst>
            <a:ext uri="{909E8E84-426E-40DD-AFC4-6F175D3DCCD1}">
              <a14:hiddenFill xmlns:a14="http://schemas.microsoft.com/office/drawing/2010/main">
                <a:solidFill>
                  <a:srgbClr val="FFFFFF"/>
                </a:solidFill>
              </a14:hiddenFill>
            </a:ext>
          </a:extLst>
        </p:spPr>
      </p:pic>
      <p:pic>
        <p:nvPicPr>
          <p:cNvPr id="43012" name="Picture 4">
            <a:extLst>
              <a:ext uri="{FF2B5EF4-FFF2-40B4-BE49-F238E27FC236}">
                <a16:creationId xmlns:a16="http://schemas.microsoft.com/office/drawing/2014/main" id="{9B9694E9-9A04-C643-A494-4F769CF3D2B2}"/>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002614" y="2280027"/>
            <a:ext cx="2654657" cy="3599535"/>
          </a:xfrm>
          <a:prstGeom prst="rect">
            <a:avLst/>
          </a:prstGeom>
          <a:noFill/>
          <a:extLst>
            <a:ext uri="{909E8E84-426E-40DD-AFC4-6F175D3DCCD1}">
              <a14:hiddenFill xmlns:a14="http://schemas.microsoft.com/office/drawing/2010/main">
                <a:solidFill>
                  <a:srgbClr val="FFFFFF"/>
                </a:solidFill>
              </a14:hiddenFill>
            </a:ext>
          </a:extLst>
        </p:spPr>
      </p:pic>
      <p:pic>
        <p:nvPicPr>
          <p:cNvPr id="43014" name="Picture 6">
            <a:extLst>
              <a:ext uri="{FF2B5EF4-FFF2-40B4-BE49-F238E27FC236}">
                <a16:creationId xmlns:a16="http://schemas.microsoft.com/office/drawing/2014/main" id="{5221DF65-BE06-3FDC-59DA-57797A1886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5200" y="2295525"/>
            <a:ext cx="2639291" cy="3584037"/>
          </a:xfrm>
          <a:prstGeom prst="rect">
            <a:avLst/>
          </a:prstGeom>
          <a:noFill/>
          <a:extLst>
            <a:ext uri="{909E8E84-426E-40DD-AFC4-6F175D3DCCD1}">
              <a14:hiddenFill xmlns:a14="http://schemas.microsoft.com/office/drawing/2010/main">
                <a:solidFill>
                  <a:srgbClr val="FFFFFF"/>
                </a:solidFill>
              </a14:hiddenFill>
            </a:ext>
          </a:extLst>
        </p:spPr>
      </p:pic>
      <p:pic>
        <p:nvPicPr>
          <p:cNvPr id="43016" name="Picture 8">
            <a:extLst>
              <a:ext uri="{FF2B5EF4-FFF2-40B4-BE49-F238E27FC236}">
                <a16:creationId xmlns:a16="http://schemas.microsoft.com/office/drawing/2014/main" id="{7764B3FB-4608-ABD6-BE20-48C914230A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57356" y="2296027"/>
            <a:ext cx="2639291" cy="3599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5825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257871-24F4-A2C0-9FA0-16031E7A1177}"/>
              </a:ext>
            </a:extLst>
          </p:cNvPr>
          <p:cNvSpPr>
            <a:spLocks noGrp="1"/>
          </p:cNvSpPr>
          <p:nvPr>
            <p:ph type="title"/>
          </p:nvPr>
        </p:nvSpPr>
        <p:spPr/>
        <p:txBody>
          <a:bodyPr>
            <a:noAutofit/>
          </a:bodyPr>
          <a:lstStyle/>
          <a:p>
            <a:r>
              <a:rPr lang="ru-RU" sz="4000" dirty="0"/>
              <a:t>У </a:t>
            </a:r>
            <a:r>
              <a:rPr lang="ru-RU" sz="4000" dirty="0" err="1"/>
              <a:t>якому</a:t>
            </a:r>
            <a:r>
              <a:rPr lang="ru-RU" sz="4000" dirty="0"/>
              <a:t> </a:t>
            </a:r>
            <a:r>
              <a:rPr lang="ru-RU" sz="4000" dirty="0" err="1"/>
              <a:t>уривку</a:t>
            </a:r>
            <a:r>
              <a:rPr lang="ru-RU" sz="4000" dirty="0"/>
              <a:t> з </a:t>
            </a:r>
            <a:r>
              <a:rPr lang="ru-RU" sz="4000" dirty="0" err="1"/>
              <a:t>історичного</a:t>
            </a:r>
            <a:r>
              <a:rPr lang="ru-RU" sz="4000" dirty="0"/>
              <a:t> </a:t>
            </a:r>
            <a:r>
              <a:rPr lang="ru-RU" sz="4000" dirty="0" err="1"/>
              <a:t>джерела</a:t>
            </a:r>
            <a:r>
              <a:rPr lang="ru-RU" sz="4000" dirty="0"/>
              <a:t> </a:t>
            </a:r>
            <a:r>
              <a:rPr lang="ru-RU" sz="4000" dirty="0" err="1"/>
              <a:t>йдеться</a:t>
            </a:r>
            <a:r>
              <a:rPr lang="ru-RU" sz="4000" dirty="0"/>
              <a:t> про роль і </a:t>
            </a:r>
            <a:r>
              <a:rPr lang="ru-RU" sz="4000" dirty="0" err="1"/>
              <a:t>місце</a:t>
            </a:r>
            <a:r>
              <a:rPr lang="ru-RU" sz="4000" dirty="0"/>
              <a:t> в </a:t>
            </a:r>
            <a:r>
              <a:rPr lang="ru-RU" sz="4000" dirty="0" err="1"/>
              <a:t>українській</a:t>
            </a:r>
            <a:r>
              <a:rPr lang="ru-RU" sz="4000" dirty="0"/>
              <a:t> </a:t>
            </a:r>
            <a:r>
              <a:rPr lang="ru-RU" sz="4000" dirty="0" err="1"/>
              <a:t>культурі</a:t>
            </a:r>
            <a:r>
              <a:rPr lang="ru-RU" sz="4000" dirty="0"/>
              <a:t> </a:t>
            </a:r>
            <a:r>
              <a:rPr lang="ru-RU" sz="4000" dirty="0" err="1"/>
              <a:t>зображеного</a:t>
            </a:r>
            <a:r>
              <a:rPr lang="ru-RU" sz="4000" dirty="0"/>
              <a:t> </a:t>
            </a:r>
            <a:r>
              <a:rPr lang="ru-RU" sz="4000" dirty="0" err="1"/>
              <a:t>діяча</a:t>
            </a:r>
            <a:r>
              <a:rPr lang="ru-RU" sz="4000" dirty="0"/>
              <a:t>?</a:t>
            </a:r>
            <a:endParaRPr lang="uk-UA" sz="4000" dirty="0"/>
          </a:p>
        </p:txBody>
      </p:sp>
      <p:graphicFrame>
        <p:nvGraphicFramePr>
          <p:cNvPr id="5" name="Місце для вмісту 4">
            <a:extLst>
              <a:ext uri="{FF2B5EF4-FFF2-40B4-BE49-F238E27FC236}">
                <a16:creationId xmlns:a16="http://schemas.microsoft.com/office/drawing/2014/main" id="{FE5349EA-8796-7B71-30E2-2E785F08C595}"/>
              </a:ext>
            </a:extLst>
          </p:cNvPr>
          <p:cNvGraphicFramePr>
            <a:graphicFrameLocks noGrp="1"/>
          </p:cNvGraphicFramePr>
          <p:nvPr>
            <p:ph sz="half" idx="2"/>
            <p:extLst>
              <p:ext uri="{D42A27DB-BD31-4B8C-83A1-F6EECF244321}">
                <p14:modId xmlns:p14="http://schemas.microsoft.com/office/powerpoint/2010/main" val="294022026"/>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9938" name="Picture 2">
            <a:extLst>
              <a:ext uri="{FF2B5EF4-FFF2-40B4-BE49-F238E27FC236}">
                <a16:creationId xmlns:a16="http://schemas.microsoft.com/office/drawing/2014/main" id="{29E8E479-3017-06B5-6CB0-28D4B1A55217}"/>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165939" y="2143660"/>
            <a:ext cx="2934109" cy="3715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836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25D7C1-48CB-5DD1-7AF2-E0807C1E9370}"/>
              </a:ext>
            </a:extLst>
          </p:cNvPr>
          <p:cNvSpPr>
            <a:spLocks noGrp="1"/>
          </p:cNvSpPr>
          <p:nvPr>
            <p:ph type="title"/>
          </p:nvPr>
        </p:nvSpPr>
        <p:spPr/>
        <p:txBody>
          <a:bodyPr>
            <a:normAutofit fontScale="90000"/>
          </a:bodyPr>
          <a:lstStyle/>
          <a:p>
            <a:r>
              <a:rPr lang="ru-RU" dirty="0"/>
              <a:t>З </a:t>
            </a:r>
            <a:r>
              <a:rPr lang="ru-RU" dirty="0" err="1"/>
              <a:t>іменами</a:t>
            </a:r>
            <a:r>
              <a:rPr lang="ru-RU" dirty="0"/>
              <a:t> </a:t>
            </a:r>
            <a:r>
              <a:rPr lang="ru-RU" dirty="0" err="1"/>
              <a:t>діячів</a:t>
            </a:r>
            <a:r>
              <a:rPr lang="ru-RU" dirty="0"/>
              <a:t>, </a:t>
            </a:r>
            <a:r>
              <a:rPr lang="ru-RU" dirty="0" err="1"/>
              <a:t>портрети</a:t>
            </a:r>
            <a:r>
              <a:rPr lang="ru-RU" dirty="0"/>
              <a:t> </a:t>
            </a:r>
            <a:r>
              <a:rPr lang="ru-RU" dirty="0" err="1"/>
              <a:t>яких</a:t>
            </a:r>
            <a:r>
              <a:rPr lang="ru-RU" dirty="0"/>
              <a:t> </a:t>
            </a:r>
            <a:r>
              <a:rPr lang="ru-RU" dirty="0" err="1"/>
              <a:t>зображено</a:t>
            </a:r>
            <a:r>
              <a:rPr lang="ru-RU" dirty="0"/>
              <a:t>, </a:t>
            </a:r>
            <a:r>
              <a:rPr lang="ru-RU" dirty="0" err="1"/>
              <a:t>пов’язують</a:t>
            </a:r>
            <a:r>
              <a:rPr lang="ru-RU" dirty="0"/>
              <a:t> </a:t>
            </a:r>
            <a:r>
              <a:rPr lang="ru-RU" dirty="0" err="1"/>
              <a:t>створення</a:t>
            </a:r>
            <a:r>
              <a:rPr lang="ru-RU" dirty="0"/>
              <a:t> та </a:t>
            </a:r>
            <a:r>
              <a:rPr lang="ru-RU" dirty="0" err="1"/>
              <a:t>діяльність</a:t>
            </a:r>
            <a:endParaRPr lang="uk-UA" dirty="0"/>
          </a:p>
        </p:txBody>
      </p:sp>
      <p:graphicFrame>
        <p:nvGraphicFramePr>
          <p:cNvPr id="5" name="Місце для вмісту 4">
            <a:extLst>
              <a:ext uri="{FF2B5EF4-FFF2-40B4-BE49-F238E27FC236}">
                <a16:creationId xmlns:a16="http://schemas.microsoft.com/office/drawing/2014/main" id="{C942D8CD-FB69-EAA5-5785-D9CEDE150D50}"/>
              </a:ext>
            </a:extLst>
          </p:cNvPr>
          <p:cNvGraphicFramePr>
            <a:graphicFrameLocks noGrp="1"/>
          </p:cNvGraphicFramePr>
          <p:nvPr>
            <p:ph sz="half" idx="2"/>
            <p:extLst>
              <p:ext uri="{D42A27DB-BD31-4B8C-83A1-F6EECF244321}">
                <p14:modId xmlns:p14="http://schemas.microsoft.com/office/powerpoint/2010/main" val="1579377042"/>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7410" name="Picture 2">
            <a:extLst>
              <a:ext uri="{FF2B5EF4-FFF2-40B4-BE49-F238E27FC236}">
                <a16:creationId xmlns:a16="http://schemas.microsoft.com/office/drawing/2014/main" id="{A35FDE30-FCAE-5166-FE4C-11CEDEBB3699}"/>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120775" y="2962910"/>
            <a:ext cx="5024438" cy="2076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0000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866C00-8998-C19C-FBEB-01FE30523F7D}"/>
              </a:ext>
            </a:extLst>
          </p:cNvPr>
          <p:cNvSpPr>
            <a:spLocks noGrp="1"/>
          </p:cNvSpPr>
          <p:nvPr>
            <p:ph type="title"/>
          </p:nvPr>
        </p:nvSpPr>
        <p:spPr/>
        <p:txBody>
          <a:bodyPr>
            <a:normAutofit fontScale="90000"/>
          </a:bodyPr>
          <a:lstStyle/>
          <a:p>
            <a:r>
              <a:rPr lang="ru-RU" dirty="0" err="1"/>
              <a:t>Зображених</a:t>
            </a:r>
            <a:r>
              <a:rPr lang="ru-RU" dirty="0"/>
              <a:t> на фото </a:t>
            </a:r>
            <a:r>
              <a:rPr lang="ru-RU" dirty="0" err="1"/>
              <a:t>діячів</a:t>
            </a:r>
            <a:r>
              <a:rPr lang="ru-RU" dirty="0"/>
              <a:t> </a:t>
            </a:r>
            <a:r>
              <a:rPr lang="ru-RU" dirty="0" err="1"/>
              <a:t>об’єднує</a:t>
            </a:r>
            <a:r>
              <a:rPr lang="ru-RU" dirty="0"/>
              <a:t> те, </a:t>
            </a:r>
            <a:r>
              <a:rPr lang="ru-RU" dirty="0" err="1"/>
              <a:t>що</a:t>
            </a:r>
            <a:r>
              <a:rPr lang="ru-RU" dirty="0"/>
              <a:t> вони були</a:t>
            </a:r>
            <a:endParaRPr lang="uk-UA" dirty="0"/>
          </a:p>
        </p:txBody>
      </p:sp>
      <p:graphicFrame>
        <p:nvGraphicFramePr>
          <p:cNvPr id="5" name="Місце для вмісту 4">
            <a:extLst>
              <a:ext uri="{FF2B5EF4-FFF2-40B4-BE49-F238E27FC236}">
                <a16:creationId xmlns:a16="http://schemas.microsoft.com/office/drawing/2014/main" id="{10506B5D-BF61-02D4-C716-1892008971F2}"/>
              </a:ext>
            </a:extLst>
          </p:cNvPr>
          <p:cNvGraphicFramePr>
            <a:graphicFrameLocks noGrp="1"/>
          </p:cNvGraphicFramePr>
          <p:nvPr>
            <p:ph sz="half" idx="2"/>
            <p:extLst>
              <p:ext uri="{D42A27DB-BD31-4B8C-83A1-F6EECF244321}">
                <p14:modId xmlns:p14="http://schemas.microsoft.com/office/powerpoint/2010/main" val="2430313140"/>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5842" name="Picture 2">
            <a:extLst>
              <a:ext uri="{FF2B5EF4-FFF2-40B4-BE49-F238E27FC236}">
                <a16:creationId xmlns:a16="http://schemas.microsoft.com/office/drawing/2014/main" id="{4839E353-6B1A-BB7C-356A-199EDAE2C6A8}"/>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047081" y="2972594"/>
            <a:ext cx="3171825"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6153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B294FA-75A0-76DF-51FD-D24443BD065D}"/>
              </a:ext>
            </a:extLst>
          </p:cNvPr>
          <p:cNvSpPr>
            <a:spLocks noGrp="1"/>
          </p:cNvSpPr>
          <p:nvPr>
            <p:ph type="title"/>
          </p:nvPr>
        </p:nvSpPr>
        <p:spPr/>
        <p:txBody>
          <a:bodyPr>
            <a:normAutofit fontScale="90000"/>
          </a:bodyPr>
          <a:lstStyle/>
          <a:p>
            <a:r>
              <a:rPr lang="ru-RU" dirty="0" err="1"/>
              <a:t>Що</a:t>
            </a:r>
            <a:r>
              <a:rPr lang="ru-RU" dirty="0"/>
              <a:t> </a:t>
            </a:r>
            <a:r>
              <a:rPr lang="ru-RU" dirty="0" err="1"/>
              <a:t>об’єднує</a:t>
            </a:r>
            <a:r>
              <a:rPr lang="ru-RU" dirty="0"/>
              <a:t> </a:t>
            </a:r>
            <a:r>
              <a:rPr lang="ru-RU" dirty="0" err="1"/>
              <a:t>діячів</a:t>
            </a:r>
            <a:r>
              <a:rPr lang="ru-RU" dirty="0"/>
              <a:t>, </a:t>
            </a:r>
            <a:r>
              <a:rPr lang="ru-RU" dirty="0" err="1"/>
              <a:t>зображених</a:t>
            </a:r>
            <a:r>
              <a:rPr lang="ru-RU" dirty="0"/>
              <a:t> на фото?</a:t>
            </a:r>
            <a:endParaRPr lang="uk-UA" dirty="0"/>
          </a:p>
        </p:txBody>
      </p:sp>
      <p:graphicFrame>
        <p:nvGraphicFramePr>
          <p:cNvPr id="5" name="Місце для вмісту 4">
            <a:extLst>
              <a:ext uri="{FF2B5EF4-FFF2-40B4-BE49-F238E27FC236}">
                <a16:creationId xmlns:a16="http://schemas.microsoft.com/office/drawing/2014/main" id="{B4B2C0C8-10FB-BB81-AE7D-511E8F0321B4}"/>
              </a:ext>
            </a:extLst>
          </p:cNvPr>
          <p:cNvGraphicFramePr>
            <a:graphicFrameLocks noGrp="1"/>
          </p:cNvGraphicFramePr>
          <p:nvPr>
            <p:ph sz="half" idx="2"/>
            <p:extLst>
              <p:ext uri="{D42A27DB-BD31-4B8C-83A1-F6EECF244321}">
                <p14:modId xmlns:p14="http://schemas.microsoft.com/office/powerpoint/2010/main" val="2610158799"/>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2530" name="Picture 2">
            <a:extLst>
              <a:ext uri="{FF2B5EF4-FFF2-40B4-BE49-F238E27FC236}">
                <a16:creationId xmlns:a16="http://schemas.microsoft.com/office/drawing/2014/main" id="{0D334340-AD0A-1A88-3570-23E79B66D1A6}"/>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251744" y="2963069"/>
            <a:ext cx="4762500" cy="2076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74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98E2E1-94E8-BB75-048B-3C8856C8B64B}"/>
              </a:ext>
            </a:extLst>
          </p:cNvPr>
          <p:cNvSpPr>
            <a:spLocks noGrp="1"/>
          </p:cNvSpPr>
          <p:nvPr>
            <p:ph type="title"/>
          </p:nvPr>
        </p:nvSpPr>
        <p:spPr/>
        <p:txBody>
          <a:bodyPr>
            <a:noAutofit/>
          </a:bodyPr>
          <a:lstStyle/>
          <a:p>
            <a:r>
              <a:rPr lang="ru-RU" sz="4000" dirty="0" err="1"/>
              <a:t>Діячі</a:t>
            </a:r>
            <a:r>
              <a:rPr lang="ru-RU" sz="4000" dirty="0"/>
              <a:t>, </a:t>
            </a:r>
            <a:r>
              <a:rPr lang="ru-RU" sz="4000" dirty="0" err="1"/>
              <a:t>зображені</a:t>
            </a:r>
            <a:r>
              <a:rPr lang="ru-RU" sz="4000" dirty="0"/>
              <a:t> на фото, </a:t>
            </a:r>
            <a:r>
              <a:rPr lang="ru-RU" sz="4000" dirty="0" err="1"/>
              <a:t>зазнали</a:t>
            </a:r>
            <a:r>
              <a:rPr lang="ru-RU" sz="4000" dirty="0"/>
              <a:t> </a:t>
            </a:r>
            <a:r>
              <a:rPr lang="ru-RU" sz="4000" dirty="0" err="1"/>
              <a:t>переслідувань</a:t>
            </a:r>
            <a:r>
              <a:rPr lang="ru-RU" sz="4000" dirty="0"/>
              <a:t> </a:t>
            </a:r>
            <a:r>
              <a:rPr lang="ru-RU" sz="4000" dirty="0" err="1"/>
              <a:t>царською</a:t>
            </a:r>
            <a:r>
              <a:rPr lang="ru-RU" sz="4000" dirty="0"/>
              <a:t> </a:t>
            </a:r>
            <a:r>
              <a:rPr lang="ru-RU" sz="4000" dirty="0" err="1"/>
              <a:t>владою</a:t>
            </a:r>
            <a:r>
              <a:rPr lang="ru-RU" sz="4000" dirty="0"/>
              <a:t> </a:t>
            </a:r>
            <a:r>
              <a:rPr lang="ru-RU" sz="4000" dirty="0" err="1"/>
              <a:t>внаслідок</a:t>
            </a:r>
            <a:r>
              <a:rPr lang="ru-RU" sz="4000" dirty="0"/>
              <a:t> </a:t>
            </a:r>
            <a:r>
              <a:rPr lang="ru-RU" sz="4000" dirty="0" err="1"/>
              <a:t>видання</a:t>
            </a:r>
            <a:endParaRPr lang="uk-UA" sz="4000" dirty="0"/>
          </a:p>
        </p:txBody>
      </p:sp>
      <p:graphicFrame>
        <p:nvGraphicFramePr>
          <p:cNvPr id="5" name="Місце для вмісту 4">
            <a:extLst>
              <a:ext uri="{FF2B5EF4-FFF2-40B4-BE49-F238E27FC236}">
                <a16:creationId xmlns:a16="http://schemas.microsoft.com/office/drawing/2014/main" id="{66805E85-8EF8-4580-9686-71D367E6EA77}"/>
              </a:ext>
            </a:extLst>
          </p:cNvPr>
          <p:cNvGraphicFramePr>
            <a:graphicFrameLocks noGrp="1"/>
          </p:cNvGraphicFramePr>
          <p:nvPr>
            <p:ph sz="half" idx="2"/>
            <p:extLst>
              <p:ext uri="{D42A27DB-BD31-4B8C-83A1-F6EECF244321}">
                <p14:modId xmlns:p14="http://schemas.microsoft.com/office/powerpoint/2010/main" val="4087030550"/>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4578" name="Picture 2">
            <a:extLst>
              <a:ext uri="{FF2B5EF4-FFF2-40B4-BE49-F238E27FC236}">
                <a16:creationId xmlns:a16="http://schemas.microsoft.com/office/drawing/2014/main" id="{6A8A3106-3B80-7CD7-8BF0-16E0351C0FAB}"/>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442244" y="2696369"/>
            <a:ext cx="4381500"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9608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D1D0BE-BFEF-A5AB-A404-954D08904B2B}"/>
              </a:ext>
            </a:extLst>
          </p:cNvPr>
          <p:cNvSpPr>
            <a:spLocks noGrp="1"/>
          </p:cNvSpPr>
          <p:nvPr>
            <p:ph type="title"/>
          </p:nvPr>
        </p:nvSpPr>
        <p:spPr/>
        <p:txBody>
          <a:bodyPr>
            <a:normAutofit fontScale="90000"/>
          </a:bodyPr>
          <a:lstStyle/>
          <a:p>
            <a:r>
              <a:rPr lang="ru-RU" dirty="0" err="1"/>
              <a:t>З'ясуйте</a:t>
            </a:r>
            <a:r>
              <a:rPr lang="ru-RU" dirty="0"/>
              <a:t> кому з </a:t>
            </a:r>
            <a:r>
              <a:rPr lang="ru-RU" dirty="0" err="1"/>
              <a:t>діячів</a:t>
            </a:r>
            <a:r>
              <a:rPr lang="ru-RU" dirty="0"/>
              <a:t>, </a:t>
            </a:r>
            <a:r>
              <a:rPr lang="ru-RU" dirty="0" err="1"/>
              <a:t>зображених</a:t>
            </a:r>
            <a:r>
              <a:rPr lang="ru-RU" dirty="0"/>
              <a:t> на фото, належать </a:t>
            </a:r>
            <a:r>
              <a:rPr lang="ru-RU" dirty="0" err="1"/>
              <a:t>наведені</a:t>
            </a:r>
            <a:r>
              <a:rPr lang="ru-RU" dirty="0"/>
              <a:t> </a:t>
            </a:r>
            <a:r>
              <a:rPr lang="ru-RU" dirty="0" err="1"/>
              <a:t>факти</a:t>
            </a:r>
            <a:r>
              <a:rPr lang="ru-RU" dirty="0"/>
              <a:t> </a:t>
            </a:r>
            <a:r>
              <a:rPr lang="ru-RU" dirty="0" err="1"/>
              <a:t>біографії</a:t>
            </a:r>
            <a:r>
              <a:rPr lang="ru-RU" dirty="0"/>
              <a:t>.</a:t>
            </a:r>
            <a:endParaRPr lang="uk-UA" dirty="0"/>
          </a:p>
        </p:txBody>
      </p:sp>
      <p:graphicFrame>
        <p:nvGraphicFramePr>
          <p:cNvPr id="5" name="Місце для вмісту 4">
            <a:extLst>
              <a:ext uri="{FF2B5EF4-FFF2-40B4-BE49-F238E27FC236}">
                <a16:creationId xmlns:a16="http://schemas.microsoft.com/office/drawing/2014/main" id="{A48146E3-E067-7F26-D3FA-11F725C404A0}"/>
              </a:ext>
            </a:extLst>
          </p:cNvPr>
          <p:cNvGraphicFramePr>
            <a:graphicFrameLocks noGrp="1"/>
          </p:cNvGraphicFramePr>
          <p:nvPr>
            <p:ph sz="half" idx="2"/>
            <p:extLst>
              <p:ext uri="{D42A27DB-BD31-4B8C-83A1-F6EECF244321}">
                <p14:modId xmlns:p14="http://schemas.microsoft.com/office/powerpoint/2010/main" val="588150961"/>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266" name="Picture 2">
            <a:extLst>
              <a:ext uri="{FF2B5EF4-FFF2-40B4-BE49-F238E27FC236}">
                <a16:creationId xmlns:a16="http://schemas.microsoft.com/office/drawing/2014/main" id="{9F38FAAD-1D6A-D013-DDC0-36B6A54C5E46}"/>
              </a:ext>
            </a:extLst>
          </p:cNvPr>
          <p:cNvPicPr>
            <a:picLocks noGrp="1" noChangeAspect="1" noChangeArrowheads="1"/>
          </p:cNvPicPr>
          <p:nvPr>
            <p:ph sz="half" idx="1"/>
          </p:nvPr>
        </p:nvPicPr>
        <p:blipFill rotWithShape="1">
          <a:blip r:embed="rId7">
            <a:extLst>
              <a:ext uri="{28A0092B-C50C-407E-A947-70E740481C1C}">
                <a14:useLocalDpi xmlns:a14="http://schemas.microsoft.com/office/drawing/2010/main" val="0"/>
              </a:ext>
            </a:extLst>
          </a:blip>
          <a:srcRect r="73776"/>
          <a:stretch/>
        </p:blipFill>
        <p:spPr bwMode="auto">
          <a:xfrm>
            <a:off x="701986" y="2143668"/>
            <a:ext cx="1453840" cy="22264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73EC9928-D6B2-1739-7D26-008DAA57A94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5479" r="49918"/>
          <a:stretch/>
        </p:blipFill>
        <p:spPr bwMode="auto">
          <a:xfrm>
            <a:off x="3158138" y="2089943"/>
            <a:ext cx="1363981" cy="222648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AEE90CB7-9C9A-D569-2284-642D6D68686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48986" t="4940" r="26411" b="-755"/>
          <a:stretch/>
        </p:blipFill>
        <p:spPr bwMode="auto">
          <a:xfrm>
            <a:off x="701986" y="4440425"/>
            <a:ext cx="1453840" cy="227384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925EA551-2793-D3DE-6E8B-3D445BCB8B0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73706" t="2879" r="1691" b="1306"/>
          <a:stretch/>
        </p:blipFill>
        <p:spPr bwMode="auto">
          <a:xfrm>
            <a:off x="3158138" y="4510696"/>
            <a:ext cx="1363981" cy="213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9306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C0F6D0-E548-DE1F-D710-D04194DF47F6}"/>
              </a:ext>
            </a:extLst>
          </p:cNvPr>
          <p:cNvSpPr>
            <a:spLocks noGrp="1"/>
          </p:cNvSpPr>
          <p:nvPr>
            <p:ph type="title"/>
          </p:nvPr>
        </p:nvSpPr>
        <p:spPr/>
        <p:txBody>
          <a:bodyPr>
            <a:normAutofit fontScale="90000"/>
          </a:bodyPr>
          <a:lstStyle/>
          <a:p>
            <a:r>
              <a:rPr lang="ru-RU" dirty="0" err="1"/>
              <a:t>Увідповідніть</a:t>
            </a:r>
            <a:r>
              <a:rPr lang="ru-RU" dirty="0"/>
              <a:t> </a:t>
            </a:r>
            <a:r>
              <a:rPr lang="ru-RU" dirty="0" err="1"/>
              <a:t>діячів</a:t>
            </a:r>
            <a:r>
              <a:rPr lang="ru-RU" dirty="0"/>
              <a:t>, </a:t>
            </a:r>
            <a:r>
              <a:rPr lang="ru-RU" dirty="0" err="1"/>
              <a:t>зображених</a:t>
            </a:r>
            <a:r>
              <a:rPr lang="ru-RU" dirty="0"/>
              <a:t> на фото, з фактами </a:t>
            </a:r>
            <a:r>
              <a:rPr lang="ru-RU" dirty="0" err="1"/>
              <a:t>їхньої</a:t>
            </a:r>
            <a:r>
              <a:rPr lang="ru-RU" dirty="0"/>
              <a:t> </a:t>
            </a:r>
            <a:r>
              <a:rPr lang="ru-RU" dirty="0" err="1"/>
              <a:t>біографії</a:t>
            </a:r>
            <a:r>
              <a:rPr lang="ru-RU" dirty="0"/>
              <a:t>.</a:t>
            </a:r>
            <a:endParaRPr lang="uk-UA" dirty="0"/>
          </a:p>
        </p:txBody>
      </p:sp>
      <p:graphicFrame>
        <p:nvGraphicFramePr>
          <p:cNvPr id="5" name="Місце для вмісту 4">
            <a:extLst>
              <a:ext uri="{FF2B5EF4-FFF2-40B4-BE49-F238E27FC236}">
                <a16:creationId xmlns:a16="http://schemas.microsoft.com/office/drawing/2014/main" id="{2A46734A-1832-D59F-1BCF-20D3CD6C1F16}"/>
              </a:ext>
            </a:extLst>
          </p:cNvPr>
          <p:cNvGraphicFramePr>
            <a:graphicFrameLocks noGrp="1"/>
          </p:cNvGraphicFramePr>
          <p:nvPr>
            <p:ph sz="half" idx="2"/>
            <p:extLst>
              <p:ext uri="{D42A27DB-BD31-4B8C-83A1-F6EECF244321}">
                <p14:modId xmlns:p14="http://schemas.microsoft.com/office/powerpoint/2010/main" val="1674152213"/>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5058" name="Picture 2">
            <a:extLst>
              <a:ext uri="{FF2B5EF4-FFF2-40B4-BE49-F238E27FC236}">
                <a16:creationId xmlns:a16="http://schemas.microsoft.com/office/drawing/2014/main" id="{944CDBCD-BA72-5431-9B17-156570912402}"/>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114278" y="1873820"/>
            <a:ext cx="1892364" cy="2306318"/>
          </a:xfrm>
          <a:prstGeom prst="rect">
            <a:avLst/>
          </a:prstGeom>
          <a:noFill/>
          <a:extLst>
            <a:ext uri="{909E8E84-426E-40DD-AFC4-6F175D3DCCD1}">
              <a14:hiddenFill xmlns:a14="http://schemas.microsoft.com/office/drawing/2010/main">
                <a:solidFill>
                  <a:srgbClr val="FFFFFF"/>
                </a:solidFill>
              </a14:hiddenFill>
            </a:ext>
          </a:extLst>
        </p:spPr>
      </p:pic>
      <p:pic>
        <p:nvPicPr>
          <p:cNvPr id="45060" name="Picture 4">
            <a:extLst>
              <a:ext uri="{FF2B5EF4-FFF2-40B4-BE49-F238E27FC236}">
                <a16:creationId xmlns:a16="http://schemas.microsoft.com/office/drawing/2014/main" id="{817D2181-BB25-C612-40E8-396439F66F9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94552" y="1872191"/>
            <a:ext cx="1892363" cy="2309577"/>
          </a:xfrm>
          <a:prstGeom prst="rect">
            <a:avLst/>
          </a:prstGeom>
          <a:noFill/>
          <a:extLst>
            <a:ext uri="{909E8E84-426E-40DD-AFC4-6F175D3DCCD1}">
              <a14:hiddenFill xmlns:a14="http://schemas.microsoft.com/office/drawing/2010/main">
                <a:solidFill>
                  <a:srgbClr val="FFFFFF"/>
                </a:solidFill>
              </a14:hiddenFill>
            </a:ext>
          </a:extLst>
        </p:spPr>
      </p:pic>
      <p:pic>
        <p:nvPicPr>
          <p:cNvPr id="45062" name="Picture 6">
            <a:extLst>
              <a:ext uri="{FF2B5EF4-FFF2-40B4-BE49-F238E27FC236}">
                <a16:creationId xmlns:a16="http://schemas.microsoft.com/office/drawing/2014/main" id="{B849EBCE-F22C-2376-1807-ADA57F8BF1C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4541" y="4363271"/>
            <a:ext cx="1892101" cy="2305998"/>
          </a:xfrm>
          <a:prstGeom prst="rect">
            <a:avLst/>
          </a:prstGeom>
          <a:noFill/>
          <a:extLst>
            <a:ext uri="{909E8E84-426E-40DD-AFC4-6F175D3DCCD1}">
              <a14:hiddenFill xmlns:a14="http://schemas.microsoft.com/office/drawing/2010/main">
                <a:solidFill>
                  <a:srgbClr val="FFFFFF"/>
                </a:solidFill>
              </a14:hiddenFill>
            </a:ext>
          </a:extLst>
        </p:spPr>
      </p:pic>
      <p:pic>
        <p:nvPicPr>
          <p:cNvPr id="45064" name="Picture 8">
            <a:extLst>
              <a:ext uri="{FF2B5EF4-FFF2-40B4-BE49-F238E27FC236}">
                <a16:creationId xmlns:a16="http://schemas.microsoft.com/office/drawing/2014/main" id="{D25C528F-1172-D6B5-9B63-1AE77355CEC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12362" y="4363272"/>
            <a:ext cx="1874553" cy="2305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8102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B8A383E-7463-82F5-09E7-E40BB18F0A01}"/>
              </a:ext>
            </a:extLst>
          </p:cNvPr>
          <p:cNvSpPr>
            <a:spLocks noGrp="1"/>
          </p:cNvSpPr>
          <p:nvPr>
            <p:ph type="title"/>
          </p:nvPr>
        </p:nvSpPr>
        <p:spPr/>
        <p:txBody>
          <a:bodyPr>
            <a:noAutofit/>
          </a:bodyPr>
          <a:lstStyle/>
          <a:p>
            <a:r>
              <a:rPr lang="ru-RU" sz="4400" dirty="0" err="1"/>
              <a:t>Укажіть</a:t>
            </a:r>
            <a:r>
              <a:rPr lang="ru-RU" sz="4400" dirty="0"/>
              <a:t> портрет </a:t>
            </a:r>
            <a:r>
              <a:rPr lang="ru-RU" sz="4400" dirty="0" err="1"/>
              <a:t>діяча</a:t>
            </a:r>
            <a:r>
              <a:rPr lang="ru-RU" sz="4400" dirty="0"/>
              <a:t>, з </a:t>
            </a:r>
            <a:r>
              <a:rPr lang="ru-RU" sz="4400" dirty="0" err="1"/>
              <a:t>іменем</a:t>
            </a:r>
            <a:r>
              <a:rPr lang="ru-RU" sz="4400" dirty="0"/>
              <a:t> </a:t>
            </a:r>
            <a:r>
              <a:rPr lang="ru-RU" sz="4400" dirty="0" err="1"/>
              <a:t>якого</a:t>
            </a:r>
            <a:r>
              <a:rPr lang="ru-RU" sz="4400" dirty="0"/>
              <a:t> </a:t>
            </a:r>
            <a:r>
              <a:rPr lang="ru-RU" sz="4400" dirty="0" err="1"/>
              <a:t>пов’язано</a:t>
            </a:r>
            <a:r>
              <a:rPr lang="ru-RU" sz="4400" dirty="0"/>
              <a:t> </a:t>
            </a:r>
            <a:r>
              <a:rPr lang="ru-RU" sz="4400" dirty="0" err="1"/>
              <a:t>створення</a:t>
            </a:r>
            <a:r>
              <a:rPr lang="ru-RU" sz="4400" dirty="0"/>
              <a:t> </a:t>
            </a:r>
            <a:r>
              <a:rPr lang="ru-RU" sz="4400" dirty="0" err="1"/>
              <a:t>Русько-української</a:t>
            </a:r>
            <a:r>
              <a:rPr lang="ru-RU" sz="4400" dirty="0"/>
              <a:t> </a:t>
            </a:r>
            <a:r>
              <a:rPr lang="ru-RU" sz="4400" dirty="0" err="1"/>
              <a:t>радикальної</a:t>
            </a:r>
            <a:r>
              <a:rPr lang="ru-RU" sz="4400" dirty="0"/>
              <a:t> </a:t>
            </a:r>
            <a:r>
              <a:rPr lang="ru-RU" sz="4400" dirty="0" err="1"/>
              <a:t>партії</a:t>
            </a:r>
            <a:r>
              <a:rPr lang="ru-RU" sz="4400" dirty="0"/>
              <a:t> (РУРП).</a:t>
            </a:r>
            <a:endParaRPr lang="uk-UA" sz="4400" dirty="0"/>
          </a:p>
        </p:txBody>
      </p:sp>
      <p:pic>
        <p:nvPicPr>
          <p:cNvPr id="1026" name="Picture 2">
            <a:extLst>
              <a:ext uri="{FF2B5EF4-FFF2-40B4-BE49-F238E27FC236}">
                <a16:creationId xmlns:a16="http://schemas.microsoft.com/office/drawing/2014/main" id="{C389FC4C-FEDC-D359-58E4-24E759A1398E}"/>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27750" y="2468696"/>
            <a:ext cx="2719840" cy="38381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0FF7360-470A-E68A-0683-9D0A09C89AA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096000" y="2427278"/>
            <a:ext cx="2775065" cy="387956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854752F-969B-5191-84FD-7BB37B720B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6295" y="2427278"/>
            <a:ext cx="2782294" cy="385886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1A49B977-9E68-D1BD-5712-D675D68107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2553" y="2404851"/>
            <a:ext cx="2775065" cy="3901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4600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67535C-EA4F-B5C8-C7ED-60449E459414}"/>
              </a:ext>
            </a:extLst>
          </p:cNvPr>
          <p:cNvSpPr>
            <a:spLocks noGrp="1"/>
          </p:cNvSpPr>
          <p:nvPr>
            <p:ph type="title"/>
          </p:nvPr>
        </p:nvSpPr>
        <p:spPr/>
        <p:txBody>
          <a:bodyPr>
            <a:normAutofit fontScale="90000"/>
          </a:bodyPr>
          <a:lstStyle/>
          <a:p>
            <a:r>
              <a:rPr lang="ru-RU" dirty="0" err="1"/>
              <a:t>Хто</a:t>
            </a:r>
            <a:r>
              <a:rPr lang="ru-RU" dirty="0"/>
              <a:t> з </a:t>
            </a:r>
            <a:r>
              <a:rPr lang="ru-RU" dirty="0" err="1"/>
              <a:t>діячів</a:t>
            </a:r>
            <a:r>
              <a:rPr lang="ru-RU" dirty="0"/>
              <a:t> «</a:t>
            </a:r>
            <a:r>
              <a:rPr lang="ru-RU" dirty="0" err="1"/>
              <a:t>Руської</a:t>
            </a:r>
            <a:r>
              <a:rPr lang="ru-RU" dirty="0"/>
              <a:t> </a:t>
            </a:r>
            <a:r>
              <a:rPr lang="ru-RU" dirty="0" err="1"/>
              <a:t>трійці</a:t>
            </a:r>
            <a:r>
              <a:rPr lang="ru-RU" dirty="0"/>
              <a:t>» </a:t>
            </a:r>
            <a:r>
              <a:rPr lang="ru-RU" dirty="0" err="1"/>
              <a:t>зображений</a:t>
            </a:r>
            <a:r>
              <a:rPr lang="ru-RU" dirty="0"/>
              <a:t> на фото?</a:t>
            </a:r>
            <a:endParaRPr lang="uk-UA" dirty="0"/>
          </a:p>
        </p:txBody>
      </p:sp>
      <p:graphicFrame>
        <p:nvGraphicFramePr>
          <p:cNvPr id="5" name="Місце для вмісту 4">
            <a:extLst>
              <a:ext uri="{FF2B5EF4-FFF2-40B4-BE49-F238E27FC236}">
                <a16:creationId xmlns:a16="http://schemas.microsoft.com/office/drawing/2014/main" id="{0E029625-C654-3716-E587-7073332F1983}"/>
              </a:ext>
            </a:extLst>
          </p:cNvPr>
          <p:cNvGraphicFramePr>
            <a:graphicFrameLocks noGrp="1"/>
          </p:cNvGraphicFramePr>
          <p:nvPr>
            <p:ph sz="half" idx="2"/>
            <p:extLst>
              <p:ext uri="{D42A27DB-BD31-4B8C-83A1-F6EECF244321}">
                <p14:modId xmlns:p14="http://schemas.microsoft.com/office/powerpoint/2010/main" val="698362281"/>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1986" name="Picture 2">
            <a:extLst>
              <a:ext uri="{FF2B5EF4-FFF2-40B4-BE49-F238E27FC236}">
                <a16:creationId xmlns:a16="http://schemas.microsoft.com/office/drawing/2014/main" id="{0BB5B5A7-3C21-70E8-D7A6-D523881BE9B7}"/>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308834" y="2300844"/>
            <a:ext cx="2648320" cy="340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29607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DAF455-E05A-F63D-0D05-A12569F09898}"/>
              </a:ext>
            </a:extLst>
          </p:cNvPr>
          <p:cNvSpPr>
            <a:spLocks noGrp="1"/>
          </p:cNvSpPr>
          <p:nvPr>
            <p:ph type="title"/>
          </p:nvPr>
        </p:nvSpPr>
        <p:spPr/>
        <p:txBody>
          <a:bodyPr>
            <a:normAutofit/>
          </a:bodyPr>
          <a:lstStyle/>
          <a:p>
            <a:r>
              <a:rPr lang="uk-UA" dirty="0"/>
              <a:t>На фото зображено</a:t>
            </a:r>
          </a:p>
        </p:txBody>
      </p:sp>
      <p:graphicFrame>
        <p:nvGraphicFramePr>
          <p:cNvPr id="5" name="Місце для вмісту 4">
            <a:extLst>
              <a:ext uri="{FF2B5EF4-FFF2-40B4-BE49-F238E27FC236}">
                <a16:creationId xmlns:a16="http://schemas.microsoft.com/office/drawing/2014/main" id="{BBC9347E-C89F-6E90-0DB7-827C93C92C47}"/>
              </a:ext>
            </a:extLst>
          </p:cNvPr>
          <p:cNvGraphicFramePr>
            <a:graphicFrameLocks noGrp="1"/>
          </p:cNvGraphicFramePr>
          <p:nvPr>
            <p:ph sz="half" idx="2"/>
            <p:extLst>
              <p:ext uri="{D42A27DB-BD31-4B8C-83A1-F6EECF244321}">
                <p14:modId xmlns:p14="http://schemas.microsoft.com/office/powerpoint/2010/main" val="1973958523"/>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6386" name="Picture 2">
            <a:extLst>
              <a:ext uri="{FF2B5EF4-FFF2-40B4-BE49-F238E27FC236}">
                <a16:creationId xmlns:a16="http://schemas.microsoft.com/office/drawing/2014/main" id="{694A5650-ABC2-B4BF-ADE9-0340E4C3D78C}"/>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339031" y="2357962"/>
            <a:ext cx="2587925" cy="3286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962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28CD59-A502-A67D-63F9-0A4BDDE0EBFF}"/>
              </a:ext>
            </a:extLst>
          </p:cNvPr>
          <p:cNvSpPr>
            <a:spLocks noGrp="1"/>
          </p:cNvSpPr>
          <p:nvPr>
            <p:ph type="title"/>
          </p:nvPr>
        </p:nvSpPr>
        <p:spPr/>
        <p:txBody>
          <a:bodyPr>
            <a:noAutofit/>
          </a:bodyPr>
          <a:lstStyle/>
          <a:p>
            <a:r>
              <a:rPr lang="ru-RU" sz="4400" dirty="0"/>
              <a:t>У </a:t>
            </a:r>
            <a:r>
              <a:rPr lang="ru-RU" sz="4400" dirty="0" err="1"/>
              <a:t>якому</a:t>
            </a:r>
            <a:r>
              <a:rPr lang="ru-RU" sz="4400" dirty="0"/>
              <a:t> </a:t>
            </a:r>
            <a:r>
              <a:rPr lang="ru-RU" sz="4400" dirty="0" err="1"/>
              <a:t>уривку</a:t>
            </a:r>
            <a:r>
              <a:rPr lang="ru-RU" sz="4400" dirty="0"/>
              <a:t> з </a:t>
            </a:r>
            <a:r>
              <a:rPr lang="ru-RU" sz="4400" dirty="0" err="1"/>
              <a:t>історичного</a:t>
            </a:r>
            <a:r>
              <a:rPr lang="ru-RU" sz="4400" dirty="0"/>
              <a:t> </a:t>
            </a:r>
            <a:r>
              <a:rPr lang="ru-RU" sz="4400" dirty="0" err="1"/>
              <a:t>джерела</a:t>
            </a:r>
            <a:r>
              <a:rPr lang="ru-RU" sz="4400" dirty="0"/>
              <a:t> </a:t>
            </a:r>
            <a:r>
              <a:rPr lang="ru-RU" sz="4400" dirty="0" err="1"/>
              <a:t>йдеться</a:t>
            </a:r>
            <a:r>
              <a:rPr lang="ru-RU" sz="4400" dirty="0"/>
              <a:t> про роль і </a:t>
            </a:r>
            <a:r>
              <a:rPr lang="ru-RU" sz="4400" dirty="0" err="1"/>
              <a:t>місце</a:t>
            </a:r>
            <a:r>
              <a:rPr lang="ru-RU" sz="4400" dirty="0"/>
              <a:t> в </a:t>
            </a:r>
            <a:r>
              <a:rPr lang="ru-RU" sz="4400" dirty="0" err="1"/>
              <a:t>українській</a:t>
            </a:r>
            <a:r>
              <a:rPr lang="ru-RU" sz="4400" dirty="0"/>
              <a:t> </a:t>
            </a:r>
            <a:r>
              <a:rPr lang="ru-RU" sz="4400" dirty="0" err="1"/>
              <a:t>культурі</a:t>
            </a:r>
            <a:r>
              <a:rPr lang="ru-RU" sz="4400" dirty="0"/>
              <a:t> </a:t>
            </a:r>
            <a:r>
              <a:rPr lang="ru-RU" sz="4400" dirty="0" err="1"/>
              <a:t>зображеного</a:t>
            </a:r>
            <a:r>
              <a:rPr lang="ru-RU" sz="4400" dirty="0"/>
              <a:t> </a:t>
            </a:r>
            <a:r>
              <a:rPr lang="ru-RU" sz="4400" dirty="0" err="1"/>
              <a:t>діяча</a:t>
            </a:r>
            <a:r>
              <a:rPr lang="ru-RU" sz="4400" dirty="0"/>
              <a:t>?</a:t>
            </a:r>
            <a:endParaRPr lang="uk-UA" sz="4400" dirty="0"/>
          </a:p>
        </p:txBody>
      </p:sp>
      <p:graphicFrame>
        <p:nvGraphicFramePr>
          <p:cNvPr id="5" name="Місце для вмісту 4">
            <a:extLst>
              <a:ext uri="{FF2B5EF4-FFF2-40B4-BE49-F238E27FC236}">
                <a16:creationId xmlns:a16="http://schemas.microsoft.com/office/drawing/2014/main" id="{977A9666-6C32-D0BD-11FC-5CEB25102415}"/>
              </a:ext>
            </a:extLst>
          </p:cNvPr>
          <p:cNvGraphicFramePr>
            <a:graphicFrameLocks noGrp="1"/>
          </p:cNvGraphicFramePr>
          <p:nvPr>
            <p:ph sz="half" idx="2"/>
            <p:extLst>
              <p:ext uri="{D42A27DB-BD31-4B8C-83A1-F6EECF244321}">
                <p14:modId xmlns:p14="http://schemas.microsoft.com/office/powerpoint/2010/main" val="4070976768"/>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098" name="Picture 2">
            <a:extLst>
              <a:ext uri="{FF2B5EF4-FFF2-40B4-BE49-F238E27FC236}">
                <a16:creationId xmlns:a16="http://schemas.microsoft.com/office/drawing/2014/main" id="{02C92D38-3DEC-DB0B-CD2A-0FF0DE69A500}"/>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102644" y="2051844"/>
            <a:ext cx="3060700" cy="3898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4212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0938DB-CB36-75DC-D338-8E8643FAE262}"/>
              </a:ext>
            </a:extLst>
          </p:cNvPr>
          <p:cNvSpPr>
            <a:spLocks noGrp="1"/>
          </p:cNvSpPr>
          <p:nvPr>
            <p:ph type="title"/>
          </p:nvPr>
        </p:nvSpPr>
        <p:spPr/>
        <p:txBody>
          <a:bodyPr>
            <a:noAutofit/>
          </a:bodyPr>
          <a:lstStyle/>
          <a:p>
            <a:r>
              <a:rPr lang="ru-RU" sz="4000" dirty="0" err="1"/>
              <a:t>Укажіть</a:t>
            </a:r>
            <a:r>
              <a:rPr lang="ru-RU" sz="4000" dirty="0"/>
              <a:t> </a:t>
            </a:r>
            <a:r>
              <a:rPr lang="ru-RU" sz="4000" dirty="0" err="1"/>
              <a:t>світлину</a:t>
            </a:r>
            <a:r>
              <a:rPr lang="ru-RU" sz="4000" dirty="0"/>
              <a:t> </a:t>
            </a:r>
            <a:r>
              <a:rPr lang="ru-RU" sz="4000" dirty="0" err="1"/>
              <a:t>із</a:t>
            </a:r>
            <a:r>
              <a:rPr lang="ru-RU" sz="4000" dirty="0"/>
              <a:t> </a:t>
            </a:r>
            <a:r>
              <a:rPr lang="ru-RU" sz="4000" dirty="0" err="1"/>
              <a:t>зображенням</a:t>
            </a:r>
            <a:r>
              <a:rPr lang="ru-RU" sz="4000" dirty="0"/>
              <a:t> композитора, </a:t>
            </a:r>
            <a:r>
              <a:rPr lang="ru-RU" sz="4000" dirty="0" err="1"/>
              <a:t>музика</a:t>
            </a:r>
            <a:r>
              <a:rPr lang="ru-RU" sz="4000" dirty="0"/>
              <a:t> </a:t>
            </a:r>
            <a:r>
              <a:rPr lang="ru-RU" sz="4000" dirty="0" err="1"/>
              <a:t>якого</a:t>
            </a:r>
            <a:r>
              <a:rPr lang="ru-RU" sz="4000" dirty="0"/>
              <a:t> стала основою Державного </a:t>
            </a:r>
            <a:r>
              <a:rPr lang="ru-RU" sz="4000" dirty="0" err="1"/>
              <a:t>Гімну</a:t>
            </a:r>
            <a:r>
              <a:rPr lang="ru-RU" sz="4000" dirty="0"/>
              <a:t> </a:t>
            </a:r>
            <a:r>
              <a:rPr lang="ru-RU" sz="4000" dirty="0" err="1"/>
              <a:t>України</a:t>
            </a:r>
            <a:r>
              <a:rPr lang="ru-RU" sz="4000" dirty="0"/>
              <a:t>.</a:t>
            </a:r>
            <a:endParaRPr lang="uk-UA" sz="4000" dirty="0"/>
          </a:p>
        </p:txBody>
      </p:sp>
      <p:pic>
        <p:nvPicPr>
          <p:cNvPr id="31746" name="Picture 2">
            <a:extLst>
              <a:ext uri="{FF2B5EF4-FFF2-40B4-BE49-F238E27FC236}">
                <a16:creationId xmlns:a16="http://schemas.microsoft.com/office/drawing/2014/main" id="{AD41F0C9-08E4-1C16-FF9C-6C3D62EDA4EA}"/>
              </a:ext>
            </a:extLst>
          </p:cNvPr>
          <p:cNvPicPr>
            <a:picLocks noGrp="1" noChangeAspect="1" noChangeArrowheads="1"/>
          </p:cNvPicPr>
          <p:nvPr>
            <p:ph sz="half" idx="1"/>
          </p:nvPr>
        </p:nvPicPr>
        <p:blipFill rotWithShape="1">
          <a:blip r:embed="rId2">
            <a:extLst>
              <a:ext uri="{28A0092B-C50C-407E-A947-70E740481C1C}">
                <a14:useLocalDpi xmlns:a14="http://schemas.microsoft.com/office/drawing/2010/main" val="0"/>
              </a:ext>
            </a:extLst>
          </a:blip>
          <a:srcRect r="75141"/>
          <a:stretch/>
        </p:blipFill>
        <p:spPr bwMode="auto">
          <a:xfrm>
            <a:off x="816033" y="2642821"/>
            <a:ext cx="2486197" cy="335627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01004EA-FECA-979C-BC0E-257FA35F4E6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023" r="50118"/>
          <a:stretch/>
        </p:blipFill>
        <p:spPr bwMode="auto">
          <a:xfrm>
            <a:off x="3451168" y="2642794"/>
            <a:ext cx="2486197" cy="335627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DCA0C9D2-201D-3CA7-B6EE-151BBF629F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r="25141"/>
          <a:stretch/>
        </p:blipFill>
        <p:spPr bwMode="auto">
          <a:xfrm>
            <a:off x="6086301" y="2642820"/>
            <a:ext cx="2486197" cy="335627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7B175F9B-5FEC-86E9-0D10-E68B234ED327}"/>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l="75141"/>
          <a:stretch/>
        </p:blipFill>
        <p:spPr bwMode="auto">
          <a:xfrm>
            <a:off x="8721434" y="2642793"/>
            <a:ext cx="2486197" cy="3356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7487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EBE0416-DC87-CF10-74A1-CB975B30A8A4}"/>
              </a:ext>
            </a:extLst>
          </p:cNvPr>
          <p:cNvSpPr>
            <a:spLocks noGrp="1"/>
          </p:cNvSpPr>
          <p:nvPr>
            <p:ph type="title"/>
          </p:nvPr>
        </p:nvSpPr>
        <p:spPr/>
        <p:txBody>
          <a:bodyPr>
            <a:normAutofit/>
          </a:bodyPr>
          <a:lstStyle/>
          <a:p>
            <a:r>
              <a:rPr lang="ru-RU" sz="4400" dirty="0" err="1"/>
              <a:t>Укажіть</a:t>
            </a:r>
            <a:r>
              <a:rPr lang="ru-RU" sz="4400" dirty="0"/>
              <a:t> портрет </a:t>
            </a:r>
            <a:r>
              <a:rPr lang="ru-RU" sz="4400" dirty="0" err="1"/>
              <a:t>діяча</a:t>
            </a:r>
            <a:r>
              <a:rPr lang="ru-RU" sz="4400" dirty="0"/>
              <a:t>, про </a:t>
            </a:r>
            <a:r>
              <a:rPr lang="ru-RU" sz="4400" dirty="0" err="1"/>
              <a:t>якого</a:t>
            </a:r>
            <a:r>
              <a:rPr lang="ru-RU" sz="4400" dirty="0"/>
              <a:t> </a:t>
            </a:r>
            <a:r>
              <a:rPr lang="ru-RU" sz="4400" dirty="0" err="1"/>
              <a:t>йдеться</a:t>
            </a:r>
            <a:r>
              <a:rPr lang="ru-RU" sz="4400" dirty="0"/>
              <a:t> в </a:t>
            </a:r>
            <a:r>
              <a:rPr lang="ru-RU" sz="4400" dirty="0" err="1"/>
              <a:t>уривку</a:t>
            </a:r>
            <a:r>
              <a:rPr lang="ru-RU" sz="4400" dirty="0"/>
              <a:t> з </a:t>
            </a:r>
            <a:r>
              <a:rPr lang="ru-RU" sz="4400" dirty="0" err="1"/>
              <a:t>історичного</a:t>
            </a:r>
            <a:r>
              <a:rPr lang="ru-RU" sz="4400" dirty="0"/>
              <a:t> </a:t>
            </a:r>
            <a:r>
              <a:rPr lang="ru-RU" sz="4400" dirty="0" err="1"/>
              <a:t>джерела</a:t>
            </a:r>
            <a:endParaRPr lang="uk-UA" sz="4400" dirty="0"/>
          </a:p>
        </p:txBody>
      </p:sp>
      <p:sp>
        <p:nvSpPr>
          <p:cNvPr id="3" name="Місце для вмісту 2">
            <a:extLst>
              <a:ext uri="{FF2B5EF4-FFF2-40B4-BE49-F238E27FC236}">
                <a16:creationId xmlns:a16="http://schemas.microsoft.com/office/drawing/2014/main" id="{14974D95-1FDE-0931-19EF-E437001DD2F7}"/>
              </a:ext>
            </a:extLst>
          </p:cNvPr>
          <p:cNvSpPr>
            <a:spLocks noGrp="1"/>
          </p:cNvSpPr>
          <p:nvPr>
            <p:ph sz="half" idx="1"/>
          </p:nvPr>
        </p:nvSpPr>
        <p:spPr/>
        <p:txBody>
          <a:bodyPr>
            <a:normAutofit lnSpcReduction="10000"/>
          </a:bodyPr>
          <a:lstStyle/>
          <a:p>
            <a:r>
              <a:rPr lang="ru-RU" b="0" i="0" dirty="0">
                <a:solidFill>
                  <a:srgbClr val="FFFFFF"/>
                </a:solidFill>
                <a:effectLst/>
                <a:latin typeface="Century Gothic" panose="020B0502020202020204" pitchFamily="34" charset="0"/>
              </a:rPr>
              <a:t>«</a:t>
            </a:r>
            <a:r>
              <a:rPr lang="ru-RU" b="0" i="1" dirty="0" err="1">
                <a:solidFill>
                  <a:srgbClr val="FFFFFF"/>
                </a:solidFill>
                <a:effectLst/>
                <a:latin typeface="Century Gothic" panose="020B0502020202020204" pitchFamily="34" charset="0"/>
              </a:rPr>
              <a:t>Значення</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його</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мистецтва</a:t>
            </a:r>
            <a:r>
              <a:rPr lang="ru-RU" b="0" i="1" dirty="0">
                <a:solidFill>
                  <a:srgbClr val="FFFFFF"/>
                </a:solidFill>
                <a:effectLst/>
                <a:latin typeface="Century Gothic" panose="020B0502020202020204" pitchFamily="34" charset="0"/>
              </a:rPr>
              <a:t> для </a:t>
            </a:r>
            <a:r>
              <a:rPr lang="ru-RU" b="0" i="1" dirty="0" err="1">
                <a:solidFill>
                  <a:srgbClr val="FFFFFF"/>
                </a:solidFill>
                <a:effectLst/>
                <a:latin typeface="Century Gothic" panose="020B0502020202020204" pitchFamily="34" charset="0"/>
              </a:rPr>
              <a:t>української</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музики</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таке</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саме</a:t>
            </a:r>
            <a:r>
              <a:rPr lang="ru-RU" b="0" i="1" dirty="0">
                <a:solidFill>
                  <a:srgbClr val="FFFFFF"/>
                </a:solidFill>
                <a:effectLst/>
                <a:latin typeface="Century Gothic" panose="020B0502020202020204" pitchFamily="34" charset="0"/>
              </a:rPr>
              <a:t>, як </a:t>
            </a:r>
            <a:r>
              <a:rPr lang="ru-RU" b="0" i="1" dirty="0" err="1">
                <a:solidFill>
                  <a:srgbClr val="FFFFFF"/>
                </a:solidFill>
                <a:effectLst/>
                <a:latin typeface="Century Gothic" panose="020B0502020202020204" pitchFamily="34" charset="0"/>
              </a:rPr>
              <a:t>Глінки</a:t>
            </a:r>
            <a:r>
              <a:rPr lang="ru-RU" b="0" i="1" dirty="0">
                <a:solidFill>
                  <a:srgbClr val="FFFFFF"/>
                </a:solidFill>
                <a:effectLst/>
                <a:latin typeface="Century Gothic" panose="020B0502020202020204" pitchFamily="34" charset="0"/>
              </a:rPr>
              <a:t> для </a:t>
            </a:r>
            <a:r>
              <a:rPr lang="ru-RU" b="0" i="1" dirty="0" err="1">
                <a:solidFill>
                  <a:srgbClr val="FFFFFF"/>
                </a:solidFill>
                <a:effectLst/>
                <a:latin typeface="Century Gothic" panose="020B0502020202020204" pitchFamily="34" charset="0"/>
              </a:rPr>
              <a:t>росіян</a:t>
            </a:r>
            <a:r>
              <a:rPr lang="ru-RU" b="0" i="1" dirty="0">
                <a:solidFill>
                  <a:srgbClr val="FFFFFF"/>
                </a:solidFill>
                <a:effectLst/>
                <a:latin typeface="Century Gothic" panose="020B0502020202020204" pitchFamily="34" charset="0"/>
              </a:rPr>
              <a:t>, Шопена для </a:t>
            </a:r>
            <a:r>
              <a:rPr lang="ru-RU" b="0" i="1" dirty="0" err="1">
                <a:solidFill>
                  <a:srgbClr val="FFFFFF"/>
                </a:solidFill>
                <a:effectLst/>
                <a:latin typeface="Century Gothic" panose="020B0502020202020204" pitchFamily="34" charset="0"/>
              </a:rPr>
              <a:t>поляків</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Сметани</a:t>
            </a:r>
            <a:r>
              <a:rPr lang="ru-RU" b="0" i="1" dirty="0">
                <a:solidFill>
                  <a:srgbClr val="FFFFFF"/>
                </a:solidFill>
                <a:effectLst/>
                <a:latin typeface="Century Gothic" panose="020B0502020202020204" pitchFamily="34" charset="0"/>
              </a:rPr>
              <a:t> для </a:t>
            </a:r>
            <a:r>
              <a:rPr lang="ru-RU" b="0" i="1" dirty="0" err="1">
                <a:solidFill>
                  <a:srgbClr val="FFFFFF"/>
                </a:solidFill>
                <a:effectLst/>
                <a:latin typeface="Century Gothic" panose="020B0502020202020204" pitchFamily="34" charset="0"/>
              </a:rPr>
              <a:t>чехів</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чи</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Гріга</a:t>
            </a:r>
            <a:r>
              <a:rPr lang="ru-RU" b="0" i="1" dirty="0">
                <a:solidFill>
                  <a:srgbClr val="FFFFFF"/>
                </a:solidFill>
                <a:effectLst/>
                <a:latin typeface="Century Gothic" panose="020B0502020202020204" pitchFamily="34" charset="0"/>
              </a:rPr>
              <a:t> для </a:t>
            </a:r>
            <a:r>
              <a:rPr lang="ru-RU" b="0" i="1" dirty="0" err="1">
                <a:solidFill>
                  <a:srgbClr val="FFFFFF"/>
                </a:solidFill>
                <a:effectLst/>
                <a:latin typeface="Century Gothic" panose="020B0502020202020204" pitchFamily="34" charset="0"/>
              </a:rPr>
              <a:t>норвежців</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Бо</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крім</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Запорожця</a:t>
            </a:r>
            <a:r>
              <a:rPr lang="ru-RU" b="0" i="1" dirty="0">
                <a:solidFill>
                  <a:srgbClr val="FFFFFF"/>
                </a:solidFill>
                <a:effectLst/>
                <a:latin typeface="Century Gothic" panose="020B0502020202020204" pitchFamily="34" charset="0"/>
              </a:rPr>
              <a:t> за </a:t>
            </a:r>
            <a:r>
              <a:rPr lang="ru-RU" b="0" i="1" dirty="0" err="1">
                <a:solidFill>
                  <a:srgbClr val="FFFFFF"/>
                </a:solidFill>
                <a:effectLst/>
                <a:latin typeface="Century Gothic" panose="020B0502020202020204" pitchFamily="34" charset="0"/>
              </a:rPr>
              <a:t>Дунаєм</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справді</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мистецької</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музики</a:t>
            </a:r>
            <a:r>
              <a:rPr lang="ru-RU" b="0" i="1" dirty="0">
                <a:solidFill>
                  <a:srgbClr val="FFFFFF"/>
                </a:solidFill>
                <a:effectLst/>
                <a:latin typeface="Century Gothic" panose="020B0502020202020204" pitchFamily="34" charset="0"/>
              </a:rPr>
              <a:t> до </a:t>
            </a:r>
            <a:r>
              <a:rPr lang="ru-RU" b="0" i="1" dirty="0" err="1">
                <a:solidFill>
                  <a:srgbClr val="FFFFFF"/>
                </a:solidFill>
                <a:effectLst/>
                <a:latin typeface="Century Gothic" panose="020B0502020202020204" pitchFamily="34" charset="0"/>
              </a:rPr>
              <a:t>нього</a:t>
            </a:r>
            <a:r>
              <a:rPr lang="ru-RU" b="0" i="1" dirty="0">
                <a:solidFill>
                  <a:srgbClr val="FFFFFF"/>
                </a:solidFill>
                <a:effectLst/>
                <a:latin typeface="Century Gothic" panose="020B0502020202020204" pitchFamily="34" charset="0"/>
              </a:rPr>
              <a:t> не </a:t>
            </a:r>
            <a:r>
              <a:rPr lang="ru-RU" b="0" i="1" dirty="0" err="1">
                <a:solidFill>
                  <a:srgbClr val="FFFFFF"/>
                </a:solidFill>
                <a:effectLst/>
                <a:latin typeface="Century Gothic" panose="020B0502020202020204" pitchFamily="34" charset="0"/>
              </a:rPr>
              <a:t>було</a:t>
            </a:r>
            <a:r>
              <a:rPr lang="ru-RU" b="0" i="0" dirty="0">
                <a:solidFill>
                  <a:srgbClr val="FFFFFF"/>
                </a:solidFill>
                <a:effectLst/>
                <a:latin typeface="Century Gothic" panose="020B0502020202020204" pitchFamily="34" charset="0"/>
              </a:rPr>
              <a:t>…»</a:t>
            </a:r>
            <a:endParaRPr lang="uk-UA" dirty="0"/>
          </a:p>
        </p:txBody>
      </p:sp>
      <p:pic>
        <p:nvPicPr>
          <p:cNvPr id="19458" name="Picture 2">
            <a:extLst>
              <a:ext uri="{FF2B5EF4-FFF2-40B4-BE49-F238E27FC236}">
                <a16:creationId xmlns:a16="http://schemas.microsoft.com/office/drawing/2014/main" id="{9AF6F3A6-7315-434D-E7D4-1110D58BB7D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988667" y="1701873"/>
            <a:ext cx="1747347" cy="2473267"/>
          </a:xfrm>
          <a:prstGeom prst="rect">
            <a:avLst/>
          </a:prstGeom>
          <a:noFill/>
          <a:extLst>
            <a:ext uri="{909E8E84-426E-40DD-AFC4-6F175D3DCCD1}">
              <a14:hiddenFill xmlns:a14="http://schemas.microsoft.com/office/drawing/2010/main">
                <a:solidFill>
                  <a:srgbClr val="FFFFFF"/>
                </a:solidFill>
              </a14:hiddenFill>
            </a:ext>
          </a:extLst>
        </p:spPr>
      </p:pic>
      <p:pic>
        <p:nvPicPr>
          <p:cNvPr id="19460" name="Picture 4">
            <a:extLst>
              <a:ext uri="{FF2B5EF4-FFF2-40B4-BE49-F238E27FC236}">
                <a16:creationId xmlns:a16="http://schemas.microsoft.com/office/drawing/2014/main" id="{E500DEC4-E962-9DF9-EC61-4F477685C6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4941" y="1755573"/>
            <a:ext cx="1824436" cy="2460419"/>
          </a:xfrm>
          <a:prstGeom prst="rect">
            <a:avLst/>
          </a:prstGeom>
          <a:noFill/>
          <a:extLst>
            <a:ext uri="{909E8E84-426E-40DD-AFC4-6F175D3DCCD1}">
              <a14:hiddenFill xmlns:a14="http://schemas.microsoft.com/office/drawing/2010/main">
                <a:solidFill>
                  <a:srgbClr val="FFFFFF"/>
                </a:solidFill>
              </a14:hiddenFill>
            </a:ext>
          </a:extLst>
        </p:spPr>
      </p:pic>
      <p:pic>
        <p:nvPicPr>
          <p:cNvPr id="19462" name="Picture 6">
            <a:extLst>
              <a:ext uri="{FF2B5EF4-FFF2-40B4-BE49-F238E27FC236}">
                <a16:creationId xmlns:a16="http://schemas.microsoft.com/office/drawing/2014/main" id="{6B275840-03F5-33FE-C64A-2B6B4AAC6D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8667" y="4280878"/>
            <a:ext cx="1824436" cy="2473267"/>
          </a:xfrm>
          <a:prstGeom prst="rect">
            <a:avLst/>
          </a:prstGeom>
          <a:noFill/>
          <a:extLst>
            <a:ext uri="{909E8E84-426E-40DD-AFC4-6F175D3DCCD1}">
              <a14:hiddenFill xmlns:a14="http://schemas.microsoft.com/office/drawing/2010/main">
                <a:solidFill>
                  <a:srgbClr val="FFFFFF"/>
                </a:solidFill>
              </a14:hiddenFill>
            </a:ext>
          </a:extLst>
        </p:spPr>
      </p:pic>
      <p:pic>
        <p:nvPicPr>
          <p:cNvPr id="19464" name="Picture 8">
            <a:extLst>
              <a:ext uri="{FF2B5EF4-FFF2-40B4-BE49-F238E27FC236}">
                <a16:creationId xmlns:a16="http://schemas.microsoft.com/office/drawing/2014/main" id="{D8BA80FF-85BA-E425-0475-0AE0B1885A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94941" y="4332805"/>
            <a:ext cx="1777059" cy="2369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4796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A72FB5-D1E5-BD88-83C2-AB67EDA04F53}"/>
              </a:ext>
            </a:extLst>
          </p:cNvPr>
          <p:cNvSpPr>
            <a:spLocks noGrp="1"/>
          </p:cNvSpPr>
          <p:nvPr>
            <p:ph type="title"/>
          </p:nvPr>
        </p:nvSpPr>
        <p:spPr/>
        <p:txBody>
          <a:bodyPr>
            <a:normAutofit fontScale="90000"/>
          </a:bodyPr>
          <a:lstStyle/>
          <a:p>
            <a:r>
              <a:rPr lang="ru-RU" dirty="0" err="1"/>
              <a:t>Зображений</a:t>
            </a:r>
            <a:r>
              <a:rPr lang="ru-RU" dirty="0"/>
              <a:t> на рисунку </a:t>
            </a:r>
            <a:r>
              <a:rPr lang="ru-RU" dirty="0" err="1"/>
              <a:t>історичний</a:t>
            </a:r>
            <a:r>
              <a:rPr lang="ru-RU" dirty="0"/>
              <a:t> </a:t>
            </a:r>
            <a:r>
              <a:rPr lang="ru-RU" dirty="0" err="1"/>
              <a:t>діяч</a:t>
            </a:r>
            <a:r>
              <a:rPr lang="ru-RU" dirty="0"/>
              <a:t> </a:t>
            </a:r>
            <a:r>
              <a:rPr lang="ru-RU" dirty="0" err="1"/>
              <a:t>був</a:t>
            </a:r>
            <a:r>
              <a:rPr lang="ru-RU" dirty="0"/>
              <a:t> </a:t>
            </a:r>
            <a:r>
              <a:rPr lang="ru-RU" dirty="0" err="1"/>
              <a:t>видавцем</a:t>
            </a:r>
            <a:r>
              <a:rPr lang="ru-RU" dirty="0"/>
              <a:t> </a:t>
            </a:r>
            <a:r>
              <a:rPr lang="ru-RU" dirty="0" err="1"/>
              <a:t>часопису</a:t>
            </a:r>
            <a:endParaRPr lang="uk-UA" dirty="0"/>
          </a:p>
        </p:txBody>
      </p:sp>
      <p:graphicFrame>
        <p:nvGraphicFramePr>
          <p:cNvPr id="5" name="Місце для вмісту 4">
            <a:extLst>
              <a:ext uri="{FF2B5EF4-FFF2-40B4-BE49-F238E27FC236}">
                <a16:creationId xmlns:a16="http://schemas.microsoft.com/office/drawing/2014/main" id="{A3805633-4D1D-875A-429D-74C33F1DBABF}"/>
              </a:ext>
            </a:extLst>
          </p:cNvPr>
          <p:cNvGraphicFramePr>
            <a:graphicFrameLocks noGrp="1"/>
          </p:cNvGraphicFramePr>
          <p:nvPr>
            <p:ph sz="half" idx="2"/>
            <p:extLst>
              <p:ext uri="{D42A27DB-BD31-4B8C-83A1-F6EECF244321}">
                <p14:modId xmlns:p14="http://schemas.microsoft.com/office/powerpoint/2010/main" val="2774239048"/>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8914" name="Picture 2">
            <a:extLst>
              <a:ext uri="{FF2B5EF4-FFF2-40B4-BE49-F238E27FC236}">
                <a16:creationId xmlns:a16="http://schemas.microsoft.com/office/drawing/2014/main" id="{A4BEE02B-BEED-07E1-300E-F2574C0124A3}"/>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661444" y="2582069"/>
            <a:ext cx="1943100" cy="283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18256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21FE0AB-F365-D879-DC20-1A79C4ECEA07}"/>
              </a:ext>
            </a:extLst>
          </p:cNvPr>
          <p:cNvSpPr>
            <a:spLocks noGrp="1"/>
          </p:cNvSpPr>
          <p:nvPr>
            <p:ph type="title"/>
          </p:nvPr>
        </p:nvSpPr>
        <p:spPr/>
        <p:txBody>
          <a:bodyPr/>
          <a:lstStyle/>
          <a:p>
            <a:r>
              <a:rPr lang="uk-UA" dirty="0"/>
              <a:t>На фото зображено</a:t>
            </a:r>
          </a:p>
        </p:txBody>
      </p:sp>
      <p:graphicFrame>
        <p:nvGraphicFramePr>
          <p:cNvPr id="5" name="Місце для вмісту 4">
            <a:extLst>
              <a:ext uri="{FF2B5EF4-FFF2-40B4-BE49-F238E27FC236}">
                <a16:creationId xmlns:a16="http://schemas.microsoft.com/office/drawing/2014/main" id="{2FE37457-667D-A894-FC0D-5526EDA9DCA7}"/>
              </a:ext>
            </a:extLst>
          </p:cNvPr>
          <p:cNvGraphicFramePr>
            <a:graphicFrameLocks noGrp="1"/>
          </p:cNvGraphicFramePr>
          <p:nvPr>
            <p:ph sz="half" idx="2"/>
            <p:extLst>
              <p:ext uri="{D42A27DB-BD31-4B8C-83A1-F6EECF244321}">
                <p14:modId xmlns:p14="http://schemas.microsoft.com/office/powerpoint/2010/main" val="1071403644"/>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42" name="Picture 2">
            <a:extLst>
              <a:ext uri="{FF2B5EF4-FFF2-40B4-BE49-F238E27FC236}">
                <a16:creationId xmlns:a16="http://schemas.microsoft.com/office/drawing/2014/main" id="{8A7DE284-EA03-F4B1-231F-0005E056D5BB}"/>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463041" y="1774074"/>
            <a:ext cx="3714482" cy="4383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8530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9B82FB-159C-DF9B-51B1-FE899FF80ADC}"/>
              </a:ext>
            </a:extLst>
          </p:cNvPr>
          <p:cNvSpPr>
            <a:spLocks noGrp="1"/>
          </p:cNvSpPr>
          <p:nvPr>
            <p:ph type="title"/>
          </p:nvPr>
        </p:nvSpPr>
        <p:spPr/>
        <p:txBody>
          <a:bodyPr>
            <a:normAutofit fontScale="90000"/>
          </a:bodyPr>
          <a:lstStyle/>
          <a:p>
            <a:r>
              <a:rPr lang="ru-RU" dirty="0"/>
              <a:t>На фото </a:t>
            </a:r>
            <a:r>
              <a:rPr lang="ru-RU" dirty="0" err="1"/>
              <a:t>зображено</a:t>
            </a:r>
            <a:r>
              <a:rPr lang="ru-RU" dirty="0"/>
              <a:t> </a:t>
            </a:r>
            <a:r>
              <a:rPr lang="ru-RU" dirty="0" err="1"/>
              <a:t>видатну</a:t>
            </a:r>
            <a:r>
              <a:rPr lang="ru-RU" dirty="0"/>
              <a:t> </a:t>
            </a:r>
            <a:r>
              <a:rPr lang="ru-RU" dirty="0" err="1"/>
              <a:t>українську</a:t>
            </a:r>
            <a:endParaRPr lang="uk-UA" dirty="0"/>
          </a:p>
        </p:txBody>
      </p:sp>
      <p:graphicFrame>
        <p:nvGraphicFramePr>
          <p:cNvPr id="5" name="Місце для вмісту 4">
            <a:extLst>
              <a:ext uri="{FF2B5EF4-FFF2-40B4-BE49-F238E27FC236}">
                <a16:creationId xmlns:a16="http://schemas.microsoft.com/office/drawing/2014/main" id="{58AB1106-A958-3228-6B98-4E03A7BFE9A0}"/>
              </a:ext>
            </a:extLst>
          </p:cNvPr>
          <p:cNvGraphicFramePr>
            <a:graphicFrameLocks noGrp="1"/>
          </p:cNvGraphicFramePr>
          <p:nvPr>
            <p:ph sz="half" idx="2"/>
            <p:extLst>
              <p:ext uri="{D42A27DB-BD31-4B8C-83A1-F6EECF244321}">
                <p14:modId xmlns:p14="http://schemas.microsoft.com/office/powerpoint/2010/main" val="3854788844"/>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9698" name="Picture 2">
            <a:extLst>
              <a:ext uri="{FF2B5EF4-FFF2-40B4-BE49-F238E27FC236}">
                <a16:creationId xmlns:a16="http://schemas.microsoft.com/office/drawing/2014/main" id="{A368B3D5-63F0-7AA2-8819-227F7C9D9D3F}"/>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980406" y="1972469"/>
            <a:ext cx="3305175" cy="405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2033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E4060-2A9C-F4E5-EC93-A740BE738FEE}"/>
              </a:ext>
            </a:extLst>
          </p:cNvPr>
          <p:cNvSpPr>
            <a:spLocks noGrp="1"/>
          </p:cNvSpPr>
          <p:nvPr>
            <p:ph type="title"/>
          </p:nvPr>
        </p:nvSpPr>
        <p:spPr/>
        <p:txBody>
          <a:bodyPr/>
          <a:lstStyle/>
          <a:p>
            <a:r>
              <a:rPr lang="uk-UA" dirty="0"/>
              <a:t>На фото зображено</a:t>
            </a:r>
          </a:p>
        </p:txBody>
      </p:sp>
      <p:graphicFrame>
        <p:nvGraphicFramePr>
          <p:cNvPr id="5" name="Місце для вмісту 4">
            <a:extLst>
              <a:ext uri="{FF2B5EF4-FFF2-40B4-BE49-F238E27FC236}">
                <a16:creationId xmlns:a16="http://schemas.microsoft.com/office/drawing/2014/main" id="{DC8C3BFD-4901-553F-F7D6-EA824D1E22A2}"/>
              </a:ext>
            </a:extLst>
          </p:cNvPr>
          <p:cNvGraphicFramePr>
            <a:graphicFrameLocks noGrp="1"/>
          </p:cNvGraphicFramePr>
          <p:nvPr>
            <p:ph sz="half" idx="2"/>
            <p:extLst>
              <p:ext uri="{D42A27DB-BD31-4B8C-83A1-F6EECF244321}">
                <p14:modId xmlns:p14="http://schemas.microsoft.com/office/powerpoint/2010/main" val="1462811809"/>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4338" name="Picture 2">
            <a:extLst>
              <a:ext uri="{FF2B5EF4-FFF2-40B4-BE49-F238E27FC236}">
                <a16:creationId xmlns:a16="http://schemas.microsoft.com/office/drawing/2014/main" id="{22F73D71-40F5-5C95-5284-0DCA1EF0C941}"/>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80138" y="2040224"/>
            <a:ext cx="2789477" cy="3676650"/>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a:extLst>
              <a:ext uri="{FF2B5EF4-FFF2-40B4-BE49-F238E27FC236}">
                <a16:creationId xmlns:a16="http://schemas.microsoft.com/office/drawing/2014/main" id="{CE3D4507-BF19-77FA-129E-004B6C79227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7390" y="2040224"/>
            <a:ext cx="3114675" cy="3676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113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EF2E21C-DDDA-60B3-9CEF-053C5022D755}"/>
              </a:ext>
            </a:extLst>
          </p:cNvPr>
          <p:cNvSpPr>
            <a:spLocks noGrp="1"/>
          </p:cNvSpPr>
          <p:nvPr>
            <p:ph type="title"/>
          </p:nvPr>
        </p:nvSpPr>
        <p:spPr/>
        <p:txBody>
          <a:bodyPr/>
          <a:lstStyle/>
          <a:p>
            <a:r>
              <a:rPr lang="uk-UA" dirty="0"/>
              <a:t>На фото зображено</a:t>
            </a:r>
          </a:p>
        </p:txBody>
      </p:sp>
      <p:graphicFrame>
        <p:nvGraphicFramePr>
          <p:cNvPr id="5" name="Місце для вмісту 4">
            <a:extLst>
              <a:ext uri="{FF2B5EF4-FFF2-40B4-BE49-F238E27FC236}">
                <a16:creationId xmlns:a16="http://schemas.microsoft.com/office/drawing/2014/main" id="{2A94861E-A679-7585-A437-6FA8005A4DE9}"/>
              </a:ext>
            </a:extLst>
          </p:cNvPr>
          <p:cNvGraphicFramePr>
            <a:graphicFrameLocks noGrp="1"/>
          </p:cNvGraphicFramePr>
          <p:nvPr>
            <p:ph sz="half" idx="2"/>
            <p:extLst>
              <p:ext uri="{D42A27DB-BD31-4B8C-83A1-F6EECF244321}">
                <p14:modId xmlns:p14="http://schemas.microsoft.com/office/powerpoint/2010/main" val="1752919525"/>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8674" name="Picture 2">
            <a:extLst>
              <a:ext uri="{FF2B5EF4-FFF2-40B4-BE49-F238E27FC236}">
                <a16:creationId xmlns:a16="http://schemas.microsoft.com/office/drawing/2014/main" id="{9F617BC4-318D-321D-AE9A-CCAAEA78B120}"/>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994694" y="1991519"/>
            <a:ext cx="3276600" cy="4019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07933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0E832B-3BE3-A965-643C-929AF5D99FE7}"/>
              </a:ext>
            </a:extLst>
          </p:cNvPr>
          <p:cNvSpPr>
            <a:spLocks noGrp="1"/>
          </p:cNvSpPr>
          <p:nvPr>
            <p:ph type="title"/>
          </p:nvPr>
        </p:nvSpPr>
        <p:spPr/>
        <p:txBody>
          <a:bodyPr>
            <a:normAutofit fontScale="90000"/>
          </a:bodyPr>
          <a:lstStyle/>
          <a:p>
            <a:r>
              <a:rPr lang="ru-RU" dirty="0" err="1"/>
              <a:t>З’ясуйте</a:t>
            </a:r>
            <a:r>
              <a:rPr lang="ru-RU" dirty="0"/>
              <a:t> кому з </a:t>
            </a:r>
            <a:r>
              <a:rPr lang="ru-RU" dirty="0" err="1"/>
              <a:t>діячів</a:t>
            </a:r>
            <a:r>
              <a:rPr lang="ru-RU" dirty="0"/>
              <a:t>, </a:t>
            </a:r>
            <a:r>
              <a:rPr lang="ru-RU" dirty="0" err="1"/>
              <a:t>зображених</a:t>
            </a:r>
            <a:r>
              <a:rPr lang="ru-RU" dirty="0"/>
              <a:t> на фото, належать </a:t>
            </a:r>
            <a:r>
              <a:rPr lang="ru-RU" dirty="0" err="1"/>
              <a:t>наведені</a:t>
            </a:r>
            <a:r>
              <a:rPr lang="ru-RU" dirty="0"/>
              <a:t> </a:t>
            </a:r>
            <a:r>
              <a:rPr lang="ru-RU" dirty="0" err="1"/>
              <a:t>факти</a:t>
            </a:r>
            <a:r>
              <a:rPr lang="ru-RU" dirty="0"/>
              <a:t> </a:t>
            </a:r>
            <a:r>
              <a:rPr lang="ru-RU" dirty="0" err="1"/>
              <a:t>біографії</a:t>
            </a:r>
            <a:r>
              <a:rPr lang="ru-RU" dirty="0"/>
              <a:t>.</a:t>
            </a:r>
            <a:endParaRPr lang="uk-UA" dirty="0"/>
          </a:p>
        </p:txBody>
      </p:sp>
      <p:graphicFrame>
        <p:nvGraphicFramePr>
          <p:cNvPr id="5" name="Місце для вмісту 4">
            <a:extLst>
              <a:ext uri="{FF2B5EF4-FFF2-40B4-BE49-F238E27FC236}">
                <a16:creationId xmlns:a16="http://schemas.microsoft.com/office/drawing/2014/main" id="{91AE440B-542F-EDE2-A127-4197A4CEDDA3}"/>
              </a:ext>
            </a:extLst>
          </p:cNvPr>
          <p:cNvGraphicFramePr>
            <a:graphicFrameLocks noGrp="1"/>
          </p:cNvGraphicFramePr>
          <p:nvPr>
            <p:ph sz="half" idx="2"/>
            <p:extLst>
              <p:ext uri="{D42A27DB-BD31-4B8C-83A1-F6EECF244321}">
                <p14:modId xmlns:p14="http://schemas.microsoft.com/office/powerpoint/2010/main" val="1999073546"/>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218" name="Picture 2">
            <a:extLst>
              <a:ext uri="{FF2B5EF4-FFF2-40B4-BE49-F238E27FC236}">
                <a16:creationId xmlns:a16="http://schemas.microsoft.com/office/drawing/2014/main" id="{5CE5C12B-5EE3-482F-1E20-D75AB0ECA0DF}"/>
              </a:ext>
            </a:extLst>
          </p:cNvPr>
          <p:cNvPicPr>
            <a:picLocks noGrp="1" noChangeAspect="1" noChangeArrowheads="1"/>
          </p:cNvPicPr>
          <p:nvPr>
            <p:ph sz="half" idx="1"/>
          </p:nvPr>
        </p:nvPicPr>
        <p:blipFill rotWithShape="1">
          <a:blip r:embed="rId7">
            <a:extLst>
              <a:ext uri="{28A0092B-C50C-407E-A947-70E740481C1C}">
                <a14:useLocalDpi xmlns:a14="http://schemas.microsoft.com/office/drawing/2010/main" val="0"/>
              </a:ext>
            </a:extLst>
          </a:blip>
          <a:srcRect r="75292"/>
          <a:stretch/>
        </p:blipFill>
        <p:spPr bwMode="auto">
          <a:xfrm>
            <a:off x="1177637" y="2141537"/>
            <a:ext cx="1650076" cy="214821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268DE089-EB87-1BC7-4976-E5108D1B122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4692" r="50600"/>
          <a:stretch/>
        </p:blipFill>
        <p:spPr bwMode="auto">
          <a:xfrm>
            <a:off x="3364186" y="2141537"/>
            <a:ext cx="1650076" cy="214821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35BF7DAB-FFF9-7FB4-DE7C-663D55DC91F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0000" r="25292"/>
          <a:stretch/>
        </p:blipFill>
        <p:spPr bwMode="auto">
          <a:xfrm>
            <a:off x="1177637" y="4514821"/>
            <a:ext cx="1650076" cy="214821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9B2FEF34-DAEB-DE5A-E4D5-E1D09482FEE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74872" r="420"/>
          <a:stretch/>
        </p:blipFill>
        <p:spPr bwMode="auto">
          <a:xfrm>
            <a:off x="3441470" y="4514821"/>
            <a:ext cx="1650076" cy="2148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42068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699613-CF27-88FE-8C14-567B14F44999}"/>
              </a:ext>
            </a:extLst>
          </p:cNvPr>
          <p:cNvSpPr>
            <a:spLocks noGrp="1"/>
          </p:cNvSpPr>
          <p:nvPr>
            <p:ph type="title"/>
          </p:nvPr>
        </p:nvSpPr>
        <p:spPr/>
        <p:txBody>
          <a:bodyPr>
            <a:normAutofit fontScale="90000"/>
          </a:bodyPr>
          <a:lstStyle/>
          <a:p>
            <a:r>
              <a:rPr lang="ru-RU" dirty="0" err="1"/>
              <a:t>Установіть</a:t>
            </a:r>
            <a:r>
              <a:rPr lang="ru-RU" dirty="0"/>
              <a:t> </a:t>
            </a:r>
            <a:r>
              <a:rPr lang="ru-RU" dirty="0" err="1"/>
              <a:t>послідовність</a:t>
            </a:r>
            <a:r>
              <a:rPr lang="ru-RU" dirty="0"/>
              <a:t> </a:t>
            </a:r>
            <a:r>
              <a:rPr lang="ru-RU" dirty="0" err="1"/>
              <a:t>фактів</a:t>
            </a:r>
            <a:r>
              <a:rPr lang="ru-RU" dirty="0"/>
              <a:t> </a:t>
            </a:r>
            <a:r>
              <a:rPr lang="ru-RU" dirty="0" err="1"/>
              <a:t>біографії</a:t>
            </a:r>
            <a:r>
              <a:rPr lang="ru-RU" dirty="0"/>
              <a:t> </a:t>
            </a:r>
            <a:r>
              <a:rPr lang="ru-RU" dirty="0" err="1"/>
              <a:t>діяча</a:t>
            </a:r>
            <a:r>
              <a:rPr lang="ru-RU" dirty="0"/>
              <a:t>, </a:t>
            </a:r>
            <a:r>
              <a:rPr lang="ru-RU" dirty="0" err="1"/>
              <a:t>зображеного</a:t>
            </a:r>
            <a:r>
              <a:rPr lang="ru-RU" dirty="0"/>
              <a:t> на фото.</a:t>
            </a:r>
            <a:endParaRPr lang="uk-UA" dirty="0"/>
          </a:p>
        </p:txBody>
      </p:sp>
      <p:graphicFrame>
        <p:nvGraphicFramePr>
          <p:cNvPr id="5" name="Місце для вмісту 4">
            <a:extLst>
              <a:ext uri="{FF2B5EF4-FFF2-40B4-BE49-F238E27FC236}">
                <a16:creationId xmlns:a16="http://schemas.microsoft.com/office/drawing/2014/main" id="{9B279B0E-95E2-F7D1-A736-2C1355A7C6A2}"/>
              </a:ext>
            </a:extLst>
          </p:cNvPr>
          <p:cNvGraphicFramePr>
            <a:graphicFrameLocks noGrp="1"/>
          </p:cNvGraphicFramePr>
          <p:nvPr>
            <p:ph sz="half" idx="2"/>
            <p:extLst>
              <p:ext uri="{D42A27DB-BD31-4B8C-83A1-F6EECF244321}">
                <p14:modId xmlns:p14="http://schemas.microsoft.com/office/powerpoint/2010/main" val="1062276566"/>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6082" name="Picture 2">
            <a:extLst>
              <a:ext uri="{FF2B5EF4-FFF2-40B4-BE49-F238E27FC236}">
                <a16:creationId xmlns:a16="http://schemas.microsoft.com/office/drawing/2014/main" id="{4540BA02-2661-233A-801B-3D2D9941C031}"/>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732756" y="2677134"/>
            <a:ext cx="1800476" cy="2648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48064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0A3AE-52CA-5D5D-688F-2CB4BB2D5EFF}"/>
              </a:ext>
            </a:extLst>
          </p:cNvPr>
          <p:cNvSpPr>
            <a:spLocks noGrp="1"/>
          </p:cNvSpPr>
          <p:nvPr>
            <p:ph type="title"/>
          </p:nvPr>
        </p:nvSpPr>
        <p:spPr/>
        <p:txBody>
          <a:bodyPr>
            <a:normAutofit fontScale="90000"/>
          </a:bodyPr>
          <a:lstStyle/>
          <a:p>
            <a:r>
              <a:rPr lang="ru-RU" b="0" i="0" dirty="0" err="1">
                <a:solidFill>
                  <a:srgbClr val="FFFFFF"/>
                </a:solidFill>
                <a:effectLst/>
                <a:latin typeface="Century Gothic" panose="020B0502020202020204" pitchFamily="34" charset="0"/>
              </a:rPr>
              <a:t>Установіть</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послідовність</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фактів</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біографії</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діяча</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зображеного</a:t>
            </a:r>
            <a:r>
              <a:rPr lang="ru-RU" b="0" i="0" dirty="0">
                <a:solidFill>
                  <a:srgbClr val="FFFFFF"/>
                </a:solidFill>
                <a:effectLst/>
                <a:latin typeface="Century Gothic" panose="020B0502020202020204" pitchFamily="34" charset="0"/>
              </a:rPr>
              <a:t> на фото.</a:t>
            </a:r>
            <a:endParaRPr lang="uk-UA" dirty="0"/>
          </a:p>
        </p:txBody>
      </p:sp>
      <p:graphicFrame>
        <p:nvGraphicFramePr>
          <p:cNvPr id="5" name="Місце для вмісту 4">
            <a:extLst>
              <a:ext uri="{FF2B5EF4-FFF2-40B4-BE49-F238E27FC236}">
                <a16:creationId xmlns:a16="http://schemas.microsoft.com/office/drawing/2014/main" id="{5AF34BFE-E2A3-E2A2-0BFB-CA27A7AD36B9}"/>
              </a:ext>
            </a:extLst>
          </p:cNvPr>
          <p:cNvGraphicFramePr>
            <a:graphicFrameLocks noGrp="1"/>
          </p:cNvGraphicFramePr>
          <p:nvPr>
            <p:ph sz="half" idx="2"/>
            <p:extLst>
              <p:ext uri="{D42A27DB-BD31-4B8C-83A1-F6EECF244321}">
                <p14:modId xmlns:p14="http://schemas.microsoft.com/office/powerpoint/2010/main" val="377075446"/>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6626" name="Picture 2">
            <a:extLst>
              <a:ext uri="{FF2B5EF4-FFF2-40B4-BE49-F238E27FC236}">
                <a16:creationId xmlns:a16="http://schemas.microsoft.com/office/drawing/2014/main" id="{31BDC61E-86A5-82B8-106B-BE954596F8EA}"/>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080419" y="2834481"/>
            <a:ext cx="3105150" cy="233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2359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8B68E1A-AF1C-9C63-D09D-631A3135CAE5}"/>
              </a:ext>
            </a:extLst>
          </p:cNvPr>
          <p:cNvSpPr>
            <a:spLocks noGrp="1"/>
          </p:cNvSpPr>
          <p:nvPr>
            <p:ph type="title"/>
          </p:nvPr>
        </p:nvSpPr>
        <p:spPr/>
        <p:txBody>
          <a:bodyPr/>
          <a:lstStyle/>
          <a:p>
            <a:r>
              <a:rPr lang="uk-UA" dirty="0"/>
              <a:t>На фото зображено</a:t>
            </a:r>
          </a:p>
        </p:txBody>
      </p:sp>
      <p:graphicFrame>
        <p:nvGraphicFramePr>
          <p:cNvPr id="5" name="Місце для вмісту 4">
            <a:extLst>
              <a:ext uri="{FF2B5EF4-FFF2-40B4-BE49-F238E27FC236}">
                <a16:creationId xmlns:a16="http://schemas.microsoft.com/office/drawing/2014/main" id="{A388695B-1A2A-2613-9738-C2C59565203C}"/>
              </a:ext>
            </a:extLst>
          </p:cNvPr>
          <p:cNvGraphicFramePr>
            <a:graphicFrameLocks noGrp="1"/>
          </p:cNvGraphicFramePr>
          <p:nvPr>
            <p:ph sz="half" idx="2"/>
            <p:extLst>
              <p:ext uri="{D42A27DB-BD31-4B8C-83A1-F6EECF244321}">
                <p14:modId xmlns:p14="http://schemas.microsoft.com/office/powerpoint/2010/main" val="807843345"/>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170" name="Picture 2">
            <a:extLst>
              <a:ext uri="{FF2B5EF4-FFF2-40B4-BE49-F238E27FC236}">
                <a16:creationId xmlns:a16="http://schemas.microsoft.com/office/drawing/2014/main" id="{8AF366A1-9570-C59D-09D4-38C4A3995830}"/>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197894" y="1912144"/>
            <a:ext cx="2870200" cy="417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0682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233D8E-CCBF-836F-B9D1-F1E748170CDB}"/>
              </a:ext>
            </a:extLst>
          </p:cNvPr>
          <p:cNvSpPr>
            <a:spLocks noGrp="1"/>
          </p:cNvSpPr>
          <p:nvPr>
            <p:ph type="title"/>
          </p:nvPr>
        </p:nvSpPr>
        <p:spPr/>
        <p:txBody>
          <a:bodyPr>
            <a:noAutofit/>
          </a:bodyPr>
          <a:lstStyle/>
          <a:p>
            <a:r>
              <a:rPr lang="ru-RU" sz="4400" dirty="0" err="1"/>
              <a:t>Укажіть</a:t>
            </a:r>
            <a:r>
              <a:rPr lang="ru-RU" sz="4400" dirty="0"/>
              <a:t> портрет </a:t>
            </a:r>
            <a:r>
              <a:rPr lang="ru-RU" sz="4400" dirty="0" err="1"/>
              <a:t>видатного</a:t>
            </a:r>
            <a:r>
              <a:rPr lang="ru-RU" sz="4400" dirty="0"/>
              <a:t> </a:t>
            </a:r>
            <a:r>
              <a:rPr lang="ru-RU" sz="4400" dirty="0" err="1"/>
              <a:t>вченого</a:t>
            </a:r>
            <a:r>
              <a:rPr lang="ru-RU" sz="4400" dirty="0"/>
              <a:t> в </a:t>
            </a:r>
            <a:r>
              <a:rPr lang="ru-RU" sz="4400" dirty="0" err="1"/>
              <a:t>галузі</a:t>
            </a:r>
            <a:r>
              <a:rPr lang="ru-RU" sz="4400" dirty="0"/>
              <a:t> </a:t>
            </a:r>
            <a:r>
              <a:rPr lang="ru-RU" sz="4400" dirty="0" err="1"/>
              <a:t>електрозварювання</a:t>
            </a:r>
            <a:r>
              <a:rPr lang="ru-RU" sz="4400" dirty="0"/>
              <a:t>, </a:t>
            </a:r>
            <a:r>
              <a:rPr lang="ru-RU" sz="4400" dirty="0" err="1"/>
              <a:t>металургії</a:t>
            </a:r>
            <a:r>
              <a:rPr lang="ru-RU" sz="4400" dirty="0"/>
              <a:t> та </a:t>
            </a:r>
            <a:r>
              <a:rPr lang="ru-RU" sz="4400" dirty="0" err="1"/>
              <a:t>технології</a:t>
            </a:r>
            <a:r>
              <a:rPr lang="ru-RU" sz="4400" dirty="0"/>
              <a:t> </a:t>
            </a:r>
            <a:r>
              <a:rPr lang="ru-RU" sz="4400" dirty="0" err="1"/>
              <a:t>металів</a:t>
            </a:r>
            <a:r>
              <a:rPr lang="ru-RU" sz="4400" dirty="0"/>
              <a:t>.</a:t>
            </a:r>
            <a:endParaRPr lang="uk-UA" sz="4400" dirty="0"/>
          </a:p>
        </p:txBody>
      </p:sp>
      <p:pic>
        <p:nvPicPr>
          <p:cNvPr id="5124" name="Picture 4">
            <a:extLst>
              <a:ext uri="{FF2B5EF4-FFF2-40B4-BE49-F238E27FC236}">
                <a16:creationId xmlns:a16="http://schemas.microsoft.com/office/drawing/2014/main" id="{2281F9A4-1005-BDD6-9CD0-6FB2C0F198CE}"/>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22317" y="2116321"/>
            <a:ext cx="2686396" cy="406083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0DBA44A7-F042-6043-B755-9E4CCAC0D5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8491" y="2116315"/>
            <a:ext cx="2686400" cy="4060838"/>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B8C823AD-250F-E83D-F18F-135CB8434327}"/>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9189721" y="2116315"/>
            <a:ext cx="2686396" cy="4060830"/>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a:extLst>
              <a:ext uri="{FF2B5EF4-FFF2-40B4-BE49-F238E27FC236}">
                <a16:creationId xmlns:a16="http://schemas.microsoft.com/office/drawing/2014/main" id="{5A67840F-5729-19C4-409F-7B1AEE899A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98327" y="2116315"/>
            <a:ext cx="2686400" cy="4060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889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FA212E-C711-A284-6149-49262CA7B324}"/>
              </a:ext>
            </a:extLst>
          </p:cNvPr>
          <p:cNvSpPr>
            <a:spLocks noGrp="1"/>
          </p:cNvSpPr>
          <p:nvPr>
            <p:ph type="title"/>
          </p:nvPr>
        </p:nvSpPr>
        <p:spPr/>
        <p:txBody>
          <a:bodyPr>
            <a:normAutofit fontScale="90000"/>
          </a:bodyPr>
          <a:lstStyle/>
          <a:p>
            <a:r>
              <a:rPr lang="ru-RU" dirty="0" err="1"/>
              <a:t>Із</a:t>
            </a:r>
            <a:r>
              <a:rPr lang="ru-RU" dirty="0"/>
              <a:t> </a:t>
            </a:r>
            <a:r>
              <a:rPr lang="ru-RU" dirty="0" err="1"/>
              <a:t>якою</a:t>
            </a:r>
            <a:r>
              <a:rPr lang="ru-RU" dirty="0"/>
              <a:t> </a:t>
            </a:r>
            <a:r>
              <a:rPr lang="ru-RU" dirty="0" err="1"/>
              <a:t>подією</a:t>
            </a:r>
            <a:r>
              <a:rPr lang="ru-RU" dirty="0"/>
              <a:t> </a:t>
            </a:r>
            <a:r>
              <a:rPr lang="ru-RU" dirty="0" err="1"/>
              <a:t>пов’язані</a:t>
            </a:r>
            <a:r>
              <a:rPr lang="ru-RU" dirty="0"/>
              <a:t> </a:t>
            </a:r>
            <a:r>
              <a:rPr lang="ru-RU" dirty="0" err="1"/>
              <a:t>діячі</a:t>
            </a:r>
            <a:r>
              <a:rPr lang="ru-RU" dirty="0"/>
              <a:t>, </a:t>
            </a:r>
            <a:r>
              <a:rPr lang="ru-RU" dirty="0" err="1"/>
              <a:t>зображені</a:t>
            </a:r>
            <a:r>
              <a:rPr lang="ru-RU" dirty="0"/>
              <a:t> на фото?</a:t>
            </a:r>
            <a:endParaRPr lang="uk-UA" dirty="0"/>
          </a:p>
        </p:txBody>
      </p:sp>
      <p:graphicFrame>
        <p:nvGraphicFramePr>
          <p:cNvPr id="5" name="Місце для вмісту 4">
            <a:extLst>
              <a:ext uri="{FF2B5EF4-FFF2-40B4-BE49-F238E27FC236}">
                <a16:creationId xmlns:a16="http://schemas.microsoft.com/office/drawing/2014/main" id="{F5CE2A98-314D-516E-70D9-3D45180B8409}"/>
              </a:ext>
            </a:extLst>
          </p:cNvPr>
          <p:cNvGraphicFramePr>
            <a:graphicFrameLocks noGrp="1"/>
          </p:cNvGraphicFramePr>
          <p:nvPr>
            <p:ph sz="half" idx="2"/>
            <p:extLst>
              <p:ext uri="{D42A27DB-BD31-4B8C-83A1-F6EECF244321}">
                <p14:modId xmlns:p14="http://schemas.microsoft.com/office/powerpoint/2010/main" val="1732129340"/>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314" name="Picture 2">
            <a:extLst>
              <a:ext uri="{FF2B5EF4-FFF2-40B4-BE49-F238E27FC236}">
                <a16:creationId xmlns:a16="http://schemas.microsoft.com/office/drawing/2014/main" id="{CA5867A5-9143-B482-A415-589ABEBB3F7C}"/>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475581" y="3029744"/>
            <a:ext cx="4314825" cy="194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69603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CA018F-89CA-41AF-CEA2-89676C2F3BCB}"/>
              </a:ext>
            </a:extLst>
          </p:cNvPr>
          <p:cNvSpPr>
            <a:spLocks noGrp="1"/>
          </p:cNvSpPr>
          <p:nvPr>
            <p:ph type="title"/>
          </p:nvPr>
        </p:nvSpPr>
        <p:spPr/>
        <p:txBody>
          <a:bodyPr>
            <a:normAutofit fontScale="90000"/>
          </a:bodyPr>
          <a:lstStyle/>
          <a:p>
            <a:r>
              <a:rPr lang="ru-RU" dirty="0"/>
              <a:t>На фото </a:t>
            </a:r>
            <a:r>
              <a:rPr lang="ru-RU" dirty="0" err="1"/>
              <a:t>зображено</a:t>
            </a:r>
            <a:r>
              <a:rPr lang="ru-RU" dirty="0"/>
              <a:t> </a:t>
            </a:r>
            <a:r>
              <a:rPr lang="ru-RU" dirty="0" err="1"/>
              <a:t>видатного</a:t>
            </a:r>
            <a:r>
              <a:rPr lang="ru-RU" dirty="0"/>
              <a:t> </a:t>
            </a:r>
            <a:r>
              <a:rPr lang="ru-RU" dirty="0" err="1"/>
              <a:t>українського</a:t>
            </a:r>
            <a:endParaRPr lang="uk-UA" dirty="0"/>
          </a:p>
        </p:txBody>
      </p:sp>
      <p:graphicFrame>
        <p:nvGraphicFramePr>
          <p:cNvPr id="5" name="Місце для вмісту 4">
            <a:extLst>
              <a:ext uri="{FF2B5EF4-FFF2-40B4-BE49-F238E27FC236}">
                <a16:creationId xmlns:a16="http://schemas.microsoft.com/office/drawing/2014/main" id="{D63D4BE5-FBA7-00DE-443B-AF97F1AD9A28}"/>
              </a:ext>
            </a:extLst>
          </p:cNvPr>
          <p:cNvGraphicFramePr>
            <a:graphicFrameLocks noGrp="1"/>
          </p:cNvGraphicFramePr>
          <p:nvPr>
            <p:ph sz="half" idx="2"/>
            <p:extLst>
              <p:ext uri="{D42A27DB-BD31-4B8C-83A1-F6EECF244321}">
                <p14:modId xmlns:p14="http://schemas.microsoft.com/office/powerpoint/2010/main" val="2647821894"/>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22" name="Picture 2">
            <a:extLst>
              <a:ext uri="{FF2B5EF4-FFF2-40B4-BE49-F238E27FC236}">
                <a16:creationId xmlns:a16="http://schemas.microsoft.com/office/drawing/2014/main" id="{3EFEB73A-B98B-4C9D-6080-66E096FCC131}"/>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489994" y="2743994"/>
            <a:ext cx="228600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5963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3FBDA4-78B9-A956-49BA-EBA7EC5F567E}"/>
              </a:ext>
            </a:extLst>
          </p:cNvPr>
          <p:cNvSpPr>
            <a:spLocks noGrp="1"/>
          </p:cNvSpPr>
          <p:nvPr>
            <p:ph type="title"/>
          </p:nvPr>
        </p:nvSpPr>
        <p:spPr/>
        <p:txBody>
          <a:bodyPr>
            <a:normAutofit fontScale="90000"/>
          </a:bodyPr>
          <a:lstStyle/>
          <a:p>
            <a:r>
              <a:rPr lang="ru-RU" dirty="0" err="1"/>
              <a:t>Укажіть</a:t>
            </a:r>
            <a:r>
              <a:rPr lang="ru-RU" dirty="0"/>
              <a:t> </a:t>
            </a:r>
            <a:r>
              <a:rPr lang="ru-RU" dirty="0" err="1"/>
              <a:t>факти</a:t>
            </a:r>
            <a:r>
              <a:rPr lang="ru-RU" dirty="0"/>
              <a:t> </a:t>
            </a:r>
            <a:r>
              <a:rPr lang="ru-RU" dirty="0" err="1"/>
              <a:t>біографії</a:t>
            </a:r>
            <a:r>
              <a:rPr lang="ru-RU" dirty="0"/>
              <a:t> </a:t>
            </a:r>
            <a:r>
              <a:rPr lang="ru-RU" dirty="0" err="1"/>
              <a:t>діяча</a:t>
            </a:r>
            <a:r>
              <a:rPr lang="ru-RU" dirty="0"/>
              <a:t>, </a:t>
            </a:r>
            <a:r>
              <a:rPr lang="ru-RU" dirty="0" err="1"/>
              <a:t>зображеного</a:t>
            </a:r>
            <a:r>
              <a:rPr lang="ru-RU" dirty="0"/>
              <a:t> на фото.</a:t>
            </a:r>
            <a:endParaRPr lang="uk-UA" dirty="0"/>
          </a:p>
        </p:txBody>
      </p:sp>
      <p:graphicFrame>
        <p:nvGraphicFramePr>
          <p:cNvPr id="5" name="Місце для вмісту 4">
            <a:extLst>
              <a:ext uri="{FF2B5EF4-FFF2-40B4-BE49-F238E27FC236}">
                <a16:creationId xmlns:a16="http://schemas.microsoft.com/office/drawing/2014/main" id="{7EBD53CD-DF25-099B-B773-0A9082245FC4}"/>
              </a:ext>
            </a:extLst>
          </p:cNvPr>
          <p:cNvGraphicFramePr>
            <a:graphicFrameLocks noGrp="1"/>
          </p:cNvGraphicFramePr>
          <p:nvPr>
            <p:ph sz="half" idx="2"/>
            <p:extLst>
              <p:ext uri="{D42A27DB-BD31-4B8C-83A1-F6EECF244321}">
                <p14:modId xmlns:p14="http://schemas.microsoft.com/office/powerpoint/2010/main" val="2524493555"/>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6866" name="Picture 2">
            <a:extLst>
              <a:ext uri="{FF2B5EF4-FFF2-40B4-BE49-F238E27FC236}">
                <a16:creationId xmlns:a16="http://schemas.microsoft.com/office/drawing/2014/main" id="{07765EB5-B2DA-6CCD-A653-E2FAA7ECDDA4}"/>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285206" y="2191544"/>
            <a:ext cx="2695575" cy="361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62362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190519-E1C8-58EF-3BA3-6B41C0DB1CEE}"/>
              </a:ext>
            </a:extLst>
          </p:cNvPr>
          <p:cNvSpPr>
            <a:spLocks noGrp="1"/>
          </p:cNvSpPr>
          <p:nvPr>
            <p:ph type="title"/>
          </p:nvPr>
        </p:nvSpPr>
        <p:spPr/>
        <p:txBody>
          <a:bodyPr>
            <a:normAutofit fontScale="90000"/>
          </a:bodyPr>
          <a:lstStyle/>
          <a:p>
            <a:r>
              <a:rPr lang="ru-RU" dirty="0"/>
              <a:t>У </a:t>
            </a:r>
            <a:r>
              <a:rPr lang="ru-RU" dirty="0" err="1"/>
              <a:t>царині</a:t>
            </a:r>
            <a:r>
              <a:rPr lang="ru-RU" dirty="0"/>
              <a:t> </a:t>
            </a:r>
            <a:r>
              <a:rPr lang="ru-RU" dirty="0" err="1"/>
              <a:t>якого</a:t>
            </a:r>
            <a:r>
              <a:rPr lang="ru-RU" dirty="0"/>
              <a:t> </a:t>
            </a:r>
            <a:r>
              <a:rPr lang="ru-RU" dirty="0" err="1"/>
              <a:t>мистецтва</a:t>
            </a:r>
            <a:r>
              <a:rPr lang="ru-RU" dirty="0"/>
              <a:t> творили </a:t>
            </a:r>
            <a:r>
              <a:rPr lang="ru-RU" dirty="0" err="1"/>
              <a:t>діячі</a:t>
            </a:r>
            <a:r>
              <a:rPr lang="ru-RU" dirty="0"/>
              <a:t>, </a:t>
            </a:r>
            <a:r>
              <a:rPr lang="ru-RU" dirty="0" err="1"/>
              <a:t>зображені</a:t>
            </a:r>
            <a:r>
              <a:rPr lang="ru-RU" dirty="0"/>
              <a:t> на фото?</a:t>
            </a:r>
            <a:endParaRPr lang="uk-UA" dirty="0"/>
          </a:p>
        </p:txBody>
      </p:sp>
      <p:graphicFrame>
        <p:nvGraphicFramePr>
          <p:cNvPr id="5" name="Місце для вмісту 4">
            <a:extLst>
              <a:ext uri="{FF2B5EF4-FFF2-40B4-BE49-F238E27FC236}">
                <a16:creationId xmlns:a16="http://schemas.microsoft.com/office/drawing/2014/main" id="{717E49D8-6348-A027-6E7E-6E16A9756566}"/>
              </a:ext>
            </a:extLst>
          </p:cNvPr>
          <p:cNvGraphicFramePr>
            <a:graphicFrameLocks noGrp="1"/>
          </p:cNvGraphicFramePr>
          <p:nvPr>
            <p:ph sz="half" idx="2"/>
            <p:extLst>
              <p:ext uri="{D42A27DB-BD31-4B8C-83A1-F6EECF244321}">
                <p14:modId xmlns:p14="http://schemas.microsoft.com/office/powerpoint/2010/main" val="2484595750"/>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482" name="Picture 2">
            <a:extLst>
              <a:ext uri="{FF2B5EF4-FFF2-40B4-BE49-F238E27FC236}">
                <a16:creationId xmlns:a16="http://schemas.microsoft.com/office/drawing/2014/main" id="{A21CE1B1-084C-DA60-DBDA-E7BEC3F72734}"/>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251744" y="2386806"/>
            <a:ext cx="4762500" cy="3228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68759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92CD02-DFC1-D1BB-D0BF-805F116FB9A9}"/>
              </a:ext>
            </a:extLst>
          </p:cNvPr>
          <p:cNvSpPr>
            <a:spLocks noGrp="1"/>
          </p:cNvSpPr>
          <p:nvPr>
            <p:ph type="title"/>
          </p:nvPr>
        </p:nvSpPr>
        <p:spPr/>
        <p:txBody>
          <a:bodyPr/>
          <a:lstStyle/>
          <a:p>
            <a:r>
              <a:rPr lang="uk-UA" dirty="0"/>
              <a:t>На фото зображено</a:t>
            </a:r>
          </a:p>
        </p:txBody>
      </p:sp>
      <p:graphicFrame>
        <p:nvGraphicFramePr>
          <p:cNvPr id="5" name="Місце для вмісту 4">
            <a:extLst>
              <a:ext uri="{FF2B5EF4-FFF2-40B4-BE49-F238E27FC236}">
                <a16:creationId xmlns:a16="http://schemas.microsoft.com/office/drawing/2014/main" id="{0518171A-79D7-0CC1-BFB6-B4F2A0A8382C}"/>
              </a:ext>
            </a:extLst>
          </p:cNvPr>
          <p:cNvGraphicFramePr>
            <a:graphicFrameLocks noGrp="1"/>
          </p:cNvGraphicFramePr>
          <p:nvPr>
            <p:ph sz="half" idx="2"/>
            <p:extLst>
              <p:ext uri="{D42A27DB-BD31-4B8C-83A1-F6EECF244321}">
                <p14:modId xmlns:p14="http://schemas.microsoft.com/office/powerpoint/2010/main" val="642645310"/>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194" name="Picture 2">
            <a:extLst>
              <a:ext uri="{FF2B5EF4-FFF2-40B4-BE49-F238E27FC236}">
                <a16:creationId xmlns:a16="http://schemas.microsoft.com/office/drawing/2014/main" id="{05DCC890-E210-3038-FB7A-D8BE389F0989}"/>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066512" y="1825625"/>
            <a:ext cx="3132963"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58792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3FB531-6167-12EC-C852-C763CA4459EC}"/>
              </a:ext>
            </a:extLst>
          </p:cNvPr>
          <p:cNvSpPr>
            <a:spLocks noGrp="1"/>
          </p:cNvSpPr>
          <p:nvPr>
            <p:ph type="title"/>
          </p:nvPr>
        </p:nvSpPr>
        <p:spPr/>
        <p:txBody>
          <a:bodyPr>
            <a:normAutofit/>
          </a:bodyPr>
          <a:lstStyle/>
          <a:p>
            <a:r>
              <a:rPr lang="ru-RU" sz="4400" dirty="0" err="1"/>
              <a:t>Хто</a:t>
            </a:r>
            <a:r>
              <a:rPr lang="ru-RU" sz="4400" dirty="0"/>
              <a:t> </a:t>
            </a:r>
            <a:r>
              <a:rPr lang="ru-RU" sz="4400" dirty="0" err="1"/>
              <a:t>із</a:t>
            </a:r>
            <a:r>
              <a:rPr lang="ru-RU" sz="4400" dirty="0"/>
              <a:t> </a:t>
            </a:r>
            <a:r>
              <a:rPr lang="ru-RU" sz="4400" dirty="0" err="1"/>
              <a:t>зображених</a:t>
            </a:r>
            <a:r>
              <a:rPr lang="ru-RU" sz="4400" dirty="0"/>
              <a:t> на фото </a:t>
            </a:r>
            <a:r>
              <a:rPr lang="ru-RU" sz="4400" dirty="0" err="1"/>
              <a:t>діячів</a:t>
            </a:r>
            <a:r>
              <a:rPr lang="ru-RU" sz="4400" dirty="0"/>
              <a:t> є автором </a:t>
            </a:r>
            <a:r>
              <a:rPr lang="ru-RU" sz="4400" dirty="0" err="1"/>
              <a:t>наведеного</a:t>
            </a:r>
            <a:r>
              <a:rPr lang="ru-RU" sz="4400" dirty="0"/>
              <a:t> </a:t>
            </a:r>
            <a:r>
              <a:rPr lang="ru-RU" sz="4400" dirty="0" err="1"/>
              <a:t>уривку</a:t>
            </a:r>
            <a:r>
              <a:rPr lang="ru-RU" sz="4400" dirty="0"/>
              <a:t> документа?</a:t>
            </a:r>
            <a:endParaRPr lang="uk-UA" sz="4400" dirty="0"/>
          </a:p>
        </p:txBody>
      </p:sp>
      <p:sp>
        <p:nvSpPr>
          <p:cNvPr id="3" name="Місце для вмісту 2">
            <a:extLst>
              <a:ext uri="{FF2B5EF4-FFF2-40B4-BE49-F238E27FC236}">
                <a16:creationId xmlns:a16="http://schemas.microsoft.com/office/drawing/2014/main" id="{0831C424-DD40-2B77-52B6-F82D0D3F9F8C}"/>
              </a:ext>
            </a:extLst>
          </p:cNvPr>
          <p:cNvSpPr>
            <a:spLocks noGrp="1"/>
          </p:cNvSpPr>
          <p:nvPr>
            <p:ph sz="half" idx="1"/>
          </p:nvPr>
        </p:nvSpPr>
        <p:spPr/>
        <p:txBody>
          <a:bodyPr>
            <a:normAutofit fontScale="70000" lnSpcReduction="20000"/>
          </a:bodyPr>
          <a:lstStyle/>
          <a:p>
            <a:r>
              <a:rPr lang="uk-UA" b="0" i="1" dirty="0">
                <a:solidFill>
                  <a:srgbClr val="FFFFFF"/>
                </a:solidFill>
                <a:effectLst/>
                <a:latin typeface="Century Gothic" panose="020B0502020202020204" pitchFamily="34" charset="0"/>
              </a:rPr>
              <a:t>«...Відчувалася загальна потреба якогось “роз’яснення”, якогось виступу в цій справі [арештів]. Офіційні кола мовчали. Серед тих, хто багато в чому не погоджувався з офіційною національною політикою, не знайшлося кому виступити одверто, принципово й на всю широчінь питання. Тоді довелося взятися за цю справу мені. У вересні–грудні 1965 року я написав, а наприкінці того ж року надіслав на адресу Шелеста й Щербицького працю “Інтернаціоналізм чи русифікація?”, у якій звинувачував КПРС і КПУ в антидемократизмі та проведенні жорсткої русифікації під виглядом інтернаціоналізму».</a:t>
            </a:r>
            <a:endParaRPr lang="uk-UA" dirty="0"/>
          </a:p>
        </p:txBody>
      </p:sp>
      <p:pic>
        <p:nvPicPr>
          <p:cNvPr id="32770" name="Picture 2">
            <a:extLst>
              <a:ext uri="{FF2B5EF4-FFF2-40B4-BE49-F238E27FC236}">
                <a16:creationId xmlns:a16="http://schemas.microsoft.com/office/drawing/2014/main" id="{D1C01172-6054-270A-33D0-9DAADB5B6FFA}"/>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r="75383"/>
          <a:stretch/>
        </p:blipFill>
        <p:spPr bwMode="auto">
          <a:xfrm>
            <a:off x="6338384" y="1823702"/>
            <a:ext cx="1737530" cy="237714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DD1FEF1C-0E56-290D-667D-A1FBEDE203E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976" r="50407"/>
          <a:stretch/>
        </p:blipFill>
        <p:spPr bwMode="auto">
          <a:xfrm>
            <a:off x="8674503" y="1773569"/>
            <a:ext cx="1737530" cy="237714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F49A3797-0A9A-F472-3C02-390CD5ED7F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r="25383"/>
          <a:stretch/>
        </p:blipFill>
        <p:spPr bwMode="auto">
          <a:xfrm>
            <a:off x="6338384" y="4350345"/>
            <a:ext cx="1737530" cy="237714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95A0F5AD-A345-4A51-81A4-85392DF5CBB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4976" r="407"/>
          <a:stretch/>
        </p:blipFill>
        <p:spPr bwMode="auto">
          <a:xfrm>
            <a:off x="8776103" y="4333862"/>
            <a:ext cx="1737530" cy="2377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3994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3A6A52-E59D-3655-4F79-41BE81E4BA87}"/>
              </a:ext>
            </a:extLst>
          </p:cNvPr>
          <p:cNvSpPr>
            <a:spLocks noGrp="1"/>
          </p:cNvSpPr>
          <p:nvPr>
            <p:ph type="title"/>
          </p:nvPr>
        </p:nvSpPr>
        <p:spPr/>
        <p:txBody>
          <a:bodyPr>
            <a:normAutofit fontScale="90000"/>
          </a:bodyPr>
          <a:lstStyle/>
          <a:p>
            <a:r>
              <a:rPr lang="ru-RU" dirty="0" err="1"/>
              <a:t>Хто</a:t>
            </a:r>
            <a:r>
              <a:rPr lang="ru-RU" dirty="0"/>
              <a:t> з </a:t>
            </a:r>
            <a:r>
              <a:rPr lang="ru-RU" dirty="0" err="1"/>
              <a:t>осіб</a:t>
            </a:r>
            <a:r>
              <a:rPr lang="ru-RU" dirty="0"/>
              <a:t>, </a:t>
            </a:r>
            <a:r>
              <a:rPr lang="ru-RU" dirty="0" err="1"/>
              <a:t>зображених</a:t>
            </a:r>
            <a:r>
              <a:rPr lang="ru-RU" dirty="0"/>
              <a:t> на фото, </a:t>
            </a:r>
            <a:r>
              <a:rPr lang="ru-RU" dirty="0" err="1"/>
              <a:t>був</a:t>
            </a:r>
            <a:r>
              <a:rPr lang="ru-RU" dirty="0"/>
              <a:t> одним </a:t>
            </a:r>
            <a:r>
              <a:rPr lang="ru-RU" dirty="0" err="1"/>
              <a:t>із</a:t>
            </a:r>
            <a:r>
              <a:rPr lang="ru-RU" dirty="0"/>
              <a:t> </a:t>
            </a:r>
            <a:r>
              <a:rPr lang="ru-RU" dirty="0" err="1"/>
              <a:t>засновників</a:t>
            </a:r>
            <a:r>
              <a:rPr lang="ru-RU" dirty="0"/>
              <a:t> </a:t>
            </a:r>
            <a:r>
              <a:rPr lang="ru-RU" dirty="0" err="1"/>
              <a:t>цієї</a:t>
            </a:r>
            <a:r>
              <a:rPr lang="ru-RU" dirty="0"/>
              <a:t> </a:t>
            </a:r>
            <a:r>
              <a:rPr lang="ru-RU" dirty="0" err="1"/>
              <a:t>організації</a:t>
            </a:r>
            <a:r>
              <a:rPr lang="ru-RU" dirty="0"/>
              <a:t>?</a:t>
            </a:r>
            <a:endParaRPr lang="uk-UA" dirty="0"/>
          </a:p>
        </p:txBody>
      </p:sp>
      <p:sp>
        <p:nvSpPr>
          <p:cNvPr id="3" name="Місце для вмісту 2">
            <a:extLst>
              <a:ext uri="{FF2B5EF4-FFF2-40B4-BE49-F238E27FC236}">
                <a16:creationId xmlns:a16="http://schemas.microsoft.com/office/drawing/2014/main" id="{5298637A-DB64-2D81-CA7D-A75D11D4D5EE}"/>
              </a:ext>
            </a:extLst>
          </p:cNvPr>
          <p:cNvSpPr>
            <a:spLocks noGrp="1"/>
          </p:cNvSpPr>
          <p:nvPr>
            <p:ph sz="half" idx="1"/>
          </p:nvPr>
        </p:nvSpPr>
        <p:spPr/>
        <p:txBody>
          <a:bodyPr>
            <a:normAutofit fontScale="77500" lnSpcReduction="20000"/>
          </a:bodyPr>
          <a:lstStyle/>
          <a:p>
            <a:r>
              <a:rPr lang="uk-UA" b="0" i="1" dirty="0">
                <a:solidFill>
                  <a:srgbClr val="FFFFFF"/>
                </a:solidFill>
                <a:effectLst/>
                <a:latin typeface="Century Gothic" panose="020B0502020202020204" pitchFamily="34" charset="0"/>
              </a:rPr>
              <a:t>«…організація ставить за мету вирішення чотирьох головних завдань: ознайомлення широких кіл української громадськості з Декларацією прав людини; сприяння виконанню статей заключного </a:t>
            </a:r>
            <a:r>
              <a:rPr lang="uk-UA" b="0" i="1" dirty="0" err="1">
                <a:solidFill>
                  <a:srgbClr val="FFFFFF"/>
                </a:solidFill>
                <a:effectLst/>
                <a:latin typeface="Century Gothic" panose="020B0502020202020204" pitchFamily="34" charset="0"/>
              </a:rPr>
              <a:t>Акта</a:t>
            </a:r>
            <a:r>
              <a:rPr lang="uk-UA" b="0" i="1" dirty="0">
                <a:solidFill>
                  <a:srgbClr val="FFFFFF"/>
                </a:solidFill>
                <a:effectLst/>
                <a:latin typeface="Century Gothic" panose="020B0502020202020204" pitchFamily="34" charset="0"/>
              </a:rPr>
              <a:t> з питань безпеки й співробітництва в Європі; домагання того, щоби на всіх міжнародних нарадах... Україну як суверенну європейську державу й члена ООН було представлено окремою делегацією; акредитування в Україні представників зарубіжної преси».</a:t>
            </a:r>
            <a:endParaRPr lang="uk-UA" dirty="0"/>
          </a:p>
        </p:txBody>
      </p:sp>
      <p:pic>
        <p:nvPicPr>
          <p:cNvPr id="44034" name="Picture 2">
            <a:extLst>
              <a:ext uri="{FF2B5EF4-FFF2-40B4-BE49-F238E27FC236}">
                <a16:creationId xmlns:a16="http://schemas.microsoft.com/office/drawing/2014/main" id="{C00C5E3E-8F7F-063E-69E5-C5668F53837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683303" y="1795752"/>
            <a:ext cx="1935662" cy="2319840"/>
          </a:xfrm>
          <a:prstGeom prst="rect">
            <a:avLst/>
          </a:prstGeom>
          <a:noFill/>
          <a:extLst>
            <a:ext uri="{909E8E84-426E-40DD-AFC4-6F175D3DCCD1}">
              <a14:hiddenFill xmlns:a14="http://schemas.microsoft.com/office/drawing/2010/main">
                <a:solidFill>
                  <a:srgbClr val="FFFFFF"/>
                </a:solidFill>
              </a14:hiddenFill>
            </a:ext>
          </a:extLst>
        </p:spPr>
      </p:pic>
      <p:pic>
        <p:nvPicPr>
          <p:cNvPr id="44036" name="Picture 4">
            <a:extLst>
              <a:ext uri="{FF2B5EF4-FFF2-40B4-BE49-F238E27FC236}">
                <a16:creationId xmlns:a16="http://schemas.microsoft.com/office/drawing/2014/main" id="{434B104E-C907-BC89-C30E-D446EF808C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4495" y="1825625"/>
            <a:ext cx="1891070" cy="2289968"/>
          </a:xfrm>
          <a:prstGeom prst="rect">
            <a:avLst/>
          </a:prstGeom>
          <a:noFill/>
          <a:extLst>
            <a:ext uri="{909E8E84-426E-40DD-AFC4-6F175D3DCCD1}">
              <a14:hiddenFill xmlns:a14="http://schemas.microsoft.com/office/drawing/2010/main">
                <a:solidFill>
                  <a:srgbClr val="FFFFFF"/>
                </a:solidFill>
              </a14:hiddenFill>
            </a:ext>
          </a:extLst>
        </p:spPr>
      </p:pic>
      <p:pic>
        <p:nvPicPr>
          <p:cNvPr id="44038" name="Picture 6">
            <a:extLst>
              <a:ext uri="{FF2B5EF4-FFF2-40B4-BE49-F238E27FC236}">
                <a16:creationId xmlns:a16="http://schemas.microsoft.com/office/drawing/2014/main" id="{B5658FD4-D86F-0D5D-779D-D4D4332E82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2439" y="4332724"/>
            <a:ext cx="1876296" cy="2304742"/>
          </a:xfrm>
          <a:prstGeom prst="rect">
            <a:avLst/>
          </a:prstGeom>
          <a:noFill/>
          <a:extLst>
            <a:ext uri="{909E8E84-426E-40DD-AFC4-6F175D3DCCD1}">
              <a14:hiddenFill xmlns:a14="http://schemas.microsoft.com/office/drawing/2010/main">
                <a:solidFill>
                  <a:srgbClr val="FFFFFF"/>
                </a:solidFill>
              </a14:hiddenFill>
            </a:ext>
          </a:extLst>
        </p:spPr>
      </p:pic>
      <p:pic>
        <p:nvPicPr>
          <p:cNvPr id="44040" name="Picture 8">
            <a:extLst>
              <a:ext uri="{FF2B5EF4-FFF2-40B4-BE49-F238E27FC236}">
                <a16:creationId xmlns:a16="http://schemas.microsoft.com/office/drawing/2014/main" id="{CA4641C7-AA07-A489-DCB4-A9B4D90ABF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54020" y="4325505"/>
            <a:ext cx="1876296" cy="2289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96355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2717FC-70EB-714E-C3DF-28E774C3A2B0}"/>
              </a:ext>
            </a:extLst>
          </p:cNvPr>
          <p:cNvSpPr>
            <a:spLocks noGrp="1"/>
          </p:cNvSpPr>
          <p:nvPr>
            <p:ph type="title"/>
          </p:nvPr>
        </p:nvSpPr>
        <p:spPr/>
        <p:txBody>
          <a:bodyPr>
            <a:normAutofit fontScale="90000"/>
          </a:bodyPr>
          <a:lstStyle/>
          <a:p>
            <a:r>
              <a:rPr lang="ru-RU" dirty="0" err="1"/>
              <a:t>Діячів</a:t>
            </a:r>
            <a:r>
              <a:rPr lang="ru-RU" dirty="0"/>
              <a:t>, </a:t>
            </a:r>
            <a:r>
              <a:rPr lang="ru-RU" dirty="0" err="1"/>
              <a:t>зображених</a:t>
            </a:r>
            <a:r>
              <a:rPr lang="ru-RU" dirty="0"/>
              <a:t> на фото, </a:t>
            </a:r>
            <a:r>
              <a:rPr lang="ru-RU" dirty="0" err="1"/>
              <a:t>єднає</a:t>
            </a:r>
            <a:r>
              <a:rPr lang="ru-RU" dirty="0"/>
              <a:t> </a:t>
            </a:r>
            <a:r>
              <a:rPr lang="ru-RU" dirty="0" err="1"/>
              <a:t>приналежність</a:t>
            </a:r>
            <a:r>
              <a:rPr lang="ru-RU" dirty="0"/>
              <a:t> до</a:t>
            </a:r>
            <a:endParaRPr lang="uk-UA" dirty="0"/>
          </a:p>
        </p:txBody>
      </p:sp>
      <p:graphicFrame>
        <p:nvGraphicFramePr>
          <p:cNvPr id="5" name="Місце для вмісту 4">
            <a:extLst>
              <a:ext uri="{FF2B5EF4-FFF2-40B4-BE49-F238E27FC236}">
                <a16:creationId xmlns:a16="http://schemas.microsoft.com/office/drawing/2014/main" id="{ADFEE68C-F6A2-7DAF-254A-537DB300D152}"/>
              </a:ext>
            </a:extLst>
          </p:cNvPr>
          <p:cNvGraphicFramePr>
            <a:graphicFrameLocks noGrp="1"/>
          </p:cNvGraphicFramePr>
          <p:nvPr>
            <p:ph sz="half" idx="1"/>
            <p:extLst>
              <p:ext uri="{D42A27DB-BD31-4B8C-83A1-F6EECF244321}">
                <p14:modId xmlns:p14="http://schemas.microsoft.com/office/powerpoint/2010/main" val="589907166"/>
              </p:ext>
            </p:extLst>
          </p:nvPr>
        </p:nvGraphicFramePr>
        <p:xfrm>
          <a:off x="1120000" y="1825625"/>
          <a:ext cx="502521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ABFDE31C-4577-39A1-84A2-053FD411FE2B}"/>
              </a:ext>
            </a:extLst>
          </p:cNvPr>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rcRect/>
          <a:stretch>
            <a:fillRect/>
          </a:stretch>
        </p:blipFill>
        <p:spPr bwMode="auto">
          <a:xfrm>
            <a:off x="7047917" y="2309415"/>
            <a:ext cx="4305883" cy="2894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23808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557389-ECF4-DB71-E1F8-A763D7A84855}"/>
              </a:ext>
            </a:extLst>
          </p:cNvPr>
          <p:cNvSpPr>
            <a:spLocks noGrp="1"/>
          </p:cNvSpPr>
          <p:nvPr>
            <p:ph type="title"/>
          </p:nvPr>
        </p:nvSpPr>
        <p:spPr/>
        <p:txBody>
          <a:bodyPr>
            <a:normAutofit fontScale="90000"/>
          </a:bodyPr>
          <a:lstStyle/>
          <a:p>
            <a:r>
              <a:rPr lang="ru-RU" dirty="0" err="1"/>
              <a:t>Поруч</a:t>
            </a:r>
            <a:r>
              <a:rPr lang="ru-RU" dirty="0"/>
              <a:t> </a:t>
            </a:r>
            <a:r>
              <a:rPr lang="ru-RU" dirty="0" err="1"/>
              <a:t>із</a:t>
            </a:r>
            <a:r>
              <a:rPr lang="ru-RU" dirty="0"/>
              <a:t> </a:t>
            </a:r>
            <a:r>
              <a:rPr lang="ru-RU" dirty="0" err="1"/>
              <a:t>третім</a:t>
            </a:r>
            <a:r>
              <a:rPr lang="ru-RU" dirty="0"/>
              <a:t> Президентом </a:t>
            </a:r>
            <a:r>
              <a:rPr lang="ru-RU" dirty="0" err="1"/>
              <a:t>України</a:t>
            </a:r>
            <a:r>
              <a:rPr lang="ru-RU" dirty="0"/>
              <a:t> на </a:t>
            </a:r>
            <a:r>
              <a:rPr lang="ru-RU" dirty="0" err="1"/>
              <a:t>фотографії</a:t>
            </a:r>
            <a:r>
              <a:rPr lang="ru-RU" dirty="0"/>
              <a:t> –</a:t>
            </a:r>
            <a:endParaRPr lang="uk-UA" dirty="0"/>
          </a:p>
        </p:txBody>
      </p:sp>
      <p:graphicFrame>
        <p:nvGraphicFramePr>
          <p:cNvPr id="5" name="Місце для вмісту 4">
            <a:extLst>
              <a:ext uri="{FF2B5EF4-FFF2-40B4-BE49-F238E27FC236}">
                <a16:creationId xmlns:a16="http://schemas.microsoft.com/office/drawing/2014/main" id="{40B864DF-5230-ACBF-2184-C4A7A2D70DC1}"/>
              </a:ext>
            </a:extLst>
          </p:cNvPr>
          <p:cNvGraphicFramePr>
            <a:graphicFrameLocks noGrp="1"/>
          </p:cNvGraphicFramePr>
          <p:nvPr>
            <p:ph sz="half" idx="2"/>
            <p:extLst>
              <p:ext uri="{D42A27DB-BD31-4B8C-83A1-F6EECF244321}">
                <p14:modId xmlns:p14="http://schemas.microsoft.com/office/powerpoint/2010/main" val="776544881"/>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3794" name="Picture 2">
            <a:extLst>
              <a:ext uri="{FF2B5EF4-FFF2-40B4-BE49-F238E27FC236}">
                <a16:creationId xmlns:a16="http://schemas.microsoft.com/office/drawing/2014/main" id="{64609D28-7885-D2BC-0494-1E5F92B28078}"/>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185194" y="2877344"/>
            <a:ext cx="2895600" cy="224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16386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5AD486-A27E-456A-0A92-A407B49BF44C}"/>
              </a:ext>
            </a:extLst>
          </p:cNvPr>
          <p:cNvSpPr>
            <a:spLocks noGrp="1"/>
          </p:cNvSpPr>
          <p:nvPr>
            <p:ph type="title"/>
          </p:nvPr>
        </p:nvSpPr>
        <p:spPr/>
        <p:txBody>
          <a:bodyPr/>
          <a:lstStyle/>
          <a:p>
            <a:endParaRPr lang="uk-UA"/>
          </a:p>
        </p:txBody>
      </p:sp>
      <p:sp>
        <p:nvSpPr>
          <p:cNvPr id="3" name="Місце для вмісту 2">
            <a:extLst>
              <a:ext uri="{FF2B5EF4-FFF2-40B4-BE49-F238E27FC236}">
                <a16:creationId xmlns:a16="http://schemas.microsoft.com/office/drawing/2014/main" id="{ED0D6F7D-0D8F-0B0D-CDFE-E6414EE931A7}"/>
              </a:ext>
            </a:extLst>
          </p:cNvPr>
          <p:cNvSpPr>
            <a:spLocks noGrp="1"/>
          </p:cNvSpPr>
          <p:nvPr>
            <p:ph sz="half" idx="1"/>
          </p:nvPr>
        </p:nvSpPr>
        <p:spPr/>
        <p:txBody>
          <a:bodyPr/>
          <a:lstStyle/>
          <a:p>
            <a:endParaRPr lang="uk-UA"/>
          </a:p>
        </p:txBody>
      </p:sp>
      <p:sp>
        <p:nvSpPr>
          <p:cNvPr id="4" name="Місце для вмісту 3">
            <a:extLst>
              <a:ext uri="{FF2B5EF4-FFF2-40B4-BE49-F238E27FC236}">
                <a16:creationId xmlns:a16="http://schemas.microsoft.com/office/drawing/2014/main" id="{E875FFAD-5E28-A4F9-E9A4-E8FDE13BB370}"/>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029075190"/>
      </p:ext>
    </p:extLst>
  </p:cSld>
  <p:clrMapOvr>
    <a:masterClrMapping/>
  </p:clrMapOvr>
</p:sld>
</file>

<file path=ppt/theme/theme1.xml><?xml version="1.0" encoding="utf-8"?>
<a:theme xmlns:a="http://schemas.openxmlformats.org/drawingml/2006/main" name="Глибина">
  <a:themeElements>
    <a:clrScheme name="Глибина">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Глибина">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Глибина">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docProps/app.xml><?xml version="1.0" encoding="utf-8"?>
<Properties xmlns="http://schemas.openxmlformats.org/officeDocument/2006/extended-properties" xmlns:vt="http://schemas.openxmlformats.org/officeDocument/2006/docPropsVTypes">
  <Template>Глибина</Template>
  <TotalTime>204</TotalTime>
  <Words>2375</Words>
  <Application>Microsoft Office PowerPoint</Application>
  <PresentationFormat>Широкий екран</PresentationFormat>
  <Paragraphs>192</Paragraphs>
  <Slides>47</Slides>
  <Notes>0</Notes>
  <HiddenSlides>0</HiddenSlides>
  <MMClips>0</MMClips>
  <ScaleCrop>false</ScaleCrop>
  <HeadingPairs>
    <vt:vector size="6" baseType="variant">
      <vt:variant>
        <vt:lpstr>Використані шрифти</vt:lpstr>
      </vt:variant>
      <vt:variant>
        <vt:i4>3</vt:i4>
      </vt:variant>
      <vt:variant>
        <vt:lpstr>Тема</vt:lpstr>
      </vt:variant>
      <vt:variant>
        <vt:i4>1</vt:i4>
      </vt:variant>
      <vt:variant>
        <vt:lpstr>Заголовки слайдів</vt:lpstr>
      </vt:variant>
      <vt:variant>
        <vt:i4>47</vt:i4>
      </vt:variant>
    </vt:vector>
  </HeadingPairs>
  <TitlesOfParts>
    <vt:vector size="51" baseType="lpstr">
      <vt:lpstr>Arial</vt:lpstr>
      <vt:lpstr>Century Gothic</vt:lpstr>
      <vt:lpstr>Corbel</vt:lpstr>
      <vt:lpstr>Глибина</vt:lpstr>
      <vt:lpstr>Діячі культури освіти і науки</vt:lpstr>
      <vt:lpstr>Яка подія пов’язана з діячем, зображеним на репродукції картини?</vt:lpstr>
      <vt:lpstr>Зображеного на картині історичного діяча називали</vt:lpstr>
      <vt:lpstr>На фото зображено портрети</vt:lpstr>
      <vt:lpstr>Укажіть портрет історичного діяча, з іменем якого пов’язано заснування першої на українських землях слов’яно-греко-латинської школи.</vt:lpstr>
      <vt:lpstr>Яка подія пов’язана з діячем, зображеним на репродукції картини?</vt:lpstr>
      <vt:lpstr>З іменами діячів, зображених на портретах, пов’язано</vt:lpstr>
      <vt:lpstr>Хто із зображених осіб сприяв становленню книгодрукування на українських землях у XVI ст.?</vt:lpstr>
      <vt:lpstr>Про кого із зображених діячів ідеться в уривку документа</vt:lpstr>
      <vt:lpstr>Укажіть портрет діяча, який унаслідок виконання умов цитованого документа очолив православну церкву.</vt:lpstr>
      <vt:lpstr>У якому уривку з історичного джерела йдеться про роль і місце в українській культурі зображеного діяча?</vt:lpstr>
      <vt:lpstr>Укажіть портрет діяча, про роль і місце в українській культурі якого йдеться в уривку з історичного джерела</vt:lpstr>
      <vt:lpstr>У якому уривку з історичного джерела йдеться про роль і місце в українській культурі зображеного діяча?</vt:lpstr>
      <vt:lpstr>Укажіть портрет історичної особи, із якою пов’язано формування козацьких полків під час французько-російської війни 1812 р.</vt:lpstr>
      <vt:lpstr>У якому уривку з історичного джерела йдеться про роль і місце в українській культурі зображеного діяча?</vt:lpstr>
      <vt:lpstr>З іменами діячів, портрети яких зображено, пов’язують створення та діяльність</vt:lpstr>
      <vt:lpstr>Зображених на фото діячів об’єднує те, що вони були</vt:lpstr>
      <vt:lpstr>Що об’єднує діячів, зображених на фото?</vt:lpstr>
      <vt:lpstr>Діячі, зображені на фото, зазнали переслідувань царською владою внаслідок видання</vt:lpstr>
      <vt:lpstr>З'ясуйте кому з діячів, зображених на фото, належать наведені факти біографії.</vt:lpstr>
      <vt:lpstr>Увідповідніть діячів, зображених на фото, з фактами їхньої біографії.</vt:lpstr>
      <vt:lpstr>Укажіть портрет діяча, з іменем якого пов’язано створення Русько-української радикальної партії (РУРП).</vt:lpstr>
      <vt:lpstr>Хто з діячів «Руської трійці» зображений на фото?</vt:lpstr>
      <vt:lpstr>На фото зображено</vt:lpstr>
      <vt:lpstr>У якому уривку з історичного джерела йдеться про роль і місце в українській культурі зображеного діяча?</vt:lpstr>
      <vt:lpstr>Укажіть світлину із зображенням композитора, музика якого стала основою Державного Гімну України.</vt:lpstr>
      <vt:lpstr>Укажіть портрет діяча, про якого йдеться в уривку з історичного джерела</vt:lpstr>
      <vt:lpstr>Зображений на рисунку історичний діяч був видавцем часопису</vt:lpstr>
      <vt:lpstr>На фото зображено</vt:lpstr>
      <vt:lpstr>На фото зображено видатну українську</vt:lpstr>
      <vt:lpstr>На фото зображено</vt:lpstr>
      <vt:lpstr>На фото зображено</vt:lpstr>
      <vt:lpstr>З’ясуйте кому з діячів, зображених на фото, належать наведені факти біографії.</vt:lpstr>
      <vt:lpstr>Установіть послідовність фактів біографії діяча, зображеного на фото.</vt:lpstr>
      <vt:lpstr>Установіть послідовність фактів біографії діяча, зображеного на фото.</vt:lpstr>
      <vt:lpstr>На фото зображено</vt:lpstr>
      <vt:lpstr>Укажіть портрет видатного вченого в галузі електрозварювання, металургії та технології металів.</vt:lpstr>
      <vt:lpstr>Із якою подією пов’язані діячі, зображені на фото?</vt:lpstr>
      <vt:lpstr>На фото зображено видатного українського</vt:lpstr>
      <vt:lpstr>Укажіть факти біографії діяча, зображеного на фото.</vt:lpstr>
      <vt:lpstr>У царині якого мистецтва творили діячі, зображені на фото?</vt:lpstr>
      <vt:lpstr>На фото зображено</vt:lpstr>
      <vt:lpstr>Хто із зображених на фото діячів є автором наведеного уривку документа?</vt:lpstr>
      <vt:lpstr>Хто з осіб, зображених на фото, був одним із засновників цієї організації?</vt:lpstr>
      <vt:lpstr>Діячів, зображених на фото, єднає приналежність до</vt:lpstr>
      <vt:lpstr>Поруч із третім Президентом України на фотографії –</vt:lpstr>
      <vt:lpstr>Презентація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Сергей Корниенко</dc:creator>
  <cp:lastModifiedBy>Сергей Корниенко</cp:lastModifiedBy>
  <cp:revision>7</cp:revision>
  <dcterms:created xsi:type="dcterms:W3CDTF">2024-12-15T21:15:31Z</dcterms:created>
  <dcterms:modified xsi:type="dcterms:W3CDTF">2024-12-16T22:31:18Z</dcterms:modified>
</cp:coreProperties>
</file>