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360" y="1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DA3926-7EAA-4871-8350-B5375825473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6FBB3FD-8000-42FB-BA1C-5272A9DE6F37}">
      <dgm:prSet/>
      <dgm:spPr/>
      <dgm:t>
        <a:bodyPr/>
        <a:lstStyle/>
        <a:p>
          <a:r>
            <a:rPr lang="uk-UA" b="0" i="0" dirty="0"/>
            <a:t>революційні події в Росії (1905–1907 рр.)</a:t>
          </a:r>
          <a:endParaRPr lang="uk-UA" dirty="0"/>
        </a:p>
      </dgm:t>
    </dgm:pt>
    <dgm:pt modelId="{88DA6E93-250C-4510-B78B-E13757245DA7}" type="parTrans" cxnId="{48D530D7-5710-4CA3-B28F-BDEBE2552E74}">
      <dgm:prSet/>
      <dgm:spPr/>
      <dgm:t>
        <a:bodyPr/>
        <a:lstStyle/>
        <a:p>
          <a:endParaRPr lang="uk-UA"/>
        </a:p>
      </dgm:t>
    </dgm:pt>
    <dgm:pt modelId="{A5755216-7275-4369-BDA7-1F803B978951}" type="sibTrans" cxnId="{48D530D7-5710-4CA3-B28F-BDEBE2552E74}">
      <dgm:prSet/>
      <dgm:spPr/>
      <dgm:t>
        <a:bodyPr/>
        <a:lstStyle/>
        <a:p>
          <a:endParaRPr lang="uk-UA"/>
        </a:p>
      </dgm:t>
    </dgm:pt>
    <dgm:pt modelId="{BE8BF9EB-CBE3-4B67-B143-79B005A42EAB}">
      <dgm:prSet/>
      <dgm:spPr/>
      <dgm:t>
        <a:bodyPr/>
        <a:lstStyle/>
        <a:p>
          <a:r>
            <a:rPr lang="uk-UA" b="0" i="0"/>
            <a:t>упровадження загального виборчого права для чоловіків в Австро-Угорщині (1907 р.)</a:t>
          </a:r>
          <a:endParaRPr lang="uk-UA"/>
        </a:p>
      </dgm:t>
    </dgm:pt>
    <dgm:pt modelId="{3AC796FC-3DF3-44A8-AEAF-20E633592BBB}" type="parTrans" cxnId="{0B598046-35B6-4C8D-B262-2D3C3048C33E}">
      <dgm:prSet/>
      <dgm:spPr/>
      <dgm:t>
        <a:bodyPr/>
        <a:lstStyle/>
        <a:p>
          <a:endParaRPr lang="uk-UA"/>
        </a:p>
      </dgm:t>
    </dgm:pt>
    <dgm:pt modelId="{8196DCCC-7054-46E0-BA59-13EDF9D599CB}" type="sibTrans" cxnId="{0B598046-35B6-4C8D-B262-2D3C3048C33E}">
      <dgm:prSet/>
      <dgm:spPr/>
      <dgm:t>
        <a:bodyPr/>
        <a:lstStyle/>
        <a:p>
          <a:endParaRPr lang="uk-UA"/>
        </a:p>
      </dgm:t>
    </dgm:pt>
    <dgm:pt modelId="{55B65DE9-E782-44FF-8C8B-EDFB004FCF1A}">
      <dgm:prSet/>
      <dgm:spPr/>
      <dgm:t>
        <a:bodyPr/>
        <a:lstStyle/>
        <a:p>
          <a:r>
            <a:rPr lang="uk-UA" b="0" i="0"/>
            <a:t>реалізація реформи П. Столипіна (1906–1911 рр.)</a:t>
          </a:r>
          <a:endParaRPr lang="uk-UA"/>
        </a:p>
      </dgm:t>
    </dgm:pt>
    <dgm:pt modelId="{5F6FCFE2-F726-4AE8-9C14-991A718122AF}" type="parTrans" cxnId="{CAE4DA9A-9659-4A76-B5C3-5BAB7DBDA6D1}">
      <dgm:prSet/>
      <dgm:spPr/>
      <dgm:t>
        <a:bodyPr/>
        <a:lstStyle/>
        <a:p>
          <a:endParaRPr lang="uk-UA"/>
        </a:p>
      </dgm:t>
    </dgm:pt>
    <dgm:pt modelId="{D260EA12-5818-443D-98E9-67189447AFAC}" type="sibTrans" cxnId="{CAE4DA9A-9659-4A76-B5C3-5BAB7DBDA6D1}">
      <dgm:prSet/>
      <dgm:spPr/>
      <dgm:t>
        <a:bodyPr/>
        <a:lstStyle/>
        <a:p>
          <a:endParaRPr lang="uk-UA"/>
        </a:p>
      </dgm:t>
    </dgm:pt>
    <dgm:pt modelId="{32B56619-22B5-419F-BB09-2B0F995D657C}">
      <dgm:prSet/>
      <dgm:spPr/>
      <dgm:t>
        <a:bodyPr/>
        <a:lstStyle/>
        <a:p>
          <a:r>
            <a:rPr lang="uk-UA" b="0" i="0" dirty="0"/>
            <a:t>судовий процес у «справі Бейліса» (1913 р.)</a:t>
          </a:r>
          <a:endParaRPr lang="uk-UA" dirty="0"/>
        </a:p>
      </dgm:t>
    </dgm:pt>
    <dgm:pt modelId="{2A41D3E8-2449-49D5-81D3-D40DCF2BC199}" type="parTrans" cxnId="{6CE13B00-ACB3-40F3-9F5C-5968FB073FE2}">
      <dgm:prSet/>
      <dgm:spPr/>
      <dgm:t>
        <a:bodyPr/>
        <a:lstStyle/>
        <a:p>
          <a:endParaRPr lang="uk-UA"/>
        </a:p>
      </dgm:t>
    </dgm:pt>
    <dgm:pt modelId="{CE162E77-3F99-4F6A-A434-BBB7867FF8DA}" type="sibTrans" cxnId="{6CE13B00-ACB3-40F3-9F5C-5968FB073FE2}">
      <dgm:prSet/>
      <dgm:spPr/>
      <dgm:t>
        <a:bodyPr/>
        <a:lstStyle/>
        <a:p>
          <a:endParaRPr lang="uk-UA"/>
        </a:p>
      </dgm:t>
    </dgm:pt>
    <dgm:pt modelId="{F65D667B-3090-4B1E-8799-6C44F03C89C2}" type="pres">
      <dgm:prSet presAssocID="{39DA3926-7EAA-4871-8350-B53758254733}" presName="linear" presStyleCnt="0">
        <dgm:presLayoutVars>
          <dgm:animLvl val="lvl"/>
          <dgm:resizeHandles val="exact"/>
        </dgm:presLayoutVars>
      </dgm:prSet>
      <dgm:spPr/>
    </dgm:pt>
    <dgm:pt modelId="{3722E0C4-13EA-4998-A012-50D0776B2743}" type="pres">
      <dgm:prSet presAssocID="{C6FBB3FD-8000-42FB-BA1C-5272A9DE6F37}" presName="parentText" presStyleLbl="node1" presStyleIdx="0" presStyleCnt="4">
        <dgm:presLayoutVars>
          <dgm:chMax val="0"/>
          <dgm:bulletEnabled val="1"/>
        </dgm:presLayoutVars>
      </dgm:prSet>
      <dgm:spPr/>
    </dgm:pt>
    <dgm:pt modelId="{3FAF38C2-1CDF-4101-AC46-205133E079C9}" type="pres">
      <dgm:prSet presAssocID="{A5755216-7275-4369-BDA7-1F803B978951}" presName="spacer" presStyleCnt="0"/>
      <dgm:spPr/>
    </dgm:pt>
    <dgm:pt modelId="{B7ABA44F-5D7E-4113-BB14-A7A850E3075E}" type="pres">
      <dgm:prSet presAssocID="{BE8BF9EB-CBE3-4B67-B143-79B005A42EAB}" presName="parentText" presStyleLbl="node1" presStyleIdx="1" presStyleCnt="4">
        <dgm:presLayoutVars>
          <dgm:chMax val="0"/>
          <dgm:bulletEnabled val="1"/>
        </dgm:presLayoutVars>
      </dgm:prSet>
      <dgm:spPr/>
    </dgm:pt>
    <dgm:pt modelId="{6615C02A-7C5F-460B-8154-9EC6B3575364}" type="pres">
      <dgm:prSet presAssocID="{8196DCCC-7054-46E0-BA59-13EDF9D599CB}" presName="spacer" presStyleCnt="0"/>
      <dgm:spPr/>
    </dgm:pt>
    <dgm:pt modelId="{F696B607-0C85-4B91-903C-F92F76F6E026}" type="pres">
      <dgm:prSet presAssocID="{55B65DE9-E782-44FF-8C8B-EDFB004FCF1A}" presName="parentText" presStyleLbl="node1" presStyleIdx="2" presStyleCnt="4">
        <dgm:presLayoutVars>
          <dgm:chMax val="0"/>
          <dgm:bulletEnabled val="1"/>
        </dgm:presLayoutVars>
      </dgm:prSet>
      <dgm:spPr/>
    </dgm:pt>
    <dgm:pt modelId="{93E60A53-9A4F-4210-9753-A4EC3F603FA2}" type="pres">
      <dgm:prSet presAssocID="{D260EA12-5818-443D-98E9-67189447AFAC}" presName="spacer" presStyleCnt="0"/>
      <dgm:spPr/>
    </dgm:pt>
    <dgm:pt modelId="{D85E6A96-5BB8-442A-8248-4351B58BF8B2}" type="pres">
      <dgm:prSet presAssocID="{32B56619-22B5-419F-BB09-2B0F995D657C}" presName="parentText" presStyleLbl="node1" presStyleIdx="3" presStyleCnt="4">
        <dgm:presLayoutVars>
          <dgm:chMax val="0"/>
          <dgm:bulletEnabled val="1"/>
        </dgm:presLayoutVars>
      </dgm:prSet>
      <dgm:spPr/>
    </dgm:pt>
  </dgm:ptLst>
  <dgm:cxnLst>
    <dgm:cxn modelId="{6CE13B00-ACB3-40F3-9F5C-5968FB073FE2}" srcId="{39DA3926-7EAA-4871-8350-B53758254733}" destId="{32B56619-22B5-419F-BB09-2B0F995D657C}" srcOrd="3" destOrd="0" parTransId="{2A41D3E8-2449-49D5-81D3-D40DCF2BC199}" sibTransId="{CE162E77-3F99-4F6A-A434-BBB7867FF8DA}"/>
    <dgm:cxn modelId="{BECA8843-E35C-4785-B865-9F102862344A}" type="presOf" srcId="{39DA3926-7EAA-4871-8350-B53758254733}" destId="{F65D667B-3090-4B1E-8799-6C44F03C89C2}" srcOrd="0" destOrd="0" presId="urn:microsoft.com/office/officeart/2005/8/layout/vList2"/>
    <dgm:cxn modelId="{0B598046-35B6-4C8D-B262-2D3C3048C33E}" srcId="{39DA3926-7EAA-4871-8350-B53758254733}" destId="{BE8BF9EB-CBE3-4B67-B143-79B005A42EAB}" srcOrd="1" destOrd="0" parTransId="{3AC796FC-3DF3-44A8-AEAF-20E633592BBB}" sibTransId="{8196DCCC-7054-46E0-BA59-13EDF9D599CB}"/>
    <dgm:cxn modelId="{21F36E7A-8906-4070-B78A-E4898BA06965}" type="presOf" srcId="{C6FBB3FD-8000-42FB-BA1C-5272A9DE6F37}" destId="{3722E0C4-13EA-4998-A012-50D0776B2743}" srcOrd="0" destOrd="0" presId="urn:microsoft.com/office/officeart/2005/8/layout/vList2"/>
    <dgm:cxn modelId="{50767D84-A43D-4741-B6DE-3B1142B62DBA}" type="presOf" srcId="{32B56619-22B5-419F-BB09-2B0F995D657C}" destId="{D85E6A96-5BB8-442A-8248-4351B58BF8B2}" srcOrd="0" destOrd="0" presId="urn:microsoft.com/office/officeart/2005/8/layout/vList2"/>
    <dgm:cxn modelId="{CAE4DA9A-9659-4A76-B5C3-5BAB7DBDA6D1}" srcId="{39DA3926-7EAA-4871-8350-B53758254733}" destId="{55B65DE9-E782-44FF-8C8B-EDFB004FCF1A}" srcOrd="2" destOrd="0" parTransId="{5F6FCFE2-F726-4AE8-9C14-991A718122AF}" sibTransId="{D260EA12-5818-443D-98E9-67189447AFAC}"/>
    <dgm:cxn modelId="{48D530D7-5710-4CA3-B28F-BDEBE2552E74}" srcId="{39DA3926-7EAA-4871-8350-B53758254733}" destId="{C6FBB3FD-8000-42FB-BA1C-5272A9DE6F37}" srcOrd="0" destOrd="0" parTransId="{88DA6E93-250C-4510-B78B-E13757245DA7}" sibTransId="{A5755216-7275-4369-BDA7-1F803B978951}"/>
    <dgm:cxn modelId="{B7CD16E7-64B6-43C6-88ED-29A6937F65DB}" type="presOf" srcId="{55B65DE9-E782-44FF-8C8B-EDFB004FCF1A}" destId="{F696B607-0C85-4B91-903C-F92F76F6E026}" srcOrd="0" destOrd="0" presId="urn:microsoft.com/office/officeart/2005/8/layout/vList2"/>
    <dgm:cxn modelId="{1E30C5E8-89DD-4741-99C6-52E47F91D2A1}" type="presOf" srcId="{BE8BF9EB-CBE3-4B67-B143-79B005A42EAB}" destId="{B7ABA44F-5D7E-4113-BB14-A7A850E3075E}" srcOrd="0" destOrd="0" presId="urn:microsoft.com/office/officeart/2005/8/layout/vList2"/>
    <dgm:cxn modelId="{A4A8A5C1-4712-474E-9C0A-37F8CEC3CE39}" type="presParOf" srcId="{F65D667B-3090-4B1E-8799-6C44F03C89C2}" destId="{3722E0C4-13EA-4998-A012-50D0776B2743}" srcOrd="0" destOrd="0" presId="urn:microsoft.com/office/officeart/2005/8/layout/vList2"/>
    <dgm:cxn modelId="{7FAF64B7-5B88-412E-9653-5D18D594F47D}" type="presParOf" srcId="{F65D667B-3090-4B1E-8799-6C44F03C89C2}" destId="{3FAF38C2-1CDF-4101-AC46-205133E079C9}" srcOrd="1" destOrd="0" presId="urn:microsoft.com/office/officeart/2005/8/layout/vList2"/>
    <dgm:cxn modelId="{2CE5E0D3-6AC2-4E8B-A221-1F3F36CA1073}" type="presParOf" srcId="{F65D667B-3090-4B1E-8799-6C44F03C89C2}" destId="{B7ABA44F-5D7E-4113-BB14-A7A850E3075E}" srcOrd="2" destOrd="0" presId="urn:microsoft.com/office/officeart/2005/8/layout/vList2"/>
    <dgm:cxn modelId="{41E417BE-B8B3-4051-A6AA-3174B3839BFF}" type="presParOf" srcId="{F65D667B-3090-4B1E-8799-6C44F03C89C2}" destId="{6615C02A-7C5F-460B-8154-9EC6B3575364}" srcOrd="3" destOrd="0" presId="urn:microsoft.com/office/officeart/2005/8/layout/vList2"/>
    <dgm:cxn modelId="{928D94E4-099A-42E9-9ADC-FA55C0A17893}" type="presParOf" srcId="{F65D667B-3090-4B1E-8799-6C44F03C89C2}" destId="{F696B607-0C85-4B91-903C-F92F76F6E026}" srcOrd="4" destOrd="0" presId="urn:microsoft.com/office/officeart/2005/8/layout/vList2"/>
    <dgm:cxn modelId="{7F61F487-521B-4911-BBE6-3D18801C5FFA}" type="presParOf" srcId="{F65D667B-3090-4B1E-8799-6C44F03C89C2}" destId="{93E60A53-9A4F-4210-9753-A4EC3F603FA2}" srcOrd="5" destOrd="0" presId="urn:microsoft.com/office/officeart/2005/8/layout/vList2"/>
    <dgm:cxn modelId="{F87D1E8D-0C97-4563-8272-4DA6A593231A}" type="presParOf" srcId="{F65D667B-3090-4B1E-8799-6C44F03C89C2}" destId="{D85E6A96-5BB8-442A-8248-4351B58BF8B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743C2D-1450-4126-82AB-B555F21E51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C5C89A4-8391-4712-9D84-0A40D81B236D}">
      <dgm:prSet/>
      <dgm:spPr/>
      <dgm:t>
        <a:bodyPr/>
        <a:lstStyle/>
        <a:p>
          <a:r>
            <a:rPr lang="uk-UA" b="0" i="0" dirty="0" err="1"/>
            <a:t>Андрей</a:t>
          </a:r>
          <a:r>
            <a:rPr lang="uk-UA" b="0" i="0" dirty="0"/>
            <a:t> Шептицький у посланні «Як будувати рідну хату?»</a:t>
          </a:r>
          <a:endParaRPr lang="uk-UA" dirty="0"/>
        </a:p>
      </dgm:t>
    </dgm:pt>
    <dgm:pt modelId="{AFB026A1-EAA1-444C-B84B-9D98A0845E40}" type="parTrans" cxnId="{6A901D74-EF07-40AD-90D1-D2CE4B50568D}">
      <dgm:prSet/>
      <dgm:spPr/>
      <dgm:t>
        <a:bodyPr/>
        <a:lstStyle/>
        <a:p>
          <a:endParaRPr lang="uk-UA"/>
        </a:p>
      </dgm:t>
    </dgm:pt>
    <dgm:pt modelId="{DB03480B-7BD5-4F8B-9598-4B5F74930384}" type="sibTrans" cxnId="{6A901D74-EF07-40AD-90D1-D2CE4B50568D}">
      <dgm:prSet/>
      <dgm:spPr/>
      <dgm:t>
        <a:bodyPr/>
        <a:lstStyle/>
        <a:p>
          <a:endParaRPr lang="uk-UA"/>
        </a:p>
      </dgm:t>
    </dgm:pt>
    <dgm:pt modelId="{FCD93625-569D-42E0-9724-4E49E4224995}">
      <dgm:prSet/>
      <dgm:spPr/>
      <dgm:t>
        <a:bodyPr/>
        <a:lstStyle/>
        <a:p>
          <a:r>
            <a:rPr lang="uk-UA" b="0" i="0"/>
            <a:t>Микола Міхновський у творі «Самостійна Україна»</a:t>
          </a:r>
          <a:endParaRPr lang="uk-UA"/>
        </a:p>
      </dgm:t>
    </dgm:pt>
    <dgm:pt modelId="{ECBE236D-14A9-462F-8F00-AA153CDE83D0}" type="parTrans" cxnId="{BD8550AB-CCF5-44D0-803A-7029944636DD}">
      <dgm:prSet/>
      <dgm:spPr/>
      <dgm:t>
        <a:bodyPr/>
        <a:lstStyle/>
        <a:p>
          <a:endParaRPr lang="uk-UA"/>
        </a:p>
      </dgm:t>
    </dgm:pt>
    <dgm:pt modelId="{8F8554BF-BA52-4777-AFA3-2A060FB23794}" type="sibTrans" cxnId="{BD8550AB-CCF5-44D0-803A-7029944636DD}">
      <dgm:prSet/>
      <dgm:spPr/>
      <dgm:t>
        <a:bodyPr/>
        <a:lstStyle/>
        <a:p>
          <a:endParaRPr lang="uk-UA"/>
        </a:p>
      </dgm:t>
    </dgm:pt>
    <dgm:pt modelId="{A083E3E6-EA17-44D9-B5C8-50B1C2F29D66}">
      <dgm:prSet/>
      <dgm:spPr/>
      <dgm:t>
        <a:bodyPr/>
        <a:lstStyle/>
        <a:p>
          <a:r>
            <a:rPr lang="uk-UA" b="0" i="0"/>
            <a:t>Дмитро Яворницький у праці «Вольності запорозьких козаків»</a:t>
          </a:r>
          <a:endParaRPr lang="uk-UA"/>
        </a:p>
      </dgm:t>
    </dgm:pt>
    <dgm:pt modelId="{32C46F27-6996-4090-9E14-FCD2BC24B7C8}" type="parTrans" cxnId="{91C71825-3B3C-4364-8325-F3F3E3757C98}">
      <dgm:prSet/>
      <dgm:spPr/>
      <dgm:t>
        <a:bodyPr/>
        <a:lstStyle/>
        <a:p>
          <a:endParaRPr lang="uk-UA"/>
        </a:p>
      </dgm:t>
    </dgm:pt>
    <dgm:pt modelId="{E10F4E7D-1874-45F6-8F8B-FCEF8E3A11C8}" type="sibTrans" cxnId="{91C71825-3B3C-4364-8325-F3F3E3757C98}">
      <dgm:prSet/>
      <dgm:spPr/>
      <dgm:t>
        <a:bodyPr/>
        <a:lstStyle/>
        <a:p>
          <a:endParaRPr lang="uk-UA"/>
        </a:p>
      </dgm:t>
    </dgm:pt>
    <dgm:pt modelId="{A998766F-D3B1-4E68-8BD1-0505A177CB20}">
      <dgm:prSet/>
      <dgm:spPr/>
      <dgm:t>
        <a:bodyPr/>
        <a:lstStyle/>
        <a:p>
          <a:r>
            <a:rPr lang="uk-UA" b="0" i="0" dirty="0"/>
            <a:t>Юліан Бачинський у брошурі «Україна </a:t>
          </a:r>
          <a:r>
            <a:rPr lang="en-US" b="0" i="0" dirty="0"/>
            <a:t>Irredenta»</a:t>
          </a:r>
          <a:endParaRPr lang="uk-UA" dirty="0"/>
        </a:p>
      </dgm:t>
    </dgm:pt>
    <dgm:pt modelId="{303A7B87-05B3-4091-9B22-79A817DE5BA7}" type="parTrans" cxnId="{B2006F8E-CC72-4D78-8335-CF12D6251F93}">
      <dgm:prSet/>
      <dgm:spPr/>
      <dgm:t>
        <a:bodyPr/>
        <a:lstStyle/>
        <a:p>
          <a:endParaRPr lang="uk-UA"/>
        </a:p>
      </dgm:t>
    </dgm:pt>
    <dgm:pt modelId="{13F53B7E-8004-427B-AC2A-1C29E43859FD}" type="sibTrans" cxnId="{B2006F8E-CC72-4D78-8335-CF12D6251F93}">
      <dgm:prSet/>
      <dgm:spPr/>
      <dgm:t>
        <a:bodyPr/>
        <a:lstStyle/>
        <a:p>
          <a:endParaRPr lang="uk-UA"/>
        </a:p>
      </dgm:t>
    </dgm:pt>
    <dgm:pt modelId="{2FD2BDBA-54A3-41DD-871F-633416088969}" type="pres">
      <dgm:prSet presAssocID="{52743C2D-1450-4126-82AB-B555F21E51DE}" presName="linear" presStyleCnt="0">
        <dgm:presLayoutVars>
          <dgm:animLvl val="lvl"/>
          <dgm:resizeHandles val="exact"/>
        </dgm:presLayoutVars>
      </dgm:prSet>
      <dgm:spPr/>
    </dgm:pt>
    <dgm:pt modelId="{B88C3D4D-6A37-4990-A5DC-7ABB26A4B9C9}" type="pres">
      <dgm:prSet presAssocID="{BC5C89A4-8391-4712-9D84-0A40D81B236D}" presName="parentText" presStyleLbl="node1" presStyleIdx="0" presStyleCnt="4">
        <dgm:presLayoutVars>
          <dgm:chMax val="0"/>
          <dgm:bulletEnabled val="1"/>
        </dgm:presLayoutVars>
      </dgm:prSet>
      <dgm:spPr/>
    </dgm:pt>
    <dgm:pt modelId="{18D4DFD4-558B-491A-9E49-9A86ADEDEE4A}" type="pres">
      <dgm:prSet presAssocID="{DB03480B-7BD5-4F8B-9598-4B5F74930384}" presName="spacer" presStyleCnt="0"/>
      <dgm:spPr/>
    </dgm:pt>
    <dgm:pt modelId="{725FB267-0CB8-41CC-845F-926711E611DB}" type="pres">
      <dgm:prSet presAssocID="{FCD93625-569D-42E0-9724-4E49E4224995}" presName="parentText" presStyleLbl="node1" presStyleIdx="1" presStyleCnt="4">
        <dgm:presLayoutVars>
          <dgm:chMax val="0"/>
          <dgm:bulletEnabled val="1"/>
        </dgm:presLayoutVars>
      </dgm:prSet>
      <dgm:spPr/>
    </dgm:pt>
    <dgm:pt modelId="{7576AA48-46F3-4AC8-A587-E5B0F15896EC}" type="pres">
      <dgm:prSet presAssocID="{8F8554BF-BA52-4777-AFA3-2A060FB23794}" presName="spacer" presStyleCnt="0"/>
      <dgm:spPr/>
    </dgm:pt>
    <dgm:pt modelId="{AD5D98C6-4FB6-458C-B820-C76C1AB7281C}" type="pres">
      <dgm:prSet presAssocID="{A083E3E6-EA17-44D9-B5C8-50B1C2F29D66}" presName="parentText" presStyleLbl="node1" presStyleIdx="2" presStyleCnt="4">
        <dgm:presLayoutVars>
          <dgm:chMax val="0"/>
          <dgm:bulletEnabled val="1"/>
        </dgm:presLayoutVars>
      </dgm:prSet>
      <dgm:spPr/>
    </dgm:pt>
    <dgm:pt modelId="{0D46D4EB-FF53-4FDA-9004-0BD9FF9D043C}" type="pres">
      <dgm:prSet presAssocID="{E10F4E7D-1874-45F6-8F8B-FCEF8E3A11C8}" presName="spacer" presStyleCnt="0"/>
      <dgm:spPr/>
    </dgm:pt>
    <dgm:pt modelId="{676801FA-F025-4F96-A84F-ABACE1142119}" type="pres">
      <dgm:prSet presAssocID="{A998766F-D3B1-4E68-8BD1-0505A177CB20}" presName="parentText" presStyleLbl="node1" presStyleIdx="3" presStyleCnt="4">
        <dgm:presLayoutVars>
          <dgm:chMax val="0"/>
          <dgm:bulletEnabled val="1"/>
        </dgm:presLayoutVars>
      </dgm:prSet>
      <dgm:spPr/>
    </dgm:pt>
  </dgm:ptLst>
  <dgm:cxnLst>
    <dgm:cxn modelId="{F1C95A02-BFEE-48EF-92FB-7C257EB8FFB5}" type="presOf" srcId="{52743C2D-1450-4126-82AB-B555F21E51DE}" destId="{2FD2BDBA-54A3-41DD-871F-633416088969}" srcOrd="0" destOrd="0" presId="urn:microsoft.com/office/officeart/2005/8/layout/vList2"/>
    <dgm:cxn modelId="{26928A21-C3DB-4DA5-9D65-C975BE4FCFDC}" type="presOf" srcId="{A083E3E6-EA17-44D9-B5C8-50B1C2F29D66}" destId="{AD5D98C6-4FB6-458C-B820-C76C1AB7281C}" srcOrd="0" destOrd="0" presId="urn:microsoft.com/office/officeart/2005/8/layout/vList2"/>
    <dgm:cxn modelId="{91C71825-3B3C-4364-8325-F3F3E3757C98}" srcId="{52743C2D-1450-4126-82AB-B555F21E51DE}" destId="{A083E3E6-EA17-44D9-B5C8-50B1C2F29D66}" srcOrd="2" destOrd="0" parTransId="{32C46F27-6996-4090-9E14-FCD2BC24B7C8}" sibTransId="{E10F4E7D-1874-45F6-8F8B-FCEF8E3A11C8}"/>
    <dgm:cxn modelId="{7D38BB25-5897-4DE4-AF36-A3CD9EDB7FEA}" type="presOf" srcId="{A998766F-D3B1-4E68-8BD1-0505A177CB20}" destId="{676801FA-F025-4F96-A84F-ABACE1142119}" srcOrd="0" destOrd="0" presId="urn:microsoft.com/office/officeart/2005/8/layout/vList2"/>
    <dgm:cxn modelId="{89A3F65E-EE86-474E-A994-4B863E06FCB6}" type="presOf" srcId="{BC5C89A4-8391-4712-9D84-0A40D81B236D}" destId="{B88C3D4D-6A37-4990-A5DC-7ABB26A4B9C9}" srcOrd="0" destOrd="0" presId="urn:microsoft.com/office/officeart/2005/8/layout/vList2"/>
    <dgm:cxn modelId="{6A901D74-EF07-40AD-90D1-D2CE4B50568D}" srcId="{52743C2D-1450-4126-82AB-B555F21E51DE}" destId="{BC5C89A4-8391-4712-9D84-0A40D81B236D}" srcOrd="0" destOrd="0" parTransId="{AFB026A1-EAA1-444C-B84B-9D98A0845E40}" sibTransId="{DB03480B-7BD5-4F8B-9598-4B5F74930384}"/>
    <dgm:cxn modelId="{4542DA54-AC10-4A42-96A1-64ADDEAA66C9}" type="presOf" srcId="{FCD93625-569D-42E0-9724-4E49E4224995}" destId="{725FB267-0CB8-41CC-845F-926711E611DB}" srcOrd="0" destOrd="0" presId="urn:microsoft.com/office/officeart/2005/8/layout/vList2"/>
    <dgm:cxn modelId="{B2006F8E-CC72-4D78-8335-CF12D6251F93}" srcId="{52743C2D-1450-4126-82AB-B555F21E51DE}" destId="{A998766F-D3B1-4E68-8BD1-0505A177CB20}" srcOrd="3" destOrd="0" parTransId="{303A7B87-05B3-4091-9B22-79A817DE5BA7}" sibTransId="{13F53B7E-8004-427B-AC2A-1C29E43859FD}"/>
    <dgm:cxn modelId="{BD8550AB-CCF5-44D0-803A-7029944636DD}" srcId="{52743C2D-1450-4126-82AB-B555F21E51DE}" destId="{FCD93625-569D-42E0-9724-4E49E4224995}" srcOrd="1" destOrd="0" parTransId="{ECBE236D-14A9-462F-8F00-AA153CDE83D0}" sibTransId="{8F8554BF-BA52-4777-AFA3-2A060FB23794}"/>
    <dgm:cxn modelId="{D0FF1912-0B18-454D-81A2-D8C7BD8E2D45}" type="presParOf" srcId="{2FD2BDBA-54A3-41DD-871F-633416088969}" destId="{B88C3D4D-6A37-4990-A5DC-7ABB26A4B9C9}" srcOrd="0" destOrd="0" presId="urn:microsoft.com/office/officeart/2005/8/layout/vList2"/>
    <dgm:cxn modelId="{C3EBE39D-FE49-4F68-A189-85A1161C6F85}" type="presParOf" srcId="{2FD2BDBA-54A3-41DD-871F-633416088969}" destId="{18D4DFD4-558B-491A-9E49-9A86ADEDEE4A}" srcOrd="1" destOrd="0" presId="urn:microsoft.com/office/officeart/2005/8/layout/vList2"/>
    <dgm:cxn modelId="{777FA662-DCA1-46C6-B9D9-DFA79C740D6F}" type="presParOf" srcId="{2FD2BDBA-54A3-41DD-871F-633416088969}" destId="{725FB267-0CB8-41CC-845F-926711E611DB}" srcOrd="2" destOrd="0" presId="urn:microsoft.com/office/officeart/2005/8/layout/vList2"/>
    <dgm:cxn modelId="{F48502DA-F0E6-47F3-A9D3-E96E9A915FF9}" type="presParOf" srcId="{2FD2BDBA-54A3-41DD-871F-633416088969}" destId="{7576AA48-46F3-4AC8-A587-E5B0F15896EC}" srcOrd="3" destOrd="0" presId="urn:microsoft.com/office/officeart/2005/8/layout/vList2"/>
    <dgm:cxn modelId="{A1E7F51E-D9BF-490A-B9EE-5F4C18AEACEA}" type="presParOf" srcId="{2FD2BDBA-54A3-41DD-871F-633416088969}" destId="{AD5D98C6-4FB6-458C-B820-C76C1AB7281C}" srcOrd="4" destOrd="0" presId="urn:microsoft.com/office/officeart/2005/8/layout/vList2"/>
    <dgm:cxn modelId="{78B8C005-6690-4D0D-AA7B-4D39635988F6}" type="presParOf" srcId="{2FD2BDBA-54A3-41DD-871F-633416088969}" destId="{0D46D4EB-FF53-4FDA-9004-0BD9FF9D043C}" srcOrd="5" destOrd="0" presId="urn:microsoft.com/office/officeart/2005/8/layout/vList2"/>
    <dgm:cxn modelId="{9469FEDA-FC2F-4E49-9C57-10C125653784}" type="presParOf" srcId="{2FD2BDBA-54A3-41DD-871F-633416088969}" destId="{676801FA-F025-4F96-A84F-ABACE114211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FB50B6-714D-45AA-ACEB-E3B190E11C4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847B90B-AC13-4932-A6F3-D15EBE3A9716}">
      <dgm:prSet/>
      <dgm:spPr/>
      <dgm:t>
        <a:bodyPr/>
        <a:lstStyle/>
        <a:p>
          <a:r>
            <a:rPr lang="uk-UA" b="0" i="0" dirty="0"/>
            <a:t>спричинено формуванням «Вільного козацтва».</a:t>
          </a:r>
          <a:endParaRPr lang="uk-UA" dirty="0"/>
        </a:p>
      </dgm:t>
    </dgm:pt>
    <dgm:pt modelId="{53859667-D98E-4DC0-9917-9B5ADF7CBBF1}" type="parTrans" cxnId="{EABB0C28-2075-49CA-9F10-559A6E0AE263}">
      <dgm:prSet/>
      <dgm:spPr/>
      <dgm:t>
        <a:bodyPr/>
        <a:lstStyle/>
        <a:p>
          <a:endParaRPr lang="uk-UA"/>
        </a:p>
      </dgm:t>
    </dgm:pt>
    <dgm:pt modelId="{264DB5D3-0454-460D-82C5-125217061812}" type="sibTrans" cxnId="{EABB0C28-2075-49CA-9F10-559A6E0AE263}">
      <dgm:prSet/>
      <dgm:spPr/>
      <dgm:t>
        <a:bodyPr/>
        <a:lstStyle/>
        <a:p>
          <a:endParaRPr lang="uk-UA"/>
        </a:p>
      </dgm:t>
    </dgm:pt>
    <dgm:pt modelId="{BC88C616-403C-4671-A1AF-D91884D160AC}">
      <dgm:prSet/>
      <dgm:spPr/>
      <dgm:t>
        <a:bodyPr/>
        <a:lstStyle/>
        <a:p>
          <a:r>
            <a:rPr lang="uk-UA" b="0" i="0"/>
            <a:t>було складовою процесу «українізації» частин російської армії.</a:t>
          </a:r>
          <a:endParaRPr lang="uk-UA"/>
        </a:p>
      </dgm:t>
    </dgm:pt>
    <dgm:pt modelId="{9CEF0750-7AFD-444A-A53C-5A2AD9C232F8}" type="parTrans" cxnId="{A11DB44E-1213-44F3-9901-2FEED131A341}">
      <dgm:prSet/>
      <dgm:spPr/>
      <dgm:t>
        <a:bodyPr/>
        <a:lstStyle/>
        <a:p>
          <a:endParaRPr lang="uk-UA"/>
        </a:p>
      </dgm:t>
    </dgm:pt>
    <dgm:pt modelId="{0FF0FAAA-B2CA-4751-BA6D-A5EE145068C7}" type="sibTrans" cxnId="{A11DB44E-1213-44F3-9901-2FEED131A341}">
      <dgm:prSet/>
      <dgm:spPr/>
      <dgm:t>
        <a:bodyPr/>
        <a:lstStyle/>
        <a:p>
          <a:endParaRPr lang="uk-UA"/>
        </a:p>
      </dgm:t>
    </dgm:pt>
    <dgm:pt modelId="{5E4C2B33-8563-4A19-81F4-C6FE268A84F0}">
      <dgm:prSet/>
      <dgm:spPr/>
      <dgm:t>
        <a:bodyPr/>
        <a:lstStyle/>
        <a:p>
          <a:r>
            <a:rPr lang="uk-UA" b="0" i="0"/>
            <a:t>відбулося за ініціативи Головної української ради.</a:t>
          </a:r>
          <a:endParaRPr lang="uk-UA"/>
        </a:p>
      </dgm:t>
    </dgm:pt>
    <dgm:pt modelId="{1EA5691A-13F0-462F-9BB3-C4646746B700}" type="parTrans" cxnId="{94A37A10-AC37-4316-87B8-F698BDC6C5F1}">
      <dgm:prSet/>
      <dgm:spPr/>
      <dgm:t>
        <a:bodyPr/>
        <a:lstStyle/>
        <a:p>
          <a:endParaRPr lang="uk-UA"/>
        </a:p>
      </dgm:t>
    </dgm:pt>
    <dgm:pt modelId="{86C87B24-FAC7-497F-AF45-7C8DCF6E28C2}" type="sibTrans" cxnId="{94A37A10-AC37-4316-87B8-F698BDC6C5F1}">
      <dgm:prSet/>
      <dgm:spPr/>
      <dgm:t>
        <a:bodyPr/>
        <a:lstStyle/>
        <a:p>
          <a:endParaRPr lang="uk-UA"/>
        </a:p>
      </dgm:t>
    </dgm:pt>
    <dgm:pt modelId="{FE53775E-CDF1-41F0-AB86-FB2DCA6B0EDA}">
      <dgm:prSet/>
      <dgm:spPr/>
      <dgm:t>
        <a:bodyPr/>
        <a:lstStyle/>
        <a:p>
          <a:r>
            <a:rPr lang="uk-UA" b="0" i="0" dirty="0"/>
            <a:t>зумовлено проголошенням Західноукраїнської Народної Республіки.</a:t>
          </a:r>
          <a:endParaRPr lang="uk-UA" dirty="0"/>
        </a:p>
      </dgm:t>
    </dgm:pt>
    <dgm:pt modelId="{A4F1B19B-9FD0-49F8-A366-734AC8C40C8A}" type="parTrans" cxnId="{7A4C3CA8-3A60-47BB-90F9-E61C3397BFB1}">
      <dgm:prSet/>
      <dgm:spPr/>
      <dgm:t>
        <a:bodyPr/>
        <a:lstStyle/>
        <a:p>
          <a:endParaRPr lang="uk-UA"/>
        </a:p>
      </dgm:t>
    </dgm:pt>
    <dgm:pt modelId="{12E0ED44-A085-4413-AD8F-804FE3098AE1}" type="sibTrans" cxnId="{7A4C3CA8-3A60-47BB-90F9-E61C3397BFB1}">
      <dgm:prSet/>
      <dgm:spPr/>
      <dgm:t>
        <a:bodyPr/>
        <a:lstStyle/>
        <a:p>
          <a:endParaRPr lang="uk-UA"/>
        </a:p>
      </dgm:t>
    </dgm:pt>
    <dgm:pt modelId="{0D6B4ECF-327D-4D0C-BE3B-B4B57ADC35DD}" type="pres">
      <dgm:prSet presAssocID="{7EFB50B6-714D-45AA-ACEB-E3B190E11C46}" presName="linear" presStyleCnt="0">
        <dgm:presLayoutVars>
          <dgm:animLvl val="lvl"/>
          <dgm:resizeHandles val="exact"/>
        </dgm:presLayoutVars>
      </dgm:prSet>
      <dgm:spPr/>
    </dgm:pt>
    <dgm:pt modelId="{DE771896-E884-45B0-88FB-4F21D6D0151E}" type="pres">
      <dgm:prSet presAssocID="{B847B90B-AC13-4932-A6F3-D15EBE3A9716}" presName="parentText" presStyleLbl="node1" presStyleIdx="0" presStyleCnt="4">
        <dgm:presLayoutVars>
          <dgm:chMax val="0"/>
          <dgm:bulletEnabled val="1"/>
        </dgm:presLayoutVars>
      </dgm:prSet>
      <dgm:spPr/>
    </dgm:pt>
    <dgm:pt modelId="{DC433C45-F704-488B-A34B-EBD574A9DC62}" type="pres">
      <dgm:prSet presAssocID="{264DB5D3-0454-460D-82C5-125217061812}" presName="spacer" presStyleCnt="0"/>
      <dgm:spPr/>
    </dgm:pt>
    <dgm:pt modelId="{65260CF5-C855-4E25-B77C-2F0FC42E55DE}" type="pres">
      <dgm:prSet presAssocID="{BC88C616-403C-4671-A1AF-D91884D160AC}" presName="parentText" presStyleLbl="node1" presStyleIdx="1" presStyleCnt="4">
        <dgm:presLayoutVars>
          <dgm:chMax val="0"/>
          <dgm:bulletEnabled val="1"/>
        </dgm:presLayoutVars>
      </dgm:prSet>
      <dgm:spPr/>
    </dgm:pt>
    <dgm:pt modelId="{FF1E0507-5B53-4BB0-8499-0074B028E918}" type="pres">
      <dgm:prSet presAssocID="{0FF0FAAA-B2CA-4751-BA6D-A5EE145068C7}" presName="spacer" presStyleCnt="0"/>
      <dgm:spPr/>
    </dgm:pt>
    <dgm:pt modelId="{39D2195F-6AEB-46FC-B946-EBF62EE55F0D}" type="pres">
      <dgm:prSet presAssocID="{5E4C2B33-8563-4A19-81F4-C6FE268A84F0}" presName="parentText" presStyleLbl="node1" presStyleIdx="2" presStyleCnt="4">
        <dgm:presLayoutVars>
          <dgm:chMax val="0"/>
          <dgm:bulletEnabled val="1"/>
        </dgm:presLayoutVars>
      </dgm:prSet>
      <dgm:spPr/>
    </dgm:pt>
    <dgm:pt modelId="{C7E5A934-8538-4082-AD44-E150FF83FAAD}" type="pres">
      <dgm:prSet presAssocID="{86C87B24-FAC7-497F-AF45-7C8DCF6E28C2}" presName="spacer" presStyleCnt="0"/>
      <dgm:spPr/>
    </dgm:pt>
    <dgm:pt modelId="{EBB57D52-4C79-4D9E-B662-A5B6D50B22DB}" type="pres">
      <dgm:prSet presAssocID="{FE53775E-CDF1-41F0-AB86-FB2DCA6B0EDA}" presName="parentText" presStyleLbl="node1" presStyleIdx="3" presStyleCnt="4">
        <dgm:presLayoutVars>
          <dgm:chMax val="0"/>
          <dgm:bulletEnabled val="1"/>
        </dgm:presLayoutVars>
      </dgm:prSet>
      <dgm:spPr/>
    </dgm:pt>
  </dgm:ptLst>
  <dgm:cxnLst>
    <dgm:cxn modelId="{0CBA9507-4C71-4052-99BE-004B3ADAACDC}" type="presOf" srcId="{FE53775E-CDF1-41F0-AB86-FB2DCA6B0EDA}" destId="{EBB57D52-4C79-4D9E-B662-A5B6D50B22DB}" srcOrd="0" destOrd="0" presId="urn:microsoft.com/office/officeart/2005/8/layout/vList2"/>
    <dgm:cxn modelId="{94A37A10-AC37-4316-87B8-F698BDC6C5F1}" srcId="{7EFB50B6-714D-45AA-ACEB-E3B190E11C46}" destId="{5E4C2B33-8563-4A19-81F4-C6FE268A84F0}" srcOrd="2" destOrd="0" parTransId="{1EA5691A-13F0-462F-9BB3-C4646746B700}" sibTransId="{86C87B24-FAC7-497F-AF45-7C8DCF6E28C2}"/>
    <dgm:cxn modelId="{B9D32622-B245-41C3-8F6F-6D76D6823053}" type="presOf" srcId="{B847B90B-AC13-4932-A6F3-D15EBE3A9716}" destId="{DE771896-E884-45B0-88FB-4F21D6D0151E}" srcOrd="0" destOrd="0" presId="urn:microsoft.com/office/officeart/2005/8/layout/vList2"/>
    <dgm:cxn modelId="{EABB0C28-2075-49CA-9F10-559A6E0AE263}" srcId="{7EFB50B6-714D-45AA-ACEB-E3B190E11C46}" destId="{B847B90B-AC13-4932-A6F3-D15EBE3A9716}" srcOrd="0" destOrd="0" parTransId="{53859667-D98E-4DC0-9917-9B5ADF7CBBF1}" sibTransId="{264DB5D3-0454-460D-82C5-125217061812}"/>
    <dgm:cxn modelId="{67A1B967-5127-4124-963C-08BF786FA66C}" type="presOf" srcId="{BC88C616-403C-4671-A1AF-D91884D160AC}" destId="{65260CF5-C855-4E25-B77C-2F0FC42E55DE}" srcOrd="0" destOrd="0" presId="urn:microsoft.com/office/officeart/2005/8/layout/vList2"/>
    <dgm:cxn modelId="{A11DB44E-1213-44F3-9901-2FEED131A341}" srcId="{7EFB50B6-714D-45AA-ACEB-E3B190E11C46}" destId="{BC88C616-403C-4671-A1AF-D91884D160AC}" srcOrd="1" destOrd="0" parTransId="{9CEF0750-7AFD-444A-A53C-5A2AD9C232F8}" sibTransId="{0FF0FAAA-B2CA-4751-BA6D-A5EE145068C7}"/>
    <dgm:cxn modelId="{87DDDAA0-A3F1-476A-A934-C19F9E6C9AE8}" type="presOf" srcId="{5E4C2B33-8563-4A19-81F4-C6FE268A84F0}" destId="{39D2195F-6AEB-46FC-B946-EBF62EE55F0D}" srcOrd="0" destOrd="0" presId="urn:microsoft.com/office/officeart/2005/8/layout/vList2"/>
    <dgm:cxn modelId="{7A4C3CA8-3A60-47BB-90F9-E61C3397BFB1}" srcId="{7EFB50B6-714D-45AA-ACEB-E3B190E11C46}" destId="{FE53775E-CDF1-41F0-AB86-FB2DCA6B0EDA}" srcOrd="3" destOrd="0" parTransId="{A4F1B19B-9FD0-49F8-A366-734AC8C40C8A}" sibTransId="{12E0ED44-A085-4413-AD8F-804FE3098AE1}"/>
    <dgm:cxn modelId="{08BDC2C7-2167-4F6B-BE1D-993DD3B7A8C5}" type="presOf" srcId="{7EFB50B6-714D-45AA-ACEB-E3B190E11C46}" destId="{0D6B4ECF-327D-4D0C-BE3B-B4B57ADC35DD}" srcOrd="0" destOrd="0" presId="urn:microsoft.com/office/officeart/2005/8/layout/vList2"/>
    <dgm:cxn modelId="{E75D924B-1BDA-4A5A-AB83-60DAD5629EED}" type="presParOf" srcId="{0D6B4ECF-327D-4D0C-BE3B-B4B57ADC35DD}" destId="{DE771896-E884-45B0-88FB-4F21D6D0151E}" srcOrd="0" destOrd="0" presId="urn:microsoft.com/office/officeart/2005/8/layout/vList2"/>
    <dgm:cxn modelId="{B86DBA8F-7171-495F-A1FD-1C9E6214D2A6}" type="presParOf" srcId="{0D6B4ECF-327D-4D0C-BE3B-B4B57ADC35DD}" destId="{DC433C45-F704-488B-A34B-EBD574A9DC62}" srcOrd="1" destOrd="0" presId="urn:microsoft.com/office/officeart/2005/8/layout/vList2"/>
    <dgm:cxn modelId="{E982759F-F0B2-42E7-B7AA-9AA765427874}" type="presParOf" srcId="{0D6B4ECF-327D-4D0C-BE3B-B4B57ADC35DD}" destId="{65260CF5-C855-4E25-B77C-2F0FC42E55DE}" srcOrd="2" destOrd="0" presId="urn:microsoft.com/office/officeart/2005/8/layout/vList2"/>
    <dgm:cxn modelId="{A9A9128C-1843-4796-8883-D660A2D5CC0D}" type="presParOf" srcId="{0D6B4ECF-327D-4D0C-BE3B-B4B57ADC35DD}" destId="{FF1E0507-5B53-4BB0-8499-0074B028E918}" srcOrd="3" destOrd="0" presId="urn:microsoft.com/office/officeart/2005/8/layout/vList2"/>
    <dgm:cxn modelId="{3ABB485E-FF65-44B6-A6A8-25F191A42CDE}" type="presParOf" srcId="{0D6B4ECF-327D-4D0C-BE3B-B4B57ADC35DD}" destId="{39D2195F-6AEB-46FC-B946-EBF62EE55F0D}" srcOrd="4" destOrd="0" presId="urn:microsoft.com/office/officeart/2005/8/layout/vList2"/>
    <dgm:cxn modelId="{7C477CEF-887E-455A-A2D9-FEE5DA5F8FF1}" type="presParOf" srcId="{0D6B4ECF-327D-4D0C-BE3B-B4B57ADC35DD}" destId="{C7E5A934-8538-4082-AD44-E150FF83FAAD}" srcOrd="5" destOrd="0" presId="urn:microsoft.com/office/officeart/2005/8/layout/vList2"/>
    <dgm:cxn modelId="{9AF517E6-74D3-42CF-9CA8-1D0603137F13}" type="presParOf" srcId="{0D6B4ECF-327D-4D0C-BE3B-B4B57ADC35DD}" destId="{EBB57D52-4C79-4D9E-B662-A5B6D50B22D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13A035-166C-4BE5-B540-097E2F687CE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D43B70F-B5C4-49DF-83C0-236040EBAB06}">
      <dgm:prSet/>
      <dgm:spPr/>
      <dgm:t>
        <a:bodyPr/>
        <a:lstStyle/>
        <a:p>
          <a:r>
            <a:rPr lang="uk-UA" b="0" i="0" dirty="0"/>
            <a:t>Українська партія соціалістів-федералістів.</a:t>
          </a:r>
          <a:endParaRPr lang="uk-UA" dirty="0"/>
        </a:p>
      </dgm:t>
    </dgm:pt>
    <dgm:pt modelId="{6204BF52-81BC-48D6-8B1D-EAF688B9DE58}" type="parTrans" cxnId="{45B98112-0B67-40CE-965C-8E7DFAB1F358}">
      <dgm:prSet/>
      <dgm:spPr/>
      <dgm:t>
        <a:bodyPr/>
        <a:lstStyle/>
        <a:p>
          <a:endParaRPr lang="uk-UA"/>
        </a:p>
      </dgm:t>
    </dgm:pt>
    <dgm:pt modelId="{FAD5E189-CF03-4565-ABA5-68E817744F34}" type="sibTrans" cxnId="{45B98112-0B67-40CE-965C-8E7DFAB1F358}">
      <dgm:prSet/>
      <dgm:spPr/>
      <dgm:t>
        <a:bodyPr/>
        <a:lstStyle/>
        <a:p>
          <a:endParaRPr lang="uk-UA"/>
        </a:p>
      </dgm:t>
    </dgm:pt>
    <dgm:pt modelId="{966AD205-77E6-4DDA-9604-1809719FBE01}">
      <dgm:prSet/>
      <dgm:spPr/>
      <dgm:t>
        <a:bodyPr/>
        <a:lstStyle/>
        <a:p>
          <a:r>
            <a:rPr lang="uk-UA" b="0" i="0"/>
            <a:t>Українська партія соціалістів-революціонерів.</a:t>
          </a:r>
          <a:endParaRPr lang="uk-UA"/>
        </a:p>
      </dgm:t>
    </dgm:pt>
    <dgm:pt modelId="{5321C303-76CE-4DB7-BAEA-C4E05C7BF8AB}" type="parTrans" cxnId="{34257AF0-D313-41D1-B463-642CBC21F326}">
      <dgm:prSet/>
      <dgm:spPr/>
      <dgm:t>
        <a:bodyPr/>
        <a:lstStyle/>
        <a:p>
          <a:endParaRPr lang="uk-UA"/>
        </a:p>
      </dgm:t>
    </dgm:pt>
    <dgm:pt modelId="{2B69CFB5-EBDB-44DD-8E88-055317246CFE}" type="sibTrans" cxnId="{34257AF0-D313-41D1-B463-642CBC21F326}">
      <dgm:prSet/>
      <dgm:spPr/>
      <dgm:t>
        <a:bodyPr/>
        <a:lstStyle/>
        <a:p>
          <a:endParaRPr lang="uk-UA"/>
        </a:p>
      </dgm:t>
    </dgm:pt>
    <dgm:pt modelId="{D3CA6128-02D9-4863-ADB3-369CD52C5776}">
      <dgm:prSet/>
      <dgm:spPr/>
      <dgm:t>
        <a:bodyPr/>
        <a:lstStyle/>
        <a:p>
          <a:r>
            <a:rPr lang="uk-UA" b="0" i="0"/>
            <a:t>Українська соціал-демократична робітнича партія.</a:t>
          </a:r>
          <a:endParaRPr lang="uk-UA"/>
        </a:p>
      </dgm:t>
    </dgm:pt>
    <dgm:pt modelId="{7FF01FEB-C96B-4954-86BB-AF25E221A9D7}" type="parTrans" cxnId="{03574CBF-1506-48AC-B274-9F4CD0F66C86}">
      <dgm:prSet/>
      <dgm:spPr/>
      <dgm:t>
        <a:bodyPr/>
        <a:lstStyle/>
        <a:p>
          <a:endParaRPr lang="uk-UA"/>
        </a:p>
      </dgm:t>
    </dgm:pt>
    <dgm:pt modelId="{CF57B512-D5E6-46D8-B544-3564AC6B13AC}" type="sibTrans" cxnId="{03574CBF-1506-48AC-B274-9F4CD0F66C86}">
      <dgm:prSet/>
      <dgm:spPr/>
      <dgm:t>
        <a:bodyPr/>
        <a:lstStyle/>
        <a:p>
          <a:endParaRPr lang="uk-UA"/>
        </a:p>
      </dgm:t>
    </dgm:pt>
    <dgm:pt modelId="{D048555F-F58B-4559-90E3-61F058BAC29B}">
      <dgm:prSet/>
      <dgm:spPr/>
      <dgm:t>
        <a:bodyPr/>
        <a:lstStyle/>
        <a:p>
          <a:r>
            <a:rPr lang="uk-UA" b="0" i="0" dirty="0"/>
            <a:t>Українська демократично-хліборобська партія.</a:t>
          </a:r>
          <a:endParaRPr lang="uk-UA" dirty="0"/>
        </a:p>
      </dgm:t>
    </dgm:pt>
    <dgm:pt modelId="{8C8BDEF9-8449-48F8-AE05-710AA5AC4CC3}" type="parTrans" cxnId="{0C36EFC9-BB37-4887-BEE5-8F92D246D9AC}">
      <dgm:prSet/>
      <dgm:spPr/>
      <dgm:t>
        <a:bodyPr/>
        <a:lstStyle/>
        <a:p>
          <a:endParaRPr lang="uk-UA"/>
        </a:p>
      </dgm:t>
    </dgm:pt>
    <dgm:pt modelId="{621D2F5B-ADE4-4A4C-BA9E-4E10C0ABF31B}" type="sibTrans" cxnId="{0C36EFC9-BB37-4887-BEE5-8F92D246D9AC}">
      <dgm:prSet/>
      <dgm:spPr/>
      <dgm:t>
        <a:bodyPr/>
        <a:lstStyle/>
        <a:p>
          <a:endParaRPr lang="uk-UA"/>
        </a:p>
      </dgm:t>
    </dgm:pt>
    <dgm:pt modelId="{6896A482-BB4A-4936-9A8E-C67594DD55DB}" type="pres">
      <dgm:prSet presAssocID="{AF13A035-166C-4BE5-B540-097E2F687CEB}" presName="linear" presStyleCnt="0">
        <dgm:presLayoutVars>
          <dgm:animLvl val="lvl"/>
          <dgm:resizeHandles val="exact"/>
        </dgm:presLayoutVars>
      </dgm:prSet>
      <dgm:spPr/>
    </dgm:pt>
    <dgm:pt modelId="{980E4AA1-2407-4B52-9524-9211B6A117A2}" type="pres">
      <dgm:prSet presAssocID="{BD43B70F-B5C4-49DF-83C0-236040EBAB06}" presName="parentText" presStyleLbl="node1" presStyleIdx="0" presStyleCnt="4">
        <dgm:presLayoutVars>
          <dgm:chMax val="0"/>
          <dgm:bulletEnabled val="1"/>
        </dgm:presLayoutVars>
      </dgm:prSet>
      <dgm:spPr/>
    </dgm:pt>
    <dgm:pt modelId="{64D8F8EA-6F21-42A8-8F20-C3A89B4D29B5}" type="pres">
      <dgm:prSet presAssocID="{FAD5E189-CF03-4565-ABA5-68E817744F34}" presName="spacer" presStyleCnt="0"/>
      <dgm:spPr/>
    </dgm:pt>
    <dgm:pt modelId="{26494EBD-66E7-4B4A-8D20-2054766FAE4F}" type="pres">
      <dgm:prSet presAssocID="{966AD205-77E6-4DDA-9604-1809719FBE01}" presName="parentText" presStyleLbl="node1" presStyleIdx="1" presStyleCnt="4">
        <dgm:presLayoutVars>
          <dgm:chMax val="0"/>
          <dgm:bulletEnabled val="1"/>
        </dgm:presLayoutVars>
      </dgm:prSet>
      <dgm:spPr/>
    </dgm:pt>
    <dgm:pt modelId="{0448F571-1189-4916-961A-8927F9CDDC95}" type="pres">
      <dgm:prSet presAssocID="{2B69CFB5-EBDB-44DD-8E88-055317246CFE}" presName="spacer" presStyleCnt="0"/>
      <dgm:spPr/>
    </dgm:pt>
    <dgm:pt modelId="{95A470FD-7DB4-486F-945E-6B95B4DAAAA1}" type="pres">
      <dgm:prSet presAssocID="{D3CA6128-02D9-4863-ADB3-369CD52C5776}" presName="parentText" presStyleLbl="node1" presStyleIdx="2" presStyleCnt="4">
        <dgm:presLayoutVars>
          <dgm:chMax val="0"/>
          <dgm:bulletEnabled val="1"/>
        </dgm:presLayoutVars>
      </dgm:prSet>
      <dgm:spPr/>
    </dgm:pt>
    <dgm:pt modelId="{F64E6C86-6F71-4220-9C3A-AD9DB7E85113}" type="pres">
      <dgm:prSet presAssocID="{CF57B512-D5E6-46D8-B544-3564AC6B13AC}" presName="spacer" presStyleCnt="0"/>
      <dgm:spPr/>
    </dgm:pt>
    <dgm:pt modelId="{E7346F76-A612-49E1-B5CF-03CC4EBE660A}" type="pres">
      <dgm:prSet presAssocID="{D048555F-F58B-4559-90E3-61F058BAC29B}" presName="parentText" presStyleLbl="node1" presStyleIdx="3" presStyleCnt="4">
        <dgm:presLayoutVars>
          <dgm:chMax val="0"/>
          <dgm:bulletEnabled val="1"/>
        </dgm:presLayoutVars>
      </dgm:prSet>
      <dgm:spPr/>
    </dgm:pt>
  </dgm:ptLst>
  <dgm:cxnLst>
    <dgm:cxn modelId="{45B98112-0B67-40CE-965C-8E7DFAB1F358}" srcId="{AF13A035-166C-4BE5-B540-097E2F687CEB}" destId="{BD43B70F-B5C4-49DF-83C0-236040EBAB06}" srcOrd="0" destOrd="0" parTransId="{6204BF52-81BC-48D6-8B1D-EAF688B9DE58}" sibTransId="{FAD5E189-CF03-4565-ABA5-68E817744F34}"/>
    <dgm:cxn modelId="{6046BD29-A535-4050-8A3B-47D1E1975A4C}" type="presOf" srcId="{AF13A035-166C-4BE5-B540-097E2F687CEB}" destId="{6896A482-BB4A-4936-9A8E-C67594DD55DB}" srcOrd="0" destOrd="0" presId="urn:microsoft.com/office/officeart/2005/8/layout/vList2"/>
    <dgm:cxn modelId="{BE33112A-96F1-444E-94F1-CA3976D08670}" type="presOf" srcId="{D3CA6128-02D9-4863-ADB3-369CD52C5776}" destId="{95A470FD-7DB4-486F-945E-6B95B4DAAAA1}" srcOrd="0" destOrd="0" presId="urn:microsoft.com/office/officeart/2005/8/layout/vList2"/>
    <dgm:cxn modelId="{8394985A-11C5-4EA4-9B6C-31088A12958A}" type="presOf" srcId="{D048555F-F58B-4559-90E3-61F058BAC29B}" destId="{E7346F76-A612-49E1-B5CF-03CC4EBE660A}" srcOrd="0" destOrd="0" presId="urn:microsoft.com/office/officeart/2005/8/layout/vList2"/>
    <dgm:cxn modelId="{B7916181-49D1-4F12-BBAD-50704EB05448}" type="presOf" srcId="{966AD205-77E6-4DDA-9604-1809719FBE01}" destId="{26494EBD-66E7-4B4A-8D20-2054766FAE4F}" srcOrd="0" destOrd="0" presId="urn:microsoft.com/office/officeart/2005/8/layout/vList2"/>
    <dgm:cxn modelId="{B7EDCB81-655B-426B-8ACA-796F728B89BA}" type="presOf" srcId="{BD43B70F-B5C4-49DF-83C0-236040EBAB06}" destId="{980E4AA1-2407-4B52-9524-9211B6A117A2}" srcOrd="0" destOrd="0" presId="urn:microsoft.com/office/officeart/2005/8/layout/vList2"/>
    <dgm:cxn modelId="{03574CBF-1506-48AC-B274-9F4CD0F66C86}" srcId="{AF13A035-166C-4BE5-B540-097E2F687CEB}" destId="{D3CA6128-02D9-4863-ADB3-369CD52C5776}" srcOrd="2" destOrd="0" parTransId="{7FF01FEB-C96B-4954-86BB-AF25E221A9D7}" sibTransId="{CF57B512-D5E6-46D8-B544-3564AC6B13AC}"/>
    <dgm:cxn modelId="{0C36EFC9-BB37-4887-BEE5-8F92D246D9AC}" srcId="{AF13A035-166C-4BE5-B540-097E2F687CEB}" destId="{D048555F-F58B-4559-90E3-61F058BAC29B}" srcOrd="3" destOrd="0" parTransId="{8C8BDEF9-8449-48F8-AE05-710AA5AC4CC3}" sibTransId="{621D2F5B-ADE4-4A4C-BA9E-4E10C0ABF31B}"/>
    <dgm:cxn modelId="{34257AF0-D313-41D1-B463-642CBC21F326}" srcId="{AF13A035-166C-4BE5-B540-097E2F687CEB}" destId="{966AD205-77E6-4DDA-9604-1809719FBE01}" srcOrd="1" destOrd="0" parTransId="{5321C303-76CE-4DB7-BAEA-C4E05C7BF8AB}" sibTransId="{2B69CFB5-EBDB-44DD-8E88-055317246CFE}"/>
    <dgm:cxn modelId="{B773DBCC-6816-4B3A-AA11-0C3D8C5D7BC9}" type="presParOf" srcId="{6896A482-BB4A-4936-9A8E-C67594DD55DB}" destId="{980E4AA1-2407-4B52-9524-9211B6A117A2}" srcOrd="0" destOrd="0" presId="urn:microsoft.com/office/officeart/2005/8/layout/vList2"/>
    <dgm:cxn modelId="{16BC35F6-955A-4338-A061-0AF370A2D256}" type="presParOf" srcId="{6896A482-BB4A-4936-9A8E-C67594DD55DB}" destId="{64D8F8EA-6F21-42A8-8F20-C3A89B4D29B5}" srcOrd="1" destOrd="0" presId="urn:microsoft.com/office/officeart/2005/8/layout/vList2"/>
    <dgm:cxn modelId="{AB2940D8-4439-42DD-A0F9-884F25659B0E}" type="presParOf" srcId="{6896A482-BB4A-4936-9A8E-C67594DD55DB}" destId="{26494EBD-66E7-4B4A-8D20-2054766FAE4F}" srcOrd="2" destOrd="0" presId="urn:microsoft.com/office/officeart/2005/8/layout/vList2"/>
    <dgm:cxn modelId="{8B178932-FD39-401F-A0FF-84DD8DF8BE77}" type="presParOf" srcId="{6896A482-BB4A-4936-9A8E-C67594DD55DB}" destId="{0448F571-1189-4916-961A-8927F9CDDC95}" srcOrd="3" destOrd="0" presId="urn:microsoft.com/office/officeart/2005/8/layout/vList2"/>
    <dgm:cxn modelId="{A07D7013-60A9-4C29-802B-529E23A4A84F}" type="presParOf" srcId="{6896A482-BB4A-4936-9A8E-C67594DD55DB}" destId="{95A470FD-7DB4-486F-945E-6B95B4DAAAA1}" srcOrd="4" destOrd="0" presId="urn:microsoft.com/office/officeart/2005/8/layout/vList2"/>
    <dgm:cxn modelId="{7A094FAC-09F7-4B9E-9D73-E3CCD6E08AC5}" type="presParOf" srcId="{6896A482-BB4A-4936-9A8E-C67594DD55DB}" destId="{F64E6C86-6F71-4220-9C3A-AD9DB7E85113}" srcOrd="5" destOrd="0" presId="urn:microsoft.com/office/officeart/2005/8/layout/vList2"/>
    <dgm:cxn modelId="{C414A72D-811F-4212-9882-E85692D71E68}" type="presParOf" srcId="{6896A482-BB4A-4936-9A8E-C67594DD55DB}" destId="{E7346F76-A612-49E1-B5CF-03CC4EBE660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43048F2-3063-4AF4-9864-CBB58A2D38EA}"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20A137BC-E0E5-4032-A7DF-46D4D67F91D7}">
      <dgm:prSet/>
      <dgm:spPr/>
      <dgm:t>
        <a:bodyPr/>
        <a:lstStyle/>
        <a:p>
          <a:r>
            <a:rPr lang="ru-RU" b="0" i="0" dirty="0"/>
            <a:t>1914 р.</a:t>
          </a:r>
          <a:endParaRPr lang="uk-UA" dirty="0"/>
        </a:p>
      </dgm:t>
    </dgm:pt>
    <dgm:pt modelId="{E1BFE822-2D6D-4EA5-937C-F44ADEBA3E9F}" type="parTrans" cxnId="{F758C37C-2D39-4619-ADFB-42C53AD95050}">
      <dgm:prSet/>
      <dgm:spPr/>
      <dgm:t>
        <a:bodyPr/>
        <a:lstStyle/>
        <a:p>
          <a:endParaRPr lang="uk-UA"/>
        </a:p>
      </dgm:t>
    </dgm:pt>
    <dgm:pt modelId="{9315BBF0-9542-4179-A1AF-FDB032F06FC5}" type="sibTrans" cxnId="{F758C37C-2D39-4619-ADFB-42C53AD95050}">
      <dgm:prSet/>
      <dgm:spPr/>
      <dgm:t>
        <a:bodyPr/>
        <a:lstStyle/>
        <a:p>
          <a:endParaRPr lang="uk-UA"/>
        </a:p>
      </dgm:t>
    </dgm:pt>
    <dgm:pt modelId="{45C840A1-9480-41D5-BA7C-2753B628C4D7}">
      <dgm:prSet/>
      <dgm:spPr/>
      <dgm:t>
        <a:bodyPr/>
        <a:lstStyle/>
        <a:p>
          <a:r>
            <a:rPr lang="ru-RU" b="0" i="0"/>
            <a:t>1917 р.</a:t>
          </a:r>
          <a:endParaRPr lang="uk-UA"/>
        </a:p>
      </dgm:t>
    </dgm:pt>
    <dgm:pt modelId="{129DAD34-7121-454D-A8BD-8C8216DE7EC4}" type="parTrans" cxnId="{29D5E67C-2D2E-4445-AAE0-71907FFA6306}">
      <dgm:prSet/>
      <dgm:spPr/>
      <dgm:t>
        <a:bodyPr/>
        <a:lstStyle/>
        <a:p>
          <a:endParaRPr lang="uk-UA"/>
        </a:p>
      </dgm:t>
    </dgm:pt>
    <dgm:pt modelId="{52D1A6E7-9DA6-4D11-B53B-24E2905715E0}" type="sibTrans" cxnId="{29D5E67C-2D2E-4445-AAE0-71907FFA6306}">
      <dgm:prSet/>
      <dgm:spPr/>
      <dgm:t>
        <a:bodyPr/>
        <a:lstStyle/>
        <a:p>
          <a:endParaRPr lang="uk-UA"/>
        </a:p>
      </dgm:t>
    </dgm:pt>
    <dgm:pt modelId="{7B4D66D0-7B27-4723-908F-C66F3D78ACDF}">
      <dgm:prSet/>
      <dgm:spPr/>
      <dgm:t>
        <a:bodyPr/>
        <a:lstStyle/>
        <a:p>
          <a:r>
            <a:rPr lang="ru-RU" b="0" i="0" dirty="0"/>
            <a:t>1919 р.</a:t>
          </a:r>
          <a:endParaRPr lang="uk-UA" dirty="0"/>
        </a:p>
      </dgm:t>
    </dgm:pt>
    <dgm:pt modelId="{7ACF9183-2B2C-4AF4-B77E-65EA4F77992F}" type="parTrans" cxnId="{0ECF126E-5597-4B75-9C8D-AA373A5D49BE}">
      <dgm:prSet/>
      <dgm:spPr/>
      <dgm:t>
        <a:bodyPr/>
        <a:lstStyle/>
        <a:p>
          <a:endParaRPr lang="uk-UA"/>
        </a:p>
      </dgm:t>
    </dgm:pt>
    <dgm:pt modelId="{64EA8703-F209-4550-A9D7-8BBF58FEB5ED}" type="sibTrans" cxnId="{0ECF126E-5597-4B75-9C8D-AA373A5D49BE}">
      <dgm:prSet/>
      <dgm:spPr/>
      <dgm:t>
        <a:bodyPr/>
        <a:lstStyle/>
        <a:p>
          <a:endParaRPr lang="uk-UA"/>
        </a:p>
      </dgm:t>
    </dgm:pt>
    <dgm:pt modelId="{898021C5-F3A9-41C3-9C0F-CFC0DA0AF775}">
      <dgm:prSet/>
      <dgm:spPr/>
      <dgm:t>
        <a:bodyPr/>
        <a:lstStyle/>
        <a:p>
          <a:r>
            <a:rPr lang="ru-RU" b="0" i="0" dirty="0"/>
            <a:t>1921 р.</a:t>
          </a:r>
          <a:endParaRPr lang="uk-UA" dirty="0"/>
        </a:p>
      </dgm:t>
    </dgm:pt>
    <dgm:pt modelId="{D3BC8F50-85D2-49C8-9356-B29FDE39FC49}" type="parTrans" cxnId="{BD15A5FF-D174-4D72-8EBD-3375CE1161BA}">
      <dgm:prSet/>
      <dgm:spPr/>
      <dgm:t>
        <a:bodyPr/>
        <a:lstStyle/>
        <a:p>
          <a:endParaRPr lang="uk-UA"/>
        </a:p>
      </dgm:t>
    </dgm:pt>
    <dgm:pt modelId="{411B57D6-2BC2-43F0-A13D-1A75AF5FCD42}" type="sibTrans" cxnId="{BD15A5FF-D174-4D72-8EBD-3375CE1161BA}">
      <dgm:prSet/>
      <dgm:spPr/>
      <dgm:t>
        <a:bodyPr/>
        <a:lstStyle/>
        <a:p>
          <a:endParaRPr lang="uk-UA"/>
        </a:p>
      </dgm:t>
    </dgm:pt>
    <dgm:pt modelId="{EBAFBADD-E9BC-4F3B-A19C-AC0A01A9083F}" type="pres">
      <dgm:prSet presAssocID="{443048F2-3063-4AF4-9864-CBB58A2D38EA}" presName="matrix" presStyleCnt="0">
        <dgm:presLayoutVars>
          <dgm:chMax val="1"/>
          <dgm:dir/>
          <dgm:resizeHandles val="exact"/>
        </dgm:presLayoutVars>
      </dgm:prSet>
      <dgm:spPr/>
    </dgm:pt>
    <dgm:pt modelId="{B0EAFB37-55BB-4E7D-8213-893F715D00F3}" type="pres">
      <dgm:prSet presAssocID="{443048F2-3063-4AF4-9864-CBB58A2D38EA}" presName="diamond" presStyleLbl="bgShp" presStyleIdx="0" presStyleCnt="1"/>
      <dgm:spPr/>
    </dgm:pt>
    <dgm:pt modelId="{F5273EA9-E9B5-468B-9940-F188DC8F2D61}" type="pres">
      <dgm:prSet presAssocID="{443048F2-3063-4AF4-9864-CBB58A2D38EA}" presName="quad1" presStyleLbl="node1" presStyleIdx="0" presStyleCnt="4">
        <dgm:presLayoutVars>
          <dgm:chMax val="0"/>
          <dgm:chPref val="0"/>
          <dgm:bulletEnabled val="1"/>
        </dgm:presLayoutVars>
      </dgm:prSet>
      <dgm:spPr/>
    </dgm:pt>
    <dgm:pt modelId="{6A055144-9D7B-4EA1-B62D-0E95061669D9}" type="pres">
      <dgm:prSet presAssocID="{443048F2-3063-4AF4-9864-CBB58A2D38EA}" presName="quad2" presStyleLbl="node1" presStyleIdx="1" presStyleCnt="4">
        <dgm:presLayoutVars>
          <dgm:chMax val="0"/>
          <dgm:chPref val="0"/>
          <dgm:bulletEnabled val="1"/>
        </dgm:presLayoutVars>
      </dgm:prSet>
      <dgm:spPr/>
    </dgm:pt>
    <dgm:pt modelId="{287234CB-5284-4EF6-A7C4-E3FA335D6E92}" type="pres">
      <dgm:prSet presAssocID="{443048F2-3063-4AF4-9864-CBB58A2D38EA}" presName="quad3" presStyleLbl="node1" presStyleIdx="2" presStyleCnt="4">
        <dgm:presLayoutVars>
          <dgm:chMax val="0"/>
          <dgm:chPref val="0"/>
          <dgm:bulletEnabled val="1"/>
        </dgm:presLayoutVars>
      </dgm:prSet>
      <dgm:spPr/>
    </dgm:pt>
    <dgm:pt modelId="{548FE8C3-7904-4173-8875-79538AA5325D}" type="pres">
      <dgm:prSet presAssocID="{443048F2-3063-4AF4-9864-CBB58A2D38EA}" presName="quad4" presStyleLbl="node1" presStyleIdx="3" presStyleCnt="4">
        <dgm:presLayoutVars>
          <dgm:chMax val="0"/>
          <dgm:chPref val="0"/>
          <dgm:bulletEnabled val="1"/>
        </dgm:presLayoutVars>
      </dgm:prSet>
      <dgm:spPr/>
    </dgm:pt>
  </dgm:ptLst>
  <dgm:cxnLst>
    <dgm:cxn modelId="{BD630A19-CD4A-44FF-ADF0-53ECA61ED8E3}" type="presOf" srcId="{45C840A1-9480-41D5-BA7C-2753B628C4D7}" destId="{6A055144-9D7B-4EA1-B62D-0E95061669D9}" srcOrd="0" destOrd="0" presId="urn:microsoft.com/office/officeart/2005/8/layout/matrix3"/>
    <dgm:cxn modelId="{6E80C63F-E300-4B88-A571-B57D53F26242}" type="presOf" srcId="{898021C5-F3A9-41C3-9C0F-CFC0DA0AF775}" destId="{548FE8C3-7904-4173-8875-79538AA5325D}" srcOrd="0" destOrd="0" presId="urn:microsoft.com/office/officeart/2005/8/layout/matrix3"/>
    <dgm:cxn modelId="{0ECF126E-5597-4B75-9C8D-AA373A5D49BE}" srcId="{443048F2-3063-4AF4-9864-CBB58A2D38EA}" destId="{7B4D66D0-7B27-4723-908F-C66F3D78ACDF}" srcOrd="2" destOrd="0" parTransId="{7ACF9183-2B2C-4AF4-B77E-65EA4F77992F}" sibTransId="{64EA8703-F209-4550-A9D7-8BBF58FEB5ED}"/>
    <dgm:cxn modelId="{F758C37C-2D39-4619-ADFB-42C53AD95050}" srcId="{443048F2-3063-4AF4-9864-CBB58A2D38EA}" destId="{20A137BC-E0E5-4032-A7DF-46D4D67F91D7}" srcOrd="0" destOrd="0" parTransId="{E1BFE822-2D6D-4EA5-937C-F44ADEBA3E9F}" sibTransId="{9315BBF0-9542-4179-A1AF-FDB032F06FC5}"/>
    <dgm:cxn modelId="{29D5E67C-2D2E-4445-AAE0-71907FFA6306}" srcId="{443048F2-3063-4AF4-9864-CBB58A2D38EA}" destId="{45C840A1-9480-41D5-BA7C-2753B628C4D7}" srcOrd="1" destOrd="0" parTransId="{129DAD34-7121-454D-A8BD-8C8216DE7EC4}" sibTransId="{52D1A6E7-9DA6-4D11-B53B-24E2905715E0}"/>
    <dgm:cxn modelId="{D23B24C4-B405-45D7-B783-64FD34101CC0}" type="presOf" srcId="{7B4D66D0-7B27-4723-908F-C66F3D78ACDF}" destId="{287234CB-5284-4EF6-A7C4-E3FA335D6E92}" srcOrd="0" destOrd="0" presId="urn:microsoft.com/office/officeart/2005/8/layout/matrix3"/>
    <dgm:cxn modelId="{4CB8ABC7-417B-456B-98F0-147DB8A2C2D5}" type="presOf" srcId="{443048F2-3063-4AF4-9864-CBB58A2D38EA}" destId="{EBAFBADD-E9BC-4F3B-A19C-AC0A01A9083F}" srcOrd="0" destOrd="0" presId="urn:microsoft.com/office/officeart/2005/8/layout/matrix3"/>
    <dgm:cxn modelId="{4E83A4DE-6A07-48FA-B32E-9B8D1B342224}" type="presOf" srcId="{20A137BC-E0E5-4032-A7DF-46D4D67F91D7}" destId="{F5273EA9-E9B5-468B-9940-F188DC8F2D61}" srcOrd="0" destOrd="0" presId="urn:microsoft.com/office/officeart/2005/8/layout/matrix3"/>
    <dgm:cxn modelId="{BD15A5FF-D174-4D72-8EBD-3375CE1161BA}" srcId="{443048F2-3063-4AF4-9864-CBB58A2D38EA}" destId="{898021C5-F3A9-41C3-9C0F-CFC0DA0AF775}" srcOrd="3" destOrd="0" parTransId="{D3BC8F50-85D2-49C8-9356-B29FDE39FC49}" sibTransId="{411B57D6-2BC2-43F0-A13D-1A75AF5FCD42}"/>
    <dgm:cxn modelId="{53ECFF18-7DC8-445D-84E8-CCF47412C35E}" type="presParOf" srcId="{EBAFBADD-E9BC-4F3B-A19C-AC0A01A9083F}" destId="{B0EAFB37-55BB-4E7D-8213-893F715D00F3}" srcOrd="0" destOrd="0" presId="urn:microsoft.com/office/officeart/2005/8/layout/matrix3"/>
    <dgm:cxn modelId="{313CE600-01D0-4F11-8C41-EDCA5B05A4D5}" type="presParOf" srcId="{EBAFBADD-E9BC-4F3B-A19C-AC0A01A9083F}" destId="{F5273EA9-E9B5-468B-9940-F188DC8F2D61}" srcOrd="1" destOrd="0" presId="urn:microsoft.com/office/officeart/2005/8/layout/matrix3"/>
    <dgm:cxn modelId="{3ED243C9-8839-4ABB-9F33-1625639E1BE1}" type="presParOf" srcId="{EBAFBADD-E9BC-4F3B-A19C-AC0A01A9083F}" destId="{6A055144-9D7B-4EA1-B62D-0E95061669D9}" srcOrd="2" destOrd="0" presId="urn:microsoft.com/office/officeart/2005/8/layout/matrix3"/>
    <dgm:cxn modelId="{0C997A18-CFED-43B9-A5C3-903AFDD638F3}" type="presParOf" srcId="{EBAFBADD-E9BC-4F3B-A19C-AC0A01A9083F}" destId="{287234CB-5284-4EF6-A7C4-E3FA335D6E92}" srcOrd="3" destOrd="0" presId="urn:microsoft.com/office/officeart/2005/8/layout/matrix3"/>
    <dgm:cxn modelId="{0336E0BD-5CB4-497E-B74C-A520C2440F14}" type="presParOf" srcId="{EBAFBADD-E9BC-4F3B-A19C-AC0A01A9083F}" destId="{548FE8C3-7904-4173-8875-79538AA5325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BE0E25-26E9-4C56-8028-35BB117BAD7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016EDBB-D621-4CEE-B751-D07357B549B2}">
      <dgm:prSet/>
      <dgm:spPr/>
      <dgm:t>
        <a:bodyPr/>
        <a:lstStyle/>
        <a:p>
          <a:r>
            <a:rPr lang="uk-UA" b="0" i="0" dirty="0"/>
            <a:t>причини індустріалізації.</a:t>
          </a:r>
          <a:endParaRPr lang="uk-UA" dirty="0"/>
        </a:p>
      </dgm:t>
    </dgm:pt>
    <dgm:pt modelId="{D085EEBC-3BA5-4220-9826-8F6D51962DB3}" type="parTrans" cxnId="{D4B9D2D6-3F96-481D-B61D-3D5F546B3EE5}">
      <dgm:prSet/>
      <dgm:spPr/>
      <dgm:t>
        <a:bodyPr/>
        <a:lstStyle/>
        <a:p>
          <a:endParaRPr lang="uk-UA"/>
        </a:p>
      </dgm:t>
    </dgm:pt>
    <dgm:pt modelId="{E91A02F1-4DDD-4D03-A8B5-7F889CFE1C55}" type="sibTrans" cxnId="{D4B9D2D6-3F96-481D-B61D-3D5F546B3EE5}">
      <dgm:prSet/>
      <dgm:spPr/>
      <dgm:t>
        <a:bodyPr/>
        <a:lstStyle/>
        <a:p>
          <a:endParaRPr lang="uk-UA"/>
        </a:p>
      </dgm:t>
    </dgm:pt>
    <dgm:pt modelId="{9E787460-E3B6-411A-8780-B72213F60B4C}">
      <dgm:prSet/>
      <dgm:spPr/>
      <dgm:t>
        <a:bodyPr/>
        <a:lstStyle/>
        <a:p>
          <a:r>
            <a:rPr lang="uk-UA" b="0" i="0" dirty="0"/>
            <a:t>характер індустріалізації.</a:t>
          </a:r>
          <a:endParaRPr lang="uk-UA" dirty="0"/>
        </a:p>
      </dgm:t>
    </dgm:pt>
    <dgm:pt modelId="{A2B07E19-60DA-4B86-ACD9-8DE4FFE3CAE9}" type="parTrans" cxnId="{AF4EDB49-A6B6-41BA-8D86-49326A3064E6}">
      <dgm:prSet/>
      <dgm:spPr/>
      <dgm:t>
        <a:bodyPr/>
        <a:lstStyle/>
        <a:p>
          <a:endParaRPr lang="uk-UA"/>
        </a:p>
      </dgm:t>
    </dgm:pt>
    <dgm:pt modelId="{B2F16F1F-56A0-45F6-93EB-41C06E2A9C31}" type="sibTrans" cxnId="{AF4EDB49-A6B6-41BA-8D86-49326A3064E6}">
      <dgm:prSet/>
      <dgm:spPr/>
      <dgm:t>
        <a:bodyPr/>
        <a:lstStyle/>
        <a:p>
          <a:endParaRPr lang="uk-UA"/>
        </a:p>
      </dgm:t>
    </dgm:pt>
    <dgm:pt modelId="{BDFD11D7-0B6A-45DF-8262-5A313099308C}">
      <dgm:prSet/>
      <dgm:spPr/>
      <dgm:t>
        <a:bodyPr/>
        <a:lstStyle/>
        <a:p>
          <a:r>
            <a:rPr lang="uk-UA" b="0" i="0"/>
            <a:t>джерела індустріалізації.</a:t>
          </a:r>
          <a:endParaRPr lang="uk-UA"/>
        </a:p>
      </dgm:t>
    </dgm:pt>
    <dgm:pt modelId="{7C8FC1B5-D1DF-4581-8972-17EBF8E58022}" type="parTrans" cxnId="{E5BF4E48-7974-4322-B603-AC0C69F387DD}">
      <dgm:prSet/>
      <dgm:spPr/>
      <dgm:t>
        <a:bodyPr/>
        <a:lstStyle/>
        <a:p>
          <a:endParaRPr lang="uk-UA"/>
        </a:p>
      </dgm:t>
    </dgm:pt>
    <dgm:pt modelId="{52B07581-E717-4A57-A32A-A03FBF970215}" type="sibTrans" cxnId="{E5BF4E48-7974-4322-B603-AC0C69F387DD}">
      <dgm:prSet/>
      <dgm:spPr/>
      <dgm:t>
        <a:bodyPr/>
        <a:lstStyle/>
        <a:p>
          <a:endParaRPr lang="uk-UA"/>
        </a:p>
      </dgm:t>
    </dgm:pt>
    <dgm:pt modelId="{CCF83207-448C-4EF4-8486-1D62A7B52ECE}">
      <dgm:prSet/>
      <dgm:spPr/>
      <dgm:t>
        <a:bodyPr/>
        <a:lstStyle/>
        <a:p>
          <a:r>
            <a:rPr lang="uk-UA" b="0" i="0" dirty="0"/>
            <a:t>етапи індустріалізації.</a:t>
          </a:r>
          <a:endParaRPr lang="uk-UA" dirty="0"/>
        </a:p>
      </dgm:t>
    </dgm:pt>
    <dgm:pt modelId="{8E3BAE79-B421-4ED9-8DF1-1BD70F93927B}" type="parTrans" cxnId="{D4D4E894-4EC7-4F22-B7C7-4D4E0F4837BE}">
      <dgm:prSet/>
      <dgm:spPr/>
      <dgm:t>
        <a:bodyPr/>
        <a:lstStyle/>
        <a:p>
          <a:endParaRPr lang="uk-UA"/>
        </a:p>
      </dgm:t>
    </dgm:pt>
    <dgm:pt modelId="{338C05A6-75F8-4700-AFC6-28BC8D27B782}" type="sibTrans" cxnId="{D4D4E894-4EC7-4F22-B7C7-4D4E0F4837BE}">
      <dgm:prSet/>
      <dgm:spPr/>
      <dgm:t>
        <a:bodyPr/>
        <a:lstStyle/>
        <a:p>
          <a:endParaRPr lang="uk-UA"/>
        </a:p>
      </dgm:t>
    </dgm:pt>
    <dgm:pt modelId="{50928ACE-55CE-4170-84B2-B3DB6E7C97B8}" type="pres">
      <dgm:prSet presAssocID="{34BE0E25-26E9-4C56-8028-35BB117BAD79}" presName="linear" presStyleCnt="0">
        <dgm:presLayoutVars>
          <dgm:animLvl val="lvl"/>
          <dgm:resizeHandles val="exact"/>
        </dgm:presLayoutVars>
      </dgm:prSet>
      <dgm:spPr/>
    </dgm:pt>
    <dgm:pt modelId="{A28C46A0-B47F-43E9-A0FB-9A65787DDDEF}" type="pres">
      <dgm:prSet presAssocID="{C016EDBB-D621-4CEE-B751-D07357B549B2}" presName="parentText" presStyleLbl="node1" presStyleIdx="0" presStyleCnt="4">
        <dgm:presLayoutVars>
          <dgm:chMax val="0"/>
          <dgm:bulletEnabled val="1"/>
        </dgm:presLayoutVars>
      </dgm:prSet>
      <dgm:spPr/>
    </dgm:pt>
    <dgm:pt modelId="{00E892C3-1221-4B7E-B404-3DA7A68A5363}" type="pres">
      <dgm:prSet presAssocID="{E91A02F1-4DDD-4D03-A8B5-7F889CFE1C55}" presName="spacer" presStyleCnt="0"/>
      <dgm:spPr/>
    </dgm:pt>
    <dgm:pt modelId="{C63E77CC-3404-4718-996A-99406C607C40}" type="pres">
      <dgm:prSet presAssocID="{9E787460-E3B6-411A-8780-B72213F60B4C}" presName="parentText" presStyleLbl="node1" presStyleIdx="1" presStyleCnt="4">
        <dgm:presLayoutVars>
          <dgm:chMax val="0"/>
          <dgm:bulletEnabled val="1"/>
        </dgm:presLayoutVars>
      </dgm:prSet>
      <dgm:spPr/>
    </dgm:pt>
    <dgm:pt modelId="{2ACAE220-1543-4C51-A9D7-7ED71B9BF2D8}" type="pres">
      <dgm:prSet presAssocID="{B2F16F1F-56A0-45F6-93EB-41C06E2A9C31}" presName="spacer" presStyleCnt="0"/>
      <dgm:spPr/>
    </dgm:pt>
    <dgm:pt modelId="{10D7F3BD-6BAF-4C34-B5EB-62381BC9C778}" type="pres">
      <dgm:prSet presAssocID="{BDFD11D7-0B6A-45DF-8262-5A313099308C}" presName="parentText" presStyleLbl="node1" presStyleIdx="2" presStyleCnt="4">
        <dgm:presLayoutVars>
          <dgm:chMax val="0"/>
          <dgm:bulletEnabled val="1"/>
        </dgm:presLayoutVars>
      </dgm:prSet>
      <dgm:spPr/>
    </dgm:pt>
    <dgm:pt modelId="{62D62311-819C-49B0-A468-141B0C706C3A}" type="pres">
      <dgm:prSet presAssocID="{52B07581-E717-4A57-A32A-A03FBF970215}" presName="spacer" presStyleCnt="0"/>
      <dgm:spPr/>
    </dgm:pt>
    <dgm:pt modelId="{27528585-F045-458B-B34E-D756CE74B37F}" type="pres">
      <dgm:prSet presAssocID="{CCF83207-448C-4EF4-8486-1D62A7B52ECE}" presName="parentText" presStyleLbl="node1" presStyleIdx="3" presStyleCnt="4">
        <dgm:presLayoutVars>
          <dgm:chMax val="0"/>
          <dgm:bulletEnabled val="1"/>
        </dgm:presLayoutVars>
      </dgm:prSet>
      <dgm:spPr/>
    </dgm:pt>
  </dgm:ptLst>
  <dgm:cxnLst>
    <dgm:cxn modelId="{8DD20304-7E08-4741-995B-E747094139E8}" type="presOf" srcId="{C016EDBB-D621-4CEE-B751-D07357B549B2}" destId="{A28C46A0-B47F-43E9-A0FB-9A65787DDDEF}" srcOrd="0" destOrd="0" presId="urn:microsoft.com/office/officeart/2005/8/layout/vList2"/>
    <dgm:cxn modelId="{792D1F05-F8F4-4A2B-85CC-78D4C9A127CB}" type="presOf" srcId="{CCF83207-448C-4EF4-8486-1D62A7B52ECE}" destId="{27528585-F045-458B-B34E-D756CE74B37F}" srcOrd="0" destOrd="0" presId="urn:microsoft.com/office/officeart/2005/8/layout/vList2"/>
    <dgm:cxn modelId="{E5BF4E48-7974-4322-B603-AC0C69F387DD}" srcId="{34BE0E25-26E9-4C56-8028-35BB117BAD79}" destId="{BDFD11D7-0B6A-45DF-8262-5A313099308C}" srcOrd="2" destOrd="0" parTransId="{7C8FC1B5-D1DF-4581-8972-17EBF8E58022}" sibTransId="{52B07581-E717-4A57-A32A-A03FBF970215}"/>
    <dgm:cxn modelId="{AF4EDB49-A6B6-41BA-8D86-49326A3064E6}" srcId="{34BE0E25-26E9-4C56-8028-35BB117BAD79}" destId="{9E787460-E3B6-411A-8780-B72213F60B4C}" srcOrd="1" destOrd="0" parTransId="{A2B07E19-60DA-4B86-ACD9-8DE4FFE3CAE9}" sibTransId="{B2F16F1F-56A0-45F6-93EB-41C06E2A9C31}"/>
    <dgm:cxn modelId="{E6284C74-2A8E-4A12-9C8A-C2EA14EC757B}" type="presOf" srcId="{BDFD11D7-0B6A-45DF-8262-5A313099308C}" destId="{10D7F3BD-6BAF-4C34-B5EB-62381BC9C778}" srcOrd="0" destOrd="0" presId="urn:microsoft.com/office/officeart/2005/8/layout/vList2"/>
    <dgm:cxn modelId="{AAA77489-1ABA-4A7E-8DBC-D7CC1469CAD4}" type="presOf" srcId="{9E787460-E3B6-411A-8780-B72213F60B4C}" destId="{C63E77CC-3404-4718-996A-99406C607C40}" srcOrd="0" destOrd="0" presId="urn:microsoft.com/office/officeart/2005/8/layout/vList2"/>
    <dgm:cxn modelId="{D4D4E894-4EC7-4F22-B7C7-4D4E0F4837BE}" srcId="{34BE0E25-26E9-4C56-8028-35BB117BAD79}" destId="{CCF83207-448C-4EF4-8486-1D62A7B52ECE}" srcOrd="3" destOrd="0" parTransId="{8E3BAE79-B421-4ED9-8DF1-1BD70F93927B}" sibTransId="{338C05A6-75F8-4700-AFC6-28BC8D27B782}"/>
    <dgm:cxn modelId="{885C24D3-2A37-4737-B7AA-3722F7C630A8}" type="presOf" srcId="{34BE0E25-26E9-4C56-8028-35BB117BAD79}" destId="{50928ACE-55CE-4170-84B2-B3DB6E7C97B8}" srcOrd="0" destOrd="0" presId="urn:microsoft.com/office/officeart/2005/8/layout/vList2"/>
    <dgm:cxn modelId="{D4B9D2D6-3F96-481D-B61D-3D5F546B3EE5}" srcId="{34BE0E25-26E9-4C56-8028-35BB117BAD79}" destId="{C016EDBB-D621-4CEE-B751-D07357B549B2}" srcOrd="0" destOrd="0" parTransId="{D085EEBC-3BA5-4220-9826-8F6D51962DB3}" sibTransId="{E91A02F1-4DDD-4D03-A8B5-7F889CFE1C55}"/>
    <dgm:cxn modelId="{3819821D-7F59-48C1-A314-AAB294A90FA0}" type="presParOf" srcId="{50928ACE-55CE-4170-84B2-B3DB6E7C97B8}" destId="{A28C46A0-B47F-43E9-A0FB-9A65787DDDEF}" srcOrd="0" destOrd="0" presId="urn:microsoft.com/office/officeart/2005/8/layout/vList2"/>
    <dgm:cxn modelId="{D596EC53-0427-495D-9E8F-A1EC94E824BF}" type="presParOf" srcId="{50928ACE-55CE-4170-84B2-B3DB6E7C97B8}" destId="{00E892C3-1221-4B7E-B404-3DA7A68A5363}" srcOrd="1" destOrd="0" presId="urn:microsoft.com/office/officeart/2005/8/layout/vList2"/>
    <dgm:cxn modelId="{1113A16B-2614-42CD-AFF2-4CBD9673D7F7}" type="presParOf" srcId="{50928ACE-55CE-4170-84B2-B3DB6E7C97B8}" destId="{C63E77CC-3404-4718-996A-99406C607C40}" srcOrd="2" destOrd="0" presId="urn:microsoft.com/office/officeart/2005/8/layout/vList2"/>
    <dgm:cxn modelId="{BB983729-8D53-467A-A933-7B4E66AAC580}" type="presParOf" srcId="{50928ACE-55CE-4170-84B2-B3DB6E7C97B8}" destId="{2ACAE220-1543-4C51-A9D7-7ED71B9BF2D8}" srcOrd="3" destOrd="0" presId="urn:microsoft.com/office/officeart/2005/8/layout/vList2"/>
    <dgm:cxn modelId="{95A11A61-263D-4AD2-83A1-32DF6EA3038E}" type="presParOf" srcId="{50928ACE-55CE-4170-84B2-B3DB6E7C97B8}" destId="{10D7F3BD-6BAF-4C34-B5EB-62381BC9C778}" srcOrd="4" destOrd="0" presId="urn:microsoft.com/office/officeart/2005/8/layout/vList2"/>
    <dgm:cxn modelId="{EDE27E6D-61C7-4A72-8A0B-20869DFA73FF}" type="presParOf" srcId="{50928ACE-55CE-4170-84B2-B3DB6E7C97B8}" destId="{62D62311-819C-49B0-A468-141B0C706C3A}" srcOrd="5" destOrd="0" presId="urn:microsoft.com/office/officeart/2005/8/layout/vList2"/>
    <dgm:cxn modelId="{C2BCA100-0461-472F-829C-B4766055E0BB}" type="presParOf" srcId="{50928ACE-55CE-4170-84B2-B3DB6E7C97B8}" destId="{27528585-F045-458B-B34E-D756CE74B37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A21DC5-76A3-4306-9D49-84CFC2A6D3DE}"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A574801-3ACB-4422-92E4-F5B349C448EE}">
      <dgm:prSet/>
      <dgm:spPr/>
      <dgm:t>
        <a:bodyPr/>
        <a:lstStyle/>
        <a:p>
          <a:r>
            <a:rPr lang="uk-UA" b="0" i="0" dirty="0"/>
            <a:t>Харкова.</a:t>
          </a:r>
          <a:endParaRPr lang="uk-UA" dirty="0"/>
        </a:p>
      </dgm:t>
    </dgm:pt>
    <dgm:pt modelId="{9ED663C7-51DF-4DB7-B2F4-12963CFCE0D7}" type="parTrans" cxnId="{3D04C05B-BFDA-46F9-8E7A-EF27D8A50EAF}">
      <dgm:prSet/>
      <dgm:spPr/>
      <dgm:t>
        <a:bodyPr/>
        <a:lstStyle/>
        <a:p>
          <a:endParaRPr lang="uk-UA"/>
        </a:p>
      </dgm:t>
    </dgm:pt>
    <dgm:pt modelId="{886F3D41-9C6F-4115-A37D-FE894318E4BC}" type="sibTrans" cxnId="{3D04C05B-BFDA-46F9-8E7A-EF27D8A50EAF}">
      <dgm:prSet/>
      <dgm:spPr/>
      <dgm:t>
        <a:bodyPr/>
        <a:lstStyle/>
        <a:p>
          <a:endParaRPr lang="uk-UA"/>
        </a:p>
      </dgm:t>
    </dgm:pt>
    <dgm:pt modelId="{13D91CBB-4E89-42D1-A076-40286E49DBB6}">
      <dgm:prSet/>
      <dgm:spPr/>
      <dgm:t>
        <a:bodyPr/>
        <a:lstStyle/>
        <a:p>
          <a:r>
            <a:rPr lang="uk-UA" b="0" i="0"/>
            <a:t>Одеси.</a:t>
          </a:r>
          <a:endParaRPr lang="uk-UA"/>
        </a:p>
      </dgm:t>
    </dgm:pt>
    <dgm:pt modelId="{C3DB2B3A-F381-4E82-96A3-84280B6032F9}" type="parTrans" cxnId="{65A825DE-1B0F-4DEC-A30B-0EEACDEC202A}">
      <dgm:prSet/>
      <dgm:spPr/>
      <dgm:t>
        <a:bodyPr/>
        <a:lstStyle/>
        <a:p>
          <a:endParaRPr lang="uk-UA"/>
        </a:p>
      </dgm:t>
    </dgm:pt>
    <dgm:pt modelId="{59796525-55C3-473D-B669-39D430B62E47}" type="sibTrans" cxnId="{65A825DE-1B0F-4DEC-A30B-0EEACDEC202A}">
      <dgm:prSet/>
      <dgm:spPr/>
      <dgm:t>
        <a:bodyPr/>
        <a:lstStyle/>
        <a:p>
          <a:endParaRPr lang="uk-UA"/>
        </a:p>
      </dgm:t>
    </dgm:pt>
    <dgm:pt modelId="{FF0CF051-CA04-475F-8454-D0A5BE2DCBC7}">
      <dgm:prSet/>
      <dgm:spPr/>
      <dgm:t>
        <a:bodyPr/>
        <a:lstStyle/>
        <a:p>
          <a:r>
            <a:rPr lang="uk-UA" b="0" i="0"/>
            <a:t>Києва.</a:t>
          </a:r>
          <a:endParaRPr lang="uk-UA"/>
        </a:p>
      </dgm:t>
    </dgm:pt>
    <dgm:pt modelId="{0B42456C-1E1A-4365-8F1D-E797DCDF05A0}" type="parTrans" cxnId="{DD18C534-6EDB-49BB-96DD-86AEC14F8667}">
      <dgm:prSet/>
      <dgm:spPr/>
      <dgm:t>
        <a:bodyPr/>
        <a:lstStyle/>
        <a:p>
          <a:endParaRPr lang="uk-UA"/>
        </a:p>
      </dgm:t>
    </dgm:pt>
    <dgm:pt modelId="{28E66191-441D-4A7F-9256-57862CFC5159}" type="sibTrans" cxnId="{DD18C534-6EDB-49BB-96DD-86AEC14F8667}">
      <dgm:prSet/>
      <dgm:spPr/>
      <dgm:t>
        <a:bodyPr/>
        <a:lstStyle/>
        <a:p>
          <a:endParaRPr lang="uk-UA"/>
        </a:p>
      </dgm:t>
    </dgm:pt>
    <dgm:pt modelId="{7D2A3AE6-5D21-43C2-906B-7D67D87E7EBF}">
      <dgm:prSet/>
      <dgm:spPr/>
      <dgm:t>
        <a:bodyPr/>
        <a:lstStyle/>
        <a:p>
          <a:r>
            <a:rPr lang="uk-UA" b="0" i="0" dirty="0"/>
            <a:t>Львова.</a:t>
          </a:r>
          <a:endParaRPr lang="uk-UA" dirty="0"/>
        </a:p>
      </dgm:t>
    </dgm:pt>
    <dgm:pt modelId="{872BBE36-F598-44BC-9F1F-E91D9E32A779}" type="parTrans" cxnId="{58491F1E-467E-46B7-91EA-4D819F532890}">
      <dgm:prSet/>
      <dgm:spPr/>
      <dgm:t>
        <a:bodyPr/>
        <a:lstStyle/>
        <a:p>
          <a:endParaRPr lang="uk-UA"/>
        </a:p>
      </dgm:t>
    </dgm:pt>
    <dgm:pt modelId="{836BEBD2-8724-4D07-9EEA-6C8226CE137C}" type="sibTrans" cxnId="{58491F1E-467E-46B7-91EA-4D819F532890}">
      <dgm:prSet/>
      <dgm:spPr/>
      <dgm:t>
        <a:bodyPr/>
        <a:lstStyle/>
        <a:p>
          <a:endParaRPr lang="uk-UA"/>
        </a:p>
      </dgm:t>
    </dgm:pt>
    <dgm:pt modelId="{A173F510-42F7-4C23-A3C6-518158855509}" type="pres">
      <dgm:prSet presAssocID="{62A21DC5-76A3-4306-9D49-84CFC2A6D3DE}" presName="linearFlow" presStyleCnt="0">
        <dgm:presLayoutVars>
          <dgm:dir/>
          <dgm:resizeHandles val="exact"/>
        </dgm:presLayoutVars>
      </dgm:prSet>
      <dgm:spPr/>
    </dgm:pt>
    <dgm:pt modelId="{4ED029CF-358D-470F-BF97-61260CAA0692}" type="pres">
      <dgm:prSet presAssocID="{5A574801-3ACB-4422-92E4-F5B349C448EE}" presName="composite" presStyleCnt="0"/>
      <dgm:spPr/>
    </dgm:pt>
    <dgm:pt modelId="{E4046CDD-38AD-45BF-9C52-77A1BD6B9CAA}" type="pres">
      <dgm:prSet presAssocID="{5A574801-3ACB-4422-92E4-F5B349C448EE}" presName="imgShp" presStyleLbl="fgImgPlace1" presStyleIdx="0" presStyleCnt="4"/>
      <dgm:spPr/>
    </dgm:pt>
    <dgm:pt modelId="{36C5CE69-F18F-49A3-8957-450F6EACEF62}" type="pres">
      <dgm:prSet presAssocID="{5A574801-3ACB-4422-92E4-F5B349C448EE}" presName="txShp" presStyleLbl="node1" presStyleIdx="0" presStyleCnt="4">
        <dgm:presLayoutVars>
          <dgm:bulletEnabled val="1"/>
        </dgm:presLayoutVars>
      </dgm:prSet>
      <dgm:spPr/>
    </dgm:pt>
    <dgm:pt modelId="{D063B654-4DCC-4A8F-BAC1-BC7914B07AA7}" type="pres">
      <dgm:prSet presAssocID="{886F3D41-9C6F-4115-A37D-FE894318E4BC}" presName="spacing" presStyleCnt="0"/>
      <dgm:spPr/>
    </dgm:pt>
    <dgm:pt modelId="{11F820AD-DD5C-48E9-A40E-BBA67421F009}" type="pres">
      <dgm:prSet presAssocID="{13D91CBB-4E89-42D1-A076-40286E49DBB6}" presName="composite" presStyleCnt="0"/>
      <dgm:spPr/>
    </dgm:pt>
    <dgm:pt modelId="{3DF0F3EC-B7BF-4597-BB31-102789B255BE}" type="pres">
      <dgm:prSet presAssocID="{13D91CBB-4E89-42D1-A076-40286E49DBB6}" presName="imgShp" presStyleLbl="fgImgPlace1" presStyleIdx="1" presStyleCnt="4"/>
      <dgm:spPr/>
    </dgm:pt>
    <dgm:pt modelId="{70D4BAFE-9F13-48FF-BFF7-8EB6B70D63DB}" type="pres">
      <dgm:prSet presAssocID="{13D91CBB-4E89-42D1-A076-40286E49DBB6}" presName="txShp" presStyleLbl="node1" presStyleIdx="1" presStyleCnt="4">
        <dgm:presLayoutVars>
          <dgm:bulletEnabled val="1"/>
        </dgm:presLayoutVars>
      </dgm:prSet>
      <dgm:spPr/>
    </dgm:pt>
    <dgm:pt modelId="{BA6A87F0-8231-45FA-8076-E060259DCCF6}" type="pres">
      <dgm:prSet presAssocID="{59796525-55C3-473D-B669-39D430B62E47}" presName="spacing" presStyleCnt="0"/>
      <dgm:spPr/>
    </dgm:pt>
    <dgm:pt modelId="{8E3D64BA-1174-4858-B8D3-A32955F29D11}" type="pres">
      <dgm:prSet presAssocID="{FF0CF051-CA04-475F-8454-D0A5BE2DCBC7}" presName="composite" presStyleCnt="0"/>
      <dgm:spPr/>
    </dgm:pt>
    <dgm:pt modelId="{0F39D1CF-1B52-49BC-B69A-6ACEF62E2853}" type="pres">
      <dgm:prSet presAssocID="{FF0CF051-CA04-475F-8454-D0A5BE2DCBC7}" presName="imgShp" presStyleLbl="fgImgPlace1" presStyleIdx="2" presStyleCnt="4"/>
      <dgm:spPr/>
    </dgm:pt>
    <dgm:pt modelId="{EF145251-754C-40A5-BDAA-00B8015C50EA}" type="pres">
      <dgm:prSet presAssocID="{FF0CF051-CA04-475F-8454-D0A5BE2DCBC7}" presName="txShp" presStyleLbl="node1" presStyleIdx="2" presStyleCnt="4">
        <dgm:presLayoutVars>
          <dgm:bulletEnabled val="1"/>
        </dgm:presLayoutVars>
      </dgm:prSet>
      <dgm:spPr/>
    </dgm:pt>
    <dgm:pt modelId="{9FADC405-1610-41D7-80C7-4CDDAF24F959}" type="pres">
      <dgm:prSet presAssocID="{28E66191-441D-4A7F-9256-57862CFC5159}" presName="spacing" presStyleCnt="0"/>
      <dgm:spPr/>
    </dgm:pt>
    <dgm:pt modelId="{61E0C3CD-C933-4C6E-BFCE-3CE8DDA03167}" type="pres">
      <dgm:prSet presAssocID="{7D2A3AE6-5D21-43C2-906B-7D67D87E7EBF}" presName="composite" presStyleCnt="0"/>
      <dgm:spPr/>
    </dgm:pt>
    <dgm:pt modelId="{F199B8C8-CDF3-4814-86ED-2AAFCB07DB6A}" type="pres">
      <dgm:prSet presAssocID="{7D2A3AE6-5D21-43C2-906B-7D67D87E7EBF}" presName="imgShp" presStyleLbl="fgImgPlace1" presStyleIdx="3" presStyleCnt="4"/>
      <dgm:spPr/>
    </dgm:pt>
    <dgm:pt modelId="{971F0F7B-D48B-42C2-B385-D392D2700691}" type="pres">
      <dgm:prSet presAssocID="{7D2A3AE6-5D21-43C2-906B-7D67D87E7EBF}" presName="txShp" presStyleLbl="node1" presStyleIdx="3" presStyleCnt="4">
        <dgm:presLayoutVars>
          <dgm:bulletEnabled val="1"/>
        </dgm:presLayoutVars>
      </dgm:prSet>
      <dgm:spPr/>
    </dgm:pt>
  </dgm:ptLst>
  <dgm:cxnLst>
    <dgm:cxn modelId="{AEB11707-F02F-4859-A550-B29604F10B49}" type="presOf" srcId="{7D2A3AE6-5D21-43C2-906B-7D67D87E7EBF}" destId="{971F0F7B-D48B-42C2-B385-D392D2700691}" srcOrd="0" destOrd="0" presId="urn:microsoft.com/office/officeart/2005/8/layout/vList3"/>
    <dgm:cxn modelId="{F40EBF08-99FF-4B0E-AF74-DD1FF7EC756A}" type="presOf" srcId="{13D91CBB-4E89-42D1-A076-40286E49DBB6}" destId="{70D4BAFE-9F13-48FF-BFF7-8EB6B70D63DB}" srcOrd="0" destOrd="0" presId="urn:microsoft.com/office/officeart/2005/8/layout/vList3"/>
    <dgm:cxn modelId="{58491F1E-467E-46B7-91EA-4D819F532890}" srcId="{62A21DC5-76A3-4306-9D49-84CFC2A6D3DE}" destId="{7D2A3AE6-5D21-43C2-906B-7D67D87E7EBF}" srcOrd="3" destOrd="0" parTransId="{872BBE36-F598-44BC-9F1F-E91D9E32A779}" sibTransId="{836BEBD2-8724-4D07-9EEA-6C8226CE137C}"/>
    <dgm:cxn modelId="{DD18C534-6EDB-49BB-96DD-86AEC14F8667}" srcId="{62A21DC5-76A3-4306-9D49-84CFC2A6D3DE}" destId="{FF0CF051-CA04-475F-8454-D0A5BE2DCBC7}" srcOrd="2" destOrd="0" parTransId="{0B42456C-1E1A-4365-8F1D-E797DCDF05A0}" sibTransId="{28E66191-441D-4A7F-9256-57862CFC5159}"/>
    <dgm:cxn modelId="{3D04C05B-BFDA-46F9-8E7A-EF27D8A50EAF}" srcId="{62A21DC5-76A3-4306-9D49-84CFC2A6D3DE}" destId="{5A574801-3ACB-4422-92E4-F5B349C448EE}" srcOrd="0" destOrd="0" parTransId="{9ED663C7-51DF-4DB7-B2F4-12963CFCE0D7}" sibTransId="{886F3D41-9C6F-4115-A37D-FE894318E4BC}"/>
    <dgm:cxn modelId="{FAF6EB68-91EF-4AA1-8C76-83164B9FD089}" type="presOf" srcId="{62A21DC5-76A3-4306-9D49-84CFC2A6D3DE}" destId="{A173F510-42F7-4C23-A3C6-518158855509}" srcOrd="0" destOrd="0" presId="urn:microsoft.com/office/officeart/2005/8/layout/vList3"/>
    <dgm:cxn modelId="{1497339B-9DF7-4E33-A865-9E7C72454A4C}" type="presOf" srcId="{5A574801-3ACB-4422-92E4-F5B349C448EE}" destId="{36C5CE69-F18F-49A3-8957-450F6EACEF62}" srcOrd="0" destOrd="0" presId="urn:microsoft.com/office/officeart/2005/8/layout/vList3"/>
    <dgm:cxn modelId="{65A825DE-1B0F-4DEC-A30B-0EEACDEC202A}" srcId="{62A21DC5-76A3-4306-9D49-84CFC2A6D3DE}" destId="{13D91CBB-4E89-42D1-A076-40286E49DBB6}" srcOrd="1" destOrd="0" parTransId="{C3DB2B3A-F381-4E82-96A3-84280B6032F9}" sibTransId="{59796525-55C3-473D-B669-39D430B62E47}"/>
    <dgm:cxn modelId="{AD8364FD-B98B-45AF-AFBA-F8E3C7E417B2}" type="presOf" srcId="{FF0CF051-CA04-475F-8454-D0A5BE2DCBC7}" destId="{EF145251-754C-40A5-BDAA-00B8015C50EA}" srcOrd="0" destOrd="0" presId="urn:microsoft.com/office/officeart/2005/8/layout/vList3"/>
    <dgm:cxn modelId="{725596DD-C80F-4856-A594-98CBA98A7BE7}" type="presParOf" srcId="{A173F510-42F7-4C23-A3C6-518158855509}" destId="{4ED029CF-358D-470F-BF97-61260CAA0692}" srcOrd="0" destOrd="0" presId="urn:microsoft.com/office/officeart/2005/8/layout/vList3"/>
    <dgm:cxn modelId="{B312C9C7-487A-4E3E-86E4-627029CB0015}" type="presParOf" srcId="{4ED029CF-358D-470F-BF97-61260CAA0692}" destId="{E4046CDD-38AD-45BF-9C52-77A1BD6B9CAA}" srcOrd="0" destOrd="0" presId="urn:microsoft.com/office/officeart/2005/8/layout/vList3"/>
    <dgm:cxn modelId="{1ED4B3FC-EDDC-41C5-9433-C588CDA1BB29}" type="presParOf" srcId="{4ED029CF-358D-470F-BF97-61260CAA0692}" destId="{36C5CE69-F18F-49A3-8957-450F6EACEF62}" srcOrd="1" destOrd="0" presId="urn:microsoft.com/office/officeart/2005/8/layout/vList3"/>
    <dgm:cxn modelId="{B5F409B0-1FD8-40F4-AFCA-4C5C9791F736}" type="presParOf" srcId="{A173F510-42F7-4C23-A3C6-518158855509}" destId="{D063B654-4DCC-4A8F-BAC1-BC7914B07AA7}" srcOrd="1" destOrd="0" presId="urn:microsoft.com/office/officeart/2005/8/layout/vList3"/>
    <dgm:cxn modelId="{A8569F5F-DA5F-43F7-831F-D8B27838827F}" type="presParOf" srcId="{A173F510-42F7-4C23-A3C6-518158855509}" destId="{11F820AD-DD5C-48E9-A40E-BBA67421F009}" srcOrd="2" destOrd="0" presId="urn:microsoft.com/office/officeart/2005/8/layout/vList3"/>
    <dgm:cxn modelId="{4C963FEF-1FA0-40FE-81EB-ACF84F5404DC}" type="presParOf" srcId="{11F820AD-DD5C-48E9-A40E-BBA67421F009}" destId="{3DF0F3EC-B7BF-4597-BB31-102789B255BE}" srcOrd="0" destOrd="0" presId="urn:microsoft.com/office/officeart/2005/8/layout/vList3"/>
    <dgm:cxn modelId="{363DEB9E-BCA2-4FBF-A403-82D2FC8EBE4F}" type="presParOf" srcId="{11F820AD-DD5C-48E9-A40E-BBA67421F009}" destId="{70D4BAFE-9F13-48FF-BFF7-8EB6B70D63DB}" srcOrd="1" destOrd="0" presId="urn:microsoft.com/office/officeart/2005/8/layout/vList3"/>
    <dgm:cxn modelId="{D1A13DB8-3C2B-4B8A-9581-E9D80A7A48FE}" type="presParOf" srcId="{A173F510-42F7-4C23-A3C6-518158855509}" destId="{BA6A87F0-8231-45FA-8076-E060259DCCF6}" srcOrd="3" destOrd="0" presId="urn:microsoft.com/office/officeart/2005/8/layout/vList3"/>
    <dgm:cxn modelId="{728BBBE2-9C32-466B-800F-595EBB7D1D62}" type="presParOf" srcId="{A173F510-42F7-4C23-A3C6-518158855509}" destId="{8E3D64BA-1174-4858-B8D3-A32955F29D11}" srcOrd="4" destOrd="0" presId="urn:microsoft.com/office/officeart/2005/8/layout/vList3"/>
    <dgm:cxn modelId="{CBF82EA4-415E-4CBB-BFD8-4F63622C0B8F}" type="presParOf" srcId="{8E3D64BA-1174-4858-B8D3-A32955F29D11}" destId="{0F39D1CF-1B52-49BC-B69A-6ACEF62E2853}" srcOrd="0" destOrd="0" presId="urn:microsoft.com/office/officeart/2005/8/layout/vList3"/>
    <dgm:cxn modelId="{67C1B71D-C181-4A64-9DEB-7F00645613C6}" type="presParOf" srcId="{8E3D64BA-1174-4858-B8D3-A32955F29D11}" destId="{EF145251-754C-40A5-BDAA-00B8015C50EA}" srcOrd="1" destOrd="0" presId="urn:microsoft.com/office/officeart/2005/8/layout/vList3"/>
    <dgm:cxn modelId="{95BAF246-77C0-4BA4-AE85-9F6F142D62C0}" type="presParOf" srcId="{A173F510-42F7-4C23-A3C6-518158855509}" destId="{9FADC405-1610-41D7-80C7-4CDDAF24F959}" srcOrd="5" destOrd="0" presId="urn:microsoft.com/office/officeart/2005/8/layout/vList3"/>
    <dgm:cxn modelId="{E86A2243-536B-4E6C-8EE3-90CD019BA875}" type="presParOf" srcId="{A173F510-42F7-4C23-A3C6-518158855509}" destId="{61E0C3CD-C933-4C6E-BFCE-3CE8DDA03167}" srcOrd="6" destOrd="0" presId="urn:microsoft.com/office/officeart/2005/8/layout/vList3"/>
    <dgm:cxn modelId="{48A8A136-FFC0-4487-8ECA-2D864CA46BF7}" type="presParOf" srcId="{61E0C3CD-C933-4C6E-BFCE-3CE8DDA03167}" destId="{F199B8C8-CDF3-4814-86ED-2AAFCB07DB6A}" srcOrd="0" destOrd="0" presId="urn:microsoft.com/office/officeart/2005/8/layout/vList3"/>
    <dgm:cxn modelId="{20F14D53-3EF5-4A8C-9430-2C899CB6D562}" type="presParOf" srcId="{61E0C3CD-C933-4C6E-BFCE-3CE8DDA03167}" destId="{971F0F7B-D48B-42C2-B385-D392D270069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CB3A8B7-4641-4B95-A472-60D6D98A932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E3FC218-D3BE-45A2-8F00-71BBD426D235}">
      <dgm:prSet/>
      <dgm:spPr/>
      <dgm:t>
        <a:bodyPr/>
        <a:lstStyle/>
        <a:p>
          <a:r>
            <a:rPr lang="uk-UA" b="0" i="0" dirty="0"/>
            <a:t>Закарпаття.</a:t>
          </a:r>
          <a:endParaRPr lang="uk-UA" dirty="0"/>
        </a:p>
      </dgm:t>
    </dgm:pt>
    <dgm:pt modelId="{5379B920-4EB0-4814-944C-979023E3CEFC}" type="parTrans" cxnId="{C196199E-AC03-4EA0-AF8A-C3690B7D7E31}">
      <dgm:prSet/>
      <dgm:spPr/>
      <dgm:t>
        <a:bodyPr/>
        <a:lstStyle/>
        <a:p>
          <a:endParaRPr lang="uk-UA"/>
        </a:p>
      </dgm:t>
    </dgm:pt>
    <dgm:pt modelId="{CFC8C493-F049-4D63-9F06-5D2529C3AEA5}" type="sibTrans" cxnId="{C196199E-AC03-4EA0-AF8A-C3690B7D7E31}">
      <dgm:prSet/>
      <dgm:spPr/>
      <dgm:t>
        <a:bodyPr/>
        <a:lstStyle/>
        <a:p>
          <a:endParaRPr lang="uk-UA"/>
        </a:p>
      </dgm:t>
    </dgm:pt>
    <dgm:pt modelId="{72D80109-C9BD-45B3-8083-6F6EF3BF811A}">
      <dgm:prSet/>
      <dgm:spPr/>
      <dgm:t>
        <a:bodyPr/>
        <a:lstStyle/>
        <a:p>
          <a:r>
            <a:rPr lang="uk-UA" b="0" i="0"/>
            <a:t>Східної Галичини.</a:t>
          </a:r>
          <a:endParaRPr lang="uk-UA"/>
        </a:p>
      </dgm:t>
    </dgm:pt>
    <dgm:pt modelId="{DED35F1A-B711-4F3D-AA7D-8DEA0ADD3CAB}" type="parTrans" cxnId="{D09C4D8A-F297-4A26-91C4-CAAE5AFCA88B}">
      <dgm:prSet/>
      <dgm:spPr/>
      <dgm:t>
        <a:bodyPr/>
        <a:lstStyle/>
        <a:p>
          <a:endParaRPr lang="uk-UA"/>
        </a:p>
      </dgm:t>
    </dgm:pt>
    <dgm:pt modelId="{B49CBB17-7704-4B09-AD00-2F0C084826E3}" type="sibTrans" cxnId="{D09C4D8A-F297-4A26-91C4-CAAE5AFCA88B}">
      <dgm:prSet/>
      <dgm:spPr/>
      <dgm:t>
        <a:bodyPr/>
        <a:lstStyle/>
        <a:p>
          <a:endParaRPr lang="uk-UA"/>
        </a:p>
      </dgm:t>
    </dgm:pt>
    <dgm:pt modelId="{EC19504A-59AF-40B4-B7A4-30D9771BE722}">
      <dgm:prSet/>
      <dgm:spPr/>
      <dgm:t>
        <a:bodyPr/>
        <a:lstStyle/>
        <a:p>
          <a:r>
            <a:rPr lang="uk-UA" b="0" i="0" dirty="0"/>
            <a:t>Північної Буковини.</a:t>
          </a:r>
          <a:endParaRPr lang="uk-UA" dirty="0"/>
        </a:p>
      </dgm:t>
    </dgm:pt>
    <dgm:pt modelId="{11199500-DAE4-4272-B55B-AA75BC1B6111}" type="parTrans" cxnId="{584FA390-FA2C-40F5-8575-E771566636B2}">
      <dgm:prSet/>
      <dgm:spPr/>
      <dgm:t>
        <a:bodyPr/>
        <a:lstStyle/>
        <a:p>
          <a:endParaRPr lang="uk-UA"/>
        </a:p>
      </dgm:t>
    </dgm:pt>
    <dgm:pt modelId="{FBADDCE4-DDB6-413B-A15A-5F5A7379FFA5}" type="sibTrans" cxnId="{584FA390-FA2C-40F5-8575-E771566636B2}">
      <dgm:prSet/>
      <dgm:spPr/>
      <dgm:t>
        <a:bodyPr/>
        <a:lstStyle/>
        <a:p>
          <a:endParaRPr lang="uk-UA"/>
        </a:p>
      </dgm:t>
    </dgm:pt>
    <dgm:pt modelId="{938EF983-0184-459D-9C12-43F70FE87BDB}">
      <dgm:prSet/>
      <dgm:spPr/>
      <dgm:t>
        <a:bodyPr/>
        <a:lstStyle/>
        <a:p>
          <a:r>
            <a:rPr lang="uk-UA" b="0" i="0" dirty="0"/>
            <a:t>Південної Бессарабії.</a:t>
          </a:r>
          <a:endParaRPr lang="uk-UA" dirty="0"/>
        </a:p>
      </dgm:t>
    </dgm:pt>
    <dgm:pt modelId="{4A306AFF-B376-4B1A-8F4B-485054BF002F}" type="parTrans" cxnId="{2C09A10E-DA5D-462E-B8A3-FF65D82FA726}">
      <dgm:prSet/>
      <dgm:spPr/>
      <dgm:t>
        <a:bodyPr/>
        <a:lstStyle/>
        <a:p>
          <a:endParaRPr lang="uk-UA"/>
        </a:p>
      </dgm:t>
    </dgm:pt>
    <dgm:pt modelId="{F63515CC-912C-4CDA-98C6-205E5BBDFEDD}" type="sibTrans" cxnId="{2C09A10E-DA5D-462E-B8A3-FF65D82FA726}">
      <dgm:prSet/>
      <dgm:spPr/>
      <dgm:t>
        <a:bodyPr/>
        <a:lstStyle/>
        <a:p>
          <a:endParaRPr lang="uk-UA"/>
        </a:p>
      </dgm:t>
    </dgm:pt>
    <dgm:pt modelId="{D7353C78-B05B-4272-8B1D-9E78A0F2B80A}" type="pres">
      <dgm:prSet presAssocID="{ACB3A8B7-4641-4B95-A472-60D6D98A9320}" presName="linear" presStyleCnt="0">
        <dgm:presLayoutVars>
          <dgm:animLvl val="lvl"/>
          <dgm:resizeHandles val="exact"/>
        </dgm:presLayoutVars>
      </dgm:prSet>
      <dgm:spPr/>
    </dgm:pt>
    <dgm:pt modelId="{01202ADA-E73C-45CC-9AAC-48FB91638188}" type="pres">
      <dgm:prSet presAssocID="{6E3FC218-D3BE-45A2-8F00-71BBD426D235}" presName="parentText" presStyleLbl="node1" presStyleIdx="0" presStyleCnt="4">
        <dgm:presLayoutVars>
          <dgm:chMax val="0"/>
          <dgm:bulletEnabled val="1"/>
        </dgm:presLayoutVars>
      </dgm:prSet>
      <dgm:spPr/>
    </dgm:pt>
    <dgm:pt modelId="{40B8BB16-12B9-4119-9840-3EB4B86BF782}" type="pres">
      <dgm:prSet presAssocID="{CFC8C493-F049-4D63-9F06-5D2529C3AEA5}" presName="spacer" presStyleCnt="0"/>
      <dgm:spPr/>
    </dgm:pt>
    <dgm:pt modelId="{203D26E7-ADB5-429C-AAEA-E52AC3499745}" type="pres">
      <dgm:prSet presAssocID="{72D80109-C9BD-45B3-8083-6F6EF3BF811A}" presName="parentText" presStyleLbl="node1" presStyleIdx="1" presStyleCnt="4">
        <dgm:presLayoutVars>
          <dgm:chMax val="0"/>
          <dgm:bulletEnabled val="1"/>
        </dgm:presLayoutVars>
      </dgm:prSet>
      <dgm:spPr/>
    </dgm:pt>
    <dgm:pt modelId="{ECDE1F67-55E6-4DEB-880A-220667505865}" type="pres">
      <dgm:prSet presAssocID="{B49CBB17-7704-4B09-AD00-2F0C084826E3}" presName="spacer" presStyleCnt="0"/>
      <dgm:spPr/>
    </dgm:pt>
    <dgm:pt modelId="{11A2D9A8-A1DB-41B5-9E3D-EF9C229A1F9A}" type="pres">
      <dgm:prSet presAssocID="{EC19504A-59AF-40B4-B7A4-30D9771BE722}" presName="parentText" presStyleLbl="node1" presStyleIdx="2" presStyleCnt="4">
        <dgm:presLayoutVars>
          <dgm:chMax val="0"/>
          <dgm:bulletEnabled val="1"/>
        </dgm:presLayoutVars>
      </dgm:prSet>
      <dgm:spPr/>
    </dgm:pt>
    <dgm:pt modelId="{A3DDE23A-32DE-4C66-AEF8-F4792EB57EB7}" type="pres">
      <dgm:prSet presAssocID="{FBADDCE4-DDB6-413B-A15A-5F5A7379FFA5}" presName="spacer" presStyleCnt="0"/>
      <dgm:spPr/>
    </dgm:pt>
    <dgm:pt modelId="{D459C691-20CA-4177-BFF1-97000A433DC9}" type="pres">
      <dgm:prSet presAssocID="{938EF983-0184-459D-9C12-43F70FE87BDB}" presName="parentText" presStyleLbl="node1" presStyleIdx="3" presStyleCnt="4">
        <dgm:presLayoutVars>
          <dgm:chMax val="0"/>
          <dgm:bulletEnabled val="1"/>
        </dgm:presLayoutVars>
      </dgm:prSet>
      <dgm:spPr/>
    </dgm:pt>
  </dgm:ptLst>
  <dgm:cxnLst>
    <dgm:cxn modelId="{2C09A10E-DA5D-462E-B8A3-FF65D82FA726}" srcId="{ACB3A8B7-4641-4B95-A472-60D6D98A9320}" destId="{938EF983-0184-459D-9C12-43F70FE87BDB}" srcOrd="3" destOrd="0" parTransId="{4A306AFF-B376-4B1A-8F4B-485054BF002F}" sibTransId="{F63515CC-912C-4CDA-98C6-205E5BBDFEDD}"/>
    <dgm:cxn modelId="{26BF684B-780C-46C1-BFDB-EECAFA1E6D08}" type="presOf" srcId="{72D80109-C9BD-45B3-8083-6F6EF3BF811A}" destId="{203D26E7-ADB5-429C-AAEA-E52AC3499745}" srcOrd="0" destOrd="0" presId="urn:microsoft.com/office/officeart/2005/8/layout/vList2"/>
    <dgm:cxn modelId="{5B77A257-CDB5-45C1-81D2-F6AF077BFDB9}" type="presOf" srcId="{6E3FC218-D3BE-45A2-8F00-71BBD426D235}" destId="{01202ADA-E73C-45CC-9AAC-48FB91638188}" srcOrd="0" destOrd="0" presId="urn:microsoft.com/office/officeart/2005/8/layout/vList2"/>
    <dgm:cxn modelId="{D09C4D8A-F297-4A26-91C4-CAAE5AFCA88B}" srcId="{ACB3A8B7-4641-4B95-A472-60D6D98A9320}" destId="{72D80109-C9BD-45B3-8083-6F6EF3BF811A}" srcOrd="1" destOrd="0" parTransId="{DED35F1A-B711-4F3D-AA7D-8DEA0ADD3CAB}" sibTransId="{B49CBB17-7704-4B09-AD00-2F0C084826E3}"/>
    <dgm:cxn modelId="{7C58FA8A-6687-4799-9BB7-5F1CB2DF0755}" type="presOf" srcId="{ACB3A8B7-4641-4B95-A472-60D6D98A9320}" destId="{D7353C78-B05B-4272-8B1D-9E78A0F2B80A}" srcOrd="0" destOrd="0" presId="urn:microsoft.com/office/officeart/2005/8/layout/vList2"/>
    <dgm:cxn modelId="{584FA390-FA2C-40F5-8575-E771566636B2}" srcId="{ACB3A8B7-4641-4B95-A472-60D6D98A9320}" destId="{EC19504A-59AF-40B4-B7A4-30D9771BE722}" srcOrd="2" destOrd="0" parTransId="{11199500-DAE4-4272-B55B-AA75BC1B6111}" sibTransId="{FBADDCE4-DDB6-413B-A15A-5F5A7379FFA5}"/>
    <dgm:cxn modelId="{C196199E-AC03-4EA0-AF8A-C3690B7D7E31}" srcId="{ACB3A8B7-4641-4B95-A472-60D6D98A9320}" destId="{6E3FC218-D3BE-45A2-8F00-71BBD426D235}" srcOrd="0" destOrd="0" parTransId="{5379B920-4EB0-4814-944C-979023E3CEFC}" sibTransId="{CFC8C493-F049-4D63-9F06-5D2529C3AEA5}"/>
    <dgm:cxn modelId="{E383B8CA-45CB-4A57-83A1-53C7B59E29AD}" type="presOf" srcId="{EC19504A-59AF-40B4-B7A4-30D9771BE722}" destId="{11A2D9A8-A1DB-41B5-9E3D-EF9C229A1F9A}" srcOrd="0" destOrd="0" presId="urn:microsoft.com/office/officeart/2005/8/layout/vList2"/>
    <dgm:cxn modelId="{0873D1E9-71C7-443F-B3DF-534926B42741}" type="presOf" srcId="{938EF983-0184-459D-9C12-43F70FE87BDB}" destId="{D459C691-20CA-4177-BFF1-97000A433DC9}" srcOrd="0" destOrd="0" presId="urn:microsoft.com/office/officeart/2005/8/layout/vList2"/>
    <dgm:cxn modelId="{BB581B87-B73D-402F-B435-B522CC68842C}" type="presParOf" srcId="{D7353C78-B05B-4272-8B1D-9E78A0F2B80A}" destId="{01202ADA-E73C-45CC-9AAC-48FB91638188}" srcOrd="0" destOrd="0" presId="urn:microsoft.com/office/officeart/2005/8/layout/vList2"/>
    <dgm:cxn modelId="{3151446B-0B97-4770-9169-F2BBA7891A90}" type="presParOf" srcId="{D7353C78-B05B-4272-8B1D-9E78A0F2B80A}" destId="{40B8BB16-12B9-4119-9840-3EB4B86BF782}" srcOrd="1" destOrd="0" presId="urn:microsoft.com/office/officeart/2005/8/layout/vList2"/>
    <dgm:cxn modelId="{84BEF270-2069-45BA-83CF-A071D35766E5}" type="presParOf" srcId="{D7353C78-B05B-4272-8B1D-9E78A0F2B80A}" destId="{203D26E7-ADB5-429C-AAEA-E52AC3499745}" srcOrd="2" destOrd="0" presId="urn:microsoft.com/office/officeart/2005/8/layout/vList2"/>
    <dgm:cxn modelId="{BF2B4FD9-9964-4EDE-8D03-1558916E77A5}" type="presParOf" srcId="{D7353C78-B05B-4272-8B1D-9E78A0F2B80A}" destId="{ECDE1F67-55E6-4DEB-880A-220667505865}" srcOrd="3" destOrd="0" presId="urn:microsoft.com/office/officeart/2005/8/layout/vList2"/>
    <dgm:cxn modelId="{AA58C0C8-3F27-4A56-98EC-0FA20CE937DD}" type="presParOf" srcId="{D7353C78-B05B-4272-8B1D-9E78A0F2B80A}" destId="{11A2D9A8-A1DB-41B5-9E3D-EF9C229A1F9A}" srcOrd="4" destOrd="0" presId="urn:microsoft.com/office/officeart/2005/8/layout/vList2"/>
    <dgm:cxn modelId="{E41D63D2-2C03-49C4-B708-B8C0582D6910}" type="presParOf" srcId="{D7353C78-B05B-4272-8B1D-9E78A0F2B80A}" destId="{A3DDE23A-32DE-4C66-AEF8-F4792EB57EB7}" srcOrd="5" destOrd="0" presId="urn:microsoft.com/office/officeart/2005/8/layout/vList2"/>
    <dgm:cxn modelId="{910E32CD-FB5F-4DC3-8B4A-410DC923FE23}" type="presParOf" srcId="{D7353C78-B05B-4272-8B1D-9E78A0F2B80A}" destId="{D459C691-20CA-4177-BFF1-97000A433DC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E01476E-11AF-44B8-8349-0D9B6D2579F2}"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58DAD6F-E0ED-4B5A-B894-9C17F4C27E36}">
      <dgm:prSet/>
      <dgm:spPr/>
      <dgm:t>
        <a:bodyPr/>
        <a:lstStyle/>
        <a:p>
          <a:r>
            <a:rPr lang="ru-RU" b="0" i="0" dirty="0"/>
            <a:t>1 вересня 1939 р.</a:t>
          </a:r>
          <a:endParaRPr lang="uk-UA" dirty="0"/>
        </a:p>
      </dgm:t>
    </dgm:pt>
    <dgm:pt modelId="{13FD94FC-3CCD-46E6-8DFF-8FB8643E306F}" type="parTrans" cxnId="{0DAA2A66-16CA-4C7F-B027-5CF098588C0A}">
      <dgm:prSet/>
      <dgm:spPr/>
      <dgm:t>
        <a:bodyPr/>
        <a:lstStyle/>
        <a:p>
          <a:endParaRPr lang="uk-UA"/>
        </a:p>
      </dgm:t>
    </dgm:pt>
    <dgm:pt modelId="{38BDBF27-9C33-44E1-99C3-8E00664ED541}" type="sibTrans" cxnId="{0DAA2A66-16CA-4C7F-B027-5CF098588C0A}">
      <dgm:prSet/>
      <dgm:spPr/>
      <dgm:t>
        <a:bodyPr/>
        <a:lstStyle/>
        <a:p>
          <a:endParaRPr lang="uk-UA"/>
        </a:p>
      </dgm:t>
    </dgm:pt>
    <dgm:pt modelId="{39629FF5-D2A6-439B-BDB0-7898AB9BCE53}">
      <dgm:prSet/>
      <dgm:spPr/>
      <dgm:t>
        <a:bodyPr/>
        <a:lstStyle/>
        <a:p>
          <a:r>
            <a:rPr lang="ru-RU" b="0" i="0"/>
            <a:t>17 вересня 1939 р.</a:t>
          </a:r>
          <a:endParaRPr lang="uk-UA"/>
        </a:p>
      </dgm:t>
    </dgm:pt>
    <dgm:pt modelId="{A4E37B97-68A5-407C-8392-2C59C97979A4}" type="parTrans" cxnId="{3CEBF05B-99BE-4CBB-A28A-4BE5969090B3}">
      <dgm:prSet/>
      <dgm:spPr/>
      <dgm:t>
        <a:bodyPr/>
        <a:lstStyle/>
        <a:p>
          <a:endParaRPr lang="uk-UA"/>
        </a:p>
      </dgm:t>
    </dgm:pt>
    <dgm:pt modelId="{095AA460-6BAC-4192-AC5E-A40DB8805DBB}" type="sibTrans" cxnId="{3CEBF05B-99BE-4CBB-A28A-4BE5969090B3}">
      <dgm:prSet/>
      <dgm:spPr/>
      <dgm:t>
        <a:bodyPr/>
        <a:lstStyle/>
        <a:p>
          <a:endParaRPr lang="uk-UA"/>
        </a:p>
      </dgm:t>
    </dgm:pt>
    <dgm:pt modelId="{F0CBCCE7-AA74-455C-BD55-4367A40DDD4A}">
      <dgm:prSet/>
      <dgm:spPr/>
      <dgm:t>
        <a:bodyPr/>
        <a:lstStyle/>
        <a:p>
          <a:r>
            <a:rPr lang="ru-RU" b="0" i="0"/>
            <a:t>28 червня 1940 р.</a:t>
          </a:r>
          <a:endParaRPr lang="uk-UA"/>
        </a:p>
      </dgm:t>
    </dgm:pt>
    <dgm:pt modelId="{BB8D4C6F-B190-4969-A1E1-4AAB9E8738AB}" type="parTrans" cxnId="{70A05965-6958-4B13-AB38-B1F1A620C834}">
      <dgm:prSet/>
      <dgm:spPr/>
      <dgm:t>
        <a:bodyPr/>
        <a:lstStyle/>
        <a:p>
          <a:endParaRPr lang="uk-UA"/>
        </a:p>
      </dgm:t>
    </dgm:pt>
    <dgm:pt modelId="{4ADFDBDA-B40A-458C-977A-6517FA567879}" type="sibTrans" cxnId="{70A05965-6958-4B13-AB38-B1F1A620C834}">
      <dgm:prSet/>
      <dgm:spPr/>
      <dgm:t>
        <a:bodyPr/>
        <a:lstStyle/>
        <a:p>
          <a:endParaRPr lang="uk-UA"/>
        </a:p>
      </dgm:t>
    </dgm:pt>
    <dgm:pt modelId="{28C3FBF0-E666-48A3-97D7-DB313C42033D}">
      <dgm:prSet/>
      <dgm:spPr/>
      <dgm:t>
        <a:bodyPr/>
        <a:lstStyle/>
        <a:p>
          <a:r>
            <a:rPr lang="ru-RU" b="0" i="0" dirty="0"/>
            <a:t>22 червня 1941 р.</a:t>
          </a:r>
          <a:endParaRPr lang="uk-UA" dirty="0"/>
        </a:p>
      </dgm:t>
    </dgm:pt>
    <dgm:pt modelId="{D2D7E3E1-AAAC-46F5-8E25-CCCFBDFD6D03}" type="parTrans" cxnId="{34A41E70-240A-4D13-98CF-BDC9BC25390C}">
      <dgm:prSet/>
      <dgm:spPr/>
      <dgm:t>
        <a:bodyPr/>
        <a:lstStyle/>
        <a:p>
          <a:endParaRPr lang="uk-UA"/>
        </a:p>
      </dgm:t>
    </dgm:pt>
    <dgm:pt modelId="{CE2DAA3E-7078-4373-91BC-34005158E4B2}" type="sibTrans" cxnId="{34A41E70-240A-4D13-98CF-BDC9BC25390C}">
      <dgm:prSet/>
      <dgm:spPr/>
      <dgm:t>
        <a:bodyPr/>
        <a:lstStyle/>
        <a:p>
          <a:endParaRPr lang="uk-UA"/>
        </a:p>
      </dgm:t>
    </dgm:pt>
    <dgm:pt modelId="{138EFF0B-44C6-4AD9-A9B7-7C5B608D1345}" type="pres">
      <dgm:prSet presAssocID="{CE01476E-11AF-44B8-8349-0D9B6D2579F2}" presName="linearFlow" presStyleCnt="0">
        <dgm:presLayoutVars>
          <dgm:dir/>
          <dgm:resizeHandles val="exact"/>
        </dgm:presLayoutVars>
      </dgm:prSet>
      <dgm:spPr/>
    </dgm:pt>
    <dgm:pt modelId="{B3A7B804-0317-4D98-8176-81C27ABB2E1B}" type="pres">
      <dgm:prSet presAssocID="{458DAD6F-E0ED-4B5A-B894-9C17F4C27E36}" presName="composite" presStyleCnt="0"/>
      <dgm:spPr/>
    </dgm:pt>
    <dgm:pt modelId="{99A0D94F-6EAA-46FD-B1CB-A3EEB2C35813}" type="pres">
      <dgm:prSet presAssocID="{458DAD6F-E0ED-4B5A-B894-9C17F4C27E36}" presName="imgShp" presStyleLbl="fgImgPlace1" presStyleIdx="0" presStyleCnt="4"/>
      <dgm:spPr/>
    </dgm:pt>
    <dgm:pt modelId="{5914B93C-6B04-4CDE-95D4-40F73514469A}" type="pres">
      <dgm:prSet presAssocID="{458DAD6F-E0ED-4B5A-B894-9C17F4C27E36}" presName="txShp" presStyleLbl="node1" presStyleIdx="0" presStyleCnt="4">
        <dgm:presLayoutVars>
          <dgm:bulletEnabled val="1"/>
        </dgm:presLayoutVars>
      </dgm:prSet>
      <dgm:spPr/>
    </dgm:pt>
    <dgm:pt modelId="{9964454C-A4B9-4148-8918-CB2E2C75BBDA}" type="pres">
      <dgm:prSet presAssocID="{38BDBF27-9C33-44E1-99C3-8E00664ED541}" presName="spacing" presStyleCnt="0"/>
      <dgm:spPr/>
    </dgm:pt>
    <dgm:pt modelId="{05B50E51-91FC-41C4-AA5A-F5E709C06955}" type="pres">
      <dgm:prSet presAssocID="{39629FF5-D2A6-439B-BDB0-7898AB9BCE53}" presName="composite" presStyleCnt="0"/>
      <dgm:spPr/>
    </dgm:pt>
    <dgm:pt modelId="{60E68D08-F42C-48C2-9453-B6D7C7CC1022}" type="pres">
      <dgm:prSet presAssocID="{39629FF5-D2A6-439B-BDB0-7898AB9BCE53}" presName="imgShp" presStyleLbl="fgImgPlace1" presStyleIdx="1" presStyleCnt="4"/>
      <dgm:spPr/>
    </dgm:pt>
    <dgm:pt modelId="{E898F6D4-64E8-47BB-AA3F-5F163C689CCE}" type="pres">
      <dgm:prSet presAssocID="{39629FF5-D2A6-439B-BDB0-7898AB9BCE53}" presName="txShp" presStyleLbl="node1" presStyleIdx="1" presStyleCnt="4">
        <dgm:presLayoutVars>
          <dgm:bulletEnabled val="1"/>
        </dgm:presLayoutVars>
      </dgm:prSet>
      <dgm:spPr/>
    </dgm:pt>
    <dgm:pt modelId="{2D717665-A31F-4267-8D0C-E6920C1A234E}" type="pres">
      <dgm:prSet presAssocID="{095AA460-6BAC-4192-AC5E-A40DB8805DBB}" presName="spacing" presStyleCnt="0"/>
      <dgm:spPr/>
    </dgm:pt>
    <dgm:pt modelId="{A2601065-108F-4863-A892-90AFBFA4D279}" type="pres">
      <dgm:prSet presAssocID="{F0CBCCE7-AA74-455C-BD55-4367A40DDD4A}" presName="composite" presStyleCnt="0"/>
      <dgm:spPr/>
    </dgm:pt>
    <dgm:pt modelId="{C8374168-52F1-4526-B191-E0FA4A4C29FD}" type="pres">
      <dgm:prSet presAssocID="{F0CBCCE7-AA74-455C-BD55-4367A40DDD4A}" presName="imgShp" presStyleLbl="fgImgPlace1" presStyleIdx="2" presStyleCnt="4"/>
      <dgm:spPr/>
    </dgm:pt>
    <dgm:pt modelId="{D9B4B480-799D-4D14-9985-3F3B3B9FFF81}" type="pres">
      <dgm:prSet presAssocID="{F0CBCCE7-AA74-455C-BD55-4367A40DDD4A}" presName="txShp" presStyleLbl="node1" presStyleIdx="2" presStyleCnt="4">
        <dgm:presLayoutVars>
          <dgm:bulletEnabled val="1"/>
        </dgm:presLayoutVars>
      </dgm:prSet>
      <dgm:spPr/>
    </dgm:pt>
    <dgm:pt modelId="{6A3FBD33-3B06-41C2-BDC0-4DD1ED9C2CC3}" type="pres">
      <dgm:prSet presAssocID="{4ADFDBDA-B40A-458C-977A-6517FA567879}" presName="spacing" presStyleCnt="0"/>
      <dgm:spPr/>
    </dgm:pt>
    <dgm:pt modelId="{06D1BE07-0B7E-4A32-BC0C-2315464DFA90}" type="pres">
      <dgm:prSet presAssocID="{28C3FBF0-E666-48A3-97D7-DB313C42033D}" presName="composite" presStyleCnt="0"/>
      <dgm:spPr/>
    </dgm:pt>
    <dgm:pt modelId="{0FFCAF70-3DD6-49E6-B725-AFB202534C29}" type="pres">
      <dgm:prSet presAssocID="{28C3FBF0-E666-48A3-97D7-DB313C42033D}" presName="imgShp" presStyleLbl="fgImgPlace1" presStyleIdx="3" presStyleCnt="4"/>
      <dgm:spPr/>
    </dgm:pt>
    <dgm:pt modelId="{CA49A816-8E7C-47E1-83BC-B5B6261F4183}" type="pres">
      <dgm:prSet presAssocID="{28C3FBF0-E666-48A3-97D7-DB313C42033D}" presName="txShp" presStyleLbl="node1" presStyleIdx="3" presStyleCnt="4">
        <dgm:presLayoutVars>
          <dgm:bulletEnabled val="1"/>
        </dgm:presLayoutVars>
      </dgm:prSet>
      <dgm:spPr/>
    </dgm:pt>
  </dgm:ptLst>
  <dgm:cxnLst>
    <dgm:cxn modelId="{AED3DC18-3FCF-4880-8CA8-D837FC72F2B8}" type="presOf" srcId="{CE01476E-11AF-44B8-8349-0D9B6D2579F2}" destId="{138EFF0B-44C6-4AD9-A9B7-7C5B608D1345}" srcOrd="0" destOrd="0" presId="urn:microsoft.com/office/officeart/2005/8/layout/vList3"/>
    <dgm:cxn modelId="{932ACF40-6945-48D2-84AD-1B0F0D578D99}" type="presOf" srcId="{458DAD6F-E0ED-4B5A-B894-9C17F4C27E36}" destId="{5914B93C-6B04-4CDE-95D4-40F73514469A}" srcOrd="0" destOrd="0" presId="urn:microsoft.com/office/officeart/2005/8/layout/vList3"/>
    <dgm:cxn modelId="{3CEBF05B-99BE-4CBB-A28A-4BE5969090B3}" srcId="{CE01476E-11AF-44B8-8349-0D9B6D2579F2}" destId="{39629FF5-D2A6-439B-BDB0-7898AB9BCE53}" srcOrd="1" destOrd="0" parTransId="{A4E37B97-68A5-407C-8392-2C59C97979A4}" sibTransId="{095AA460-6BAC-4192-AC5E-A40DB8805DBB}"/>
    <dgm:cxn modelId="{70A05965-6958-4B13-AB38-B1F1A620C834}" srcId="{CE01476E-11AF-44B8-8349-0D9B6D2579F2}" destId="{F0CBCCE7-AA74-455C-BD55-4367A40DDD4A}" srcOrd="2" destOrd="0" parTransId="{BB8D4C6F-B190-4969-A1E1-4AAB9E8738AB}" sibTransId="{4ADFDBDA-B40A-458C-977A-6517FA567879}"/>
    <dgm:cxn modelId="{0DAA2A66-16CA-4C7F-B027-5CF098588C0A}" srcId="{CE01476E-11AF-44B8-8349-0D9B6D2579F2}" destId="{458DAD6F-E0ED-4B5A-B894-9C17F4C27E36}" srcOrd="0" destOrd="0" parTransId="{13FD94FC-3CCD-46E6-8DFF-8FB8643E306F}" sibTransId="{38BDBF27-9C33-44E1-99C3-8E00664ED541}"/>
    <dgm:cxn modelId="{34A41E70-240A-4D13-98CF-BDC9BC25390C}" srcId="{CE01476E-11AF-44B8-8349-0D9B6D2579F2}" destId="{28C3FBF0-E666-48A3-97D7-DB313C42033D}" srcOrd="3" destOrd="0" parTransId="{D2D7E3E1-AAAC-46F5-8E25-CCCFBDFD6D03}" sibTransId="{CE2DAA3E-7078-4373-91BC-34005158E4B2}"/>
    <dgm:cxn modelId="{14AC9C9A-8E5E-43BA-8C78-41A80C6C8A8F}" type="presOf" srcId="{F0CBCCE7-AA74-455C-BD55-4367A40DDD4A}" destId="{D9B4B480-799D-4D14-9985-3F3B3B9FFF81}" srcOrd="0" destOrd="0" presId="urn:microsoft.com/office/officeart/2005/8/layout/vList3"/>
    <dgm:cxn modelId="{9FED88AF-FB2F-4CEB-A7AC-1424C9EFE337}" type="presOf" srcId="{39629FF5-D2A6-439B-BDB0-7898AB9BCE53}" destId="{E898F6D4-64E8-47BB-AA3F-5F163C689CCE}" srcOrd="0" destOrd="0" presId="urn:microsoft.com/office/officeart/2005/8/layout/vList3"/>
    <dgm:cxn modelId="{F621FAB0-67D8-4328-85D6-EBDD20C8DA90}" type="presOf" srcId="{28C3FBF0-E666-48A3-97D7-DB313C42033D}" destId="{CA49A816-8E7C-47E1-83BC-B5B6261F4183}" srcOrd="0" destOrd="0" presId="urn:microsoft.com/office/officeart/2005/8/layout/vList3"/>
    <dgm:cxn modelId="{257DC653-AA69-4995-86B9-4E628E43F1D6}" type="presParOf" srcId="{138EFF0B-44C6-4AD9-A9B7-7C5B608D1345}" destId="{B3A7B804-0317-4D98-8176-81C27ABB2E1B}" srcOrd="0" destOrd="0" presId="urn:microsoft.com/office/officeart/2005/8/layout/vList3"/>
    <dgm:cxn modelId="{05A5A385-0A6F-478A-9DBC-242C5361D02C}" type="presParOf" srcId="{B3A7B804-0317-4D98-8176-81C27ABB2E1B}" destId="{99A0D94F-6EAA-46FD-B1CB-A3EEB2C35813}" srcOrd="0" destOrd="0" presId="urn:microsoft.com/office/officeart/2005/8/layout/vList3"/>
    <dgm:cxn modelId="{B6CBC86F-9B40-4040-BB19-9577CF9D98F8}" type="presParOf" srcId="{B3A7B804-0317-4D98-8176-81C27ABB2E1B}" destId="{5914B93C-6B04-4CDE-95D4-40F73514469A}" srcOrd="1" destOrd="0" presId="urn:microsoft.com/office/officeart/2005/8/layout/vList3"/>
    <dgm:cxn modelId="{164C6BAF-4042-4C0D-B7F6-BEF1EAC7478A}" type="presParOf" srcId="{138EFF0B-44C6-4AD9-A9B7-7C5B608D1345}" destId="{9964454C-A4B9-4148-8918-CB2E2C75BBDA}" srcOrd="1" destOrd="0" presId="urn:microsoft.com/office/officeart/2005/8/layout/vList3"/>
    <dgm:cxn modelId="{5D3DC85A-B1CE-480C-8EAC-57363729B946}" type="presParOf" srcId="{138EFF0B-44C6-4AD9-A9B7-7C5B608D1345}" destId="{05B50E51-91FC-41C4-AA5A-F5E709C06955}" srcOrd="2" destOrd="0" presId="urn:microsoft.com/office/officeart/2005/8/layout/vList3"/>
    <dgm:cxn modelId="{90DD9A86-82B5-45D1-9DC4-C1786C11ECA6}" type="presParOf" srcId="{05B50E51-91FC-41C4-AA5A-F5E709C06955}" destId="{60E68D08-F42C-48C2-9453-B6D7C7CC1022}" srcOrd="0" destOrd="0" presId="urn:microsoft.com/office/officeart/2005/8/layout/vList3"/>
    <dgm:cxn modelId="{8815FEF4-D81C-46A1-B9D6-AF3F2696FA5D}" type="presParOf" srcId="{05B50E51-91FC-41C4-AA5A-F5E709C06955}" destId="{E898F6D4-64E8-47BB-AA3F-5F163C689CCE}" srcOrd="1" destOrd="0" presId="urn:microsoft.com/office/officeart/2005/8/layout/vList3"/>
    <dgm:cxn modelId="{6E1A3FB9-4441-42A7-8B35-60FA4B699029}" type="presParOf" srcId="{138EFF0B-44C6-4AD9-A9B7-7C5B608D1345}" destId="{2D717665-A31F-4267-8D0C-E6920C1A234E}" srcOrd="3" destOrd="0" presId="urn:microsoft.com/office/officeart/2005/8/layout/vList3"/>
    <dgm:cxn modelId="{171D20AD-E40E-4818-9DF3-EE865EF5B875}" type="presParOf" srcId="{138EFF0B-44C6-4AD9-A9B7-7C5B608D1345}" destId="{A2601065-108F-4863-A892-90AFBFA4D279}" srcOrd="4" destOrd="0" presId="urn:microsoft.com/office/officeart/2005/8/layout/vList3"/>
    <dgm:cxn modelId="{F65F6788-252E-48F4-B39B-720EEC90ED5B}" type="presParOf" srcId="{A2601065-108F-4863-A892-90AFBFA4D279}" destId="{C8374168-52F1-4526-B191-E0FA4A4C29FD}" srcOrd="0" destOrd="0" presId="urn:microsoft.com/office/officeart/2005/8/layout/vList3"/>
    <dgm:cxn modelId="{A5ADE2CF-C382-4BE8-A327-7B94DD7E71FD}" type="presParOf" srcId="{A2601065-108F-4863-A892-90AFBFA4D279}" destId="{D9B4B480-799D-4D14-9985-3F3B3B9FFF81}" srcOrd="1" destOrd="0" presId="urn:microsoft.com/office/officeart/2005/8/layout/vList3"/>
    <dgm:cxn modelId="{B7D54186-1385-4F7B-B02B-C1E0A5EBE3B0}" type="presParOf" srcId="{138EFF0B-44C6-4AD9-A9B7-7C5B608D1345}" destId="{6A3FBD33-3B06-41C2-BDC0-4DD1ED9C2CC3}" srcOrd="5" destOrd="0" presId="urn:microsoft.com/office/officeart/2005/8/layout/vList3"/>
    <dgm:cxn modelId="{820D672C-1CA4-41B9-A3CA-FE6C6BA7805A}" type="presParOf" srcId="{138EFF0B-44C6-4AD9-A9B7-7C5B608D1345}" destId="{06D1BE07-0B7E-4A32-BC0C-2315464DFA90}" srcOrd="6" destOrd="0" presId="urn:microsoft.com/office/officeart/2005/8/layout/vList3"/>
    <dgm:cxn modelId="{F646E335-1942-4A02-BEC0-EED40E982E29}" type="presParOf" srcId="{06D1BE07-0B7E-4A32-BC0C-2315464DFA90}" destId="{0FFCAF70-3DD6-49E6-B725-AFB202534C29}" srcOrd="0" destOrd="0" presId="urn:microsoft.com/office/officeart/2005/8/layout/vList3"/>
    <dgm:cxn modelId="{FBE16740-56CC-48E9-B93E-1AA85833DC37}" type="presParOf" srcId="{06D1BE07-0B7E-4A32-BC0C-2315464DFA90}" destId="{CA49A816-8E7C-47E1-83BC-B5B6261F418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8DF34D6-892A-45DE-8F6F-7BEFB513073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B4A73D1-3EED-44B5-8DD7-B76CD1244EDD}">
      <dgm:prSet/>
      <dgm:spPr/>
      <dgm:t>
        <a:bodyPr/>
        <a:lstStyle/>
        <a:p>
          <a:r>
            <a:rPr lang="ru-RU" b="0" i="0" dirty="0"/>
            <a:t>«</a:t>
          </a:r>
          <a:r>
            <a:rPr lang="ru-RU" b="0" i="0" dirty="0" err="1"/>
            <a:t>Українська</a:t>
          </a:r>
          <a:r>
            <a:rPr lang="ru-RU" b="0" i="0" dirty="0"/>
            <a:t> </a:t>
          </a:r>
          <a:r>
            <a:rPr lang="ru-RU" b="0" i="0" dirty="0" err="1"/>
            <a:t>головна</a:t>
          </a:r>
          <a:r>
            <a:rPr lang="ru-RU" b="0" i="0" dirty="0"/>
            <a:t> </a:t>
          </a:r>
          <a:r>
            <a:rPr lang="ru-RU" b="0" i="0" dirty="0" err="1"/>
            <a:t>визвольна</a:t>
          </a:r>
          <a:r>
            <a:rPr lang="ru-RU" b="0" i="0" dirty="0"/>
            <a:t> рада».</a:t>
          </a:r>
          <a:endParaRPr lang="uk-UA" dirty="0"/>
        </a:p>
      </dgm:t>
    </dgm:pt>
    <dgm:pt modelId="{7E4955D5-FD56-413B-A957-F262B0D146E0}" type="parTrans" cxnId="{F4928AA2-11F0-45A1-B3DB-1C8E4674F71D}">
      <dgm:prSet/>
      <dgm:spPr/>
      <dgm:t>
        <a:bodyPr/>
        <a:lstStyle/>
        <a:p>
          <a:endParaRPr lang="uk-UA"/>
        </a:p>
      </dgm:t>
    </dgm:pt>
    <dgm:pt modelId="{DB1491DB-FDCA-475D-A95E-94CB4BB13FC9}" type="sibTrans" cxnId="{F4928AA2-11F0-45A1-B3DB-1C8E4674F71D}">
      <dgm:prSet/>
      <dgm:spPr/>
      <dgm:t>
        <a:bodyPr/>
        <a:lstStyle/>
        <a:p>
          <a:endParaRPr lang="uk-UA"/>
        </a:p>
      </dgm:t>
    </dgm:pt>
    <dgm:pt modelId="{7DB2B98A-C45F-4AC6-BAF2-A77C8265963D}">
      <dgm:prSet/>
      <dgm:spPr/>
      <dgm:t>
        <a:bodyPr/>
        <a:lstStyle/>
        <a:p>
          <a:r>
            <a:rPr lang="ru-RU" b="0" i="0"/>
            <a:t>«Сірожупанна дивізія».</a:t>
          </a:r>
          <a:endParaRPr lang="uk-UA"/>
        </a:p>
      </dgm:t>
    </dgm:pt>
    <dgm:pt modelId="{B6A2EBAE-DC55-4F87-9D6E-BCE450F5D43D}" type="parTrans" cxnId="{4D50C050-26CB-42A5-8177-CCEFAE18ACC0}">
      <dgm:prSet/>
      <dgm:spPr/>
      <dgm:t>
        <a:bodyPr/>
        <a:lstStyle/>
        <a:p>
          <a:endParaRPr lang="uk-UA"/>
        </a:p>
      </dgm:t>
    </dgm:pt>
    <dgm:pt modelId="{3E0EF674-CF07-48BA-A110-E6C1A3A8B90D}" type="sibTrans" cxnId="{4D50C050-26CB-42A5-8177-CCEFAE18ACC0}">
      <dgm:prSet/>
      <dgm:spPr/>
      <dgm:t>
        <a:bodyPr/>
        <a:lstStyle/>
        <a:p>
          <a:endParaRPr lang="uk-UA"/>
        </a:p>
      </dgm:t>
    </dgm:pt>
    <dgm:pt modelId="{6A75F63E-3557-4D3C-B192-406EC2EF4215}">
      <dgm:prSet/>
      <dgm:spPr/>
      <dgm:t>
        <a:bodyPr/>
        <a:lstStyle/>
        <a:p>
          <a:r>
            <a:rPr lang="ru-RU" b="0" i="0"/>
            <a:t>«Вільне козацтво».</a:t>
          </a:r>
          <a:endParaRPr lang="uk-UA"/>
        </a:p>
      </dgm:t>
    </dgm:pt>
    <dgm:pt modelId="{AD09B2DD-8754-4244-BC41-4DE36986A907}" type="parTrans" cxnId="{8D1E4A7E-8BD1-4FDB-A14E-159A0294263B}">
      <dgm:prSet/>
      <dgm:spPr/>
      <dgm:t>
        <a:bodyPr/>
        <a:lstStyle/>
        <a:p>
          <a:endParaRPr lang="uk-UA"/>
        </a:p>
      </dgm:t>
    </dgm:pt>
    <dgm:pt modelId="{D39E8C22-6AA0-4A85-B7C1-47A0190DEF0F}" type="sibTrans" cxnId="{8D1E4A7E-8BD1-4FDB-A14E-159A0294263B}">
      <dgm:prSet/>
      <dgm:spPr/>
      <dgm:t>
        <a:bodyPr/>
        <a:lstStyle/>
        <a:p>
          <a:endParaRPr lang="uk-UA"/>
        </a:p>
      </dgm:t>
    </dgm:pt>
    <dgm:pt modelId="{03CB3365-A4BA-43F7-A887-F6BB28A198F3}">
      <dgm:prSet/>
      <dgm:spPr/>
      <dgm:t>
        <a:bodyPr/>
        <a:lstStyle/>
        <a:p>
          <a:r>
            <a:rPr lang="ru-RU" b="0" i="0" dirty="0"/>
            <a:t>«</a:t>
          </a:r>
          <a:r>
            <a:rPr lang="ru-RU" b="0" i="0" dirty="0" err="1"/>
            <a:t>Поліська</a:t>
          </a:r>
          <a:r>
            <a:rPr lang="ru-RU" b="0" i="0" dirty="0"/>
            <a:t> </a:t>
          </a:r>
          <a:r>
            <a:rPr lang="ru-RU" b="0" i="0" dirty="0" err="1"/>
            <a:t>Січ</a:t>
          </a:r>
          <a:r>
            <a:rPr lang="ru-RU" b="0" i="0" dirty="0"/>
            <a:t>».</a:t>
          </a:r>
          <a:endParaRPr lang="uk-UA" dirty="0"/>
        </a:p>
      </dgm:t>
    </dgm:pt>
    <dgm:pt modelId="{875EF910-AE9C-41E8-9E23-C594BE95EEF0}" type="parTrans" cxnId="{CBC3E937-2274-4DEC-BD5A-C3F0FE1C09A0}">
      <dgm:prSet/>
      <dgm:spPr/>
      <dgm:t>
        <a:bodyPr/>
        <a:lstStyle/>
        <a:p>
          <a:endParaRPr lang="uk-UA"/>
        </a:p>
      </dgm:t>
    </dgm:pt>
    <dgm:pt modelId="{63A20AC7-F1B7-475E-950C-4723E3C32C35}" type="sibTrans" cxnId="{CBC3E937-2274-4DEC-BD5A-C3F0FE1C09A0}">
      <dgm:prSet/>
      <dgm:spPr/>
      <dgm:t>
        <a:bodyPr/>
        <a:lstStyle/>
        <a:p>
          <a:endParaRPr lang="uk-UA"/>
        </a:p>
      </dgm:t>
    </dgm:pt>
    <dgm:pt modelId="{9481BB62-BAE4-4C64-91E1-A7856EB55C72}" type="pres">
      <dgm:prSet presAssocID="{58DF34D6-892A-45DE-8F6F-7BEFB513073F}" presName="linear" presStyleCnt="0">
        <dgm:presLayoutVars>
          <dgm:animLvl val="lvl"/>
          <dgm:resizeHandles val="exact"/>
        </dgm:presLayoutVars>
      </dgm:prSet>
      <dgm:spPr/>
    </dgm:pt>
    <dgm:pt modelId="{B777F796-7DA0-43EC-8576-3AE24B464459}" type="pres">
      <dgm:prSet presAssocID="{6B4A73D1-3EED-44B5-8DD7-B76CD1244EDD}" presName="parentText" presStyleLbl="node1" presStyleIdx="0" presStyleCnt="4">
        <dgm:presLayoutVars>
          <dgm:chMax val="0"/>
          <dgm:bulletEnabled val="1"/>
        </dgm:presLayoutVars>
      </dgm:prSet>
      <dgm:spPr/>
    </dgm:pt>
    <dgm:pt modelId="{25EE8EE1-4485-4BB6-BCA4-E4B23CBBD51E}" type="pres">
      <dgm:prSet presAssocID="{DB1491DB-FDCA-475D-A95E-94CB4BB13FC9}" presName="spacer" presStyleCnt="0"/>
      <dgm:spPr/>
    </dgm:pt>
    <dgm:pt modelId="{88AAD4A2-828F-4C9A-9BA1-FD3AAB531601}" type="pres">
      <dgm:prSet presAssocID="{7DB2B98A-C45F-4AC6-BAF2-A77C8265963D}" presName="parentText" presStyleLbl="node1" presStyleIdx="1" presStyleCnt="4">
        <dgm:presLayoutVars>
          <dgm:chMax val="0"/>
          <dgm:bulletEnabled val="1"/>
        </dgm:presLayoutVars>
      </dgm:prSet>
      <dgm:spPr/>
    </dgm:pt>
    <dgm:pt modelId="{B135B76A-7998-4D56-9438-D4AC7FFD7074}" type="pres">
      <dgm:prSet presAssocID="{3E0EF674-CF07-48BA-A110-E6C1A3A8B90D}" presName="spacer" presStyleCnt="0"/>
      <dgm:spPr/>
    </dgm:pt>
    <dgm:pt modelId="{31E51A5C-0C09-4292-8CF1-66ECD00FFA82}" type="pres">
      <dgm:prSet presAssocID="{6A75F63E-3557-4D3C-B192-406EC2EF4215}" presName="parentText" presStyleLbl="node1" presStyleIdx="2" presStyleCnt="4">
        <dgm:presLayoutVars>
          <dgm:chMax val="0"/>
          <dgm:bulletEnabled val="1"/>
        </dgm:presLayoutVars>
      </dgm:prSet>
      <dgm:spPr/>
    </dgm:pt>
    <dgm:pt modelId="{5BE01392-1193-4C0A-B241-F7F775391A24}" type="pres">
      <dgm:prSet presAssocID="{D39E8C22-6AA0-4A85-B7C1-47A0190DEF0F}" presName="spacer" presStyleCnt="0"/>
      <dgm:spPr/>
    </dgm:pt>
    <dgm:pt modelId="{DAC008E7-B697-4C57-88D9-193EA06CAE09}" type="pres">
      <dgm:prSet presAssocID="{03CB3365-A4BA-43F7-A887-F6BB28A198F3}" presName="parentText" presStyleLbl="node1" presStyleIdx="3" presStyleCnt="4">
        <dgm:presLayoutVars>
          <dgm:chMax val="0"/>
          <dgm:bulletEnabled val="1"/>
        </dgm:presLayoutVars>
      </dgm:prSet>
      <dgm:spPr/>
    </dgm:pt>
  </dgm:ptLst>
  <dgm:cxnLst>
    <dgm:cxn modelId="{D22B142C-2154-4F0C-A2E0-E2B072E17263}" type="presOf" srcId="{7DB2B98A-C45F-4AC6-BAF2-A77C8265963D}" destId="{88AAD4A2-828F-4C9A-9BA1-FD3AAB531601}" srcOrd="0" destOrd="0" presId="urn:microsoft.com/office/officeart/2005/8/layout/vList2"/>
    <dgm:cxn modelId="{CBC3E937-2274-4DEC-BD5A-C3F0FE1C09A0}" srcId="{58DF34D6-892A-45DE-8F6F-7BEFB513073F}" destId="{03CB3365-A4BA-43F7-A887-F6BB28A198F3}" srcOrd="3" destOrd="0" parTransId="{875EF910-AE9C-41E8-9E23-C594BE95EEF0}" sibTransId="{63A20AC7-F1B7-475E-950C-4723E3C32C35}"/>
    <dgm:cxn modelId="{1981903C-E215-49E4-9739-602BB5EB2A75}" type="presOf" srcId="{6B4A73D1-3EED-44B5-8DD7-B76CD1244EDD}" destId="{B777F796-7DA0-43EC-8576-3AE24B464459}" srcOrd="0" destOrd="0" presId="urn:microsoft.com/office/officeart/2005/8/layout/vList2"/>
    <dgm:cxn modelId="{BE1AC05C-8B83-48B1-A104-404510A25C60}" type="presOf" srcId="{03CB3365-A4BA-43F7-A887-F6BB28A198F3}" destId="{DAC008E7-B697-4C57-88D9-193EA06CAE09}" srcOrd="0" destOrd="0" presId="urn:microsoft.com/office/officeart/2005/8/layout/vList2"/>
    <dgm:cxn modelId="{0209144D-4C91-4DE3-AD31-97B273606473}" type="presOf" srcId="{58DF34D6-892A-45DE-8F6F-7BEFB513073F}" destId="{9481BB62-BAE4-4C64-91E1-A7856EB55C72}" srcOrd="0" destOrd="0" presId="urn:microsoft.com/office/officeart/2005/8/layout/vList2"/>
    <dgm:cxn modelId="{4D50C050-26CB-42A5-8177-CCEFAE18ACC0}" srcId="{58DF34D6-892A-45DE-8F6F-7BEFB513073F}" destId="{7DB2B98A-C45F-4AC6-BAF2-A77C8265963D}" srcOrd="1" destOrd="0" parTransId="{B6A2EBAE-DC55-4F87-9D6E-BCE450F5D43D}" sibTransId="{3E0EF674-CF07-48BA-A110-E6C1A3A8B90D}"/>
    <dgm:cxn modelId="{8D1E4A7E-8BD1-4FDB-A14E-159A0294263B}" srcId="{58DF34D6-892A-45DE-8F6F-7BEFB513073F}" destId="{6A75F63E-3557-4D3C-B192-406EC2EF4215}" srcOrd="2" destOrd="0" parTransId="{AD09B2DD-8754-4244-BC41-4DE36986A907}" sibTransId="{D39E8C22-6AA0-4A85-B7C1-47A0190DEF0F}"/>
    <dgm:cxn modelId="{F4928AA2-11F0-45A1-B3DB-1C8E4674F71D}" srcId="{58DF34D6-892A-45DE-8F6F-7BEFB513073F}" destId="{6B4A73D1-3EED-44B5-8DD7-B76CD1244EDD}" srcOrd="0" destOrd="0" parTransId="{7E4955D5-FD56-413B-A957-F262B0D146E0}" sibTransId="{DB1491DB-FDCA-475D-A95E-94CB4BB13FC9}"/>
    <dgm:cxn modelId="{28080BBC-491C-4050-9CEB-58A69C6F2F60}" type="presOf" srcId="{6A75F63E-3557-4D3C-B192-406EC2EF4215}" destId="{31E51A5C-0C09-4292-8CF1-66ECD00FFA82}" srcOrd="0" destOrd="0" presId="urn:microsoft.com/office/officeart/2005/8/layout/vList2"/>
    <dgm:cxn modelId="{183EFCC4-05BC-4F24-8D31-FA415B45FFD5}" type="presParOf" srcId="{9481BB62-BAE4-4C64-91E1-A7856EB55C72}" destId="{B777F796-7DA0-43EC-8576-3AE24B464459}" srcOrd="0" destOrd="0" presId="urn:microsoft.com/office/officeart/2005/8/layout/vList2"/>
    <dgm:cxn modelId="{A226D52E-CBD9-4F4E-848C-C1E391DDCCB8}" type="presParOf" srcId="{9481BB62-BAE4-4C64-91E1-A7856EB55C72}" destId="{25EE8EE1-4485-4BB6-BCA4-E4B23CBBD51E}" srcOrd="1" destOrd="0" presId="urn:microsoft.com/office/officeart/2005/8/layout/vList2"/>
    <dgm:cxn modelId="{F39ECDCF-B3A1-4F55-AD0B-B323140B443C}" type="presParOf" srcId="{9481BB62-BAE4-4C64-91E1-A7856EB55C72}" destId="{88AAD4A2-828F-4C9A-9BA1-FD3AAB531601}" srcOrd="2" destOrd="0" presId="urn:microsoft.com/office/officeart/2005/8/layout/vList2"/>
    <dgm:cxn modelId="{70D46F38-21F5-45C3-B041-2AFAF56B9B17}" type="presParOf" srcId="{9481BB62-BAE4-4C64-91E1-A7856EB55C72}" destId="{B135B76A-7998-4D56-9438-D4AC7FFD7074}" srcOrd="3" destOrd="0" presId="urn:microsoft.com/office/officeart/2005/8/layout/vList2"/>
    <dgm:cxn modelId="{35B33CF3-F0D0-4E59-8454-41BA692CB461}" type="presParOf" srcId="{9481BB62-BAE4-4C64-91E1-A7856EB55C72}" destId="{31E51A5C-0C09-4292-8CF1-66ECD00FFA82}" srcOrd="4" destOrd="0" presId="urn:microsoft.com/office/officeart/2005/8/layout/vList2"/>
    <dgm:cxn modelId="{79EA6D42-A115-4E4B-AC60-2403C309A0DD}" type="presParOf" srcId="{9481BB62-BAE4-4C64-91E1-A7856EB55C72}" destId="{5BE01392-1193-4C0A-B241-F7F775391A24}" srcOrd="5" destOrd="0" presId="urn:microsoft.com/office/officeart/2005/8/layout/vList2"/>
    <dgm:cxn modelId="{36694CD2-2693-46DC-98D5-B0E1020F68EB}" type="presParOf" srcId="{9481BB62-BAE4-4C64-91E1-A7856EB55C72}" destId="{DAC008E7-B697-4C57-88D9-193EA06CAE0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F53FA40-E5C5-4FFB-B4DB-F3963E5020F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BE60B0F-52D4-4FDD-A709-E65001047378}">
      <dgm:prSet/>
      <dgm:spPr/>
      <dgm:t>
        <a:bodyPr/>
        <a:lstStyle/>
        <a:p>
          <a:r>
            <a:rPr lang="ru-RU" b="0" i="0" dirty="0" err="1"/>
            <a:t>масштаби</a:t>
          </a:r>
          <a:r>
            <a:rPr lang="ru-RU" b="0" i="0" dirty="0"/>
            <a:t> </a:t>
          </a:r>
          <a:r>
            <a:rPr lang="ru-RU" b="0" i="0" dirty="0" err="1"/>
            <a:t>повоєнного</a:t>
          </a:r>
          <a:r>
            <a:rPr lang="ru-RU" b="0" i="0" dirty="0"/>
            <a:t> голоду.</a:t>
          </a:r>
          <a:endParaRPr lang="uk-UA" dirty="0"/>
        </a:p>
      </dgm:t>
    </dgm:pt>
    <dgm:pt modelId="{4230802E-0091-4B8D-881B-23C21C17FC4F}" type="parTrans" cxnId="{570C5C1E-3388-46CC-814B-CE3207CD2972}">
      <dgm:prSet/>
      <dgm:spPr/>
      <dgm:t>
        <a:bodyPr/>
        <a:lstStyle/>
        <a:p>
          <a:endParaRPr lang="uk-UA"/>
        </a:p>
      </dgm:t>
    </dgm:pt>
    <dgm:pt modelId="{A39A8504-4403-470B-A49A-6E1A8D0A22B6}" type="sibTrans" cxnId="{570C5C1E-3388-46CC-814B-CE3207CD2972}">
      <dgm:prSet/>
      <dgm:spPr/>
      <dgm:t>
        <a:bodyPr/>
        <a:lstStyle/>
        <a:p>
          <a:endParaRPr lang="uk-UA"/>
        </a:p>
      </dgm:t>
    </dgm:pt>
    <dgm:pt modelId="{6AC9DF3B-595A-47FE-ACE6-C423899B5510}">
      <dgm:prSet/>
      <dgm:spPr/>
      <dgm:t>
        <a:bodyPr/>
        <a:lstStyle/>
        <a:p>
          <a:r>
            <a:rPr lang="ru-RU" b="0" i="0"/>
            <a:t>проведення операції «Вісла».</a:t>
          </a:r>
          <a:endParaRPr lang="uk-UA"/>
        </a:p>
      </dgm:t>
    </dgm:pt>
    <dgm:pt modelId="{0505895F-F0C6-4219-9E35-78F92930A441}" type="parTrans" cxnId="{33C58F16-6DC1-4855-B01F-4E3182E0B2E6}">
      <dgm:prSet/>
      <dgm:spPr/>
      <dgm:t>
        <a:bodyPr/>
        <a:lstStyle/>
        <a:p>
          <a:endParaRPr lang="uk-UA"/>
        </a:p>
      </dgm:t>
    </dgm:pt>
    <dgm:pt modelId="{9575C0FB-721E-4624-948C-9462ED647BAD}" type="sibTrans" cxnId="{33C58F16-6DC1-4855-B01F-4E3182E0B2E6}">
      <dgm:prSet/>
      <dgm:spPr/>
      <dgm:t>
        <a:bodyPr/>
        <a:lstStyle/>
        <a:p>
          <a:endParaRPr lang="uk-UA"/>
        </a:p>
      </dgm:t>
    </dgm:pt>
    <dgm:pt modelId="{0F0B6679-430C-4B9F-AC60-ACA507BBC625}">
      <dgm:prSet/>
      <dgm:spPr/>
      <dgm:t>
        <a:bodyPr/>
        <a:lstStyle/>
        <a:p>
          <a:r>
            <a:rPr lang="ru-RU" b="0" i="0"/>
            <a:t>придушення збройного опору УПА.</a:t>
          </a:r>
          <a:endParaRPr lang="uk-UA"/>
        </a:p>
      </dgm:t>
    </dgm:pt>
    <dgm:pt modelId="{28E6263A-11F9-445A-86A4-31A8BC84B085}" type="parTrans" cxnId="{1FCC0A8C-C3EC-414B-81ED-42D734B11B08}">
      <dgm:prSet/>
      <dgm:spPr/>
      <dgm:t>
        <a:bodyPr/>
        <a:lstStyle/>
        <a:p>
          <a:endParaRPr lang="uk-UA"/>
        </a:p>
      </dgm:t>
    </dgm:pt>
    <dgm:pt modelId="{C564D301-C77D-4956-AF15-CA3F27ACCF27}" type="sibTrans" cxnId="{1FCC0A8C-C3EC-414B-81ED-42D734B11B08}">
      <dgm:prSet/>
      <dgm:spPr/>
      <dgm:t>
        <a:bodyPr/>
        <a:lstStyle/>
        <a:p>
          <a:endParaRPr lang="uk-UA"/>
        </a:p>
      </dgm:t>
    </dgm:pt>
    <dgm:pt modelId="{B83F7F6E-A74D-4EA7-AA36-6DA7ECC392E9}">
      <dgm:prSet/>
      <dgm:spPr/>
      <dgm:t>
        <a:bodyPr/>
        <a:lstStyle/>
        <a:p>
          <a:r>
            <a:rPr lang="ru-RU" b="0" i="0" dirty="0" err="1"/>
            <a:t>розгортання</a:t>
          </a:r>
          <a:r>
            <a:rPr lang="ru-RU" b="0" i="0" dirty="0"/>
            <a:t> «</a:t>
          </a:r>
          <a:r>
            <a:rPr lang="ru-RU" b="0" i="0" dirty="0" err="1"/>
            <a:t>радянізації</a:t>
          </a:r>
          <a:r>
            <a:rPr lang="ru-RU" b="0" i="0" dirty="0"/>
            <a:t>» на </a:t>
          </a:r>
          <a:r>
            <a:rPr lang="ru-RU" b="0" i="0" dirty="0" err="1"/>
            <a:t>Західній</a:t>
          </a:r>
          <a:r>
            <a:rPr lang="ru-RU" b="0" i="0" dirty="0"/>
            <a:t> </a:t>
          </a:r>
          <a:r>
            <a:rPr lang="ru-RU" b="0" i="0" dirty="0" err="1"/>
            <a:t>Україні</a:t>
          </a:r>
          <a:r>
            <a:rPr lang="ru-RU" b="0" i="0" dirty="0"/>
            <a:t>.</a:t>
          </a:r>
          <a:endParaRPr lang="uk-UA" dirty="0"/>
        </a:p>
      </dgm:t>
    </dgm:pt>
    <dgm:pt modelId="{A2A12B1F-7C7E-46E0-9E71-B52907EA4E45}" type="parTrans" cxnId="{183D8C3D-02A6-4F31-9F6B-80415235074A}">
      <dgm:prSet/>
      <dgm:spPr/>
      <dgm:t>
        <a:bodyPr/>
        <a:lstStyle/>
        <a:p>
          <a:endParaRPr lang="uk-UA"/>
        </a:p>
      </dgm:t>
    </dgm:pt>
    <dgm:pt modelId="{4FEC03FB-C741-4F02-B1B7-315AFBABA865}" type="sibTrans" cxnId="{183D8C3D-02A6-4F31-9F6B-80415235074A}">
      <dgm:prSet/>
      <dgm:spPr/>
      <dgm:t>
        <a:bodyPr/>
        <a:lstStyle/>
        <a:p>
          <a:endParaRPr lang="uk-UA"/>
        </a:p>
      </dgm:t>
    </dgm:pt>
    <dgm:pt modelId="{1592BFA7-680D-4B8C-8417-7A91CF10FA2A}" type="pres">
      <dgm:prSet presAssocID="{BF53FA40-E5C5-4FFB-B4DB-F3963E5020F8}" presName="linear" presStyleCnt="0">
        <dgm:presLayoutVars>
          <dgm:animLvl val="lvl"/>
          <dgm:resizeHandles val="exact"/>
        </dgm:presLayoutVars>
      </dgm:prSet>
      <dgm:spPr/>
    </dgm:pt>
    <dgm:pt modelId="{453281BC-B021-44A8-B9AA-2E7B64CA4CC5}" type="pres">
      <dgm:prSet presAssocID="{0BE60B0F-52D4-4FDD-A709-E65001047378}" presName="parentText" presStyleLbl="node1" presStyleIdx="0" presStyleCnt="4">
        <dgm:presLayoutVars>
          <dgm:chMax val="0"/>
          <dgm:bulletEnabled val="1"/>
        </dgm:presLayoutVars>
      </dgm:prSet>
      <dgm:spPr/>
    </dgm:pt>
    <dgm:pt modelId="{4589AF5B-3029-45AF-952E-D0D3EF5ABE28}" type="pres">
      <dgm:prSet presAssocID="{A39A8504-4403-470B-A49A-6E1A8D0A22B6}" presName="spacer" presStyleCnt="0"/>
      <dgm:spPr/>
    </dgm:pt>
    <dgm:pt modelId="{A2733CC5-E68B-4065-826D-38152F66F2C7}" type="pres">
      <dgm:prSet presAssocID="{6AC9DF3B-595A-47FE-ACE6-C423899B5510}" presName="parentText" presStyleLbl="node1" presStyleIdx="1" presStyleCnt="4">
        <dgm:presLayoutVars>
          <dgm:chMax val="0"/>
          <dgm:bulletEnabled val="1"/>
        </dgm:presLayoutVars>
      </dgm:prSet>
      <dgm:spPr/>
    </dgm:pt>
    <dgm:pt modelId="{3115E804-72F3-4ADD-BB0C-43DBAB73F199}" type="pres">
      <dgm:prSet presAssocID="{9575C0FB-721E-4624-948C-9462ED647BAD}" presName="spacer" presStyleCnt="0"/>
      <dgm:spPr/>
    </dgm:pt>
    <dgm:pt modelId="{61F12BBF-2EA6-45F0-B57C-D7C0874A4900}" type="pres">
      <dgm:prSet presAssocID="{0F0B6679-430C-4B9F-AC60-ACA507BBC625}" presName="parentText" presStyleLbl="node1" presStyleIdx="2" presStyleCnt="4">
        <dgm:presLayoutVars>
          <dgm:chMax val="0"/>
          <dgm:bulletEnabled val="1"/>
        </dgm:presLayoutVars>
      </dgm:prSet>
      <dgm:spPr/>
    </dgm:pt>
    <dgm:pt modelId="{0993FFAB-65CD-4E75-9375-EAAEC48A55DD}" type="pres">
      <dgm:prSet presAssocID="{C564D301-C77D-4956-AF15-CA3F27ACCF27}" presName="spacer" presStyleCnt="0"/>
      <dgm:spPr/>
    </dgm:pt>
    <dgm:pt modelId="{E7F57991-8522-4A9A-A33C-232AA35B4B6C}" type="pres">
      <dgm:prSet presAssocID="{B83F7F6E-A74D-4EA7-AA36-6DA7ECC392E9}" presName="parentText" presStyleLbl="node1" presStyleIdx="3" presStyleCnt="4">
        <dgm:presLayoutVars>
          <dgm:chMax val="0"/>
          <dgm:bulletEnabled val="1"/>
        </dgm:presLayoutVars>
      </dgm:prSet>
      <dgm:spPr/>
    </dgm:pt>
  </dgm:ptLst>
  <dgm:cxnLst>
    <dgm:cxn modelId="{33C58F16-6DC1-4855-B01F-4E3182E0B2E6}" srcId="{BF53FA40-E5C5-4FFB-B4DB-F3963E5020F8}" destId="{6AC9DF3B-595A-47FE-ACE6-C423899B5510}" srcOrd="1" destOrd="0" parTransId="{0505895F-F0C6-4219-9E35-78F92930A441}" sibTransId="{9575C0FB-721E-4624-948C-9462ED647BAD}"/>
    <dgm:cxn modelId="{570C5C1E-3388-46CC-814B-CE3207CD2972}" srcId="{BF53FA40-E5C5-4FFB-B4DB-F3963E5020F8}" destId="{0BE60B0F-52D4-4FDD-A709-E65001047378}" srcOrd="0" destOrd="0" parTransId="{4230802E-0091-4B8D-881B-23C21C17FC4F}" sibTransId="{A39A8504-4403-470B-A49A-6E1A8D0A22B6}"/>
    <dgm:cxn modelId="{183D8C3D-02A6-4F31-9F6B-80415235074A}" srcId="{BF53FA40-E5C5-4FFB-B4DB-F3963E5020F8}" destId="{B83F7F6E-A74D-4EA7-AA36-6DA7ECC392E9}" srcOrd="3" destOrd="0" parTransId="{A2A12B1F-7C7E-46E0-9E71-B52907EA4E45}" sibTransId="{4FEC03FB-C741-4F02-B1B7-315AFBABA865}"/>
    <dgm:cxn modelId="{915B0F57-B0E8-46FC-9C9C-EA98EDA6FC4A}" type="presOf" srcId="{6AC9DF3B-595A-47FE-ACE6-C423899B5510}" destId="{A2733CC5-E68B-4065-826D-38152F66F2C7}" srcOrd="0" destOrd="0" presId="urn:microsoft.com/office/officeart/2005/8/layout/vList2"/>
    <dgm:cxn modelId="{1FCC0A8C-C3EC-414B-81ED-42D734B11B08}" srcId="{BF53FA40-E5C5-4FFB-B4DB-F3963E5020F8}" destId="{0F0B6679-430C-4B9F-AC60-ACA507BBC625}" srcOrd="2" destOrd="0" parTransId="{28E6263A-11F9-445A-86A4-31A8BC84B085}" sibTransId="{C564D301-C77D-4956-AF15-CA3F27ACCF27}"/>
    <dgm:cxn modelId="{D455FAA4-9A85-46B9-97A1-5CCC30D50124}" type="presOf" srcId="{0BE60B0F-52D4-4FDD-A709-E65001047378}" destId="{453281BC-B021-44A8-B9AA-2E7B64CA4CC5}" srcOrd="0" destOrd="0" presId="urn:microsoft.com/office/officeart/2005/8/layout/vList2"/>
    <dgm:cxn modelId="{8C5E11A8-6C93-4822-8701-1AB6BA8F8559}" type="presOf" srcId="{BF53FA40-E5C5-4FFB-B4DB-F3963E5020F8}" destId="{1592BFA7-680D-4B8C-8417-7A91CF10FA2A}" srcOrd="0" destOrd="0" presId="urn:microsoft.com/office/officeart/2005/8/layout/vList2"/>
    <dgm:cxn modelId="{33CA8FCC-F220-4A47-B751-8DB144A84F82}" type="presOf" srcId="{B83F7F6E-A74D-4EA7-AA36-6DA7ECC392E9}" destId="{E7F57991-8522-4A9A-A33C-232AA35B4B6C}" srcOrd="0" destOrd="0" presId="urn:microsoft.com/office/officeart/2005/8/layout/vList2"/>
    <dgm:cxn modelId="{52E1ACDC-0B8D-4634-A58A-C473DAC68824}" type="presOf" srcId="{0F0B6679-430C-4B9F-AC60-ACA507BBC625}" destId="{61F12BBF-2EA6-45F0-B57C-D7C0874A4900}" srcOrd="0" destOrd="0" presId="urn:microsoft.com/office/officeart/2005/8/layout/vList2"/>
    <dgm:cxn modelId="{044307DD-BE94-437E-AD22-9EF82BE29CBA}" type="presParOf" srcId="{1592BFA7-680D-4B8C-8417-7A91CF10FA2A}" destId="{453281BC-B021-44A8-B9AA-2E7B64CA4CC5}" srcOrd="0" destOrd="0" presId="urn:microsoft.com/office/officeart/2005/8/layout/vList2"/>
    <dgm:cxn modelId="{0A451ABC-8CB9-457D-A0A3-CAAB30B51B49}" type="presParOf" srcId="{1592BFA7-680D-4B8C-8417-7A91CF10FA2A}" destId="{4589AF5B-3029-45AF-952E-D0D3EF5ABE28}" srcOrd="1" destOrd="0" presId="urn:microsoft.com/office/officeart/2005/8/layout/vList2"/>
    <dgm:cxn modelId="{369CF177-CA9F-492D-84D3-9BD4DC94A458}" type="presParOf" srcId="{1592BFA7-680D-4B8C-8417-7A91CF10FA2A}" destId="{A2733CC5-E68B-4065-826D-38152F66F2C7}" srcOrd="2" destOrd="0" presId="urn:microsoft.com/office/officeart/2005/8/layout/vList2"/>
    <dgm:cxn modelId="{D3675E40-F379-4791-9F29-68CCCA7A7CAA}" type="presParOf" srcId="{1592BFA7-680D-4B8C-8417-7A91CF10FA2A}" destId="{3115E804-72F3-4ADD-BB0C-43DBAB73F199}" srcOrd="3" destOrd="0" presId="urn:microsoft.com/office/officeart/2005/8/layout/vList2"/>
    <dgm:cxn modelId="{E4B7AD84-2510-4F4D-A88A-6E79218C596E}" type="presParOf" srcId="{1592BFA7-680D-4B8C-8417-7A91CF10FA2A}" destId="{61F12BBF-2EA6-45F0-B57C-D7C0874A4900}" srcOrd="4" destOrd="0" presId="urn:microsoft.com/office/officeart/2005/8/layout/vList2"/>
    <dgm:cxn modelId="{B6CE6AE6-6BDE-4EE7-A812-CF19312D7DBD}" type="presParOf" srcId="{1592BFA7-680D-4B8C-8417-7A91CF10FA2A}" destId="{0993FFAB-65CD-4E75-9375-EAAEC48A55DD}" srcOrd="5" destOrd="0" presId="urn:microsoft.com/office/officeart/2005/8/layout/vList2"/>
    <dgm:cxn modelId="{E371543B-9686-451B-90D4-F410D0790A0A}" type="presParOf" srcId="{1592BFA7-680D-4B8C-8417-7A91CF10FA2A}" destId="{E7F57991-8522-4A9A-A33C-232AA35B4B6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477C74E-FFC4-40BE-B521-9CEA563247A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E398A92-81DC-43A9-85A1-6057DEB55111}">
      <dgm:prSet/>
      <dgm:spPr/>
      <dgm:t>
        <a:bodyPr/>
        <a:lstStyle/>
        <a:p>
          <a:r>
            <a:rPr lang="uk-UA" b="0" i="0" dirty="0"/>
            <a:t>депортації.</a:t>
          </a:r>
          <a:endParaRPr lang="uk-UA" dirty="0"/>
        </a:p>
      </dgm:t>
    </dgm:pt>
    <dgm:pt modelId="{1CA24202-6790-4EBD-96CB-0DFC6CC2E2E8}" type="parTrans" cxnId="{133EFD0B-D633-4519-96EB-9FF8AA103D9E}">
      <dgm:prSet/>
      <dgm:spPr/>
      <dgm:t>
        <a:bodyPr/>
        <a:lstStyle/>
        <a:p>
          <a:endParaRPr lang="uk-UA"/>
        </a:p>
      </dgm:t>
    </dgm:pt>
    <dgm:pt modelId="{E6FFCD14-F696-4010-B9A4-AF3D3B82B209}" type="sibTrans" cxnId="{133EFD0B-D633-4519-96EB-9FF8AA103D9E}">
      <dgm:prSet/>
      <dgm:spPr/>
      <dgm:t>
        <a:bodyPr/>
        <a:lstStyle/>
        <a:p>
          <a:endParaRPr lang="uk-UA"/>
        </a:p>
      </dgm:t>
    </dgm:pt>
    <dgm:pt modelId="{0C43F292-8F35-4953-8A9D-C89CA8049B62}">
      <dgm:prSet/>
      <dgm:spPr/>
      <dgm:t>
        <a:bodyPr/>
        <a:lstStyle/>
        <a:p>
          <a:r>
            <a:rPr lang="uk-UA" b="0" i="0"/>
            <a:t>десталінізації.</a:t>
          </a:r>
          <a:endParaRPr lang="uk-UA"/>
        </a:p>
      </dgm:t>
    </dgm:pt>
    <dgm:pt modelId="{DE3BE5BA-A464-4A5E-924F-C3DC56F364C9}" type="parTrans" cxnId="{88D1060F-DD4F-4F5E-98B7-E9A444B8315E}">
      <dgm:prSet/>
      <dgm:spPr/>
      <dgm:t>
        <a:bodyPr/>
        <a:lstStyle/>
        <a:p>
          <a:endParaRPr lang="uk-UA"/>
        </a:p>
      </dgm:t>
    </dgm:pt>
    <dgm:pt modelId="{2902360D-3D8B-42C6-9AE5-AC7A6B95D9A1}" type="sibTrans" cxnId="{88D1060F-DD4F-4F5E-98B7-E9A444B8315E}">
      <dgm:prSet/>
      <dgm:spPr/>
      <dgm:t>
        <a:bodyPr/>
        <a:lstStyle/>
        <a:p>
          <a:endParaRPr lang="uk-UA"/>
        </a:p>
      </dgm:t>
    </dgm:pt>
    <dgm:pt modelId="{2B13B08F-CF3C-4906-B53F-2D9C3F6E3580}">
      <dgm:prSet/>
      <dgm:spPr/>
      <dgm:t>
        <a:bodyPr/>
        <a:lstStyle/>
        <a:p>
          <a:r>
            <a:rPr lang="uk-UA" b="0" i="0" dirty="0"/>
            <a:t>розкуркулення.</a:t>
          </a:r>
          <a:endParaRPr lang="uk-UA" dirty="0"/>
        </a:p>
      </dgm:t>
    </dgm:pt>
    <dgm:pt modelId="{D4CCE62E-AA84-40AC-8717-096F2CC0EAF5}" type="parTrans" cxnId="{F4E64371-E688-49BF-8CC6-7BE110B0E554}">
      <dgm:prSet/>
      <dgm:spPr/>
      <dgm:t>
        <a:bodyPr/>
        <a:lstStyle/>
        <a:p>
          <a:endParaRPr lang="uk-UA"/>
        </a:p>
      </dgm:t>
    </dgm:pt>
    <dgm:pt modelId="{C618BC83-E2F0-4320-B065-1C7B3BBC9E90}" type="sibTrans" cxnId="{F4E64371-E688-49BF-8CC6-7BE110B0E554}">
      <dgm:prSet/>
      <dgm:spPr/>
      <dgm:t>
        <a:bodyPr/>
        <a:lstStyle/>
        <a:p>
          <a:endParaRPr lang="uk-UA"/>
        </a:p>
      </dgm:t>
    </dgm:pt>
    <dgm:pt modelId="{775E6E3D-7FAF-4CD8-9188-BD0F87E76659}">
      <dgm:prSet/>
      <dgm:spPr/>
      <dgm:t>
        <a:bodyPr/>
        <a:lstStyle/>
        <a:p>
          <a:r>
            <a:rPr lang="uk-UA" b="0" i="0" dirty="0"/>
            <a:t>трудової еміграції.</a:t>
          </a:r>
          <a:endParaRPr lang="uk-UA" dirty="0"/>
        </a:p>
      </dgm:t>
    </dgm:pt>
    <dgm:pt modelId="{4B76F413-5422-4C30-A0CE-5826E88C7F36}" type="parTrans" cxnId="{DE492B79-FAE6-480C-91F2-4A22D3C0091D}">
      <dgm:prSet/>
      <dgm:spPr/>
      <dgm:t>
        <a:bodyPr/>
        <a:lstStyle/>
        <a:p>
          <a:endParaRPr lang="uk-UA"/>
        </a:p>
      </dgm:t>
    </dgm:pt>
    <dgm:pt modelId="{D3CA6774-29FE-4DCB-848A-8CC2CAE6023B}" type="sibTrans" cxnId="{DE492B79-FAE6-480C-91F2-4A22D3C0091D}">
      <dgm:prSet/>
      <dgm:spPr/>
      <dgm:t>
        <a:bodyPr/>
        <a:lstStyle/>
        <a:p>
          <a:endParaRPr lang="uk-UA"/>
        </a:p>
      </dgm:t>
    </dgm:pt>
    <dgm:pt modelId="{EE6E75A6-33F2-4CD2-B76E-C71A73C18882}" type="pres">
      <dgm:prSet presAssocID="{A477C74E-FFC4-40BE-B521-9CEA563247AE}" presName="linear" presStyleCnt="0">
        <dgm:presLayoutVars>
          <dgm:animLvl val="lvl"/>
          <dgm:resizeHandles val="exact"/>
        </dgm:presLayoutVars>
      </dgm:prSet>
      <dgm:spPr/>
    </dgm:pt>
    <dgm:pt modelId="{20E72B72-B087-427D-9424-C09338C3D4B0}" type="pres">
      <dgm:prSet presAssocID="{CE398A92-81DC-43A9-85A1-6057DEB55111}" presName="parentText" presStyleLbl="node1" presStyleIdx="0" presStyleCnt="4">
        <dgm:presLayoutVars>
          <dgm:chMax val="0"/>
          <dgm:bulletEnabled val="1"/>
        </dgm:presLayoutVars>
      </dgm:prSet>
      <dgm:spPr/>
    </dgm:pt>
    <dgm:pt modelId="{799D15CD-C896-4F27-BCA8-767A7DBD3AFD}" type="pres">
      <dgm:prSet presAssocID="{E6FFCD14-F696-4010-B9A4-AF3D3B82B209}" presName="spacer" presStyleCnt="0"/>
      <dgm:spPr/>
    </dgm:pt>
    <dgm:pt modelId="{38E0FB1C-AFA5-42D7-998F-A6C2ACD42CA3}" type="pres">
      <dgm:prSet presAssocID="{0C43F292-8F35-4953-8A9D-C89CA8049B62}" presName="parentText" presStyleLbl="node1" presStyleIdx="1" presStyleCnt="4">
        <dgm:presLayoutVars>
          <dgm:chMax val="0"/>
          <dgm:bulletEnabled val="1"/>
        </dgm:presLayoutVars>
      </dgm:prSet>
      <dgm:spPr/>
    </dgm:pt>
    <dgm:pt modelId="{34F7F9FD-EF2A-4392-AA2A-819C90B2BF97}" type="pres">
      <dgm:prSet presAssocID="{2902360D-3D8B-42C6-9AE5-AC7A6B95D9A1}" presName="spacer" presStyleCnt="0"/>
      <dgm:spPr/>
    </dgm:pt>
    <dgm:pt modelId="{D40181D8-08A0-4B66-A80C-D9442AE28F22}" type="pres">
      <dgm:prSet presAssocID="{2B13B08F-CF3C-4906-B53F-2D9C3F6E3580}" presName="parentText" presStyleLbl="node1" presStyleIdx="2" presStyleCnt="4">
        <dgm:presLayoutVars>
          <dgm:chMax val="0"/>
          <dgm:bulletEnabled val="1"/>
        </dgm:presLayoutVars>
      </dgm:prSet>
      <dgm:spPr/>
    </dgm:pt>
    <dgm:pt modelId="{471215AC-26EA-44CF-9EB5-DB7778C4AC44}" type="pres">
      <dgm:prSet presAssocID="{C618BC83-E2F0-4320-B065-1C7B3BBC9E90}" presName="spacer" presStyleCnt="0"/>
      <dgm:spPr/>
    </dgm:pt>
    <dgm:pt modelId="{A97371D6-3914-4F0F-96DE-02CD4E9695F0}" type="pres">
      <dgm:prSet presAssocID="{775E6E3D-7FAF-4CD8-9188-BD0F87E76659}" presName="parentText" presStyleLbl="node1" presStyleIdx="3" presStyleCnt="4">
        <dgm:presLayoutVars>
          <dgm:chMax val="0"/>
          <dgm:bulletEnabled val="1"/>
        </dgm:presLayoutVars>
      </dgm:prSet>
      <dgm:spPr/>
    </dgm:pt>
  </dgm:ptLst>
  <dgm:cxnLst>
    <dgm:cxn modelId="{6BA39A01-45E9-430E-82B2-CFD0CE79CB80}" type="presOf" srcId="{A477C74E-FFC4-40BE-B521-9CEA563247AE}" destId="{EE6E75A6-33F2-4CD2-B76E-C71A73C18882}" srcOrd="0" destOrd="0" presId="urn:microsoft.com/office/officeart/2005/8/layout/vList2"/>
    <dgm:cxn modelId="{133EFD0B-D633-4519-96EB-9FF8AA103D9E}" srcId="{A477C74E-FFC4-40BE-B521-9CEA563247AE}" destId="{CE398A92-81DC-43A9-85A1-6057DEB55111}" srcOrd="0" destOrd="0" parTransId="{1CA24202-6790-4EBD-96CB-0DFC6CC2E2E8}" sibTransId="{E6FFCD14-F696-4010-B9A4-AF3D3B82B209}"/>
    <dgm:cxn modelId="{88D1060F-DD4F-4F5E-98B7-E9A444B8315E}" srcId="{A477C74E-FFC4-40BE-B521-9CEA563247AE}" destId="{0C43F292-8F35-4953-8A9D-C89CA8049B62}" srcOrd="1" destOrd="0" parTransId="{DE3BE5BA-A464-4A5E-924F-C3DC56F364C9}" sibTransId="{2902360D-3D8B-42C6-9AE5-AC7A6B95D9A1}"/>
    <dgm:cxn modelId="{8E3F2B66-CDD1-42AF-84FB-3AE94129D22F}" type="presOf" srcId="{CE398A92-81DC-43A9-85A1-6057DEB55111}" destId="{20E72B72-B087-427D-9424-C09338C3D4B0}" srcOrd="0" destOrd="0" presId="urn:microsoft.com/office/officeart/2005/8/layout/vList2"/>
    <dgm:cxn modelId="{F4E64371-E688-49BF-8CC6-7BE110B0E554}" srcId="{A477C74E-FFC4-40BE-B521-9CEA563247AE}" destId="{2B13B08F-CF3C-4906-B53F-2D9C3F6E3580}" srcOrd="2" destOrd="0" parTransId="{D4CCE62E-AA84-40AC-8717-096F2CC0EAF5}" sibTransId="{C618BC83-E2F0-4320-B065-1C7B3BBC9E90}"/>
    <dgm:cxn modelId="{DE492B79-FAE6-480C-91F2-4A22D3C0091D}" srcId="{A477C74E-FFC4-40BE-B521-9CEA563247AE}" destId="{775E6E3D-7FAF-4CD8-9188-BD0F87E76659}" srcOrd="3" destOrd="0" parTransId="{4B76F413-5422-4C30-A0CE-5826E88C7F36}" sibTransId="{D3CA6774-29FE-4DCB-848A-8CC2CAE6023B}"/>
    <dgm:cxn modelId="{F1A25FA2-529A-4957-98AC-41C8C76BC83F}" type="presOf" srcId="{775E6E3D-7FAF-4CD8-9188-BD0F87E76659}" destId="{A97371D6-3914-4F0F-96DE-02CD4E9695F0}" srcOrd="0" destOrd="0" presId="urn:microsoft.com/office/officeart/2005/8/layout/vList2"/>
    <dgm:cxn modelId="{031CA7B3-50E0-4C88-BD67-4C660C91C69C}" type="presOf" srcId="{0C43F292-8F35-4953-8A9D-C89CA8049B62}" destId="{38E0FB1C-AFA5-42D7-998F-A6C2ACD42CA3}" srcOrd="0" destOrd="0" presId="urn:microsoft.com/office/officeart/2005/8/layout/vList2"/>
    <dgm:cxn modelId="{ACE459E4-0AF8-4A1F-ADE3-8496B2F6C25C}" type="presOf" srcId="{2B13B08F-CF3C-4906-B53F-2D9C3F6E3580}" destId="{D40181D8-08A0-4B66-A80C-D9442AE28F22}" srcOrd="0" destOrd="0" presId="urn:microsoft.com/office/officeart/2005/8/layout/vList2"/>
    <dgm:cxn modelId="{896D8992-1F42-4B26-9A4F-0CB27023CB10}" type="presParOf" srcId="{EE6E75A6-33F2-4CD2-B76E-C71A73C18882}" destId="{20E72B72-B087-427D-9424-C09338C3D4B0}" srcOrd="0" destOrd="0" presId="urn:microsoft.com/office/officeart/2005/8/layout/vList2"/>
    <dgm:cxn modelId="{06A479F7-6836-4E1A-B5FB-DD9C587DA9C6}" type="presParOf" srcId="{EE6E75A6-33F2-4CD2-B76E-C71A73C18882}" destId="{799D15CD-C896-4F27-BCA8-767A7DBD3AFD}" srcOrd="1" destOrd="0" presId="urn:microsoft.com/office/officeart/2005/8/layout/vList2"/>
    <dgm:cxn modelId="{01488657-58E4-42DD-93D5-6110B9C4EC4C}" type="presParOf" srcId="{EE6E75A6-33F2-4CD2-B76E-C71A73C18882}" destId="{38E0FB1C-AFA5-42D7-998F-A6C2ACD42CA3}" srcOrd="2" destOrd="0" presId="urn:microsoft.com/office/officeart/2005/8/layout/vList2"/>
    <dgm:cxn modelId="{B875DEAB-4BEF-40B8-AFFA-50DAB1B9B50E}" type="presParOf" srcId="{EE6E75A6-33F2-4CD2-B76E-C71A73C18882}" destId="{34F7F9FD-EF2A-4392-AA2A-819C90B2BF97}" srcOrd="3" destOrd="0" presId="urn:microsoft.com/office/officeart/2005/8/layout/vList2"/>
    <dgm:cxn modelId="{AD42553E-C3FB-406F-A812-515F0F354A98}" type="presParOf" srcId="{EE6E75A6-33F2-4CD2-B76E-C71A73C18882}" destId="{D40181D8-08A0-4B66-A80C-D9442AE28F22}" srcOrd="4" destOrd="0" presId="urn:microsoft.com/office/officeart/2005/8/layout/vList2"/>
    <dgm:cxn modelId="{B5D15188-3419-4920-9939-EBEA1E00483C}" type="presParOf" srcId="{EE6E75A6-33F2-4CD2-B76E-C71A73C18882}" destId="{471215AC-26EA-44CF-9EB5-DB7778C4AC44}" srcOrd="5" destOrd="0" presId="urn:microsoft.com/office/officeart/2005/8/layout/vList2"/>
    <dgm:cxn modelId="{A100B48A-A05F-427F-8552-51ACA6CBF841}" type="presParOf" srcId="{EE6E75A6-33F2-4CD2-B76E-C71A73C18882}" destId="{A97371D6-3914-4F0F-96DE-02CD4E9695F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6E7233B-38A7-4EC9-B55D-4974701DF93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14E495F-62CF-44F2-A380-ECC7E62E1D8D}">
      <dgm:prSet/>
      <dgm:spPr/>
      <dgm:t>
        <a:bodyPr/>
        <a:lstStyle/>
        <a:p>
          <a:r>
            <a:rPr lang="ru-RU" b="0" i="0" dirty="0"/>
            <a:t>«</a:t>
          </a:r>
          <a:r>
            <a:rPr lang="ru-RU" b="0" i="0" dirty="0" err="1"/>
            <a:t>розвинений</a:t>
          </a:r>
          <a:r>
            <a:rPr lang="ru-RU" b="0" i="0" dirty="0"/>
            <a:t> </a:t>
          </a:r>
          <a:r>
            <a:rPr lang="ru-RU" b="0" i="0" dirty="0" err="1"/>
            <a:t>соціалізм</a:t>
          </a:r>
          <a:r>
            <a:rPr lang="ru-RU" b="0" i="0" dirty="0"/>
            <a:t>».</a:t>
          </a:r>
          <a:endParaRPr lang="uk-UA" dirty="0"/>
        </a:p>
      </dgm:t>
    </dgm:pt>
    <dgm:pt modelId="{72D73927-70E4-41D5-9CF3-21F5A8071811}" type="parTrans" cxnId="{E3B02C73-81B0-44A8-BFF4-814C6743F51E}">
      <dgm:prSet/>
      <dgm:spPr/>
      <dgm:t>
        <a:bodyPr/>
        <a:lstStyle/>
        <a:p>
          <a:endParaRPr lang="uk-UA"/>
        </a:p>
      </dgm:t>
    </dgm:pt>
    <dgm:pt modelId="{D8B8EA22-964F-4ABE-9879-F5D332E086BA}" type="sibTrans" cxnId="{E3B02C73-81B0-44A8-BFF4-814C6743F51E}">
      <dgm:prSet/>
      <dgm:spPr/>
      <dgm:t>
        <a:bodyPr/>
        <a:lstStyle/>
        <a:p>
          <a:endParaRPr lang="uk-UA"/>
        </a:p>
      </dgm:t>
    </dgm:pt>
    <dgm:pt modelId="{B021DC64-0AE5-4566-BBBC-D9BBC0007176}">
      <dgm:prSet/>
      <dgm:spPr/>
      <dgm:t>
        <a:bodyPr/>
        <a:lstStyle/>
        <a:p>
          <a:r>
            <a:rPr lang="ru-RU" b="0" i="0" dirty="0"/>
            <a:t>«</a:t>
          </a:r>
          <a:r>
            <a:rPr lang="ru-RU" b="0" i="0" dirty="0" err="1"/>
            <a:t>партійна</a:t>
          </a:r>
          <a:r>
            <a:rPr lang="ru-RU" b="0" i="0" dirty="0"/>
            <a:t> номенклатура».</a:t>
          </a:r>
          <a:endParaRPr lang="uk-UA" dirty="0"/>
        </a:p>
      </dgm:t>
    </dgm:pt>
    <dgm:pt modelId="{3981AFAB-4921-425F-B5ED-486F75A646FC}" type="parTrans" cxnId="{9E4D4D59-BA51-42E7-8FE2-CDCACE7ABF25}">
      <dgm:prSet/>
      <dgm:spPr/>
      <dgm:t>
        <a:bodyPr/>
        <a:lstStyle/>
        <a:p>
          <a:endParaRPr lang="uk-UA"/>
        </a:p>
      </dgm:t>
    </dgm:pt>
    <dgm:pt modelId="{792FF43A-ABB6-459E-BB1F-ADFB4500CA53}" type="sibTrans" cxnId="{9E4D4D59-BA51-42E7-8FE2-CDCACE7ABF25}">
      <dgm:prSet/>
      <dgm:spPr/>
      <dgm:t>
        <a:bodyPr/>
        <a:lstStyle/>
        <a:p>
          <a:endParaRPr lang="uk-UA"/>
        </a:p>
      </dgm:t>
    </dgm:pt>
    <dgm:pt modelId="{376790F2-EBD1-4113-AAD5-00967A72127A}">
      <dgm:prSet/>
      <dgm:spPr/>
      <dgm:t>
        <a:bodyPr/>
        <a:lstStyle/>
        <a:p>
          <a:r>
            <a:rPr lang="ru-RU" b="0" i="0"/>
            <a:t>«політична реабілітація».</a:t>
          </a:r>
          <a:endParaRPr lang="uk-UA"/>
        </a:p>
      </dgm:t>
    </dgm:pt>
    <dgm:pt modelId="{15BD0B36-9F5D-46BA-BABD-6C0CE8244861}" type="parTrans" cxnId="{48184987-5D7B-4FF5-BD99-5CC99B28292F}">
      <dgm:prSet/>
      <dgm:spPr/>
      <dgm:t>
        <a:bodyPr/>
        <a:lstStyle/>
        <a:p>
          <a:endParaRPr lang="uk-UA"/>
        </a:p>
      </dgm:t>
    </dgm:pt>
    <dgm:pt modelId="{184119F1-53A8-453E-95EA-AD964EA0250A}" type="sibTrans" cxnId="{48184987-5D7B-4FF5-BD99-5CC99B28292F}">
      <dgm:prSet/>
      <dgm:spPr/>
      <dgm:t>
        <a:bodyPr/>
        <a:lstStyle/>
        <a:p>
          <a:endParaRPr lang="uk-UA"/>
        </a:p>
      </dgm:t>
    </dgm:pt>
    <dgm:pt modelId="{FC046E88-A2C4-4BD0-A0C3-11CE92BCB38B}">
      <dgm:prSet/>
      <dgm:spPr/>
      <dgm:t>
        <a:bodyPr/>
        <a:lstStyle/>
        <a:p>
          <a:r>
            <a:rPr lang="ru-RU" b="0" i="0" dirty="0"/>
            <a:t>«</a:t>
          </a:r>
          <a:r>
            <a:rPr lang="ru-RU" b="0" i="0" dirty="0" err="1"/>
            <a:t>безрідний</a:t>
          </a:r>
          <a:r>
            <a:rPr lang="ru-RU" b="0" i="0" dirty="0"/>
            <a:t> </a:t>
          </a:r>
          <a:r>
            <a:rPr lang="ru-RU" b="0" i="0" dirty="0" err="1"/>
            <a:t>космополітизм</a:t>
          </a:r>
          <a:r>
            <a:rPr lang="ru-RU" b="0" i="0" dirty="0"/>
            <a:t>».</a:t>
          </a:r>
          <a:endParaRPr lang="uk-UA" dirty="0"/>
        </a:p>
      </dgm:t>
    </dgm:pt>
    <dgm:pt modelId="{F2AC3F24-42FC-4229-B40A-F1AE218B2A87}" type="parTrans" cxnId="{55F94C94-17D9-4D53-BF6B-4541818BDBD4}">
      <dgm:prSet/>
      <dgm:spPr/>
      <dgm:t>
        <a:bodyPr/>
        <a:lstStyle/>
        <a:p>
          <a:endParaRPr lang="uk-UA"/>
        </a:p>
      </dgm:t>
    </dgm:pt>
    <dgm:pt modelId="{36F6DFFB-B7D4-41C4-8FC6-F46C43CC0554}" type="sibTrans" cxnId="{55F94C94-17D9-4D53-BF6B-4541818BDBD4}">
      <dgm:prSet/>
      <dgm:spPr/>
      <dgm:t>
        <a:bodyPr/>
        <a:lstStyle/>
        <a:p>
          <a:endParaRPr lang="uk-UA"/>
        </a:p>
      </dgm:t>
    </dgm:pt>
    <dgm:pt modelId="{E57088DE-3452-4847-8CC9-5115AF6B838D}" type="pres">
      <dgm:prSet presAssocID="{B6E7233B-38A7-4EC9-B55D-4974701DF93E}" presName="linear" presStyleCnt="0">
        <dgm:presLayoutVars>
          <dgm:animLvl val="lvl"/>
          <dgm:resizeHandles val="exact"/>
        </dgm:presLayoutVars>
      </dgm:prSet>
      <dgm:spPr/>
    </dgm:pt>
    <dgm:pt modelId="{EDB857D5-7812-47A9-BC33-31623476CDEF}" type="pres">
      <dgm:prSet presAssocID="{714E495F-62CF-44F2-A380-ECC7E62E1D8D}" presName="parentText" presStyleLbl="node1" presStyleIdx="0" presStyleCnt="4">
        <dgm:presLayoutVars>
          <dgm:chMax val="0"/>
          <dgm:bulletEnabled val="1"/>
        </dgm:presLayoutVars>
      </dgm:prSet>
      <dgm:spPr/>
    </dgm:pt>
    <dgm:pt modelId="{C14DFFD6-CE12-47A4-925C-57EA135D9D3B}" type="pres">
      <dgm:prSet presAssocID="{D8B8EA22-964F-4ABE-9879-F5D332E086BA}" presName="spacer" presStyleCnt="0"/>
      <dgm:spPr/>
    </dgm:pt>
    <dgm:pt modelId="{D0AD9AFF-A795-4A24-AC7C-2674C9DF5BD5}" type="pres">
      <dgm:prSet presAssocID="{B021DC64-0AE5-4566-BBBC-D9BBC0007176}" presName="parentText" presStyleLbl="node1" presStyleIdx="1" presStyleCnt="4">
        <dgm:presLayoutVars>
          <dgm:chMax val="0"/>
          <dgm:bulletEnabled val="1"/>
        </dgm:presLayoutVars>
      </dgm:prSet>
      <dgm:spPr/>
    </dgm:pt>
    <dgm:pt modelId="{1D26BA99-613E-4398-B90F-C7B70EAC3E3C}" type="pres">
      <dgm:prSet presAssocID="{792FF43A-ABB6-459E-BB1F-ADFB4500CA53}" presName="spacer" presStyleCnt="0"/>
      <dgm:spPr/>
    </dgm:pt>
    <dgm:pt modelId="{4191F5EC-1378-4CA9-84CC-C1079E4B5B5D}" type="pres">
      <dgm:prSet presAssocID="{376790F2-EBD1-4113-AAD5-00967A72127A}" presName="parentText" presStyleLbl="node1" presStyleIdx="2" presStyleCnt="4">
        <dgm:presLayoutVars>
          <dgm:chMax val="0"/>
          <dgm:bulletEnabled val="1"/>
        </dgm:presLayoutVars>
      </dgm:prSet>
      <dgm:spPr/>
    </dgm:pt>
    <dgm:pt modelId="{48A36900-1E32-40D9-8D77-DFA37A1F599F}" type="pres">
      <dgm:prSet presAssocID="{184119F1-53A8-453E-95EA-AD964EA0250A}" presName="spacer" presStyleCnt="0"/>
      <dgm:spPr/>
    </dgm:pt>
    <dgm:pt modelId="{334CAA81-10B5-4C19-BD31-8CAF65FB1ADB}" type="pres">
      <dgm:prSet presAssocID="{FC046E88-A2C4-4BD0-A0C3-11CE92BCB38B}" presName="parentText" presStyleLbl="node1" presStyleIdx="3" presStyleCnt="4">
        <dgm:presLayoutVars>
          <dgm:chMax val="0"/>
          <dgm:bulletEnabled val="1"/>
        </dgm:presLayoutVars>
      </dgm:prSet>
      <dgm:spPr/>
    </dgm:pt>
  </dgm:ptLst>
  <dgm:cxnLst>
    <dgm:cxn modelId="{3392061E-A421-40D1-BC86-05408864D99B}" type="presOf" srcId="{FC046E88-A2C4-4BD0-A0C3-11CE92BCB38B}" destId="{334CAA81-10B5-4C19-BD31-8CAF65FB1ADB}" srcOrd="0" destOrd="0" presId="urn:microsoft.com/office/officeart/2005/8/layout/vList2"/>
    <dgm:cxn modelId="{E3B02C73-81B0-44A8-BFF4-814C6743F51E}" srcId="{B6E7233B-38A7-4EC9-B55D-4974701DF93E}" destId="{714E495F-62CF-44F2-A380-ECC7E62E1D8D}" srcOrd="0" destOrd="0" parTransId="{72D73927-70E4-41D5-9CF3-21F5A8071811}" sibTransId="{D8B8EA22-964F-4ABE-9879-F5D332E086BA}"/>
    <dgm:cxn modelId="{9E4D4D59-BA51-42E7-8FE2-CDCACE7ABF25}" srcId="{B6E7233B-38A7-4EC9-B55D-4974701DF93E}" destId="{B021DC64-0AE5-4566-BBBC-D9BBC0007176}" srcOrd="1" destOrd="0" parTransId="{3981AFAB-4921-425F-B5ED-486F75A646FC}" sibTransId="{792FF43A-ABB6-459E-BB1F-ADFB4500CA53}"/>
    <dgm:cxn modelId="{48184987-5D7B-4FF5-BD99-5CC99B28292F}" srcId="{B6E7233B-38A7-4EC9-B55D-4974701DF93E}" destId="{376790F2-EBD1-4113-AAD5-00967A72127A}" srcOrd="2" destOrd="0" parTransId="{15BD0B36-9F5D-46BA-BABD-6C0CE8244861}" sibTransId="{184119F1-53A8-453E-95EA-AD964EA0250A}"/>
    <dgm:cxn modelId="{55F94C94-17D9-4D53-BF6B-4541818BDBD4}" srcId="{B6E7233B-38A7-4EC9-B55D-4974701DF93E}" destId="{FC046E88-A2C4-4BD0-A0C3-11CE92BCB38B}" srcOrd="3" destOrd="0" parTransId="{F2AC3F24-42FC-4229-B40A-F1AE218B2A87}" sibTransId="{36F6DFFB-B7D4-41C4-8FC6-F46C43CC0554}"/>
    <dgm:cxn modelId="{FD1D62BC-E46A-497E-9F2D-880544776369}" type="presOf" srcId="{B6E7233B-38A7-4EC9-B55D-4974701DF93E}" destId="{E57088DE-3452-4847-8CC9-5115AF6B838D}" srcOrd="0" destOrd="0" presId="urn:microsoft.com/office/officeart/2005/8/layout/vList2"/>
    <dgm:cxn modelId="{D1054CBD-C070-4C3E-8EEB-89D2ED11FEA4}" type="presOf" srcId="{B021DC64-0AE5-4566-BBBC-D9BBC0007176}" destId="{D0AD9AFF-A795-4A24-AC7C-2674C9DF5BD5}" srcOrd="0" destOrd="0" presId="urn:microsoft.com/office/officeart/2005/8/layout/vList2"/>
    <dgm:cxn modelId="{CD10E2FA-A4FB-459E-88AE-F436350793E1}" type="presOf" srcId="{376790F2-EBD1-4113-AAD5-00967A72127A}" destId="{4191F5EC-1378-4CA9-84CC-C1079E4B5B5D}" srcOrd="0" destOrd="0" presId="urn:microsoft.com/office/officeart/2005/8/layout/vList2"/>
    <dgm:cxn modelId="{EB3DC2FF-1EE6-49D4-BF23-3AE2FAD642E3}" type="presOf" srcId="{714E495F-62CF-44F2-A380-ECC7E62E1D8D}" destId="{EDB857D5-7812-47A9-BC33-31623476CDEF}" srcOrd="0" destOrd="0" presId="urn:microsoft.com/office/officeart/2005/8/layout/vList2"/>
    <dgm:cxn modelId="{1922D37A-AAF3-4A8F-821A-3B06383E01E9}" type="presParOf" srcId="{E57088DE-3452-4847-8CC9-5115AF6B838D}" destId="{EDB857D5-7812-47A9-BC33-31623476CDEF}" srcOrd="0" destOrd="0" presId="urn:microsoft.com/office/officeart/2005/8/layout/vList2"/>
    <dgm:cxn modelId="{976621F4-6B4E-45AB-BC5E-CB1D7CDEC954}" type="presParOf" srcId="{E57088DE-3452-4847-8CC9-5115AF6B838D}" destId="{C14DFFD6-CE12-47A4-925C-57EA135D9D3B}" srcOrd="1" destOrd="0" presId="urn:microsoft.com/office/officeart/2005/8/layout/vList2"/>
    <dgm:cxn modelId="{0DBBADDE-043B-4204-B585-7D8765D8CF1B}" type="presParOf" srcId="{E57088DE-3452-4847-8CC9-5115AF6B838D}" destId="{D0AD9AFF-A795-4A24-AC7C-2674C9DF5BD5}" srcOrd="2" destOrd="0" presId="urn:microsoft.com/office/officeart/2005/8/layout/vList2"/>
    <dgm:cxn modelId="{D855F3C1-F329-42A2-B3CE-FEE66FC2C450}" type="presParOf" srcId="{E57088DE-3452-4847-8CC9-5115AF6B838D}" destId="{1D26BA99-613E-4398-B90F-C7B70EAC3E3C}" srcOrd="3" destOrd="0" presId="urn:microsoft.com/office/officeart/2005/8/layout/vList2"/>
    <dgm:cxn modelId="{B2F50198-E67D-434B-9D47-665D485B7D58}" type="presParOf" srcId="{E57088DE-3452-4847-8CC9-5115AF6B838D}" destId="{4191F5EC-1378-4CA9-84CC-C1079E4B5B5D}" srcOrd="4" destOrd="0" presId="urn:microsoft.com/office/officeart/2005/8/layout/vList2"/>
    <dgm:cxn modelId="{22C7CEE7-BA00-406E-A1CD-327546161D56}" type="presParOf" srcId="{E57088DE-3452-4847-8CC9-5115AF6B838D}" destId="{48A36900-1E32-40D9-8D77-DFA37A1F599F}" srcOrd="5" destOrd="0" presId="urn:microsoft.com/office/officeart/2005/8/layout/vList2"/>
    <dgm:cxn modelId="{C4310317-D747-48E3-BD00-6D1CABE9C2B6}" type="presParOf" srcId="{E57088DE-3452-4847-8CC9-5115AF6B838D}" destId="{334CAA81-10B5-4C19-BD31-8CAF65FB1AD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FDE7797-F7E4-4A3A-BDF7-CEF8CC4571B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715DF40-945C-40C1-912B-75439F001E6C}">
      <dgm:prSet/>
      <dgm:spPr/>
      <dgm:t>
        <a:bodyPr/>
        <a:lstStyle/>
        <a:p>
          <a:r>
            <a:rPr lang="uk-UA" b="0" i="0" dirty="0" err="1"/>
            <a:t>деформованість</a:t>
          </a:r>
          <a:r>
            <a:rPr lang="uk-UA" b="0" i="0" dirty="0"/>
            <a:t> структури економіки</a:t>
          </a:r>
          <a:endParaRPr lang="uk-UA" dirty="0"/>
        </a:p>
      </dgm:t>
    </dgm:pt>
    <dgm:pt modelId="{45460065-F3B0-4977-A3BF-C9AF841883E6}" type="parTrans" cxnId="{BC13EC56-E5C8-418F-A166-50449B8E3453}">
      <dgm:prSet/>
      <dgm:spPr/>
      <dgm:t>
        <a:bodyPr/>
        <a:lstStyle/>
        <a:p>
          <a:endParaRPr lang="uk-UA"/>
        </a:p>
      </dgm:t>
    </dgm:pt>
    <dgm:pt modelId="{96051E4A-83A3-4379-9E6D-7EF992381706}" type="sibTrans" cxnId="{BC13EC56-E5C8-418F-A166-50449B8E3453}">
      <dgm:prSet/>
      <dgm:spPr/>
      <dgm:t>
        <a:bodyPr/>
        <a:lstStyle/>
        <a:p>
          <a:endParaRPr lang="uk-UA"/>
        </a:p>
      </dgm:t>
    </dgm:pt>
    <dgm:pt modelId="{26E58A17-5F2F-4015-9F6D-0B264663E5C3}">
      <dgm:prSet/>
      <dgm:spPr/>
      <dgm:t>
        <a:bodyPr/>
        <a:lstStyle/>
        <a:p>
          <a:r>
            <a:rPr lang="uk-UA" b="0" i="0"/>
            <a:t>посилення економічної самостійності</a:t>
          </a:r>
          <a:endParaRPr lang="uk-UA"/>
        </a:p>
      </dgm:t>
    </dgm:pt>
    <dgm:pt modelId="{D856B28C-3687-406E-9634-96E083B51D1F}" type="parTrans" cxnId="{36571B24-6AD2-48B2-8BD2-AF4C7A375B9C}">
      <dgm:prSet/>
      <dgm:spPr/>
      <dgm:t>
        <a:bodyPr/>
        <a:lstStyle/>
        <a:p>
          <a:endParaRPr lang="uk-UA"/>
        </a:p>
      </dgm:t>
    </dgm:pt>
    <dgm:pt modelId="{4411DDD4-E1F5-490D-9FB6-C74D536A92F4}" type="sibTrans" cxnId="{36571B24-6AD2-48B2-8BD2-AF4C7A375B9C}">
      <dgm:prSet/>
      <dgm:spPr/>
      <dgm:t>
        <a:bodyPr/>
        <a:lstStyle/>
        <a:p>
          <a:endParaRPr lang="uk-UA"/>
        </a:p>
      </dgm:t>
    </dgm:pt>
    <dgm:pt modelId="{1E15C587-ADCA-40CB-98F7-CAE1244149A1}">
      <dgm:prSet/>
      <dgm:spPr/>
      <dgm:t>
        <a:bodyPr/>
        <a:lstStyle/>
        <a:p>
          <a:r>
            <a:rPr lang="uk-UA" b="0" i="0"/>
            <a:t>зростання конкурентоспроможності продукції</a:t>
          </a:r>
          <a:endParaRPr lang="uk-UA"/>
        </a:p>
      </dgm:t>
    </dgm:pt>
    <dgm:pt modelId="{CBC6E322-918E-4075-90F7-69BDED84E3AF}" type="parTrans" cxnId="{56D888A5-A5DC-4AA7-AA12-46A2D81B604F}">
      <dgm:prSet/>
      <dgm:spPr/>
      <dgm:t>
        <a:bodyPr/>
        <a:lstStyle/>
        <a:p>
          <a:endParaRPr lang="uk-UA"/>
        </a:p>
      </dgm:t>
    </dgm:pt>
    <dgm:pt modelId="{B57F0E86-2C4A-4FEB-9D7D-A448D9D30957}" type="sibTrans" cxnId="{56D888A5-A5DC-4AA7-AA12-46A2D81B604F}">
      <dgm:prSet/>
      <dgm:spPr/>
      <dgm:t>
        <a:bodyPr/>
        <a:lstStyle/>
        <a:p>
          <a:endParaRPr lang="uk-UA"/>
        </a:p>
      </dgm:t>
    </dgm:pt>
    <dgm:pt modelId="{2D5FC062-A9A9-45D8-8A88-776FF482E5B3}">
      <dgm:prSet/>
      <dgm:spPr/>
      <dgm:t>
        <a:bodyPr/>
        <a:lstStyle/>
        <a:p>
          <a:r>
            <a:rPr lang="uk-UA" b="0" i="0" dirty="0"/>
            <a:t>зниження </a:t>
          </a:r>
          <a:r>
            <a:rPr lang="uk-UA" b="0" i="0" dirty="0" err="1"/>
            <a:t>матеріало</a:t>
          </a:r>
          <a:r>
            <a:rPr lang="uk-UA" b="0" i="0" dirty="0"/>
            <a:t>- та енергомісткості виробництва</a:t>
          </a:r>
          <a:endParaRPr lang="uk-UA" dirty="0"/>
        </a:p>
      </dgm:t>
    </dgm:pt>
    <dgm:pt modelId="{BEE36276-1C8E-48A6-A6FE-A1434F986175}" type="parTrans" cxnId="{F507A6AF-1D0F-44EE-B6F6-3F38CC916B0E}">
      <dgm:prSet/>
      <dgm:spPr/>
      <dgm:t>
        <a:bodyPr/>
        <a:lstStyle/>
        <a:p>
          <a:endParaRPr lang="uk-UA"/>
        </a:p>
      </dgm:t>
    </dgm:pt>
    <dgm:pt modelId="{1D2E3C84-EA6A-41B0-A0D4-22D2E2BA9289}" type="sibTrans" cxnId="{F507A6AF-1D0F-44EE-B6F6-3F38CC916B0E}">
      <dgm:prSet/>
      <dgm:spPr/>
      <dgm:t>
        <a:bodyPr/>
        <a:lstStyle/>
        <a:p>
          <a:endParaRPr lang="uk-UA"/>
        </a:p>
      </dgm:t>
    </dgm:pt>
    <dgm:pt modelId="{BC57E538-ABD2-44B8-AB2B-B78A5B0A9794}" type="pres">
      <dgm:prSet presAssocID="{AFDE7797-F7E4-4A3A-BDF7-CEF8CC4571BB}" presName="linear" presStyleCnt="0">
        <dgm:presLayoutVars>
          <dgm:animLvl val="lvl"/>
          <dgm:resizeHandles val="exact"/>
        </dgm:presLayoutVars>
      </dgm:prSet>
      <dgm:spPr/>
    </dgm:pt>
    <dgm:pt modelId="{DB774A3E-FAE4-40F4-A244-62B924950B5C}" type="pres">
      <dgm:prSet presAssocID="{1715DF40-945C-40C1-912B-75439F001E6C}" presName="parentText" presStyleLbl="node1" presStyleIdx="0" presStyleCnt="4">
        <dgm:presLayoutVars>
          <dgm:chMax val="0"/>
          <dgm:bulletEnabled val="1"/>
        </dgm:presLayoutVars>
      </dgm:prSet>
      <dgm:spPr/>
    </dgm:pt>
    <dgm:pt modelId="{000AF45F-17C8-43E2-B152-61795CF7F7D2}" type="pres">
      <dgm:prSet presAssocID="{96051E4A-83A3-4379-9E6D-7EF992381706}" presName="spacer" presStyleCnt="0"/>
      <dgm:spPr/>
    </dgm:pt>
    <dgm:pt modelId="{E4AA83C8-B90B-41D5-BEC6-C1DD69D2F691}" type="pres">
      <dgm:prSet presAssocID="{26E58A17-5F2F-4015-9F6D-0B264663E5C3}" presName="parentText" presStyleLbl="node1" presStyleIdx="1" presStyleCnt="4">
        <dgm:presLayoutVars>
          <dgm:chMax val="0"/>
          <dgm:bulletEnabled val="1"/>
        </dgm:presLayoutVars>
      </dgm:prSet>
      <dgm:spPr/>
    </dgm:pt>
    <dgm:pt modelId="{7BC36979-1113-4510-B42D-FE33C09C9531}" type="pres">
      <dgm:prSet presAssocID="{4411DDD4-E1F5-490D-9FB6-C74D536A92F4}" presName="spacer" presStyleCnt="0"/>
      <dgm:spPr/>
    </dgm:pt>
    <dgm:pt modelId="{389555D7-8E40-44FD-8B2E-EBB98D4CE817}" type="pres">
      <dgm:prSet presAssocID="{1E15C587-ADCA-40CB-98F7-CAE1244149A1}" presName="parentText" presStyleLbl="node1" presStyleIdx="2" presStyleCnt="4">
        <dgm:presLayoutVars>
          <dgm:chMax val="0"/>
          <dgm:bulletEnabled val="1"/>
        </dgm:presLayoutVars>
      </dgm:prSet>
      <dgm:spPr/>
    </dgm:pt>
    <dgm:pt modelId="{21AB6E88-F4A2-4715-ADF5-95478B098768}" type="pres">
      <dgm:prSet presAssocID="{B57F0E86-2C4A-4FEB-9D7D-A448D9D30957}" presName="spacer" presStyleCnt="0"/>
      <dgm:spPr/>
    </dgm:pt>
    <dgm:pt modelId="{61ECB6C5-E5E7-49B3-82F0-5BB5076BA210}" type="pres">
      <dgm:prSet presAssocID="{2D5FC062-A9A9-45D8-8A88-776FF482E5B3}" presName="parentText" presStyleLbl="node1" presStyleIdx="3" presStyleCnt="4">
        <dgm:presLayoutVars>
          <dgm:chMax val="0"/>
          <dgm:bulletEnabled val="1"/>
        </dgm:presLayoutVars>
      </dgm:prSet>
      <dgm:spPr/>
    </dgm:pt>
  </dgm:ptLst>
  <dgm:cxnLst>
    <dgm:cxn modelId="{36571B24-6AD2-48B2-8BD2-AF4C7A375B9C}" srcId="{AFDE7797-F7E4-4A3A-BDF7-CEF8CC4571BB}" destId="{26E58A17-5F2F-4015-9F6D-0B264663E5C3}" srcOrd="1" destOrd="0" parTransId="{D856B28C-3687-406E-9634-96E083B51D1F}" sibTransId="{4411DDD4-E1F5-490D-9FB6-C74D536A92F4}"/>
    <dgm:cxn modelId="{A545CD33-CCFF-4A4C-9ECB-26E674572A36}" type="presOf" srcId="{1E15C587-ADCA-40CB-98F7-CAE1244149A1}" destId="{389555D7-8E40-44FD-8B2E-EBB98D4CE817}" srcOrd="0" destOrd="0" presId="urn:microsoft.com/office/officeart/2005/8/layout/vList2"/>
    <dgm:cxn modelId="{7054C95C-0D3F-4750-A756-35159292EFF9}" type="presOf" srcId="{26E58A17-5F2F-4015-9F6D-0B264663E5C3}" destId="{E4AA83C8-B90B-41D5-BEC6-C1DD69D2F691}" srcOrd="0" destOrd="0" presId="urn:microsoft.com/office/officeart/2005/8/layout/vList2"/>
    <dgm:cxn modelId="{BC13EC56-E5C8-418F-A166-50449B8E3453}" srcId="{AFDE7797-F7E4-4A3A-BDF7-CEF8CC4571BB}" destId="{1715DF40-945C-40C1-912B-75439F001E6C}" srcOrd="0" destOrd="0" parTransId="{45460065-F3B0-4977-A3BF-C9AF841883E6}" sibTransId="{96051E4A-83A3-4379-9E6D-7EF992381706}"/>
    <dgm:cxn modelId="{56D888A5-A5DC-4AA7-AA12-46A2D81B604F}" srcId="{AFDE7797-F7E4-4A3A-BDF7-CEF8CC4571BB}" destId="{1E15C587-ADCA-40CB-98F7-CAE1244149A1}" srcOrd="2" destOrd="0" parTransId="{CBC6E322-918E-4075-90F7-69BDED84E3AF}" sibTransId="{B57F0E86-2C4A-4FEB-9D7D-A448D9D30957}"/>
    <dgm:cxn modelId="{F507A6AF-1D0F-44EE-B6F6-3F38CC916B0E}" srcId="{AFDE7797-F7E4-4A3A-BDF7-CEF8CC4571BB}" destId="{2D5FC062-A9A9-45D8-8A88-776FF482E5B3}" srcOrd="3" destOrd="0" parTransId="{BEE36276-1C8E-48A6-A6FE-A1434F986175}" sibTransId="{1D2E3C84-EA6A-41B0-A0D4-22D2E2BA9289}"/>
    <dgm:cxn modelId="{B68236BB-385D-4CD2-977D-7330BBFAF8DC}" type="presOf" srcId="{1715DF40-945C-40C1-912B-75439F001E6C}" destId="{DB774A3E-FAE4-40F4-A244-62B924950B5C}" srcOrd="0" destOrd="0" presId="urn:microsoft.com/office/officeart/2005/8/layout/vList2"/>
    <dgm:cxn modelId="{804875CD-752F-4FF9-9C41-62C8EC289426}" type="presOf" srcId="{AFDE7797-F7E4-4A3A-BDF7-CEF8CC4571BB}" destId="{BC57E538-ABD2-44B8-AB2B-B78A5B0A9794}" srcOrd="0" destOrd="0" presId="urn:microsoft.com/office/officeart/2005/8/layout/vList2"/>
    <dgm:cxn modelId="{06C828E9-F08B-44D4-AEA1-C1120CC039A1}" type="presOf" srcId="{2D5FC062-A9A9-45D8-8A88-776FF482E5B3}" destId="{61ECB6C5-E5E7-49B3-82F0-5BB5076BA210}" srcOrd="0" destOrd="0" presId="urn:microsoft.com/office/officeart/2005/8/layout/vList2"/>
    <dgm:cxn modelId="{19C4A708-00C8-4511-9041-609A8D3B1773}" type="presParOf" srcId="{BC57E538-ABD2-44B8-AB2B-B78A5B0A9794}" destId="{DB774A3E-FAE4-40F4-A244-62B924950B5C}" srcOrd="0" destOrd="0" presId="urn:microsoft.com/office/officeart/2005/8/layout/vList2"/>
    <dgm:cxn modelId="{29D5A1D4-987F-457D-8230-B99F5E33AE9F}" type="presParOf" srcId="{BC57E538-ABD2-44B8-AB2B-B78A5B0A9794}" destId="{000AF45F-17C8-43E2-B152-61795CF7F7D2}" srcOrd="1" destOrd="0" presId="urn:microsoft.com/office/officeart/2005/8/layout/vList2"/>
    <dgm:cxn modelId="{B82241BD-88CE-4007-8091-B8E67792B76C}" type="presParOf" srcId="{BC57E538-ABD2-44B8-AB2B-B78A5B0A9794}" destId="{E4AA83C8-B90B-41D5-BEC6-C1DD69D2F691}" srcOrd="2" destOrd="0" presId="urn:microsoft.com/office/officeart/2005/8/layout/vList2"/>
    <dgm:cxn modelId="{A93723AC-6012-4854-AD93-A1ECE8F513DB}" type="presParOf" srcId="{BC57E538-ABD2-44B8-AB2B-B78A5B0A9794}" destId="{7BC36979-1113-4510-B42D-FE33C09C9531}" srcOrd="3" destOrd="0" presId="urn:microsoft.com/office/officeart/2005/8/layout/vList2"/>
    <dgm:cxn modelId="{4396C345-1FAF-4021-9EC2-C56D1FE1E22D}" type="presParOf" srcId="{BC57E538-ABD2-44B8-AB2B-B78A5B0A9794}" destId="{389555D7-8E40-44FD-8B2E-EBB98D4CE817}" srcOrd="4" destOrd="0" presId="urn:microsoft.com/office/officeart/2005/8/layout/vList2"/>
    <dgm:cxn modelId="{F5DA79F2-237A-4440-A34C-845738DCBB48}" type="presParOf" srcId="{BC57E538-ABD2-44B8-AB2B-B78A5B0A9794}" destId="{21AB6E88-F4A2-4715-ADF5-95478B098768}" srcOrd="5" destOrd="0" presId="urn:microsoft.com/office/officeart/2005/8/layout/vList2"/>
    <dgm:cxn modelId="{26AF8930-5F07-4D97-8E64-6998C925B00A}" type="presParOf" srcId="{BC57E538-ABD2-44B8-AB2B-B78A5B0A9794}" destId="{61ECB6C5-E5E7-49B3-82F0-5BB5076BA21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2D6BB2D-41AB-4823-BF10-885EE4A4B90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2D9F761-5922-4F70-9976-3843AE45C5F9}">
      <dgm:prSet/>
      <dgm:spPr/>
      <dgm:t>
        <a:bodyPr/>
        <a:lstStyle/>
        <a:p>
          <a:r>
            <a:rPr lang="uk-UA" b="0" i="0" dirty="0"/>
            <a:t>кіно</a:t>
          </a:r>
          <a:endParaRPr lang="uk-UA" dirty="0"/>
        </a:p>
      </dgm:t>
    </dgm:pt>
    <dgm:pt modelId="{0C4C2AB4-0121-4776-9EC8-C7B127A7AD54}" type="parTrans" cxnId="{7C0FED6E-A482-439B-B4A8-4564D68CAFE5}">
      <dgm:prSet/>
      <dgm:spPr/>
      <dgm:t>
        <a:bodyPr/>
        <a:lstStyle/>
        <a:p>
          <a:endParaRPr lang="uk-UA"/>
        </a:p>
      </dgm:t>
    </dgm:pt>
    <dgm:pt modelId="{10222C00-AE1F-4AA2-A180-5F4DAFAFC85A}" type="sibTrans" cxnId="{7C0FED6E-A482-439B-B4A8-4564D68CAFE5}">
      <dgm:prSet/>
      <dgm:spPr/>
      <dgm:t>
        <a:bodyPr/>
        <a:lstStyle/>
        <a:p>
          <a:endParaRPr lang="uk-UA"/>
        </a:p>
      </dgm:t>
    </dgm:pt>
    <dgm:pt modelId="{BF87567E-D897-4F26-A8F9-E1186D120E04}">
      <dgm:prSet/>
      <dgm:spPr/>
      <dgm:t>
        <a:bodyPr/>
        <a:lstStyle/>
        <a:p>
          <a:r>
            <a:rPr lang="uk-UA" b="0" i="0"/>
            <a:t>театру</a:t>
          </a:r>
          <a:endParaRPr lang="uk-UA"/>
        </a:p>
      </dgm:t>
    </dgm:pt>
    <dgm:pt modelId="{65A532AA-D9C0-4BB7-A865-E0CD5F7745E6}" type="parTrans" cxnId="{CBC23ADB-87D8-4D1A-9363-5FE80AE08D3F}">
      <dgm:prSet/>
      <dgm:spPr/>
      <dgm:t>
        <a:bodyPr/>
        <a:lstStyle/>
        <a:p>
          <a:endParaRPr lang="uk-UA"/>
        </a:p>
      </dgm:t>
    </dgm:pt>
    <dgm:pt modelId="{32BA00C1-50E1-4F4F-8E31-00A3DFFCE9C7}" type="sibTrans" cxnId="{CBC23ADB-87D8-4D1A-9363-5FE80AE08D3F}">
      <dgm:prSet/>
      <dgm:spPr/>
      <dgm:t>
        <a:bodyPr/>
        <a:lstStyle/>
        <a:p>
          <a:endParaRPr lang="uk-UA"/>
        </a:p>
      </dgm:t>
    </dgm:pt>
    <dgm:pt modelId="{921EDC51-C865-4F7A-94AC-DE9F812288C2}">
      <dgm:prSet/>
      <dgm:spPr/>
      <dgm:t>
        <a:bodyPr/>
        <a:lstStyle/>
        <a:p>
          <a:r>
            <a:rPr lang="uk-UA" b="0" i="0"/>
            <a:t>музики</a:t>
          </a:r>
          <a:endParaRPr lang="uk-UA"/>
        </a:p>
      </dgm:t>
    </dgm:pt>
    <dgm:pt modelId="{64812E20-376D-4943-B8DE-5E69AF476D2B}" type="parTrans" cxnId="{C6128E00-9E11-4B0D-807C-7AC8B399AF36}">
      <dgm:prSet/>
      <dgm:spPr/>
      <dgm:t>
        <a:bodyPr/>
        <a:lstStyle/>
        <a:p>
          <a:endParaRPr lang="uk-UA"/>
        </a:p>
      </dgm:t>
    </dgm:pt>
    <dgm:pt modelId="{E010C5FF-8C79-43A7-BF20-84A57DE98A7E}" type="sibTrans" cxnId="{C6128E00-9E11-4B0D-807C-7AC8B399AF36}">
      <dgm:prSet/>
      <dgm:spPr/>
      <dgm:t>
        <a:bodyPr/>
        <a:lstStyle/>
        <a:p>
          <a:endParaRPr lang="uk-UA"/>
        </a:p>
      </dgm:t>
    </dgm:pt>
    <dgm:pt modelId="{6D6EA152-9FEB-493E-935E-671603BB220F}">
      <dgm:prSet/>
      <dgm:spPr/>
      <dgm:t>
        <a:bodyPr/>
        <a:lstStyle/>
        <a:p>
          <a:r>
            <a:rPr lang="uk-UA" b="0" i="0" dirty="0"/>
            <a:t>архітектури</a:t>
          </a:r>
          <a:endParaRPr lang="uk-UA" dirty="0"/>
        </a:p>
      </dgm:t>
    </dgm:pt>
    <dgm:pt modelId="{B48CAB14-5751-4A37-8F39-C096EC54BB8C}" type="parTrans" cxnId="{0AF88B2F-33EE-4846-A717-A4093D95C688}">
      <dgm:prSet/>
      <dgm:spPr/>
      <dgm:t>
        <a:bodyPr/>
        <a:lstStyle/>
        <a:p>
          <a:endParaRPr lang="uk-UA"/>
        </a:p>
      </dgm:t>
    </dgm:pt>
    <dgm:pt modelId="{23FAE04F-E594-42BE-91B2-3BCF4CC6BD43}" type="sibTrans" cxnId="{0AF88B2F-33EE-4846-A717-A4093D95C688}">
      <dgm:prSet/>
      <dgm:spPr/>
      <dgm:t>
        <a:bodyPr/>
        <a:lstStyle/>
        <a:p>
          <a:endParaRPr lang="uk-UA"/>
        </a:p>
      </dgm:t>
    </dgm:pt>
    <dgm:pt modelId="{2C5ABB3C-A0EC-485C-A8E2-1BEAD2B8DF13}" type="pres">
      <dgm:prSet presAssocID="{62D6BB2D-41AB-4823-BF10-885EE4A4B908}" presName="linearFlow" presStyleCnt="0">
        <dgm:presLayoutVars>
          <dgm:dir/>
          <dgm:resizeHandles val="exact"/>
        </dgm:presLayoutVars>
      </dgm:prSet>
      <dgm:spPr/>
    </dgm:pt>
    <dgm:pt modelId="{FAC8AAD5-73EC-4D62-9A20-B7C6D5E44416}" type="pres">
      <dgm:prSet presAssocID="{12D9F761-5922-4F70-9976-3843AE45C5F9}" presName="composite" presStyleCnt="0"/>
      <dgm:spPr/>
    </dgm:pt>
    <dgm:pt modelId="{3C84C954-A2F7-42FD-91FD-A7FC3D32D841}" type="pres">
      <dgm:prSet presAssocID="{12D9F761-5922-4F70-9976-3843AE45C5F9}" presName="imgShp" presStyleLbl="fgImgPlace1" presStyleIdx="0" presStyleCnt="4"/>
      <dgm:spPr/>
    </dgm:pt>
    <dgm:pt modelId="{01384A51-8D2A-4C29-A9D4-3D2B885E7BFA}" type="pres">
      <dgm:prSet presAssocID="{12D9F761-5922-4F70-9976-3843AE45C5F9}" presName="txShp" presStyleLbl="node1" presStyleIdx="0" presStyleCnt="4">
        <dgm:presLayoutVars>
          <dgm:bulletEnabled val="1"/>
        </dgm:presLayoutVars>
      </dgm:prSet>
      <dgm:spPr/>
    </dgm:pt>
    <dgm:pt modelId="{C1C50AF3-9FE7-4F00-AAF5-1E6DF4EBF1FB}" type="pres">
      <dgm:prSet presAssocID="{10222C00-AE1F-4AA2-A180-5F4DAFAFC85A}" presName="spacing" presStyleCnt="0"/>
      <dgm:spPr/>
    </dgm:pt>
    <dgm:pt modelId="{D6EB5DA5-662C-4D78-B58C-004BE08C04E8}" type="pres">
      <dgm:prSet presAssocID="{BF87567E-D897-4F26-A8F9-E1186D120E04}" presName="composite" presStyleCnt="0"/>
      <dgm:spPr/>
    </dgm:pt>
    <dgm:pt modelId="{2369BE83-3BD8-4C78-A945-707091764061}" type="pres">
      <dgm:prSet presAssocID="{BF87567E-D897-4F26-A8F9-E1186D120E04}" presName="imgShp" presStyleLbl="fgImgPlace1" presStyleIdx="1" presStyleCnt="4"/>
      <dgm:spPr/>
    </dgm:pt>
    <dgm:pt modelId="{FE6D49DC-F881-4EBA-9DD8-BC355F2CBD9A}" type="pres">
      <dgm:prSet presAssocID="{BF87567E-D897-4F26-A8F9-E1186D120E04}" presName="txShp" presStyleLbl="node1" presStyleIdx="1" presStyleCnt="4">
        <dgm:presLayoutVars>
          <dgm:bulletEnabled val="1"/>
        </dgm:presLayoutVars>
      </dgm:prSet>
      <dgm:spPr/>
    </dgm:pt>
    <dgm:pt modelId="{85E5B3CC-15FE-4C15-BE29-74C86F3CC31F}" type="pres">
      <dgm:prSet presAssocID="{32BA00C1-50E1-4F4F-8E31-00A3DFFCE9C7}" presName="spacing" presStyleCnt="0"/>
      <dgm:spPr/>
    </dgm:pt>
    <dgm:pt modelId="{48762FE0-5DDB-4331-BAAE-1DC082C8CF94}" type="pres">
      <dgm:prSet presAssocID="{921EDC51-C865-4F7A-94AC-DE9F812288C2}" presName="composite" presStyleCnt="0"/>
      <dgm:spPr/>
    </dgm:pt>
    <dgm:pt modelId="{E4299F77-4AE4-4BAD-96C1-1E8768AD22D0}" type="pres">
      <dgm:prSet presAssocID="{921EDC51-C865-4F7A-94AC-DE9F812288C2}" presName="imgShp" presStyleLbl="fgImgPlace1" presStyleIdx="2" presStyleCnt="4"/>
      <dgm:spPr/>
    </dgm:pt>
    <dgm:pt modelId="{1DC510BC-64DF-469E-A544-2A1BB4D70E6F}" type="pres">
      <dgm:prSet presAssocID="{921EDC51-C865-4F7A-94AC-DE9F812288C2}" presName="txShp" presStyleLbl="node1" presStyleIdx="2" presStyleCnt="4">
        <dgm:presLayoutVars>
          <dgm:bulletEnabled val="1"/>
        </dgm:presLayoutVars>
      </dgm:prSet>
      <dgm:spPr/>
    </dgm:pt>
    <dgm:pt modelId="{1ED3FCFC-269B-4451-9838-CC2B14892416}" type="pres">
      <dgm:prSet presAssocID="{E010C5FF-8C79-43A7-BF20-84A57DE98A7E}" presName="spacing" presStyleCnt="0"/>
      <dgm:spPr/>
    </dgm:pt>
    <dgm:pt modelId="{4DAD8F63-E519-4154-9093-5D18FBB77291}" type="pres">
      <dgm:prSet presAssocID="{6D6EA152-9FEB-493E-935E-671603BB220F}" presName="composite" presStyleCnt="0"/>
      <dgm:spPr/>
    </dgm:pt>
    <dgm:pt modelId="{4C96640F-5EE4-4E23-A607-480682037D76}" type="pres">
      <dgm:prSet presAssocID="{6D6EA152-9FEB-493E-935E-671603BB220F}" presName="imgShp" presStyleLbl="fgImgPlace1" presStyleIdx="3" presStyleCnt="4"/>
      <dgm:spPr/>
    </dgm:pt>
    <dgm:pt modelId="{BE4DFF91-63D6-4796-9703-2D3F8D059161}" type="pres">
      <dgm:prSet presAssocID="{6D6EA152-9FEB-493E-935E-671603BB220F}" presName="txShp" presStyleLbl="node1" presStyleIdx="3" presStyleCnt="4">
        <dgm:presLayoutVars>
          <dgm:bulletEnabled val="1"/>
        </dgm:presLayoutVars>
      </dgm:prSet>
      <dgm:spPr/>
    </dgm:pt>
  </dgm:ptLst>
  <dgm:cxnLst>
    <dgm:cxn modelId="{C6128E00-9E11-4B0D-807C-7AC8B399AF36}" srcId="{62D6BB2D-41AB-4823-BF10-885EE4A4B908}" destId="{921EDC51-C865-4F7A-94AC-DE9F812288C2}" srcOrd="2" destOrd="0" parTransId="{64812E20-376D-4943-B8DE-5E69AF476D2B}" sibTransId="{E010C5FF-8C79-43A7-BF20-84A57DE98A7E}"/>
    <dgm:cxn modelId="{535AF91F-7877-4D46-97B8-3ADCB1DAB04C}" type="presOf" srcId="{921EDC51-C865-4F7A-94AC-DE9F812288C2}" destId="{1DC510BC-64DF-469E-A544-2A1BB4D70E6F}" srcOrd="0" destOrd="0" presId="urn:microsoft.com/office/officeart/2005/8/layout/vList3"/>
    <dgm:cxn modelId="{0AF88B2F-33EE-4846-A717-A4093D95C688}" srcId="{62D6BB2D-41AB-4823-BF10-885EE4A4B908}" destId="{6D6EA152-9FEB-493E-935E-671603BB220F}" srcOrd="3" destOrd="0" parTransId="{B48CAB14-5751-4A37-8F39-C096EC54BB8C}" sibTransId="{23FAE04F-E594-42BE-91B2-3BCF4CC6BD43}"/>
    <dgm:cxn modelId="{FFC92F3A-032B-41ED-BC6B-465D3E8DC424}" type="presOf" srcId="{62D6BB2D-41AB-4823-BF10-885EE4A4B908}" destId="{2C5ABB3C-A0EC-485C-A8E2-1BEAD2B8DF13}" srcOrd="0" destOrd="0" presId="urn:microsoft.com/office/officeart/2005/8/layout/vList3"/>
    <dgm:cxn modelId="{7C0FED6E-A482-439B-B4A8-4564D68CAFE5}" srcId="{62D6BB2D-41AB-4823-BF10-885EE4A4B908}" destId="{12D9F761-5922-4F70-9976-3843AE45C5F9}" srcOrd="0" destOrd="0" parTransId="{0C4C2AB4-0121-4776-9EC8-C7B127A7AD54}" sibTransId="{10222C00-AE1F-4AA2-A180-5F4DAFAFC85A}"/>
    <dgm:cxn modelId="{C1B4C483-3E1D-4227-A5E4-C10341EEE3D8}" type="presOf" srcId="{6D6EA152-9FEB-493E-935E-671603BB220F}" destId="{BE4DFF91-63D6-4796-9703-2D3F8D059161}" srcOrd="0" destOrd="0" presId="urn:microsoft.com/office/officeart/2005/8/layout/vList3"/>
    <dgm:cxn modelId="{0480E795-B3F8-478D-811C-4C1A21150A43}" type="presOf" srcId="{BF87567E-D897-4F26-A8F9-E1186D120E04}" destId="{FE6D49DC-F881-4EBA-9DD8-BC355F2CBD9A}" srcOrd="0" destOrd="0" presId="urn:microsoft.com/office/officeart/2005/8/layout/vList3"/>
    <dgm:cxn modelId="{0828A2AB-9FE9-45D2-8AEE-4734E4573637}" type="presOf" srcId="{12D9F761-5922-4F70-9976-3843AE45C5F9}" destId="{01384A51-8D2A-4C29-A9D4-3D2B885E7BFA}" srcOrd="0" destOrd="0" presId="urn:microsoft.com/office/officeart/2005/8/layout/vList3"/>
    <dgm:cxn modelId="{CBC23ADB-87D8-4D1A-9363-5FE80AE08D3F}" srcId="{62D6BB2D-41AB-4823-BF10-885EE4A4B908}" destId="{BF87567E-D897-4F26-A8F9-E1186D120E04}" srcOrd="1" destOrd="0" parTransId="{65A532AA-D9C0-4BB7-A865-E0CD5F7745E6}" sibTransId="{32BA00C1-50E1-4F4F-8E31-00A3DFFCE9C7}"/>
    <dgm:cxn modelId="{F77FB4F9-B99F-4234-8E0E-DFDB4382723B}" type="presParOf" srcId="{2C5ABB3C-A0EC-485C-A8E2-1BEAD2B8DF13}" destId="{FAC8AAD5-73EC-4D62-9A20-B7C6D5E44416}" srcOrd="0" destOrd="0" presId="urn:microsoft.com/office/officeart/2005/8/layout/vList3"/>
    <dgm:cxn modelId="{EB9B67A5-11A2-4677-965B-2C66F16243FF}" type="presParOf" srcId="{FAC8AAD5-73EC-4D62-9A20-B7C6D5E44416}" destId="{3C84C954-A2F7-42FD-91FD-A7FC3D32D841}" srcOrd="0" destOrd="0" presId="urn:microsoft.com/office/officeart/2005/8/layout/vList3"/>
    <dgm:cxn modelId="{C5C35159-9537-4565-8700-2998D6FAD659}" type="presParOf" srcId="{FAC8AAD5-73EC-4D62-9A20-B7C6D5E44416}" destId="{01384A51-8D2A-4C29-A9D4-3D2B885E7BFA}" srcOrd="1" destOrd="0" presId="urn:microsoft.com/office/officeart/2005/8/layout/vList3"/>
    <dgm:cxn modelId="{85BD7274-E3A5-4666-A38B-A763C4A94FAC}" type="presParOf" srcId="{2C5ABB3C-A0EC-485C-A8E2-1BEAD2B8DF13}" destId="{C1C50AF3-9FE7-4F00-AAF5-1E6DF4EBF1FB}" srcOrd="1" destOrd="0" presId="urn:microsoft.com/office/officeart/2005/8/layout/vList3"/>
    <dgm:cxn modelId="{CE8E0D2E-4757-4AD0-8184-BE5BFBBF6E62}" type="presParOf" srcId="{2C5ABB3C-A0EC-485C-A8E2-1BEAD2B8DF13}" destId="{D6EB5DA5-662C-4D78-B58C-004BE08C04E8}" srcOrd="2" destOrd="0" presId="urn:microsoft.com/office/officeart/2005/8/layout/vList3"/>
    <dgm:cxn modelId="{3B5B721B-E9E9-4686-9967-72AA38CB6B39}" type="presParOf" srcId="{D6EB5DA5-662C-4D78-B58C-004BE08C04E8}" destId="{2369BE83-3BD8-4C78-A945-707091764061}" srcOrd="0" destOrd="0" presId="urn:microsoft.com/office/officeart/2005/8/layout/vList3"/>
    <dgm:cxn modelId="{B1928208-D110-4A45-810F-7207630DAD34}" type="presParOf" srcId="{D6EB5DA5-662C-4D78-B58C-004BE08C04E8}" destId="{FE6D49DC-F881-4EBA-9DD8-BC355F2CBD9A}" srcOrd="1" destOrd="0" presId="urn:microsoft.com/office/officeart/2005/8/layout/vList3"/>
    <dgm:cxn modelId="{014F6E69-46F1-4140-9B4B-F44A6C17F473}" type="presParOf" srcId="{2C5ABB3C-A0EC-485C-A8E2-1BEAD2B8DF13}" destId="{85E5B3CC-15FE-4C15-BE29-74C86F3CC31F}" srcOrd="3" destOrd="0" presId="urn:microsoft.com/office/officeart/2005/8/layout/vList3"/>
    <dgm:cxn modelId="{CDEB7694-7D0D-430C-AEA4-C12C3060AF8E}" type="presParOf" srcId="{2C5ABB3C-A0EC-485C-A8E2-1BEAD2B8DF13}" destId="{48762FE0-5DDB-4331-BAAE-1DC082C8CF94}" srcOrd="4" destOrd="0" presId="urn:microsoft.com/office/officeart/2005/8/layout/vList3"/>
    <dgm:cxn modelId="{C2720122-A3E7-492A-BA5E-9B8FA7CDD119}" type="presParOf" srcId="{48762FE0-5DDB-4331-BAAE-1DC082C8CF94}" destId="{E4299F77-4AE4-4BAD-96C1-1E8768AD22D0}" srcOrd="0" destOrd="0" presId="urn:microsoft.com/office/officeart/2005/8/layout/vList3"/>
    <dgm:cxn modelId="{6D18B7D3-3107-49C4-ADC8-6A2FB70AF7BE}" type="presParOf" srcId="{48762FE0-5DDB-4331-BAAE-1DC082C8CF94}" destId="{1DC510BC-64DF-469E-A544-2A1BB4D70E6F}" srcOrd="1" destOrd="0" presId="urn:microsoft.com/office/officeart/2005/8/layout/vList3"/>
    <dgm:cxn modelId="{96B4D883-7814-4005-8347-ECB52BCA2BFD}" type="presParOf" srcId="{2C5ABB3C-A0EC-485C-A8E2-1BEAD2B8DF13}" destId="{1ED3FCFC-269B-4451-9838-CC2B14892416}" srcOrd="5" destOrd="0" presId="urn:microsoft.com/office/officeart/2005/8/layout/vList3"/>
    <dgm:cxn modelId="{D34287C9-9029-4AF7-8CF6-5CD56914FD34}" type="presParOf" srcId="{2C5ABB3C-A0EC-485C-A8E2-1BEAD2B8DF13}" destId="{4DAD8F63-E519-4154-9093-5D18FBB77291}" srcOrd="6" destOrd="0" presId="urn:microsoft.com/office/officeart/2005/8/layout/vList3"/>
    <dgm:cxn modelId="{FC8E7721-703B-4C06-9E5C-720FBE27BC63}" type="presParOf" srcId="{4DAD8F63-E519-4154-9093-5D18FBB77291}" destId="{4C96640F-5EE4-4E23-A607-480682037D76}" srcOrd="0" destOrd="0" presId="urn:microsoft.com/office/officeart/2005/8/layout/vList3"/>
    <dgm:cxn modelId="{C24FB4B4-A994-40C0-BAAD-786FBD464A09}" type="presParOf" srcId="{4DAD8F63-E519-4154-9093-5D18FBB77291}" destId="{BE4DFF91-63D6-4796-9703-2D3F8D05916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9AAF50C-1A8A-4D1B-846B-2A90B8661C4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A04A3E1F-6295-4B85-9AD2-E364ECB811A3}">
      <dgm:prSet/>
      <dgm:spPr/>
      <dgm:t>
        <a:bodyPr/>
        <a:lstStyle/>
        <a:p>
          <a:r>
            <a:rPr lang="ru-RU" b="0" i="0" dirty="0"/>
            <a:t>«</a:t>
          </a:r>
          <a:r>
            <a:rPr lang="ru-RU" b="0" i="0" dirty="0" err="1"/>
            <a:t>відлиги</a:t>
          </a:r>
          <a:r>
            <a:rPr lang="ru-RU" b="0" i="0" dirty="0"/>
            <a:t>».</a:t>
          </a:r>
          <a:endParaRPr lang="uk-UA" dirty="0"/>
        </a:p>
      </dgm:t>
    </dgm:pt>
    <dgm:pt modelId="{B3A0EE5B-FBF7-493E-A095-2A055E3782B7}" type="parTrans" cxnId="{E774EA8E-4F86-4EC4-B185-C8514A1D2529}">
      <dgm:prSet/>
      <dgm:spPr/>
      <dgm:t>
        <a:bodyPr/>
        <a:lstStyle/>
        <a:p>
          <a:endParaRPr lang="uk-UA"/>
        </a:p>
      </dgm:t>
    </dgm:pt>
    <dgm:pt modelId="{E1716D42-765D-4100-AF97-EDEEEA4FD14E}" type="sibTrans" cxnId="{E774EA8E-4F86-4EC4-B185-C8514A1D2529}">
      <dgm:prSet/>
      <dgm:spPr/>
      <dgm:t>
        <a:bodyPr/>
        <a:lstStyle/>
        <a:p>
          <a:endParaRPr lang="uk-UA"/>
        </a:p>
      </dgm:t>
    </dgm:pt>
    <dgm:pt modelId="{12EF50D2-AA60-425E-B093-6579D7320262}">
      <dgm:prSet/>
      <dgm:spPr/>
      <dgm:t>
        <a:bodyPr/>
        <a:lstStyle/>
        <a:p>
          <a:r>
            <a:rPr lang="ru-RU" b="0" i="0"/>
            <a:t>«застою».</a:t>
          </a:r>
          <a:endParaRPr lang="uk-UA"/>
        </a:p>
      </dgm:t>
    </dgm:pt>
    <dgm:pt modelId="{41755CF1-154C-47F5-B0C9-0AEA92C114CC}" type="parTrans" cxnId="{24A8DE88-F621-498D-8AA2-CCC62CC56485}">
      <dgm:prSet/>
      <dgm:spPr/>
      <dgm:t>
        <a:bodyPr/>
        <a:lstStyle/>
        <a:p>
          <a:endParaRPr lang="uk-UA"/>
        </a:p>
      </dgm:t>
    </dgm:pt>
    <dgm:pt modelId="{84666327-7063-4003-BBEA-D1F7AB0DD1DF}" type="sibTrans" cxnId="{24A8DE88-F621-498D-8AA2-CCC62CC56485}">
      <dgm:prSet/>
      <dgm:spPr/>
      <dgm:t>
        <a:bodyPr/>
        <a:lstStyle/>
        <a:p>
          <a:endParaRPr lang="uk-UA"/>
        </a:p>
      </dgm:t>
    </dgm:pt>
    <dgm:pt modelId="{05CA569A-51AE-4FF0-A3FF-8985A0494069}">
      <dgm:prSet/>
      <dgm:spPr/>
      <dgm:t>
        <a:bodyPr/>
        <a:lstStyle/>
        <a:p>
          <a:r>
            <a:rPr lang="ru-RU" b="0" i="0"/>
            <a:t>«перебудови».</a:t>
          </a:r>
          <a:endParaRPr lang="uk-UA"/>
        </a:p>
      </dgm:t>
    </dgm:pt>
    <dgm:pt modelId="{BA594AE7-0D17-4C05-8C62-9C88D7929CEE}" type="parTrans" cxnId="{39718639-D64B-414B-9C3C-E875957F4FF3}">
      <dgm:prSet/>
      <dgm:spPr/>
      <dgm:t>
        <a:bodyPr/>
        <a:lstStyle/>
        <a:p>
          <a:endParaRPr lang="uk-UA"/>
        </a:p>
      </dgm:t>
    </dgm:pt>
    <dgm:pt modelId="{F414D3C8-425B-482B-AF7E-F0ED6DBBFE44}" type="sibTrans" cxnId="{39718639-D64B-414B-9C3C-E875957F4FF3}">
      <dgm:prSet/>
      <dgm:spPr/>
      <dgm:t>
        <a:bodyPr/>
        <a:lstStyle/>
        <a:p>
          <a:endParaRPr lang="uk-UA"/>
        </a:p>
      </dgm:t>
    </dgm:pt>
    <dgm:pt modelId="{E5D1C528-8331-4774-8588-42FC09C6FB50}">
      <dgm:prSet/>
      <dgm:spPr/>
      <dgm:t>
        <a:bodyPr/>
        <a:lstStyle/>
        <a:p>
          <a:r>
            <a:rPr lang="ru-RU" b="0" i="0" dirty="0"/>
            <a:t>«</a:t>
          </a:r>
          <a:r>
            <a:rPr lang="ru-RU" b="0" i="0" dirty="0" err="1"/>
            <a:t>незалежності</a:t>
          </a:r>
          <a:r>
            <a:rPr lang="ru-RU" b="0" i="0" dirty="0"/>
            <a:t>».</a:t>
          </a:r>
          <a:endParaRPr lang="uk-UA" dirty="0"/>
        </a:p>
      </dgm:t>
    </dgm:pt>
    <dgm:pt modelId="{7F1E0769-372D-4D7C-B24C-191AEED86175}" type="parTrans" cxnId="{46C537B4-E36C-4004-BAE7-2913AB523F47}">
      <dgm:prSet/>
      <dgm:spPr/>
      <dgm:t>
        <a:bodyPr/>
        <a:lstStyle/>
        <a:p>
          <a:endParaRPr lang="uk-UA"/>
        </a:p>
      </dgm:t>
    </dgm:pt>
    <dgm:pt modelId="{D92DA53E-EC63-4244-8EA5-B1A2202E806C}" type="sibTrans" cxnId="{46C537B4-E36C-4004-BAE7-2913AB523F47}">
      <dgm:prSet/>
      <dgm:spPr/>
      <dgm:t>
        <a:bodyPr/>
        <a:lstStyle/>
        <a:p>
          <a:endParaRPr lang="uk-UA"/>
        </a:p>
      </dgm:t>
    </dgm:pt>
    <dgm:pt modelId="{F2D8B28E-4568-404F-AE3F-9B9FA6C66852}" type="pres">
      <dgm:prSet presAssocID="{E9AAF50C-1A8A-4D1B-846B-2A90B8661C46}" presName="linearFlow" presStyleCnt="0">
        <dgm:presLayoutVars>
          <dgm:dir/>
          <dgm:resizeHandles val="exact"/>
        </dgm:presLayoutVars>
      </dgm:prSet>
      <dgm:spPr/>
    </dgm:pt>
    <dgm:pt modelId="{99DD44B5-54C7-4D1F-BDB8-3136FF19EB5C}" type="pres">
      <dgm:prSet presAssocID="{A04A3E1F-6295-4B85-9AD2-E364ECB811A3}" presName="composite" presStyleCnt="0"/>
      <dgm:spPr/>
    </dgm:pt>
    <dgm:pt modelId="{37B09577-CA80-444B-88E1-CC595B27E197}" type="pres">
      <dgm:prSet presAssocID="{A04A3E1F-6295-4B85-9AD2-E364ECB811A3}" presName="imgShp" presStyleLbl="fgImgPlace1" presStyleIdx="0" presStyleCnt="4"/>
      <dgm:spPr/>
    </dgm:pt>
    <dgm:pt modelId="{AD64D24F-D10E-49E1-A9B1-5273E8A2C1E6}" type="pres">
      <dgm:prSet presAssocID="{A04A3E1F-6295-4B85-9AD2-E364ECB811A3}" presName="txShp" presStyleLbl="node1" presStyleIdx="0" presStyleCnt="4">
        <dgm:presLayoutVars>
          <dgm:bulletEnabled val="1"/>
        </dgm:presLayoutVars>
      </dgm:prSet>
      <dgm:spPr/>
    </dgm:pt>
    <dgm:pt modelId="{2FF88281-DE8E-4FB5-B501-DB301D223472}" type="pres">
      <dgm:prSet presAssocID="{E1716D42-765D-4100-AF97-EDEEEA4FD14E}" presName="spacing" presStyleCnt="0"/>
      <dgm:spPr/>
    </dgm:pt>
    <dgm:pt modelId="{B520CD85-759F-4AAA-B7EE-6B744E80865D}" type="pres">
      <dgm:prSet presAssocID="{12EF50D2-AA60-425E-B093-6579D7320262}" presName="composite" presStyleCnt="0"/>
      <dgm:spPr/>
    </dgm:pt>
    <dgm:pt modelId="{E12404A8-1617-490D-B5E8-EAD4B0376E2F}" type="pres">
      <dgm:prSet presAssocID="{12EF50D2-AA60-425E-B093-6579D7320262}" presName="imgShp" presStyleLbl="fgImgPlace1" presStyleIdx="1" presStyleCnt="4"/>
      <dgm:spPr/>
    </dgm:pt>
    <dgm:pt modelId="{4302243F-93C5-46D9-BB5D-6C84E29EE45A}" type="pres">
      <dgm:prSet presAssocID="{12EF50D2-AA60-425E-B093-6579D7320262}" presName="txShp" presStyleLbl="node1" presStyleIdx="1" presStyleCnt="4">
        <dgm:presLayoutVars>
          <dgm:bulletEnabled val="1"/>
        </dgm:presLayoutVars>
      </dgm:prSet>
      <dgm:spPr/>
    </dgm:pt>
    <dgm:pt modelId="{E865A774-9F9C-4B48-9D2B-719756C44CA8}" type="pres">
      <dgm:prSet presAssocID="{84666327-7063-4003-BBEA-D1F7AB0DD1DF}" presName="spacing" presStyleCnt="0"/>
      <dgm:spPr/>
    </dgm:pt>
    <dgm:pt modelId="{17F9FDF3-A941-433D-A40C-C4BF60CB8E17}" type="pres">
      <dgm:prSet presAssocID="{05CA569A-51AE-4FF0-A3FF-8985A0494069}" presName="composite" presStyleCnt="0"/>
      <dgm:spPr/>
    </dgm:pt>
    <dgm:pt modelId="{AFFFE83C-2863-4D2F-8668-DA2163AB32E6}" type="pres">
      <dgm:prSet presAssocID="{05CA569A-51AE-4FF0-A3FF-8985A0494069}" presName="imgShp" presStyleLbl="fgImgPlace1" presStyleIdx="2" presStyleCnt="4"/>
      <dgm:spPr/>
    </dgm:pt>
    <dgm:pt modelId="{FCCE8C78-11A6-4183-B67D-474B23068DA0}" type="pres">
      <dgm:prSet presAssocID="{05CA569A-51AE-4FF0-A3FF-8985A0494069}" presName="txShp" presStyleLbl="node1" presStyleIdx="2" presStyleCnt="4">
        <dgm:presLayoutVars>
          <dgm:bulletEnabled val="1"/>
        </dgm:presLayoutVars>
      </dgm:prSet>
      <dgm:spPr/>
    </dgm:pt>
    <dgm:pt modelId="{25614282-B14D-4070-9BDB-DFCDEDF23F41}" type="pres">
      <dgm:prSet presAssocID="{F414D3C8-425B-482B-AF7E-F0ED6DBBFE44}" presName="spacing" presStyleCnt="0"/>
      <dgm:spPr/>
    </dgm:pt>
    <dgm:pt modelId="{80894A06-6874-480E-92CE-231402797D44}" type="pres">
      <dgm:prSet presAssocID="{E5D1C528-8331-4774-8588-42FC09C6FB50}" presName="composite" presStyleCnt="0"/>
      <dgm:spPr/>
    </dgm:pt>
    <dgm:pt modelId="{0A67127D-C1C0-4CD6-BD00-92C5BA8D6DEE}" type="pres">
      <dgm:prSet presAssocID="{E5D1C528-8331-4774-8588-42FC09C6FB50}" presName="imgShp" presStyleLbl="fgImgPlace1" presStyleIdx="3" presStyleCnt="4"/>
      <dgm:spPr/>
    </dgm:pt>
    <dgm:pt modelId="{749D2D1A-F6B4-4550-A2C1-C2F1CF05575B}" type="pres">
      <dgm:prSet presAssocID="{E5D1C528-8331-4774-8588-42FC09C6FB50}" presName="txShp" presStyleLbl="node1" presStyleIdx="3" presStyleCnt="4">
        <dgm:presLayoutVars>
          <dgm:bulletEnabled val="1"/>
        </dgm:presLayoutVars>
      </dgm:prSet>
      <dgm:spPr/>
    </dgm:pt>
  </dgm:ptLst>
  <dgm:cxnLst>
    <dgm:cxn modelId="{61FBE611-514E-409C-80AD-9A21AE972463}" type="presOf" srcId="{05CA569A-51AE-4FF0-A3FF-8985A0494069}" destId="{FCCE8C78-11A6-4183-B67D-474B23068DA0}" srcOrd="0" destOrd="0" presId="urn:microsoft.com/office/officeart/2005/8/layout/vList3"/>
    <dgm:cxn modelId="{2325F836-55C1-45FD-B153-DEC45C0C4572}" type="presOf" srcId="{E5D1C528-8331-4774-8588-42FC09C6FB50}" destId="{749D2D1A-F6B4-4550-A2C1-C2F1CF05575B}" srcOrd="0" destOrd="0" presId="urn:microsoft.com/office/officeart/2005/8/layout/vList3"/>
    <dgm:cxn modelId="{39718639-D64B-414B-9C3C-E875957F4FF3}" srcId="{E9AAF50C-1A8A-4D1B-846B-2A90B8661C46}" destId="{05CA569A-51AE-4FF0-A3FF-8985A0494069}" srcOrd="2" destOrd="0" parTransId="{BA594AE7-0D17-4C05-8C62-9C88D7929CEE}" sibTransId="{F414D3C8-425B-482B-AF7E-F0ED6DBBFE44}"/>
    <dgm:cxn modelId="{A153D95B-26BE-44B8-B1C2-ACAF191E1E55}" type="presOf" srcId="{A04A3E1F-6295-4B85-9AD2-E364ECB811A3}" destId="{AD64D24F-D10E-49E1-A9B1-5273E8A2C1E6}" srcOrd="0" destOrd="0" presId="urn:microsoft.com/office/officeart/2005/8/layout/vList3"/>
    <dgm:cxn modelId="{BA3CD451-F112-45F3-877F-D07E4C1A5E70}" type="presOf" srcId="{E9AAF50C-1A8A-4D1B-846B-2A90B8661C46}" destId="{F2D8B28E-4568-404F-AE3F-9B9FA6C66852}" srcOrd="0" destOrd="0" presId="urn:microsoft.com/office/officeart/2005/8/layout/vList3"/>
    <dgm:cxn modelId="{24A8DE88-F621-498D-8AA2-CCC62CC56485}" srcId="{E9AAF50C-1A8A-4D1B-846B-2A90B8661C46}" destId="{12EF50D2-AA60-425E-B093-6579D7320262}" srcOrd="1" destOrd="0" parTransId="{41755CF1-154C-47F5-B0C9-0AEA92C114CC}" sibTransId="{84666327-7063-4003-BBEA-D1F7AB0DD1DF}"/>
    <dgm:cxn modelId="{E774EA8E-4F86-4EC4-B185-C8514A1D2529}" srcId="{E9AAF50C-1A8A-4D1B-846B-2A90B8661C46}" destId="{A04A3E1F-6295-4B85-9AD2-E364ECB811A3}" srcOrd="0" destOrd="0" parTransId="{B3A0EE5B-FBF7-493E-A095-2A055E3782B7}" sibTransId="{E1716D42-765D-4100-AF97-EDEEEA4FD14E}"/>
    <dgm:cxn modelId="{46C537B4-E36C-4004-BAE7-2913AB523F47}" srcId="{E9AAF50C-1A8A-4D1B-846B-2A90B8661C46}" destId="{E5D1C528-8331-4774-8588-42FC09C6FB50}" srcOrd="3" destOrd="0" parTransId="{7F1E0769-372D-4D7C-B24C-191AEED86175}" sibTransId="{D92DA53E-EC63-4244-8EA5-B1A2202E806C}"/>
    <dgm:cxn modelId="{4DC405E0-977C-4164-BF1E-7716A580F566}" type="presOf" srcId="{12EF50D2-AA60-425E-B093-6579D7320262}" destId="{4302243F-93C5-46D9-BB5D-6C84E29EE45A}" srcOrd="0" destOrd="0" presId="urn:microsoft.com/office/officeart/2005/8/layout/vList3"/>
    <dgm:cxn modelId="{75A66BB4-253E-4ED3-99DE-2444B429E2C0}" type="presParOf" srcId="{F2D8B28E-4568-404F-AE3F-9B9FA6C66852}" destId="{99DD44B5-54C7-4D1F-BDB8-3136FF19EB5C}" srcOrd="0" destOrd="0" presId="urn:microsoft.com/office/officeart/2005/8/layout/vList3"/>
    <dgm:cxn modelId="{69FBB47B-2822-4F43-91DE-38E4D69E304B}" type="presParOf" srcId="{99DD44B5-54C7-4D1F-BDB8-3136FF19EB5C}" destId="{37B09577-CA80-444B-88E1-CC595B27E197}" srcOrd="0" destOrd="0" presId="urn:microsoft.com/office/officeart/2005/8/layout/vList3"/>
    <dgm:cxn modelId="{E581C383-D3A4-4B5F-93C8-EAA1457144CB}" type="presParOf" srcId="{99DD44B5-54C7-4D1F-BDB8-3136FF19EB5C}" destId="{AD64D24F-D10E-49E1-A9B1-5273E8A2C1E6}" srcOrd="1" destOrd="0" presId="urn:microsoft.com/office/officeart/2005/8/layout/vList3"/>
    <dgm:cxn modelId="{95097669-AD08-40B3-A0F5-6E3E68F4448D}" type="presParOf" srcId="{F2D8B28E-4568-404F-AE3F-9B9FA6C66852}" destId="{2FF88281-DE8E-4FB5-B501-DB301D223472}" srcOrd="1" destOrd="0" presId="urn:microsoft.com/office/officeart/2005/8/layout/vList3"/>
    <dgm:cxn modelId="{D56D26BC-E7CE-46D4-B025-2C446A9A87C2}" type="presParOf" srcId="{F2D8B28E-4568-404F-AE3F-9B9FA6C66852}" destId="{B520CD85-759F-4AAA-B7EE-6B744E80865D}" srcOrd="2" destOrd="0" presId="urn:microsoft.com/office/officeart/2005/8/layout/vList3"/>
    <dgm:cxn modelId="{2851CB97-278F-40F9-9C4D-9033340ACECC}" type="presParOf" srcId="{B520CD85-759F-4AAA-B7EE-6B744E80865D}" destId="{E12404A8-1617-490D-B5E8-EAD4B0376E2F}" srcOrd="0" destOrd="0" presId="urn:microsoft.com/office/officeart/2005/8/layout/vList3"/>
    <dgm:cxn modelId="{03F6ACA2-11CF-46C6-8F75-A779A1DA09A4}" type="presParOf" srcId="{B520CD85-759F-4AAA-B7EE-6B744E80865D}" destId="{4302243F-93C5-46D9-BB5D-6C84E29EE45A}" srcOrd="1" destOrd="0" presId="urn:microsoft.com/office/officeart/2005/8/layout/vList3"/>
    <dgm:cxn modelId="{6C8C138F-1BCA-485C-A2F0-4D46261DCD24}" type="presParOf" srcId="{F2D8B28E-4568-404F-AE3F-9B9FA6C66852}" destId="{E865A774-9F9C-4B48-9D2B-719756C44CA8}" srcOrd="3" destOrd="0" presId="urn:microsoft.com/office/officeart/2005/8/layout/vList3"/>
    <dgm:cxn modelId="{DF68341F-4795-4F4C-9ECB-41205C12163F}" type="presParOf" srcId="{F2D8B28E-4568-404F-AE3F-9B9FA6C66852}" destId="{17F9FDF3-A941-433D-A40C-C4BF60CB8E17}" srcOrd="4" destOrd="0" presId="urn:microsoft.com/office/officeart/2005/8/layout/vList3"/>
    <dgm:cxn modelId="{3D484EE0-CA0D-442E-918A-A69298CE5042}" type="presParOf" srcId="{17F9FDF3-A941-433D-A40C-C4BF60CB8E17}" destId="{AFFFE83C-2863-4D2F-8668-DA2163AB32E6}" srcOrd="0" destOrd="0" presId="urn:microsoft.com/office/officeart/2005/8/layout/vList3"/>
    <dgm:cxn modelId="{753DA3B6-6D1C-43D4-AFBB-7F8C53F557FF}" type="presParOf" srcId="{17F9FDF3-A941-433D-A40C-C4BF60CB8E17}" destId="{FCCE8C78-11A6-4183-B67D-474B23068DA0}" srcOrd="1" destOrd="0" presId="urn:microsoft.com/office/officeart/2005/8/layout/vList3"/>
    <dgm:cxn modelId="{A390A799-65F7-40C4-940C-951D7D3A758E}" type="presParOf" srcId="{F2D8B28E-4568-404F-AE3F-9B9FA6C66852}" destId="{25614282-B14D-4070-9BDB-DFCDEDF23F41}" srcOrd="5" destOrd="0" presId="urn:microsoft.com/office/officeart/2005/8/layout/vList3"/>
    <dgm:cxn modelId="{DC80D0E5-3D98-4715-87DF-7BDEADD98C6F}" type="presParOf" srcId="{F2D8B28E-4568-404F-AE3F-9B9FA6C66852}" destId="{80894A06-6874-480E-92CE-231402797D44}" srcOrd="6" destOrd="0" presId="urn:microsoft.com/office/officeart/2005/8/layout/vList3"/>
    <dgm:cxn modelId="{8D336BBF-741A-4798-893D-28ED0E3C0B29}" type="presParOf" srcId="{80894A06-6874-480E-92CE-231402797D44}" destId="{0A67127D-C1C0-4CD6-BD00-92C5BA8D6DEE}" srcOrd="0" destOrd="0" presId="urn:microsoft.com/office/officeart/2005/8/layout/vList3"/>
    <dgm:cxn modelId="{5F098DEF-152C-441C-B9B4-25A511624F27}" type="presParOf" srcId="{80894A06-6874-480E-92CE-231402797D44}" destId="{749D2D1A-F6B4-4550-A2C1-C2F1CF05575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1427F9B-1BB7-461E-9F57-658512502B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BC1B6F-FB99-4AE7-86DB-B730864489C9}">
      <dgm:prSet/>
      <dgm:spPr/>
      <dgm:t>
        <a:bodyPr/>
        <a:lstStyle/>
        <a:p>
          <a:r>
            <a:rPr lang="uk-UA" b="0" i="0" dirty="0"/>
            <a:t>вступ України до Ради Європи</a:t>
          </a:r>
          <a:endParaRPr lang="uk-UA" dirty="0"/>
        </a:p>
      </dgm:t>
    </dgm:pt>
    <dgm:pt modelId="{BF7A96E1-A891-4C5A-84E7-142EF65AA216}" type="parTrans" cxnId="{3281E979-474D-4D31-9C71-EEE1A69C47C3}">
      <dgm:prSet/>
      <dgm:spPr/>
      <dgm:t>
        <a:bodyPr/>
        <a:lstStyle/>
        <a:p>
          <a:endParaRPr lang="uk-UA"/>
        </a:p>
      </dgm:t>
    </dgm:pt>
    <dgm:pt modelId="{BE8172F4-1F90-43E2-BF9F-AC6E5C3FB31E}" type="sibTrans" cxnId="{3281E979-474D-4D31-9C71-EEE1A69C47C3}">
      <dgm:prSet/>
      <dgm:spPr/>
      <dgm:t>
        <a:bodyPr/>
        <a:lstStyle/>
        <a:p>
          <a:endParaRPr lang="uk-UA"/>
        </a:p>
      </dgm:t>
    </dgm:pt>
    <dgm:pt modelId="{0597C885-7222-42B2-8105-AB5FAA0EEFFA}">
      <dgm:prSet/>
      <dgm:spPr/>
      <dgm:t>
        <a:bodyPr/>
        <a:lstStyle/>
        <a:p>
          <a:r>
            <a:rPr lang="uk-UA" b="0" i="0"/>
            <a:t>відмова України від ядерної зброї</a:t>
          </a:r>
          <a:endParaRPr lang="uk-UA"/>
        </a:p>
      </dgm:t>
    </dgm:pt>
    <dgm:pt modelId="{00C4BD8D-C6DC-4DA1-929C-95ACD9227316}" type="parTrans" cxnId="{FCA4CE74-96F1-41A3-B2CF-FACD8F2842EE}">
      <dgm:prSet/>
      <dgm:spPr/>
      <dgm:t>
        <a:bodyPr/>
        <a:lstStyle/>
        <a:p>
          <a:endParaRPr lang="uk-UA"/>
        </a:p>
      </dgm:t>
    </dgm:pt>
    <dgm:pt modelId="{0BBF8816-86C6-483E-921C-12A8A88BDC87}" type="sibTrans" cxnId="{FCA4CE74-96F1-41A3-B2CF-FACD8F2842EE}">
      <dgm:prSet/>
      <dgm:spPr/>
      <dgm:t>
        <a:bodyPr/>
        <a:lstStyle/>
        <a:p>
          <a:endParaRPr lang="uk-UA"/>
        </a:p>
      </dgm:t>
    </dgm:pt>
    <dgm:pt modelId="{C2FBDD23-C644-42C7-839E-E504CAF62A00}">
      <dgm:prSet/>
      <dgm:spPr/>
      <dgm:t>
        <a:bodyPr/>
        <a:lstStyle/>
        <a:p>
          <a:r>
            <a:rPr lang="uk-UA" b="0" i="0"/>
            <a:t>входження України до Світової організації торгівлі</a:t>
          </a:r>
          <a:endParaRPr lang="uk-UA"/>
        </a:p>
      </dgm:t>
    </dgm:pt>
    <dgm:pt modelId="{AC661250-4FC3-4F1D-8B17-20844F9B09AC}" type="parTrans" cxnId="{8237E236-2CA1-4A48-8EE4-B57AA5FF5A72}">
      <dgm:prSet/>
      <dgm:spPr/>
      <dgm:t>
        <a:bodyPr/>
        <a:lstStyle/>
        <a:p>
          <a:endParaRPr lang="uk-UA"/>
        </a:p>
      </dgm:t>
    </dgm:pt>
    <dgm:pt modelId="{1F0890E7-5443-47ED-B4F8-2BCF4AE94558}" type="sibTrans" cxnId="{8237E236-2CA1-4A48-8EE4-B57AA5FF5A72}">
      <dgm:prSet/>
      <dgm:spPr/>
      <dgm:t>
        <a:bodyPr/>
        <a:lstStyle/>
        <a:p>
          <a:endParaRPr lang="uk-UA"/>
        </a:p>
      </dgm:t>
    </dgm:pt>
    <dgm:pt modelId="{5E1C4091-D7AA-49F3-98AF-499C3300F651}">
      <dgm:prSet/>
      <dgm:spPr/>
      <dgm:t>
        <a:bodyPr/>
        <a:lstStyle/>
        <a:p>
          <a:r>
            <a:rPr lang="uk-UA" b="0" i="0" dirty="0"/>
            <a:t>проведення Всеукраїнського референдуму на підтвердження </a:t>
          </a:r>
          <a:r>
            <a:rPr lang="uk-UA" b="0" i="0" dirty="0" err="1"/>
            <a:t>Акта</a:t>
          </a:r>
          <a:r>
            <a:rPr lang="uk-UA" b="0" i="0" dirty="0"/>
            <a:t> проголошення незалежності України</a:t>
          </a:r>
          <a:endParaRPr lang="uk-UA" dirty="0"/>
        </a:p>
      </dgm:t>
    </dgm:pt>
    <dgm:pt modelId="{7B33247F-7480-4F36-8778-F1D0A5A783A1}" type="parTrans" cxnId="{A5124B06-FA0A-4037-8475-9FC218BD88E5}">
      <dgm:prSet/>
      <dgm:spPr/>
      <dgm:t>
        <a:bodyPr/>
        <a:lstStyle/>
        <a:p>
          <a:endParaRPr lang="uk-UA"/>
        </a:p>
      </dgm:t>
    </dgm:pt>
    <dgm:pt modelId="{229AD5A7-F2EB-4B66-88EB-F47674B1CA80}" type="sibTrans" cxnId="{A5124B06-FA0A-4037-8475-9FC218BD88E5}">
      <dgm:prSet/>
      <dgm:spPr/>
      <dgm:t>
        <a:bodyPr/>
        <a:lstStyle/>
        <a:p>
          <a:endParaRPr lang="uk-UA"/>
        </a:p>
      </dgm:t>
    </dgm:pt>
    <dgm:pt modelId="{DE737F17-ECC1-44EC-928C-B00CC232E8E1}" type="pres">
      <dgm:prSet presAssocID="{01427F9B-1BB7-461E-9F57-658512502B92}" presName="linear" presStyleCnt="0">
        <dgm:presLayoutVars>
          <dgm:animLvl val="lvl"/>
          <dgm:resizeHandles val="exact"/>
        </dgm:presLayoutVars>
      </dgm:prSet>
      <dgm:spPr/>
    </dgm:pt>
    <dgm:pt modelId="{0939D5F2-3071-46E6-863B-43542EF839E2}" type="pres">
      <dgm:prSet presAssocID="{88BC1B6F-FB99-4AE7-86DB-B730864489C9}" presName="parentText" presStyleLbl="node1" presStyleIdx="0" presStyleCnt="4">
        <dgm:presLayoutVars>
          <dgm:chMax val="0"/>
          <dgm:bulletEnabled val="1"/>
        </dgm:presLayoutVars>
      </dgm:prSet>
      <dgm:spPr/>
    </dgm:pt>
    <dgm:pt modelId="{1700B055-6451-4D1C-BE1A-4C66AE9FC040}" type="pres">
      <dgm:prSet presAssocID="{BE8172F4-1F90-43E2-BF9F-AC6E5C3FB31E}" presName="spacer" presStyleCnt="0"/>
      <dgm:spPr/>
    </dgm:pt>
    <dgm:pt modelId="{D311AE6D-03E0-4AB0-AE5B-08BD35855525}" type="pres">
      <dgm:prSet presAssocID="{0597C885-7222-42B2-8105-AB5FAA0EEFFA}" presName="parentText" presStyleLbl="node1" presStyleIdx="1" presStyleCnt="4">
        <dgm:presLayoutVars>
          <dgm:chMax val="0"/>
          <dgm:bulletEnabled val="1"/>
        </dgm:presLayoutVars>
      </dgm:prSet>
      <dgm:spPr/>
    </dgm:pt>
    <dgm:pt modelId="{68666886-8B9C-4E05-BCBB-D158C7AE737C}" type="pres">
      <dgm:prSet presAssocID="{0BBF8816-86C6-483E-921C-12A8A88BDC87}" presName="spacer" presStyleCnt="0"/>
      <dgm:spPr/>
    </dgm:pt>
    <dgm:pt modelId="{833E6841-5011-4DA9-B9DF-DC41285AE689}" type="pres">
      <dgm:prSet presAssocID="{C2FBDD23-C644-42C7-839E-E504CAF62A00}" presName="parentText" presStyleLbl="node1" presStyleIdx="2" presStyleCnt="4">
        <dgm:presLayoutVars>
          <dgm:chMax val="0"/>
          <dgm:bulletEnabled val="1"/>
        </dgm:presLayoutVars>
      </dgm:prSet>
      <dgm:spPr/>
    </dgm:pt>
    <dgm:pt modelId="{26935006-B8BC-4CE8-B2F2-80D7E2824DA3}" type="pres">
      <dgm:prSet presAssocID="{1F0890E7-5443-47ED-B4F8-2BCF4AE94558}" presName="spacer" presStyleCnt="0"/>
      <dgm:spPr/>
    </dgm:pt>
    <dgm:pt modelId="{C521EF86-4A13-4EAC-89F9-D54E2480EB05}" type="pres">
      <dgm:prSet presAssocID="{5E1C4091-D7AA-49F3-98AF-499C3300F651}" presName="parentText" presStyleLbl="node1" presStyleIdx="3" presStyleCnt="4">
        <dgm:presLayoutVars>
          <dgm:chMax val="0"/>
          <dgm:bulletEnabled val="1"/>
        </dgm:presLayoutVars>
      </dgm:prSet>
      <dgm:spPr/>
    </dgm:pt>
  </dgm:ptLst>
  <dgm:cxnLst>
    <dgm:cxn modelId="{A5124B06-FA0A-4037-8475-9FC218BD88E5}" srcId="{01427F9B-1BB7-461E-9F57-658512502B92}" destId="{5E1C4091-D7AA-49F3-98AF-499C3300F651}" srcOrd="3" destOrd="0" parTransId="{7B33247F-7480-4F36-8778-F1D0A5A783A1}" sibTransId="{229AD5A7-F2EB-4B66-88EB-F47674B1CA80}"/>
    <dgm:cxn modelId="{8DE9CE36-CD64-4E8F-8189-CDCBC4F01514}" type="presOf" srcId="{0597C885-7222-42B2-8105-AB5FAA0EEFFA}" destId="{D311AE6D-03E0-4AB0-AE5B-08BD35855525}" srcOrd="0" destOrd="0" presId="urn:microsoft.com/office/officeart/2005/8/layout/vList2"/>
    <dgm:cxn modelId="{8237E236-2CA1-4A48-8EE4-B57AA5FF5A72}" srcId="{01427F9B-1BB7-461E-9F57-658512502B92}" destId="{C2FBDD23-C644-42C7-839E-E504CAF62A00}" srcOrd="2" destOrd="0" parTransId="{AC661250-4FC3-4F1D-8B17-20844F9B09AC}" sibTransId="{1F0890E7-5443-47ED-B4F8-2BCF4AE94558}"/>
    <dgm:cxn modelId="{FCA4CE74-96F1-41A3-B2CF-FACD8F2842EE}" srcId="{01427F9B-1BB7-461E-9F57-658512502B92}" destId="{0597C885-7222-42B2-8105-AB5FAA0EEFFA}" srcOrd="1" destOrd="0" parTransId="{00C4BD8D-C6DC-4DA1-929C-95ACD9227316}" sibTransId="{0BBF8816-86C6-483E-921C-12A8A88BDC87}"/>
    <dgm:cxn modelId="{D2D1C556-567E-4A3D-84D7-9787EE676E16}" type="presOf" srcId="{5E1C4091-D7AA-49F3-98AF-499C3300F651}" destId="{C521EF86-4A13-4EAC-89F9-D54E2480EB05}" srcOrd="0" destOrd="0" presId="urn:microsoft.com/office/officeart/2005/8/layout/vList2"/>
    <dgm:cxn modelId="{3281E979-474D-4D31-9C71-EEE1A69C47C3}" srcId="{01427F9B-1BB7-461E-9F57-658512502B92}" destId="{88BC1B6F-FB99-4AE7-86DB-B730864489C9}" srcOrd="0" destOrd="0" parTransId="{BF7A96E1-A891-4C5A-84E7-142EF65AA216}" sibTransId="{BE8172F4-1F90-43E2-BF9F-AC6E5C3FB31E}"/>
    <dgm:cxn modelId="{B23E9390-D0E0-42C5-BEBD-96ADA8C04545}" type="presOf" srcId="{88BC1B6F-FB99-4AE7-86DB-B730864489C9}" destId="{0939D5F2-3071-46E6-863B-43542EF839E2}" srcOrd="0" destOrd="0" presId="urn:microsoft.com/office/officeart/2005/8/layout/vList2"/>
    <dgm:cxn modelId="{034C6091-4F7D-465E-9DAC-59989760C97F}" type="presOf" srcId="{01427F9B-1BB7-461E-9F57-658512502B92}" destId="{DE737F17-ECC1-44EC-928C-B00CC232E8E1}" srcOrd="0" destOrd="0" presId="urn:microsoft.com/office/officeart/2005/8/layout/vList2"/>
    <dgm:cxn modelId="{A86C909D-B76A-4470-B684-4A5DFD3ACDEB}" type="presOf" srcId="{C2FBDD23-C644-42C7-839E-E504CAF62A00}" destId="{833E6841-5011-4DA9-B9DF-DC41285AE689}" srcOrd="0" destOrd="0" presId="urn:microsoft.com/office/officeart/2005/8/layout/vList2"/>
    <dgm:cxn modelId="{38149270-0086-46F4-B579-6DED03FCB781}" type="presParOf" srcId="{DE737F17-ECC1-44EC-928C-B00CC232E8E1}" destId="{0939D5F2-3071-46E6-863B-43542EF839E2}" srcOrd="0" destOrd="0" presId="urn:microsoft.com/office/officeart/2005/8/layout/vList2"/>
    <dgm:cxn modelId="{E2152C55-FE71-43C7-8185-513F731345EA}" type="presParOf" srcId="{DE737F17-ECC1-44EC-928C-B00CC232E8E1}" destId="{1700B055-6451-4D1C-BE1A-4C66AE9FC040}" srcOrd="1" destOrd="0" presId="urn:microsoft.com/office/officeart/2005/8/layout/vList2"/>
    <dgm:cxn modelId="{DBA8E63B-1967-4B55-B16A-7ED608745968}" type="presParOf" srcId="{DE737F17-ECC1-44EC-928C-B00CC232E8E1}" destId="{D311AE6D-03E0-4AB0-AE5B-08BD35855525}" srcOrd="2" destOrd="0" presId="urn:microsoft.com/office/officeart/2005/8/layout/vList2"/>
    <dgm:cxn modelId="{63EFFB42-7D6C-4A73-AB33-B83EBD495827}" type="presParOf" srcId="{DE737F17-ECC1-44EC-928C-B00CC232E8E1}" destId="{68666886-8B9C-4E05-BCBB-D158C7AE737C}" srcOrd="3" destOrd="0" presId="urn:microsoft.com/office/officeart/2005/8/layout/vList2"/>
    <dgm:cxn modelId="{D097913A-2396-4C9E-85F2-4EBB50EEF3F5}" type="presParOf" srcId="{DE737F17-ECC1-44EC-928C-B00CC232E8E1}" destId="{833E6841-5011-4DA9-B9DF-DC41285AE689}" srcOrd="4" destOrd="0" presId="urn:microsoft.com/office/officeart/2005/8/layout/vList2"/>
    <dgm:cxn modelId="{1AB4812A-5D19-4C82-852E-651878D4D3A5}" type="presParOf" srcId="{DE737F17-ECC1-44EC-928C-B00CC232E8E1}" destId="{26935006-B8BC-4CE8-B2F2-80D7E2824DA3}" srcOrd="5" destOrd="0" presId="urn:microsoft.com/office/officeart/2005/8/layout/vList2"/>
    <dgm:cxn modelId="{3C5DBDF3-EF1A-4A00-AD3F-54C5FDF54580}" type="presParOf" srcId="{DE737F17-ECC1-44EC-928C-B00CC232E8E1}" destId="{C521EF86-4A13-4EAC-89F9-D54E2480EB0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2FD280C-51C0-4AF7-B21E-5281A337098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CD37211-8829-4E88-BACF-56DFE75B1A31}">
      <dgm:prSet/>
      <dgm:spPr/>
      <dgm:t>
        <a:bodyPr/>
        <a:lstStyle/>
        <a:p>
          <a:r>
            <a:rPr lang="uk-UA" b="0" i="0" dirty="0"/>
            <a:t>розв’язання проблем забруднення навколишнього середовища.</a:t>
          </a:r>
          <a:endParaRPr lang="uk-UA" dirty="0"/>
        </a:p>
      </dgm:t>
    </dgm:pt>
    <dgm:pt modelId="{9EC7CF57-792A-4A5F-9F91-B1E886D58F21}" type="parTrans" cxnId="{C53F5BC9-C3F9-4560-B7C4-32C3ED8E3EB5}">
      <dgm:prSet/>
      <dgm:spPr/>
      <dgm:t>
        <a:bodyPr/>
        <a:lstStyle/>
        <a:p>
          <a:endParaRPr lang="uk-UA"/>
        </a:p>
      </dgm:t>
    </dgm:pt>
    <dgm:pt modelId="{023E317C-93CB-4197-8485-429A3F3D0695}" type="sibTrans" cxnId="{C53F5BC9-C3F9-4560-B7C4-32C3ED8E3EB5}">
      <dgm:prSet/>
      <dgm:spPr/>
      <dgm:t>
        <a:bodyPr/>
        <a:lstStyle/>
        <a:p>
          <a:endParaRPr lang="uk-UA"/>
        </a:p>
      </dgm:t>
    </dgm:pt>
    <dgm:pt modelId="{1FE97BEE-5482-4EEA-9156-D558F3653731}">
      <dgm:prSet/>
      <dgm:spPr/>
      <dgm:t>
        <a:bodyPr/>
        <a:lstStyle/>
        <a:p>
          <a:r>
            <a:rPr lang="uk-UA" b="0" i="0"/>
            <a:t>подолання кризи фінансової та банківської систем.</a:t>
          </a:r>
          <a:endParaRPr lang="uk-UA"/>
        </a:p>
      </dgm:t>
    </dgm:pt>
    <dgm:pt modelId="{2B237986-EA68-429F-8716-B50D7BD1C0F6}" type="parTrans" cxnId="{BC461505-015E-4121-88C5-E98A7467B633}">
      <dgm:prSet/>
      <dgm:spPr/>
      <dgm:t>
        <a:bodyPr/>
        <a:lstStyle/>
        <a:p>
          <a:endParaRPr lang="uk-UA"/>
        </a:p>
      </dgm:t>
    </dgm:pt>
    <dgm:pt modelId="{1EC9374D-D5DA-4CBC-B048-6D40AD701B38}" type="sibTrans" cxnId="{BC461505-015E-4121-88C5-E98A7467B633}">
      <dgm:prSet/>
      <dgm:spPr/>
      <dgm:t>
        <a:bodyPr/>
        <a:lstStyle/>
        <a:p>
          <a:endParaRPr lang="uk-UA"/>
        </a:p>
      </dgm:t>
    </dgm:pt>
    <dgm:pt modelId="{74867B07-8994-44EB-972A-0A58D173DB97}">
      <dgm:prSet/>
      <dgm:spPr/>
      <dgm:t>
        <a:bodyPr/>
        <a:lstStyle/>
        <a:p>
          <a:r>
            <a:rPr lang="uk-UA" b="0" i="0"/>
            <a:t>проведення масштабного очищення органів державної влади.</a:t>
          </a:r>
          <a:endParaRPr lang="uk-UA"/>
        </a:p>
      </dgm:t>
    </dgm:pt>
    <dgm:pt modelId="{FDDB4851-718C-4B9E-B90B-77D78D028D17}" type="parTrans" cxnId="{2EEFF3D4-3685-4E5C-86CB-05434355E348}">
      <dgm:prSet/>
      <dgm:spPr/>
      <dgm:t>
        <a:bodyPr/>
        <a:lstStyle/>
        <a:p>
          <a:endParaRPr lang="uk-UA"/>
        </a:p>
      </dgm:t>
    </dgm:pt>
    <dgm:pt modelId="{7D3A0A82-7AF0-4587-9DF8-9E6A5AC8F888}" type="sibTrans" cxnId="{2EEFF3D4-3685-4E5C-86CB-05434355E348}">
      <dgm:prSet/>
      <dgm:spPr/>
      <dgm:t>
        <a:bodyPr/>
        <a:lstStyle/>
        <a:p>
          <a:endParaRPr lang="uk-UA"/>
        </a:p>
      </dgm:t>
    </dgm:pt>
    <dgm:pt modelId="{86F97BC1-2C38-4824-8EEE-80F00917D4C4}">
      <dgm:prSet/>
      <dgm:spPr/>
      <dgm:t>
        <a:bodyPr/>
        <a:lstStyle/>
        <a:p>
          <a:r>
            <a:rPr lang="uk-UA" b="0" i="0" dirty="0"/>
            <a:t>упровадження новітніх біотехнологій у виробництво.</a:t>
          </a:r>
          <a:endParaRPr lang="uk-UA" dirty="0"/>
        </a:p>
      </dgm:t>
    </dgm:pt>
    <dgm:pt modelId="{79E50AC5-A58A-49A6-A531-0481C75F1E76}" type="parTrans" cxnId="{C61DBD74-146D-4AA8-9B35-FB59D03A081B}">
      <dgm:prSet/>
      <dgm:spPr/>
      <dgm:t>
        <a:bodyPr/>
        <a:lstStyle/>
        <a:p>
          <a:endParaRPr lang="uk-UA"/>
        </a:p>
      </dgm:t>
    </dgm:pt>
    <dgm:pt modelId="{2E76C275-6AEC-49E5-95A8-D4B53862151D}" type="sibTrans" cxnId="{C61DBD74-146D-4AA8-9B35-FB59D03A081B}">
      <dgm:prSet/>
      <dgm:spPr/>
      <dgm:t>
        <a:bodyPr/>
        <a:lstStyle/>
        <a:p>
          <a:endParaRPr lang="uk-UA"/>
        </a:p>
      </dgm:t>
    </dgm:pt>
    <dgm:pt modelId="{3A0D1AB0-1A71-4080-82A0-09F1F1EF181A}" type="pres">
      <dgm:prSet presAssocID="{B2FD280C-51C0-4AF7-B21E-5281A3370987}" presName="linear" presStyleCnt="0">
        <dgm:presLayoutVars>
          <dgm:animLvl val="lvl"/>
          <dgm:resizeHandles val="exact"/>
        </dgm:presLayoutVars>
      </dgm:prSet>
      <dgm:spPr/>
    </dgm:pt>
    <dgm:pt modelId="{8A5E5549-73C4-420B-AE51-775EB48280AE}" type="pres">
      <dgm:prSet presAssocID="{FCD37211-8829-4E88-BACF-56DFE75B1A31}" presName="parentText" presStyleLbl="node1" presStyleIdx="0" presStyleCnt="4">
        <dgm:presLayoutVars>
          <dgm:chMax val="0"/>
          <dgm:bulletEnabled val="1"/>
        </dgm:presLayoutVars>
      </dgm:prSet>
      <dgm:spPr/>
    </dgm:pt>
    <dgm:pt modelId="{71B71735-EF23-4CAE-B8B1-CB10EF12F548}" type="pres">
      <dgm:prSet presAssocID="{023E317C-93CB-4197-8485-429A3F3D0695}" presName="spacer" presStyleCnt="0"/>
      <dgm:spPr/>
    </dgm:pt>
    <dgm:pt modelId="{6838ED76-564D-4D4E-BC86-7B5887CF8C2D}" type="pres">
      <dgm:prSet presAssocID="{1FE97BEE-5482-4EEA-9156-D558F3653731}" presName="parentText" presStyleLbl="node1" presStyleIdx="1" presStyleCnt="4">
        <dgm:presLayoutVars>
          <dgm:chMax val="0"/>
          <dgm:bulletEnabled val="1"/>
        </dgm:presLayoutVars>
      </dgm:prSet>
      <dgm:spPr/>
    </dgm:pt>
    <dgm:pt modelId="{47254850-8DE1-48E8-81FD-199AED6F2101}" type="pres">
      <dgm:prSet presAssocID="{1EC9374D-D5DA-4CBC-B048-6D40AD701B38}" presName="spacer" presStyleCnt="0"/>
      <dgm:spPr/>
    </dgm:pt>
    <dgm:pt modelId="{99917D09-E6C4-4DB0-B351-DA98F3666759}" type="pres">
      <dgm:prSet presAssocID="{74867B07-8994-44EB-972A-0A58D173DB97}" presName="parentText" presStyleLbl="node1" presStyleIdx="2" presStyleCnt="4">
        <dgm:presLayoutVars>
          <dgm:chMax val="0"/>
          <dgm:bulletEnabled val="1"/>
        </dgm:presLayoutVars>
      </dgm:prSet>
      <dgm:spPr/>
    </dgm:pt>
    <dgm:pt modelId="{5A46103D-DE48-490F-AD70-8E270D11140C}" type="pres">
      <dgm:prSet presAssocID="{7D3A0A82-7AF0-4587-9DF8-9E6A5AC8F888}" presName="spacer" presStyleCnt="0"/>
      <dgm:spPr/>
    </dgm:pt>
    <dgm:pt modelId="{329FB2C9-C4B2-4BD0-BB06-E1C418135DCE}" type="pres">
      <dgm:prSet presAssocID="{86F97BC1-2C38-4824-8EEE-80F00917D4C4}" presName="parentText" presStyleLbl="node1" presStyleIdx="3" presStyleCnt="4">
        <dgm:presLayoutVars>
          <dgm:chMax val="0"/>
          <dgm:bulletEnabled val="1"/>
        </dgm:presLayoutVars>
      </dgm:prSet>
      <dgm:spPr/>
    </dgm:pt>
  </dgm:ptLst>
  <dgm:cxnLst>
    <dgm:cxn modelId="{BC461505-015E-4121-88C5-E98A7467B633}" srcId="{B2FD280C-51C0-4AF7-B21E-5281A3370987}" destId="{1FE97BEE-5482-4EEA-9156-D558F3653731}" srcOrd="1" destOrd="0" parTransId="{2B237986-EA68-429F-8716-B50D7BD1C0F6}" sibTransId="{1EC9374D-D5DA-4CBC-B048-6D40AD701B38}"/>
    <dgm:cxn modelId="{833E7442-568A-4818-8D00-4E5ADE6818A2}" type="presOf" srcId="{B2FD280C-51C0-4AF7-B21E-5281A3370987}" destId="{3A0D1AB0-1A71-4080-82A0-09F1F1EF181A}" srcOrd="0" destOrd="0" presId="urn:microsoft.com/office/officeart/2005/8/layout/vList2"/>
    <dgm:cxn modelId="{D1248F4F-C5E4-4F32-BAAF-CD34551E916C}" type="presOf" srcId="{74867B07-8994-44EB-972A-0A58D173DB97}" destId="{99917D09-E6C4-4DB0-B351-DA98F3666759}" srcOrd="0" destOrd="0" presId="urn:microsoft.com/office/officeart/2005/8/layout/vList2"/>
    <dgm:cxn modelId="{C61DBD74-146D-4AA8-9B35-FB59D03A081B}" srcId="{B2FD280C-51C0-4AF7-B21E-5281A3370987}" destId="{86F97BC1-2C38-4824-8EEE-80F00917D4C4}" srcOrd="3" destOrd="0" parTransId="{79E50AC5-A58A-49A6-A531-0481C75F1E76}" sibTransId="{2E76C275-6AEC-49E5-95A8-D4B53862151D}"/>
    <dgm:cxn modelId="{C53F5BC9-C3F9-4560-B7C4-32C3ED8E3EB5}" srcId="{B2FD280C-51C0-4AF7-B21E-5281A3370987}" destId="{FCD37211-8829-4E88-BACF-56DFE75B1A31}" srcOrd="0" destOrd="0" parTransId="{9EC7CF57-792A-4A5F-9F91-B1E886D58F21}" sibTransId="{023E317C-93CB-4197-8485-429A3F3D0695}"/>
    <dgm:cxn modelId="{2EEFF3D4-3685-4E5C-86CB-05434355E348}" srcId="{B2FD280C-51C0-4AF7-B21E-5281A3370987}" destId="{74867B07-8994-44EB-972A-0A58D173DB97}" srcOrd="2" destOrd="0" parTransId="{FDDB4851-718C-4B9E-B90B-77D78D028D17}" sibTransId="{7D3A0A82-7AF0-4587-9DF8-9E6A5AC8F888}"/>
    <dgm:cxn modelId="{598DFCE2-312C-490F-AA34-82F8CB55DD75}" type="presOf" srcId="{FCD37211-8829-4E88-BACF-56DFE75B1A31}" destId="{8A5E5549-73C4-420B-AE51-775EB48280AE}" srcOrd="0" destOrd="0" presId="urn:microsoft.com/office/officeart/2005/8/layout/vList2"/>
    <dgm:cxn modelId="{27EC56E3-079F-41EB-BFCB-1F054A0AA4C4}" type="presOf" srcId="{1FE97BEE-5482-4EEA-9156-D558F3653731}" destId="{6838ED76-564D-4D4E-BC86-7B5887CF8C2D}" srcOrd="0" destOrd="0" presId="urn:microsoft.com/office/officeart/2005/8/layout/vList2"/>
    <dgm:cxn modelId="{5CCB03F5-F0D3-4FB5-A260-565B5799BD3E}" type="presOf" srcId="{86F97BC1-2C38-4824-8EEE-80F00917D4C4}" destId="{329FB2C9-C4B2-4BD0-BB06-E1C418135DCE}" srcOrd="0" destOrd="0" presId="urn:microsoft.com/office/officeart/2005/8/layout/vList2"/>
    <dgm:cxn modelId="{18F628E8-5607-4CE8-A11B-B8EB5CBF0D5C}" type="presParOf" srcId="{3A0D1AB0-1A71-4080-82A0-09F1F1EF181A}" destId="{8A5E5549-73C4-420B-AE51-775EB48280AE}" srcOrd="0" destOrd="0" presId="urn:microsoft.com/office/officeart/2005/8/layout/vList2"/>
    <dgm:cxn modelId="{757090BB-062B-4E5A-9134-2B0B81D755A7}" type="presParOf" srcId="{3A0D1AB0-1A71-4080-82A0-09F1F1EF181A}" destId="{71B71735-EF23-4CAE-B8B1-CB10EF12F548}" srcOrd="1" destOrd="0" presId="urn:microsoft.com/office/officeart/2005/8/layout/vList2"/>
    <dgm:cxn modelId="{35E2AC8F-751D-4F11-ABD2-C4FE48B812D1}" type="presParOf" srcId="{3A0D1AB0-1A71-4080-82A0-09F1F1EF181A}" destId="{6838ED76-564D-4D4E-BC86-7B5887CF8C2D}" srcOrd="2" destOrd="0" presId="urn:microsoft.com/office/officeart/2005/8/layout/vList2"/>
    <dgm:cxn modelId="{1FB122E1-F393-4AC7-8125-C6014D40CD6D}" type="presParOf" srcId="{3A0D1AB0-1A71-4080-82A0-09F1F1EF181A}" destId="{47254850-8DE1-48E8-81FD-199AED6F2101}" srcOrd="3" destOrd="0" presId="urn:microsoft.com/office/officeart/2005/8/layout/vList2"/>
    <dgm:cxn modelId="{D0D5B3BA-F430-4375-87BB-255C07CA284B}" type="presParOf" srcId="{3A0D1AB0-1A71-4080-82A0-09F1F1EF181A}" destId="{99917D09-E6C4-4DB0-B351-DA98F3666759}" srcOrd="4" destOrd="0" presId="urn:microsoft.com/office/officeart/2005/8/layout/vList2"/>
    <dgm:cxn modelId="{79E3D9AE-1010-43E0-8A8E-3AC4160AAB50}" type="presParOf" srcId="{3A0D1AB0-1A71-4080-82A0-09F1F1EF181A}" destId="{5A46103D-DE48-490F-AD70-8E270D11140C}" srcOrd="5" destOrd="0" presId="urn:microsoft.com/office/officeart/2005/8/layout/vList2"/>
    <dgm:cxn modelId="{F6A13716-AA31-4598-8D8B-640EB3AD111D}" type="presParOf" srcId="{3A0D1AB0-1A71-4080-82A0-09F1F1EF181A}" destId="{329FB2C9-C4B2-4BD0-BB06-E1C418135DC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75C5530-B5F5-4A95-924A-B1B8980E78E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9405A5C-8935-4484-B586-D65AE4AC371F}">
      <dgm:prSet/>
      <dgm:spPr/>
      <dgm:t>
        <a:bodyPr/>
        <a:lstStyle/>
        <a:p>
          <a:r>
            <a:rPr lang="uk-UA" b="0" i="0" dirty="0"/>
            <a:t>проголошення курсу на індустріалізацію</a:t>
          </a:r>
          <a:endParaRPr lang="uk-UA" dirty="0"/>
        </a:p>
      </dgm:t>
    </dgm:pt>
    <dgm:pt modelId="{77B79686-663B-4ED6-ADFB-0C991F511F6E}" type="parTrans" cxnId="{E1DE19DA-A0B0-4BEF-85CD-0B84FC9F3DD0}">
      <dgm:prSet/>
      <dgm:spPr/>
      <dgm:t>
        <a:bodyPr/>
        <a:lstStyle/>
        <a:p>
          <a:endParaRPr lang="uk-UA"/>
        </a:p>
      </dgm:t>
    </dgm:pt>
    <dgm:pt modelId="{0F2EDF63-F203-4E70-A6C7-D70A80B42CD0}" type="sibTrans" cxnId="{E1DE19DA-A0B0-4BEF-85CD-0B84FC9F3DD0}">
      <dgm:prSet/>
      <dgm:spPr/>
      <dgm:t>
        <a:bodyPr/>
        <a:lstStyle/>
        <a:p>
          <a:endParaRPr lang="uk-UA"/>
        </a:p>
      </dgm:t>
    </dgm:pt>
    <dgm:pt modelId="{DB1C2215-EEA6-4689-9A63-83E2FE7AD43A}">
      <dgm:prSet/>
      <dgm:spPr/>
      <dgm:t>
        <a:bodyPr/>
        <a:lstStyle/>
        <a:p>
          <a:r>
            <a:rPr lang="uk-UA" b="0" i="0"/>
            <a:t>входження УСРР до складу СРСР</a:t>
          </a:r>
          <a:endParaRPr lang="uk-UA"/>
        </a:p>
      </dgm:t>
    </dgm:pt>
    <dgm:pt modelId="{4A7C2C04-75CB-4B8B-A64A-FC5043F88266}" type="parTrans" cxnId="{9D54C76D-C23C-4327-9742-51EC71B8402B}">
      <dgm:prSet/>
      <dgm:spPr/>
      <dgm:t>
        <a:bodyPr/>
        <a:lstStyle/>
        <a:p>
          <a:endParaRPr lang="uk-UA"/>
        </a:p>
      </dgm:t>
    </dgm:pt>
    <dgm:pt modelId="{4ED1B9F8-4186-4D29-AC37-6776FFFBCE07}" type="sibTrans" cxnId="{9D54C76D-C23C-4327-9742-51EC71B8402B}">
      <dgm:prSet/>
      <dgm:spPr/>
      <dgm:t>
        <a:bodyPr/>
        <a:lstStyle/>
        <a:p>
          <a:endParaRPr lang="uk-UA"/>
        </a:p>
      </dgm:t>
    </dgm:pt>
    <dgm:pt modelId="{80049D95-9D96-4E4E-824E-E9FBA89BBBAD}">
      <dgm:prSet/>
      <dgm:spPr/>
      <dgm:t>
        <a:bodyPr/>
        <a:lstStyle/>
        <a:p>
          <a:r>
            <a:rPr lang="uk-UA" b="0" i="0"/>
            <a:t>утворення Української автокефальної православної церкви</a:t>
          </a:r>
          <a:endParaRPr lang="uk-UA"/>
        </a:p>
      </dgm:t>
    </dgm:pt>
    <dgm:pt modelId="{9C0D53BA-275C-4821-B036-2EA19B5FA84C}" type="parTrans" cxnId="{B40DFA52-6AF2-4C24-9C59-5B7F26D1DC08}">
      <dgm:prSet/>
      <dgm:spPr/>
      <dgm:t>
        <a:bodyPr/>
        <a:lstStyle/>
        <a:p>
          <a:endParaRPr lang="uk-UA"/>
        </a:p>
      </dgm:t>
    </dgm:pt>
    <dgm:pt modelId="{497009EF-4518-4CD0-B682-C35EFEA1E56E}" type="sibTrans" cxnId="{B40DFA52-6AF2-4C24-9C59-5B7F26D1DC08}">
      <dgm:prSet/>
      <dgm:spPr/>
      <dgm:t>
        <a:bodyPr/>
        <a:lstStyle/>
        <a:p>
          <a:endParaRPr lang="uk-UA"/>
        </a:p>
      </dgm:t>
    </dgm:pt>
    <dgm:pt modelId="{4F21ED7E-7ECD-4BDC-B0EE-99EB444D9DFE}">
      <dgm:prSet/>
      <dgm:spPr/>
      <dgm:t>
        <a:bodyPr/>
        <a:lstStyle/>
        <a:p>
          <a:r>
            <a:rPr lang="uk-UA" b="0" i="0" dirty="0"/>
            <a:t>початок політики «коренізації» в УСРР</a:t>
          </a:r>
          <a:endParaRPr lang="uk-UA" dirty="0"/>
        </a:p>
      </dgm:t>
    </dgm:pt>
    <dgm:pt modelId="{BBDB07F0-E15D-4F7F-8379-52C5A9099AC7}" type="parTrans" cxnId="{8FD165C1-0235-4879-B451-F857E8B6FECA}">
      <dgm:prSet/>
      <dgm:spPr/>
      <dgm:t>
        <a:bodyPr/>
        <a:lstStyle/>
        <a:p>
          <a:endParaRPr lang="uk-UA"/>
        </a:p>
      </dgm:t>
    </dgm:pt>
    <dgm:pt modelId="{24C8F75F-93BC-44D8-9C91-8C1A312E4915}" type="sibTrans" cxnId="{8FD165C1-0235-4879-B451-F857E8B6FECA}">
      <dgm:prSet/>
      <dgm:spPr/>
      <dgm:t>
        <a:bodyPr/>
        <a:lstStyle/>
        <a:p>
          <a:endParaRPr lang="uk-UA"/>
        </a:p>
      </dgm:t>
    </dgm:pt>
    <dgm:pt modelId="{DCB2153C-C080-46F1-B9ED-269877FF1716}" type="pres">
      <dgm:prSet presAssocID="{A75C5530-B5F5-4A95-924A-B1B8980E78E2}" presName="linear" presStyleCnt="0">
        <dgm:presLayoutVars>
          <dgm:animLvl val="lvl"/>
          <dgm:resizeHandles val="exact"/>
        </dgm:presLayoutVars>
      </dgm:prSet>
      <dgm:spPr/>
    </dgm:pt>
    <dgm:pt modelId="{288D6654-FBDF-4B64-AC63-8FB2F7BDFFDB}" type="pres">
      <dgm:prSet presAssocID="{A9405A5C-8935-4484-B586-D65AE4AC371F}" presName="parentText" presStyleLbl="node1" presStyleIdx="0" presStyleCnt="4">
        <dgm:presLayoutVars>
          <dgm:chMax val="0"/>
          <dgm:bulletEnabled val="1"/>
        </dgm:presLayoutVars>
      </dgm:prSet>
      <dgm:spPr/>
    </dgm:pt>
    <dgm:pt modelId="{5786F6F3-C1A8-4856-964F-ADF40AD7D3D0}" type="pres">
      <dgm:prSet presAssocID="{0F2EDF63-F203-4E70-A6C7-D70A80B42CD0}" presName="spacer" presStyleCnt="0"/>
      <dgm:spPr/>
    </dgm:pt>
    <dgm:pt modelId="{F689EFF9-A04C-490A-8108-500E9787315E}" type="pres">
      <dgm:prSet presAssocID="{DB1C2215-EEA6-4689-9A63-83E2FE7AD43A}" presName="parentText" presStyleLbl="node1" presStyleIdx="1" presStyleCnt="4">
        <dgm:presLayoutVars>
          <dgm:chMax val="0"/>
          <dgm:bulletEnabled val="1"/>
        </dgm:presLayoutVars>
      </dgm:prSet>
      <dgm:spPr/>
    </dgm:pt>
    <dgm:pt modelId="{3BCCB5B6-2A02-4A95-82EC-C735D664BE06}" type="pres">
      <dgm:prSet presAssocID="{4ED1B9F8-4186-4D29-AC37-6776FFFBCE07}" presName="spacer" presStyleCnt="0"/>
      <dgm:spPr/>
    </dgm:pt>
    <dgm:pt modelId="{D4F39D02-E70B-4011-993B-4DC611B7B174}" type="pres">
      <dgm:prSet presAssocID="{80049D95-9D96-4E4E-824E-E9FBA89BBBAD}" presName="parentText" presStyleLbl="node1" presStyleIdx="2" presStyleCnt="4">
        <dgm:presLayoutVars>
          <dgm:chMax val="0"/>
          <dgm:bulletEnabled val="1"/>
        </dgm:presLayoutVars>
      </dgm:prSet>
      <dgm:spPr/>
    </dgm:pt>
    <dgm:pt modelId="{1E42343C-0C78-4DF4-A66A-669AC83F3880}" type="pres">
      <dgm:prSet presAssocID="{497009EF-4518-4CD0-B682-C35EFEA1E56E}" presName="spacer" presStyleCnt="0"/>
      <dgm:spPr/>
    </dgm:pt>
    <dgm:pt modelId="{FDEEED94-152E-4C3E-B1D8-B0E6459FC110}" type="pres">
      <dgm:prSet presAssocID="{4F21ED7E-7ECD-4BDC-B0EE-99EB444D9DFE}" presName="parentText" presStyleLbl="node1" presStyleIdx="3" presStyleCnt="4">
        <dgm:presLayoutVars>
          <dgm:chMax val="0"/>
          <dgm:bulletEnabled val="1"/>
        </dgm:presLayoutVars>
      </dgm:prSet>
      <dgm:spPr/>
    </dgm:pt>
  </dgm:ptLst>
  <dgm:cxnLst>
    <dgm:cxn modelId="{D1BED501-63D4-4C6C-A881-13797AEDA28A}" type="presOf" srcId="{4F21ED7E-7ECD-4BDC-B0EE-99EB444D9DFE}" destId="{FDEEED94-152E-4C3E-B1D8-B0E6459FC110}" srcOrd="0" destOrd="0" presId="urn:microsoft.com/office/officeart/2005/8/layout/vList2"/>
    <dgm:cxn modelId="{E9B42305-6564-4BB2-93FC-30FFBE2694A5}" type="presOf" srcId="{A9405A5C-8935-4484-B586-D65AE4AC371F}" destId="{288D6654-FBDF-4B64-AC63-8FB2F7BDFFDB}" srcOrd="0" destOrd="0" presId="urn:microsoft.com/office/officeart/2005/8/layout/vList2"/>
    <dgm:cxn modelId="{180C7128-E8B4-4F31-8C6A-73276013EC13}" type="presOf" srcId="{A75C5530-B5F5-4A95-924A-B1B8980E78E2}" destId="{DCB2153C-C080-46F1-B9ED-269877FF1716}" srcOrd="0" destOrd="0" presId="urn:microsoft.com/office/officeart/2005/8/layout/vList2"/>
    <dgm:cxn modelId="{9D54C76D-C23C-4327-9742-51EC71B8402B}" srcId="{A75C5530-B5F5-4A95-924A-B1B8980E78E2}" destId="{DB1C2215-EEA6-4689-9A63-83E2FE7AD43A}" srcOrd="1" destOrd="0" parTransId="{4A7C2C04-75CB-4B8B-A64A-FC5043F88266}" sibTransId="{4ED1B9F8-4186-4D29-AC37-6776FFFBCE07}"/>
    <dgm:cxn modelId="{B40DFA52-6AF2-4C24-9C59-5B7F26D1DC08}" srcId="{A75C5530-B5F5-4A95-924A-B1B8980E78E2}" destId="{80049D95-9D96-4E4E-824E-E9FBA89BBBAD}" srcOrd="2" destOrd="0" parTransId="{9C0D53BA-275C-4821-B036-2EA19B5FA84C}" sibTransId="{497009EF-4518-4CD0-B682-C35EFEA1E56E}"/>
    <dgm:cxn modelId="{B2202273-7FE2-482C-9ED7-CB8156CBB206}" type="presOf" srcId="{80049D95-9D96-4E4E-824E-E9FBA89BBBAD}" destId="{D4F39D02-E70B-4011-993B-4DC611B7B174}" srcOrd="0" destOrd="0" presId="urn:microsoft.com/office/officeart/2005/8/layout/vList2"/>
    <dgm:cxn modelId="{8FD165C1-0235-4879-B451-F857E8B6FECA}" srcId="{A75C5530-B5F5-4A95-924A-B1B8980E78E2}" destId="{4F21ED7E-7ECD-4BDC-B0EE-99EB444D9DFE}" srcOrd="3" destOrd="0" parTransId="{BBDB07F0-E15D-4F7F-8379-52C5A9099AC7}" sibTransId="{24C8F75F-93BC-44D8-9C91-8C1A312E4915}"/>
    <dgm:cxn modelId="{E1DE19DA-A0B0-4BEF-85CD-0B84FC9F3DD0}" srcId="{A75C5530-B5F5-4A95-924A-B1B8980E78E2}" destId="{A9405A5C-8935-4484-B586-D65AE4AC371F}" srcOrd="0" destOrd="0" parTransId="{77B79686-663B-4ED6-ADFB-0C991F511F6E}" sibTransId="{0F2EDF63-F203-4E70-A6C7-D70A80B42CD0}"/>
    <dgm:cxn modelId="{B2F3F9DC-5F15-44CA-9B98-1E4BF472F71E}" type="presOf" srcId="{DB1C2215-EEA6-4689-9A63-83E2FE7AD43A}" destId="{F689EFF9-A04C-490A-8108-500E9787315E}" srcOrd="0" destOrd="0" presId="urn:microsoft.com/office/officeart/2005/8/layout/vList2"/>
    <dgm:cxn modelId="{1EAE1DCD-4714-4CA1-B597-E73AAF01DE30}" type="presParOf" srcId="{DCB2153C-C080-46F1-B9ED-269877FF1716}" destId="{288D6654-FBDF-4B64-AC63-8FB2F7BDFFDB}" srcOrd="0" destOrd="0" presId="urn:microsoft.com/office/officeart/2005/8/layout/vList2"/>
    <dgm:cxn modelId="{541C8735-BB33-471B-BB52-CF31B16CDFFA}" type="presParOf" srcId="{DCB2153C-C080-46F1-B9ED-269877FF1716}" destId="{5786F6F3-C1A8-4856-964F-ADF40AD7D3D0}" srcOrd="1" destOrd="0" presId="urn:microsoft.com/office/officeart/2005/8/layout/vList2"/>
    <dgm:cxn modelId="{9318988D-2DFC-4100-8B2E-AD06F737AC50}" type="presParOf" srcId="{DCB2153C-C080-46F1-B9ED-269877FF1716}" destId="{F689EFF9-A04C-490A-8108-500E9787315E}" srcOrd="2" destOrd="0" presId="urn:microsoft.com/office/officeart/2005/8/layout/vList2"/>
    <dgm:cxn modelId="{B38CB953-F3DE-4AA2-86CD-98A0AF820CF1}" type="presParOf" srcId="{DCB2153C-C080-46F1-B9ED-269877FF1716}" destId="{3BCCB5B6-2A02-4A95-82EC-C735D664BE06}" srcOrd="3" destOrd="0" presId="urn:microsoft.com/office/officeart/2005/8/layout/vList2"/>
    <dgm:cxn modelId="{75807CAC-3482-46DE-B18F-F2402252F3D8}" type="presParOf" srcId="{DCB2153C-C080-46F1-B9ED-269877FF1716}" destId="{D4F39D02-E70B-4011-993B-4DC611B7B174}" srcOrd="4" destOrd="0" presId="urn:microsoft.com/office/officeart/2005/8/layout/vList2"/>
    <dgm:cxn modelId="{4DF2309A-A4C2-4768-93DE-0EB5AD7EB7FA}" type="presParOf" srcId="{DCB2153C-C080-46F1-B9ED-269877FF1716}" destId="{1E42343C-0C78-4DF4-A66A-669AC83F3880}" srcOrd="5" destOrd="0" presId="urn:microsoft.com/office/officeart/2005/8/layout/vList2"/>
    <dgm:cxn modelId="{E528351D-72C9-4A4E-AEAD-EF75E7A4B5F5}" type="presParOf" srcId="{DCB2153C-C080-46F1-B9ED-269877FF1716}" destId="{FDEEED94-152E-4C3E-B1D8-B0E6459FC11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D9A0458-F64C-4B8C-9288-95ABD8496521}"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8BF3B0E-9368-4CBA-8DE7-C0C2865C0325}">
      <dgm:prSet/>
      <dgm:spPr/>
      <dgm:t>
        <a:bodyPr/>
        <a:lstStyle/>
        <a:p>
          <a:r>
            <a:rPr lang="ru-RU" b="0" i="0" dirty="0"/>
            <a:t>1921 р.</a:t>
          </a:r>
          <a:endParaRPr lang="uk-UA" dirty="0"/>
        </a:p>
      </dgm:t>
    </dgm:pt>
    <dgm:pt modelId="{6841645B-37C1-467A-BE05-291E8929A242}" type="parTrans" cxnId="{28F2EE67-F28E-4C17-8D50-57B45F3E7186}">
      <dgm:prSet/>
      <dgm:spPr/>
      <dgm:t>
        <a:bodyPr/>
        <a:lstStyle/>
        <a:p>
          <a:endParaRPr lang="uk-UA"/>
        </a:p>
      </dgm:t>
    </dgm:pt>
    <dgm:pt modelId="{5E18A32C-08C2-476E-9443-E95909EC21C9}" type="sibTrans" cxnId="{28F2EE67-F28E-4C17-8D50-57B45F3E7186}">
      <dgm:prSet/>
      <dgm:spPr/>
      <dgm:t>
        <a:bodyPr/>
        <a:lstStyle/>
        <a:p>
          <a:endParaRPr lang="uk-UA"/>
        </a:p>
      </dgm:t>
    </dgm:pt>
    <dgm:pt modelId="{9804F3AC-64DA-40EF-BECE-52F6115B4065}">
      <dgm:prSet/>
      <dgm:spPr/>
      <dgm:t>
        <a:bodyPr/>
        <a:lstStyle/>
        <a:p>
          <a:r>
            <a:rPr lang="ru-RU" b="0" i="0"/>
            <a:t>1922 р.</a:t>
          </a:r>
          <a:endParaRPr lang="uk-UA"/>
        </a:p>
      </dgm:t>
    </dgm:pt>
    <dgm:pt modelId="{797ABF4F-AB52-4789-BDA4-A957F13FE228}" type="parTrans" cxnId="{034060CA-2949-41D2-83AD-CBAB86310653}">
      <dgm:prSet/>
      <dgm:spPr/>
      <dgm:t>
        <a:bodyPr/>
        <a:lstStyle/>
        <a:p>
          <a:endParaRPr lang="uk-UA"/>
        </a:p>
      </dgm:t>
    </dgm:pt>
    <dgm:pt modelId="{4AE9E191-6CAE-4FD2-9CAA-F0E5824D5C54}" type="sibTrans" cxnId="{034060CA-2949-41D2-83AD-CBAB86310653}">
      <dgm:prSet/>
      <dgm:spPr/>
      <dgm:t>
        <a:bodyPr/>
        <a:lstStyle/>
        <a:p>
          <a:endParaRPr lang="uk-UA"/>
        </a:p>
      </dgm:t>
    </dgm:pt>
    <dgm:pt modelId="{EB0C964B-4B89-4FF9-8BC6-2FAE20C0AEBA}">
      <dgm:prSet/>
      <dgm:spPr/>
      <dgm:t>
        <a:bodyPr/>
        <a:lstStyle/>
        <a:p>
          <a:r>
            <a:rPr lang="ru-RU" b="0" i="0"/>
            <a:t>1923 р.</a:t>
          </a:r>
          <a:endParaRPr lang="uk-UA"/>
        </a:p>
      </dgm:t>
    </dgm:pt>
    <dgm:pt modelId="{E146F04D-0C03-4AAC-8272-EF300C602CFE}" type="parTrans" cxnId="{5751B543-36DC-4179-8FD0-D5ECB18ADCEA}">
      <dgm:prSet/>
      <dgm:spPr/>
      <dgm:t>
        <a:bodyPr/>
        <a:lstStyle/>
        <a:p>
          <a:endParaRPr lang="uk-UA"/>
        </a:p>
      </dgm:t>
    </dgm:pt>
    <dgm:pt modelId="{729A5120-BBA1-424A-AD0E-FD880D5F3962}" type="sibTrans" cxnId="{5751B543-36DC-4179-8FD0-D5ECB18ADCEA}">
      <dgm:prSet/>
      <dgm:spPr/>
      <dgm:t>
        <a:bodyPr/>
        <a:lstStyle/>
        <a:p>
          <a:endParaRPr lang="uk-UA"/>
        </a:p>
      </dgm:t>
    </dgm:pt>
    <dgm:pt modelId="{06626AF1-14CE-4279-A471-3C4B32A37640}">
      <dgm:prSet/>
      <dgm:spPr/>
      <dgm:t>
        <a:bodyPr/>
        <a:lstStyle/>
        <a:p>
          <a:r>
            <a:rPr lang="ru-RU" b="0" i="0"/>
            <a:t>1925 р.</a:t>
          </a:r>
          <a:endParaRPr lang="uk-UA"/>
        </a:p>
      </dgm:t>
    </dgm:pt>
    <dgm:pt modelId="{B3D31601-07DF-4488-A458-D2AA3B66A873}" type="parTrans" cxnId="{309D2095-A54F-466E-8FDD-A82D0E4A9DE4}">
      <dgm:prSet/>
      <dgm:spPr/>
      <dgm:t>
        <a:bodyPr/>
        <a:lstStyle/>
        <a:p>
          <a:endParaRPr lang="uk-UA"/>
        </a:p>
      </dgm:t>
    </dgm:pt>
    <dgm:pt modelId="{3D3E6C73-7F3D-4FB2-82FB-BB6E943B501F}" type="sibTrans" cxnId="{309D2095-A54F-466E-8FDD-A82D0E4A9DE4}">
      <dgm:prSet/>
      <dgm:spPr/>
      <dgm:t>
        <a:bodyPr/>
        <a:lstStyle/>
        <a:p>
          <a:endParaRPr lang="uk-UA"/>
        </a:p>
      </dgm:t>
    </dgm:pt>
    <dgm:pt modelId="{FE8A5165-076C-4A48-B1BD-096EC7F4F438}">
      <dgm:prSet/>
      <dgm:spPr/>
      <dgm:t>
        <a:bodyPr/>
        <a:lstStyle/>
        <a:p>
          <a:r>
            <a:rPr lang="ru-RU" b="0" i="0" dirty="0"/>
            <a:t>1928 р.</a:t>
          </a:r>
          <a:endParaRPr lang="uk-UA" dirty="0"/>
        </a:p>
      </dgm:t>
    </dgm:pt>
    <dgm:pt modelId="{0876F70C-B78A-4155-B966-F142241715B3}" type="parTrans" cxnId="{2AE58489-11A3-4D70-8754-19CDDD54966B}">
      <dgm:prSet/>
      <dgm:spPr/>
      <dgm:t>
        <a:bodyPr/>
        <a:lstStyle/>
        <a:p>
          <a:endParaRPr lang="uk-UA"/>
        </a:p>
      </dgm:t>
    </dgm:pt>
    <dgm:pt modelId="{7F067185-3853-4402-8155-5B5384247653}" type="sibTrans" cxnId="{2AE58489-11A3-4D70-8754-19CDDD54966B}">
      <dgm:prSet/>
      <dgm:spPr/>
      <dgm:t>
        <a:bodyPr/>
        <a:lstStyle/>
        <a:p>
          <a:endParaRPr lang="uk-UA"/>
        </a:p>
      </dgm:t>
    </dgm:pt>
    <dgm:pt modelId="{A2E1A2A3-948E-49DE-94E2-53153A39FA39}" type="pres">
      <dgm:prSet presAssocID="{FD9A0458-F64C-4B8C-9288-95ABD8496521}" presName="linearFlow" presStyleCnt="0">
        <dgm:presLayoutVars>
          <dgm:dir/>
          <dgm:resizeHandles val="exact"/>
        </dgm:presLayoutVars>
      </dgm:prSet>
      <dgm:spPr/>
    </dgm:pt>
    <dgm:pt modelId="{E8875927-8786-4F83-91A0-83B7DB4338BE}" type="pres">
      <dgm:prSet presAssocID="{58BF3B0E-9368-4CBA-8DE7-C0C2865C0325}" presName="composite" presStyleCnt="0"/>
      <dgm:spPr/>
    </dgm:pt>
    <dgm:pt modelId="{2BDD0E10-9982-42D0-B52F-1576DE4B23AA}" type="pres">
      <dgm:prSet presAssocID="{58BF3B0E-9368-4CBA-8DE7-C0C2865C0325}" presName="imgShp" presStyleLbl="fgImgPlace1" presStyleIdx="0" presStyleCnt="5"/>
      <dgm:spPr/>
    </dgm:pt>
    <dgm:pt modelId="{EEE9B5A3-52D4-4449-B895-58BD83C358F2}" type="pres">
      <dgm:prSet presAssocID="{58BF3B0E-9368-4CBA-8DE7-C0C2865C0325}" presName="txShp" presStyleLbl="node1" presStyleIdx="0" presStyleCnt="5">
        <dgm:presLayoutVars>
          <dgm:bulletEnabled val="1"/>
        </dgm:presLayoutVars>
      </dgm:prSet>
      <dgm:spPr/>
    </dgm:pt>
    <dgm:pt modelId="{21E15CD5-2F84-431B-B389-8D85EBCD56EB}" type="pres">
      <dgm:prSet presAssocID="{5E18A32C-08C2-476E-9443-E95909EC21C9}" presName="spacing" presStyleCnt="0"/>
      <dgm:spPr/>
    </dgm:pt>
    <dgm:pt modelId="{CEBB2D3B-965B-4108-94A7-EF6D1A084DB8}" type="pres">
      <dgm:prSet presAssocID="{9804F3AC-64DA-40EF-BECE-52F6115B4065}" presName="composite" presStyleCnt="0"/>
      <dgm:spPr/>
    </dgm:pt>
    <dgm:pt modelId="{BE462FBE-51F8-425E-B35B-1DD4207E3B90}" type="pres">
      <dgm:prSet presAssocID="{9804F3AC-64DA-40EF-BECE-52F6115B4065}" presName="imgShp" presStyleLbl="fgImgPlace1" presStyleIdx="1" presStyleCnt="5"/>
      <dgm:spPr/>
    </dgm:pt>
    <dgm:pt modelId="{1374DCD4-5C96-4101-B0F0-9B2CE4662995}" type="pres">
      <dgm:prSet presAssocID="{9804F3AC-64DA-40EF-BECE-52F6115B4065}" presName="txShp" presStyleLbl="node1" presStyleIdx="1" presStyleCnt="5">
        <dgm:presLayoutVars>
          <dgm:bulletEnabled val="1"/>
        </dgm:presLayoutVars>
      </dgm:prSet>
      <dgm:spPr/>
    </dgm:pt>
    <dgm:pt modelId="{D1B8F0EA-4914-47A6-93D9-4F4EF5A45EF5}" type="pres">
      <dgm:prSet presAssocID="{4AE9E191-6CAE-4FD2-9CAA-F0E5824D5C54}" presName="spacing" presStyleCnt="0"/>
      <dgm:spPr/>
    </dgm:pt>
    <dgm:pt modelId="{A6E3B2E5-5BE8-445E-81BF-13B73C203BFE}" type="pres">
      <dgm:prSet presAssocID="{EB0C964B-4B89-4FF9-8BC6-2FAE20C0AEBA}" presName="composite" presStyleCnt="0"/>
      <dgm:spPr/>
    </dgm:pt>
    <dgm:pt modelId="{6A360F18-FEDF-4598-9ECE-4AE3A8ABA6A4}" type="pres">
      <dgm:prSet presAssocID="{EB0C964B-4B89-4FF9-8BC6-2FAE20C0AEBA}" presName="imgShp" presStyleLbl="fgImgPlace1" presStyleIdx="2" presStyleCnt="5"/>
      <dgm:spPr/>
    </dgm:pt>
    <dgm:pt modelId="{14AF3D1B-C9F2-43B3-8EBC-148414E6548D}" type="pres">
      <dgm:prSet presAssocID="{EB0C964B-4B89-4FF9-8BC6-2FAE20C0AEBA}" presName="txShp" presStyleLbl="node1" presStyleIdx="2" presStyleCnt="5">
        <dgm:presLayoutVars>
          <dgm:bulletEnabled val="1"/>
        </dgm:presLayoutVars>
      </dgm:prSet>
      <dgm:spPr/>
    </dgm:pt>
    <dgm:pt modelId="{189B75D5-8069-4B5F-AF2D-9A1A09EE9224}" type="pres">
      <dgm:prSet presAssocID="{729A5120-BBA1-424A-AD0E-FD880D5F3962}" presName="spacing" presStyleCnt="0"/>
      <dgm:spPr/>
    </dgm:pt>
    <dgm:pt modelId="{D6F659FD-8CDA-4BBE-8E43-80334E548B48}" type="pres">
      <dgm:prSet presAssocID="{06626AF1-14CE-4279-A471-3C4B32A37640}" presName="composite" presStyleCnt="0"/>
      <dgm:spPr/>
    </dgm:pt>
    <dgm:pt modelId="{5789C4A6-E455-4A04-A9DD-8F8290C155AB}" type="pres">
      <dgm:prSet presAssocID="{06626AF1-14CE-4279-A471-3C4B32A37640}" presName="imgShp" presStyleLbl="fgImgPlace1" presStyleIdx="3" presStyleCnt="5"/>
      <dgm:spPr/>
    </dgm:pt>
    <dgm:pt modelId="{8B271F6F-D0A8-49DB-9017-C0B255A55A7A}" type="pres">
      <dgm:prSet presAssocID="{06626AF1-14CE-4279-A471-3C4B32A37640}" presName="txShp" presStyleLbl="node1" presStyleIdx="3" presStyleCnt="5">
        <dgm:presLayoutVars>
          <dgm:bulletEnabled val="1"/>
        </dgm:presLayoutVars>
      </dgm:prSet>
      <dgm:spPr/>
    </dgm:pt>
    <dgm:pt modelId="{90F5133B-1942-48BB-81BB-EC56B89AFABE}" type="pres">
      <dgm:prSet presAssocID="{3D3E6C73-7F3D-4FB2-82FB-BB6E943B501F}" presName="spacing" presStyleCnt="0"/>
      <dgm:spPr/>
    </dgm:pt>
    <dgm:pt modelId="{B35773AB-3EFD-4DB2-80C9-7194DC0B4AF5}" type="pres">
      <dgm:prSet presAssocID="{FE8A5165-076C-4A48-B1BD-096EC7F4F438}" presName="composite" presStyleCnt="0"/>
      <dgm:spPr/>
    </dgm:pt>
    <dgm:pt modelId="{B067D6DF-A9C5-46E9-8950-672F32476A12}" type="pres">
      <dgm:prSet presAssocID="{FE8A5165-076C-4A48-B1BD-096EC7F4F438}" presName="imgShp" presStyleLbl="fgImgPlace1" presStyleIdx="4" presStyleCnt="5"/>
      <dgm:spPr/>
    </dgm:pt>
    <dgm:pt modelId="{7BAECC32-975E-4ADF-AE3A-906FEBA32B4E}" type="pres">
      <dgm:prSet presAssocID="{FE8A5165-076C-4A48-B1BD-096EC7F4F438}" presName="txShp" presStyleLbl="node1" presStyleIdx="4" presStyleCnt="5">
        <dgm:presLayoutVars>
          <dgm:bulletEnabled val="1"/>
        </dgm:presLayoutVars>
      </dgm:prSet>
      <dgm:spPr/>
    </dgm:pt>
  </dgm:ptLst>
  <dgm:cxnLst>
    <dgm:cxn modelId="{5ED94401-00A8-49BA-B85C-073DEDAD1A82}" type="presOf" srcId="{FD9A0458-F64C-4B8C-9288-95ABD8496521}" destId="{A2E1A2A3-948E-49DE-94E2-53153A39FA39}" srcOrd="0" destOrd="0" presId="urn:microsoft.com/office/officeart/2005/8/layout/vList3"/>
    <dgm:cxn modelId="{7DF2BC17-A934-415A-B86D-7B3C7A51F4D5}" type="presOf" srcId="{FE8A5165-076C-4A48-B1BD-096EC7F4F438}" destId="{7BAECC32-975E-4ADF-AE3A-906FEBA32B4E}" srcOrd="0" destOrd="0" presId="urn:microsoft.com/office/officeart/2005/8/layout/vList3"/>
    <dgm:cxn modelId="{714AC734-1E2F-45FC-933B-4882A114F6B6}" type="presOf" srcId="{06626AF1-14CE-4279-A471-3C4B32A37640}" destId="{8B271F6F-D0A8-49DB-9017-C0B255A55A7A}" srcOrd="0" destOrd="0" presId="urn:microsoft.com/office/officeart/2005/8/layout/vList3"/>
    <dgm:cxn modelId="{5751B543-36DC-4179-8FD0-D5ECB18ADCEA}" srcId="{FD9A0458-F64C-4B8C-9288-95ABD8496521}" destId="{EB0C964B-4B89-4FF9-8BC6-2FAE20C0AEBA}" srcOrd="2" destOrd="0" parTransId="{E146F04D-0C03-4AAC-8272-EF300C602CFE}" sibTransId="{729A5120-BBA1-424A-AD0E-FD880D5F3962}"/>
    <dgm:cxn modelId="{28F2EE67-F28E-4C17-8D50-57B45F3E7186}" srcId="{FD9A0458-F64C-4B8C-9288-95ABD8496521}" destId="{58BF3B0E-9368-4CBA-8DE7-C0C2865C0325}" srcOrd="0" destOrd="0" parTransId="{6841645B-37C1-467A-BE05-291E8929A242}" sibTransId="{5E18A32C-08C2-476E-9443-E95909EC21C9}"/>
    <dgm:cxn modelId="{7CA8FF81-CA82-4600-A4F5-54C346BF4AB1}" type="presOf" srcId="{9804F3AC-64DA-40EF-BECE-52F6115B4065}" destId="{1374DCD4-5C96-4101-B0F0-9B2CE4662995}" srcOrd="0" destOrd="0" presId="urn:microsoft.com/office/officeart/2005/8/layout/vList3"/>
    <dgm:cxn modelId="{2AE58489-11A3-4D70-8754-19CDDD54966B}" srcId="{FD9A0458-F64C-4B8C-9288-95ABD8496521}" destId="{FE8A5165-076C-4A48-B1BD-096EC7F4F438}" srcOrd="4" destOrd="0" parTransId="{0876F70C-B78A-4155-B966-F142241715B3}" sibTransId="{7F067185-3853-4402-8155-5B5384247653}"/>
    <dgm:cxn modelId="{FD4F2690-D513-4995-A866-2A9EE045D64C}" type="presOf" srcId="{EB0C964B-4B89-4FF9-8BC6-2FAE20C0AEBA}" destId="{14AF3D1B-C9F2-43B3-8EBC-148414E6548D}" srcOrd="0" destOrd="0" presId="urn:microsoft.com/office/officeart/2005/8/layout/vList3"/>
    <dgm:cxn modelId="{309D2095-A54F-466E-8FDD-A82D0E4A9DE4}" srcId="{FD9A0458-F64C-4B8C-9288-95ABD8496521}" destId="{06626AF1-14CE-4279-A471-3C4B32A37640}" srcOrd="3" destOrd="0" parTransId="{B3D31601-07DF-4488-A458-D2AA3B66A873}" sibTransId="{3D3E6C73-7F3D-4FB2-82FB-BB6E943B501F}"/>
    <dgm:cxn modelId="{034060CA-2949-41D2-83AD-CBAB86310653}" srcId="{FD9A0458-F64C-4B8C-9288-95ABD8496521}" destId="{9804F3AC-64DA-40EF-BECE-52F6115B4065}" srcOrd="1" destOrd="0" parTransId="{797ABF4F-AB52-4789-BDA4-A957F13FE228}" sibTransId="{4AE9E191-6CAE-4FD2-9CAA-F0E5824D5C54}"/>
    <dgm:cxn modelId="{92BE33E8-51D0-4A7E-8403-804719822360}" type="presOf" srcId="{58BF3B0E-9368-4CBA-8DE7-C0C2865C0325}" destId="{EEE9B5A3-52D4-4449-B895-58BD83C358F2}" srcOrd="0" destOrd="0" presId="urn:microsoft.com/office/officeart/2005/8/layout/vList3"/>
    <dgm:cxn modelId="{D391E640-E5D0-44B0-B1A7-3EAC192E7FAB}" type="presParOf" srcId="{A2E1A2A3-948E-49DE-94E2-53153A39FA39}" destId="{E8875927-8786-4F83-91A0-83B7DB4338BE}" srcOrd="0" destOrd="0" presId="urn:microsoft.com/office/officeart/2005/8/layout/vList3"/>
    <dgm:cxn modelId="{EF877CEE-FB9C-46C9-84CD-E77EC871538E}" type="presParOf" srcId="{E8875927-8786-4F83-91A0-83B7DB4338BE}" destId="{2BDD0E10-9982-42D0-B52F-1576DE4B23AA}" srcOrd="0" destOrd="0" presId="urn:microsoft.com/office/officeart/2005/8/layout/vList3"/>
    <dgm:cxn modelId="{B00E1544-3F89-4BE0-8F91-C603D0977EAE}" type="presParOf" srcId="{E8875927-8786-4F83-91A0-83B7DB4338BE}" destId="{EEE9B5A3-52D4-4449-B895-58BD83C358F2}" srcOrd="1" destOrd="0" presId="urn:microsoft.com/office/officeart/2005/8/layout/vList3"/>
    <dgm:cxn modelId="{E9383AA0-B3A7-495E-BC50-EC07BF47C256}" type="presParOf" srcId="{A2E1A2A3-948E-49DE-94E2-53153A39FA39}" destId="{21E15CD5-2F84-431B-B389-8D85EBCD56EB}" srcOrd="1" destOrd="0" presId="urn:microsoft.com/office/officeart/2005/8/layout/vList3"/>
    <dgm:cxn modelId="{20064CA4-CD8D-4A77-87F7-0AC79649199B}" type="presParOf" srcId="{A2E1A2A3-948E-49DE-94E2-53153A39FA39}" destId="{CEBB2D3B-965B-4108-94A7-EF6D1A084DB8}" srcOrd="2" destOrd="0" presId="urn:microsoft.com/office/officeart/2005/8/layout/vList3"/>
    <dgm:cxn modelId="{B7F1A62F-9212-43C1-97E8-29F64B5587DA}" type="presParOf" srcId="{CEBB2D3B-965B-4108-94A7-EF6D1A084DB8}" destId="{BE462FBE-51F8-425E-B35B-1DD4207E3B90}" srcOrd="0" destOrd="0" presId="urn:microsoft.com/office/officeart/2005/8/layout/vList3"/>
    <dgm:cxn modelId="{9A73E039-C2D2-48C1-8700-20FC83591588}" type="presParOf" srcId="{CEBB2D3B-965B-4108-94A7-EF6D1A084DB8}" destId="{1374DCD4-5C96-4101-B0F0-9B2CE4662995}" srcOrd="1" destOrd="0" presId="urn:microsoft.com/office/officeart/2005/8/layout/vList3"/>
    <dgm:cxn modelId="{49FC062A-F760-4EED-A610-F051178F933E}" type="presParOf" srcId="{A2E1A2A3-948E-49DE-94E2-53153A39FA39}" destId="{D1B8F0EA-4914-47A6-93D9-4F4EF5A45EF5}" srcOrd="3" destOrd="0" presId="urn:microsoft.com/office/officeart/2005/8/layout/vList3"/>
    <dgm:cxn modelId="{01CCA77F-C300-468C-8C8E-3EAF0C6DCF0C}" type="presParOf" srcId="{A2E1A2A3-948E-49DE-94E2-53153A39FA39}" destId="{A6E3B2E5-5BE8-445E-81BF-13B73C203BFE}" srcOrd="4" destOrd="0" presId="urn:microsoft.com/office/officeart/2005/8/layout/vList3"/>
    <dgm:cxn modelId="{FFB2CAEA-4C82-4FB3-B94A-48698B8E3882}" type="presParOf" srcId="{A6E3B2E5-5BE8-445E-81BF-13B73C203BFE}" destId="{6A360F18-FEDF-4598-9ECE-4AE3A8ABA6A4}" srcOrd="0" destOrd="0" presId="urn:microsoft.com/office/officeart/2005/8/layout/vList3"/>
    <dgm:cxn modelId="{CF685B7A-928D-40A5-B4D8-BAAD168F4A25}" type="presParOf" srcId="{A6E3B2E5-5BE8-445E-81BF-13B73C203BFE}" destId="{14AF3D1B-C9F2-43B3-8EBC-148414E6548D}" srcOrd="1" destOrd="0" presId="urn:microsoft.com/office/officeart/2005/8/layout/vList3"/>
    <dgm:cxn modelId="{319579BD-3906-44E5-8284-AA5E258E1AD8}" type="presParOf" srcId="{A2E1A2A3-948E-49DE-94E2-53153A39FA39}" destId="{189B75D5-8069-4B5F-AF2D-9A1A09EE9224}" srcOrd="5" destOrd="0" presId="urn:microsoft.com/office/officeart/2005/8/layout/vList3"/>
    <dgm:cxn modelId="{E115127A-7E50-424B-8BD9-2E9619596BFC}" type="presParOf" srcId="{A2E1A2A3-948E-49DE-94E2-53153A39FA39}" destId="{D6F659FD-8CDA-4BBE-8E43-80334E548B48}" srcOrd="6" destOrd="0" presId="urn:microsoft.com/office/officeart/2005/8/layout/vList3"/>
    <dgm:cxn modelId="{AFBACBB4-815A-42BE-8E8A-7D109F2D0446}" type="presParOf" srcId="{D6F659FD-8CDA-4BBE-8E43-80334E548B48}" destId="{5789C4A6-E455-4A04-A9DD-8F8290C155AB}" srcOrd="0" destOrd="0" presId="urn:microsoft.com/office/officeart/2005/8/layout/vList3"/>
    <dgm:cxn modelId="{0439D3BF-D99C-4140-9BCF-BD50A7FF5670}" type="presParOf" srcId="{D6F659FD-8CDA-4BBE-8E43-80334E548B48}" destId="{8B271F6F-D0A8-49DB-9017-C0B255A55A7A}" srcOrd="1" destOrd="0" presId="urn:microsoft.com/office/officeart/2005/8/layout/vList3"/>
    <dgm:cxn modelId="{06CC6493-445D-4BE7-ABF2-F78BC2C99F29}" type="presParOf" srcId="{A2E1A2A3-948E-49DE-94E2-53153A39FA39}" destId="{90F5133B-1942-48BB-81BB-EC56B89AFABE}" srcOrd="7" destOrd="0" presId="urn:microsoft.com/office/officeart/2005/8/layout/vList3"/>
    <dgm:cxn modelId="{FCB05404-9690-491C-BDF1-38A233A916DF}" type="presParOf" srcId="{A2E1A2A3-948E-49DE-94E2-53153A39FA39}" destId="{B35773AB-3EFD-4DB2-80C9-7194DC0B4AF5}" srcOrd="8" destOrd="0" presId="urn:microsoft.com/office/officeart/2005/8/layout/vList3"/>
    <dgm:cxn modelId="{E475AA27-64C0-484D-804A-81733C2963FB}" type="presParOf" srcId="{B35773AB-3EFD-4DB2-80C9-7194DC0B4AF5}" destId="{B067D6DF-A9C5-46E9-8950-672F32476A12}" srcOrd="0" destOrd="0" presId="urn:microsoft.com/office/officeart/2005/8/layout/vList3"/>
    <dgm:cxn modelId="{720C3F11-FAC7-4C5E-81AB-97FC3D53F1BF}" type="presParOf" srcId="{B35773AB-3EFD-4DB2-80C9-7194DC0B4AF5}" destId="{7BAECC32-975E-4ADF-AE3A-906FEBA32B4E}"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23B375B-08FC-47B5-99DE-4F77D8708393}"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2203BEE-1143-41FE-98B6-12DCEC432A33}">
      <dgm:prSet/>
      <dgm:spPr/>
      <dgm:t>
        <a:bodyPr/>
        <a:lstStyle/>
        <a:p>
          <a:r>
            <a:rPr lang="ru-RU" b="0" i="0" dirty="0"/>
            <a:t>Г. </a:t>
          </a:r>
          <a:r>
            <a:rPr lang="ru-RU" b="0" i="0" dirty="0" err="1"/>
            <a:t>Верьовка</a:t>
          </a:r>
          <a:endParaRPr lang="uk-UA" dirty="0"/>
        </a:p>
      </dgm:t>
    </dgm:pt>
    <dgm:pt modelId="{95272E40-D28A-476F-949A-5B2D71EA0A5D}" type="parTrans" cxnId="{49B6B496-4593-44E8-BF38-0B813D14F16E}">
      <dgm:prSet/>
      <dgm:spPr/>
      <dgm:t>
        <a:bodyPr/>
        <a:lstStyle/>
        <a:p>
          <a:endParaRPr lang="uk-UA"/>
        </a:p>
      </dgm:t>
    </dgm:pt>
    <dgm:pt modelId="{456B4C69-DE20-4060-AB64-C9BA747091A3}" type="sibTrans" cxnId="{49B6B496-4593-44E8-BF38-0B813D14F16E}">
      <dgm:prSet/>
      <dgm:spPr/>
      <dgm:t>
        <a:bodyPr/>
        <a:lstStyle/>
        <a:p>
          <a:endParaRPr lang="uk-UA"/>
        </a:p>
      </dgm:t>
    </dgm:pt>
    <dgm:pt modelId="{9F9C8B35-D6B3-4A31-8606-DB8EADB7D105}">
      <dgm:prSet/>
      <dgm:spPr/>
      <dgm:t>
        <a:bodyPr/>
        <a:lstStyle/>
        <a:p>
          <a:r>
            <a:rPr lang="ru-RU" b="0" i="0"/>
            <a:t>Л. Курбас</a:t>
          </a:r>
          <a:endParaRPr lang="uk-UA"/>
        </a:p>
      </dgm:t>
    </dgm:pt>
    <dgm:pt modelId="{126B9820-C2BA-44A6-B2D2-C8ACBB34B574}" type="parTrans" cxnId="{7A6927FC-6C86-4BD7-A893-EF52F802BAD3}">
      <dgm:prSet/>
      <dgm:spPr/>
      <dgm:t>
        <a:bodyPr/>
        <a:lstStyle/>
        <a:p>
          <a:endParaRPr lang="uk-UA"/>
        </a:p>
      </dgm:t>
    </dgm:pt>
    <dgm:pt modelId="{65B5D155-ED7F-4A33-8DBB-49FA31E501C1}" type="sibTrans" cxnId="{7A6927FC-6C86-4BD7-A893-EF52F802BAD3}">
      <dgm:prSet/>
      <dgm:spPr/>
      <dgm:t>
        <a:bodyPr/>
        <a:lstStyle/>
        <a:p>
          <a:endParaRPr lang="uk-UA"/>
        </a:p>
      </dgm:t>
    </dgm:pt>
    <dgm:pt modelId="{061613B5-D945-4007-B288-3E8BB75B09EC}">
      <dgm:prSet/>
      <dgm:spPr/>
      <dgm:t>
        <a:bodyPr/>
        <a:lstStyle/>
        <a:p>
          <a:r>
            <a:rPr lang="ru-RU" b="0" i="0"/>
            <a:t>П. Вірський</a:t>
          </a:r>
          <a:endParaRPr lang="uk-UA"/>
        </a:p>
      </dgm:t>
    </dgm:pt>
    <dgm:pt modelId="{7C38C905-1C5C-4AE6-BD39-0EAA764B27C3}" type="parTrans" cxnId="{5AEA08CD-BCEB-4962-B258-03F6ED6108BB}">
      <dgm:prSet/>
      <dgm:spPr/>
      <dgm:t>
        <a:bodyPr/>
        <a:lstStyle/>
        <a:p>
          <a:endParaRPr lang="uk-UA"/>
        </a:p>
      </dgm:t>
    </dgm:pt>
    <dgm:pt modelId="{4A2716B3-D9BF-489B-9564-1E8493059DCB}" type="sibTrans" cxnId="{5AEA08CD-BCEB-4962-B258-03F6ED6108BB}">
      <dgm:prSet/>
      <dgm:spPr/>
      <dgm:t>
        <a:bodyPr/>
        <a:lstStyle/>
        <a:p>
          <a:endParaRPr lang="uk-UA"/>
        </a:p>
      </dgm:t>
    </dgm:pt>
    <dgm:pt modelId="{54BC5D4B-F19B-4344-BA26-C3D46CFD832A}">
      <dgm:prSet/>
      <dgm:spPr/>
      <dgm:t>
        <a:bodyPr/>
        <a:lstStyle/>
        <a:p>
          <a:r>
            <a:rPr lang="ru-RU" b="0" i="0" dirty="0"/>
            <a:t>М. </a:t>
          </a:r>
          <a:r>
            <a:rPr lang="ru-RU" b="0" i="0" dirty="0" err="1"/>
            <a:t>Рильський</a:t>
          </a:r>
          <a:endParaRPr lang="uk-UA" dirty="0"/>
        </a:p>
      </dgm:t>
    </dgm:pt>
    <dgm:pt modelId="{A91D9DAD-5D2F-4139-A954-E9E6B7C9FC24}" type="parTrans" cxnId="{95CFB931-3B2C-4C29-8D64-88D50F6A2AE4}">
      <dgm:prSet/>
      <dgm:spPr/>
      <dgm:t>
        <a:bodyPr/>
        <a:lstStyle/>
        <a:p>
          <a:endParaRPr lang="uk-UA"/>
        </a:p>
      </dgm:t>
    </dgm:pt>
    <dgm:pt modelId="{F56746BA-B39D-4341-BB5A-59B8BD479C18}" type="sibTrans" cxnId="{95CFB931-3B2C-4C29-8D64-88D50F6A2AE4}">
      <dgm:prSet/>
      <dgm:spPr/>
      <dgm:t>
        <a:bodyPr/>
        <a:lstStyle/>
        <a:p>
          <a:endParaRPr lang="uk-UA"/>
        </a:p>
      </dgm:t>
    </dgm:pt>
    <dgm:pt modelId="{760FC286-893F-463D-B4AE-768B3ED59A10}" type="pres">
      <dgm:prSet presAssocID="{C23B375B-08FC-47B5-99DE-4F77D8708393}" presName="linearFlow" presStyleCnt="0">
        <dgm:presLayoutVars>
          <dgm:dir/>
          <dgm:resizeHandles val="exact"/>
        </dgm:presLayoutVars>
      </dgm:prSet>
      <dgm:spPr/>
    </dgm:pt>
    <dgm:pt modelId="{24CDA8A6-4635-4113-8810-562C546868E4}" type="pres">
      <dgm:prSet presAssocID="{12203BEE-1143-41FE-98B6-12DCEC432A33}" presName="composite" presStyleCnt="0"/>
      <dgm:spPr/>
    </dgm:pt>
    <dgm:pt modelId="{61AE014C-66FF-4D67-AEB4-396CB9F8CF0C}" type="pres">
      <dgm:prSet presAssocID="{12203BEE-1143-41FE-98B6-12DCEC432A33}" presName="imgShp" presStyleLbl="fgImgPlace1" presStyleIdx="0" presStyleCnt="4"/>
      <dgm:spPr/>
    </dgm:pt>
    <dgm:pt modelId="{72D1C7F1-6100-40F8-830E-4C2E1833064F}" type="pres">
      <dgm:prSet presAssocID="{12203BEE-1143-41FE-98B6-12DCEC432A33}" presName="txShp" presStyleLbl="node1" presStyleIdx="0" presStyleCnt="4">
        <dgm:presLayoutVars>
          <dgm:bulletEnabled val="1"/>
        </dgm:presLayoutVars>
      </dgm:prSet>
      <dgm:spPr/>
    </dgm:pt>
    <dgm:pt modelId="{73BF1D1B-5713-4B5B-9190-59D7E7DF4F7B}" type="pres">
      <dgm:prSet presAssocID="{456B4C69-DE20-4060-AB64-C9BA747091A3}" presName="spacing" presStyleCnt="0"/>
      <dgm:spPr/>
    </dgm:pt>
    <dgm:pt modelId="{10F44126-9ABC-4FAC-9773-9538A6CA0984}" type="pres">
      <dgm:prSet presAssocID="{9F9C8B35-D6B3-4A31-8606-DB8EADB7D105}" presName="composite" presStyleCnt="0"/>
      <dgm:spPr/>
    </dgm:pt>
    <dgm:pt modelId="{B6A23129-214E-4046-AEDE-5B9806A6A813}" type="pres">
      <dgm:prSet presAssocID="{9F9C8B35-D6B3-4A31-8606-DB8EADB7D105}" presName="imgShp" presStyleLbl="fgImgPlace1" presStyleIdx="1" presStyleCnt="4"/>
      <dgm:spPr/>
    </dgm:pt>
    <dgm:pt modelId="{BF163C01-AADE-497B-9A18-75686E977DA3}" type="pres">
      <dgm:prSet presAssocID="{9F9C8B35-D6B3-4A31-8606-DB8EADB7D105}" presName="txShp" presStyleLbl="node1" presStyleIdx="1" presStyleCnt="4">
        <dgm:presLayoutVars>
          <dgm:bulletEnabled val="1"/>
        </dgm:presLayoutVars>
      </dgm:prSet>
      <dgm:spPr/>
    </dgm:pt>
    <dgm:pt modelId="{69F7A3AD-65A6-4CBD-8DBF-DB88C9C59083}" type="pres">
      <dgm:prSet presAssocID="{65B5D155-ED7F-4A33-8DBB-49FA31E501C1}" presName="spacing" presStyleCnt="0"/>
      <dgm:spPr/>
    </dgm:pt>
    <dgm:pt modelId="{3909AAB5-5007-4D9C-9F44-88AEB4959733}" type="pres">
      <dgm:prSet presAssocID="{061613B5-D945-4007-B288-3E8BB75B09EC}" presName="composite" presStyleCnt="0"/>
      <dgm:spPr/>
    </dgm:pt>
    <dgm:pt modelId="{CD12DCE7-375D-4A9A-9081-82B802E0D4B0}" type="pres">
      <dgm:prSet presAssocID="{061613B5-D945-4007-B288-3E8BB75B09EC}" presName="imgShp" presStyleLbl="fgImgPlace1" presStyleIdx="2" presStyleCnt="4"/>
      <dgm:spPr/>
    </dgm:pt>
    <dgm:pt modelId="{93FAD60A-A968-4AFD-B45B-9A5C8CED7AE3}" type="pres">
      <dgm:prSet presAssocID="{061613B5-D945-4007-B288-3E8BB75B09EC}" presName="txShp" presStyleLbl="node1" presStyleIdx="2" presStyleCnt="4">
        <dgm:presLayoutVars>
          <dgm:bulletEnabled val="1"/>
        </dgm:presLayoutVars>
      </dgm:prSet>
      <dgm:spPr/>
    </dgm:pt>
    <dgm:pt modelId="{77CE0830-7C5E-47BB-8C8A-7CA95FAE2DB3}" type="pres">
      <dgm:prSet presAssocID="{4A2716B3-D9BF-489B-9564-1E8493059DCB}" presName="spacing" presStyleCnt="0"/>
      <dgm:spPr/>
    </dgm:pt>
    <dgm:pt modelId="{2E613C41-E007-432C-B07C-73496EFE1900}" type="pres">
      <dgm:prSet presAssocID="{54BC5D4B-F19B-4344-BA26-C3D46CFD832A}" presName="composite" presStyleCnt="0"/>
      <dgm:spPr/>
    </dgm:pt>
    <dgm:pt modelId="{0D17D43C-BA4E-4CFA-92DD-9BF003E083EC}" type="pres">
      <dgm:prSet presAssocID="{54BC5D4B-F19B-4344-BA26-C3D46CFD832A}" presName="imgShp" presStyleLbl="fgImgPlace1" presStyleIdx="3" presStyleCnt="4"/>
      <dgm:spPr/>
    </dgm:pt>
    <dgm:pt modelId="{26487C9C-C855-4B3F-88B8-31A337A90F6A}" type="pres">
      <dgm:prSet presAssocID="{54BC5D4B-F19B-4344-BA26-C3D46CFD832A}" presName="txShp" presStyleLbl="node1" presStyleIdx="3" presStyleCnt="4">
        <dgm:presLayoutVars>
          <dgm:bulletEnabled val="1"/>
        </dgm:presLayoutVars>
      </dgm:prSet>
      <dgm:spPr/>
    </dgm:pt>
  </dgm:ptLst>
  <dgm:cxnLst>
    <dgm:cxn modelId="{BC630911-9FFE-4A94-8D6C-06BA8441971E}" type="presOf" srcId="{12203BEE-1143-41FE-98B6-12DCEC432A33}" destId="{72D1C7F1-6100-40F8-830E-4C2E1833064F}" srcOrd="0" destOrd="0" presId="urn:microsoft.com/office/officeart/2005/8/layout/vList3"/>
    <dgm:cxn modelId="{95CFB931-3B2C-4C29-8D64-88D50F6A2AE4}" srcId="{C23B375B-08FC-47B5-99DE-4F77D8708393}" destId="{54BC5D4B-F19B-4344-BA26-C3D46CFD832A}" srcOrd="3" destOrd="0" parTransId="{A91D9DAD-5D2F-4139-A954-E9E6B7C9FC24}" sibTransId="{F56746BA-B39D-4341-BB5A-59B8BD479C18}"/>
    <dgm:cxn modelId="{835F036D-9BF3-41CD-9F1B-0A445451A954}" type="presOf" srcId="{9F9C8B35-D6B3-4A31-8606-DB8EADB7D105}" destId="{BF163C01-AADE-497B-9A18-75686E977DA3}" srcOrd="0" destOrd="0" presId="urn:microsoft.com/office/officeart/2005/8/layout/vList3"/>
    <dgm:cxn modelId="{24D90E56-09DB-4C7B-96B4-4A0A4AC652DD}" type="presOf" srcId="{061613B5-D945-4007-B288-3E8BB75B09EC}" destId="{93FAD60A-A968-4AFD-B45B-9A5C8CED7AE3}" srcOrd="0" destOrd="0" presId="urn:microsoft.com/office/officeart/2005/8/layout/vList3"/>
    <dgm:cxn modelId="{49B6B496-4593-44E8-BF38-0B813D14F16E}" srcId="{C23B375B-08FC-47B5-99DE-4F77D8708393}" destId="{12203BEE-1143-41FE-98B6-12DCEC432A33}" srcOrd="0" destOrd="0" parTransId="{95272E40-D28A-476F-949A-5B2D71EA0A5D}" sibTransId="{456B4C69-DE20-4060-AB64-C9BA747091A3}"/>
    <dgm:cxn modelId="{6B6E86AD-14FF-4E53-8E01-296C32DE7960}" type="presOf" srcId="{C23B375B-08FC-47B5-99DE-4F77D8708393}" destId="{760FC286-893F-463D-B4AE-768B3ED59A10}" srcOrd="0" destOrd="0" presId="urn:microsoft.com/office/officeart/2005/8/layout/vList3"/>
    <dgm:cxn modelId="{967170BF-DC1B-46E3-B548-1DAD9C881D64}" type="presOf" srcId="{54BC5D4B-F19B-4344-BA26-C3D46CFD832A}" destId="{26487C9C-C855-4B3F-88B8-31A337A90F6A}" srcOrd="0" destOrd="0" presId="urn:microsoft.com/office/officeart/2005/8/layout/vList3"/>
    <dgm:cxn modelId="{5AEA08CD-BCEB-4962-B258-03F6ED6108BB}" srcId="{C23B375B-08FC-47B5-99DE-4F77D8708393}" destId="{061613B5-D945-4007-B288-3E8BB75B09EC}" srcOrd="2" destOrd="0" parTransId="{7C38C905-1C5C-4AE6-BD39-0EAA764B27C3}" sibTransId="{4A2716B3-D9BF-489B-9564-1E8493059DCB}"/>
    <dgm:cxn modelId="{7A6927FC-6C86-4BD7-A893-EF52F802BAD3}" srcId="{C23B375B-08FC-47B5-99DE-4F77D8708393}" destId="{9F9C8B35-D6B3-4A31-8606-DB8EADB7D105}" srcOrd="1" destOrd="0" parTransId="{126B9820-C2BA-44A6-B2D2-C8ACBB34B574}" sibTransId="{65B5D155-ED7F-4A33-8DBB-49FA31E501C1}"/>
    <dgm:cxn modelId="{D0A8964D-9A69-4393-9402-6CF54643D924}" type="presParOf" srcId="{760FC286-893F-463D-B4AE-768B3ED59A10}" destId="{24CDA8A6-4635-4113-8810-562C546868E4}" srcOrd="0" destOrd="0" presId="urn:microsoft.com/office/officeart/2005/8/layout/vList3"/>
    <dgm:cxn modelId="{50A47CCD-ADFC-4187-886B-14E9CCD528C3}" type="presParOf" srcId="{24CDA8A6-4635-4113-8810-562C546868E4}" destId="{61AE014C-66FF-4D67-AEB4-396CB9F8CF0C}" srcOrd="0" destOrd="0" presId="urn:microsoft.com/office/officeart/2005/8/layout/vList3"/>
    <dgm:cxn modelId="{266BBDD1-5DB0-478C-8073-1F55DA839F3B}" type="presParOf" srcId="{24CDA8A6-4635-4113-8810-562C546868E4}" destId="{72D1C7F1-6100-40F8-830E-4C2E1833064F}" srcOrd="1" destOrd="0" presId="urn:microsoft.com/office/officeart/2005/8/layout/vList3"/>
    <dgm:cxn modelId="{F8C2F54B-0946-4EF6-A421-76DF3D1E6CFF}" type="presParOf" srcId="{760FC286-893F-463D-B4AE-768B3ED59A10}" destId="{73BF1D1B-5713-4B5B-9190-59D7E7DF4F7B}" srcOrd="1" destOrd="0" presId="urn:microsoft.com/office/officeart/2005/8/layout/vList3"/>
    <dgm:cxn modelId="{1C338E6C-F905-4205-A221-AF1F67CA3F9C}" type="presParOf" srcId="{760FC286-893F-463D-B4AE-768B3ED59A10}" destId="{10F44126-9ABC-4FAC-9773-9538A6CA0984}" srcOrd="2" destOrd="0" presId="urn:microsoft.com/office/officeart/2005/8/layout/vList3"/>
    <dgm:cxn modelId="{5C8FC2D5-F923-49C3-A077-6275A4390402}" type="presParOf" srcId="{10F44126-9ABC-4FAC-9773-9538A6CA0984}" destId="{B6A23129-214E-4046-AEDE-5B9806A6A813}" srcOrd="0" destOrd="0" presId="urn:microsoft.com/office/officeart/2005/8/layout/vList3"/>
    <dgm:cxn modelId="{47B0A69E-2C01-4C39-99B1-23153C4EAFED}" type="presParOf" srcId="{10F44126-9ABC-4FAC-9773-9538A6CA0984}" destId="{BF163C01-AADE-497B-9A18-75686E977DA3}" srcOrd="1" destOrd="0" presId="urn:microsoft.com/office/officeart/2005/8/layout/vList3"/>
    <dgm:cxn modelId="{0A385682-31BA-4417-B649-D975F9A715FA}" type="presParOf" srcId="{760FC286-893F-463D-B4AE-768B3ED59A10}" destId="{69F7A3AD-65A6-4CBD-8DBF-DB88C9C59083}" srcOrd="3" destOrd="0" presId="urn:microsoft.com/office/officeart/2005/8/layout/vList3"/>
    <dgm:cxn modelId="{0485D916-73B0-4E53-B016-32B07A841F2D}" type="presParOf" srcId="{760FC286-893F-463D-B4AE-768B3ED59A10}" destId="{3909AAB5-5007-4D9C-9F44-88AEB4959733}" srcOrd="4" destOrd="0" presId="urn:microsoft.com/office/officeart/2005/8/layout/vList3"/>
    <dgm:cxn modelId="{E3A1537E-47FD-4207-8616-16543CF0D519}" type="presParOf" srcId="{3909AAB5-5007-4D9C-9F44-88AEB4959733}" destId="{CD12DCE7-375D-4A9A-9081-82B802E0D4B0}" srcOrd="0" destOrd="0" presId="urn:microsoft.com/office/officeart/2005/8/layout/vList3"/>
    <dgm:cxn modelId="{81B91FB6-52E1-45DE-9EEC-C6168CEAF37A}" type="presParOf" srcId="{3909AAB5-5007-4D9C-9F44-88AEB4959733}" destId="{93FAD60A-A968-4AFD-B45B-9A5C8CED7AE3}" srcOrd="1" destOrd="0" presId="urn:microsoft.com/office/officeart/2005/8/layout/vList3"/>
    <dgm:cxn modelId="{F071E337-F418-4CD6-A2F0-661F6173EAFC}" type="presParOf" srcId="{760FC286-893F-463D-B4AE-768B3ED59A10}" destId="{77CE0830-7C5E-47BB-8C8A-7CA95FAE2DB3}" srcOrd="5" destOrd="0" presId="urn:microsoft.com/office/officeart/2005/8/layout/vList3"/>
    <dgm:cxn modelId="{ECF3E4C9-2C8B-4679-913F-2D5008259AF9}" type="presParOf" srcId="{760FC286-893F-463D-B4AE-768B3ED59A10}" destId="{2E613C41-E007-432C-B07C-73496EFE1900}" srcOrd="6" destOrd="0" presId="urn:microsoft.com/office/officeart/2005/8/layout/vList3"/>
    <dgm:cxn modelId="{49C65B4D-06A3-4DDF-A7D8-9972E16A0843}" type="presParOf" srcId="{2E613C41-E007-432C-B07C-73496EFE1900}" destId="{0D17D43C-BA4E-4CFA-92DD-9BF003E083EC}" srcOrd="0" destOrd="0" presId="urn:microsoft.com/office/officeart/2005/8/layout/vList3"/>
    <dgm:cxn modelId="{87019F86-5629-4F08-8E52-8D8C596987A8}" type="presParOf" srcId="{2E613C41-E007-432C-B07C-73496EFE1900}" destId="{26487C9C-C855-4B3F-88B8-31A337A90F6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2246849-3F2F-471F-AA56-7FEE88465C8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9F34FDD2-4090-4C69-AE8D-505269B416C6}">
      <dgm:prSet/>
      <dgm:spPr/>
      <dgm:t>
        <a:bodyPr/>
        <a:lstStyle/>
        <a:p>
          <a:r>
            <a:rPr lang="uk-UA" b="0" i="0" dirty="0"/>
            <a:t>актор, режисер, новатор українського театру, керівник мистецького об’єднання «Березіль»</a:t>
          </a:r>
          <a:endParaRPr lang="uk-UA" dirty="0"/>
        </a:p>
      </dgm:t>
    </dgm:pt>
    <dgm:pt modelId="{5F35C19A-54D4-4642-ABDC-E42DB8B55529}" type="parTrans" cxnId="{5B685A37-628E-48AF-928E-A7A19A6DA23F}">
      <dgm:prSet/>
      <dgm:spPr/>
      <dgm:t>
        <a:bodyPr/>
        <a:lstStyle/>
        <a:p>
          <a:endParaRPr lang="uk-UA"/>
        </a:p>
      </dgm:t>
    </dgm:pt>
    <dgm:pt modelId="{F130DE9D-18C1-4B0B-906D-A7887BF353A9}" type="sibTrans" cxnId="{5B685A37-628E-48AF-928E-A7A19A6DA23F}">
      <dgm:prSet/>
      <dgm:spPr/>
      <dgm:t>
        <a:bodyPr/>
        <a:lstStyle/>
        <a:p>
          <a:endParaRPr lang="uk-UA"/>
        </a:p>
      </dgm:t>
    </dgm:pt>
    <dgm:pt modelId="{A1A92BE3-9305-4F3E-8E1D-499BF7483BDB}">
      <dgm:prSet/>
      <dgm:spPr/>
      <dgm:t>
        <a:bodyPr/>
        <a:lstStyle/>
        <a:p>
          <a:r>
            <a:rPr lang="uk-UA" b="0" i="0"/>
            <a:t>поет, перекладач, голова Спілки письменників України, директор Інституту мистецтвознавства, фольклору та етнографії АН УРСР</a:t>
          </a:r>
          <a:endParaRPr lang="uk-UA"/>
        </a:p>
      </dgm:t>
    </dgm:pt>
    <dgm:pt modelId="{4652CB31-1983-4F53-965F-D380EB427343}" type="parTrans" cxnId="{B1F10344-E226-4565-97BE-BD9C35FDA30D}">
      <dgm:prSet/>
      <dgm:spPr/>
      <dgm:t>
        <a:bodyPr/>
        <a:lstStyle/>
        <a:p>
          <a:endParaRPr lang="uk-UA"/>
        </a:p>
      </dgm:t>
    </dgm:pt>
    <dgm:pt modelId="{306E9679-A040-4FF2-97AE-2462A43205C5}" type="sibTrans" cxnId="{B1F10344-E226-4565-97BE-BD9C35FDA30D}">
      <dgm:prSet/>
      <dgm:spPr/>
      <dgm:t>
        <a:bodyPr/>
        <a:lstStyle/>
        <a:p>
          <a:endParaRPr lang="uk-UA"/>
        </a:p>
      </dgm:t>
    </dgm:pt>
    <dgm:pt modelId="{53860A7C-C9CB-4EAD-B0FA-C2EDD8686B46}">
      <dgm:prSet/>
      <dgm:spPr/>
      <dgm:t>
        <a:bodyPr/>
        <a:lstStyle/>
        <a:p>
          <a:r>
            <a:rPr lang="uk-UA" b="0" i="0"/>
            <a:t>танцівник, хореограф, балетмейстер, організатор і художній керівник Ансамблю танцю УРСР</a:t>
          </a:r>
          <a:endParaRPr lang="uk-UA"/>
        </a:p>
      </dgm:t>
    </dgm:pt>
    <dgm:pt modelId="{DF95013B-DDD8-461C-97CD-48A9E5D27465}" type="parTrans" cxnId="{72953FB4-1F5A-42C3-ABC2-E5AB89D074A2}">
      <dgm:prSet/>
      <dgm:spPr/>
      <dgm:t>
        <a:bodyPr/>
        <a:lstStyle/>
        <a:p>
          <a:endParaRPr lang="uk-UA"/>
        </a:p>
      </dgm:t>
    </dgm:pt>
    <dgm:pt modelId="{3AE6CF2C-68EC-4F87-8082-190C6810DB7E}" type="sibTrans" cxnId="{72953FB4-1F5A-42C3-ABC2-E5AB89D074A2}">
      <dgm:prSet/>
      <dgm:spPr/>
      <dgm:t>
        <a:bodyPr/>
        <a:lstStyle/>
        <a:p>
          <a:endParaRPr lang="uk-UA"/>
        </a:p>
      </dgm:t>
    </dgm:pt>
    <dgm:pt modelId="{2B839F78-4228-443C-BD51-6A497F63578D}">
      <dgm:prSet/>
      <dgm:spPr/>
      <dgm:t>
        <a:bodyPr/>
        <a:lstStyle/>
        <a:p>
          <a:r>
            <a:rPr lang="uk-UA" b="0" i="0"/>
            <a:t>митець-монументаліст, графік, фундатор новаторської художньої школи в українському мистецтві 1920-х рр.</a:t>
          </a:r>
          <a:endParaRPr lang="uk-UA"/>
        </a:p>
      </dgm:t>
    </dgm:pt>
    <dgm:pt modelId="{C7AAF104-7CC2-4B82-9D86-DE15A384A3DD}" type="parTrans" cxnId="{ABFD60F2-A9DF-416D-8C9C-AC8D90CEE4CB}">
      <dgm:prSet/>
      <dgm:spPr/>
      <dgm:t>
        <a:bodyPr/>
        <a:lstStyle/>
        <a:p>
          <a:endParaRPr lang="uk-UA"/>
        </a:p>
      </dgm:t>
    </dgm:pt>
    <dgm:pt modelId="{9693469C-A4A5-425E-B400-9E044B5E8A6D}" type="sibTrans" cxnId="{ABFD60F2-A9DF-416D-8C9C-AC8D90CEE4CB}">
      <dgm:prSet/>
      <dgm:spPr/>
      <dgm:t>
        <a:bodyPr/>
        <a:lstStyle/>
        <a:p>
          <a:endParaRPr lang="uk-UA"/>
        </a:p>
      </dgm:t>
    </dgm:pt>
    <dgm:pt modelId="{DCA8C0D6-47EB-420C-84E8-DB05537F284A}">
      <dgm:prSet/>
      <dgm:spPr/>
      <dgm:t>
        <a:bodyPr/>
        <a:lstStyle/>
        <a:p>
          <a:r>
            <a:rPr lang="uk-UA" b="0" i="0" dirty="0"/>
            <a:t>композитор, диригент, педагог, організатор і художній керівник Українського державного народного хору</a:t>
          </a:r>
          <a:endParaRPr lang="uk-UA" dirty="0"/>
        </a:p>
      </dgm:t>
    </dgm:pt>
    <dgm:pt modelId="{A12D9AC7-1359-41CE-8C38-86A16CAB3498}" type="parTrans" cxnId="{A67C3DFE-6B54-4B25-BDCF-5491CF758C74}">
      <dgm:prSet/>
      <dgm:spPr/>
      <dgm:t>
        <a:bodyPr/>
        <a:lstStyle/>
        <a:p>
          <a:endParaRPr lang="uk-UA"/>
        </a:p>
      </dgm:t>
    </dgm:pt>
    <dgm:pt modelId="{F30A0DD8-DAB1-48D1-81F2-656292CD6F06}" type="sibTrans" cxnId="{A67C3DFE-6B54-4B25-BDCF-5491CF758C74}">
      <dgm:prSet/>
      <dgm:spPr/>
      <dgm:t>
        <a:bodyPr/>
        <a:lstStyle/>
        <a:p>
          <a:endParaRPr lang="uk-UA"/>
        </a:p>
      </dgm:t>
    </dgm:pt>
    <dgm:pt modelId="{4E12E539-333A-44F4-830E-68B2F29E8F0D}" type="pres">
      <dgm:prSet presAssocID="{82246849-3F2F-471F-AA56-7FEE88465C83}" presName="vert0" presStyleCnt="0">
        <dgm:presLayoutVars>
          <dgm:dir/>
          <dgm:animOne val="branch"/>
          <dgm:animLvl val="lvl"/>
        </dgm:presLayoutVars>
      </dgm:prSet>
      <dgm:spPr/>
    </dgm:pt>
    <dgm:pt modelId="{61BDD678-B091-4458-A849-AD16EE7251CB}" type="pres">
      <dgm:prSet presAssocID="{9F34FDD2-4090-4C69-AE8D-505269B416C6}" presName="thickLine" presStyleLbl="alignNode1" presStyleIdx="0" presStyleCnt="5"/>
      <dgm:spPr/>
    </dgm:pt>
    <dgm:pt modelId="{1FA3E8AA-294A-4C01-89C6-368753423D86}" type="pres">
      <dgm:prSet presAssocID="{9F34FDD2-4090-4C69-AE8D-505269B416C6}" presName="horz1" presStyleCnt="0"/>
      <dgm:spPr/>
    </dgm:pt>
    <dgm:pt modelId="{F1A2F99E-DDC3-4BC1-9B61-F3E062740EC6}" type="pres">
      <dgm:prSet presAssocID="{9F34FDD2-4090-4C69-AE8D-505269B416C6}" presName="tx1" presStyleLbl="revTx" presStyleIdx="0" presStyleCnt="5"/>
      <dgm:spPr/>
    </dgm:pt>
    <dgm:pt modelId="{F2E33CF4-3858-43AB-9E1A-200FE6029D8D}" type="pres">
      <dgm:prSet presAssocID="{9F34FDD2-4090-4C69-AE8D-505269B416C6}" presName="vert1" presStyleCnt="0"/>
      <dgm:spPr/>
    </dgm:pt>
    <dgm:pt modelId="{7273257D-DFE4-4880-8B7F-6EC233423232}" type="pres">
      <dgm:prSet presAssocID="{A1A92BE3-9305-4F3E-8E1D-499BF7483BDB}" presName="thickLine" presStyleLbl="alignNode1" presStyleIdx="1" presStyleCnt="5"/>
      <dgm:spPr/>
    </dgm:pt>
    <dgm:pt modelId="{812064B1-89E7-4634-9446-B468831757FF}" type="pres">
      <dgm:prSet presAssocID="{A1A92BE3-9305-4F3E-8E1D-499BF7483BDB}" presName="horz1" presStyleCnt="0"/>
      <dgm:spPr/>
    </dgm:pt>
    <dgm:pt modelId="{49CB47D3-FFE1-4482-BFF1-C4EF4D06624B}" type="pres">
      <dgm:prSet presAssocID="{A1A92BE3-9305-4F3E-8E1D-499BF7483BDB}" presName="tx1" presStyleLbl="revTx" presStyleIdx="1" presStyleCnt="5"/>
      <dgm:spPr/>
    </dgm:pt>
    <dgm:pt modelId="{255E7248-61D6-4948-9C67-741769828D00}" type="pres">
      <dgm:prSet presAssocID="{A1A92BE3-9305-4F3E-8E1D-499BF7483BDB}" presName="vert1" presStyleCnt="0"/>
      <dgm:spPr/>
    </dgm:pt>
    <dgm:pt modelId="{0168DCC1-66A5-42B1-9431-39B1D1648227}" type="pres">
      <dgm:prSet presAssocID="{53860A7C-C9CB-4EAD-B0FA-C2EDD8686B46}" presName="thickLine" presStyleLbl="alignNode1" presStyleIdx="2" presStyleCnt="5"/>
      <dgm:spPr/>
    </dgm:pt>
    <dgm:pt modelId="{9E2255EC-096A-421D-982A-D7134FD1F2A7}" type="pres">
      <dgm:prSet presAssocID="{53860A7C-C9CB-4EAD-B0FA-C2EDD8686B46}" presName="horz1" presStyleCnt="0"/>
      <dgm:spPr/>
    </dgm:pt>
    <dgm:pt modelId="{35A34709-4568-46C7-8B3E-81305A5CBDE9}" type="pres">
      <dgm:prSet presAssocID="{53860A7C-C9CB-4EAD-B0FA-C2EDD8686B46}" presName="tx1" presStyleLbl="revTx" presStyleIdx="2" presStyleCnt="5"/>
      <dgm:spPr/>
    </dgm:pt>
    <dgm:pt modelId="{7395E028-66A7-4EFF-98EE-93108CF48723}" type="pres">
      <dgm:prSet presAssocID="{53860A7C-C9CB-4EAD-B0FA-C2EDD8686B46}" presName="vert1" presStyleCnt="0"/>
      <dgm:spPr/>
    </dgm:pt>
    <dgm:pt modelId="{486AB895-CCC3-41B2-96B4-4BBE23753A98}" type="pres">
      <dgm:prSet presAssocID="{2B839F78-4228-443C-BD51-6A497F63578D}" presName="thickLine" presStyleLbl="alignNode1" presStyleIdx="3" presStyleCnt="5"/>
      <dgm:spPr/>
    </dgm:pt>
    <dgm:pt modelId="{0F22A427-7106-424F-811B-88CE409AB6F6}" type="pres">
      <dgm:prSet presAssocID="{2B839F78-4228-443C-BD51-6A497F63578D}" presName="horz1" presStyleCnt="0"/>
      <dgm:spPr/>
    </dgm:pt>
    <dgm:pt modelId="{D8DACBF6-D174-4436-B8A7-0E5ADC156366}" type="pres">
      <dgm:prSet presAssocID="{2B839F78-4228-443C-BD51-6A497F63578D}" presName="tx1" presStyleLbl="revTx" presStyleIdx="3" presStyleCnt="5"/>
      <dgm:spPr/>
    </dgm:pt>
    <dgm:pt modelId="{C566E435-90FC-4E6F-919B-88C4357E59A3}" type="pres">
      <dgm:prSet presAssocID="{2B839F78-4228-443C-BD51-6A497F63578D}" presName="vert1" presStyleCnt="0"/>
      <dgm:spPr/>
    </dgm:pt>
    <dgm:pt modelId="{EF6C725D-0270-461C-AAF2-0322B8C377CB}" type="pres">
      <dgm:prSet presAssocID="{DCA8C0D6-47EB-420C-84E8-DB05537F284A}" presName="thickLine" presStyleLbl="alignNode1" presStyleIdx="4" presStyleCnt="5"/>
      <dgm:spPr/>
    </dgm:pt>
    <dgm:pt modelId="{10E0F714-C0A3-4BAB-AA3D-94D6943FFB33}" type="pres">
      <dgm:prSet presAssocID="{DCA8C0D6-47EB-420C-84E8-DB05537F284A}" presName="horz1" presStyleCnt="0"/>
      <dgm:spPr/>
    </dgm:pt>
    <dgm:pt modelId="{CF7E5767-8B11-4763-A712-480CD9C7B391}" type="pres">
      <dgm:prSet presAssocID="{DCA8C0D6-47EB-420C-84E8-DB05537F284A}" presName="tx1" presStyleLbl="revTx" presStyleIdx="4" presStyleCnt="5"/>
      <dgm:spPr/>
    </dgm:pt>
    <dgm:pt modelId="{82454150-FE8A-4175-8656-9D9108B1E2BF}" type="pres">
      <dgm:prSet presAssocID="{DCA8C0D6-47EB-420C-84E8-DB05537F284A}" presName="vert1" presStyleCnt="0"/>
      <dgm:spPr/>
    </dgm:pt>
  </dgm:ptLst>
  <dgm:cxnLst>
    <dgm:cxn modelId="{2131FE00-001C-42C1-A5A0-01AE9EB8AB33}" type="presOf" srcId="{9F34FDD2-4090-4C69-AE8D-505269B416C6}" destId="{F1A2F99E-DDC3-4BC1-9B61-F3E062740EC6}" srcOrd="0" destOrd="0" presId="urn:microsoft.com/office/officeart/2008/layout/LinedList"/>
    <dgm:cxn modelId="{5B685A37-628E-48AF-928E-A7A19A6DA23F}" srcId="{82246849-3F2F-471F-AA56-7FEE88465C83}" destId="{9F34FDD2-4090-4C69-AE8D-505269B416C6}" srcOrd="0" destOrd="0" parTransId="{5F35C19A-54D4-4642-ABDC-E42DB8B55529}" sibTransId="{F130DE9D-18C1-4B0B-906D-A7887BF353A9}"/>
    <dgm:cxn modelId="{B1F10344-E226-4565-97BE-BD9C35FDA30D}" srcId="{82246849-3F2F-471F-AA56-7FEE88465C83}" destId="{A1A92BE3-9305-4F3E-8E1D-499BF7483BDB}" srcOrd="1" destOrd="0" parTransId="{4652CB31-1983-4F53-965F-D380EB427343}" sibTransId="{306E9679-A040-4FF2-97AE-2462A43205C5}"/>
    <dgm:cxn modelId="{69E62964-F838-4987-A247-8701E576CBAC}" type="presOf" srcId="{53860A7C-C9CB-4EAD-B0FA-C2EDD8686B46}" destId="{35A34709-4568-46C7-8B3E-81305A5CBDE9}" srcOrd="0" destOrd="0" presId="urn:microsoft.com/office/officeart/2008/layout/LinedList"/>
    <dgm:cxn modelId="{D5C3A789-C2E4-4B41-B3FA-D924120320B7}" type="presOf" srcId="{DCA8C0D6-47EB-420C-84E8-DB05537F284A}" destId="{CF7E5767-8B11-4763-A712-480CD9C7B391}" srcOrd="0" destOrd="0" presId="urn:microsoft.com/office/officeart/2008/layout/LinedList"/>
    <dgm:cxn modelId="{D4D17FA1-E514-4672-9E31-40B572192D88}" type="presOf" srcId="{82246849-3F2F-471F-AA56-7FEE88465C83}" destId="{4E12E539-333A-44F4-830E-68B2F29E8F0D}" srcOrd="0" destOrd="0" presId="urn:microsoft.com/office/officeart/2008/layout/LinedList"/>
    <dgm:cxn modelId="{4E9865AB-A29D-456A-B5CE-4FDB3D0F568B}" type="presOf" srcId="{2B839F78-4228-443C-BD51-6A497F63578D}" destId="{D8DACBF6-D174-4436-B8A7-0E5ADC156366}" srcOrd="0" destOrd="0" presId="urn:microsoft.com/office/officeart/2008/layout/LinedList"/>
    <dgm:cxn modelId="{587C7CAC-1FE7-4B20-86A8-C8699463EDFF}" type="presOf" srcId="{A1A92BE3-9305-4F3E-8E1D-499BF7483BDB}" destId="{49CB47D3-FFE1-4482-BFF1-C4EF4D06624B}" srcOrd="0" destOrd="0" presId="urn:microsoft.com/office/officeart/2008/layout/LinedList"/>
    <dgm:cxn modelId="{72953FB4-1F5A-42C3-ABC2-E5AB89D074A2}" srcId="{82246849-3F2F-471F-AA56-7FEE88465C83}" destId="{53860A7C-C9CB-4EAD-B0FA-C2EDD8686B46}" srcOrd="2" destOrd="0" parTransId="{DF95013B-DDD8-461C-97CD-48A9E5D27465}" sibTransId="{3AE6CF2C-68EC-4F87-8082-190C6810DB7E}"/>
    <dgm:cxn modelId="{ABFD60F2-A9DF-416D-8C9C-AC8D90CEE4CB}" srcId="{82246849-3F2F-471F-AA56-7FEE88465C83}" destId="{2B839F78-4228-443C-BD51-6A497F63578D}" srcOrd="3" destOrd="0" parTransId="{C7AAF104-7CC2-4B82-9D86-DE15A384A3DD}" sibTransId="{9693469C-A4A5-425E-B400-9E044B5E8A6D}"/>
    <dgm:cxn modelId="{A67C3DFE-6B54-4B25-BDCF-5491CF758C74}" srcId="{82246849-3F2F-471F-AA56-7FEE88465C83}" destId="{DCA8C0D6-47EB-420C-84E8-DB05537F284A}" srcOrd="4" destOrd="0" parTransId="{A12D9AC7-1359-41CE-8C38-86A16CAB3498}" sibTransId="{F30A0DD8-DAB1-48D1-81F2-656292CD6F06}"/>
    <dgm:cxn modelId="{5D61B33F-7082-45CF-A876-F2DB348F3CEE}" type="presParOf" srcId="{4E12E539-333A-44F4-830E-68B2F29E8F0D}" destId="{61BDD678-B091-4458-A849-AD16EE7251CB}" srcOrd="0" destOrd="0" presId="urn:microsoft.com/office/officeart/2008/layout/LinedList"/>
    <dgm:cxn modelId="{B64D408A-BB89-4222-B024-B01443DC8558}" type="presParOf" srcId="{4E12E539-333A-44F4-830E-68B2F29E8F0D}" destId="{1FA3E8AA-294A-4C01-89C6-368753423D86}" srcOrd="1" destOrd="0" presId="urn:microsoft.com/office/officeart/2008/layout/LinedList"/>
    <dgm:cxn modelId="{3CF1E2A4-2DC3-402D-983A-47CABAACA1BD}" type="presParOf" srcId="{1FA3E8AA-294A-4C01-89C6-368753423D86}" destId="{F1A2F99E-DDC3-4BC1-9B61-F3E062740EC6}" srcOrd="0" destOrd="0" presId="urn:microsoft.com/office/officeart/2008/layout/LinedList"/>
    <dgm:cxn modelId="{6A57C728-1D00-45E7-B31C-C52BF7CE8EE4}" type="presParOf" srcId="{1FA3E8AA-294A-4C01-89C6-368753423D86}" destId="{F2E33CF4-3858-43AB-9E1A-200FE6029D8D}" srcOrd="1" destOrd="0" presId="urn:microsoft.com/office/officeart/2008/layout/LinedList"/>
    <dgm:cxn modelId="{6F0F37CC-ADFE-41A8-AF31-018BA60BD972}" type="presParOf" srcId="{4E12E539-333A-44F4-830E-68B2F29E8F0D}" destId="{7273257D-DFE4-4880-8B7F-6EC233423232}" srcOrd="2" destOrd="0" presId="urn:microsoft.com/office/officeart/2008/layout/LinedList"/>
    <dgm:cxn modelId="{9C9D7FCB-0546-4CED-B024-CC0A7AC0802E}" type="presParOf" srcId="{4E12E539-333A-44F4-830E-68B2F29E8F0D}" destId="{812064B1-89E7-4634-9446-B468831757FF}" srcOrd="3" destOrd="0" presId="urn:microsoft.com/office/officeart/2008/layout/LinedList"/>
    <dgm:cxn modelId="{F2F32E7D-C994-4128-8477-E9DA1F4588E7}" type="presParOf" srcId="{812064B1-89E7-4634-9446-B468831757FF}" destId="{49CB47D3-FFE1-4482-BFF1-C4EF4D06624B}" srcOrd="0" destOrd="0" presId="urn:microsoft.com/office/officeart/2008/layout/LinedList"/>
    <dgm:cxn modelId="{6F979354-F79D-4F6B-BD28-EE1B45FB7319}" type="presParOf" srcId="{812064B1-89E7-4634-9446-B468831757FF}" destId="{255E7248-61D6-4948-9C67-741769828D00}" srcOrd="1" destOrd="0" presId="urn:microsoft.com/office/officeart/2008/layout/LinedList"/>
    <dgm:cxn modelId="{7EE02AAD-238A-4C57-A245-B71BB21FA7F4}" type="presParOf" srcId="{4E12E539-333A-44F4-830E-68B2F29E8F0D}" destId="{0168DCC1-66A5-42B1-9431-39B1D1648227}" srcOrd="4" destOrd="0" presId="urn:microsoft.com/office/officeart/2008/layout/LinedList"/>
    <dgm:cxn modelId="{A357D443-647D-4C01-80B6-02A7198904C1}" type="presParOf" srcId="{4E12E539-333A-44F4-830E-68B2F29E8F0D}" destId="{9E2255EC-096A-421D-982A-D7134FD1F2A7}" srcOrd="5" destOrd="0" presId="urn:microsoft.com/office/officeart/2008/layout/LinedList"/>
    <dgm:cxn modelId="{EC1BF312-C868-4EDC-9518-6686DB6FE015}" type="presParOf" srcId="{9E2255EC-096A-421D-982A-D7134FD1F2A7}" destId="{35A34709-4568-46C7-8B3E-81305A5CBDE9}" srcOrd="0" destOrd="0" presId="urn:microsoft.com/office/officeart/2008/layout/LinedList"/>
    <dgm:cxn modelId="{D150D362-CD1D-44C7-AA58-1068690FE6ED}" type="presParOf" srcId="{9E2255EC-096A-421D-982A-D7134FD1F2A7}" destId="{7395E028-66A7-4EFF-98EE-93108CF48723}" srcOrd="1" destOrd="0" presId="urn:microsoft.com/office/officeart/2008/layout/LinedList"/>
    <dgm:cxn modelId="{5D7FAB51-2AAE-4E2B-89ED-F8BE083FF185}" type="presParOf" srcId="{4E12E539-333A-44F4-830E-68B2F29E8F0D}" destId="{486AB895-CCC3-41B2-96B4-4BBE23753A98}" srcOrd="6" destOrd="0" presId="urn:microsoft.com/office/officeart/2008/layout/LinedList"/>
    <dgm:cxn modelId="{D2CC9F48-D877-4BBA-BCF4-C90B66D5856C}" type="presParOf" srcId="{4E12E539-333A-44F4-830E-68B2F29E8F0D}" destId="{0F22A427-7106-424F-811B-88CE409AB6F6}" srcOrd="7" destOrd="0" presId="urn:microsoft.com/office/officeart/2008/layout/LinedList"/>
    <dgm:cxn modelId="{9EC7E62D-7D59-4CA7-865F-31D15CA47EDB}" type="presParOf" srcId="{0F22A427-7106-424F-811B-88CE409AB6F6}" destId="{D8DACBF6-D174-4436-B8A7-0E5ADC156366}" srcOrd="0" destOrd="0" presId="urn:microsoft.com/office/officeart/2008/layout/LinedList"/>
    <dgm:cxn modelId="{F795F813-6AB0-4493-B7E9-FDFAC018C802}" type="presParOf" srcId="{0F22A427-7106-424F-811B-88CE409AB6F6}" destId="{C566E435-90FC-4E6F-919B-88C4357E59A3}" srcOrd="1" destOrd="0" presId="urn:microsoft.com/office/officeart/2008/layout/LinedList"/>
    <dgm:cxn modelId="{8F6BA5B4-F323-46FE-844F-77C0C7FBF76D}" type="presParOf" srcId="{4E12E539-333A-44F4-830E-68B2F29E8F0D}" destId="{EF6C725D-0270-461C-AAF2-0322B8C377CB}" srcOrd="8" destOrd="0" presId="urn:microsoft.com/office/officeart/2008/layout/LinedList"/>
    <dgm:cxn modelId="{8DB56BF2-B9E5-4892-955A-E003BA79CDBF}" type="presParOf" srcId="{4E12E539-333A-44F4-830E-68B2F29E8F0D}" destId="{10E0F714-C0A3-4BAB-AA3D-94D6943FFB33}" srcOrd="9" destOrd="0" presId="urn:microsoft.com/office/officeart/2008/layout/LinedList"/>
    <dgm:cxn modelId="{9C116A14-2162-475E-AAC5-FEB8EB6A0920}" type="presParOf" srcId="{10E0F714-C0A3-4BAB-AA3D-94D6943FFB33}" destId="{CF7E5767-8B11-4763-A712-480CD9C7B391}" srcOrd="0" destOrd="0" presId="urn:microsoft.com/office/officeart/2008/layout/LinedList"/>
    <dgm:cxn modelId="{C0269840-4E72-4045-BF87-6D04B0E89C7C}" type="presParOf" srcId="{10E0F714-C0A3-4BAB-AA3D-94D6943FFB33}" destId="{82454150-FE8A-4175-8656-9D9108B1E2BF}"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BB45FDB-CB46-4D66-829E-BCBCF6566209}"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BAE07001-6FEE-4FA9-8F82-562E976B0D9A}">
      <dgm:prSet/>
      <dgm:spPr/>
      <dgm:t>
        <a:bodyPr/>
        <a:lstStyle/>
        <a:p>
          <a:r>
            <a:rPr lang="ru-RU" b="0" i="0" dirty="0" err="1"/>
            <a:t>запровадження</a:t>
          </a:r>
          <a:r>
            <a:rPr lang="ru-RU" b="0" i="0" dirty="0"/>
            <a:t> </a:t>
          </a:r>
          <a:r>
            <a:rPr lang="ru-RU" b="0" i="0" dirty="0" err="1"/>
            <a:t>національної</a:t>
          </a:r>
          <a:r>
            <a:rPr lang="ru-RU" b="0" i="0" dirty="0"/>
            <a:t> </a:t>
          </a:r>
          <a:r>
            <a:rPr lang="ru-RU" b="0" i="0" dirty="0" err="1"/>
            <a:t>валюти</a:t>
          </a:r>
          <a:r>
            <a:rPr lang="ru-RU" b="0" i="0" dirty="0"/>
            <a:t> – </a:t>
          </a:r>
          <a:r>
            <a:rPr lang="ru-RU" b="0" i="0" dirty="0" err="1"/>
            <a:t>гривні</a:t>
          </a:r>
          <a:endParaRPr lang="uk-UA" dirty="0"/>
        </a:p>
      </dgm:t>
    </dgm:pt>
    <dgm:pt modelId="{072005D0-C1C4-4CF9-BCB6-4E7FA1A24F5F}" type="parTrans" cxnId="{8D996010-7EF1-4E11-832F-75981C1EBEAD}">
      <dgm:prSet/>
      <dgm:spPr/>
      <dgm:t>
        <a:bodyPr/>
        <a:lstStyle/>
        <a:p>
          <a:endParaRPr lang="uk-UA"/>
        </a:p>
      </dgm:t>
    </dgm:pt>
    <dgm:pt modelId="{6588E3D0-9186-4BC9-A7FB-E039E1834033}" type="sibTrans" cxnId="{8D996010-7EF1-4E11-832F-75981C1EBEAD}">
      <dgm:prSet/>
      <dgm:spPr/>
      <dgm:t>
        <a:bodyPr/>
        <a:lstStyle/>
        <a:p>
          <a:endParaRPr lang="uk-UA"/>
        </a:p>
      </dgm:t>
    </dgm:pt>
    <dgm:pt modelId="{B99B2350-2A23-4284-9960-0AAE5DD3E8C9}">
      <dgm:prSet/>
      <dgm:spPr/>
      <dgm:t>
        <a:bodyPr/>
        <a:lstStyle/>
        <a:p>
          <a:r>
            <a:rPr lang="ru-RU" b="0" i="0"/>
            <a:t>«Помаранчева революція»</a:t>
          </a:r>
          <a:endParaRPr lang="uk-UA"/>
        </a:p>
      </dgm:t>
    </dgm:pt>
    <dgm:pt modelId="{9367072A-03BC-4167-9208-9511E263AA08}" type="parTrans" cxnId="{260893AB-94DB-4A0E-AD80-77EBC9DE8B54}">
      <dgm:prSet/>
      <dgm:spPr/>
      <dgm:t>
        <a:bodyPr/>
        <a:lstStyle/>
        <a:p>
          <a:endParaRPr lang="uk-UA"/>
        </a:p>
      </dgm:t>
    </dgm:pt>
    <dgm:pt modelId="{130A7BB5-7657-447A-8ADD-1E53FEFE42A6}" type="sibTrans" cxnId="{260893AB-94DB-4A0E-AD80-77EBC9DE8B54}">
      <dgm:prSet/>
      <dgm:spPr/>
      <dgm:t>
        <a:bodyPr/>
        <a:lstStyle/>
        <a:p>
          <a:endParaRPr lang="uk-UA"/>
        </a:p>
      </dgm:t>
    </dgm:pt>
    <dgm:pt modelId="{357CE39E-30F2-4124-BAEA-35027408D3EB}">
      <dgm:prSet/>
      <dgm:spPr/>
      <dgm:t>
        <a:bodyPr/>
        <a:lstStyle/>
        <a:p>
          <a:r>
            <a:rPr lang="ru-RU" b="0" i="0"/>
            <a:t>проведення першого Всеукраїнського референдуму</a:t>
          </a:r>
          <a:endParaRPr lang="uk-UA"/>
        </a:p>
      </dgm:t>
    </dgm:pt>
    <dgm:pt modelId="{47927905-4FBC-4413-AB9A-90002C9126AE}" type="parTrans" cxnId="{6202C575-4E03-4033-A1CF-854A85FD2414}">
      <dgm:prSet/>
      <dgm:spPr/>
      <dgm:t>
        <a:bodyPr/>
        <a:lstStyle/>
        <a:p>
          <a:endParaRPr lang="uk-UA"/>
        </a:p>
      </dgm:t>
    </dgm:pt>
    <dgm:pt modelId="{DD2138E0-4A5C-4D8A-B9C5-31935517A7F9}" type="sibTrans" cxnId="{6202C575-4E03-4033-A1CF-854A85FD2414}">
      <dgm:prSet/>
      <dgm:spPr/>
      <dgm:t>
        <a:bodyPr/>
        <a:lstStyle/>
        <a:p>
          <a:endParaRPr lang="uk-UA"/>
        </a:p>
      </dgm:t>
    </dgm:pt>
    <dgm:pt modelId="{E95038D2-645B-47CC-BE4B-26B9F11F9D86}">
      <dgm:prSet/>
      <dgm:spPr/>
      <dgm:t>
        <a:bodyPr/>
        <a:lstStyle/>
        <a:p>
          <a:r>
            <a:rPr lang="ru-RU" b="0" i="0" dirty="0" err="1"/>
            <a:t>проведення</a:t>
          </a:r>
          <a:r>
            <a:rPr lang="ru-RU" b="0" i="0" dirty="0"/>
            <a:t> </a:t>
          </a:r>
          <a:r>
            <a:rPr lang="ru-RU" b="0" i="0" dirty="0" err="1"/>
            <a:t>перших</a:t>
          </a:r>
          <a:r>
            <a:rPr lang="ru-RU" b="0" i="0" dirty="0"/>
            <a:t> </a:t>
          </a:r>
          <a:r>
            <a:rPr lang="ru-RU" b="0" i="0" dirty="0" err="1"/>
            <a:t>альтернативних</a:t>
          </a:r>
          <a:r>
            <a:rPr lang="ru-RU" b="0" i="0" dirty="0"/>
            <a:t> </a:t>
          </a:r>
          <a:r>
            <a:rPr lang="ru-RU" b="0" i="0" dirty="0" err="1"/>
            <a:t>виборів</a:t>
          </a:r>
          <a:r>
            <a:rPr lang="ru-RU" b="0" i="0" dirty="0"/>
            <a:t> до </a:t>
          </a:r>
          <a:r>
            <a:rPr lang="ru-RU" b="0" i="0" dirty="0" err="1"/>
            <a:t>Верховної</a:t>
          </a:r>
          <a:r>
            <a:rPr lang="ru-RU" b="0" i="0" dirty="0"/>
            <a:t> Ради УРСР</a:t>
          </a:r>
          <a:endParaRPr lang="uk-UA" dirty="0"/>
        </a:p>
      </dgm:t>
    </dgm:pt>
    <dgm:pt modelId="{3B366440-EDB6-4BF2-A1E7-B4481DDB18EB}" type="parTrans" cxnId="{2F4A3AA7-DAF7-467A-8C4D-BC128688A8B2}">
      <dgm:prSet/>
      <dgm:spPr/>
      <dgm:t>
        <a:bodyPr/>
        <a:lstStyle/>
        <a:p>
          <a:endParaRPr lang="uk-UA"/>
        </a:p>
      </dgm:t>
    </dgm:pt>
    <dgm:pt modelId="{561F5F5D-FE30-4FE9-8909-B3CDA2D023F1}" type="sibTrans" cxnId="{2F4A3AA7-DAF7-467A-8C4D-BC128688A8B2}">
      <dgm:prSet/>
      <dgm:spPr/>
      <dgm:t>
        <a:bodyPr/>
        <a:lstStyle/>
        <a:p>
          <a:endParaRPr lang="uk-UA"/>
        </a:p>
      </dgm:t>
    </dgm:pt>
    <dgm:pt modelId="{FAC81047-CCC4-414E-92CB-BAC999319D91}" type="pres">
      <dgm:prSet presAssocID="{0BB45FDB-CB46-4D66-829E-BCBCF6566209}" presName="linearFlow" presStyleCnt="0">
        <dgm:presLayoutVars>
          <dgm:dir/>
          <dgm:resizeHandles val="exact"/>
        </dgm:presLayoutVars>
      </dgm:prSet>
      <dgm:spPr/>
    </dgm:pt>
    <dgm:pt modelId="{6EBD7DCD-EE29-4B84-BF90-23F01A447B69}" type="pres">
      <dgm:prSet presAssocID="{BAE07001-6FEE-4FA9-8F82-562E976B0D9A}" presName="composite" presStyleCnt="0"/>
      <dgm:spPr/>
    </dgm:pt>
    <dgm:pt modelId="{F3DB3F1B-C986-4C3E-9E9B-B7B55C5A4631}" type="pres">
      <dgm:prSet presAssocID="{BAE07001-6FEE-4FA9-8F82-562E976B0D9A}" presName="imgShp" presStyleLbl="fgImgPlace1" presStyleIdx="0" presStyleCnt="4"/>
      <dgm:spPr/>
    </dgm:pt>
    <dgm:pt modelId="{67125092-6332-4137-986E-51309D2C9DAB}" type="pres">
      <dgm:prSet presAssocID="{BAE07001-6FEE-4FA9-8F82-562E976B0D9A}" presName="txShp" presStyleLbl="node1" presStyleIdx="0" presStyleCnt="4">
        <dgm:presLayoutVars>
          <dgm:bulletEnabled val="1"/>
        </dgm:presLayoutVars>
      </dgm:prSet>
      <dgm:spPr/>
    </dgm:pt>
    <dgm:pt modelId="{621D5759-0177-418B-A04B-8CDFB00EBB66}" type="pres">
      <dgm:prSet presAssocID="{6588E3D0-9186-4BC9-A7FB-E039E1834033}" presName="spacing" presStyleCnt="0"/>
      <dgm:spPr/>
    </dgm:pt>
    <dgm:pt modelId="{1336A515-AC4F-4C57-B332-55CF1AF3A770}" type="pres">
      <dgm:prSet presAssocID="{B99B2350-2A23-4284-9960-0AAE5DD3E8C9}" presName="composite" presStyleCnt="0"/>
      <dgm:spPr/>
    </dgm:pt>
    <dgm:pt modelId="{D2BCB358-6245-4AE2-84F5-A9386AACC429}" type="pres">
      <dgm:prSet presAssocID="{B99B2350-2A23-4284-9960-0AAE5DD3E8C9}" presName="imgShp" presStyleLbl="fgImgPlace1" presStyleIdx="1" presStyleCnt="4"/>
      <dgm:spPr/>
    </dgm:pt>
    <dgm:pt modelId="{756B1594-73ED-41AB-B630-A06F4B50FBFB}" type="pres">
      <dgm:prSet presAssocID="{B99B2350-2A23-4284-9960-0AAE5DD3E8C9}" presName="txShp" presStyleLbl="node1" presStyleIdx="1" presStyleCnt="4">
        <dgm:presLayoutVars>
          <dgm:bulletEnabled val="1"/>
        </dgm:presLayoutVars>
      </dgm:prSet>
      <dgm:spPr/>
    </dgm:pt>
    <dgm:pt modelId="{5E5CAC56-5836-4DE7-90FC-C20F561F67A7}" type="pres">
      <dgm:prSet presAssocID="{130A7BB5-7657-447A-8ADD-1E53FEFE42A6}" presName="spacing" presStyleCnt="0"/>
      <dgm:spPr/>
    </dgm:pt>
    <dgm:pt modelId="{D23C57B5-CCCC-4AC2-A62F-FC4015261BA6}" type="pres">
      <dgm:prSet presAssocID="{357CE39E-30F2-4124-BAEA-35027408D3EB}" presName="composite" presStyleCnt="0"/>
      <dgm:spPr/>
    </dgm:pt>
    <dgm:pt modelId="{EB98544F-3D7F-4173-90E9-137716AFB6F5}" type="pres">
      <dgm:prSet presAssocID="{357CE39E-30F2-4124-BAEA-35027408D3EB}" presName="imgShp" presStyleLbl="fgImgPlace1" presStyleIdx="2" presStyleCnt="4"/>
      <dgm:spPr/>
    </dgm:pt>
    <dgm:pt modelId="{AED8B5B0-2E9F-4C12-9723-E0DF360727C7}" type="pres">
      <dgm:prSet presAssocID="{357CE39E-30F2-4124-BAEA-35027408D3EB}" presName="txShp" presStyleLbl="node1" presStyleIdx="2" presStyleCnt="4">
        <dgm:presLayoutVars>
          <dgm:bulletEnabled val="1"/>
        </dgm:presLayoutVars>
      </dgm:prSet>
      <dgm:spPr/>
    </dgm:pt>
    <dgm:pt modelId="{8F05BD6B-83F8-4B93-9178-530C4238678F}" type="pres">
      <dgm:prSet presAssocID="{DD2138E0-4A5C-4D8A-B9C5-31935517A7F9}" presName="spacing" presStyleCnt="0"/>
      <dgm:spPr/>
    </dgm:pt>
    <dgm:pt modelId="{FC4EC5FF-E601-4C1C-B3EE-BD263F04487B}" type="pres">
      <dgm:prSet presAssocID="{E95038D2-645B-47CC-BE4B-26B9F11F9D86}" presName="composite" presStyleCnt="0"/>
      <dgm:spPr/>
    </dgm:pt>
    <dgm:pt modelId="{18483198-D1D0-4764-BE47-63347F56400A}" type="pres">
      <dgm:prSet presAssocID="{E95038D2-645B-47CC-BE4B-26B9F11F9D86}" presName="imgShp" presStyleLbl="fgImgPlace1" presStyleIdx="3" presStyleCnt="4"/>
      <dgm:spPr/>
    </dgm:pt>
    <dgm:pt modelId="{3BF6E546-8C55-4159-843A-01B6B907DA52}" type="pres">
      <dgm:prSet presAssocID="{E95038D2-645B-47CC-BE4B-26B9F11F9D86}" presName="txShp" presStyleLbl="node1" presStyleIdx="3" presStyleCnt="4">
        <dgm:presLayoutVars>
          <dgm:bulletEnabled val="1"/>
        </dgm:presLayoutVars>
      </dgm:prSet>
      <dgm:spPr/>
    </dgm:pt>
  </dgm:ptLst>
  <dgm:cxnLst>
    <dgm:cxn modelId="{9FE8BD01-CAC5-4592-A477-BCA4E6E6485F}" type="presOf" srcId="{BAE07001-6FEE-4FA9-8F82-562E976B0D9A}" destId="{67125092-6332-4137-986E-51309D2C9DAB}" srcOrd="0" destOrd="0" presId="urn:microsoft.com/office/officeart/2005/8/layout/vList3"/>
    <dgm:cxn modelId="{8D996010-7EF1-4E11-832F-75981C1EBEAD}" srcId="{0BB45FDB-CB46-4D66-829E-BCBCF6566209}" destId="{BAE07001-6FEE-4FA9-8F82-562E976B0D9A}" srcOrd="0" destOrd="0" parTransId="{072005D0-C1C4-4CF9-BCB6-4E7FA1A24F5F}" sibTransId="{6588E3D0-9186-4BC9-A7FB-E039E1834033}"/>
    <dgm:cxn modelId="{842D3F31-29E6-4D4F-B34A-B782924C8250}" type="presOf" srcId="{E95038D2-645B-47CC-BE4B-26B9F11F9D86}" destId="{3BF6E546-8C55-4159-843A-01B6B907DA52}" srcOrd="0" destOrd="0" presId="urn:microsoft.com/office/officeart/2005/8/layout/vList3"/>
    <dgm:cxn modelId="{644D7A53-7ACF-4719-A10E-18698DFD3ECF}" type="presOf" srcId="{B99B2350-2A23-4284-9960-0AAE5DD3E8C9}" destId="{756B1594-73ED-41AB-B630-A06F4B50FBFB}" srcOrd="0" destOrd="0" presId="urn:microsoft.com/office/officeart/2005/8/layout/vList3"/>
    <dgm:cxn modelId="{6202C575-4E03-4033-A1CF-854A85FD2414}" srcId="{0BB45FDB-CB46-4D66-829E-BCBCF6566209}" destId="{357CE39E-30F2-4124-BAEA-35027408D3EB}" srcOrd="2" destOrd="0" parTransId="{47927905-4FBC-4413-AB9A-90002C9126AE}" sibTransId="{DD2138E0-4A5C-4D8A-B9C5-31935517A7F9}"/>
    <dgm:cxn modelId="{2F4A3AA7-DAF7-467A-8C4D-BC128688A8B2}" srcId="{0BB45FDB-CB46-4D66-829E-BCBCF6566209}" destId="{E95038D2-645B-47CC-BE4B-26B9F11F9D86}" srcOrd="3" destOrd="0" parTransId="{3B366440-EDB6-4BF2-A1E7-B4481DDB18EB}" sibTransId="{561F5F5D-FE30-4FE9-8909-B3CDA2D023F1}"/>
    <dgm:cxn modelId="{260893AB-94DB-4A0E-AD80-77EBC9DE8B54}" srcId="{0BB45FDB-CB46-4D66-829E-BCBCF6566209}" destId="{B99B2350-2A23-4284-9960-0AAE5DD3E8C9}" srcOrd="1" destOrd="0" parTransId="{9367072A-03BC-4167-9208-9511E263AA08}" sibTransId="{130A7BB5-7657-447A-8ADD-1E53FEFE42A6}"/>
    <dgm:cxn modelId="{0D17F4C6-4201-48FE-856A-EBE3893418FB}" type="presOf" srcId="{0BB45FDB-CB46-4D66-829E-BCBCF6566209}" destId="{FAC81047-CCC4-414E-92CB-BAC999319D91}" srcOrd="0" destOrd="0" presId="urn:microsoft.com/office/officeart/2005/8/layout/vList3"/>
    <dgm:cxn modelId="{4F7032D6-76DC-44AB-B101-E283512128E7}" type="presOf" srcId="{357CE39E-30F2-4124-BAEA-35027408D3EB}" destId="{AED8B5B0-2E9F-4C12-9723-E0DF360727C7}" srcOrd="0" destOrd="0" presId="urn:microsoft.com/office/officeart/2005/8/layout/vList3"/>
    <dgm:cxn modelId="{539D1F97-340F-47AA-BCBD-812874389FCC}" type="presParOf" srcId="{FAC81047-CCC4-414E-92CB-BAC999319D91}" destId="{6EBD7DCD-EE29-4B84-BF90-23F01A447B69}" srcOrd="0" destOrd="0" presId="urn:microsoft.com/office/officeart/2005/8/layout/vList3"/>
    <dgm:cxn modelId="{3AFCEB7D-020B-44BB-B0BE-69DE8285DB53}" type="presParOf" srcId="{6EBD7DCD-EE29-4B84-BF90-23F01A447B69}" destId="{F3DB3F1B-C986-4C3E-9E9B-B7B55C5A4631}" srcOrd="0" destOrd="0" presId="urn:microsoft.com/office/officeart/2005/8/layout/vList3"/>
    <dgm:cxn modelId="{4A11F86C-B95D-44A6-BFA5-48942121A38D}" type="presParOf" srcId="{6EBD7DCD-EE29-4B84-BF90-23F01A447B69}" destId="{67125092-6332-4137-986E-51309D2C9DAB}" srcOrd="1" destOrd="0" presId="urn:microsoft.com/office/officeart/2005/8/layout/vList3"/>
    <dgm:cxn modelId="{C58D467F-7F34-461A-98DB-CEC5BFD98C1E}" type="presParOf" srcId="{FAC81047-CCC4-414E-92CB-BAC999319D91}" destId="{621D5759-0177-418B-A04B-8CDFB00EBB66}" srcOrd="1" destOrd="0" presId="urn:microsoft.com/office/officeart/2005/8/layout/vList3"/>
    <dgm:cxn modelId="{7B4778F7-1A0C-4051-88A0-B9C6F9F5B00D}" type="presParOf" srcId="{FAC81047-CCC4-414E-92CB-BAC999319D91}" destId="{1336A515-AC4F-4C57-B332-55CF1AF3A770}" srcOrd="2" destOrd="0" presId="urn:microsoft.com/office/officeart/2005/8/layout/vList3"/>
    <dgm:cxn modelId="{8BD3C0DC-1DCD-46CE-AADC-59C8F8B1415C}" type="presParOf" srcId="{1336A515-AC4F-4C57-B332-55CF1AF3A770}" destId="{D2BCB358-6245-4AE2-84F5-A9386AACC429}" srcOrd="0" destOrd="0" presId="urn:microsoft.com/office/officeart/2005/8/layout/vList3"/>
    <dgm:cxn modelId="{DCCD6C1C-070D-4349-B63F-44B3FA0A4A93}" type="presParOf" srcId="{1336A515-AC4F-4C57-B332-55CF1AF3A770}" destId="{756B1594-73ED-41AB-B630-A06F4B50FBFB}" srcOrd="1" destOrd="0" presId="urn:microsoft.com/office/officeart/2005/8/layout/vList3"/>
    <dgm:cxn modelId="{0CD48884-FF47-4CA0-B43C-4593C6B7CEAF}" type="presParOf" srcId="{FAC81047-CCC4-414E-92CB-BAC999319D91}" destId="{5E5CAC56-5836-4DE7-90FC-C20F561F67A7}" srcOrd="3" destOrd="0" presId="urn:microsoft.com/office/officeart/2005/8/layout/vList3"/>
    <dgm:cxn modelId="{57774D75-81D3-4902-8C62-7289048C1ECF}" type="presParOf" srcId="{FAC81047-CCC4-414E-92CB-BAC999319D91}" destId="{D23C57B5-CCCC-4AC2-A62F-FC4015261BA6}" srcOrd="4" destOrd="0" presId="urn:microsoft.com/office/officeart/2005/8/layout/vList3"/>
    <dgm:cxn modelId="{95309695-2B84-46E7-9303-146DB61FF5A2}" type="presParOf" srcId="{D23C57B5-CCCC-4AC2-A62F-FC4015261BA6}" destId="{EB98544F-3D7F-4173-90E9-137716AFB6F5}" srcOrd="0" destOrd="0" presId="urn:microsoft.com/office/officeart/2005/8/layout/vList3"/>
    <dgm:cxn modelId="{389ED061-D974-4697-BC8B-D6F4A06E2A67}" type="presParOf" srcId="{D23C57B5-CCCC-4AC2-A62F-FC4015261BA6}" destId="{AED8B5B0-2E9F-4C12-9723-E0DF360727C7}" srcOrd="1" destOrd="0" presId="urn:microsoft.com/office/officeart/2005/8/layout/vList3"/>
    <dgm:cxn modelId="{956AD27D-B1A3-45E5-AC91-050B03025215}" type="presParOf" srcId="{FAC81047-CCC4-414E-92CB-BAC999319D91}" destId="{8F05BD6B-83F8-4B93-9178-530C4238678F}" srcOrd="5" destOrd="0" presId="urn:microsoft.com/office/officeart/2005/8/layout/vList3"/>
    <dgm:cxn modelId="{D430EA39-38CE-438B-B177-DF4706A1455C}" type="presParOf" srcId="{FAC81047-CCC4-414E-92CB-BAC999319D91}" destId="{FC4EC5FF-E601-4C1C-B3EE-BD263F04487B}" srcOrd="6" destOrd="0" presId="urn:microsoft.com/office/officeart/2005/8/layout/vList3"/>
    <dgm:cxn modelId="{F21C467D-3479-4472-8156-69E6390E12D4}" type="presParOf" srcId="{FC4EC5FF-E601-4C1C-B3EE-BD263F04487B}" destId="{18483198-D1D0-4764-BE47-63347F56400A}" srcOrd="0" destOrd="0" presId="urn:microsoft.com/office/officeart/2005/8/layout/vList3"/>
    <dgm:cxn modelId="{3B24C141-6D0C-49DF-8C22-BD35FAF961F1}" type="presParOf" srcId="{FC4EC5FF-E601-4C1C-B3EE-BD263F04487B}" destId="{3BF6E546-8C55-4159-843A-01B6B907DA52}"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B554B77-D9A5-4D5D-95DE-E7DC352529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C6661BB-B65F-4E88-871C-D65C9356ED2F}">
      <dgm:prSet/>
      <dgm:spPr/>
      <dgm:t>
        <a:bodyPr/>
        <a:lstStyle/>
        <a:p>
          <a:r>
            <a:rPr lang="uk-UA" b="0" i="0" dirty="0"/>
            <a:t>обрання Президентом України В. Ющенка</a:t>
          </a:r>
          <a:endParaRPr lang="uk-UA" dirty="0"/>
        </a:p>
      </dgm:t>
    </dgm:pt>
    <dgm:pt modelId="{A036F2F8-47EA-4863-9A3A-878B23991736}" type="parTrans" cxnId="{94371CFF-0583-4088-AF21-169283554174}">
      <dgm:prSet/>
      <dgm:spPr/>
      <dgm:t>
        <a:bodyPr/>
        <a:lstStyle/>
        <a:p>
          <a:endParaRPr lang="uk-UA"/>
        </a:p>
      </dgm:t>
    </dgm:pt>
    <dgm:pt modelId="{470DAF12-E331-4733-94C5-42D0193FA867}" type="sibTrans" cxnId="{94371CFF-0583-4088-AF21-169283554174}">
      <dgm:prSet/>
      <dgm:spPr/>
      <dgm:t>
        <a:bodyPr/>
        <a:lstStyle/>
        <a:p>
          <a:endParaRPr lang="uk-UA"/>
        </a:p>
      </dgm:t>
    </dgm:pt>
    <dgm:pt modelId="{87856A63-AB37-478D-B7AF-493FA6EEBF8A}">
      <dgm:prSet/>
      <dgm:spPr/>
      <dgm:t>
        <a:bodyPr/>
        <a:lstStyle/>
        <a:p>
          <a:r>
            <a:rPr lang="uk-UA" b="0" i="0"/>
            <a:t>створення передумов до виходу держави з економічної кризи</a:t>
          </a:r>
          <a:endParaRPr lang="uk-UA"/>
        </a:p>
      </dgm:t>
    </dgm:pt>
    <dgm:pt modelId="{17882C13-A79F-4EDA-BACA-2713BC9DF8DC}" type="parTrans" cxnId="{65512DC7-2FDC-4EA5-978F-9B095D25A679}">
      <dgm:prSet/>
      <dgm:spPr/>
      <dgm:t>
        <a:bodyPr/>
        <a:lstStyle/>
        <a:p>
          <a:endParaRPr lang="uk-UA"/>
        </a:p>
      </dgm:t>
    </dgm:pt>
    <dgm:pt modelId="{3A7B7C5D-C37A-4047-8A8A-D27C1F4A400D}" type="sibTrans" cxnId="{65512DC7-2FDC-4EA5-978F-9B095D25A679}">
      <dgm:prSet/>
      <dgm:spPr/>
      <dgm:t>
        <a:bodyPr/>
        <a:lstStyle/>
        <a:p>
          <a:endParaRPr lang="uk-UA"/>
        </a:p>
      </dgm:t>
    </dgm:pt>
    <dgm:pt modelId="{D8785C54-1CF4-499C-8B48-AE5EB6AA0749}">
      <dgm:prSet/>
      <dgm:spPr/>
      <dgm:t>
        <a:bodyPr/>
        <a:lstStyle/>
        <a:p>
          <a:r>
            <a:rPr lang="uk-UA" b="0" i="0"/>
            <a:t>виникнення парламентської опозиції</a:t>
          </a:r>
          <a:endParaRPr lang="uk-UA"/>
        </a:p>
      </dgm:t>
    </dgm:pt>
    <dgm:pt modelId="{4E673BFE-EE08-43A8-B6DD-864C733E905C}" type="parTrans" cxnId="{5F547DD6-696F-4909-A4B4-79DB82DE018A}">
      <dgm:prSet/>
      <dgm:spPr/>
      <dgm:t>
        <a:bodyPr/>
        <a:lstStyle/>
        <a:p>
          <a:endParaRPr lang="uk-UA"/>
        </a:p>
      </dgm:t>
    </dgm:pt>
    <dgm:pt modelId="{CD7A2C07-C03B-49F9-89CC-E747A08CA137}" type="sibTrans" cxnId="{5F547DD6-696F-4909-A4B4-79DB82DE018A}">
      <dgm:prSet/>
      <dgm:spPr/>
      <dgm:t>
        <a:bodyPr/>
        <a:lstStyle/>
        <a:p>
          <a:endParaRPr lang="uk-UA"/>
        </a:p>
      </dgm:t>
    </dgm:pt>
    <dgm:pt modelId="{63A765A6-959C-45D7-B9DA-379BE57CF7C1}">
      <dgm:prSet/>
      <dgm:spPr/>
      <dgm:t>
        <a:bodyPr/>
        <a:lstStyle/>
        <a:p>
          <a:r>
            <a:rPr lang="uk-UA" b="0" i="0"/>
            <a:t>припинення існування Союзу Радянських Соціалістичних Республік</a:t>
          </a:r>
          <a:endParaRPr lang="uk-UA"/>
        </a:p>
      </dgm:t>
    </dgm:pt>
    <dgm:pt modelId="{7FFD1DE5-2104-4A42-A9C2-81641DFDE515}" type="parTrans" cxnId="{2032F8C4-E6C6-4B77-8F7A-3B1E9BC74F6D}">
      <dgm:prSet/>
      <dgm:spPr/>
      <dgm:t>
        <a:bodyPr/>
        <a:lstStyle/>
        <a:p>
          <a:endParaRPr lang="uk-UA"/>
        </a:p>
      </dgm:t>
    </dgm:pt>
    <dgm:pt modelId="{8FC324FE-C27C-44B9-BAA9-74D167890BA5}" type="sibTrans" cxnId="{2032F8C4-E6C6-4B77-8F7A-3B1E9BC74F6D}">
      <dgm:prSet/>
      <dgm:spPr/>
      <dgm:t>
        <a:bodyPr/>
        <a:lstStyle/>
        <a:p>
          <a:endParaRPr lang="uk-UA"/>
        </a:p>
      </dgm:t>
    </dgm:pt>
    <dgm:pt modelId="{C039D6BC-D5DF-45CF-AF70-13241F1943A0}">
      <dgm:prSet/>
      <dgm:spPr/>
      <dgm:t>
        <a:bodyPr/>
        <a:lstStyle/>
        <a:p>
          <a:r>
            <a:rPr lang="uk-UA" b="0" i="0" dirty="0"/>
            <a:t>створення Автономної Республіки Крим</a:t>
          </a:r>
          <a:endParaRPr lang="uk-UA" dirty="0"/>
        </a:p>
      </dgm:t>
    </dgm:pt>
    <dgm:pt modelId="{B6CAD4BC-BDE5-44F8-A6C4-C889213A4223}" type="parTrans" cxnId="{A2CB0A00-C2C4-4421-B52C-C3917E087AC3}">
      <dgm:prSet/>
      <dgm:spPr/>
      <dgm:t>
        <a:bodyPr/>
        <a:lstStyle/>
        <a:p>
          <a:endParaRPr lang="uk-UA"/>
        </a:p>
      </dgm:t>
    </dgm:pt>
    <dgm:pt modelId="{7093659D-44EB-4237-A236-6864D79C589A}" type="sibTrans" cxnId="{A2CB0A00-C2C4-4421-B52C-C3917E087AC3}">
      <dgm:prSet/>
      <dgm:spPr/>
      <dgm:t>
        <a:bodyPr/>
        <a:lstStyle/>
        <a:p>
          <a:endParaRPr lang="uk-UA"/>
        </a:p>
      </dgm:t>
    </dgm:pt>
    <dgm:pt modelId="{C0F8B03A-3666-4D64-98BF-90CAAB03DD01}" type="pres">
      <dgm:prSet presAssocID="{BB554B77-D9A5-4D5D-95DE-E7DC35252989}" presName="linear" presStyleCnt="0">
        <dgm:presLayoutVars>
          <dgm:animLvl val="lvl"/>
          <dgm:resizeHandles val="exact"/>
        </dgm:presLayoutVars>
      </dgm:prSet>
      <dgm:spPr/>
    </dgm:pt>
    <dgm:pt modelId="{881DC77B-0ECB-4378-9938-0BF32D3A3E86}" type="pres">
      <dgm:prSet presAssocID="{FC6661BB-B65F-4E88-871C-D65C9356ED2F}" presName="parentText" presStyleLbl="node1" presStyleIdx="0" presStyleCnt="5">
        <dgm:presLayoutVars>
          <dgm:chMax val="0"/>
          <dgm:bulletEnabled val="1"/>
        </dgm:presLayoutVars>
      </dgm:prSet>
      <dgm:spPr/>
    </dgm:pt>
    <dgm:pt modelId="{1980C92B-CD05-4214-8BA9-9DECCF0D6DCF}" type="pres">
      <dgm:prSet presAssocID="{470DAF12-E331-4733-94C5-42D0193FA867}" presName="spacer" presStyleCnt="0"/>
      <dgm:spPr/>
    </dgm:pt>
    <dgm:pt modelId="{9DE61E8E-ED33-4587-B045-3E631B6C0BA9}" type="pres">
      <dgm:prSet presAssocID="{87856A63-AB37-478D-B7AF-493FA6EEBF8A}" presName="parentText" presStyleLbl="node1" presStyleIdx="1" presStyleCnt="5">
        <dgm:presLayoutVars>
          <dgm:chMax val="0"/>
          <dgm:bulletEnabled val="1"/>
        </dgm:presLayoutVars>
      </dgm:prSet>
      <dgm:spPr/>
    </dgm:pt>
    <dgm:pt modelId="{AE10CCC3-FEC5-4739-99F1-38DC4C7B7417}" type="pres">
      <dgm:prSet presAssocID="{3A7B7C5D-C37A-4047-8A8A-D27C1F4A400D}" presName="spacer" presStyleCnt="0"/>
      <dgm:spPr/>
    </dgm:pt>
    <dgm:pt modelId="{343B227D-9773-48DD-8496-D9FA7B3E1AA9}" type="pres">
      <dgm:prSet presAssocID="{D8785C54-1CF4-499C-8B48-AE5EB6AA0749}" presName="parentText" presStyleLbl="node1" presStyleIdx="2" presStyleCnt="5">
        <dgm:presLayoutVars>
          <dgm:chMax val="0"/>
          <dgm:bulletEnabled val="1"/>
        </dgm:presLayoutVars>
      </dgm:prSet>
      <dgm:spPr/>
    </dgm:pt>
    <dgm:pt modelId="{578D519A-3433-4CE2-9104-1F8E84196191}" type="pres">
      <dgm:prSet presAssocID="{CD7A2C07-C03B-49F9-89CC-E747A08CA137}" presName="spacer" presStyleCnt="0"/>
      <dgm:spPr/>
    </dgm:pt>
    <dgm:pt modelId="{149A6B4E-1456-450F-85C9-5F20EBF7F6B2}" type="pres">
      <dgm:prSet presAssocID="{63A765A6-959C-45D7-B9DA-379BE57CF7C1}" presName="parentText" presStyleLbl="node1" presStyleIdx="3" presStyleCnt="5">
        <dgm:presLayoutVars>
          <dgm:chMax val="0"/>
          <dgm:bulletEnabled val="1"/>
        </dgm:presLayoutVars>
      </dgm:prSet>
      <dgm:spPr/>
    </dgm:pt>
    <dgm:pt modelId="{CB00D5D7-A536-4A7E-A8CA-D721E55A4037}" type="pres">
      <dgm:prSet presAssocID="{8FC324FE-C27C-44B9-BAA9-74D167890BA5}" presName="spacer" presStyleCnt="0"/>
      <dgm:spPr/>
    </dgm:pt>
    <dgm:pt modelId="{01674E74-1FC4-466F-BD97-8C5586809A03}" type="pres">
      <dgm:prSet presAssocID="{C039D6BC-D5DF-45CF-AF70-13241F1943A0}" presName="parentText" presStyleLbl="node1" presStyleIdx="4" presStyleCnt="5">
        <dgm:presLayoutVars>
          <dgm:chMax val="0"/>
          <dgm:bulletEnabled val="1"/>
        </dgm:presLayoutVars>
      </dgm:prSet>
      <dgm:spPr/>
    </dgm:pt>
  </dgm:ptLst>
  <dgm:cxnLst>
    <dgm:cxn modelId="{A2CB0A00-C2C4-4421-B52C-C3917E087AC3}" srcId="{BB554B77-D9A5-4D5D-95DE-E7DC35252989}" destId="{C039D6BC-D5DF-45CF-AF70-13241F1943A0}" srcOrd="4" destOrd="0" parTransId="{B6CAD4BC-BDE5-44F8-A6C4-C889213A4223}" sibTransId="{7093659D-44EB-4237-A236-6864D79C589A}"/>
    <dgm:cxn modelId="{52C9FD2A-4484-4F6B-9CBA-8EFDC91B9DDC}" type="presOf" srcId="{FC6661BB-B65F-4E88-871C-D65C9356ED2F}" destId="{881DC77B-0ECB-4378-9938-0BF32D3A3E86}" srcOrd="0" destOrd="0" presId="urn:microsoft.com/office/officeart/2005/8/layout/vList2"/>
    <dgm:cxn modelId="{5B05E792-9DA9-403F-BC0A-EE9FC16CF665}" type="presOf" srcId="{BB554B77-D9A5-4D5D-95DE-E7DC35252989}" destId="{C0F8B03A-3666-4D64-98BF-90CAAB03DD01}" srcOrd="0" destOrd="0" presId="urn:microsoft.com/office/officeart/2005/8/layout/vList2"/>
    <dgm:cxn modelId="{669904AF-F57D-4436-9F77-25DE7871C925}" type="presOf" srcId="{C039D6BC-D5DF-45CF-AF70-13241F1943A0}" destId="{01674E74-1FC4-466F-BD97-8C5586809A03}" srcOrd="0" destOrd="0" presId="urn:microsoft.com/office/officeart/2005/8/layout/vList2"/>
    <dgm:cxn modelId="{AC0CBDC4-32A4-42CF-A3D8-3192B756FBE9}" type="presOf" srcId="{87856A63-AB37-478D-B7AF-493FA6EEBF8A}" destId="{9DE61E8E-ED33-4587-B045-3E631B6C0BA9}" srcOrd="0" destOrd="0" presId="urn:microsoft.com/office/officeart/2005/8/layout/vList2"/>
    <dgm:cxn modelId="{2032F8C4-E6C6-4B77-8F7A-3B1E9BC74F6D}" srcId="{BB554B77-D9A5-4D5D-95DE-E7DC35252989}" destId="{63A765A6-959C-45D7-B9DA-379BE57CF7C1}" srcOrd="3" destOrd="0" parTransId="{7FFD1DE5-2104-4A42-A9C2-81641DFDE515}" sibTransId="{8FC324FE-C27C-44B9-BAA9-74D167890BA5}"/>
    <dgm:cxn modelId="{65512DC7-2FDC-4EA5-978F-9B095D25A679}" srcId="{BB554B77-D9A5-4D5D-95DE-E7DC35252989}" destId="{87856A63-AB37-478D-B7AF-493FA6EEBF8A}" srcOrd="1" destOrd="0" parTransId="{17882C13-A79F-4EDA-BACA-2713BC9DF8DC}" sibTransId="{3A7B7C5D-C37A-4047-8A8A-D27C1F4A400D}"/>
    <dgm:cxn modelId="{5F547DD6-696F-4909-A4B4-79DB82DE018A}" srcId="{BB554B77-D9A5-4D5D-95DE-E7DC35252989}" destId="{D8785C54-1CF4-499C-8B48-AE5EB6AA0749}" srcOrd="2" destOrd="0" parTransId="{4E673BFE-EE08-43A8-B6DD-864C733E905C}" sibTransId="{CD7A2C07-C03B-49F9-89CC-E747A08CA137}"/>
    <dgm:cxn modelId="{06792AEC-AC07-4E2E-96BC-1BE0C8959294}" type="presOf" srcId="{63A765A6-959C-45D7-B9DA-379BE57CF7C1}" destId="{149A6B4E-1456-450F-85C9-5F20EBF7F6B2}" srcOrd="0" destOrd="0" presId="urn:microsoft.com/office/officeart/2005/8/layout/vList2"/>
    <dgm:cxn modelId="{21AEFAF7-9CAC-452A-AE03-18812623D5FD}" type="presOf" srcId="{D8785C54-1CF4-499C-8B48-AE5EB6AA0749}" destId="{343B227D-9773-48DD-8496-D9FA7B3E1AA9}" srcOrd="0" destOrd="0" presId="urn:microsoft.com/office/officeart/2005/8/layout/vList2"/>
    <dgm:cxn modelId="{94371CFF-0583-4088-AF21-169283554174}" srcId="{BB554B77-D9A5-4D5D-95DE-E7DC35252989}" destId="{FC6661BB-B65F-4E88-871C-D65C9356ED2F}" srcOrd="0" destOrd="0" parTransId="{A036F2F8-47EA-4863-9A3A-878B23991736}" sibTransId="{470DAF12-E331-4733-94C5-42D0193FA867}"/>
    <dgm:cxn modelId="{7CFF84C1-C2BA-4BBF-BDD8-611665F9EF40}" type="presParOf" srcId="{C0F8B03A-3666-4D64-98BF-90CAAB03DD01}" destId="{881DC77B-0ECB-4378-9938-0BF32D3A3E86}" srcOrd="0" destOrd="0" presId="urn:microsoft.com/office/officeart/2005/8/layout/vList2"/>
    <dgm:cxn modelId="{3DF990EE-8829-400E-B2BB-065861B11E6A}" type="presParOf" srcId="{C0F8B03A-3666-4D64-98BF-90CAAB03DD01}" destId="{1980C92B-CD05-4214-8BA9-9DECCF0D6DCF}" srcOrd="1" destOrd="0" presId="urn:microsoft.com/office/officeart/2005/8/layout/vList2"/>
    <dgm:cxn modelId="{E0233837-9F46-4FD8-B4F4-1FCE709A85B6}" type="presParOf" srcId="{C0F8B03A-3666-4D64-98BF-90CAAB03DD01}" destId="{9DE61E8E-ED33-4587-B045-3E631B6C0BA9}" srcOrd="2" destOrd="0" presId="urn:microsoft.com/office/officeart/2005/8/layout/vList2"/>
    <dgm:cxn modelId="{1E4FFDEC-30F4-4D07-B69E-5EC158E736C7}" type="presParOf" srcId="{C0F8B03A-3666-4D64-98BF-90CAAB03DD01}" destId="{AE10CCC3-FEC5-4739-99F1-38DC4C7B7417}" srcOrd="3" destOrd="0" presId="urn:microsoft.com/office/officeart/2005/8/layout/vList2"/>
    <dgm:cxn modelId="{25270520-7BA7-47A4-ABEE-162549945E9B}" type="presParOf" srcId="{C0F8B03A-3666-4D64-98BF-90CAAB03DD01}" destId="{343B227D-9773-48DD-8496-D9FA7B3E1AA9}" srcOrd="4" destOrd="0" presId="urn:microsoft.com/office/officeart/2005/8/layout/vList2"/>
    <dgm:cxn modelId="{BDB75AC3-8640-4B35-95D0-958C95A65E71}" type="presParOf" srcId="{C0F8B03A-3666-4D64-98BF-90CAAB03DD01}" destId="{578D519A-3433-4CE2-9104-1F8E84196191}" srcOrd="5" destOrd="0" presId="urn:microsoft.com/office/officeart/2005/8/layout/vList2"/>
    <dgm:cxn modelId="{49D402EC-D975-4C70-BF64-FB2CD1F3495D}" type="presParOf" srcId="{C0F8B03A-3666-4D64-98BF-90CAAB03DD01}" destId="{149A6B4E-1456-450F-85C9-5F20EBF7F6B2}" srcOrd="6" destOrd="0" presId="urn:microsoft.com/office/officeart/2005/8/layout/vList2"/>
    <dgm:cxn modelId="{5C165CF4-8899-4D3D-B3D3-B0C211EA9283}" type="presParOf" srcId="{C0F8B03A-3666-4D64-98BF-90CAAB03DD01}" destId="{CB00D5D7-A536-4A7E-A8CA-D721E55A4037}" srcOrd="7" destOrd="0" presId="urn:microsoft.com/office/officeart/2005/8/layout/vList2"/>
    <dgm:cxn modelId="{69A7BECA-651E-47E7-91A2-58D09F2A9D48}" type="presParOf" srcId="{C0F8B03A-3666-4D64-98BF-90CAAB03DD01}" destId="{01674E74-1FC4-466F-BD97-8C5586809A03}"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D2EE24DA-8531-45DE-A46D-88E2359B0A9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66651B3-2467-4040-91DA-4F57F73F6B0D}">
      <dgm:prSet/>
      <dgm:spPr/>
      <dgm:t>
        <a:bodyPr/>
        <a:lstStyle/>
        <a:p>
          <a:r>
            <a:rPr lang="uk-UA" b="0" i="0" dirty="0"/>
            <a:t>«…У сій хвилі представники українського народу в Галичині всіх політичних напрямів, яких об’єднує один національний ідеал, зібралися в Головну Українську Раду…»</a:t>
          </a:r>
          <a:endParaRPr lang="uk-UA" dirty="0"/>
        </a:p>
      </dgm:t>
    </dgm:pt>
    <dgm:pt modelId="{4CD93554-7302-46B9-A7CE-A73C7D78083B}" type="parTrans" cxnId="{B2B81DFA-6AB7-4C08-B3E8-BF66627CCF04}">
      <dgm:prSet/>
      <dgm:spPr/>
      <dgm:t>
        <a:bodyPr/>
        <a:lstStyle/>
        <a:p>
          <a:endParaRPr lang="uk-UA"/>
        </a:p>
      </dgm:t>
    </dgm:pt>
    <dgm:pt modelId="{FC77D201-5322-4EBA-85F1-FE252D939E88}" type="sibTrans" cxnId="{B2B81DFA-6AB7-4C08-B3E8-BF66627CCF04}">
      <dgm:prSet/>
      <dgm:spPr/>
      <dgm:t>
        <a:bodyPr/>
        <a:lstStyle/>
        <a:p>
          <a:endParaRPr lang="uk-UA"/>
        </a:p>
      </dgm:t>
    </dgm:pt>
    <dgm:pt modelId="{073B2DB7-A76A-4153-9471-CC7BAFA4923B}">
      <dgm:prSet/>
      <dgm:spPr/>
      <dgm:t>
        <a:bodyPr/>
        <a:lstStyle/>
        <a:p>
          <a:r>
            <a:rPr lang="uk-UA" b="0" i="0" dirty="0"/>
            <a:t>«Цього дня Українська Національна Рада перейняла на себе владу в столичнім місті Львові й на цілій території Української Держави…»</a:t>
          </a:r>
          <a:endParaRPr lang="uk-UA" dirty="0"/>
        </a:p>
      </dgm:t>
    </dgm:pt>
    <dgm:pt modelId="{C2181066-A025-4F33-AC5E-606FAF0D0C6B}" type="parTrans" cxnId="{723B69F3-7BFA-43C8-A638-043AD97239CA}">
      <dgm:prSet/>
      <dgm:spPr/>
      <dgm:t>
        <a:bodyPr/>
        <a:lstStyle/>
        <a:p>
          <a:endParaRPr lang="uk-UA"/>
        </a:p>
      </dgm:t>
    </dgm:pt>
    <dgm:pt modelId="{22C9DF8F-C3F2-46EE-AEDB-5D4E096D8CD0}" type="sibTrans" cxnId="{723B69F3-7BFA-43C8-A638-043AD97239CA}">
      <dgm:prSet/>
      <dgm:spPr/>
      <dgm:t>
        <a:bodyPr/>
        <a:lstStyle/>
        <a:p>
          <a:endParaRPr lang="uk-UA"/>
        </a:p>
      </dgm:t>
    </dgm:pt>
    <dgm:pt modelId="{A9A47A40-DD36-40FC-A5B1-7A427F021E46}" type="pres">
      <dgm:prSet presAssocID="{D2EE24DA-8531-45DE-A46D-88E2359B0A9B}" presName="linear" presStyleCnt="0">
        <dgm:presLayoutVars>
          <dgm:animLvl val="lvl"/>
          <dgm:resizeHandles val="exact"/>
        </dgm:presLayoutVars>
      </dgm:prSet>
      <dgm:spPr/>
    </dgm:pt>
    <dgm:pt modelId="{B4E9A0BD-30AF-4225-BB63-C7D9B7AB27B4}" type="pres">
      <dgm:prSet presAssocID="{866651B3-2467-4040-91DA-4F57F73F6B0D}" presName="parentText" presStyleLbl="node1" presStyleIdx="0" presStyleCnt="2">
        <dgm:presLayoutVars>
          <dgm:chMax val="0"/>
          <dgm:bulletEnabled val="1"/>
        </dgm:presLayoutVars>
      </dgm:prSet>
      <dgm:spPr/>
    </dgm:pt>
    <dgm:pt modelId="{642C5F17-20BA-4272-9329-F8A617416E07}" type="pres">
      <dgm:prSet presAssocID="{FC77D201-5322-4EBA-85F1-FE252D939E88}" presName="spacer" presStyleCnt="0"/>
      <dgm:spPr/>
    </dgm:pt>
    <dgm:pt modelId="{0AF3A0F6-D011-49AF-B042-0B2B54606489}" type="pres">
      <dgm:prSet presAssocID="{073B2DB7-A76A-4153-9471-CC7BAFA4923B}" presName="parentText" presStyleLbl="node1" presStyleIdx="1" presStyleCnt="2">
        <dgm:presLayoutVars>
          <dgm:chMax val="0"/>
          <dgm:bulletEnabled val="1"/>
        </dgm:presLayoutVars>
      </dgm:prSet>
      <dgm:spPr/>
    </dgm:pt>
  </dgm:ptLst>
  <dgm:cxnLst>
    <dgm:cxn modelId="{F2CA1785-3C10-4737-BD63-B8D2E79770C7}" type="presOf" srcId="{D2EE24DA-8531-45DE-A46D-88E2359B0A9B}" destId="{A9A47A40-DD36-40FC-A5B1-7A427F021E46}" srcOrd="0" destOrd="0" presId="urn:microsoft.com/office/officeart/2005/8/layout/vList2"/>
    <dgm:cxn modelId="{ABF54BAC-C6D8-43AA-9150-9EC5307E7C54}" type="presOf" srcId="{866651B3-2467-4040-91DA-4F57F73F6B0D}" destId="{B4E9A0BD-30AF-4225-BB63-C7D9B7AB27B4}" srcOrd="0" destOrd="0" presId="urn:microsoft.com/office/officeart/2005/8/layout/vList2"/>
    <dgm:cxn modelId="{0023B4CE-5AAC-4F66-B676-CF94A0DB4859}" type="presOf" srcId="{073B2DB7-A76A-4153-9471-CC7BAFA4923B}" destId="{0AF3A0F6-D011-49AF-B042-0B2B54606489}" srcOrd="0" destOrd="0" presId="urn:microsoft.com/office/officeart/2005/8/layout/vList2"/>
    <dgm:cxn modelId="{723B69F3-7BFA-43C8-A638-043AD97239CA}" srcId="{D2EE24DA-8531-45DE-A46D-88E2359B0A9B}" destId="{073B2DB7-A76A-4153-9471-CC7BAFA4923B}" srcOrd="1" destOrd="0" parTransId="{C2181066-A025-4F33-AC5E-606FAF0D0C6B}" sibTransId="{22C9DF8F-C3F2-46EE-AEDB-5D4E096D8CD0}"/>
    <dgm:cxn modelId="{B2B81DFA-6AB7-4C08-B3E8-BF66627CCF04}" srcId="{D2EE24DA-8531-45DE-A46D-88E2359B0A9B}" destId="{866651B3-2467-4040-91DA-4F57F73F6B0D}" srcOrd="0" destOrd="0" parTransId="{4CD93554-7302-46B9-A7CE-A73C7D78083B}" sibTransId="{FC77D201-5322-4EBA-85F1-FE252D939E88}"/>
    <dgm:cxn modelId="{237C84D7-89E3-4F74-A215-C322483AFBDD}" type="presParOf" srcId="{A9A47A40-DD36-40FC-A5B1-7A427F021E46}" destId="{B4E9A0BD-30AF-4225-BB63-C7D9B7AB27B4}" srcOrd="0" destOrd="0" presId="urn:microsoft.com/office/officeart/2005/8/layout/vList2"/>
    <dgm:cxn modelId="{B65EA66A-D9CF-40EE-A9BE-348F7A067F75}" type="presParOf" srcId="{A9A47A40-DD36-40FC-A5B1-7A427F021E46}" destId="{642C5F17-20BA-4272-9329-F8A617416E07}" srcOrd="1" destOrd="0" presId="urn:microsoft.com/office/officeart/2005/8/layout/vList2"/>
    <dgm:cxn modelId="{D82F4986-E920-4173-AB2D-9B9FC2E5015A}" type="presParOf" srcId="{A9A47A40-DD36-40FC-A5B1-7A427F021E46}" destId="{0AF3A0F6-D011-49AF-B042-0B2B5460648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49A49A7-E1BE-452F-AA2B-473CBB62F43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EB6E072-3B04-48BC-AF98-83CEC41E6856}">
      <dgm:prSet/>
      <dgm:spPr/>
      <dgm:t>
        <a:bodyPr/>
        <a:lstStyle/>
        <a:p>
          <a:r>
            <a:rPr lang="uk-UA" b="0" i="0" dirty="0"/>
            <a:t>«Київ залишений був напризволяще… більшовицькі війська, тоді ще більше схожі на банди, незабаром змусили кошмаром своєї «діяльності» забути кошмар і жах дев’ятиденного бомбардування…»</a:t>
          </a:r>
          <a:endParaRPr lang="uk-UA" dirty="0"/>
        </a:p>
      </dgm:t>
    </dgm:pt>
    <dgm:pt modelId="{0742E0E2-3811-4AF7-8FB0-6CCC3E65C574}" type="parTrans" cxnId="{D2223039-4138-418A-AF13-5BA2FA395275}">
      <dgm:prSet/>
      <dgm:spPr/>
      <dgm:t>
        <a:bodyPr/>
        <a:lstStyle/>
        <a:p>
          <a:endParaRPr lang="uk-UA"/>
        </a:p>
      </dgm:t>
    </dgm:pt>
    <dgm:pt modelId="{75DB19F0-F935-4331-8677-11FAA31B7809}" type="sibTrans" cxnId="{D2223039-4138-418A-AF13-5BA2FA395275}">
      <dgm:prSet/>
      <dgm:spPr/>
      <dgm:t>
        <a:bodyPr/>
        <a:lstStyle/>
        <a:p>
          <a:endParaRPr lang="uk-UA"/>
        </a:p>
      </dgm:t>
    </dgm:pt>
    <dgm:pt modelId="{A05BCA0D-E130-4867-938A-2CB506D0B0AC}">
      <dgm:prSet/>
      <dgm:spPr/>
      <dgm:t>
        <a:bodyPr/>
        <a:lstStyle/>
        <a:p>
          <a:r>
            <a:rPr lang="uk-UA" b="0" i="0" dirty="0"/>
            <a:t>«На цій історичній площі столичного міста Києва стоїмо… ми, український народ західноукраїнських земель.., будучи однією кров’ю… з усім народом Української Народної Республіки, хочемо й бажаємо відновити національну державну єдність нашого народу...»</a:t>
          </a:r>
          <a:endParaRPr lang="uk-UA" dirty="0"/>
        </a:p>
      </dgm:t>
    </dgm:pt>
    <dgm:pt modelId="{BB38D70D-FA2D-4E1F-BA95-DEF4E766764C}" type="parTrans" cxnId="{8C4ECA80-343B-44EE-8212-FD5E1C7A2BA6}">
      <dgm:prSet/>
      <dgm:spPr/>
      <dgm:t>
        <a:bodyPr/>
        <a:lstStyle/>
        <a:p>
          <a:endParaRPr lang="uk-UA"/>
        </a:p>
      </dgm:t>
    </dgm:pt>
    <dgm:pt modelId="{BFD8266A-E3C8-4728-85D5-D9D5EA15721B}" type="sibTrans" cxnId="{8C4ECA80-343B-44EE-8212-FD5E1C7A2BA6}">
      <dgm:prSet/>
      <dgm:spPr/>
      <dgm:t>
        <a:bodyPr/>
        <a:lstStyle/>
        <a:p>
          <a:endParaRPr lang="uk-UA"/>
        </a:p>
      </dgm:t>
    </dgm:pt>
    <dgm:pt modelId="{229C98AC-C64B-4A37-98D7-0EF73B28CB00}" type="pres">
      <dgm:prSet presAssocID="{F49A49A7-E1BE-452F-AA2B-473CBB62F438}" presName="linear" presStyleCnt="0">
        <dgm:presLayoutVars>
          <dgm:animLvl val="lvl"/>
          <dgm:resizeHandles val="exact"/>
        </dgm:presLayoutVars>
      </dgm:prSet>
      <dgm:spPr/>
    </dgm:pt>
    <dgm:pt modelId="{E4A8197B-11E9-4B56-95A5-A35DFC915D75}" type="pres">
      <dgm:prSet presAssocID="{0EB6E072-3B04-48BC-AF98-83CEC41E6856}" presName="parentText" presStyleLbl="node1" presStyleIdx="0" presStyleCnt="2">
        <dgm:presLayoutVars>
          <dgm:chMax val="0"/>
          <dgm:bulletEnabled val="1"/>
        </dgm:presLayoutVars>
      </dgm:prSet>
      <dgm:spPr/>
    </dgm:pt>
    <dgm:pt modelId="{AEDB87BA-22EB-4887-8C76-537D618D3D68}" type="pres">
      <dgm:prSet presAssocID="{75DB19F0-F935-4331-8677-11FAA31B7809}" presName="spacer" presStyleCnt="0"/>
      <dgm:spPr/>
    </dgm:pt>
    <dgm:pt modelId="{14042D10-00DE-458C-AB7B-8FA81897DB2C}" type="pres">
      <dgm:prSet presAssocID="{A05BCA0D-E130-4867-938A-2CB506D0B0AC}" presName="parentText" presStyleLbl="node1" presStyleIdx="1" presStyleCnt="2">
        <dgm:presLayoutVars>
          <dgm:chMax val="0"/>
          <dgm:bulletEnabled val="1"/>
        </dgm:presLayoutVars>
      </dgm:prSet>
      <dgm:spPr/>
    </dgm:pt>
  </dgm:ptLst>
  <dgm:cxnLst>
    <dgm:cxn modelId="{9458001B-97B3-4D9F-A1DA-2BA55944C60C}" type="presOf" srcId="{0EB6E072-3B04-48BC-AF98-83CEC41E6856}" destId="{E4A8197B-11E9-4B56-95A5-A35DFC915D75}" srcOrd="0" destOrd="0" presId="urn:microsoft.com/office/officeart/2005/8/layout/vList2"/>
    <dgm:cxn modelId="{096D8222-E16A-4371-830A-5B9D8A82D5A7}" type="presOf" srcId="{F49A49A7-E1BE-452F-AA2B-473CBB62F438}" destId="{229C98AC-C64B-4A37-98D7-0EF73B28CB00}" srcOrd="0" destOrd="0" presId="urn:microsoft.com/office/officeart/2005/8/layout/vList2"/>
    <dgm:cxn modelId="{D2223039-4138-418A-AF13-5BA2FA395275}" srcId="{F49A49A7-E1BE-452F-AA2B-473CBB62F438}" destId="{0EB6E072-3B04-48BC-AF98-83CEC41E6856}" srcOrd="0" destOrd="0" parTransId="{0742E0E2-3811-4AF7-8FB0-6CCC3E65C574}" sibTransId="{75DB19F0-F935-4331-8677-11FAA31B7809}"/>
    <dgm:cxn modelId="{8C4ECA80-343B-44EE-8212-FD5E1C7A2BA6}" srcId="{F49A49A7-E1BE-452F-AA2B-473CBB62F438}" destId="{A05BCA0D-E130-4867-938A-2CB506D0B0AC}" srcOrd="1" destOrd="0" parTransId="{BB38D70D-FA2D-4E1F-BA95-DEF4E766764C}" sibTransId="{BFD8266A-E3C8-4728-85D5-D9D5EA15721B}"/>
    <dgm:cxn modelId="{02434FA5-4EB1-443C-9F3C-E9478C2DA9AC}" type="presOf" srcId="{A05BCA0D-E130-4867-938A-2CB506D0B0AC}" destId="{14042D10-00DE-458C-AB7B-8FA81897DB2C}" srcOrd="0" destOrd="0" presId="urn:microsoft.com/office/officeart/2005/8/layout/vList2"/>
    <dgm:cxn modelId="{1CC8D33B-4A7D-4145-9532-D9C1F88C3507}" type="presParOf" srcId="{229C98AC-C64B-4A37-98D7-0EF73B28CB00}" destId="{E4A8197B-11E9-4B56-95A5-A35DFC915D75}" srcOrd="0" destOrd="0" presId="urn:microsoft.com/office/officeart/2005/8/layout/vList2"/>
    <dgm:cxn modelId="{CEDA08FF-7070-4B8A-AE28-4FFA452060EF}" type="presParOf" srcId="{229C98AC-C64B-4A37-98D7-0EF73B28CB00}" destId="{AEDB87BA-22EB-4887-8C76-537D618D3D68}" srcOrd="1" destOrd="0" presId="urn:microsoft.com/office/officeart/2005/8/layout/vList2"/>
    <dgm:cxn modelId="{D29EE9C9-B347-40FD-BEE4-89BE817B7898}" type="presParOf" srcId="{229C98AC-C64B-4A37-98D7-0EF73B28CB00}" destId="{14042D10-00DE-458C-AB7B-8FA81897DB2C}"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3656186-073C-4F3D-BCD2-91ADAD7842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F5E7E83-AB71-4AB0-B390-919A09423FF1}">
      <dgm:prSet/>
      <dgm:spPr/>
      <dgm:t>
        <a:bodyPr/>
        <a:lstStyle/>
        <a:p>
          <a:r>
            <a:rPr lang="ru-RU" b="0" i="0" dirty="0"/>
            <a:t>М. </a:t>
          </a:r>
          <a:r>
            <a:rPr lang="ru-RU" b="0" i="0" dirty="0" err="1"/>
            <a:t>Міхновський</a:t>
          </a:r>
          <a:endParaRPr lang="uk-UA" dirty="0"/>
        </a:p>
      </dgm:t>
    </dgm:pt>
    <dgm:pt modelId="{6CE4C128-7ED1-4CE2-977F-A2B7DEDD95C8}" type="parTrans" cxnId="{261CC4B6-04C5-4683-A6BF-417423973BCB}">
      <dgm:prSet/>
      <dgm:spPr/>
      <dgm:t>
        <a:bodyPr/>
        <a:lstStyle/>
        <a:p>
          <a:endParaRPr lang="uk-UA"/>
        </a:p>
      </dgm:t>
    </dgm:pt>
    <dgm:pt modelId="{5EB3BC3B-C33D-4671-9ECD-B25E614BB622}" type="sibTrans" cxnId="{261CC4B6-04C5-4683-A6BF-417423973BCB}">
      <dgm:prSet/>
      <dgm:spPr/>
      <dgm:t>
        <a:bodyPr/>
        <a:lstStyle/>
        <a:p>
          <a:endParaRPr lang="uk-UA"/>
        </a:p>
      </dgm:t>
    </dgm:pt>
    <dgm:pt modelId="{F25558F0-FCBF-49A8-BCAF-9A563AF39DF8}">
      <dgm:prSet/>
      <dgm:spPr/>
      <dgm:t>
        <a:bodyPr/>
        <a:lstStyle/>
        <a:p>
          <a:r>
            <a:rPr lang="ru-RU" b="0" i="0" dirty="0"/>
            <a:t>А. Волошин</a:t>
          </a:r>
          <a:endParaRPr lang="uk-UA" dirty="0"/>
        </a:p>
      </dgm:t>
    </dgm:pt>
    <dgm:pt modelId="{DCF2C10A-0BBA-46C5-B147-C700145350E6}" type="parTrans" cxnId="{5F857A95-695E-43A3-B604-47AA9B58285D}">
      <dgm:prSet/>
      <dgm:spPr/>
      <dgm:t>
        <a:bodyPr/>
        <a:lstStyle/>
        <a:p>
          <a:endParaRPr lang="uk-UA"/>
        </a:p>
      </dgm:t>
    </dgm:pt>
    <dgm:pt modelId="{B1CC9757-2A00-4B5F-8C3E-2EF4566D213B}" type="sibTrans" cxnId="{5F857A95-695E-43A3-B604-47AA9B58285D}">
      <dgm:prSet/>
      <dgm:spPr/>
      <dgm:t>
        <a:bodyPr/>
        <a:lstStyle/>
        <a:p>
          <a:endParaRPr lang="uk-UA"/>
        </a:p>
      </dgm:t>
    </dgm:pt>
    <dgm:pt modelId="{2BB161AA-9D5A-4FB2-ADD4-147C348DEAD3}">
      <dgm:prSet/>
      <dgm:spPr/>
      <dgm:t>
        <a:bodyPr/>
        <a:lstStyle/>
        <a:p>
          <a:r>
            <a:rPr lang="ru-RU" b="0" i="0" dirty="0"/>
            <a:t>Х. </a:t>
          </a:r>
          <a:r>
            <a:rPr lang="ru-RU" b="0" i="0" dirty="0" err="1"/>
            <a:t>Раковський</a:t>
          </a:r>
          <a:endParaRPr lang="uk-UA" dirty="0"/>
        </a:p>
      </dgm:t>
    </dgm:pt>
    <dgm:pt modelId="{E76057F3-9135-4C81-B10C-FB79EFA14224}" type="parTrans" cxnId="{5385AC7D-044C-4949-8CE7-B6F348E6BFD1}">
      <dgm:prSet/>
      <dgm:spPr/>
      <dgm:t>
        <a:bodyPr/>
        <a:lstStyle/>
        <a:p>
          <a:endParaRPr lang="uk-UA"/>
        </a:p>
      </dgm:t>
    </dgm:pt>
    <dgm:pt modelId="{2CC5A351-30CF-4389-9877-36719D2F68CB}" type="sibTrans" cxnId="{5385AC7D-044C-4949-8CE7-B6F348E6BFD1}">
      <dgm:prSet/>
      <dgm:spPr/>
      <dgm:t>
        <a:bodyPr/>
        <a:lstStyle/>
        <a:p>
          <a:endParaRPr lang="uk-UA"/>
        </a:p>
      </dgm:t>
    </dgm:pt>
    <dgm:pt modelId="{4D4387D9-3A4A-48E0-8562-A1433FB1D617}" type="pres">
      <dgm:prSet presAssocID="{E3656186-073C-4F3D-BCD2-91ADAD784284}" presName="linear" presStyleCnt="0">
        <dgm:presLayoutVars>
          <dgm:animLvl val="lvl"/>
          <dgm:resizeHandles val="exact"/>
        </dgm:presLayoutVars>
      </dgm:prSet>
      <dgm:spPr/>
    </dgm:pt>
    <dgm:pt modelId="{BCB9E087-FCE7-4D8D-8B29-69A799EF749A}" type="pres">
      <dgm:prSet presAssocID="{3F5E7E83-AB71-4AB0-B390-919A09423FF1}" presName="parentText" presStyleLbl="node1" presStyleIdx="0" presStyleCnt="3">
        <dgm:presLayoutVars>
          <dgm:chMax val="0"/>
          <dgm:bulletEnabled val="1"/>
        </dgm:presLayoutVars>
      </dgm:prSet>
      <dgm:spPr/>
    </dgm:pt>
    <dgm:pt modelId="{C627F746-38F5-4BCE-A99E-18A351061FF0}" type="pres">
      <dgm:prSet presAssocID="{5EB3BC3B-C33D-4671-9ECD-B25E614BB622}" presName="spacer" presStyleCnt="0"/>
      <dgm:spPr/>
    </dgm:pt>
    <dgm:pt modelId="{45BD45A7-901E-40AC-8FE4-4C826C9252ED}" type="pres">
      <dgm:prSet presAssocID="{F25558F0-FCBF-49A8-BCAF-9A563AF39DF8}" presName="parentText" presStyleLbl="node1" presStyleIdx="1" presStyleCnt="3">
        <dgm:presLayoutVars>
          <dgm:chMax val="0"/>
          <dgm:bulletEnabled val="1"/>
        </dgm:presLayoutVars>
      </dgm:prSet>
      <dgm:spPr/>
    </dgm:pt>
    <dgm:pt modelId="{AB218B98-E4B8-4EA8-926C-D34A5A7B368C}" type="pres">
      <dgm:prSet presAssocID="{B1CC9757-2A00-4B5F-8C3E-2EF4566D213B}" presName="spacer" presStyleCnt="0"/>
      <dgm:spPr/>
    </dgm:pt>
    <dgm:pt modelId="{C50512B1-D85E-4A75-AE8B-F222C66D2B62}" type="pres">
      <dgm:prSet presAssocID="{2BB161AA-9D5A-4FB2-ADD4-147C348DEAD3}" presName="parentText" presStyleLbl="node1" presStyleIdx="2" presStyleCnt="3">
        <dgm:presLayoutVars>
          <dgm:chMax val="0"/>
          <dgm:bulletEnabled val="1"/>
        </dgm:presLayoutVars>
      </dgm:prSet>
      <dgm:spPr/>
    </dgm:pt>
  </dgm:ptLst>
  <dgm:cxnLst>
    <dgm:cxn modelId="{13D3AC16-79D2-4DC1-92C8-502F96746BD3}" type="presOf" srcId="{F25558F0-FCBF-49A8-BCAF-9A563AF39DF8}" destId="{45BD45A7-901E-40AC-8FE4-4C826C9252ED}" srcOrd="0" destOrd="0" presId="urn:microsoft.com/office/officeart/2005/8/layout/vList2"/>
    <dgm:cxn modelId="{BB672769-BEAB-44F9-9F01-28EED85CFC11}" type="presOf" srcId="{2BB161AA-9D5A-4FB2-ADD4-147C348DEAD3}" destId="{C50512B1-D85E-4A75-AE8B-F222C66D2B62}" srcOrd="0" destOrd="0" presId="urn:microsoft.com/office/officeart/2005/8/layout/vList2"/>
    <dgm:cxn modelId="{C269BB4D-2B84-4316-A7F9-B6F7B844616A}" type="presOf" srcId="{E3656186-073C-4F3D-BCD2-91ADAD784284}" destId="{4D4387D9-3A4A-48E0-8562-A1433FB1D617}" srcOrd="0" destOrd="0" presId="urn:microsoft.com/office/officeart/2005/8/layout/vList2"/>
    <dgm:cxn modelId="{5385AC7D-044C-4949-8CE7-B6F348E6BFD1}" srcId="{E3656186-073C-4F3D-BCD2-91ADAD784284}" destId="{2BB161AA-9D5A-4FB2-ADD4-147C348DEAD3}" srcOrd="2" destOrd="0" parTransId="{E76057F3-9135-4C81-B10C-FB79EFA14224}" sibTransId="{2CC5A351-30CF-4389-9877-36719D2F68CB}"/>
    <dgm:cxn modelId="{5F857A95-695E-43A3-B604-47AA9B58285D}" srcId="{E3656186-073C-4F3D-BCD2-91ADAD784284}" destId="{F25558F0-FCBF-49A8-BCAF-9A563AF39DF8}" srcOrd="1" destOrd="0" parTransId="{DCF2C10A-0BBA-46C5-B147-C700145350E6}" sibTransId="{B1CC9757-2A00-4B5F-8C3E-2EF4566D213B}"/>
    <dgm:cxn modelId="{261CC4B6-04C5-4683-A6BF-417423973BCB}" srcId="{E3656186-073C-4F3D-BCD2-91ADAD784284}" destId="{3F5E7E83-AB71-4AB0-B390-919A09423FF1}" srcOrd="0" destOrd="0" parTransId="{6CE4C128-7ED1-4CE2-977F-A2B7DEDD95C8}" sibTransId="{5EB3BC3B-C33D-4671-9ECD-B25E614BB622}"/>
    <dgm:cxn modelId="{6854E5C9-7ACF-41FE-86AF-E3B36639CB23}" type="presOf" srcId="{3F5E7E83-AB71-4AB0-B390-919A09423FF1}" destId="{BCB9E087-FCE7-4D8D-8B29-69A799EF749A}" srcOrd="0" destOrd="0" presId="urn:microsoft.com/office/officeart/2005/8/layout/vList2"/>
    <dgm:cxn modelId="{0A74AAAF-9971-4F26-93EE-F82A419EBB9F}" type="presParOf" srcId="{4D4387D9-3A4A-48E0-8562-A1433FB1D617}" destId="{BCB9E087-FCE7-4D8D-8B29-69A799EF749A}" srcOrd="0" destOrd="0" presId="urn:microsoft.com/office/officeart/2005/8/layout/vList2"/>
    <dgm:cxn modelId="{78FE14C8-7B9F-4EB1-BC53-7BB4594CD104}" type="presParOf" srcId="{4D4387D9-3A4A-48E0-8562-A1433FB1D617}" destId="{C627F746-38F5-4BCE-A99E-18A351061FF0}" srcOrd="1" destOrd="0" presId="urn:microsoft.com/office/officeart/2005/8/layout/vList2"/>
    <dgm:cxn modelId="{9DF0CA2A-7193-4993-92A4-6B7C1D181609}" type="presParOf" srcId="{4D4387D9-3A4A-48E0-8562-A1433FB1D617}" destId="{45BD45A7-901E-40AC-8FE4-4C826C9252ED}" srcOrd="2" destOrd="0" presId="urn:microsoft.com/office/officeart/2005/8/layout/vList2"/>
    <dgm:cxn modelId="{F697614B-1984-49FE-B88D-A30320640EDE}" type="presParOf" srcId="{4D4387D9-3A4A-48E0-8562-A1433FB1D617}" destId="{AB218B98-E4B8-4EA8-926C-D34A5A7B368C}" srcOrd="3" destOrd="0" presId="urn:microsoft.com/office/officeart/2005/8/layout/vList2"/>
    <dgm:cxn modelId="{6699DBBE-E380-4A6E-9532-442FEB26AF21}" type="presParOf" srcId="{4D4387D9-3A4A-48E0-8562-A1433FB1D617}" destId="{C50512B1-D85E-4A75-AE8B-F222C66D2B6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2CF666C-3ACC-4FCA-AE80-2E9C27BBDD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1DF6FFC-5429-4CC4-ABAD-EB1D8B285CA3}">
      <dgm:prSet/>
      <dgm:spPr/>
      <dgm:t>
        <a:bodyPr/>
        <a:lstStyle/>
        <a:p>
          <a:r>
            <a:rPr lang="ru-RU" b="0" i="0" dirty="0"/>
            <a:t>Д. </a:t>
          </a:r>
          <a:r>
            <a:rPr lang="ru-RU" b="0" i="0" dirty="0" err="1"/>
            <a:t>Вітовський</a:t>
          </a:r>
          <a:endParaRPr lang="uk-UA" dirty="0"/>
        </a:p>
      </dgm:t>
    </dgm:pt>
    <dgm:pt modelId="{E6FB3F8D-34F0-4998-B764-640674749ECB}" type="parTrans" cxnId="{B05C0961-3087-4931-83D8-A8E6D49FEE30}">
      <dgm:prSet/>
      <dgm:spPr/>
      <dgm:t>
        <a:bodyPr/>
        <a:lstStyle/>
        <a:p>
          <a:endParaRPr lang="uk-UA"/>
        </a:p>
      </dgm:t>
    </dgm:pt>
    <dgm:pt modelId="{3FE5916B-AC72-4368-8CC5-532FFF6A8D05}" type="sibTrans" cxnId="{B05C0961-3087-4931-83D8-A8E6D49FEE30}">
      <dgm:prSet/>
      <dgm:spPr/>
      <dgm:t>
        <a:bodyPr/>
        <a:lstStyle/>
        <a:p>
          <a:endParaRPr lang="uk-UA"/>
        </a:p>
      </dgm:t>
    </dgm:pt>
    <dgm:pt modelId="{4E7391E0-AC15-4399-A590-E0806974ADDF}">
      <dgm:prSet/>
      <dgm:spPr/>
      <dgm:t>
        <a:bodyPr/>
        <a:lstStyle/>
        <a:p>
          <a:r>
            <a:rPr lang="ru-RU" b="0" i="0" dirty="0"/>
            <a:t>Є. Петрушевич</a:t>
          </a:r>
          <a:endParaRPr lang="uk-UA" dirty="0"/>
        </a:p>
      </dgm:t>
    </dgm:pt>
    <dgm:pt modelId="{8E25BD04-200E-45A7-936D-3E2325277850}" type="parTrans" cxnId="{4D4C6BEC-0497-40CD-86EE-C870D564E7E3}">
      <dgm:prSet/>
      <dgm:spPr/>
      <dgm:t>
        <a:bodyPr/>
        <a:lstStyle/>
        <a:p>
          <a:endParaRPr lang="uk-UA"/>
        </a:p>
      </dgm:t>
    </dgm:pt>
    <dgm:pt modelId="{82A26F11-2A76-4DA3-8475-935303FA1168}" type="sibTrans" cxnId="{4D4C6BEC-0497-40CD-86EE-C870D564E7E3}">
      <dgm:prSet/>
      <dgm:spPr/>
      <dgm:t>
        <a:bodyPr/>
        <a:lstStyle/>
        <a:p>
          <a:endParaRPr lang="uk-UA"/>
        </a:p>
      </dgm:t>
    </dgm:pt>
    <dgm:pt modelId="{79E25BD4-6DF2-4191-B44B-DA02E07D93DA}">
      <dgm:prSet/>
      <dgm:spPr/>
      <dgm:t>
        <a:bodyPr/>
        <a:lstStyle/>
        <a:p>
          <a:r>
            <a:rPr lang="ru-RU" b="0" i="0"/>
            <a:t>В. Липківський</a:t>
          </a:r>
          <a:endParaRPr lang="uk-UA"/>
        </a:p>
      </dgm:t>
    </dgm:pt>
    <dgm:pt modelId="{092F0F63-0BBA-459E-A958-08168FD74CEF}" type="parTrans" cxnId="{92ABB9C1-5887-41E7-92C6-0A62D6C87DC2}">
      <dgm:prSet/>
      <dgm:spPr/>
      <dgm:t>
        <a:bodyPr/>
        <a:lstStyle/>
        <a:p>
          <a:endParaRPr lang="uk-UA"/>
        </a:p>
      </dgm:t>
    </dgm:pt>
    <dgm:pt modelId="{B8FE5128-69F0-4681-8677-5C098EF51D5C}" type="sibTrans" cxnId="{92ABB9C1-5887-41E7-92C6-0A62D6C87DC2}">
      <dgm:prSet/>
      <dgm:spPr/>
      <dgm:t>
        <a:bodyPr/>
        <a:lstStyle/>
        <a:p>
          <a:endParaRPr lang="uk-UA"/>
        </a:p>
      </dgm:t>
    </dgm:pt>
    <dgm:pt modelId="{FF615A02-4B1E-47A3-86A8-90311F515877}">
      <dgm:prSet/>
      <dgm:spPr/>
      <dgm:t>
        <a:bodyPr/>
        <a:lstStyle/>
        <a:p>
          <a:r>
            <a:rPr lang="ru-RU" b="0" i="0" dirty="0"/>
            <a:t>К. </a:t>
          </a:r>
          <a:r>
            <a:rPr lang="ru-RU" b="0" i="0" dirty="0" err="1"/>
            <a:t>Левицький</a:t>
          </a:r>
          <a:endParaRPr lang="uk-UA" dirty="0"/>
        </a:p>
      </dgm:t>
    </dgm:pt>
    <dgm:pt modelId="{A69F1B4B-BD5B-4E17-8B97-DB73B471646D}" type="parTrans" cxnId="{9CE75006-FBF0-4A25-ACD6-121DB384AA99}">
      <dgm:prSet/>
      <dgm:spPr/>
      <dgm:t>
        <a:bodyPr/>
        <a:lstStyle/>
        <a:p>
          <a:endParaRPr lang="uk-UA"/>
        </a:p>
      </dgm:t>
    </dgm:pt>
    <dgm:pt modelId="{58317819-A4ED-4546-AB18-7A7EB2EDE12E}" type="sibTrans" cxnId="{9CE75006-FBF0-4A25-ACD6-121DB384AA99}">
      <dgm:prSet/>
      <dgm:spPr/>
      <dgm:t>
        <a:bodyPr/>
        <a:lstStyle/>
        <a:p>
          <a:endParaRPr lang="uk-UA"/>
        </a:p>
      </dgm:t>
    </dgm:pt>
    <dgm:pt modelId="{EE394E28-ABF4-48F8-8917-08A5F093037F}" type="pres">
      <dgm:prSet presAssocID="{E2CF666C-3ACC-4FCA-AE80-2E9C27BBDD94}" presName="linear" presStyleCnt="0">
        <dgm:presLayoutVars>
          <dgm:animLvl val="lvl"/>
          <dgm:resizeHandles val="exact"/>
        </dgm:presLayoutVars>
      </dgm:prSet>
      <dgm:spPr/>
    </dgm:pt>
    <dgm:pt modelId="{1A17B7EB-1A9F-4E7D-BED3-7F7A318E7716}" type="pres">
      <dgm:prSet presAssocID="{81DF6FFC-5429-4CC4-ABAD-EB1D8B285CA3}" presName="parentText" presStyleLbl="node1" presStyleIdx="0" presStyleCnt="4">
        <dgm:presLayoutVars>
          <dgm:chMax val="0"/>
          <dgm:bulletEnabled val="1"/>
        </dgm:presLayoutVars>
      </dgm:prSet>
      <dgm:spPr/>
    </dgm:pt>
    <dgm:pt modelId="{B7F356BB-5D6A-4519-87C7-EA3608FAAADF}" type="pres">
      <dgm:prSet presAssocID="{3FE5916B-AC72-4368-8CC5-532FFF6A8D05}" presName="spacer" presStyleCnt="0"/>
      <dgm:spPr/>
    </dgm:pt>
    <dgm:pt modelId="{A843CB49-1898-4920-849B-F7B92135A7C7}" type="pres">
      <dgm:prSet presAssocID="{4E7391E0-AC15-4399-A590-E0806974ADDF}" presName="parentText" presStyleLbl="node1" presStyleIdx="1" presStyleCnt="4">
        <dgm:presLayoutVars>
          <dgm:chMax val="0"/>
          <dgm:bulletEnabled val="1"/>
        </dgm:presLayoutVars>
      </dgm:prSet>
      <dgm:spPr/>
    </dgm:pt>
    <dgm:pt modelId="{2124277C-B69A-47DB-B593-13013C55FB78}" type="pres">
      <dgm:prSet presAssocID="{82A26F11-2A76-4DA3-8475-935303FA1168}" presName="spacer" presStyleCnt="0"/>
      <dgm:spPr/>
    </dgm:pt>
    <dgm:pt modelId="{64B02BA4-ACFF-41CF-9426-4DF9A289C021}" type="pres">
      <dgm:prSet presAssocID="{79E25BD4-6DF2-4191-B44B-DA02E07D93DA}" presName="parentText" presStyleLbl="node1" presStyleIdx="2" presStyleCnt="4">
        <dgm:presLayoutVars>
          <dgm:chMax val="0"/>
          <dgm:bulletEnabled val="1"/>
        </dgm:presLayoutVars>
      </dgm:prSet>
      <dgm:spPr/>
    </dgm:pt>
    <dgm:pt modelId="{AE4E1B8E-36DF-47FA-816A-80C23914B95C}" type="pres">
      <dgm:prSet presAssocID="{B8FE5128-69F0-4681-8677-5C098EF51D5C}" presName="spacer" presStyleCnt="0"/>
      <dgm:spPr/>
    </dgm:pt>
    <dgm:pt modelId="{28C22EF4-9147-4ED2-9E63-104EFEDF271A}" type="pres">
      <dgm:prSet presAssocID="{FF615A02-4B1E-47A3-86A8-90311F515877}" presName="parentText" presStyleLbl="node1" presStyleIdx="3" presStyleCnt="4">
        <dgm:presLayoutVars>
          <dgm:chMax val="0"/>
          <dgm:bulletEnabled val="1"/>
        </dgm:presLayoutVars>
      </dgm:prSet>
      <dgm:spPr/>
    </dgm:pt>
  </dgm:ptLst>
  <dgm:cxnLst>
    <dgm:cxn modelId="{9CE75006-FBF0-4A25-ACD6-121DB384AA99}" srcId="{E2CF666C-3ACC-4FCA-AE80-2E9C27BBDD94}" destId="{FF615A02-4B1E-47A3-86A8-90311F515877}" srcOrd="3" destOrd="0" parTransId="{A69F1B4B-BD5B-4E17-8B97-DB73B471646D}" sibTransId="{58317819-A4ED-4546-AB18-7A7EB2EDE12E}"/>
    <dgm:cxn modelId="{4D0D101A-51B9-403C-B69D-04D2B04456DA}" type="presOf" srcId="{E2CF666C-3ACC-4FCA-AE80-2E9C27BBDD94}" destId="{EE394E28-ABF4-48F8-8917-08A5F093037F}" srcOrd="0" destOrd="0" presId="urn:microsoft.com/office/officeart/2005/8/layout/vList2"/>
    <dgm:cxn modelId="{B05C0961-3087-4931-83D8-A8E6D49FEE30}" srcId="{E2CF666C-3ACC-4FCA-AE80-2E9C27BBDD94}" destId="{81DF6FFC-5429-4CC4-ABAD-EB1D8B285CA3}" srcOrd="0" destOrd="0" parTransId="{E6FB3F8D-34F0-4998-B764-640674749ECB}" sibTransId="{3FE5916B-AC72-4368-8CC5-532FFF6A8D05}"/>
    <dgm:cxn modelId="{03A5F168-1D48-4729-ACF6-F7A48E995F93}" type="presOf" srcId="{79E25BD4-6DF2-4191-B44B-DA02E07D93DA}" destId="{64B02BA4-ACFF-41CF-9426-4DF9A289C021}" srcOrd="0" destOrd="0" presId="urn:microsoft.com/office/officeart/2005/8/layout/vList2"/>
    <dgm:cxn modelId="{3AC4B69A-64B3-4522-82BE-460084B8D7C7}" type="presOf" srcId="{81DF6FFC-5429-4CC4-ABAD-EB1D8B285CA3}" destId="{1A17B7EB-1A9F-4E7D-BED3-7F7A318E7716}" srcOrd="0" destOrd="0" presId="urn:microsoft.com/office/officeart/2005/8/layout/vList2"/>
    <dgm:cxn modelId="{92ABB9C1-5887-41E7-92C6-0A62D6C87DC2}" srcId="{E2CF666C-3ACC-4FCA-AE80-2E9C27BBDD94}" destId="{79E25BD4-6DF2-4191-B44B-DA02E07D93DA}" srcOrd="2" destOrd="0" parTransId="{092F0F63-0BBA-459E-A958-08168FD74CEF}" sibTransId="{B8FE5128-69F0-4681-8677-5C098EF51D5C}"/>
    <dgm:cxn modelId="{51642DD5-A222-4E50-9262-184DD02BBC3D}" type="presOf" srcId="{4E7391E0-AC15-4399-A590-E0806974ADDF}" destId="{A843CB49-1898-4920-849B-F7B92135A7C7}" srcOrd="0" destOrd="0" presId="urn:microsoft.com/office/officeart/2005/8/layout/vList2"/>
    <dgm:cxn modelId="{9ED6EAE6-627F-45BA-88EA-B50337655FD0}" type="presOf" srcId="{FF615A02-4B1E-47A3-86A8-90311F515877}" destId="{28C22EF4-9147-4ED2-9E63-104EFEDF271A}" srcOrd="0" destOrd="0" presId="urn:microsoft.com/office/officeart/2005/8/layout/vList2"/>
    <dgm:cxn modelId="{4D4C6BEC-0497-40CD-86EE-C870D564E7E3}" srcId="{E2CF666C-3ACC-4FCA-AE80-2E9C27BBDD94}" destId="{4E7391E0-AC15-4399-A590-E0806974ADDF}" srcOrd="1" destOrd="0" parTransId="{8E25BD04-200E-45A7-936D-3E2325277850}" sibTransId="{82A26F11-2A76-4DA3-8475-935303FA1168}"/>
    <dgm:cxn modelId="{D8D40E2D-C3A2-45A0-BA58-E5C9326C4368}" type="presParOf" srcId="{EE394E28-ABF4-48F8-8917-08A5F093037F}" destId="{1A17B7EB-1A9F-4E7D-BED3-7F7A318E7716}" srcOrd="0" destOrd="0" presId="urn:microsoft.com/office/officeart/2005/8/layout/vList2"/>
    <dgm:cxn modelId="{C0E9E62E-8345-4DCB-8D6F-89D08F7356A3}" type="presParOf" srcId="{EE394E28-ABF4-48F8-8917-08A5F093037F}" destId="{B7F356BB-5D6A-4519-87C7-EA3608FAAADF}" srcOrd="1" destOrd="0" presId="urn:microsoft.com/office/officeart/2005/8/layout/vList2"/>
    <dgm:cxn modelId="{ED0F5B0D-191C-4936-9858-5C7712C5AE19}" type="presParOf" srcId="{EE394E28-ABF4-48F8-8917-08A5F093037F}" destId="{A843CB49-1898-4920-849B-F7B92135A7C7}" srcOrd="2" destOrd="0" presId="urn:microsoft.com/office/officeart/2005/8/layout/vList2"/>
    <dgm:cxn modelId="{BA78F9D6-9EEF-4906-98BF-0562708ADE90}" type="presParOf" srcId="{EE394E28-ABF4-48F8-8917-08A5F093037F}" destId="{2124277C-B69A-47DB-B593-13013C55FB78}" srcOrd="3" destOrd="0" presId="urn:microsoft.com/office/officeart/2005/8/layout/vList2"/>
    <dgm:cxn modelId="{94830FB1-7015-4668-86C3-D82695A9274D}" type="presParOf" srcId="{EE394E28-ABF4-48F8-8917-08A5F093037F}" destId="{64B02BA4-ACFF-41CF-9426-4DF9A289C021}" srcOrd="4" destOrd="0" presId="urn:microsoft.com/office/officeart/2005/8/layout/vList2"/>
    <dgm:cxn modelId="{DBA759B3-CE70-498A-A317-DF2A6AEBDDE5}" type="presParOf" srcId="{EE394E28-ABF4-48F8-8917-08A5F093037F}" destId="{AE4E1B8E-36DF-47FA-816A-80C23914B95C}" srcOrd="5" destOrd="0" presId="urn:microsoft.com/office/officeart/2005/8/layout/vList2"/>
    <dgm:cxn modelId="{1EB8D121-CECE-4554-A2B6-AF8C6D72AB09}" type="presParOf" srcId="{EE394E28-ABF4-48F8-8917-08A5F093037F}" destId="{28C22EF4-9147-4ED2-9E63-104EFEDF271A}"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5DDA1277-481F-4815-9E6A-975075CF330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F9A4BB1-2E1E-4E89-A75D-2CD6BD256F9C}">
      <dgm:prSet/>
      <dgm:spPr/>
      <dgm:t>
        <a:bodyPr/>
        <a:lstStyle/>
        <a:p>
          <a:r>
            <a:rPr lang="uk-UA" b="0" i="0" dirty="0"/>
            <a:t>поява концепції «розвиненого соціалізму»</a:t>
          </a:r>
          <a:endParaRPr lang="uk-UA" dirty="0"/>
        </a:p>
      </dgm:t>
    </dgm:pt>
    <dgm:pt modelId="{CBFAB246-5D16-47C3-840C-2329A2B0F5E9}" type="parTrans" cxnId="{C9FE4B9C-FA15-4032-B96C-0B150B815713}">
      <dgm:prSet/>
      <dgm:spPr/>
      <dgm:t>
        <a:bodyPr/>
        <a:lstStyle/>
        <a:p>
          <a:endParaRPr lang="uk-UA"/>
        </a:p>
      </dgm:t>
    </dgm:pt>
    <dgm:pt modelId="{6CA9FD25-4504-4DB3-82EC-084513127046}" type="sibTrans" cxnId="{C9FE4B9C-FA15-4032-B96C-0B150B815713}">
      <dgm:prSet/>
      <dgm:spPr/>
      <dgm:t>
        <a:bodyPr/>
        <a:lstStyle/>
        <a:p>
          <a:endParaRPr lang="uk-UA"/>
        </a:p>
      </dgm:t>
    </dgm:pt>
    <dgm:pt modelId="{1552D0FB-F7D3-4FD0-9AB1-50A26EBA9255}">
      <dgm:prSet/>
      <dgm:spPr/>
      <dgm:t>
        <a:bodyPr/>
        <a:lstStyle/>
        <a:p>
          <a:r>
            <a:rPr lang="uk-UA" b="0" i="0" dirty="0"/>
            <a:t>стрімка русифікація середньої та вищої освіти</a:t>
          </a:r>
          <a:endParaRPr lang="uk-UA" dirty="0"/>
        </a:p>
      </dgm:t>
    </dgm:pt>
    <dgm:pt modelId="{5266F8E5-FAA2-45D1-B48F-5ACDC71D3111}" type="parTrans" cxnId="{1FABBC27-8DEB-41E1-B668-55C02D84BBBB}">
      <dgm:prSet/>
      <dgm:spPr/>
      <dgm:t>
        <a:bodyPr/>
        <a:lstStyle/>
        <a:p>
          <a:endParaRPr lang="uk-UA"/>
        </a:p>
      </dgm:t>
    </dgm:pt>
    <dgm:pt modelId="{063D32F2-D6E6-4176-A67E-3CD8D20D35D0}" type="sibTrans" cxnId="{1FABBC27-8DEB-41E1-B668-55C02D84BBBB}">
      <dgm:prSet/>
      <dgm:spPr/>
      <dgm:t>
        <a:bodyPr/>
        <a:lstStyle/>
        <a:p>
          <a:endParaRPr lang="uk-UA"/>
        </a:p>
      </dgm:t>
    </dgm:pt>
    <dgm:pt modelId="{3711D75E-F071-458C-9635-4033E03C54B4}">
      <dgm:prSet/>
      <dgm:spPr/>
      <dgm:t>
        <a:bodyPr/>
        <a:lstStyle/>
        <a:p>
          <a:r>
            <a:rPr lang="uk-UA" b="0" i="0" dirty="0"/>
            <a:t>проведення політики десталінізації</a:t>
          </a:r>
          <a:endParaRPr lang="uk-UA" dirty="0"/>
        </a:p>
      </dgm:t>
    </dgm:pt>
    <dgm:pt modelId="{2445AA76-7EB4-46F8-8FE9-454AF0EA5103}" type="parTrans" cxnId="{F50F29C4-44B8-4D14-A938-57392187D9AC}">
      <dgm:prSet/>
      <dgm:spPr/>
      <dgm:t>
        <a:bodyPr/>
        <a:lstStyle/>
        <a:p>
          <a:endParaRPr lang="uk-UA"/>
        </a:p>
      </dgm:t>
    </dgm:pt>
    <dgm:pt modelId="{EC8DA738-1878-4CBB-8D1F-D143B18994E9}" type="sibTrans" cxnId="{F50F29C4-44B8-4D14-A938-57392187D9AC}">
      <dgm:prSet/>
      <dgm:spPr/>
      <dgm:t>
        <a:bodyPr/>
        <a:lstStyle/>
        <a:p>
          <a:endParaRPr lang="uk-UA"/>
        </a:p>
      </dgm:t>
    </dgm:pt>
    <dgm:pt modelId="{0A2C1CED-27C4-46DB-84A2-B4A79357E295}" type="pres">
      <dgm:prSet presAssocID="{5DDA1277-481F-4815-9E6A-975075CF3307}" presName="linear" presStyleCnt="0">
        <dgm:presLayoutVars>
          <dgm:animLvl val="lvl"/>
          <dgm:resizeHandles val="exact"/>
        </dgm:presLayoutVars>
      </dgm:prSet>
      <dgm:spPr/>
    </dgm:pt>
    <dgm:pt modelId="{B51D9020-CB0E-40FA-BF97-A46413FC6C32}" type="pres">
      <dgm:prSet presAssocID="{5F9A4BB1-2E1E-4E89-A75D-2CD6BD256F9C}" presName="parentText" presStyleLbl="node1" presStyleIdx="0" presStyleCnt="3">
        <dgm:presLayoutVars>
          <dgm:chMax val="0"/>
          <dgm:bulletEnabled val="1"/>
        </dgm:presLayoutVars>
      </dgm:prSet>
      <dgm:spPr/>
    </dgm:pt>
    <dgm:pt modelId="{B17D3F25-8390-4FA9-BA3C-9F5C35199687}" type="pres">
      <dgm:prSet presAssocID="{6CA9FD25-4504-4DB3-82EC-084513127046}" presName="spacer" presStyleCnt="0"/>
      <dgm:spPr/>
    </dgm:pt>
    <dgm:pt modelId="{BCE62BBD-5579-4476-873A-2E98A5A2BF5B}" type="pres">
      <dgm:prSet presAssocID="{1552D0FB-F7D3-4FD0-9AB1-50A26EBA9255}" presName="parentText" presStyleLbl="node1" presStyleIdx="1" presStyleCnt="3">
        <dgm:presLayoutVars>
          <dgm:chMax val="0"/>
          <dgm:bulletEnabled val="1"/>
        </dgm:presLayoutVars>
      </dgm:prSet>
      <dgm:spPr/>
    </dgm:pt>
    <dgm:pt modelId="{A080EDE9-205F-4445-AD8F-EC8FBABBDC7C}" type="pres">
      <dgm:prSet presAssocID="{063D32F2-D6E6-4176-A67E-3CD8D20D35D0}" presName="spacer" presStyleCnt="0"/>
      <dgm:spPr/>
    </dgm:pt>
    <dgm:pt modelId="{F0AA4EF0-07F9-4F6D-B68E-610A9CC54715}" type="pres">
      <dgm:prSet presAssocID="{3711D75E-F071-458C-9635-4033E03C54B4}" presName="parentText" presStyleLbl="node1" presStyleIdx="2" presStyleCnt="3">
        <dgm:presLayoutVars>
          <dgm:chMax val="0"/>
          <dgm:bulletEnabled val="1"/>
        </dgm:presLayoutVars>
      </dgm:prSet>
      <dgm:spPr/>
    </dgm:pt>
  </dgm:ptLst>
  <dgm:cxnLst>
    <dgm:cxn modelId="{1FABBC27-8DEB-41E1-B668-55C02D84BBBB}" srcId="{5DDA1277-481F-4815-9E6A-975075CF3307}" destId="{1552D0FB-F7D3-4FD0-9AB1-50A26EBA9255}" srcOrd="1" destOrd="0" parTransId="{5266F8E5-FAA2-45D1-B48F-5ACDC71D3111}" sibTransId="{063D32F2-D6E6-4176-A67E-3CD8D20D35D0}"/>
    <dgm:cxn modelId="{7A84153B-81FB-4CE0-9BEC-2582E6ED2307}" type="presOf" srcId="{5DDA1277-481F-4815-9E6A-975075CF3307}" destId="{0A2C1CED-27C4-46DB-84A2-B4A79357E295}" srcOrd="0" destOrd="0" presId="urn:microsoft.com/office/officeart/2005/8/layout/vList2"/>
    <dgm:cxn modelId="{C9FE4B9C-FA15-4032-B96C-0B150B815713}" srcId="{5DDA1277-481F-4815-9E6A-975075CF3307}" destId="{5F9A4BB1-2E1E-4E89-A75D-2CD6BD256F9C}" srcOrd="0" destOrd="0" parTransId="{CBFAB246-5D16-47C3-840C-2329A2B0F5E9}" sibTransId="{6CA9FD25-4504-4DB3-82EC-084513127046}"/>
    <dgm:cxn modelId="{95C1F89C-2091-4464-9CE3-C2706852B9FA}" type="presOf" srcId="{3711D75E-F071-458C-9635-4033E03C54B4}" destId="{F0AA4EF0-07F9-4F6D-B68E-610A9CC54715}" srcOrd="0" destOrd="0" presId="urn:microsoft.com/office/officeart/2005/8/layout/vList2"/>
    <dgm:cxn modelId="{16EF27B2-06C2-4572-B343-99ACC4C276F9}" type="presOf" srcId="{5F9A4BB1-2E1E-4E89-A75D-2CD6BD256F9C}" destId="{B51D9020-CB0E-40FA-BF97-A46413FC6C32}" srcOrd="0" destOrd="0" presId="urn:microsoft.com/office/officeart/2005/8/layout/vList2"/>
    <dgm:cxn modelId="{F50F29C4-44B8-4D14-A938-57392187D9AC}" srcId="{5DDA1277-481F-4815-9E6A-975075CF3307}" destId="{3711D75E-F071-458C-9635-4033E03C54B4}" srcOrd="2" destOrd="0" parTransId="{2445AA76-7EB4-46F8-8FE9-454AF0EA5103}" sibTransId="{EC8DA738-1878-4CBB-8D1F-D143B18994E9}"/>
    <dgm:cxn modelId="{9856D8FB-8AA9-4D0D-81C5-4D522D147EBC}" type="presOf" srcId="{1552D0FB-F7D3-4FD0-9AB1-50A26EBA9255}" destId="{BCE62BBD-5579-4476-873A-2E98A5A2BF5B}" srcOrd="0" destOrd="0" presId="urn:microsoft.com/office/officeart/2005/8/layout/vList2"/>
    <dgm:cxn modelId="{D0D25376-1158-4C60-8F0B-41BA4464064F}" type="presParOf" srcId="{0A2C1CED-27C4-46DB-84A2-B4A79357E295}" destId="{B51D9020-CB0E-40FA-BF97-A46413FC6C32}" srcOrd="0" destOrd="0" presId="urn:microsoft.com/office/officeart/2005/8/layout/vList2"/>
    <dgm:cxn modelId="{8F7BD26D-3DCE-4541-8FF7-4EBF7A3FA92A}" type="presParOf" srcId="{0A2C1CED-27C4-46DB-84A2-B4A79357E295}" destId="{B17D3F25-8390-4FA9-BA3C-9F5C35199687}" srcOrd="1" destOrd="0" presId="urn:microsoft.com/office/officeart/2005/8/layout/vList2"/>
    <dgm:cxn modelId="{064BA9F8-2BE1-4C2B-BDBD-012C4549E1A1}" type="presParOf" srcId="{0A2C1CED-27C4-46DB-84A2-B4A79357E295}" destId="{BCE62BBD-5579-4476-873A-2E98A5A2BF5B}" srcOrd="2" destOrd="0" presId="urn:microsoft.com/office/officeart/2005/8/layout/vList2"/>
    <dgm:cxn modelId="{5BF4265E-9670-4AF6-A7AF-BEFCF6C71D42}" type="presParOf" srcId="{0A2C1CED-27C4-46DB-84A2-B4A79357E295}" destId="{A080EDE9-205F-4445-AD8F-EC8FBABBDC7C}" srcOrd="3" destOrd="0" presId="urn:microsoft.com/office/officeart/2005/8/layout/vList2"/>
    <dgm:cxn modelId="{3C33D56B-C9C9-40C6-AD88-F78A6D5D8531}" type="presParOf" srcId="{0A2C1CED-27C4-46DB-84A2-B4A79357E295}" destId="{F0AA4EF0-07F9-4F6D-B68E-610A9CC5471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0B7522C8-F2EB-4804-95C4-AACB8B655FB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7617DB7-B6BF-44AB-9E05-9DB02CC4394E}">
      <dgm:prSet/>
      <dgm:spPr/>
      <dgm:t>
        <a:bodyPr/>
        <a:lstStyle/>
        <a:p>
          <a:r>
            <a:rPr lang="uk-UA" b="0" i="0" dirty="0"/>
            <a:t>посилення репресій проти інакомислячих</a:t>
          </a:r>
          <a:endParaRPr lang="uk-UA" dirty="0"/>
        </a:p>
      </dgm:t>
    </dgm:pt>
    <dgm:pt modelId="{F7FA68AB-7CAC-49A6-ADF6-1709D8C3C803}" type="parTrans" cxnId="{455EB8C6-F2DA-490C-9841-364840908DDB}">
      <dgm:prSet/>
      <dgm:spPr/>
      <dgm:t>
        <a:bodyPr/>
        <a:lstStyle/>
        <a:p>
          <a:endParaRPr lang="uk-UA"/>
        </a:p>
      </dgm:t>
    </dgm:pt>
    <dgm:pt modelId="{1B1160EC-B8B1-4F5A-B292-1DA6DF67DF9A}" type="sibTrans" cxnId="{455EB8C6-F2DA-490C-9841-364840908DDB}">
      <dgm:prSet/>
      <dgm:spPr/>
      <dgm:t>
        <a:bodyPr/>
        <a:lstStyle/>
        <a:p>
          <a:endParaRPr lang="uk-UA"/>
        </a:p>
      </dgm:t>
    </dgm:pt>
    <dgm:pt modelId="{6E3DCA73-484D-47CD-8CA2-FA5E8CDEB719}">
      <dgm:prSet/>
      <dgm:spPr/>
      <dgm:t>
        <a:bodyPr/>
        <a:lstStyle/>
        <a:p>
          <a:r>
            <a:rPr lang="uk-UA" b="0" i="0"/>
            <a:t>формування багатопартійності</a:t>
          </a:r>
          <a:endParaRPr lang="uk-UA"/>
        </a:p>
      </dgm:t>
    </dgm:pt>
    <dgm:pt modelId="{ED360251-CF16-432B-9C25-DA3912C4FCB4}" type="parTrans" cxnId="{0A2CA509-D695-4D94-A6CC-C7ECF6FE3BC1}">
      <dgm:prSet/>
      <dgm:spPr/>
      <dgm:t>
        <a:bodyPr/>
        <a:lstStyle/>
        <a:p>
          <a:endParaRPr lang="uk-UA"/>
        </a:p>
      </dgm:t>
    </dgm:pt>
    <dgm:pt modelId="{A361BEB5-AC42-4BA2-99A9-98FA1FD7AE3E}" type="sibTrans" cxnId="{0A2CA509-D695-4D94-A6CC-C7ECF6FE3BC1}">
      <dgm:prSet/>
      <dgm:spPr/>
      <dgm:t>
        <a:bodyPr/>
        <a:lstStyle/>
        <a:p>
          <a:endParaRPr lang="uk-UA"/>
        </a:p>
      </dgm:t>
    </dgm:pt>
    <dgm:pt modelId="{7A450F06-F50C-4F42-92FF-93964283C20E}">
      <dgm:prSet/>
      <dgm:spPr/>
      <dgm:t>
        <a:bodyPr/>
        <a:lstStyle/>
        <a:p>
          <a:r>
            <a:rPr lang="uk-UA" b="0" i="0"/>
            <a:t>започаткування масового страйкового руху</a:t>
          </a:r>
          <a:endParaRPr lang="uk-UA"/>
        </a:p>
      </dgm:t>
    </dgm:pt>
    <dgm:pt modelId="{5B332543-D14D-457E-8D0C-A8D9AE4A9042}" type="parTrans" cxnId="{56FF8F4A-E6EC-41CD-A02F-D4E7F471FAC5}">
      <dgm:prSet/>
      <dgm:spPr/>
      <dgm:t>
        <a:bodyPr/>
        <a:lstStyle/>
        <a:p>
          <a:endParaRPr lang="uk-UA"/>
        </a:p>
      </dgm:t>
    </dgm:pt>
    <dgm:pt modelId="{A4DC2D54-4DE8-44CC-9BEF-B1C389374928}" type="sibTrans" cxnId="{56FF8F4A-E6EC-41CD-A02F-D4E7F471FAC5}">
      <dgm:prSet/>
      <dgm:spPr/>
      <dgm:t>
        <a:bodyPr/>
        <a:lstStyle/>
        <a:p>
          <a:endParaRPr lang="uk-UA"/>
        </a:p>
      </dgm:t>
    </dgm:pt>
    <dgm:pt modelId="{65FD98CF-6CEE-4557-93FF-A6075CFE0F1A}">
      <dgm:prSet/>
      <dgm:spPr/>
      <dgm:t>
        <a:bodyPr/>
        <a:lstStyle/>
        <a:p>
          <a:r>
            <a:rPr lang="uk-UA" b="0" i="0" dirty="0"/>
            <a:t>придушення повстань політв’язнів ГУЛАГу</a:t>
          </a:r>
          <a:endParaRPr lang="uk-UA" dirty="0"/>
        </a:p>
      </dgm:t>
    </dgm:pt>
    <dgm:pt modelId="{F749381E-DB31-4919-8AE7-7994FA8521FB}" type="parTrans" cxnId="{B23C1476-F63F-40E2-84E3-2DD0B63CBA96}">
      <dgm:prSet/>
      <dgm:spPr/>
      <dgm:t>
        <a:bodyPr/>
        <a:lstStyle/>
        <a:p>
          <a:endParaRPr lang="uk-UA"/>
        </a:p>
      </dgm:t>
    </dgm:pt>
    <dgm:pt modelId="{47862D9C-9756-48E4-B360-850F8A874D00}" type="sibTrans" cxnId="{B23C1476-F63F-40E2-84E3-2DD0B63CBA96}">
      <dgm:prSet/>
      <dgm:spPr/>
      <dgm:t>
        <a:bodyPr/>
        <a:lstStyle/>
        <a:p>
          <a:endParaRPr lang="uk-UA"/>
        </a:p>
      </dgm:t>
    </dgm:pt>
    <dgm:pt modelId="{696A91FA-7A4C-4EFE-8BA1-EDB2EFDCD8A2}" type="pres">
      <dgm:prSet presAssocID="{0B7522C8-F2EB-4804-95C4-AACB8B655FBE}" presName="linear" presStyleCnt="0">
        <dgm:presLayoutVars>
          <dgm:animLvl val="lvl"/>
          <dgm:resizeHandles val="exact"/>
        </dgm:presLayoutVars>
      </dgm:prSet>
      <dgm:spPr/>
    </dgm:pt>
    <dgm:pt modelId="{AA689592-11D1-442D-97CD-0A655C0460E7}" type="pres">
      <dgm:prSet presAssocID="{97617DB7-B6BF-44AB-9E05-9DB02CC4394E}" presName="parentText" presStyleLbl="node1" presStyleIdx="0" presStyleCnt="4">
        <dgm:presLayoutVars>
          <dgm:chMax val="0"/>
          <dgm:bulletEnabled val="1"/>
        </dgm:presLayoutVars>
      </dgm:prSet>
      <dgm:spPr/>
    </dgm:pt>
    <dgm:pt modelId="{B2E6BBDC-C1A1-4903-ADB4-D29FEE3E7306}" type="pres">
      <dgm:prSet presAssocID="{1B1160EC-B8B1-4F5A-B292-1DA6DF67DF9A}" presName="spacer" presStyleCnt="0"/>
      <dgm:spPr/>
    </dgm:pt>
    <dgm:pt modelId="{B08A86EE-60D9-4254-A914-4644FE3D8316}" type="pres">
      <dgm:prSet presAssocID="{6E3DCA73-484D-47CD-8CA2-FA5E8CDEB719}" presName="parentText" presStyleLbl="node1" presStyleIdx="1" presStyleCnt="4">
        <dgm:presLayoutVars>
          <dgm:chMax val="0"/>
          <dgm:bulletEnabled val="1"/>
        </dgm:presLayoutVars>
      </dgm:prSet>
      <dgm:spPr/>
    </dgm:pt>
    <dgm:pt modelId="{A2C716C8-8732-4A02-9898-D282FAFB190E}" type="pres">
      <dgm:prSet presAssocID="{A361BEB5-AC42-4BA2-99A9-98FA1FD7AE3E}" presName="spacer" presStyleCnt="0"/>
      <dgm:spPr/>
    </dgm:pt>
    <dgm:pt modelId="{3B0D7202-C51B-46A2-96DB-7CF98940C2A8}" type="pres">
      <dgm:prSet presAssocID="{7A450F06-F50C-4F42-92FF-93964283C20E}" presName="parentText" presStyleLbl="node1" presStyleIdx="2" presStyleCnt="4">
        <dgm:presLayoutVars>
          <dgm:chMax val="0"/>
          <dgm:bulletEnabled val="1"/>
        </dgm:presLayoutVars>
      </dgm:prSet>
      <dgm:spPr/>
    </dgm:pt>
    <dgm:pt modelId="{A1289C72-C4C5-48CB-8687-9385FFEAAA1B}" type="pres">
      <dgm:prSet presAssocID="{A4DC2D54-4DE8-44CC-9BEF-B1C389374928}" presName="spacer" presStyleCnt="0"/>
      <dgm:spPr/>
    </dgm:pt>
    <dgm:pt modelId="{C7B8C6E9-C390-432F-B958-76CF10EF46B3}" type="pres">
      <dgm:prSet presAssocID="{65FD98CF-6CEE-4557-93FF-A6075CFE0F1A}" presName="parentText" presStyleLbl="node1" presStyleIdx="3" presStyleCnt="4">
        <dgm:presLayoutVars>
          <dgm:chMax val="0"/>
          <dgm:bulletEnabled val="1"/>
        </dgm:presLayoutVars>
      </dgm:prSet>
      <dgm:spPr/>
    </dgm:pt>
  </dgm:ptLst>
  <dgm:cxnLst>
    <dgm:cxn modelId="{0A2CA509-D695-4D94-A6CC-C7ECF6FE3BC1}" srcId="{0B7522C8-F2EB-4804-95C4-AACB8B655FBE}" destId="{6E3DCA73-484D-47CD-8CA2-FA5E8CDEB719}" srcOrd="1" destOrd="0" parTransId="{ED360251-CF16-432B-9C25-DA3912C4FCB4}" sibTransId="{A361BEB5-AC42-4BA2-99A9-98FA1FD7AE3E}"/>
    <dgm:cxn modelId="{8DA4AB42-E749-41D9-A0E5-07C5688B4142}" type="presOf" srcId="{65FD98CF-6CEE-4557-93FF-A6075CFE0F1A}" destId="{C7B8C6E9-C390-432F-B958-76CF10EF46B3}" srcOrd="0" destOrd="0" presId="urn:microsoft.com/office/officeart/2005/8/layout/vList2"/>
    <dgm:cxn modelId="{56FF8F4A-E6EC-41CD-A02F-D4E7F471FAC5}" srcId="{0B7522C8-F2EB-4804-95C4-AACB8B655FBE}" destId="{7A450F06-F50C-4F42-92FF-93964283C20E}" srcOrd="2" destOrd="0" parTransId="{5B332543-D14D-457E-8D0C-A8D9AE4A9042}" sibTransId="{A4DC2D54-4DE8-44CC-9BEF-B1C389374928}"/>
    <dgm:cxn modelId="{D7DA0B6B-C208-4AEE-AD2A-2619B7F0DF90}" type="presOf" srcId="{97617DB7-B6BF-44AB-9E05-9DB02CC4394E}" destId="{AA689592-11D1-442D-97CD-0A655C0460E7}" srcOrd="0" destOrd="0" presId="urn:microsoft.com/office/officeart/2005/8/layout/vList2"/>
    <dgm:cxn modelId="{B23C1476-F63F-40E2-84E3-2DD0B63CBA96}" srcId="{0B7522C8-F2EB-4804-95C4-AACB8B655FBE}" destId="{65FD98CF-6CEE-4557-93FF-A6075CFE0F1A}" srcOrd="3" destOrd="0" parTransId="{F749381E-DB31-4919-8AE7-7994FA8521FB}" sibTransId="{47862D9C-9756-48E4-B360-850F8A874D00}"/>
    <dgm:cxn modelId="{9D95A7AB-9F25-4201-9CD9-FF4A29DDA6A7}" type="presOf" srcId="{0B7522C8-F2EB-4804-95C4-AACB8B655FBE}" destId="{696A91FA-7A4C-4EFE-8BA1-EDB2EFDCD8A2}" srcOrd="0" destOrd="0" presId="urn:microsoft.com/office/officeart/2005/8/layout/vList2"/>
    <dgm:cxn modelId="{5B829EC0-E2F1-4662-852D-7892D8380A20}" type="presOf" srcId="{6E3DCA73-484D-47CD-8CA2-FA5E8CDEB719}" destId="{B08A86EE-60D9-4254-A914-4644FE3D8316}" srcOrd="0" destOrd="0" presId="urn:microsoft.com/office/officeart/2005/8/layout/vList2"/>
    <dgm:cxn modelId="{455EB8C6-F2DA-490C-9841-364840908DDB}" srcId="{0B7522C8-F2EB-4804-95C4-AACB8B655FBE}" destId="{97617DB7-B6BF-44AB-9E05-9DB02CC4394E}" srcOrd="0" destOrd="0" parTransId="{F7FA68AB-7CAC-49A6-ADF6-1709D8C3C803}" sibTransId="{1B1160EC-B8B1-4F5A-B292-1DA6DF67DF9A}"/>
    <dgm:cxn modelId="{16611DD0-6954-451E-B845-987C7BDF4B4A}" type="presOf" srcId="{7A450F06-F50C-4F42-92FF-93964283C20E}" destId="{3B0D7202-C51B-46A2-96DB-7CF98940C2A8}" srcOrd="0" destOrd="0" presId="urn:microsoft.com/office/officeart/2005/8/layout/vList2"/>
    <dgm:cxn modelId="{1406FD32-6479-40BD-A241-0E07928ABFD3}" type="presParOf" srcId="{696A91FA-7A4C-4EFE-8BA1-EDB2EFDCD8A2}" destId="{AA689592-11D1-442D-97CD-0A655C0460E7}" srcOrd="0" destOrd="0" presId="urn:microsoft.com/office/officeart/2005/8/layout/vList2"/>
    <dgm:cxn modelId="{8974EC9D-7B88-4E66-8DED-E5DE9BC41846}" type="presParOf" srcId="{696A91FA-7A4C-4EFE-8BA1-EDB2EFDCD8A2}" destId="{B2E6BBDC-C1A1-4903-ADB4-D29FEE3E7306}" srcOrd="1" destOrd="0" presId="urn:microsoft.com/office/officeart/2005/8/layout/vList2"/>
    <dgm:cxn modelId="{CC5B39C2-9217-44F8-9ACC-6DD095306191}" type="presParOf" srcId="{696A91FA-7A4C-4EFE-8BA1-EDB2EFDCD8A2}" destId="{B08A86EE-60D9-4254-A914-4644FE3D8316}" srcOrd="2" destOrd="0" presId="urn:microsoft.com/office/officeart/2005/8/layout/vList2"/>
    <dgm:cxn modelId="{A610EDF0-4906-4FF6-A31A-BE7B1045A8FB}" type="presParOf" srcId="{696A91FA-7A4C-4EFE-8BA1-EDB2EFDCD8A2}" destId="{A2C716C8-8732-4A02-9898-D282FAFB190E}" srcOrd="3" destOrd="0" presId="urn:microsoft.com/office/officeart/2005/8/layout/vList2"/>
    <dgm:cxn modelId="{D614DB27-4AAD-4A71-9514-D93209253084}" type="presParOf" srcId="{696A91FA-7A4C-4EFE-8BA1-EDB2EFDCD8A2}" destId="{3B0D7202-C51B-46A2-96DB-7CF98940C2A8}" srcOrd="4" destOrd="0" presId="urn:microsoft.com/office/officeart/2005/8/layout/vList2"/>
    <dgm:cxn modelId="{BDEBC2C1-D2D0-421A-AB78-3BCC87DDAA72}" type="presParOf" srcId="{696A91FA-7A4C-4EFE-8BA1-EDB2EFDCD8A2}" destId="{A1289C72-C4C5-48CB-8687-9385FFEAAA1B}" srcOrd="5" destOrd="0" presId="urn:microsoft.com/office/officeart/2005/8/layout/vList2"/>
    <dgm:cxn modelId="{2A3FF6A8-23EA-41C9-8C19-4680DD89B3B9}" type="presParOf" srcId="{696A91FA-7A4C-4EFE-8BA1-EDB2EFDCD8A2}" destId="{C7B8C6E9-C390-432F-B958-76CF10EF46B3}"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8454E4A-4DBB-4814-8475-230A01AE01F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B4F8ACD-6FF7-445F-A2BA-1699FF7277FC}">
      <dgm:prSet/>
      <dgm:spPr/>
      <dgm:t>
        <a:bodyPr/>
        <a:lstStyle/>
        <a:p>
          <a:r>
            <a:rPr lang="ru-RU" b="0" i="0" dirty="0"/>
            <a:t>Аскольда.</a:t>
          </a:r>
          <a:endParaRPr lang="uk-UA" dirty="0"/>
        </a:p>
      </dgm:t>
    </dgm:pt>
    <dgm:pt modelId="{AF0B9371-BC8B-4E25-A461-360FE8C64C54}" type="parTrans" cxnId="{4DF0BA12-EF1B-4B4C-A3ED-2063ED6EADA4}">
      <dgm:prSet/>
      <dgm:spPr/>
      <dgm:t>
        <a:bodyPr/>
        <a:lstStyle/>
        <a:p>
          <a:endParaRPr lang="uk-UA"/>
        </a:p>
      </dgm:t>
    </dgm:pt>
    <dgm:pt modelId="{2A891E56-180D-4B3F-81BF-14FCF45DA49F}" type="sibTrans" cxnId="{4DF0BA12-EF1B-4B4C-A3ED-2063ED6EADA4}">
      <dgm:prSet/>
      <dgm:spPr/>
      <dgm:t>
        <a:bodyPr/>
        <a:lstStyle/>
        <a:p>
          <a:endParaRPr lang="uk-UA"/>
        </a:p>
      </dgm:t>
    </dgm:pt>
    <dgm:pt modelId="{3AD2E979-0ADE-4292-BED6-ED5004343F78}">
      <dgm:prSet/>
      <dgm:spPr/>
      <dgm:t>
        <a:bodyPr/>
        <a:lstStyle/>
        <a:p>
          <a:r>
            <a:rPr lang="ru-RU" b="0" i="0" dirty="0"/>
            <a:t>Олега.</a:t>
          </a:r>
          <a:endParaRPr lang="uk-UA" dirty="0"/>
        </a:p>
      </dgm:t>
    </dgm:pt>
    <dgm:pt modelId="{CE7B5F8E-C143-4B40-BDA6-B37D346EEEF7}" type="parTrans" cxnId="{9B027176-2EFE-4CEF-BDE9-C41041393C8A}">
      <dgm:prSet/>
      <dgm:spPr/>
      <dgm:t>
        <a:bodyPr/>
        <a:lstStyle/>
        <a:p>
          <a:endParaRPr lang="uk-UA"/>
        </a:p>
      </dgm:t>
    </dgm:pt>
    <dgm:pt modelId="{B1E15359-EDEC-4C5D-8432-AFB9666DF6A1}" type="sibTrans" cxnId="{9B027176-2EFE-4CEF-BDE9-C41041393C8A}">
      <dgm:prSet/>
      <dgm:spPr/>
      <dgm:t>
        <a:bodyPr/>
        <a:lstStyle/>
        <a:p>
          <a:endParaRPr lang="uk-UA"/>
        </a:p>
      </dgm:t>
    </dgm:pt>
    <dgm:pt modelId="{EB72997B-D54F-494E-A850-74B1EE359C75}">
      <dgm:prSet/>
      <dgm:spPr/>
      <dgm:t>
        <a:bodyPr/>
        <a:lstStyle/>
        <a:p>
          <a:r>
            <a:rPr lang="ru-RU" b="0" i="0"/>
            <a:t>Володимира Великого.</a:t>
          </a:r>
          <a:endParaRPr lang="uk-UA"/>
        </a:p>
      </dgm:t>
    </dgm:pt>
    <dgm:pt modelId="{B55F24A9-458A-41F0-B909-9220B8C43C5F}" type="parTrans" cxnId="{CBBA21D0-8595-43FA-9A14-3D699DBBF1A4}">
      <dgm:prSet/>
      <dgm:spPr/>
      <dgm:t>
        <a:bodyPr/>
        <a:lstStyle/>
        <a:p>
          <a:endParaRPr lang="uk-UA"/>
        </a:p>
      </dgm:t>
    </dgm:pt>
    <dgm:pt modelId="{32BC6EB1-2E5E-4345-A604-3787F7A6089A}" type="sibTrans" cxnId="{CBBA21D0-8595-43FA-9A14-3D699DBBF1A4}">
      <dgm:prSet/>
      <dgm:spPr/>
      <dgm:t>
        <a:bodyPr/>
        <a:lstStyle/>
        <a:p>
          <a:endParaRPr lang="uk-UA"/>
        </a:p>
      </dgm:t>
    </dgm:pt>
    <dgm:pt modelId="{F0FDA8A3-3FDB-4723-80EC-5D3C65B79B5C}">
      <dgm:prSet/>
      <dgm:spPr/>
      <dgm:t>
        <a:bodyPr/>
        <a:lstStyle/>
        <a:p>
          <a:r>
            <a:rPr lang="ru-RU" b="0" i="0" dirty="0"/>
            <a:t>Ярослава Мудрого.</a:t>
          </a:r>
          <a:endParaRPr lang="uk-UA" dirty="0"/>
        </a:p>
      </dgm:t>
    </dgm:pt>
    <dgm:pt modelId="{CC14AB84-54E8-4DC3-B3E2-26CFC5B40FD3}" type="parTrans" cxnId="{61EFD37D-79FB-458A-B871-DBB6DE5DA71A}">
      <dgm:prSet/>
      <dgm:spPr/>
      <dgm:t>
        <a:bodyPr/>
        <a:lstStyle/>
        <a:p>
          <a:endParaRPr lang="uk-UA"/>
        </a:p>
      </dgm:t>
    </dgm:pt>
    <dgm:pt modelId="{D2E05DB5-4359-48E8-B900-BAC277FB711E}" type="sibTrans" cxnId="{61EFD37D-79FB-458A-B871-DBB6DE5DA71A}">
      <dgm:prSet/>
      <dgm:spPr/>
      <dgm:t>
        <a:bodyPr/>
        <a:lstStyle/>
        <a:p>
          <a:endParaRPr lang="uk-UA"/>
        </a:p>
      </dgm:t>
    </dgm:pt>
    <dgm:pt modelId="{42DE5D3F-78F4-4BA6-845C-2A1081DFDA08}" type="pres">
      <dgm:prSet presAssocID="{A8454E4A-4DBB-4814-8475-230A01AE01FC}" presName="linear" presStyleCnt="0">
        <dgm:presLayoutVars>
          <dgm:animLvl val="lvl"/>
          <dgm:resizeHandles val="exact"/>
        </dgm:presLayoutVars>
      </dgm:prSet>
      <dgm:spPr/>
    </dgm:pt>
    <dgm:pt modelId="{5DA2B2AC-C4A2-45D0-AF97-442255DC592C}" type="pres">
      <dgm:prSet presAssocID="{9B4F8ACD-6FF7-445F-A2BA-1699FF7277FC}" presName="parentText" presStyleLbl="node1" presStyleIdx="0" presStyleCnt="4">
        <dgm:presLayoutVars>
          <dgm:chMax val="0"/>
          <dgm:bulletEnabled val="1"/>
        </dgm:presLayoutVars>
      </dgm:prSet>
      <dgm:spPr/>
    </dgm:pt>
    <dgm:pt modelId="{8FDBBB15-205A-4F9A-81DE-7F6DE0349904}" type="pres">
      <dgm:prSet presAssocID="{2A891E56-180D-4B3F-81BF-14FCF45DA49F}" presName="spacer" presStyleCnt="0"/>
      <dgm:spPr/>
    </dgm:pt>
    <dgm:pt modelId="{5DB255D2-8174-4DBC-ACDC-AD7DBE0EF7F2}" type="pres">
      <dgm:prSet presAssocID="{3AD2E979-0ADE-4292-BED6-ED5004343F78}" presName="parentText" presStyleLbl="node1" presStyleIdx="1" presStyleCnt="4">
        <dgm:presLayoutVars>
          <dgm:chMax val="0"/>
          <dgm:bulletEnabled val="1"/>
        </dgm:presLayoutVars>
      </dgm:prSet>
      <dgm:spPr/>
    </dgm:pt>
    <dgm:pt modelId="{DEF65ABA-E994-441C-80A5-935DDF62BFB4}" type="pres">
      <dgm:prSet presAssocID="{B1E15359-EDEC-4C5D-8432-AFB9666DF6A1}" presName="spacer" presStyleCnt="0"/>
      <dgm:spPr/>
    </dgm:pt>
    <dgm:pt modelId="{E5A3046C-0E6F-41FD-9A19-E2CDCEFA9B0B}" type="pres">
      <dgm:prSet presAssocID="{EB72997B-D54F-494E-A850-74B1EE359C75}" presName="parentText" presStyleLbl="node1" presStyleIdx="2" presStyleCnt="4">
        <dgm:presLayoutVars>
          <dgm:chMax val="0"/>
          <dgm:bulletEnabled val="1"/>
        </dgm:presLayoutVars>
      </dgm:prSet>
      <dgm:spPr/>
    </dgm:pt>
    <dgm:pt modelId="{83FF913B-5FFE-4055-AB6C-C5C306DD186F}" type="pres">
      <dgm:prSet presAssocID="{32BC6EB1-2E5E-4345-A604-3787F7A6089A}" presName="spacer" presStyleCnt="0"/>
      <dgm:spPr/>
    </dgm:pt>
    <dgm:pt modelId="{AF85E0F6-4FFA-4F73-B1B1-8DFC1F64DE01}" type="pres">
      <dgm:prSet presAssocID="{F0FDA8A3-3FDB-4723-80EC-5D3C65B79B5C}" presName="parentText" presStyleLbl="node1" presStyleIdx="3" presStyleCnt="4">
        <dgm:presLayoutVars>
          <dgm:chMax val="0"/>
          <dgm:bulletEnabled val="1"/>
        </dgm:presLayoutVars>
      </dgm:prSet>
      <dgm:spPr/>
    </dgm:pt>
  </dgm:ptLst>
  <dgm:cxnLst>
    <dgm:cxn modelId="{4DF0BA12-EF1B-4B4C-A3ED-2063ED6EADA4}" srcId="{A8454E4A-4DBB-4814-8475-230A01AE01FC}" destId="{9B4F8ACD-6FF7-445F-A2BA-1699FF7277FC}" srcOrd="0" destOrd="0" parTransId="{AF0B9371-BC8B-4E25-A461-360FE8C64C54}" sibTransId="{2A891E56-180D-4B3F-81BF-14FCF45DA49F}"/>
    <dgm:cxn modelId="{7415C149-BEB6-4023-B099-CD5E1BAFAE07}" type="presOf" srcId="{F0FDA8A3-3FDB-4723-80EC-5D3C65B79B5C}" destId="{AF85E0F6-4FFA-4F73-B1B1-8DFC1F64DE01}" srcOrd="0" destOrd="0" presId="urn:microsoft.com/office/officeart/2005/8/layout/vList2"/>
    <dgm:cxn modelId="{9B027176-2EFE-4CEF-BDE9-C41041393C8A}" srcId="{A8454E4A-4DBB-4814-8475-230A01AE01FC}" destId="{3AD2E979-0ADE-4292-BED6-ED5004343F78}" srcOrd="1" destOrd="0" parTransId="{CE7B5F8E-C143-4B40-BDA6-B37D346EEEF7}" sibTransId="{B1E15359-EDEC-4C5D-8432-AFB9666DF6A1}"/>
    <dgm:cxn modelId="{61EFD37D-79FB-458A-B871-DBB6DE5DA71A}" srcId="{A8454E4A-4DBB-4814-8475-230A01AE01FC}" destId="{F0FDA8A3-3FDB-4723-80EC-5D3C65B79B5C}" srcOrd="3" destOrd="0" parTransId="{CC14AB84-54E8-4DC3-B3E2-26CFC5B40FD3}" sibTransId="{D2E05DB5-4359-48E8-B900-BAC277FB711E}"/>
    <dgm:cxn modelId="{072FD784-FBF6-4E55-98DF-214D713CE299}" type="presOf" srcId="{A8454E4A-4DBB-4814-8475-230A01AE01FC}" destId="{42DE5D3F-78F4-4BA6-845C-2A1081DFDA08}" srcOrd="0" destOrd="0" presId="urn:microsoft.com/office/officeart/2005/8/layout/vList2"/>
    <dgm:cxn modelId="{CBBA21D0-8595-43FA-9A14-3D699DBBF1A4}" srcId="{A8454E4A-4DBB-4814-8475-230A01AE01FC}" destId="{EB72997B-D54F-494E-A850-74B1EE359C75}" srcOrd="2" destOrd="0" parTransId="{B55F24A9-458A-41F0-B909-9220B8C43C5F}" sibTransId="{32BC6EB1-2E5E-4345-A604-3787F7A6089A}"/>
    <dgm:cxn modelId="{377372D7-48E6-4455-AFB1-6E070D30057D}" type="presOf" srcId="{3AD2E979-0ADE-4292-BED6-ED5004343F78}" destId="{5DB255D2-8174-4DBC-ACDC-AD7DBE0EF7F2}" srcOrd="0" destOrd="0" presId="urn:microsoft.com/office/officeart/2005/8/layout/vList2"/>
    <dgm:cxn modelId="{6B4F9BD8-671A-49EA-BF2E-73B64242E330}" type="presOf" srcId="{EB72997B-D54F-494E-A850-74B1EE359C75}" destId="{E5A3046C-0E6F-41FD-9A19-E2CDCEFA9B0B}" srcOrd="0" destOrd="0" presId="urn:microsoft.com/office/officeart/2005/8/layout/vList2"/>
    <dgm:cxn modelId="{5404A5E6-6247-44D2-A8F6-4616681A3B74}" type="presOf" srcId="{9B4F8ACD-6FF7-445F-A2BA-1699FF7277FC}" destId="{5DA2B2AC-C4A2-45D0-AF97-442255DC592C}" srcOrd="0" destOrd="0" presId="urn:microsoft.com/office/officeart/2005/8/layout/vList2"/>
    <dgm:cxn modelId="{EFB47BB0-CD33-49B8-93A0-652CF0E3824F}" type="presParOf" srcId="{42DE5D3F-78F4-4BA6-845C-2A1081DFDA08}" destId="{5DA2B2AC-C4A2-45D0-AF97-442255DC592C}" srcOrd="0" destOrd="0" presId="urn:microsoft.com/office/officeart/2005/8/layout/vList2"/>
    <dgm:cxn modelId="{91EBFF87-00BA-4C84-AD51-DC19C1B60A65}" type="presParOf" srcId="{42DE5D3F-78F4-4BA6-845C-2A1081DFDA08}" destId="{8FDBBB15-205A-4F9A-81DE-7F6DE0349904}" srcOrd="1" destOrd="0" presId="urn:microsoft.com/office/officeart/2005/8/layout/vList2"/>
    <dgm:cxn modelId="{0B2A3689-F3DC-4DDB-B15A-3E1B2E016F3C}" type="presParOf" srcId="{42DE5D3F-78F4-4BA6-845C-2A1081DFDA08}" destId="{5DB255D2-8174-4DBC-ACDC-AD7DBE0EF7F2}" srcOrd="2" destOrd="0" presId="urn:microsoft.com/office/officeart/2005/8/layout/vList2"/>
    <dgm:cxn modelId="{8C2677EB-059E-4135-AACE-189399F1A41E}" type="presParOf" srcId="{42DE5D3F-78F4-4BA6-845C-2A1081DFDA08}" destId="{DEF65ABA-E994-441C-80A5-935DDF62BFB4}" srcOrd="3" destOrd="0" presId="urn:microsoft.com/office/officeart/2005/8/layout/vList2"/>
    <dgm:cxn modelId="{885E2614-C3E7-4790-B276-528525ACA506}" type="presParOf" srcId="{42DE5D3F-78F4-4BA6-845C-2A1081DFDA08}" destId="{E5A3046C-0E6F-41FD-9A19-E2CDCEFA9B0B}" srcOrd="4" destOrd="0" presId="urn:microsoft.com/office/officeart/2005/8/layout/vList2"/>
    <dgm:cxn modelId="{4B20A8AB-BA9F-4946-887F-D56D9332897D}" type="presParOf" srcId="{42DE5D3F-78F4-4BA6-845C-2A1081DFDA08}" destId="{83FF913B-5FFE-4055-AB6C-C5C306DD186F}" srcOrd="5" destOrd="0" presId="urn:microsoft.com/office/officeart/2005/8/layout/vList2"/>
    <dgm:cxn modelId="{A28143BD-F1EB-4189-ACC9-643C0C6C4B94}" type="presParOf" srcId="{42DE5D3F-78F4-4BA6-845C-2A1081DFDA08}" destId="{AF85E0F6-4FFA-4F73-B1B1-8DFC1F64DE0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DF25464F-8483-4D31-BAC6-56D998AC4972}"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AA7EE9C1-E30A-46BA-A6B0-F31FED063648}">
      <dgm:prSet/>
      <dgm:spPr/>
      <dgm:t>
        <a:bodyPr/>
        <a:lstStyle/>
        <a:p>
          <a:r>
            <a:rPr lang="ru-RU" b="0" i="0" dirty="0"/>
            <a:t>1054 р.</a:t>
          </a:r>
          <a:endParaRPr lang="uk-UA" dirty="0"/>
        </a:p>
      </dgm:t>
    </dgm:pt>
    <dgm:pt modelId="{5CFAB6BD-2647-4FB1-89CE-621F3B52623E}" type="parTrans" cxnId="{CFC748C7-32CF-43F8-A2C5-59CCFD89CF78}">
      <dgm:prSet/>
      <dgm:spPr/>
      <dgm:t>
        <a:bodyPr/>
        <a:lstStyle/>
        <a:p>
          <a:endParaRPr lang="uk-UA"/>
        </a:p>
      </dgm:t>
    </dgm:pt>
    <dgm:pt modelId="{FAB4A741-9D7B-4F83-81E6-91EFABC6CC6E}" type="sibTrans" cxnId="{CFC748C7-32CF-43F8-A2C5-59CCFD89CF78}">
      <dgm:prSet/>
      <dgm:spPr/>
      <dgm:t>
        <a:bodyPr/>
        <a:lstStyle/>
        <a:p>
          <a:endParaRPr lang="uk-UA"/>
        </a:p>
      </dgm:t>
    </dgm:pt>
    <dgm:pt modelId="{127B197E-EA59-4396-998E-6A8A3D90F579}">
      <dgm:prSet/>
      <dgm:spPr/>
      <dgm:t>
        <a:bodyPr/>
        <a:lstStyle/>
        <a:p>
          <a:r>
            <a:rPr lang="ru-RU" b="0" i="0" dirty="0"/>
            <a:t>1097 р.</a:t>
          </a:r>
          <a:endParaRPr lang="uk-UA" dirty="0"/>
        </a:p>
      </dgm:t>
    </dgm:pt>
    <dgm:pt modelId="{AEB49BF6-E43E-4641-BB3A-86F3D33E1CCF}" type="parTrans" cxnId="{61FDC167-E98F-4C6C-945A-183B0BFA958F}">
      <dgm:prSet/>
      <dgm:spPr/>
      <dgm:t>
        <a:bodyPr/>
        <a:lstStyle/>
        <a:p>
          <a:endParaRPr lang="uk-UA"/>
        </a:p>
      </dgm:t>
    </dgm:pt>
    <dgm:pt modelId="{52BA151E-17EA-4A4F-8270-B64E85401566}" type="sibTrans" cxnId="{61FDC167-E98F-4C6C-945A-183B0BFA958F}">
      <dgm:prSet/>
      <dgm:spPr/>
      <dgm:t>
        <a:bodyPr/>
        <a:lstStyle/>
        <a:p>
          <a:endParaRPr lang="uk-UA"/>
        </a:p>
      </dgm:t>
    </dgm:pt>
    <dgm:pt modelId="{01EF2D80-40A8-453A-9B98-9BCFA3C57128}">
      <dgm:prSet/>
      <dgm:spPr/>
      <dgm:t>
        <a:bodyPr/>
        <a:lstStyle/>
        <a:p>
          <a:r>
            <a:rPr lang="ru-RU" b="0" i="0"/>
            <a:t>1113 р.</a:t>
          </a:r>
          <a:endParaRPr lang="uk-UA"/>
        </a:p>
      </dgm:t>
    </dgm:pt>
    <dgm:pt modelId="{54798D00-38F5-4EE5-B53C-907DEF0A3B8B}" type="parTrans" cxnId="{21CB92EB-5C5E-4252-A87F-FBDE85D5549F}">
      <dgm:prSet/>
      <dgm:spPr/>
      <dgm:t>
        <a:bodyPr/>
        <a:lstStyle/>
        <a:p>
          <a:endParaRPr lang="uk-UA"/>
        </a:p>
      </dgm:t>
    </dgm:pt>
    <dgm:pt modelId="{EE590190-86C9-4193-A1A5-4C16067122F8}" type="sibTrans" cxnId="{21CB92EB-5C5E-4252-A87F-FBDE85D5549F}">
      <dgm:prSet/>
      <dgm:spPr/>
      <dgm:t>
        <a:bodyPr/>
        <a:lstStyle/>
        <a:p>
          <a:endParaRPr lang="uk-UA"/>
        </a:p>
      </dgm:t>
    </dgm:pt>
    <dgm:pt modelId="{6832A8DC-02A1-4384-9D37-C447CF613DA9}">
      <dgm:prSet/>
      <dgm:spPr/>
      <dgm:t>
        <a:bodyPr/>
        <a:lstStyle/>
        <a:p>
          <a:r>
            <a:rPr lang="ru-RU" b="0" i="0" dirty="0"/>
            <a:t>1199 р.</a:t>
          </a:r>
          <a:endParaRPr lang="uk-UA" dirty="0"/>
        </a:p>
      </dgm:t>
    </dgm:pt>
    <dgm:pt modelId="{9DF705CD-B1C9-4669-96A6-A28A747C78B8}" type="parTrans" cxnId="{639F23C3-5EED-4039-B672-9C4162214F69}">
      <dgm:prSet/>
      <dgm:spPr/>
      <dgm:t>
        <a:bodyPr/>
        <a:lstStyle/>
        <a:p>
          <a:endParaRPr lang="uk-UA"/>
        </a:p>
      </dgm:t>
    </dgm:pt>
    <dgm:pt modelId="{2E49CA9F-54D8-4E67-8110-9D969D766A74}" type="sibTrans" cxnId="{639F23C3-5EED-4039-B672-9C4162214F69}">
      <dgm:prSet/>
      <dgm:spPr/>
      <dgm:t>
        <a:bodyPr/>
        <a:lstStyle/>
        <a:p>
          <a:endParaRPr lang="uk-UA"/>
        </a:p>
      </dgm:t>
    </dgm:pt>
    <dgm:pt modelId="{DB9ABF8C-8F8C-477B-AD2E-7F24F0705AEF}" type="pres">
      <dgm:prSet presAssocID="{DF25464F-8483-4D31-BAC6-56D998AC4972}" presName="matrix" presStyleCnt="0">
        <dgm:presLayoutVars>
          <dgm:chMax val="1"/>
          <dgm:dir/>
          <dgm:resizeHandles val="exact"/>
        </dgm:presLayoutVars>
      </dgm:prSet>
      <dgm:spPr/>
    </dgm:pt>
    <dgm:pt modelId="{DF605419-88F1-41D6-8438-C5A5BB913F9F}" type="pres">
      <dgm:prSet presAssocID="{DF25464F-8483-4D31-BAC6-56D998AC4972}" presName="diamond" presStyleLbl="bgShp" presStyleIdx="0" presStyleCnt="1"/>
      <dgm:spPr/>
    </dgm:pt>
    <dgm:pt modelId="{46D0436F-B221-4DD2-B1CD-977A72E63688}" type="pres">
      <dgm:prSet presAssocID="{DF25464F-8483-4D31-BAC6-56D998AC4972}" presName="quad1" presStyleLbl="node1" presStyleIdx="0" presStyleCnt="4">
        <dgm:presLayoutVars>
          <dgm:chMax val="0"/>
          <dgm:chPref val="0"/>
          <dgm:bulletEnabled val="1"/>
        </dgm:presLayoutVars>
      </dgm:prSet>
      <dgm:spPr/>
    </dgm:pt>
    <dgm:pt modelId="{A65AB9DC-D68B-4A48-A73D-C06FDA2A3C29}" type="pres">
      <dgm:prSet presAssocID="{DF25464F-8483-4D31-BAC6-56D998AC4972}" presName="quad2" presStyleLbl="node1" presStyleIdx="1" presStyleCnt="4">
        <dgm:presLayoutVars>
          <dgm:chMax val="0"/>
          <dgm:chPref val="0"/>
          <dgm:bulletEnabled val="1"/>
        </dgm:presLayoutVars>
      </dgm:prSet>
      <dgm:spPr/>
    </dgm:pt>
    <dgm:pt modelId="{77122552-5DE7-4968-B3BF-080A106C8923}" type="pres">
      <dgm:prSet presAssocID="{DF25464F-8483-4D31-BAC6-56D998AC4972}" presName="quad3" presStyleLbl="node1" presStyleIdx="2" presStyleCnt="4">
        <dgm:presLayoutVars>
          <dgm:chMax val="0"/>
          <dgm:chPref val="0"/>
          <dgm:bulletEnabled val="1"/>
        </dgm:presLayoutVars>
      </dgm:prSet>
      <dgm:spPr/>
    </dgm:pt>
    <dgm:pt modelId="{0D05EBB5-DCB7-4439-AD1B-0AFE50EF79BA}" type="pres">
      <dgm:prSet presAssocID="{DF25464F-8483-4D31-BAC6-56D998AC4972}" presName="quad4" presStyleLbl="node1" presStyleIdx="3" presStyleCnt="4">
        <dgm:presLayoutVars>
          <dgm:chMax val="0"/>
          <dgm:chPref val="0"/>
          <dgm:bulletEnabled val="1"/>
        </dgm:presLayoutVars>
      </dgm:prSet>
      <dgm:spPr/>
    </dgm:pt>
  </dgm:ptLst>
  <dgm:cxnLst>
    <dgm:cxn modelId="{3B6FDB33-3C54-409F-AA00-A5E8408BD952}" type="presOf" srcId="{AA7EE9C1-E30A-46BA-A6B0-F31FED063648}" destId="{46D0436F-B221-4DD2-B1CD-977A72E63688}" srcOrd="0" destOrd="0" presId="urn:microsoft.com/office/officeart/2005/8/layout/matrix3"/>
    <dgm:cxn modelId="{61FDC167-E98F-4C6C-945A-183B0BFA958F}" srcId="{DF25464F-8483-4D31-BAC6-56D998AC4972}" destId="{127B197E-EA59-4396-998E-6A8A3D90F579}" srcOrd="1" destOrd="0" parTransId="{AEB49BF6-E43E-4641-BB3A-86F3D33E1CCF}" sibTransId="{52BA151E-17EA-4A4F-8270-B64E85401566}"/>
    <dgm:cxn modelId="{0C69B850-073E-41A2-8440-DE03D8EF24BB}" type="presOf" srcId="{DF25464F-8483-4D31-BAC6-56D998AC4972}" destId="{DB9ABF8C-8F8C-477B-AD2E-7F24F0705AEF}" srcOrd="0" destOrd="0" presId="urn:microsoft.com/office/officeart/2005/8/layout/matrix3"/>
    <dgm:cxn modelId="{3931B984-F6A0-419B-ABD9-21E9B472261C}" type="presOf" srcId="{6832A8DC-02A1-4384-9D37-C447CF613DA9}" destId="{0D05EBB5-DCB7-4439-AD1B-0AFE50EF79BA}" srcOrd="0" destOrd="0" presId="urn:microsoft.com/office/officeart/2005/8/layout/matrix3"/>
    <dgm:cxn modelId="{CBF5B1BE-563A-4DD1-95DD-2888319AE68C}" type="presOf" srcId="{127B197E-EA59-4396-998E-6A8A3D90F579}" destId="{A65AB9DC-D68B-4A48-A73D-C06FDA2A3C29}" srcOrd="0" destOrd="0" presId="urn:microsoft.com/office/officeart/2005/8/layout/matrix3"/>
    <dgm:cxn modelId="{639F23C3-5EED-4039-B672-9C4162214F69}" srcId="{DF25464F-8483-4D31-BAC6-56D998AC4972}" destId="{6832A8DC-02A1-4384-9D37-C447CF613DA9}" srcOrd="3" destOrd="0" parTransId="{9DF705CD-B1C9-4669-96A6-A28A747C78B8}" sibTransId="{2E49CA9F-54D8-4E67-8110-9D969D766A74}"/>
    <dgm:cxn modelId="{CFC748C7-32CF-43F8-A2C5-59CCFD89CF78}" srcId="{DF25464F-8483-4D31-BAC6-56D998AC4972}" destId="{AA7EE9C1-E30A-46BA-A6B0-F31FED063648}" srcOrd="0" destOrd="0" parTransId="{5CFAB6BD-2647-4FB1-89CE-621F3B52623E}" sibTransId="{FAB4A741-9D7B-4F83-81E6-91EFABC6CC6E}"/>
    <dgm:cxn modelId="{21CB92EB-5C5E-4252-A87F-FBDE85D5549F}" srcId="{DF25464F-8483-4D31-BAC6-56D998AC4972}" destId="{01EF2D80-40A8-453A-9B98-9BCFA3C57128}" srcOrd="2" destOrd="0" parTransId="{54798D00-38F5-4EE5-B53C-907DEF0A3B8B}" sibTransId="{EE590190-86C9-4193-A1A5-4C16067122F8}"/>
    <dgm:cxn modelId="{649745FC-EF45-482D-8B56-D9012EF27D61}" type="presOf" srcId="{01EF2D80-40A8-453A-9B98-9BCFA3C57128}" destId="{77122552-5DE7-4968-B3BF-080A106C8923}" srcOrd="0" destOrd="0" presId="urn:microsoft.com/office/officeart/2005/8/layout/matrix3"/>
    <dgm:cxn modelId="{BC54BB20-0E63-4398-AA14-0C04BEBF7B77}" type="presParOf" srcId="{DB9ABF8C-8F8C-477B-AD2E-7F24F0705AEF}" destId="{DF605419-88F1-41D6-8438-C5A5BB913F9F}" srcOrd="0" destOrd="0" presId="urn:microsoft.com/office/officeart/2005/8/layout/matrix3"/>
    <dgm:cxn modelId="{79A79301-0D10-4ABC-BC18-C2B3F726A1E8}" type="presParOf" srcId="{DB9ABF8C-8F8C-477B-AD2E-7F24F0705AEF}" destId="{46D0436F-B221-4DD2-B1CD-977A72E63688}" srcOrd="1" destOrd="0" presId="urn:microsoft.com/office/officeart/2005/8/layout/matrix3"/>
    <dgm:cxn modelId="{AB257C9C-7775-49EF-AACD-9C3133525AD2}" type="presParOf" srcId="{DB9ABF8C-8F8C-477B-AD2E-7F24F0705AEF}" destId="{A65AB9DC-D68B-4A48-A73D-C06FDA2A3C29}" srcOrd="2" destOrd="0" presId="urn:microsoft.com/office/officeart/2005/8/layout/matrix3"/>
    <dgm:cxn modelId="{8111D699-F968-4779-9896-063C196F796A}" type="presParOf" srcId="{DB9ABF8C-8F8C-477B-AD2E-7F24F0705AEF}" destId="{77122552-5DE7-4968-B3BF-080A106C8923}" srcOrd="3" destOrd="0" presId="urn:microsoft.com/office/officeart/2005/8/layout/matrix3"/>
    <dgm:cxn modelId="{5070192A-7C46-4673-8A3F-B10607953E1E}" type="presParOf" srcId="{DB9ABF8C-8F8C-477B-AD2E-7F24F0705AEF}" destId="{0D05EBB5-DCB7-4439-AD1B-0AFE50EF79B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2E0C4-13EA-4998-A012-50D0776B2743}">
      <dsp:nvSpPr>
        <dsp:cNvPr id="0" name=""/>
        <dsp:cNvSpPr/>
      </dsp:nvSpPr>
      <dsp:spPr>
        <a:xfrm>
          <a:off x="0" y="504196"/>
          <a:ext cx="53340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революційні події в Росії (1905–1907 рр.)</a:t>
          </a:r>
          <a:endParaRPr lang="uk-UA" sz="1800" kern="1200" dirty="0"/>
        </a:p>
      </dsp:txBody>
      <dsp:txXfrm>
        <a:off x="34906" y="539102"/>
        <a:ext cx="5264188" cy="645240"/>
      </dsp:txXfrm>
    </dsp:sp>
    <dsp:sp modelId="{B7ABA44F-5D7E-4113-BB14-A7A850E3075E}">
      <dsp:nvSpPr>
        <dsp:cNvPr id="0" name=""/>
        <dsp:cNvSpPr/>
      </dsp:nvSpPr>
      <dsp:spPr>
        <a:xfrm>
          <a:off x="0" y="1271089"/>
          <a:ext cx="53340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упровадження загального виборчого права для чоловіків в Австро-Угорщині (1907 р.)</a:t>
          </a:r>
          <a:endParaRPr lang="uk-UA" sz="1800" kern="1200"/>
        </a:p>
      </dsp:txBody>
      <dsp:txXfrm>
        <a:off x="34906" y="1305995"/>
        <a:ext cx="5264188" cy="645240"/>
      </dsp:txXfrm>
    </dsp:sp>
    <dsp:sp modelId="{F696B607-0C85-4B91-903C-F92F76F6E026}">
      <dsp:nvSpPr>
        <dsp:cNvPr id="0" name=""/>
        <dsp:cNvSpPr/>
      </dsp:nvSpPr>
      <dsp:spPr>
        <a:xfrm>
          <a:off x="0" y="2037982"/>
          <a:ext cx="53340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реалізація реформи П. Столипіна (1906–1911 рр.)</a:t>
          </a:r>
          <a:endParaRPr lang="uk-UA" sz="1800" kern="1200"/>
        </a:p>
      </dsp:txBody>
      <dsp:txXfrm>
        <a:off x="34906" y="2072888"/>
        <a:ext cx="5264188" cy="645240"/>
      </dsp:txXfrm>
    </dsp:sp>
    <dsp:sp modelId="{D85E6A96-5BB8-442A-8248-4351B58BF8B2}">
      <dsp:nvSpPr>
        <dsp:cNvPr id="0" name=""/>
        <dsp:cNvSpPr/>
      </dsp:nvSpPr>
      <dsp:spPr>
        <a:xfrm>
          <a:off x="0" y="2804875"/>
          <a:ext cx="533400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судовий процес у «справі Бейліса» (1913 р.)</a:t>
          </a:r>
          <a:endParaRPr lang="uk-UA" sz="1800" kern="1200" dirty="0"/>
        </a:p>
      </dsp:txBody>
      <dsp:txXfrm>
        <a:off x="34906" y="2839781"/>
        <a:ext cx="5264188" cy="645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8C3D4D-6A37-4990-A5DC-7ABB26A4B9C9}">
      <dsp:nvSpPr>
        <dsp:cNvPr id="0" name=""/>
        <dsp:cNvSpPr/>
      </dsp:nvSpPr>
      <dsp:spPr>
        <a:xfrm>
          <a:off x="0" y="8282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err="1"/>
            <a:t>Андрей</a:t>
          </a:r>
          <a:r>
            <a:rPr lang="uk-UA" sz="2300" b="0" i="0" kern="1200" dirty="0"/>
            <a:t> Шептицький у посланні «Як будувати рідну хату?»</a:t>
          </a:r>
          <a:endParaRPr lang="uk-UA" sz="2300" kern="1200" dirty="0"/>
        </a:p>
      </dsp:txBody>
      <dsp:txXfrm>
        <a:off x="44664" y="127486"/>
        <a:ext cx="5244672" cy="825612"/>
      </dsp:txXfrm>
    </dsp:sp>
    <dsp:sp modelId="{725FB267-0CB8-41CC-845F-926711E611DB}">
      <dsp:nvSpPr>
        <dsp:cNvPr id="0" name=""/>
        <dsp:cNvSpPr/>
      </dsp:nvSpPr>
      <dsp:spPr>
        <a:xfrm>
          <a:off x="0" y="106400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Микола Міхновський у творі «Самостійна Україна»</a:t>
          </a:r>
          <a:endParaRPr lang="uk-UA" sz="2300" kern="1200"/>
        </a:p>
      </dsp:txBody>
      <dsp:txXfrm>
        <a:off x="44664" y="1108666"/>
        <a:ext cx="5244672" cy="825612"/>
      </dsp:txXfrm>
    </dsp:sp>
    <dsp:sp modelId="{AD5D98C6-4FB6-458C-B820-C76C1AB7281C}">
      <dsp:nvSpPr>
        <dsp:cNvPr id="0" name=""/>
        <dsp:cNvSpPr/>
      </dsp:nvSpPr>
      <dsp:spPr>
        <a:xfrm>
          <a:off x="0" y="204518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Дмитро Яворницький у праці «Вольності запорозьких козаків»</a:t>
          </a:r>
          <a:endParaRPr lang="uk-UA" sz="2300" kern="1200"/>
        </a:p>
      </dsp:txBody>
      <dsp:txXfrm>
        <a:off x="44664" y="2089846"/>
        <a:ext cx="5244672" cy="825612"/>
      </dsp:txXfrm>
    </dsp:sp>
    <dsp:sp modelId="{676801FA-F025-4F96-A84F-ABACE1142119}">
      <dsp:nvSpPr>
        <dsp:cNvPr id="0" name=""/>
        <dsp:cNvSpPr/>
      </dsp:nvSpPr>
      <dsp:spPr>
        <a:xfrm>
          <a:off x="0" y="302636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Юліан Бачинський у брошурі «Україна </a:t>
          </a:r>
          <a:r>
            <a:rPr lang="en-US" sz="2300" b="0" i="0" kern="1200" dirty="0"/>
            <a:t>Irredenta»</a:t>
          </a:r>
          <a:endParaRPr lang="uk-UA" sz="2300" kern="1200" dirty="0"/>
        </a:p>
      </dsp:txBody>
      <dsp:txXfrm>
        <a:off x="44664" y="3071026"/>
        <a:ext cx="5244672" cy="8256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71896-E884-45B0-88FB-4F21D6D0151E}">
      <dsp:nvSpPr>
        <dsp:cNvPr id="0" name=""/>
        <dsp:cNvSpPr/>
      </dsp:nvSpPr>
      <dsp:spPr>
        <a:xfrm>
          <a:off x="0" y="41834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спричинено формуванням «Вільного козацтва».</a:t>
          </a:r>
          <a:endParaRPr lang="uk-UA" sz="1900" kern="1200" dirty="0"/>
        </a:p>
      </dsp:txBody>
      <dsp:txXfrm>
        <a:off x="36896" y="455238"/>
        <a:ext cx="5260208" cy="682028"/>
      </dsp:txXfrm>
    </dsp:sp>
    <dsp:sp modelId="{65260CF5-C855-4E25-B77C-2F0FC42E55DE}">
      <dsp:nvSpPr>
        <dsp:cNvPr id="0" name=""/>
        <dsp:cNvSpPr/>
      </dsp:nvSpPr>
      <dsp:spPr>
        <a:xfrm>
          <a:off x="0" y="122888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було складовою процесу «українізації» частин російської армії.</a:t>
          </a:r>
          <a:endParaRPr lang="uk-UA" sz="1900" kern="1200"/>
        </a:p>
      </dsp:txBody>
      <dsp:txXfrm>
        <a:off x="36896" y="1265778"/>
        <a:ext cx="5260208" cy="682028"/>
      </dsp:txXfrm>
    </dsp:sp>
    <dsp:sp modelId="{39D2195F-6AEB-46FC-B946-EBF62EE55F0D}">
      <dsp:nvSpPr>
        <dsp:cNvPr id="0" name=""/>
        <dsp:cNvSpPr/>
      </dsp:nvSpPr>
      <dsp:spPr>
        <a:xfrm>
          <a:off x="0" y="203942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відбулося за ініціативи Головної української ради.</a:t>
          </a:r>
          <a:endParaRPr lang="uk-UA" sz="1900" kern="1200"/>
        </a:p>
      </dsp:txBody>
      <dsp:txXfrm>
        <a:off x="36896" y="2076318"/>
        <a:ext cx="5260208" cy="682028"/>
      </dsp:txXfrm>
    </dsp:sp>
    <dsp:sp modelId="{EBB57D52-4C79-4D9E-B662-A5B6D50B22DB}">
      <dsp:nvSpPr>
        <dsp:cNvPr id="0" name=""/>
        <dsp:cNvSpPr/>
      </dsp:nvSpPr>
      <dsp:spPr>
        <a:xfrm>
          <a:off x="0" y="284996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зумовлено проголошенням Західноукраїнської Народної Республіки.</a:t>
          </a:r>
          <a:endParaRPr lang="uk-UA" sz="1900" kern="1200" dirty="0"/>
        </a:p>
      </dsp:txBody>
      <dsp:txXfrm>
        <a:off x="36896" y="2886858"/>
        <a:ext cx="5260208" cy="6820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E4AA1-2407-4B52-9524-9211B6A117A2}">
      <dsp:nvSpPr>
        <dsp:cNvPr id="0" name=""/>
        <dsp:cNvSpPr/>
      </dsp:nvSpPr>
      <dsp:spPr>
        <a:xfrm>
          <a:off x="0" y="8282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Українська партія соціалістів-федералістів.</a:t>
          </a:r>
          <a:endParaRPr lang="uk-UA" sz="2300" kern="1200" dirty="0"/>
        </a:p>
      </dsp:txBody>
      <dsp:txXfrm>
        <a:off x="44664" y="127486"/>
        <a:ext cx="5244672" cy="825612"/>
      </dsp:txXfrm>
    </dsp:sp>
    <dsp:sp modelId="{26494EBD-66E7-4B4A-8D20-2054766FAE4F}">
      <dsp:nvSpPr>
        <dsp:cNvPr id="0" name=""/>
        <dsp:cNvSpPr/>
      </dsp:nvSpPr>
      <dsp:spPr>
        <a:xfrm>
          <a:off x="0" y="106400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Українська партія соціалістів-революціонерів.</a:t>
          </a:r>
          <a:endParaRPr lang="uk-UA" sz="2300" kern="1200"/>
        </a:p>
      </dsp:txBody>
      <dsp:txXfrm>
        <a:off x="44664" y="1108666"/>
        <a:ext cx="5244672" cy="825612"/>
      </dsp:txXfrm>
    </dsp:sp>
    <dsp:sp modelId="{95A470FD-7DB4-486F-945E-6B95B4DAAAA1}">
      <dsp:nvSpPr>
        <dsp:cNvPr id="0" name=""/>
        <dsp:cNvSpPr/>
      </dsp:nvSpPr>
      <dsp:spPr>
        <a:xfrm>
          <a:off x="0" y="204518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Українська соціал-демократична робітнича партія.</a:t>
          </a:r>
          <a:endParaRPr lang="uk-UA" sz="2300" kern="1200"/>
        </a:p>
      </dsp:txBody>
      <dsp:txXfrm>
        <a:off x="44664" y="2089846"/>
        <a:ext cx="5244672" cy="825612"/>
      </dsp:txXfrm>
    </dsp:sp>
    <dsp:sp modelId="{E7346F76-A612-49E1-B5CF-03CC4EBE660A}">
      <dsp:nvSpPr>
        <dsp:cNvPr id="0" name=""/>
        <dsp:cNvSpPr/>
      </dsp:nvSpPr>
      <dsp:spPr>
        <a:xfrm>
          <a:off x="0" y="302636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Українська демократично-хліборобська партія.</a:t>
          </a:r>
          <a:endParaRPr lang="uk-UA" sz="2300" kern="1200" dirty="0"/>
        </a:p>
      </dsp:txBody>
      <dsp:txXfrm>
        <a:off x="44664" y="3071026"/>
        <a:ext cx="5244672" cy="8256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AFB37-55BB-4E7D-8213-893F715D00F3}">
      <dsp:nvSpPr>
        <dsp:cNvPr id="0" name=""/>
        <dsp:cNvSpPr/>
      </dsp:nvSpPr>
      <dsp:spPr>
        <a:xfrm>
          <a:off x="654937" y="0"/>
          <a:ext cx="4024125" cy="402412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273EA9-E9B5-468B-9940-F188DC8F2D61}">
      <dsp:nvSpPr>
        <dsp:cNvPr id="0" name=""/>
        <dsp:cNvSpPr/>
      </dsp:nvSpPr>
      <dsp:spPr>
        <a:xfrm>
          <a:off x="1037229" y="382291"/>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1914 р.</a:t>
          </a:r>
          <a:endParaRPr lang="uk-UA" sz="3900" kern="1200" dirty="0"/>
        </a:p>
      </dsp:txBody>
      <dsp:txXfrm>
        <a:off x="1113841" y="458903"/>
        <a:ext cx="1416184" cy="1416184"/>
      </dsp:txXfrm>
    </dsp:sp>
    <dsp:sp modelId="{6A055144-9D7B-4EA1-B62D-0E95061669D9}">
      <dsp:nvSpPr>
        <dsp:cNvPr id="0" name=""/>
        <dsp:cNvSpPr/>
      </dsp:nvSpPr>
      <dsp:spPr>
        <a:xfrm>
          <a:off x="2727361" y="382291"/>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a:t>1917 р.</a:t>
          </a:r>
          <a:endParaRPr lang="uk-UA" sz="3900" kern="1200"/>
        </a:p>
      </dsp:txBody>
      <dsp:txXfrm>
        <a:off x="2803973" y="458903"/>
        <a:ext cx="1416184" cy="1416184"/>
      </dsp:txXfrm>
    </dsp:sp>
    <dsp:sp modelId="{287234CB-5284-4EF6-A7C4-E3FA335D6E92}">
      <dsp:nvSpPr>
        <dsp:cNvPr id="0" name=""/>
        <dsp:cNvSpPr/>
      </dsp:nvSpPr>
      <dsp:spPr>
        <a:xfrm>
          <a:off x="1037229" y="2072424"/>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1919 р.</a:t>
          </a:r>
          <a:endParaRPr lang="uk-UA" sz="3900" kern="1200" dirty="0"/>
        </a:p>
      </dsp:txBody>
      <dsp:txXfrm>
        <a:off x="1113841" y="2149036"/>
        <a:ext cx="1416184" cy="1416184"/>
      </dsp:txXfrm>
    </dsp:sp>
    <dsp:sp modelId="{548FE8C3-7904-4173-8875-79538AA5325D}">
      <dsp:nvSpPr>
        <dsp:cNvPr id="0" name=""/>
        <dsp:cNvSpPr/>
      </dsp:nvSpPr>
      <dsp:spPr>
        <a:xfrm>
          <a:off x="2727361" y="2072424"/>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1921 р.</a:t>
          </a:r>
          <a:endParaRPr lang="uk-UA" sz="3900" kern="1200" dirty="0"/>
        </a:p>
      </dsp:txBody>
      <dsp:txXfrm>
        <a:off x="2803973" y="2149036"/>
        <a:ext cx="1416184" cy="14161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C46A0-B47F-43E9-A0FB-9A65787DDDEF}">
      <dsp:nvSpPr>
        <dsp:cNvPr id="0" name=""/>
        <dsp:cNvSpPr/>
      </dsp:nvSpPr>
      <dsp:spPr>
        <a:xfrm>
          <a:off x="0" y="391072"/>
          <a:ext cx="53340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dirty="0"/>
            <a:t>причини індустріалізації.</a:t>
          </a:r>
          <a:endParaRPr lang="uk-UA" sz="3100" kern="1200" dirty="0"/>
        </a:p>
      </dsp:txBody>
      <dsp:txXfrm>
        <a:off x="36296" y="427368"/>
        <a:ext cx="5261408" cy="670943"/>
      </dsp:txXfrm>
    </dsp:sp>
    <dsp:sp modelId="{C63E77CC-3404-4718-996A-99406C607C40}">
      <dsp:nvSpPr>
        <dsp:cNvPr id="0" name=""/>
        <dsp:cNvSpPr/>
      </dsp:nvSpPr>
      <dsp:spPr>
        <a:xfrm>
          <a:off x="0" y="1223887"/>
          <a:ext cx="53340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dirty="0"/>
            <a:t>характер індустріалізації.</a:t>
          </a:r>
          <a:endParaRPr lang="uk-UA" sz="3100" kern="1200" dirty="0"/>
        </a:p>
      </dsp:txBody>
      <dsp:txXfrm>
        <a:off x="36296" y="1260183"/>
        <a:ext cx="5261408" cy="670943"/>
      </dsp:txXfrm>
    </dsp:sp>
    <dsp:sp modelId="{10D7F3BD-6BAF-4C34-B5EB-62381BC9C778}">
      <dsp:nvSpPr>
        <dsp:cNvPr id="0" name=""/>
        <dsp:cNvSpPr/>
      </dsp:nvSpPr>
      <dsp:spPr>
        <a:xfrm>
          <a:off x="0" y="2056702"/>
          <a:ext cx="53340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джерела індустріалізації.</a:t>
          </a:r>
          <a:endParaRPr lang="uk-UA" sz="3100" kern="1200"/>
        </a:p>
      </dsp:txBody>
      <dsp:txXfrm>
        <a:off x="36296" y="2092998"/>
        <a:ext cx="5261408" cy="670943"/>
      </dsp:txXfrm>
    </dsp:sp>
    <dsp:sp modelId="{27528585-F045-458B-B34E-D756CE74B37F}">
      <dsp:nvSpPr>
        <dsp:cNvPr id="0" name=""/>
        <dsp:cNvSpPr/>
      </dsp:nvSpPr>
      <dsp:spPr>
        <a:xfrm>
          <a:off x="0" y="2889517"/>
          <a:ext cx="53340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dirty="0"/>
            <a:t>етапи індустріалізації.</a:t>
          </a:r>
          <a:endParaRPr lang="uk-UA" sz="3100" kern="1200" dirty="0"/>
        </a:p>
      </dsp:txBody>
      <dsp:txXfrm>
        <a:off x="36296" y="2925813"/>
        <a:ext cx="5261408" cy="6709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5CE69-F18F-49A3-8957-450F6EACEF62}">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33350" rIns="248920" bIns="133350" numCol="1" spcCol="1270" anchor="ctr" anchorCtr="0">
          <a:noAutofit/>
        </a:bodyPr>
        <a:lstStyle/>
        <a:p>
          <a:pPr marL="0" lvl="0" indent="0" algn="ctr" defTabSz="1555750">
            <a:lnSpc>
              <a:spcPct val="90000"/>
            </a:lnSpc>
            <a:spcBef>
              <a:spcPct val="0"/>
            </a:spcBef>
            <a:spcAft>
              <a:spcPct val="35000"/>
            </a:spcAft>
            <a:buNone/>
          </a:pPr>
          <a:r>
            <a:rPr lang="uk-UA" sz="3500" b="0" i="0" kern="1200" dirty="0"/>
            <a:t>Харкова.</a:t>
          </a:r>
          <a:endParaRPr lang="uk-UA" sz="3500" kern="1200" dirty="0"/>
        </a:p>
      </dsp:txBody>
      <dsp:txXfrm rot="10800000">
        <a:off x="1304394" y="248"/>
        <a:ext cx="3341635" cy="821899"/>
      </dsp:txXfrm>
    </dsp:sp>
    <dsp:sp modelId="{E4046CDD-38AD-45BF-9C52-77A1BD6B9CAA}">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D4BAFE-9F13-48FF-BFF7-8EB6B70D63DB}">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33350" rIns="248920" bIns="133350" numCol="1" spcCol="1270" anchor="ctr" anchorCtr="0">
          <a:noAutofit/>
        </a:bodyPr>
        <a:lstStyle/>
        <a:p>
          <a:pPr marL="0" lvl="0" indent="0" algn="ctr" defTabSz="1555750">
            <a:lnSpc>
              <a:spcPct val="90000"/>
            </a:lnSpc>
            <a:spcBef>
              <a:spcPct val="0"/>
            </a:spcBef>
            <a:spcAft>
              <a:spcPct val="35000"/>
            </a:spcAft>
            <a:buNone/>
          </a:pPr>
          <a:r>
            <a:rPr lang="uk-UA" sz="3500" b="0" i="0" kern="1200"/>
            <a:t>Одеси.</a:t>
          </a:r>
          <a:endParaRPr lang="uk-UA" sz="3500" kern="1200"/>
        </a:p>
      </dsp:txBody>
      <dsp:txXfrm rot="10800000">
        <a:off x="1304394" y="1067491"/>
        <a:ext cx="3341635" cy="821899"/>
      </dsp:txXfrm>
    </dsp:sp>
    <dsp:sp modelId="{3DF0F3EC-B7BF-4597-BB31-102789B255BE}">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145251-754C-40A5-BDAA-00B8015C50EA}">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33350" rIns="248920" bIns="133350" numCol="1" spcCol="1270" anchor="ctr" anchorCtr="0">
          <a:noAutofit/>
        </a:bodyPr>
        <a:lstStyle/>
        <a:p>
          <a:pPr marL="0" lvl="0" indent="0" algn="ctr" defTabSz="1555750">
            <a:lnSpc>
              <a:spcPct val="90000"/>
            </a:lnSpc>
            <a:spcBef>
              <a:spcPct val="0"/>
            </a:spcBef>
            <a:spcAft>
              <a:spcPct val="35000"/>
            </a:spcAft>
            <a:buNone/>
          </a:pPr>
          <a:r>
            <a:rPr lang="uk-UA" sz="3500" b="0" i="0" kern="1200"/>
            <a:t>Києва.</a:t>
          </a:r>
          <a:endParaRPr lang="uk-UA" sz="3500" kern="1200"/>
        </a:p>
      </dsp:txBody>
      <dsp:txXfrm rot="10800000">
        <a:off x="1304394" y="2134734"/>
        <a:ext cx="3341635" cy="821899"/>
      </dsp:txXfrm>
    </dsp:sp>
    <dsp:sp modelId="{0F39D1CF-1B52-49BC-B69A-6ACEF62E2853}">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1F0F7B-D48B-42C2-B385-D392D2700691}">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33350" rIns="248920" bIns="133350" numCol="1" spcCol="1270" anchor="ctr" anchorCtr="0">
          <a:noAutofit/>
        </a:bodyPr>
        <a:lstStyle/>
        <a:p>
          <a:pPr marL="0" lvl="0" indent="0" algn="ctr" defTabSz="1555750">
            <a:lnSpc>
              <a:spcPct val="90000"/>
            </a:lnSpc>
            <a:spcBef>
              <a:spcPct val="0"/>
            </a:spcBef>
            <a:spcAft>
              <a:spcPct val="35000"/>
            </a:spcAft>
            <a:buNone/>
          </a:pPr>
          <a:r>
            <a:rPr lang="uk-UA" sz="3500" b="0" i="0" kern="1200" dirty="0"/>
            <a:t>Львова.</a:t>
          </a:r>
          <a:endParaRPr lang="uk-UA" sz="3500" kern="1200" dirty="0"/>
        </a:p>
      </dsp:txBody>
      <dsp:txXfrm rot="10800000">
        <a:off x="1304394" y="3201976"/>
        <a:ext cx="3341635" cy="821899"/>
      </dsp:txXfrm>
    </dsp:sp>
    <dsp:sp modelId="{F199B8C8-CDF3-4814-86ED-2AAFCB07DB6A}">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02ADA-E73C-45CC-9AAC-48FB91638188}">
      <dsp:nvSpPr>
        <dsp:cNvPr id="0" name=""/>
        <dsp:cNvSpPr/>
      </dsp:nvSpPr>
      <dsp:spPr>
        <a:xfrm>
          <a:off x="0" y="129622"/>
          <a:ext cx="53340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uk-UA" sz="3600" b="0" i="0" kern="1200" dirty="0"/>
            <a:t>Закарпаття.</a:t>
          </a:r>
          <a:endParaRPr lang="uk-UA" sz="3600" kern="1200" dirty="0"/>
        </a:p>
      </dsp:txBody>
      <dsp:txXfrm>
        <a:off x="42151" y="171773"/>
        <a:ext cx="5249698" cy="779158"/>
      </dsp:txXfrm>
    </dsp:sp>
    <dsp:sp modelId="{203D26E7-ADB5-429C-AAEA-E52AC3499745}">
      <dsp:nvSpPr>
        <dsp:cNvPr id="0" name=""/>
        <dsp:cNvSpPr/>
      </dsp:nvSpPr>
      <dsp:spPr>
        <a:xfrm>
          <a:off x="0" y="1096762"/>
          <a:ext cx="53340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uk-UA" sz="3600" b="0" i="0" kern="1200"/>
            <a:t>Східної Галичини.</a:t>
          </a:r>
          <a:endParaRPr lang="uk-UA" sz="3600" kern="1200"/>
        </a:p>
      </dsp:txBody>
      <dsp:txXfrm>
        <a:off x="42151" y="1138913"/>
        <a:ext cx="5249698" cy="779158"/>
      </dsp:txXfrm>
    </dsp:sp>
    <dsp:sp modelId="{11A2D9A8-A1DB-41B5-9E3D-EF9C229A1F9A}">
      <dsp:nvSpPr>
        <dsp:cNvPr id="0" name=""/>
        <dsp:cNvSpPr/>
      </dsp:nvSpPr>
      <dsp:spPr>
        <a:xfrm>
          <a:off x="0" y="2063902"/>
          <a:ext cx="53340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uk-UA" sz="3600" b="0" i="0" kern="1200" dirty="0"/>
            <a:t>Північної Буковини.</a:t>
          </a:r>
          <a:endParaRPr lang="uk-UA" sz="3600" kern="1200" dirty="0"/>
        </a:p>
      </dsp:txBody>
      <dsp:txXfrm>
        <a:off x="42151" y="2106053"/>
        <a:ext cx="5249698" cy="779158"/>
      </dsp:txXfrm>
    </dsp:sp>
    <dsp:sp modelId="{D459C691-20CA-4177-BFF1-97000A433DC9}">
      <dsp:nvSpPr>
        <dsp:cNvPr id="0" name=""/>
        <dsp:cNvSpPr/>
      </dsp:nvSpPr>
      <dsp:spPr>
        <a:xfrm>
          <a:off x="0" y="3031042"/>
          <a:ext cx="5334000"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uk-UA" sz="3600" b="0" i="0" kern="1200" dirty="0"/>
            <a:t>Південної Бессарабії.</a:t>
          </a:r>
          <a:endParaRPr lang="uk-UA" sz="3600" kern="1200" dirty="0"/>
        </a:p>
      </dsp:txBody>
      <dsp:txXfrm>
        <a:off x="42151" y="3073193"/>
        <a:ext cx="5249698" cy="7791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4B93C-6B04-4CDE-95D4-40F73514469A}">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a:t>1 вересня 1939 р.</a:t>
          </a:r>
          <a:endParaRPr lang="uk-UA" sz="2300" kern="1200" dirty="0"/>
        </a:p>
      </dsp:txBody>
      <dsp:txXfrm rot="10800000">
        <a:off x="1304394" y="248"/>
        <a:ext cx="3341635" cy="821899"/>
      </dsp:txXfrm>
    </dsp:sp>
    <dsp:sp modelId="{99A0D94F-6EAA-46FD-B1CB-A3EEB2C35813}">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98F6D4-64E8-47BB-AA3F-5F163C689CCE}">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17 вересня 1939 р.</a:t>
          </a:r>
          <a:endParaRPr lang="uk-UA" sz="2300" kern="1200"/>
        </a:p>
      </dsp:txBody>
      <dsp:txXfrm rot="10800000">
        <a:off x="1304394" y="1067491"/>
        <a:ext cx="3341635" cy="821899"/>
      </dsp:txXfrm>
    </dsp:sp>
    <dsp:sp modelId="{60E68D08-F42C-48C2-9453-B6D7C7CC1022}">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B4B480-799D-4D14-9985-3F3B3B9FFF81}">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28 червня 1940 р.</a:t>
          </a:r>
          <a:endParaRPr lang="uk-UA" sz="2300" kern="1200"/>
        </a:p>
      </dsp:txBody>
      <dsp:txXfrm rot="10800000">
        <a:off x="1304394" y="2134734"/>
        <a:ext cx="3341635" cy="821899"/>
      </dsp:txXfrm>
    </dsp:sp>
    <dsp:sp modelId="{C8374168-52F1-4526-B191-E0FA4A4C29FD}">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49A816-8E7C-47E1-83BC-B5B6261F4183}">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a:t>22 червня 1941 р.</a:t>
          </a:r>
          <a:endParaRPr lang="uk-UA" sz="2300" kern="1200" dirty="0"/>
        </a:p>
      </dsp:txBody>
      <dsp:txXfrm rot="10800000">
        <a:off x="1304394" y="3201976"/>
        <a:ext cx="3341635" cy="821899"/>
      </dsp:txXfrm>
    </dsp:sp>
    <dsp:sp modelId="{0FFCAF70-3DD6-49E6-B725-AFB202534C29}">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7F796-7DA0-43EC-8576-3AE24B464459}">
      <dsp:nvSpPr>
        <dsp:cNvPr id="0" name=""/>
        <dsp:cNvSpPr/>
      </dsp:nvSpPr>
      <dsp:spPr>
        <a:xfrm>
          <a:off x="0" y="8282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dirty="0"/>
            <a:t>«</a:t>
          </a:r>
          <a:r>
            <a:rPr lang="ru-RU" sz="2300" b="0" i="0" kern="1200" dirty="0" err="1"/>
            <a:t>Українська</a:t>
          </a:r>
          <a:r>
            <a:rPr lang="ru-RU" sz="2300" b="0" i="0" kern="1200" dirty="0"/>
            <a:t> </a:t>
          </a:r>
          <a:r>
            <a:rPr lang="ru-RU" sz="2300" b="0" i="0" kern="1200" dirty="0" err="1"/>
            <a:t>головна</a:t>
          </a:r>
          <a:r>
            <a:rPr lang="ru-RU" sz="2300" b="0" i="0" kern="1200" dirty="0"/>
            <a:t> </a:t>
          </a:r>
          <a:r>
            <a:rPr lang="ru-RU" sz="2300" b="0" i="0" kern="1200" dirty="0" err="1"/>
            <a:t>визвольна</a:t>
          </a:r>
          <a:r>
            <a:rPr lang="ru-RU" sz="2300" b="0" i="0" kern="1200" dirty="0"/>
            <a:t> рада».</a:t>
          </a:r>
          <a:endParaRPr lang="uk-UA" sz="2300" kern="1200" dirty="0"/>
        </a:p>
      </dsp:txBody>
      <dsp:txXfrm>
        <a:off x="44664" y="127486"/>
        <a:ext cx="5244672" cy="825612"/>
      </dsp:txXfrm>
    </dsp:sp>
    <dsp:sp modelId="{88AAD4A2-828F-4C9A-9BA1-FD3AAB531601}">
      <dsp:nvSpPr>
        <dsp:cNvPr id="0" name=""/>
        <dsp:cNvSpPr/>
      </dsp:nvSpPr>
      <dsp:spPr>
        <a:xfrm>
          <a:off x="0" y="106400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a:t>«Сірожупанна дивізія».</a:t>
          </a:r>
          <a:endParaRPr lang="uk-UA" sz="2300" kern="1200"/>
        </a:p>
      </dsp:txBody>
      <dsp:txXfrm>
        <a:off x="44664" y="1108666"/>
        <a:ext cx="5244672" cy="825612"/>
      </dsp:txXfrm>
    </dsp:sp>
    <dsp:sp modelId="{31E51A5C-0C09-4292-8CF1-66ECD00FFA82}">
      <dsp:nvSpPr>
        <dsp:cNvPr id="0" name=""/>
        <dsp:cNvSpPr/>
      </dsp:nvSpPr>
      <dsp:spPr>
        <a:xfrm>
          <a:off x="0" y="204518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a:t>«Вільне козацтво».</a:t>
          </a:r>
          <a:endParaRPr lang="uk-UA" sz="2300" kern="1200"/>
        </a:p>
      </dsp:txBody>
      <dsp:txXfrm>
        <a:off x="44664" y="2089846"/>
        <a:ext cx="5244672" cy="825612"/>
      </dsp:txXfrm>
    </dsp:sp>
    <dsp:sp modelId="{DAC008E7-B697-4C57-88D9-193EA06CAE09}">
      <dsp:nvSpPr>
        <dsp:cNvPr id="0" name=""/>
        <dsp:cNvSpPr/>
      </dsp:nvSpPr>
      <dsp:spPr>
        <a:xfrm>
          <a:off x="0" y="302636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dirty="0"/>
            <a:t>«</a:t>
          </a:r>
          <a:r>
            <a:rPr lang="ru-RU" sz="2300" b="0" i="0" kern="1200" dirty="0" err="1"/>
            <a:t>Поліська</a:t>
          </a:r>
          <a:r>
            <a:rPr lang="ru-RU" sz="2300" b="0" i="0" kern="1200" dirty="0"/>
            <a:t> </a:t>
          </a:r>
          <a:r>
            <a:rPr lang="ru-RU" sz="2300" b="0" i="0" kern="1200" dirty="0" err="1"/>
            <a:t>Січ</a:t>
          </a:r>
          <a:r>
            <a:rPr lang="ru-RU" sz="2300" b="0" i="0" kern="1200" dirty="0"/>
            <a:t>».</a:t>
          </a:r>
          <a:endParaRPr lang="uk-UA" sz="2300" kern="1200" dirty="0"/>
        </a:p>
      </dsp:txBody>
      <dsp:txXfrm>
        <a:off x="44664" y="3071026"/>
        <a:ext cx="5244672" cy="8256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281BC-B021-44A8-B9AA-2E7B64CA4CC5}">
      <dsp:nvSpPr>
        <dsp:cNvPr id="0" name=""/>
        <dsp:cNvSpPr/>
      </dsp:nvSpPr>
      <dsp:spPr>
        <a:xfrm>
          <a:off x="0" y="1575"/>
          <a:ext cx="533400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масштаби</a:t>
          </a:r>
          <a:r>
            <a:rPr lang="ru-RU" sz="2400" b="0" i="0" kern="1200" dirty="0"/>
            <a:t> </a:t>
          </a:r>
          <a:r>
            <a:rPr lang="ru-RU" sz="2400" b="0" i="0" kern="1200" dirty="0" err="1"/>
            <a:t>повоєнного</a:t>
          </a:r>
          <a:r>
            <a:rPr lang="ru-RU" sz="2400" b="0" i="0" kern="1200" dirty="0"/>
            <a:t> голоду.</a:t>
          </a:r>
          <a:endParaRPr lang="uk-UA" sz="2400" kern="1200" dirty="0"/>
        </a:p>
      </dsp:txBody>
      <dsp:txXfrm>
        <a:off x="46541" y="48116"/>
        <a:ext cx="5240918" cy="860321"/>
      </dsp:txXfrm>
    </dsp:sp>
    <dsp:sp modelId="{A2733CC5-E68B-4065-826D-38152F66F2C7}">
      <dsp:nvSpPr>
        <dsp:cNvPr id="0" name=""/>
        <dsp:cNvSpPr/>
      </dsp:nvSpPr>
      <dsp:spPr>
        <a:xfrm>
          <a:off x="0" y="1024098"/>
          <a:ext cx="533400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проведення операції «Вісла».</a:t>
          </a:r>
          <a:endParaRPr lang="uk-UA" sz="2400" kern="1200"/>
        </a:p>
      </dsp:txBody>
      <dsp:txXfrm>
        <a:off x="46541" y="1070639"/>
        <a:ext cx="5240918" cy="860321"/>
      </dsp:txXfrm>
    </dsp:sp>
    <dsp:sp modelId="{61F12BBF-2EA6-45F0-B57C-D7C0874A4900}">
      <dsp:nvSpPr>
        <dsp:cNvPr id="0" name=""/>
        <dsp:cNvSpPr/>
      </dsp:nvSpPr>
      <dsp:spPr>
        <a:xfrm>
          <a:off x="0" y="2046622"/>
          <a:ext cx="533400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придушення збройного опору УПА.</a:t>
          </a:r>
          <a:endParaRPr lang="uk-UA" sz="2400" kern="1200"/>
        </a:p>
      </dsp:txBody>
      <dsp:txXfrm>
        <a:off x="46541" y="2093163"/>
        <a:ext cx="5240918" cy="860321"/>
      </dsp:txXfrm>
    </dsp:sp>
    <dsp:sp modelId="{E7F57991-8522-4A9A-A33C-232AA35B4B6C}">
      <dsp:nvSpPr>
        <dsp:cNvPr id="0" name=""/>
        <dsp:cNvSpPr/>
      </dsp:nvSpPr>
      <dsp:spPr>
        <a:xfrm>
          <a:off x="0" y="3069146"/>
          <a:ext cx="5334000" cy="9534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розгортання</a:t>
          </a:r>
          <a:r>
            <a:rPr lang="ru-RU" sz="2400" b="0" i="0" kern="1200" dirty="0"/>
            <a:t> «</a:t>
          </a:r>
          <a:r>
            <a:rPr lang="ru-RU" sz="2400" b="0" i="0" kern="1200" dirty="0" err="1"/>
            <a:t>радянізації</a:t>
          </a:r>
          <a:r>
            <a:rPr lang="ru-RU" sz="2400" b="0" i="0" kern="1200" dirty="0"/>
            <a:t>» на </a:t>
          </a:r>
          <a:r>
            <a:rPr lang="ru-RU" sz="2400" b="0" i="0" kern="1200" dirty="0" err="1"/>
            <a:t>Західній</a:t>
          </a:r>
          <a:r>
            <a:rPr lang="ru-RU" sz="2400" b="0" i="0" kern="1200" dirty="0"/>
            <a:t> </a:t>
          </a:r>
          <a:r>
            <a:rPr lang="ru-RU" sz="2400" b="0" i="0" kern="1200" dirty="0" err="1"/>
            <a:t>Україні</a:t>
          </a:r>
          <a:r>
            <a:rPr lang="ru-RU" sz="2400" b="0" i="0" kern="1200" dirty="0"/>
            <a:t>.</a:t>
          </a:r>
          <a:endParaRPr lang="uk-UA" sz="2400" kern="1200" dirty="0"/>
        </a:p>
      </dsp:txBody>
      <dsp:txXfrm>
        <a:off x="46541" y="3115687"/>
        <a:ext cx="5240918" cy="86032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72B72-B087-427D-9424-C09338C3D4B0}">
      <dsp:nvSpPr>
        <dsp:cNvPr id="0" name=""/>
        <dsp:cNvSpPr/>
      </dsp:nvSpPr>
      <dsp:spPr>
        <a:xfrm>
          <a:off x="0" y="2504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a:t>депортації.</a:t>
          </a:r>
          <a:endParaRPr lang="uk-UA" sz="3800" kern="1200" dirty="0"/>
        </a:p>
      </dsp:txBody>
      <dsp:txXfrm>
        <a:off x="44492" y="69534"/>
        <a:ext cx="5245016" cy="822446"/>
      </dsp:txXfrm>
    </dsp:sp>
    <dsp:sp modelId="{38E0FB1C-AFA5-42D7-998F-A6C2ACD42CA3}">
      <dsp:nvSpPr>
        <dsp:cNvPr id="0" name=""/>
        <dsp:cNvSpPr/>
      </dsp:nvSpPr>
      <dsp:spPr>
        <a:xfrm>
          <a:off x="0" y="104591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a:t>десталінізації.</a:t>
          </a:r>
          <a:endParaRPr lang="uk-UA" sz="3800" kern="1200"/>
        </a:p>
      </dsp:txBody>
      <dsp:txXfrm>
        <a:off x="44492" y="1090404"/>
        <a:ext cx="5245016" cy="822446"/>
      </dsp:txXfrm>
    </dsp:sp>
    <dsp:sp modelId="{D40181D8-08A0-4B66-A80C-D9442AE28F22}">
      <dsp:nvSpPr>
        <dsp:cNvPr id="0" name=""/>
        <dsp:cNvSpPr/>
      </dsp:nvSpPr>
      <dsp:spPr>
        <a:xfrm>
          <a:off x="0" y="206678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a:t>розкуркулення.</a:t>
          </a:r>
          <a:endParaRPr lang="uk-UA" sz="3800" kern="1200" dirty="0"/>
        </a:p>
      </dsp:txBody>
      <dsp:txXfrm>
        <a:off x="44492" y="2111274"/>
        <a:ext cx="5245016" cy="822446"/>
      </dsp:txXfrm>
    </dsp:sp>
    <dsp:sp modelId="{A97371D6-3914-4F0F-96DE-02CD4E9695F0}">
      <dsp:nvSpPr>
        <dsp:cNvPr id="0" name=""/>
        <dsp:cNvSpPr/>
      </dsp:nvSpPr>
      <dsp:spPr>
        <a:xfrm>
          <a:off x="0" y="308765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a:t>трудової еміграції.</a:t>
          </a:r>
          <a:endParaRPr lang="uk-UA" sz="3800" kern="1200" dirty="0"/>
        </a:p>
      </dsp:txBody>
      <dsp:txXfrm>
        <a:off x="44492" y="3132144"/>
        <a:ext cx="5245016" cy="8224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857D5-7812-47A9-BC33-31623476CDEF}">
      <dsp:nvSpPr>
        <dsp:cNvPr id="0" name=""/>
        <dsp:cNvSpPr/>
      </dsp:nvSpPr>
      <dsp:spPr>
        <a:xfrm>
          <a:off x="0" y="547942"/>
          <a:ext cx="53340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dirty="0"/>
            <a:t>«</a:t>
          </a:r>
          <a:r>
            <a:rPr lang="ru-RU" sz="2800" b="0" i="0" kern="1200" dirty="0" err="1"/>
            <a:t>розвинений</a:t>
          </a:r>
          <a:r>
            <a:rPr lang="ru-RU" sz="2800" b="0" i="0" kern="1200" dirty="0"/>
            <a:t> </a:t>
          </a:r>
          <a:r>
            <a:rPr lang="ru-RU" sz="2800" b="0" i="0" kern="1200" dirty="0" err="1"/>
            <a:t>соціалізм</a:t>
          </a:r>
          <a:r>
            <a:rPr lang="ru-RU" sz="2800" b="0" i="0" kern="1200" dirty="0"/>
            <a:t>».</a:t>
          </a:r>
          <a:endParaRPr lang="uk-UA" sz="2800" kern="1200" dirty="0"/>
        </a:p>
      </dsp:txBody>
      <dsp:txXfrm>
        <a:off x="32784" y="580726"/>
        <a:ext cx="5268432" cy="606012"/>
      </dsp:txXfrm>
    </dsp:sp>
    <dsp:sp modelId="{D0AD9AFF-A795-4A24-AC7C-2674C9DF5BD5}">
      <dsp:nvSpPr>
        <dsp:cNvPr id="0" name=""/>
        <dsp:cNvSpPr/>
      </dsp:nvSpPr>
      <dsp:spPr>
        <a:xfrm>
          <a:off x="0" y="1300162"/>
          <a:ext cx="53340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dirty="0"/>
            <a:t>«</a:t>
          </a:r>
          <a:r>
            <a:rPr lang="ru-RU" sz="2800" b="0" i="0" kern="1200" dirty="0" err="1"/>
            <a:t>партійна</a:t>
          </a:r>
          <a:r>
            <a:rPr lang="ru-RU" sz="2800" b="0" i="0" kern="1200" dirty="0"/>
            <a:t> номенклатура».</a:t>
          </a:r>
          <a:endParaRPr lang="uk-UA" sz="2800" kern="1200" dirty="0"/>
        </a:p>
      </dsp:txBody>
      <dsp:txXfrm>
        <a:off x="32784" y="1332946"/>
        <a:ext cx="5268432" cy="606012"/>
      </dsp:txXfrm>
    </dsp:sp>
    <dsp:sp modelId="{4191F5EC-1378-4CA9-84CC-C1079E4B5B5D}">
      <dsp:nvSpPr>
        <dsp:cNvPr id="0" name=""/>
        <dsp:cNvSpPr/>
      </dsp:nvSpPr>
      <dsp:spPr>
        <a:xfrm>
          <a:off x="0" y="2052382"/>
          <a:ext cx="53340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«політична реабілітація».</a:t>
          </a:r>
          <a:endParaRPr lang="uk-UA" sz="2800" kern="1200"/>
        </a:p>
      </dsp:txBody>
      <dsp:txXfrm>
        <a:off x="32784" y="2085166"/>
        <a:ext cx="5268432" cy="606012"/>
      </dsp:txXfrm>
    </dsp:sp>
    <dsp:sp modelId="{334CAA81-10B5-4C19-BD31-8CAF65FB1ADB}">
      <dsp:nvSpPr>
        <dsp:cNvPr id="0" name=""/>
        <dsp:cNvSpPr/>
      </dsp:nvSpPr>
      <dsp:spPr>
        <a:xfrm>
          <a:off x="0" y="2804602"/>
          <a:ext cx="53340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dirty="0"/>
            <a:t>«</a:t>
          </a:r>
          <a:r>
            <a:rPr lang="ru-RU" sz="2800" b="0" i="0" kern="1200" dirty="0" err="1"/>
            <a:t>безрідний</a:t>
          </a:r>
          <a:r>
            <a:rPr lang="ru-RU" sz="2800" b="0" i="0" kern="1200" dirty="0"/>
            <a:t> </a:t>
          </a:r>
          <a:r>
            <a:rPr lang="ru-RU" sz="2800" b="0" i="0" kern="1200" dirty="0" err="1"/>
            <a:t>космополітизм</a:t>
          </a:r>
          <a:r>
            <a:rPr lang="ru-RU" sz="2800" b="0" i="0" kern="1200" dirty="0"/>
            <a:t>».</a:t>
          </a:r>
          <a:endParaRPr lang="uk-UA" sz="2800" kern="1200" dirty="0"/>
        </a:p>
      </dsp:txBody>
      <dsp:txXfrm>
        <a:off x="32784" y="2837386"/>
        <a:ext cx="5268432" cy="60601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774A3E-FAE4-40F4-A244-62B924950B5C}">
      <dsp:nvSpPr>
        <dsp:cNvPr id="0" name=""/>
        <dsp:cNvSpPr/>
      </dsp:nvSpPr>
      <dsp:spPr>
        <a:xfrm>
          <a:off x="0" y="16670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err="1"/>
            <a:t>деформованість</a:t>
          </a:r>
          <a:r>
            <a:rPr lang="uk-UA" sz="2200" b="0" i="0" kern="1200" dirty="0"/>
            <a:t> структури економіки</a:t>
          </a:r>
          <a:endParaRPr lang="uk-UA" sz="2200" kern="1200" dirty="0"/>
        </a:p>
      </dsp:txBody>
      <dsp:txXfrm>
        <a:off x="42722" y="209424"/>
        <a:ext cx="5248556" cy="789716"/>
      </dsp:txXfrm>
    </dsp:sp>
    <dsp:sp modelId="{E4AA83C8-B90B-41D5-BEC6-C1DD69D2F691}">
      <dsp:nvSpPr>
        <dsp:cNvPr id="0" name=""/>
        <dsp:cNvSpPr/>
      </dsp:nvSpPr>
      <dsp:spPr>
        <a:xfrm>
          <a:off x="0" y="110522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посилення економічної самостійності</a:t>
          </a:r>
          <a:endParaRPr lang="uk-UA" sz="2200" kern="1200"/>
        </a:p>
      </dsp:txBody>
      <dsp:txXfrm>
        <a:off x="42722" y="1147944"/>
        <a:ext cx="5248556" cy="789716"/>
      </dsp:txXfrm>
    </dsp:sp>
    <dsp:sp modelId="{389555D7-8E40-44FD-8B2E-EBB98D4CE817}">
      <dsp:nvSpPr>
        <dsp:cNvPr id="0" name=""/>
        <dsp:cNvSpPr/>
      </dsp:nvSpPr>
      <dsp:spPr>
        <a:xfrm>
          <a:off x="0" y="204374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зростання конкурентоспроможності продукції</a:t>
          </a:r>
          <a:endParaRPr lang="uk-UA" sz="2200" kern="1200"/>
        </a:p>
      </dsp:txBody>
      <dsp:txXfrm>
        <a:off x="42722" y="2086464"/>
        <a:ext cx="5248556" cy="789716"/>
      </dsp:txXfrm>
    </dsp:sp>
    <dsp:sp modelId="{61ECB6C5-E5E7-49B3-82F0-5BB5076BA210}">
      <dsp:nvSpPr>
        <dsp:cNvPr id="0" name=""/>
        <dsp:cNvSpPr/>
      </dsp:nvSpPr>
      <dsp:spPr>
        <a:xfrm>
          <a:off x="0" y="298226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зниження </a:t>
          </a:r>
          <a:r>
            <a:rPr lang="uk-UA" sz="2200" b="0" i="0" kern="1200" dirty="0" err="1"/>
            <a:t>матеріало</a:t>
          </a:r>
          <a:r>
            <a:rPr lang="uk-UA" sz="2200" b="0" i="0" kern="1200" dirty="0"/>
            <a:t>- та енергомісткості виробництва</a:t>
          </a:r>
          <a:endParaRPr lang="uk-UA" sz="2200" kern="1200" dirty="0"/>
        </a:p>
      </dsp:txBody>
      <dsp:txXfrm>
        <a:off x="42722" y="3024984"/>
        <a:ext cx="5248556" cy="78971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384A51-8D2A-4C29-A9D4-3D2B885E7BFA}">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06680" rIns="199136" bIns="106680" numCol="1" spcCol="1270" anchor="ctr" anchorCtr="0">
          <a:noAutofit/>
        </a:bodyPr>
        <a:lstStyle/>
        <a:p>
          <a:pPr marL="0" lvl="0" indent="0" algn="ctr" defTabSz="1244600">
            <a:lnSpc>
              <a:spcPct val="90000"/>
            </a:lnSpc>
            <a:spcBef>
              <a:spcPct val="0"/>
            </a:spcBef>
            <a:spcAft>
              <a:spcPct val="35000"/>
            </a:spcAft>
            <a:buNone/>
          </a:pPr>
          <a:r>
            <a:rPr lang="uk-UA" sz="2800" b="0" i="0" kern="1200" dirty="0"/>
            <a:t>кіно</a:t>
          </a:r>
          <a:endParaRPr lang="uk-UA" sz="2800" kern="1200" dirty="0"/>
        </a:p>
      </dsp:txBody>
      <dsp:txXfrm rot="10800000">
        <a:off x="1304394" y="248"/>
        <a:ext cx="3341635" cy="821899"/>
      </dsp:txXfrm>
    </dsp:sp>
    <dsp:sp modelId="{3C84C954-A2F7-42FD-91FD-A7FC3D32D841}">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6D49DC-F881-4EBA-9DD8-BC355F2CBD9A}">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06680" rIns="199136" bIns="106680" numCol="1" spcCol="1270" anchor="ctr" anchorCtr="0">
          <a:noAutofit/>
        </a:bodyPr>
        <a:lstStyle/>
        <a:p>
          <a:pPr marL="0" lvl="0" indent="0" algn="ctr" defTabSz="1244600">
            <a:lnSpc>
              <a:spcPct val="90000"/>
            </a:lnSpc>
            <a:spcBef>
              <a:spcPct val="0"/>
            </a:spcBef>
            <a:spcAft>
              <a:spcPct val="35000"/>
            </a:spcAft>
            <a:buNone/>
          </a:pPr>
          <a:r>
            <a:rPr lang="uk-UA" sz="2800" b="0" i="0" kern="1200"/>
            <a:t>театру</a:t>
          </a:r>
          <a:endParaRPr lang="uk-UA" sz="2800" kern="1200"/>
        </a:p>
      </dsp:txBody>
      <dsp:txXfrm rot="10800000">
        <a:off x="1304394" y="1067491"/>
        <a:ext cx="3341635" cy="821899"/>
      </dsp:txXfrm>
    </dsp:sp>
    <dsp:sp modelId="{2369BE83-3BD8-4C78-A945-707091764061}">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C510BC-64DF-469E-A544-2A1BB4D70E6F}">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06680" rIns="199136" bIns="106680" numCol="1" spcCol="1270" anchor="ctr" anchorCtr="0">
          <a:noAutofit/>
        </a:bodyPr>
        <a:lstStyle/>
        <a:p>
          <a:pPr marL="0" lvl="0" indent="0" algn="ctr" defTabSz="1244600">
            <a:lnSpc>
              <a:spcPct val="90000"/>
            </a:lnSpc>
            <a:spcBef>
              <a:spcPct val="0"/>
            </a:spcBef>
            <a:spcAft>
              <a:spcPct val="35000"/>
            </a:spcAft>
            <a:buNone/>
          </a:pPr>
          <a:r>
            <a:rPr lang="uk-UA" sz="2800" b="0" i="0" kern="1200"/>
            <a:t>музики</a:t>
          </a:r>
          <a:endParaRPr lang="uk-UA" sz="2800" kern="1200"/>
        </a:p>
      </dsp:txBody>
      <dsp:txXfrm rot="10800000">
        <a:off x="1304394" y="2134734"/>
        <a:ext cx="3341635" cy="821899"/>
      </dsp:txXfrm>
    </dsp:sp>
    <dsp:sp modelId="{E4299F77-4AE4-4BAD-96C1-1E8768AD22D0}">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4DFF91-63D6-4796-9703-2D3F8D059161}">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06680" rIns="199136" bIns="106680" numCol="1" spcCol="1270" anchor="ctr" anchorCtr="0">
          <a:noAutofit/>
        </a:bodyPr>
        <a:lstStyle/>
        <a:p>
          <a:pPr marL="0" lvl="0" indent="0" algn="ctr" defTabSz="1244600">
            <a:lnSpc>
              <a:spcPct val="90000"/>
            </a:lnSpc>
            <a:spcBef>
              <a:spcPct val="0"/>
            </a:spcBef>
            <a:spcAft>
              <a:spcPct val="35000"/>
            </a:spcAft>
            <a:buNone/>
          </a:pPr>
          <a:r>
            <a:rPr lang="uk-UA" sz="2800" b="0" i="0" kern="1200" dirty="0"/>
            <a:t>архітектури</a:t>
          </a:r>
          <a:endParaRPr lang="uk-UA" sz="2800" kern="1200" dirty="0"/>
        </a:p>
      </dsp:txBody>
      <dsp:txXfrm rot="10800000">
        <a:off x="1304394" y="3201976"/>
        <a:ext cx="3341635" cy="821899"/>
      </dsp:txXfrm>
    </dsp:sp>
    <dsp:sp modelId="{4C96640F-5EE4-4E23-A607-480682037D76}">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4D24F-D10E-49E1-A9B1-5273E8A2C1E6}">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a:t>«</a:t>
          </a:r>
          <a:r>
            <a:rPr lang="ru-RU" sz="2100" b="0" i="0" kern="1200" dirty="0" err="1"/>
            <a:t>відлиги</a:t>
          </a:r>
          <a:r>
            <a:rPr lang="ru-RU" sz="2100" b="0" i="0" kern="1200" dirty="0"/>
            <a:t>».</a:t>
          </a:r>
          <a:endParaRPr lang="uk-UA" sz="2100" kern="1200" dirty="0"/>
        </a:p>
      </dsp:txBody>
      <dsp:txXfrm rot="10800000">
        <a:off x="1304394" y="248"/>
        <a:ext cx="3341635" cy="821899"/>
      </dsp:txXfrm>
    </dsp:sp>
    <dsp:sp modelId="{37B09577-CA80-444B-88E1-CC595B27E197}">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02243F-93C5-46D9-BB5D-6C84E29EE45A}">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«застою».</a:t>
          </a:r>
          <a:endParaRPr lang="uk-UA" sz="2100" kern="1200"/>
        </a:p>
      </dsp:txBody>
      <dsp:txXfrm rot="10800000">
        <a:off x="1304394" y="1067491"/>
        <a:ext cx="3341635" cy="821899"/>
      </dsp:txXfrm>
    </dsp:sp>
    <dsp:sp modelId="{E12404A8-1617-490D-B5E8-EAD4B0376E2F}">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CE8C78-11A6-4183-B67D-474B23068DA0}">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«перебудови».</a:t>
          </a:r>
          <a:endParaRPr lang="uk-UA" sz="2100" kern="1200"/>
        </a:p>
      </dsp:txBody>
      <dsp:txXfrm rot="10800000">
        <a:off x="1304394" y="2134734"/>
        <a:ext cx="3341635" cy="821899"/>
      </dsp:txXfrm>
    </dsp:sp>
    <dsp:sp modelId="{AFFFE83C-2863-4D2F-8668-DA2163AB32E6}">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9D2D1A-F6B4-4550-A2C1-C2F1CF05575B}">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a:t>«</a:t>
          </a:r>
          <a:r>
            <a:rPr lang="ru-RU" sz="2100" b="0" i="0" kern="1200" dirty="0" err="1"/>
            <a:t>незалежності</a:t>
          </a:r>
          <a:r>
            <a:rPr lang="ru-RU" sz="2100" b="0" i="0" kern="1200" dirty="0"/>
            <a:t>».</a:t>
          </a:r>
          <a:endParaRPr lang="uk-UA" sz="2100" kern="1200" dirty="0"/>
        </a:p>
      </dsp:txBody>
      <dsp:txXfrm rot="10800000">
        <a:off x="1304394" y="3201976"/>
        <a:ext cx="3341635" cy="821899"/>
      </dsp:txXfrm>
    </dsp:sp>
    <dsp:sp modelId="{0A67127D-C1C0-4CD6-BD00-92C5BA8D6DEE}">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39D5F2-3071-46E6-863B-43542EF839E2}">
      <dsp:nvSpPr>
        <dsp:cNvPr id="0" name=""/>
        <dsp:cNvSpPr/>
      </dsp:nvSpPr>
      <dsp:spPr>
        <a:xfrm>
          <a:off x="0" y="39263"/>
          <a:ext cx="5334000" cy="9496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вступ України до Ради Європи</a:t>
          </a:r>
          <a:endParaRPr lang="uk-UA" sz="1700" kern="1200" dirty="0"/>
        </a:p>
      </dsp:txBody>
      <dsp:txXfrm>
        <a:off x="46360" y="85623"/>
        <a:ext cx="5241280" cy="856959"/>
      </dsp:txXfrm>
    </dsp:sp>
    <dsp:sp modelId="{D311AE6D-03E0-4AB0-AE5B-08BD35855525}">
      <dsp:nvSpPr>
        <dsp:cNvPr id="0" name=""/>
        <dsp:cNvSpPr/>
      </dsp:nvSpPr>
      <dsp:spPr>
        <a:xfrm>
          <a:off x="0" y="1037902"/>
          <a:ext cx="5334000" cy="9496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відмова України від ядерної зброї</a:t>
          </a:r>
          <a:endParaRPr lang="uk-UA" sz="1700" kern="1200"/>
        </a:p>
      </dsp:txBody>
      <dsp:txXfrm>
        <a:off x="46360" y="1084262"/>
        <a:ext cx="5241280" cy="856959"/>
      </dsp:txXfrm>
    </dsp:sp>
    <dsp:sp modelId="{833E6841-5011-4DA9-B9DF-DC41285AE689}">
      <dsp:nvSpPr>
        <dsp:cNvPr id="0" name=""/>
        <dsp:cNvSpPr/>
      </dsp:nvSpPr>
      <dsp:spPr>
        <a:xfrm>
          <a:off x="0" y="2036542"/>
          <a:ext cx="5334000" cy="9496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входження України до Світової організації торгівлі</a:t>
          </a:r>
          <a:endParaRPr lang="uk-UA" sz="1700" kern="1200"/>
        </a:p>
      </dsp:txBody>
      <dsp:txXfrm>
        <a:off x="46360" y="2082902"/>
        <a:ext cx="5241280" cy="856959"/>
      </dsp:txXfrm>
    </dsp:sp>
    <dsp:sp modelId="{C521EF86-4A13-4EAC-89F9-D54E2480EB05}">
      <dsp:nvSpPr>
        <dsp:cNvPr id="0" name=""/>
        <dsp:cNvSpPr/>
      </dsp:nvSpPr>
      <dsp:spPr>
        <a:xfrm>
          <a:off x="0" y="3035182"/>
          <a:ext cx="5334000" cy="9496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проведення Всеукраїнського референдуму на підтвердження </a:t>
          </a:r>
          <a:r>
            <a:rPr lang="uk-UA" sz="1700" b="0" i="0" kern="1200" dirty="0" err="1"/>
            <a:t>Акта</a:t>
          </a:r>
          <a:r>
            <a:rPr lang="uk-UA" sz="1700" b="0" i="0" kern="1200" dirty="0"/>
            <a:t> проголошення незалежності України</a:t>
          </a:r>
          <a:endParaRPr lang="uk-UA" sz="1700" kern="1200" dirty="0"/>
        </a:p>
      </dsp:txBody>
      <dsp:txXfrm>
        <a:off x="46360" y="3081542"/>
        <a:ext cx="5241280" cy="85695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5E5549-73C4-420B-AE51-775EB48280AE}">
      <dsp:nvSpPr>
        <dsp:cNvPr id="0" name=""/>
        <dsp:cNvSpPr/>
      </dsp:nvSpPr>
      <dsp:spPr>
        <a:xfrm>
          <a:off x="0" y="16670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розв’язання проблем забруднення навколишнього середовища.</a:t>
          </a:r>
          <a:endParaRPr lang="uk-UA" sz="2200" kern="1200" dirty="0"/>
        </a:p>
      </dsp:txBody>
      <dsp:txXfrm>
        <a:off x="42722" y="209424"/>
        <a:ext cx="5248556" cy="789716"/>
      </dsp:txXfrm>
    </dsp:sp>
    <dsp:sp modelId="{6838ED76-564D-4D4E-BC86-7B5887CF8C2D}">
      <dsp:nvSpPr>
        <dsp:cNvPr id="0" name=""/>
        <dsp:cNvSpPr/>
      </dsp:nvSpPr>
      <dsp:spPr>
        <a:xfrm>
          <a:off x="0" y="110522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подолання кризи фінансової та банківської систем.</a:t>
          </a:r>
          <a:endParaRPr lang="uk-UA" sz="2200" kern="1200"/>
        </a:p>
      </dsp:txBody>
      <dsp:txXfrm>
        <a:off x="42722" y="1147944"/>
        <a:ext cx="5248556" cy="789716"/>
      </dsp:txXfrm>
    </dsp:sp>
    <dsp:sp modelId="{99917D09-E6C4-4DB0-B351-DA98F3666759}">
      <dsp:nvSpPr>
        <dsp:cNvPr id="0" name=""/>
        <dsp:cNvSpPr/>
      </dsp:nvSpPr>
      <dsp:spPr>
        <a:xfrm>
          <a:off x="0" y="204374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проведення масштабного очищення органів державної влади.</a:t>
          </a:r>
          <a:endParaRPr lang="uk-UA" sz="2200" kern="1200"/>
        </a:p>
      </dsp:txBody>
      <dsp:txXfrm>
        <a:off x="42722" y="2086464"/>
        <a:ext cx="5248556" cy="789716"/>
      </dsp:txXfrm>
    </dsp:sp>
    <dsp:sp modelId="{329FB2C9-C4B2-4BD0-BB06-E1C418135DCE}">
      <dsp:nvSpPr>
        <dsp:cNvPr id="0" name=""/>
        <dsp:cNvSpPr/>
      </dsp:nvSpPr>
      <dsp:spPr>
        <a:xfrm>
          <a:off x="0" y="2982262"/>
          <a:ext cx="533400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упровадження новітніх біотехнологій у виробництво.</a:t>
          </a:r>
          <a:endParaRPr lang="uk-UA" sz="2200" kern="1200" dirty="0"/>
        </a:p>
      </dsp:txBody>
      <dsp:txXfrm>
        <a:off x="42722" y="3024984"/>
        <a:ext cx="5248556" cy="78971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D6654-FBDF-4B64-AC63-8FB2F7BDFFDB}">
      <dsp:nvSpPr>
        <dsp:cNvPr id="0" name=""/>
        <dsp:cNvSpPr/>
      </dsp:nvSpPr>
      <dsp:spPr>
        <a:xfrm>
          <a:off x="0" y="250582"/>
          <a:ext cx="533400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проголошення курсу на індустріалізацію</a:t>
          </a:r>
          <a:endParaRPr lang="uk-UA" sz="2100" kern="1200" dirty="0"/>
        </a:p>
      </dsp:txBody>
      <dsp:txXfrm>
        <a:off x="40780" y="291362"/>
        <a:ext cx="5252440" cy="753819"/>
      </dsp:txXfrm>
    </dsp:sp>
    <dsp:sp modelId="{F689EFF9-A04C-490A-8108-500E9787315E}">
      <dsp:nvSpPr>
        <dsp:cNvPr id="0" name=""/>
        <dsp:cNvSpPr/>
      </dsp:nvSpPr>
      <dsp:spPr>
        <a:xfrm>
          <a:off x="0" y="1146442"/>
          <a:ext cx="533400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входження УСРР до складу СРСР</a:t>
          </a:r>
          <a:endParaRPr lang="uk-UA" sz="2100" kern="1200"/>
        </a:p>
      </dsp:txBody>
      <dsp:txXfrm>
        <a:off x="40780" y="1187222"/>
        <a:ext cx="5252440" cy="753819"/>
      </dsp:txXfrm>
    </dsp:sp>
    <dsp:sp modelId="{D4F39D02-E70B-4011-993B-4DC611B7B174}">
      <dsp:nvSpPr>
        <dsp:cNvPr id="0" name=""/>
        <dsp:cNvSpPr/>
      </dsp:nvSpPr>
      <dsp:spPr>
        <a:xfrm>
          <a:off x="0" y="2042302"/>
          <a:ext cx="533400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утворення Української автокефальної православної церкви</a:t>
          </a:r>
          <a:endParaRPr lang="uk-UA" sz="2100" kern="1200"/>
        </a:p>
      </dsp:txBody>
      <dsp:txXfrm>
        <a:off x="40780" y="2083082"/>
        <a:ext cx="5252440" cy="753819"/>
      </dsp:txXfrm>
    </dsp:sp>
    <dsp:sp modelId="{FDEEED94-152E-4C3E-B1D8-B0E6459FC110}">
      <dsp:nvSpPr>
        <dsp:cNvPr id="0" name=""/>
        <dsp:cNvSpPr/>
      </dsp:nvSpPr>
      <dsp:spPr>
        <a:xfrm>
          <a:off x="0" y="2938162"/>
          <a:ext cx="533400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початок політики «коренізації» в УСРР</a:t>
          </a:r>
          <a:endParaRPr lang="uk-UA" sz="2100" kern="1200" dirty="0"/>
        </a:p>
      </dsp:txBody>
      <dsp:txXfrm>
        <a:off x="40780" y="2978942"/>
        <a:ext cx="5252440" cy="75381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E9B5A3-52D4-4449-B895-58BD83C358F2}">
      <dsp:nvSpPr>
        <dsp:cNvPr id="0" name=""/>
        <dsp:cNvSpPr/>
      </dsp:nvSpPr>
      <dsp:spPr>
        <a:xfrm rot="10800000">
          <a:off x="1055730" y="1654"/>
          <a:ext cx="3547110" cy="64914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6254" tIns="114300" rIns="213360" bIns="114300" numCol="1" spcCol="1270" anchor="ctr" anchorCtr="0">
          <a:noAutofit/>
        </a:bodyPr>
        <a:lstStyle/>
        <a:p>
          <a:pPr marL="0" lvl="0" indent="0" algn="ctr" defTabSz="1333500">
            <a:lnSpc>
              <a:spcPct val="90000"/>
            </a:lnSpc>
            <a:spcBef>
              <a:spcPct val="0"/>
            </a:spcBef>
            <a:spcAft>
              <a:spcPct val="35000"/>
            </a:spcAft>
            <a:buNone/>
          </a:pPr>
          <a:r>
            <a:rPr lang="ru-RU" sz="3000" b="0" i="0" kern="1200" dirty="0"/>
            <a:t>1921 р.</a:t>
          </a:r>
          <a:endParaRPr lang="uk-UA" sz="3000" kern="1200" dirty="0"/>
        </a:p>
      </dsp:txBody>
      <dsp:txXfrm rot="10800000">
        <a:off x="1218016" y="1654"/>
        <a:ext cx="3384824" cy="649143"/>
      </dsp:txXfrm>
    </dsp:sp>
    <dsp:sp modelId="{2BDD0E10-9982-42D0-B52F-1576DE4B23AA}">
      <dsp:nvSpPr>
        <dsp:cNvPr id="0" name=""/>
        <dsp:cNvSpPr/>
      </dsp:nvSpPr>
      <dsp:spPr>
        <a:xfrm>
          <a:off x="731159" y="1654"/>
          <a:ext cx="649143" cy="64914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74DCD4-5C96-4101-B0F0-9B2CE4662995}">
      <dsp:nvSpPr>
        <dsp:cNvPr id="0" name=""/>
        <dsp:cNvSpPr/>
      </dsp:nvSpPr>
      <dsp:spPr>
        <a:xfrm rot="10800000">
          <a:off x="1055730" y="844572"/>
          <a:ext cx="3547110" cy="64914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6254" tIns="114300" rIns="213360" bIns="114300" numCol="1" spcCol="1270" anchor="ctr" anchorCtr="0">
          <a:noAutofit/>
        </a:bodyPr>
        <a:lstStyle/>
        <a:p>
          <a:pPr marL="0" lvl="0" indent="0" algn="ctr" defTabSz="1333500">
            <a:lnSpc>
              <a:spcPct val="90000"/>
            </a:lnSpc>
            <a:spcBef>
              <a:spcPct val="0"/>
            </a:spcBef>
            <a:spcAft>
              <a:spcPct val="35000"/>
            </a:spcAft>
            <a:buNone/>
          </a:pPr>
          <a:r>
            <a:rPr lang="ru-RU" sz="3000" b="0" i="0" kern="1200"/>
            <a:t>1922 р.</a:t>
          </a:r>
          <a:endParaRPr lang="uk-UA" sz="3000" kern="1200"/>
        </a:p>
      </dsp:txBody>
      <dsp:txXfrm rot="10800000">
        <a:off x="1218016" y="844572"/>
        <a:ext cx="3384824" cy="649143"/>
      </dsp:txXfrm>
    </dsp:sp>
    <dsp:sp modelId="{BE462FBE-51F8-425E-B35B-1DD4207E3B90}">
      <dsp:nvSpPr>
        <dsp:cNvPr id="0" name=""/>
        <dsp:cNvSpPr/>
      </dsp:nvSpPr>
      <dsp:spPr>
        <a:xfrm>
          <a:off x="731159" y="844572"/>
          <a:ext cx="649143" cy="64914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AF3D1B-C9F2-43B3-8EBC-148414E6548D}">
      <dsp:nvSpPr>
        <dsp:cNvPr id="0" name=""/>
        <dsp:cNvSpPr/>
      </dsp:nvSpPr>
      <dsp:spPr>
        <a:xfrm rot="10800000">
          <a:off x="1055730" y="1687490"/>
          <a:ext cx="3547110" cy="64914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6254" tIns="114300" rIns="213360" bIns="114300" numCol="1" spcCol="1270" anchor="ctr" anchorCtr="0">
          <a:noAutofit/>
        </a:bodyPr>
        <a:lstStyle/>
        <a:p>
          <a:pPr marL="0" lvl="0" indent="0" algn="ctr" defTabSz="1333500">
            <a:lnSpc>
              <a:spcPct val="90000"/>
            </a:lnSpc>
            <a:spcBef>
              <a:spcPct val="0"/>
            </a:spcBef>
            <a:spcAft>
              <a:spcPct val="35000"/>
            </a:spcAft>
            <a:buNone/>
          </a:pPr>
          <a:r>
            <a:rPr lang="ru-RU" sz="3000" b="0" i="0" kern="1200"/>
            <a:t>1923 р.</a:t>
          </a:r>
          <a:endParaRPr lang="uk-UA" sz="3000" kern="1200"/>
        </a:p>
      </dsp:txBody>
      <dsp:txXfrm rot="10800000">
        <a:off x="1218016" y="1687490"/>
        <a:ext cx="3384824" cy="649143"/>
      </dsp:txXfrm>
    </dsp:sp>
    <dsp:sp modelId="{6A360F18-FEDF-4598-9ECE-4AE3A8ABA6A4}">
      <dsp:nvSpPr>
        <dsp:cNvPr id="0" name=""/>
        <dsp:cNvSpPr/>
      </dsp:nvSpPr>
      <dsp:spPr>
        <a:xfrm>
          <a:off x="731159" y="1687490"/>
          <a:ext cx="649143" cy="64914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271F6F-D0A8-49DB-9017-C0B255A55A7A}">
      <dsp:nvSpPr>
        <dsp:cNvPr id="0" name=""/>
        <dsp:cNvSpPr/>
      </dsp:nvSpPr>
      <dsp:spPr>
        <a:xfrm rot="10800000">
          <a:off x="1055730" y="2530408"/>
          <a:ext cx="3547110" cy="64914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6254" tIns="114300" rIns="213360" bIns="114300" numCol="1" spcCol="1270" anchor="ctr" anchorCtr="0">
          <a:noAutofit/>
        </a:bodyPr>
        <a:lstStyle/>
        <a:p>
          <a:pPr marL="0" lvl="0" indent="0" algn="ctr" defTabSz="1333500">
            <a:lnSpc>
              <a:spcPct val="90000"/>
            </a:lnSpc>
            <a:spcBef>
              <a:spcPct val="0"/>
            </a:spcBef>
            <a:spcAft>
              <a:spcPct val="35000"/>
            </a:spcAft>
            <a:buNone/>
          </a:pPr>
          <a:r>
            <a:rPr lang="ru-RU" sz="3000" b="0" i="0" kern="1200"/>
            <a:t>1925 р.</a:t>
          </a:r>
          <a:endParaRPr lang="uk-UA" sz="3000" kern="1200"/>
        </a:p>
      </dsp:txBody>
      <dsp:txXfrm rot="10800000">
        <a:off x="1218016" y="2530408"/>
        <a:ext cx="3384824" cy="649143"/>
      </dsp:txXfrm>
    </dsp:sp>
    <dsp:sp modelId="{5789C4A6-E455-4A04-A9DD-8F8290C155AB}">
      <dsp:nvSpPr>
        <dsp:cNvPr id="0" name=""/>
        <dsp:cNvSpPr/>
      </dsp:nvSpPr>
      <dsp:spPr>
        <a:xfrm>
          <a:off x="731159" y="2530408"/>
          <a:ext cx="649143" cy="64914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AECC32-975E-4ADF-AE3A-906FEBA32B4E}">
      <dsp:nvSpPr>
        <dsp:cNvPr id="0" name=""/>
        <dsp:cNvSpPr/>
      </dsp:nvSpPr>
      <dsp:spPr>
        <a:xfrm rot="10800000">
          <a:off x="1055730" y="3373326"/>
          <a:ext cx="3547110" cy="64914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6254" tIns="114300" rIns="213360" bIns="114300" numCol="1" spcCol="1270" anchor="ctr" anchorCtr="0">
          <a:noAutofit/>
        </a:bodyPr>
        <a:lstStyle/>
        <a:p>
          <a:pPr marL="0" lvl="0" indent="0" algn="ctr" defTabSz="1333500">
            <a:lnSpc>
              <a:spcPct val="90000"/>
            </a:lnSpc>
            <a:spcBef>
              <a:spcPct val="0"/>
            </a:spcBef>
            <a:spcAft>
              <a:spcPct val="35000"/>
            </a:spcAft>
            <a:buNone/>
          </a:pPr>
          <a:r>
            <a:rPr lang="ru-RU" sz="3000" b="0" i="0" kern="1200" dirty="0"/>
            <a:t>1928 р.</a:t>
          </a:r>
          <a:endParaRPr lang="uk-UA" sz="3000" kern="1200" dirty="0"/>
        </a:p>
      </dsp:txBody>
      <dsp:txXfrm rot="10800000">
        <a:off x="1218016" y="3373326"/>
        <a:ext cx="3384824" cy="649143"/>
      </dsp:txXfrm>
    </dsp:sp>
    <dsp:sp modelId="{B067D6DF-A9C5-46E9-8950-672F32476A12}">
      <dsp:nvSpPr>
        <dsp:cNvPr id="0" name=""/>
        <dsp:cNvSpPr/>
      </dsp:nvSpPr>
      <dsp:spPr>
        <a:xfrm>
          <a:off x="731159" y="3373326"/>
          <a:ext cx="649143" cy="64914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1C7F1-6100-40F8-830E-4C2E1833064F}">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dirty="0"/>
            <a:t>Г. </a:t>
          </a:r>
          <a:r>
            <a:rPr lang="ru-RU" sz="3200" b="0" i="0" kern="1200" dirty="0" err="1"/>
            <a:t>Верьовка</a:t>
          </a:r>
          <a:endParaRPr lang="uk-UA" sz="3200" kern="1200" dirty="0"/>
        </a:p>
      </dsp:txBody>
      <dsp:txXfrm rot="10800000">
        <a:off x="1304394" y="248"/>
        <a:ext cx="3341635" cy="821899"/>
      </dsp:txXfrm>
    </dsp:sp>
    <dsp:sp modelId="{61AE014C-66FF-4D67-AEB4-396CB9F8CF0C}">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F163C01-AADE-497B-9A18-75686E977DA3}">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Л. Курбас</a:t>
          </a:r>
          <a:endParaRPr lang="uk-UA" sz="3200" kern="1200"/>
        </a:p>
      </dsp:txBody>
      <dsp:txXfrm rot="10800000">
        <a:off x="1304394" y="1067491"/>
        <a:ext cx="3341635" cy="821899"/>
      </dsp:txXfrm>
    </dsp:sp>
    <dsp:sp modelId="{B6A23129-214E-4046-AEDE-5B9806A6A813}">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FAD60A-A968-4AFD-B45B-9A5C8CED7AE3}">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П. Вірський</a:t>
          </a:r>
          <a:endParaRPr lang="uk-UA" sz="3200" kern="1200"/>
        </a:p>
      </dsp:txBody>
      <dsp:txXfrm rot="10800000">
        <a:off x="1304394" y="2134734"/>
        <a:ext cx="3341635" cy="821899"/>
      </dsp:txXfrm>
    </dsp:sp>
    <dsp:sp modelId="{CD12DCE7-375D-4A9A-9081-82B802E0D4B0}">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487C9C-C855-4B3F-88B8-31A337A90F6A}">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dirty="0"/>
            <a:t>М. </a:t>
          </a:r>
          <a:r>
            <a:rPr lang="ru-RU" sz="3200" b="0" i="0" kern="1200" dirty="0" err="1"/>
            <a:t>Рильський</a:t>
          </a:r>
          <a:endParaRPr lang="uk-UA" sz="3200" kern="1200" dirty="0"/>
        </a:p>
      </dsp:txBody>
      <dsp:txXfrm rot="10800000">
        <a:off x="1304394" y="3201976"/>
        <a:ext cx="3341635" cy="821899"/>
      </dsp:txXfrm>
    </dsp:sp>
    <dsp:sp modelId="{0D17D43C-BA4E-4CFA-92DD-9BF003E083EC}">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BDD678-B091-4458-A849-AD16EE7251CB}">
      <dsp:nvSpPr>
        <dsp:cNvPr id="0" name=""/>
        <dsp:cNvSpPr/>
      </dsp:nvSpPr>
      <dsp:spPr>
        <a:xfrm>
          <a:off x="0" y="491"/>
          <a:ext cx="5334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A2F99E-DDC3-4BC1-9B61-F3E062740EC6}">
      <dsp:nvSpPr>
        <dsp:cNvPr id="0" name=""/>
        <dsp:cNvSpPr/>
      </dsp:nvSpPr>
      <dsp:spPr>
        <a:xfrm>
          <a:off x="0" y="491"/>
          <a:ext cx="5334000" cy="804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dirty="0"/>
            <a:t>актор, режисер, новатор українського театру, керівник мистецького об’єднання «Березіль»</a:t>
          </a:r>
          <a:endParaRPr lang="uk-UA" sz="1600" kern="1200" dirty="0"/>
        </a:p>
      </dsp:txBody>
      <dsp:txXfrm>
        <a:off x="0" y="491"/>
        <a:ext cx="5334000" cy="804628"/>
      </dsp:txXfrm>
    </dsp:sp>
    <dsp:sp modelId="{7273257D-DFE4-4880-8B7F-6EC233423232}">
      <dsp:nvSpPr>
        <dsp:cNvPr id="0" name=""/>
        <dsp:cNvSpPr/>
      </dsp:nvSpPr>
      <dsp:spPr>
        <a:xfrm>
          <a:off x="0" y="805119"/>
          <a:ext cx="5334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CB47D3-FFE1-4482-BFF1-C4EF4D06624B}">
      <dsp:nvSpPr>
        <dsp:cNvPr id="0" name=""/>
        <dsp:cNvSpPr/>
      </dsp:nvSpPr>
      <dsp:spPr>
        <a:xfrm>
          <a:off x="0" y="805119"/>
          <a:ext cx="5334000" cy="804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поет, перекладач, голова Спілки письменників України, директор Інституту мистецтвознавства, фольклору та етнографії АН УРСР</a:t>
          </a:r>
          <a:endParaRPr lang="uk-UA" sz="1600" kern="1200"/>
        </a:p>
      </dsp:txBody>
      <dsp:txXfrm>
        <a:off x="0" y="805119"/>
        <a:ext cx="5334000" cy="804628"/>
      </dsp:txXfrm>
    </dsp:sp>
    <dsp:sp modelId="{0168DCC1-66A5-42B1-9431-39B1D1648227}">
      <dsp:nvSpPr>
        <dsp:cNvPr id="0" name=""/>
        <dsp:cNvSpPr/>
      </dsp:nvSpPr>
      <dsp:spPr>
        <a:xfrm>
          <a:off x="0" y="1609748"/>
          <a:ext cx="5334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A34709-4568-46C7-8B3E-81305A5CBDE9}">
      <dsp:nvSpPr>
        <dsp:cNvPr id="0" name=""/>
        <dsp:cNvSpPr/>
      </dsp:nvSpPr>
      <dsp:spPr>
        <a:xfrm>
          <a:off x="0" y="1609748"/>
          <a:ext cx="5334000" cy="804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танцівник, хореограф, балетмейстер, організатор і художній керівник Ансамблю танцю УРСР</a:t>
          </a:r>
          <a:endParaRPr lang="uk-UA" sz="1600" kern="1200"/>
        </a:p>
      </dsp:txBody>
      <dsp:txXfrm>
        <a:off x="0" y="1609748"/>
        <a:ext cx="5334000" cy="804628"/>
      </dsp:txXfrm>
    </dsp:sp>
    <dsp:sp modelId="{486AB895-CCC3-41B2-96B4-4BBE23753A98}">
      <dsp:nvSpPr>
        <dsp:cNvPr id="0" name=""/>
        <dsp:cNvSpPr/>
      </dsp:nvSpPr>
      <dsp:spPr>
        <a:xfrm>
          <a:off x="0" y="2414376"/>
          <a:ext cx="5334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DACBF6-D174-4436-B8A7-0E5ADC156366}">
      <dsp:nvSpPr>
        <dsp:cNvPr id="0" name=""/>
        <dsp:cNvSpPr/>
      </dsp:nvSpPr>
      <dsp:spPr>
        <a:xfrm>
          <a:off x="0" y="2414376"/>
          <a:ext cx="5334000" cy="804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митець-монументаліст, графік, фундатор новаторської художньої школи в українському мистецтві 1920-х рр.</a:t>
          </a:r>
          <a:endParaRPr lang="uk-UA" sz="1600" kern="1200"/>
        </a:p>
      </dsp:txBody>
      <dsp:txXfrm>
        <a:off x="0" y="2414376"/>
        <a:ext cx="5334000" cy="804628"/>
      </dsp:txXfrm>
    </dsp:sp>
    <dsp:sp modelId="{EF6C725D-0270-461C-AAF2-0322B8C377CB}">
      <dsp:nvSpPr>
        <dsp:cNvPr id="0" name=""/>
        <dsp:cNvSpPr/>
      </dsp:nvSpPr>
      <dsp:spPr>
        <a:xfrm>
          <a:off x="0" y="3219005"/>
          <a:ext cx="5334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7E5767-8B11-4763-A712-480CD9C7B391}">
      <dsp:nvSpPr>
        <dsp:cNvPr id="0" name=""/>
        <dsp:cNvSpPr/>
      </dsp:nvSpPr>
      <dsp:spPr>
        <a:xfrm>
          <a:off x="0" y="3219005"/>
          <a:ext cx="5334000" cy="804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dirty="0"/>
            <a:t>композитор, диригент, педагог, організатор і художній керівник Українського державного народного хору</a:t>
          </a:r>
          <a:endParaRPr lang="uk-UA" sz="1600" kern="1200" dirty="0"/>
        </a:p>
      </dsp:txBody>
      <dsp:txXfrm>
        <a:off x="0" y="3219005"/>
        <a:ext cx="5334000" cy="80462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25092-6332-4137-986E-51309D2C9DAB}">
      <dsp:nvSpPr>
        <dsp:cNvPr id="0" name=""/>
        <dsp:cNvSpPr/>
      </dsp:nvSpPr>
      <dsp:spPr>
        <a:xfrm rot="10800000">
          <a:off x="1098919" y="248"/>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dirty="0" err="1"/>
            <a:t>запровадження</a:t>
          </a:r>
          <a:r>
            <a:rPr lang="ru-RU" sz="1600" b="0" i="0" kern="1200" dirty="0"/>
            <a:t> </a:t>
          </a:r>
          <a:r>
            <a:rPr lang="ru-RU" sz="1600" b="0" i="0" kern="1200" dirty="0" err="1"/>
            <a:t>національної</a:t>
          </a:r>
          <a:r>
            <a:rPr lang="ru-RU" sz="1600" b="0" i="0" kern="1200" dirty="0"/>
            <a:t> </a:t>
          </a:r>
          <a:r>
            <a:rPr lang="ru-RU" sz="1600" b="0" i="0" kern="1200" dirty="0" err="1"/>
            <a:t>валюти</a:t>
          </a:r>
          <a:r>
            <a:rPr lang="ru-RU" sz="1600" b="0" i="0" kern="1200" dirty="0"/>
            <a:t> – </a:t>
          </a:r>
          <a:r>
            <a:rPr lang="ru-RU" sz="1600" b="0" i="0" kern="1200" dirty="0" err="1"/>
            <a:t>гривні</a:t>
          </a:r>
          <a:endParaRPr lang="uk-UA" sz="1600" kern="1200" dirty="0"/>
        </a:p>
      </dsp:txBody>
      <dsp:txXfrm rot="10800000">
        <a:off x="1304394" y="248"/>
        <a:ext cx="3341635" cy="821899"/>
      </dsp:txXfrm>
    </dsp:sp>
    <dsp:sp modelId="{F3DB3F1B-C986-4C3E-9E9B-B7B55C5A4631}">
      <dsp:nvSpPr>
        <dsp:cNvPr id="0" name=""/>
        <dsp:cNvSpPr/>
      </dsp:nvSpPr>
      <dsp:spPr>
        <a:xfrm>
          <a:off x="687970" y="248"/>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56B1594-73ED-41AB-B630-A06F4B50FBFB}">
      <dsp:nvSpPr>
        <dsp:cNvPr id="0" name=""/>
        <dsp:cNvSpPr/>
      </dsp:nvSpPr>
      <dsp:spPr>
        <a:xfrm rot="10800000">
          <a:off x="1098919" y="1067491"/>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«Помаранчева революція»</a:t>
          </a:r>
          <a:endParaRPr lang="uk-UA" sz="1600" kern="1200"/>
        </a:p>
      </dsp:txBody>
      <dsp:txXfrm rot="10800000">
        <a:off x="1304394" y="1067491"/>
        <a:ext cx="3341635" cy="821899"/>
      </dsp:txXfrm>
    </dsp:sp>
    <dsp:sp modelId="{D2BCB358-6245-4AE2-84F5-A9386AACC429}">
      <dsp:nvSpPr>
        <dsp:cNvPr id="0" name=""/>
        <dsp:cNvSpPr/>
      </dsp:nvSpPr>
      <dsp:spPr>
        <a:xfrm>
          <a:off x="687970" y="1067491"/>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D8B5B0-2E9F-4C12-9723-E0DF360727C7}">
      <dsp:nvSpPr>
        <dsp:cNvPr id="0" name=""/>
        <dsp:cNvSpPr/>
      </dsp:nvSpPr>
      <dsp:spPr>
        <a:xfrm rot="10800000">
          <a:off x="1098919" y="2134734"/>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проведення першого Всеукраїнського референдуму</a:t>
          </a:r>
          <a:endParaRPr lang="uk-UA" sz="1600" kern="1200"/>
        </a:p>
      </dsp:txBody>
      <dsp:txXfrm rot="10800000">
        <a:off x="1304394" y="2134734"/>
        <a:ext cx="3341635" cy="821899"/>
      </dsp:txXfrm>
    </dsp:sp>
    <dsp:sp modelId="{EB98544F-3D7F-4173-90E9-137716AFB6F5}">
      <dsp:nvSpPr>
        <dsp:cNvPr id="0" name=""/>
        <dsp:cNvSpPr/>
      </dsp:nvSpPr>
      <dsp:spPr>
        <a:xfrm>
          <a:off x="687970" y="2134734"/>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F6E546-8C55-4159-843A-01B6B907DA52}">
      <dsp:nvSpPr>
        <dsp:cNvPr id="0" name=""/>
        <dsp:cNvSpPr/>
      </dsp:nvSpPr>
      <dsp:spPr>
        <a:xfrm rot="10800000">
          <a:off x="1098919" y="3201976"/>
          <a:ext cx="3547110" cy="82189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2435"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dirty="0" err="1"/>
            <a:t>проведення</a:t>
          </a:r>
          <a:r>
            <a:rPr lang="ru-RU" sz="1600" b="0" i="0" kern="1200" dirty="0"/>
            <a:t> </a:t>
          </a:r>
          <a:r>
            <a:rPr lang="ru-RU" sz="1600" b="0" i="0" kern="1200" dirty="0" err="1"/>
            <a:t>перших</a:t>
          </a:r>
          <a:r>
            <a:rPr lang="ru-RU" sz="1600" b="0" i="0" kern="1200" dirty="0"/>
            <a:t> </a:t>
          </a:r>
          <a:r>
            <a:rPr lang="ru-RU" sz="1600" b="0" i="0" kern="1200" dirty="0" err="1"/>
            <a:t>альтернативних</a:t>
          </a:r>
          <a:r>
            <a:rPr lang="ru-RU" sz="1600" b="0" i="0" kern="1200" dirty="0"/>
            <a:t> </a:t>
          </a:r>
          <a:r>
            <a:rPr lang="ru-RU" sz="1600" b="0" i="0" kern="1200" dirty="0" err="1"/>
            <a:t>виборів</a:t>
          </a:r>
          <a:r>
            <a:rPr lang="ru-RU" sz="1600" b="0" i="0" kern="1200" dirty="0"/>
            <a:t> до </a:t>
          </a:r>
          <a:r>
            <a:rPr lang="ru-RU" sz="1600" b="0" i="0" kern="1200" dirty="0" err="1"/>
            <a:t>Верховної</a:t>
          </a:r>
          <a:r>
            <a:rPr lang="ru-RU" sz="1600" b="0" i="0" kern="1200" dirty="0"/>
            <a:t> Ради УРСР</a:t>
          </a:r>
          <a:endParaRPr lang="uk-UA" sz="1600" kern="1200" dirty="0"/>
        </a:p>
      </dsp:txBody>
      <dsp:txXfrm rot="10800000">
        <a:off x="1304394" y="3201976"/>
        <a:ext cx="3341635" cy="821899"/>
      </dsp:txXfrm>
    </dsp:sp>
    <dsp:sp modelId="{18483198-D1D0-4764-BE47-63347F56400A}">
      <dsp:nvSpPr>
        <dsp:cNvPr id="0" name=""/>
        <dsp:cNvSpPr/>
      </dsp:nvSpPr>
      <dsp:spPr>
        <a:xfrm>
          <a:off x="687970" y="3201976"/>
          <a:ext cx="821899" cy="82189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DC77B-0ECB-4378-9938-0BF32D3A3E86}">
      <dsp:nvSpPr>
        <dsp:cNvPr id="0" name=""/>
        <dsp:cNvSpPr/>
      </dsp:nvSpPr>
      <dsp:spPr>
        <a:xfrm>
          <a:off x="0" y="1307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обрання Президентом України В. Ющенка</a:t>
          </a:r>
          <a:endParaRPr lang="uk-UA" sz="1900" kern="1200" dirty="0"/>
        </a:p>
      </dsp:txBody>
      <dsp:txXfrm>
        <a:off x="36896" y="49968"/>
        <a:ext cx="5260208" cy="682028"/>
      </dsp:txXfrm>
    </dsp:sp>
    <dsp:sp modelId="{9DE61E8E-ED33-4587-B045-3E631B6C0BA9}">
      <dsp:nvSpPr>
        <dsp:cNvPr id="0" name=""/>
        <dsp:cNvSpPr/>
      </dsp:nvSpPr>
      <dsp:spPr>
        <a:xfrm>
          <a:off x="0" y="82361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створення передумов до виходу держави з економічної кризи</a:t>
          </a:r>
          <a:endParaRPr lang="uk-UA" sz="1900" kern="1200"/>
        </a:p>
      </dsp:txBody>
      <dsp:txXfrm>
        <a:off x="36896" y="860508"/>
        <a:ext cx="5260208" cy="682028"/>
      </dsp:txXfrm>
    </dsp:sp>
    <dsp:sp modelId="{343B227D-9773-48DD-8496-D9FA7B3E1AA9}">
      <dsp:nvSpPr>
        <dsp:cNvPr id="0" name=""/>
        <dsp:cNvSpPr/>
      </dsp:nvSpPr>
      <dsp:spPr>
        <a:xfrm>
          <a:off x="0" y="163415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виникнення парламентської опозиції</a:t>
          </a:r>
          <a:endParaRPr lang="uk-UA" sz="1900" kern="1200"/>
        </a:p>
      </dsp:txBody>
      <dsp:txXfrm>
        <a:off x="36896" y="1671048"/>
        <a:ext cx="5260208" cy="682028"/>
      </dsp:txXfrm>
    </dsp:sp>
    <dsp:sp modelId="{149A6B4E-1456-450F-85C9-5F20EBF7F6B2}">
      <dsp:nvSpPr>
        <dsp:cNvPr id="0" name=""/>
        <dsp:cNvSpPr/>
      </dsp:nvSpPr>
      <dsp:spPr>
        <a:xfrm>
          <a:off x="0" y="244469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припинення існування Союзу Радянських Соціалістичних Республік</a:t>
          </a:r>
          <a:endParaRPr lang="uk-UA" sz="1900" kern="1200"/>
        </a:p>
      </dsp:txBody>
      <dsp:txXfrm>
        <a:off x="36896" y="2481588"/>
        <a:ext cx="5260208" cy="682028"/>
      </dsp:txXfrm>
    </dsp:sp>
    <dsp:sp modelId="{01674E74-1FC4-466F-BD97-8C5586809A03}">
      <dsp:nvSpPr>
        <dsp:cNvPr id="0" name=""/>
        <dsp:cNvSpPr/>
      </dsp:nvSpPr>
      <dsp:spPr>
        <a:xfrm>
          <a:off x="0" y="3255232"/>
          <a:ext cx="533400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створення Автономної Республіки Крим</a:t>
          </a:r>
          <a:endParaRPr lang="uk-UA" sz="1900" kern="1200" dirty="0"/>
        </a:p>
      </dsp:txBody>
      <dsp:txXfrm>
        <a:off x="36896" y="3292128"/>
        <a:ext cx="5260208" cy="68202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E9A0BD-30AF-4225-BB63-C7D9B7AB27B4}">
      <dsp:nvSpPr>
        <dsp:cNvPr id="0" name=""/>
        <dsp:cNvSpPr/>
      </dsp:nvSpPr>
      <dsp:spPr>
        <a:xfrm>
          <a:off x="0" y="163642"/>
          <a:ext cx="5334000" cy="18181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«…У сій хвилі представники українського народу в Галичині всіх політичних напрямів, яких об’єднує один національний ідеал, зібралися в Головну Українську Раду…»</a:t>
          </a:r>
          <a:endParaRPr lang="uk-UA" sz="2100" kern="1200" dirty="0"/>
        </a:p>
      </dsp:txBody>
      <dsp:txXfrm>
        <a:off x="88756" y="252398"/>
        <a:ext cx="5156488" cy="1640667"/>
      </dsp:txXfrm>
    </dsp:sp>
    <dsp:sp modelId="{0AF3A0F6-D011-49AF-B042-0B2B54606489}">
      <dsp:nvSpPr>
        <dsp:cNvPr id="0" name=""/>
        <dsp:cNvSpPr/>
      </dsp:nvSpPr>
      <dsp:spPr>
        <a:xfrm>
          <a:off x="0" y="2042302"/>
          <a:ext cx="5334000" cy="18181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«Цього дня Українська Національна Рада перейняла на себе владу в столичнім місті Львові й на цілій території Української Держави…»</a:t>
          </a:r>
          <a:endParaRPr lang="uk-UA" sz="2100" kern="1200" dirty="0"/>
        </a:p>
      </dsp:txBody>
      <dsp:txXfrm>
        <a:off x="88756" y="2131058"/>
        <a:ext cx="5156488" cy="164066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A8197B-11E9-4B56-95A5-A35DFC915D75}">
      <dsp:nvSpPr>
        <dsp:cNvPr id="0" name=""/>
        <dsp:cNvSpPr/>
      </dsp:nvSpPr>
      <dsp:spPr>
        <a:xfrm>
          <a:off x="0" y="344002"/>
          <a:ext cx="5334000" cy="164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«Київ залишений був напризволяще… більшовицькі війська, тоді ще більше схожі на банди, незабаром змусили кошмаром своєї «діяльності» забути кошмар і жах дев’ятиденного бомбардування…»</a:t>
          </a:r>
          <a:endParaRPr lang="uk-UA" sz="1600" kern="1200" dirty="0"/>
        </a:p>
      </dsp:txBody>
      <dsp:txXfrm>
        <a:off x="80303" y="424305"/>
        <a:ext cx="5173394" cy="1484414"/>
      </dsp:txXfrm>
    </dsp:sp>
    <dsp:sp modelId="{14042D10-00DE-458C-AB7B-8FA81897DB2C}">
      <dsp:nvSpPr>
        <dsp:cNvPr id="0" name=""/>
        <dsp:cNvSpPr/>
      </dsp:nvSpPr>
      <dsp:spPr>
        <a:xfrm>
          <a:off x="0" y="2035102"/>
          <a:ext cx="5334000" cy="164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«На цій історичній площі столичного міста Києва стоїмо… ми, український народ західноукраїнських земель.., будучи однією кров’ю… з усім народом Української Народної Республіки, хочемо й бажаємо відновити національну державну єдність нашого народу...»</a:t>
          </a:r>
          <a:endParaRPr lang="uk-UA" sz="1600" kern="1200" dirty="0"/>
        </a:p>
      </dsp:txBody>
      <dsp:txXfrm>
        <a:off x="80303" y="2115405"/>
        <a:ext cx="5173394" cy="148441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9E087-FCE7-4D8D-8B29-69A799EF749A}">
      <dsp:nvSpPr>
        <dsp:cNvPr id="0" name=""/>
        <dsp:cNvSpPr/>
      </dsp:nvSpPr>
      <dsp:spPr>
        <a:xfrm>
          <a:off x="0" y="108045"/>
          <a:ext cx="5334000" cy="11752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ru-RU" sz="4900" b="0" i="0" kern="1200" dirty="0"/>
            <a:t>М. </a:t>
          </a:r>
          <a:r>
            <a:rPr lang="ru-RU" sz="4900" b="0" i="0" kern="1200" dirty="0" err="1"/>
            <a:t>Міхновський</a:t>
          </a:r>
          <a:endParaRPr lang="uk-UA" sz="4900" kern="1200" dirty="0"/>
        </a:p>
      </dsp:txBody>
      <dsp:txXfrm>
        <a:off x="57372" y="165417"/>
        <a:ext cx="5219256" cy="1060520"/>
      </dsp:txXfrm>
    </dsp:sp>
    <dsp:sp modelId="{45BD45A7-901E-40AC-8FE4-4C826C9252ED}">
      <dsp:nvSpPr>
        <dsp:cNvPr id="0" name=""/>
        <dsp:cNvSpPr/>
      </dsp:nvSpPr>
      <dsp:spPr>
        <a:xfrm>
          <a:off x="0" y="1424430"/>
          <a:ext cx="5334000" cy="11752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ru-RU" sz="4900" b="0" i="0" kern="1200" dirty="0"/>
            <a:t>А. Волошин</a:t>
          </a:r>
          <a:endParaRPr lang="uk-UA" sz="4900" kern="1200" dirty="0"/>
        </a:p>
      </dsp:txBody>
      <dsp:txXfrm>
        <a:off x="57372" y="1481802"/>
        <a:ext cx="5219256" cy="1060520"/>
      </dsp:txXfrm>
    </dsp:sp>
    <dsp:sp modelId="{C50512B1-D85E-4A75-AE8B-F222C66D2B62}">
      <dsp:nvSpPr>
        <dsp:cNvPr id="0" name=""/>
        <dsp:cNvSpPr/>
      </dsp:nvSpPr>
      <dsp:spPr>
        <a:xfrm>
          <a:off x="0" y="2740814"/>
          <a:ext cx="5334000" cy="11752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ru-RU" sz="4900" b="0" i="0" kern="1200" dirty="0"/>
            <a:t>Х. </a:t>
          </a:r>
          <a:r>
            <a:rPr lang="ru-RU" sz="4900" b="0" i="0" kern="1200" dirty="0" err="1"/>
            <a:t>Раковський</a:t>
          </a:r>
          <a:endParaRPr lang="uk-UA" sz="4900" kern="1200" dirty="0"/>
        </a:p>
      </dsp:txBody>
      <dsp:txXfrm>
        <a:off x="57372" y="2798186"/>
        <a:ext cx="5219256" cy="106052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17B7EB-1A9F-4E7D-BED3-7F7A318E7716}">
      <dsp:nvSpPr>
        <dsp:cNvPr id="0" name=""/>
        <dsp:cNvSpPr/>
      </dsp:nvSpPr>
      <dsp:spPr>
        <a:xfrm>
          <a:off x="0" y="2504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ru-RU" sz="3800" b="0" i="0" kern="1200" dirty="0"/>
            <a:t>Д. </a:t>
          </a:r>
          <a:r>
            <a:rPr lang="ru-RU" sz="3800" b="0" i="0" kern="1200" dirty="0" err="1"/>
            <a:t>Вітовський</a:t>
          </a:r>
          <a:endParaRPr lang="uk-UA" sz="3800" kern="1200" dirty="0"/>
        </a:p>
      </dsp:txBody>
      <dsp:txXfrm>
        <a:off x="44492" y="69534"/>
        <a:ext cx="5245016" cy="822446"/>
      </dsp:txXfrm>
    </dsp:sp>
    <dsp:sp modelId="{A843CB49-1898-4920-849B-F7B92135A7C7}">
      <dsp:nvSpPr>
        <dsp:cNvPr id="0" name=""/>
        <dsp:cNvSpPr/>
      </dsp:nvSpPr>
      <dsp:spPr>
        <a:xfrm>
          <a:off x="0" y="104591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ru-RU" sz="3800" b="0" i="0" kern="1200" dirty="0"/>
            <a:t>Є. Петрушевич</a:t>
          </a:r>
          <a:endParaRPr lang="uk-UA" sz="3800" kern="1200" dirty="0"/>
        </a:p>
      </dsp:txBody>
      <dsp:txXfrm>
        <a:off x="44492" y="1090404"/>
        <a:ext cx="5245016" cy="822446"/>
      </dsp:txXfrm>
    </dsp:sp>
    <dsp:sp modelId="{64B02BA4-ACFF-41CF-9426-4DF9A289C021}">
      <dsp:nvSpPr>
        <dsp:cNvPr id="0" name=""/>
        <dsp:cNvSpPr/>
      </dsp:nvSpPr>
      <dsp:spPr>
        <a:xfrm>
          <a:off x="0" y="206678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ru-RU" sz="3800" b="0" i="0" kern="1200"/>
            <a:t>В. Липківський</a:t>
          </a:r>
          <a:endParaRPr lang="uk-UA" sz="3800" kern="1200"/>
        </a:p>
      </dsp:txBody>
      <dsp:txXfrm>
        <a:off x="44492" y="2111274"/>
        <a:ext cx="5245016" cy="822446"/>
      </dsp:txXfrm>
    </dsp:sp>
    <dsp:sp modelId="{28C22EF4-9147-4ED2-9E63-104EFEDF271A}">
      <dsp:nvSpPr>
        <dsp:cNvPr id="0" name=""/>
        <dsp:cNvSpPr/>
      </dsp:nvSpPr>
      <dsp:spPr>
        <a:xfrm>
          <a:off x="0" y="3087652"/>
          <a:ext cx="533400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ru-RU" sz="3800" b="0" i="0" kern="1200" dirty="0"/>
            <a:t>К. </a:t>
          </a:r>
          <a:r>
            <a:rPr lang="ru-RU" sz="3800" b="0" i="0" kern="1200" dirty="0" err="1"/>
            <a:t>Левицький</a:t>
          </a:r>
          <a:endParaRPr lang="uk-UA" sz="3800" kern="1200" dirty="0"/>
        </a:p>
      </dsp:txBody>
      <dsp:txXfrm>
        <a:off x="44492" y="3132144"/>
        <a:ext cx="5245016" cy="822446"/>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D9020-CB0E-40FA-BF97-A46413FC6C32}">
      <dsp:nvSpPr>
        <dsp:cNvPr id="0" name=""/>
        <dsp:cNvSpPr/>
      </dsp:nvSpPr>
      <dsp:spPr>
        <a:xfrm>
          <a:off x="0" y="135562"/>
          <a:ext cx="5334000"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поява концепції «розвиненого соціалізму»</a:t>
          </a:r>
          <a:endParaRPr lang="uk-UA" sz="3000" kern="1200" dirty="0"/>
        </a:p>
      </dsp:txBody>
      <dsp:txXfrm>
        <a:off x="58257" y="193819"/>
        <a:ext cx="5217486" cy="1076886"/>
      </dsp:txXfrm>
    </dsp:sp>
    <dsp:sp modelId="{BCE62BBD-5579-4476-873A-2E98A5A2BF5B}">
      <dsp:nvSpPr>
        <dsp:cNvPr id="0" name=""/>
        <dsp:cNvSpPr/>
      </dsp:nvSpPr>
      <dsp:spPr>
        <a:xfrm>
          <a:off x="0" y="1415362"/>
          <a:ext cx="5334000"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стрімка русифікація середньої та вищої освіти</a:t>
          </a:r>
          <a:endParaRPr lang="uk-UA" sz="3000" kern="1200" dirty="0"/>
        </a:p>
      </dsp:txBody>
      <dsp:txXfrm>
        <a:off x="58257" y="1473619"/>
        <a:ext cx="5217486" cy="1076886"/>
      </dsp:txXfrm>
    </dsp:sp>
    <dsp:sp modelId="{F0AA4EF0-07F9-4F6D-B68E-610A9CC54715}">
      <dsp:nvSpPr>
        <dsp:cNvPr id="0" name=""/>
        <dsp:cNvSpPr/>
      </dsp:nvSpPr>
      <dsp:spPr>
        <a:xfrm>
          <a:off x="0" y="2695162"/>
          <a:ext cx="5334000" cy="1193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проведення політики десталінізації</a:t>
          </a:r>
          <a:endParaRPr lang="uk-UA" sz="3000" kern="1200" dirty="0"/>
        </a:p>
      </dsp:txBody>
      <dsp:txXfrm>
        <a:off x="58257" y="2753419"/>
        <a:ext cx="5217486" cy="107688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89592-11D1-442D-97CD-0A655C0460E7}">
      <dsp:nvSpPr>
        <dsp:cNvPr id="0" name=""/>
        <dsp:cNvSpPr/>
      </dsp:nvSpPr>
      <dsp:spPr>
        <a:xfrm>
          <a:off x="0" y="8282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посилення репресій проти інакомислячих</a:t>
          </a:r>
          <a:endParaRPr lang="uk-UA" sz="2300" kern="1200" dirty="0"/>
        </a:p>
      </dsp:txBody>
      <dsp:txXfrm>
        <a:off x="44664" y="127486"/>
        <a:ext cx="5244672" cy="825612"/>
      </dsp:txXfrm>
    </dsp:sp>
    <dsp:sp modelId="{B08A86EE-60D9-4254-A914-4644FE3D8316}">
      <dsp:nvSpPr>
        <dsp:cNvPr id="0" name=""/>
        <dsp:cNvSpPr/>
      </dsp:nvSpPr>
      <dsp:spPr>
        <a:xfrm>
          <a:off x="0" y="106400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формування багатопартійності</a:t>
          </a:r>
          <a:endParaRPr lang="uk-UA" sz="2300" kern="1200"/>
        </a:p>
      </dsp:txBody>
      <dsp:txXfrm>
        <a:off x="44664" y="1108666"/>
        <a:ext cx="5244672" cy="825612"/>
      </dsp:txXfrm>
    </dsp:sp>
    <dsp:sp modelId="{3B0D7202-C51B-46A2-96DB-7CF98940C2A8}">
      <dsp:nvSpPr>
        <dsp:cNvPr id="0" name=""/>
        <dsp:cNvSpPr/>
      </dsp:nvSpPr>
      <dsp:spPr>
        <a:xfrm>
          <a:off x="0" y="204518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започаткування масового страйкового руху</a:t>
          </a:r>
          <a:endParaRPr lang="uk-UA" sz="2300" kern="1200"/>
        </a:p>
      </dsp:txBody>
      <dsp:txXfrm>
        <a:off x="44664" y="2089846"/>
        <a:ext cx="5244672" cy="825612"/>
      </dsp:txXfrm>
    </dsp:sp>
    <dsp:sp modelId="{C7B8C6E9-C390-432F-B958-76CF10EF46B3}">
      <dsp:nvSpPr>
        <dsp:cNvPr id="0" name=""/>
        <dsp:cNvSpPr/>
      </dsp:nvSpPr>
      <dsp:spPr>
        <a:xfrm>
          <a:off x="0" y="3026362"/>
          <a:ext cx="533400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придушення повстань політв’язнів ГУЛАГу</a:t>
          </a:r>
          <a:endParaRPr lang="uk-UA" sz="2300" kern="1200" dirty="0"/>
        </a:p>
      </dsp:txBody>
      <dsp:txXfrm>
        <a:off x="44664" y="3071026"/>
        <a:ext cx="5244672" cy="82561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A2B2AC-C4A2-45D0-AF97-442255DC592C}">
      <dsp:nvSpPr>
        <dsp:cNvPr id="0" name=""/>
        <dsp:cNvSpPr/>
      </dsp:nvSpPr>
      <dsp:spPr>
        <a:xfrm>
          <a:off x="0" y="286492"/>
          <a:ext cx="53340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Аскольда.</a:t>
          </a:r>
          <a:endParaRPr lang="uk-UA" sz="3300" kern="1200" dirty="0"/>
        </a:p>
      </dsp:txBody>
      <dsp:txXfrm>
        <a:off x="38638" y="325130"/>
        <a:ext cx="5256724" cy="714229"/>
      </dsp:txXfrm>
    </dsp:sp>
    <dsp:sp modelId="{5DB255D2-8174-4DBC-ACDC-AD7DBE0EF7F2}">
      <dsp:nvSpPr>
        <dsp:cNvPr id="0" name=""/>
        <dsp:cNvSpPr/>
      </dsp:nvSpPr>
      <dsp:spPr>
        <a:xfrm>
          <a:off x="0" y="1173037"/>
          <a:ext cx="53340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Олега.</a:t>
          </a:r>
          <a:endParaRPr lang="uk-UA" sz="3300" kern="1200" dirty="0"/>
        </a:p>
      </dsp:txBody>
      <dsp:txXfrm>
        <a:off x="38638" y="1211675"/>
        <a:ext cx="5256724" cy="714229"/>
      </dsp:txXfrm>
    </dsp:sp>
    <dsp:sp modelId="{E5A3046C-0E6F-41FD-9A19-E2CDCEFA9B0B}">
      <dsp:nvSpPr>
        <dsp:cNvPr id="0" name=""/>
        <dsp:cNvSpPr/>
      </dsp:nvSpPr>
      <dsp:spPr>
        <a:xfrm>
          <a:off x="0" y="2059582"/>
          <a:ext cx="53340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Володимира Великого.</a:t>
          </a:r>
          <a:endParaRPr lang="uk-UA" sz="3300" kern="1200"/>
        </a:p>
      </dsp:txBody>
      <dsp:txXfrm>
        <a:off x="38638" y="2098220"/>
        <a:ext cx="5256724" cy="714229"/>
      </dsp:txXfrm>
    </dsp:sp>
    <dsp:sp modelId="{AF85E0F6-4FFA-4F73-B1B1-8DFC1F64DE01}">
      <dsp:nvSpPr>
        <dsp:cNvPr id="0" name=""/>
        <dsp:cNvSpPr/>
      </dsp:nvSpPr>
      <dsp:spPr>
        <a:xfrm>
          <a:off x="0" y="2946127"/>
          <a:ext cx="533400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Ярослава Мудрого.</a:t>
          </a:r>
          <a:endParaRPr lang="uk-UA" sz="3300" kern="1200" dirty="0"/>
        </a:p>
      </dsp:txBody>
      <dsp:txXfrm>
        <a:off x="38638" y="2984765"/>
        <a:ext cx="5256724" cy="71422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05419-88F1-41D6-8438-C5A5BB913F9F}">
      <dsp:nvSpPr>
        <dsp:cNvPr id="0" name=""/>
        <dsp:cNvSpPr/>
      </dsp:nvSpPr>
      <dsp:spPr>
        <a:xfrm>
          <a:off x="654937" y="0"/>
          <a:ext cx="4024125" cy="402412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D0436F-B221-4DD2-B1CD-977A72E63688}">
      <dsp:nvSpPr>
        <dsp:cNvPr id="0" name=""/>
        <dsp:cNvSpPr/>
      </dsp:nvSpPr>
      <dsp:spPr>
        <a:xfrm>
          <a:off x="1037229" y="382291"/>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1054 р.</a:t>
          </a:r>
          <a:endParaRPr lang="uk-UA" sz="3900" kern="1200" dirty="0"/>
        </a:p>
      </dsp:txBody>
      <dsp:txXfrm>
        <a:off x="1113841" y="458903"/>
        <a:ext cx="1416184" cy="1416184"/>
      </dsp:txXfrm>
    </dsp:sp>
    <dsp:sp modelId="{A65AB9DC-D68B-4A48-A73D-C06FDA2A3C29}">
      <dsp:nvSpPr>
        <dsp:cNvPr id="0" name=""/>
        <dsp:cNvSpPr/>
      </dsp:nvSpPr>
      <dsp:spPr>
        <a:xfrm>
          <a:off x="2727361" y="382291"/>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1097 р.</a:t>
          </a:r>
          <a:endParaRPr lang="uk-UA" sz="3900" kern="1200" dirty="0"/>
        </a:p>
      </dsp:txBody>
      <dsp:txXfrm>
        <a:off x="2803973" y="458903"/>
        <a:ext cx="1416184" cy="1416184"/>
      </dsp:txXfrm>
    </dsp:sp>
    <dsp:sp modelId="{77122552-5DE7-4968-B3BF-080A106C8923}">
      <dsp:nvSpPr>
        <dsp:cNvPr id="0" name=""/>
        <dsp:cNvSpPr/>
      </dsp:nvSpPr>
      <dsp:spPr>
        <a:xfrm>
          <a:off x="1037229" y="2072424"/>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a:t>1113 р.</a:t>
          </a:r>
          <a:endParaRPr lang="uk-UA" sz="3900" kern="1200"/>
        </a:p>
      </dsp:txBody>
      <dsp:txXfrm>
        <a:off x="1113841" y="2149036"/>
        <a:ext cx="1416184" cy="1416184"/>
      </dsp:txXfrm>
    </dsp:sp>
    <dsp:sp modelId="{0D05EBB5-DCB7-4439-AD1B-0AFE50EF79BA}">
      <dsp:nvSpPr>
        <dsp:cNvPr id="0" name=""/>
        <dsp:cNvSpPr/>
      </dsp:nvSpPr>
      <dsp:spPr>
        <a:xfrm>
          <a:off x="2727361" y="2072424"/>
          <a:ext cx="1569408" cy="15694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ru-RU" sz="3900" b="0" i="0" kern="1200" dirty="0"/>
            <a:t>1199 р.</a:t>
          </a:r>
          <a:endParaRPr lang="uk-UA" sz="3900" kern="1200" dirty="0"/>
        </a:p>
      </dsp:txBody>
      <dsp:txXfrm>
        <a:off x="2803973" y="2149036"/>
        <a:ext cx="1416184" cy="14161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90EA46D-84CA-4ECB-9423-CD935ED34FEA}" type="datetimeFigureOut">
              <a:rPr lang="uk-UA" smtClean="0"/>
              <a:t>12.04.2025</a:t>
            </a:fld>
            <a:endParaRPr lang="uk-UA"/>
          </a:p>
        </p:txBody>
      </p:sp>
      <p:sp>
        <p:nvSpPr>
          <p:cNvPr id="5" name="Footer Placeholder 4"/>
          <p:cNvSpPr>
            <a:spLocks noGrp="1"/>
          </p:cNvSpPr>
          <p:nvPr>
            <p:ph type="ftr" sz="quarter" idx="11"/>
          </p:nvPr>
        </p:nvSpPr>
        <p:spPr>
          <a:xfrm>
            <a:off x="1371600" y="4323845"/>
            <a:ext cx="6400800" cy="365125"/>
          </a:xfrm>
        </p:spPr>
        <p:txBody>
          <a:bodyPr/>
          <a:lstStyle/>
          <a:p>
            <a:endParaRPr lang="uk-UA"/>
          </a:p>
        </p:txBody>
      </p:sp>
      <p:sp>
        <p:nvSpPr>
          <p:cNvPr id="6" name="Slide Number Placeholder 5"/>
          <p:cNvSpPr>
            <a:spLocks noGrp="1"/>
          </p:cNvSpPr>
          <p:nvPr>
            <p:ph type="sldNum" sz="quarter" idx="12"/>
          </p:nvPr>
        </p:nvSpPr>
        <p:spPr>
          <a:xfrm>
            <a:off x="8077200" y="1430866"/>
            <a:ext cx="2743200" cy="365125"/>
          </a:xfrm>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950437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90EA46D-84CA-4ECB-9423-CD935ED34FEA}" type="datetimeFigureOut">
              <a:rPr lang="uk-UA" smtClean="0"/>
              <a:t>12.04.2025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219196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Назва розділу">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90EA46D-84CA-4ECB-9423-CD935ED34FEA}" type="datetimeFigureOut">
              <a:rPr lang="uk-UA" smtClean="0"/>
              <a:t>12.04.2025</a:t>
            </a:fld>
            <a:endParaRPr lang="uk-UA"/>
          </a:p>
        </p:txBody>
      </p:sp>
      <p:sp>
        <p:nvSpPr>
          <p:cNvPr id="5" name="Footer Placeholder 4"/>
          <p:cNvSpPr>
            <a:spLocks noGrp="1"/>
          </p:cNvSpPr>
          <p:nvPr>
            <p:ph type="ftr" sz="quarter" idx="11"/>
          </p:nvPr>
        </p:nvSpPr>
        <p:spPr>
          <a:xfrm>
            <a:off x="685800" y="381001"/>
            <a:ext cx="6991492" cy="36406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40035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185225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685800" y="3132666"/>
            <a:ext cx="5311775"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172200" y="3132666"/>
            <a:ext cx="5334000"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190EA46D-84CA-4ECB-9423-CD935ED34FEA}" type="datetimeFigureOut">
              <a:rPr lang="uk-UA" smtClean="0"/>
              <a:t>12.04.2025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3330046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190EA46D-84CA-4ECB-9423-CD935ED34FEA}" type="datetimeFigureOut">
              <a:rPr lang="uk-UA" smtClean="0"/>
              <a:t>12.04.2025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54167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0EA46D-84CA-4ECB-9423-CD935ED34FEA}" type="datetimeFigureOut">
              <a:rPr lang="uk-UA" smtClean="0"/>
              <a:t>12.04.2025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3019874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3265558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4225513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2007440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Назва та підпис">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63746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з підписом">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A3FC17F8-5D4A-4F54-A942-F3808DB08FD4}" type="slidenum">
              <a:rPr lang="uk-UA" smtClean="0"/>
              <a:t>‹№›</a:t>
            </a:fld>
            <a:endParaRPr lang="uk-UA"/>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81628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ка назви">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90EA46D-84CA-4ECB-9423-CD935ED34FEA}" type="datetimeFigureOut">
              <a:rPr lang="uk-UA" smtClean="0"/>
              <a:t>12.04.2025</a:t>
            </a:fld>
            <a:endParaRPr lang="uk-UA"/>
          </a:p>
        </p:txBody>
      </p:sp>
      <p:sp>
        <p:nvSpPr>
          <p:cNvPr id="6" name="Footer Placeholder 5"/>
          <p:cNvSpPr>
            <a:spLocks noGrp="1"/>
          </p:cNvSpPr>
          <p:nvPr>
            <p:ph type="ftr" sz="quarter" idx="11"/>
          </p:nvPr>
        </p:nvSpPr>
        <p:spPr>
          <a:xfrm>
            <a:off x="685800" y="378883"/>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3752426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90EA46D-84CA-4ECB-9423-CD935ED34FEA}" type="datetimeFigureOut">
              <a:rPr lang="uk-UA" smtClean="0"/>
              <a:t>12.04.2025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3336426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90EA46D-84CA-4ECB-9423-CD935ED34FEA}" type="datetimeFigureOut">
              <a:rPr lang="uk-UA" smtClean="0"/>
              <a:t>12.04.2025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2959815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90EA46D-84CA-4ECB-9423-CD935ED34FEA}" type="datetimeFigureOut">
              <a:rPr lang="uk-UA" smtClean="0"/>
              <a:t>12.04.2025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2200699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ий заголовок і текст">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190EA46D-84CA-4ECB-9423-CD935ED34FEA}" type="datetimeFigureOut">
              <a:rPr lang="uk-UA" smtClean="0"/>
              <a:t>12.04.2025</a:t>
            </a:fld>
            <a:endParaRPr lang="uk-UA"/>
          </a:p>
        </p:txBody>
      </p:sp>
      <p:sp>
        <p:nvSpPr>
          <p:cNvPr id="5" name="Footer Placeholder 4"/>
          <p:cNvSpPr>
            <a:spLocks noGrp="1"/>
          </p:cNvSpPr>
          <p:nvPr>
            <p:ph type="ftr" sz="quarter" idx="11"/>
          </p:nvPr>
        </p:nvSpPr>
        <p:spPr>
          <a:xfrm>
            <a:off x="685800" y="381000"/>
            <a:ext cx="6991492" cy="36512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A3FC17F8-5D4A-4F54-A942-F3808DB08FD4}" type="slidenum">
              <a:rPr lang="uk-UA" smtClean="0"/>
              <a:t>‹№›</a:t>
            </a:fld>
            <a:endParaRPr lang="uk-UA"/>
          </a:p>
        </p:txBody>
      </p:sp>
    </p:spTree>
    <p:extLst>
      <p:ext uri="{BB962C8B-B14F-4D97-AF65-F5344CB8AC3E}">
        <p14:creationId xmlns:p14="http://schemas.microsoft.com/office/powerpoint/2010/main" val="1982805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90EA46D-84CA-4ECB-9423-CD935ED34FEA}" type="datetimeFigureOut">
              <a:rPr lang="uk-UA" smtClean="0"/>
              <a:t>12.04.2025</a:t>
            </a:fld>
            <a:endParaRPr lang="uk-UA"/>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uk-UA"/>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3FC17F8-5D4A-4F54-A942-F3808DB08FD4}" type="slidenum">
              <a:rPr lang="uk-UA" smtClean="0"/>
              <a:t>‹№›</a:t>
            </a:fld>
            <a:endParaRPr lang="uk-UA"/>
          </a:p>
        </p:txBody>
      </p:sp>
    </p:spTree>
    <p:extLst>
      <p:ext uri="{BB962C8B-B14F-4D97-AF65-F5344CB8AC3E}">
        <p14:creationId xmlns:p14="http://schemas.microsoft.com/office/powerpoint/2010/main" val="36334402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jpe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5.jpeg"/><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6.jpeg"/><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7.jpeg"/><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8.jpeg"/><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9.jpeg"/><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diagramLayout" Target="../diagrams/layout19.xml"/><Relationship Id="rId7" Type="http://schemas.openxmlformats.org/officeDocument/2006/relationships/diagramData" Target="../diagrams/data20.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diagramLayout" Target="../diagrams/layout25.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28.xml"/><Relationship Id="rId3" Type="http://schemas.openxmlformats.org/officeDocument/2006/relationships/diagramLayout" Target="../diagrams/layout27.xml"/><Relationship Id="rId7" Type="http://schemas.openxmlformats.org/officeDocument/2006/relationships/diagramData" Target="../diagrams/data28.xml"/><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11" Type="http://schemas.microsoft.com/office/2007/relationships/diagramDrawing" Target="../diagrams/drawing28.xml"/><Relationship Id="rId5" Type="http://schemas.openxmlformats.org/officeDocument/2006/relationships/diagramColors" Target="../diagrams/colors27.xml"/><Relationship Id="rId10" Type="http://schemas.openxmlformats.org/officeDocument/2006/relationships/diagramColors" Target="../diagrams/colors28.xml"/><Relationship Id="rId4" Type="http://schemas.openxmlformats.org/officeDocument/2006/relationships/diagramQuickStyle" Target="../diagrams/quickStyle27.xml"/><Relationship Id="rId9" Type="http://schemas.openxmlformats.org/officeDocument/2006/relationships/diagramQuickStyle" Target="../diagrams/quickStyle28.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diagramLayout" Target="../diagrams/layout29.xml"/><Relationship Id="rId7" Type="http://schemas.openxmlformats.org/officeDocument/2006/relationships/diagramData" Target="../diagrams/data30.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11" Type="http://schemas.microsoft.com/office/2007/relationships/diagramDrawing" Target="../diagrams/drawing30.xml"/><Relationship Id="rId5" Type="http://schemas.openxmlformats.org/officeDocument/2006/relationships/diagramColors" Target="../diagrams/colors29.xml"/><Relationship Id="rId10" Type="http://schemas.openxmlformats.org/officeDocument/2006/relationships/diagramColors" Target="../diagrams/colors30.xml"/><Relationship Id="rId4" Type="http://schemas.openxmlformats.org/officeDocument/2006/relationships/diagramQuickStyle" Target="../diagrams/quickStyle29.xml"/><Relationship Id="rId9" Type="http://schemas.openxmlformats.org/officeDocument/2006/relationships/diagramQuickStyle" Target="../diagrams/quickStyle3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14.jpeg"/><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747D38-0E23-B075-E92B-F04677B075CF}"/>
              </a:ext>
            </a:extLst>
          </p:cNvPr>
          <p:cNvSpPr>
            <a:spLocks noGrp="1"/>
          </p:cNvSpPr>
          <p:nvPr>
            <p:ph type="ctrTitle"/>
          </p:nvPr>
        </p:nvSpPr>
        <p:spPr/>
        <p:txBody>
          <a:bodyPr>
            <a:normAutofit fontScale="90000"/>
          </a:bodyPr>
          <a:lstStyle/>
          <a:p>
            <a:r>
              <a:rPr lang="ru-RU" dirty="0"/>
              <a:t>ЗНО онлайн 2018 року з </a:t>
            </a:r>
            <a:r>
              <a:rPr lang="ru-RU" dirty="0" err="1"/>
              <a:t>історії</a:t>
            </a:r>
            <a:r>
              <a:rPr lang="ru-RU" dirty="0"/>
              <a:t> </a:t>
            </a:r>
            <a:r>
              <a:rPr lang="ru-RU" dirty="0" err="1"/>
              <a:t>України</a:t>
            </a:r>
            <a:r>
              <a:rPr lang="ru-RU" dirty="0"/>
              <a:t> – </a:t>
            </a:r>
            <a:r>
              <a:rPr lang="ru-RU" dirty="0" err="1"/>
              <a:t>основна</a:t>
            </a:r>
            <a:r>
              <a:rPr lang="ru-RU" dirty="0"/>
              <a:t> </a:t>
            </a:r>
            <a:r>
              <a:rPr lang="ru-RU" dirty="0" err="1"/>
              <a:t>сесія</a:t>
            </a:r>
            <a:endParaRPr lang="uk-UA" dirty="0"/>
          </a:p>
        </p:txBody>
      </p:sp>
      <p:sp>
        <p:nvSpPr>
          <p:cNvPr id="3" name="Підзаголовок 2">
            <a:extLst>
              <a:ext uri="{FF2B5EF4-FFF2-40B4-BE49-F238E27FC236}">
                <a16:creationId xmlns:a16="http://schemas.microsoft.com/office/drawing/2014/main" id="{0C40253B-518E-66BD-BC42-1E1F75CEB1AF}"/>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472170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13FE2C-A97A-2DD1-94A6-6D60D71A9F82}"/>
              </a:ext>
            </a:extLst>
          </p:cNvPr>
          <p:cNvSpPr>
            <a:spLocks noGrp="1"/>
          </p:cNvSpPr>
          <p:nvPr>
            <p:ph type="title"/>
          </p:nvPr>
        </p:nvSpPr>
        <p:spPr/>
        <p:txBody>
          <a:bodyPr>
            <a:normAutofit fontScale="90000"/>
          </a:bodyPr>
          <a:lstStyle/>
          <a:p>
            <a:r>
              <a:rPr lang="ru-RU" dirty="0" err="1"/>
              <a:t>Що</a:t>
            </a:r>
            <a:r>
              <a:rPr lang="ru-RU" dirty="0"/>
              <a:t> стало </a:t>
            </a:r>
            <a:r>
              <a:rPr lang="ru-RU" dirty="0" err="1"/>
              <a:t>поштовхом</a:t>
            </a:r>
            <a:r>
              <a:rPr lang="ru-RU" dirty="0"/>
              <a:t> до </a:t>
            </a:r>
            <a:r>
              <a:rPr lang="ru-RU" dirty="0" err="1"/>
              <a:t>появи</a:t>
            </a:r>
            <a:r>
              <a:rPr lang="ru-RU" dirty="0"/>
              <a:t> документа, </a:t>
            </a:r>
            <a:r>
              <a:rPr lang="ru-RU" dirty="0" err="1"/>
              <a:t>уривок</a:t>
            </a:r>
            <a:r>
              <a:rPr lang="ru-RU" dirty="0"/>
              <a:t> з </a:t>
            </a:r>
            <a:r>
              <a:rPr lang="ru-RU" dirty="0" err="1"/>
              <a:t>якого</a:t>
            </a:r>
            <a:r>
              <a:rPr lang="ru-RU" dirty="0"/>
              <a:t> наведено</a:t>
            </a:r>
            <a:endParaRPr lang="uk-UA" dirty="0"/>
          </a:p>
        </p:txBody>
      </p:sp>
      <p:sp>
        <p:nvSpPr>
          <p:cNvPr id="4" name="Місце для вмісту 3">
            <a:extLst>
              <a:ext uri="{FF2B5EF4-FFF2-40B4-BE49-F238E27FC236}">
                <a16:creationId xmlns:a16="http://schemas.microsoft.com/office/drawing/2014/main" id="{A3381931-CA02-AD05-1734-AF55B658D982}"/>
              </a:ext>
            </a:extLst>
          </p:cNvPr>
          <p:cNvSpPr>
            <a:spLocks noGrp="1"/>
          </p:cNvSpPr>
          <p:nvPr>
            <p:ph sz="half" idx="1"/>
          </p:nvPr>
        </p:nvSpPr>
        <p:spPr/>
        <p:txBody>
          <a:bodyPr/>
          <a:lstStyle/>
          <a:p>
            <a:r>
              <a:rPr lang="uk-UA" i="1" dirty="0"/>
              <a:t> «Бюро української парламентської групи надіслало телеграму: «Рідна українська просвіта найміцніша підвалина української автономії. Нехай же ширяться по всій Україні просвітні товариства, стаючи джерелом освіти й свідомості для рідного народу. Вітаємо київську «Просвіту», вітаємо нове культурне життя України...»</a:t>
            </a:r>
          </a:p>
        </p:txBody>
      </p:sp>
      <p:graphicFrame>
        <p:nvGraphicFramePr>
          <p:cNvPr id="6" name="Місце для вмісту 5">
            <a:extLst>
              <a:ext uri="{FF2B5EF4-FFF2-40B4-BE49-F238E27FC236}">
                <a16:creationId xmlns:a16="http://schemas.microsoft.com/office/drawing/2014/main" id="{CE2A0BEB-D070-8DF9-DD15-1694B30498CC}"/>
              </a:ext>
            </a:extLst>
          </p:cNvPr>
          <p:cNvGraphicFramePr>
            <a:graphicFrameLocks noGrp="1"/>
          </p:cNvGraphicFramePr>
          <p:nvPr>
            <p:ph sz="half" idx="2"/>
            <p:extLst>
              <p:ext uri="{D42A27DB-BD31-4B8C-83A1-F6EECF244321}">
                <p14:modId xmlns:p14="http://schemas.microsoft.com/office/powerpoint/2010/main" val="752315307"/>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2883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13FBD0-C141-5666-503B-F547D6DABA39}"/>
              </a:ext>
            </a:extLst>
          </p:cNvPr>
          <p:cNvSpPr>
            <a:spLocks noGrp="1"/>
          </p:cNvSpPr>
          <p:nvPr>
            <p:ph type="title"/>
          </p:nvPr>
        </p:nvSpPr>
        <p:spPr/>
        <p:txBody>
          <a:bodyPr>
            <a:normAutofit fontScale="90000"/>
          </a:bodyPr>
          <a:lstStyle/>
          <a:p>
            <a:r>
              <a:rPr lang="ru-RU" dirty="0"/>
              <a:t>Потребу </a:t>
            </a:r>
            <a:r>
              <a:rPr lang="ru-RU" dirty="0" err="1"/>
              <a:t>здобуття</a:t>
            </a:r>
            <a:r>
              <a:rPr lang="ru-RU" dirty="0"/>
              <a:t> </a:t>
            </a:r>
            <a:r>
              <a:rPr lang="ru-RU" dirty="0" err="1"/>
              <a:t>політичної</a:t>
            </a:r>
            <a:r>
              <a:rPr lang="ru-RU" dirty="0"/>
              <a:t> </a:t>
            </a:r>
            <a:r>
              <a:rPr lang="ru-RU" dirty="0" err="1"/>
              <a:t>незалежності</a:t>
            </a:r>
            <a:r>
              <a:rPr lang="ru-RU" dirty="0"/>
              <a:t> </a:t>
            </a:r>
            <a:r>
              <a:rPr lang="ru-RU" dirty="0" err="1"/>
              <a:t>України</a:t>
            </a:r>
            <a:r>
              <a:rPr lang="ru-RU" dirty="0"/>
              <a:t> </a:t>
            </a:r>
            <a:r>
              <a:rPr lang="ru-RU" dirty="0" err="1"/>
              <a:t>вперше</a:t>
            </a:r>
            <a:r>
              <a:rPr lang="ru-RU" dirty="0"/>
              <a:t> </a:t>
            </a:r>
            <a:r>
              <a:rPr lang="ru-RU" dirty="0" err="1"/>
              <a:t>обґрунтував</a:t>
            </a:r>
            <a:endParaRPr lang="uk-UA" dirty="0"/>
          </a:p>
        </p:txBody>
      </p:sp>
      <p:sp>
        <p:nvSpPr>
          <p:cNvPr id="3" name="Місце для вмісту 2">
            <a:extLst>
              <a:ext uri="{FF2B5EF4-FFF2-40B4-BE49-F238E27FC236}">
                <a16:creationId xmlns:a16="http://schemas.microsoft.com/office/drawing/2014/main" id="{8F6B0C59-422C-5177-DA38-7FDA59951D85}"/>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1714F2F4-D0D3-35BD-C374-A0C806730875}"/>
              </a:ext>
            </a:extLst>
          </p:cNvPr>
          <p:cNvGraphicFramePr>
            <a:graphicFrameLocks noGrp="1"/>
          </p:cNvGraphicFramePr>
          <p:nvPr>
            <p:ph sz="half" idx="2"/>
            <p:extLst>
              <p:ext uri="{D42A27DB-BD31-4B8C-83A1-F6EECF244321}">
                <p14:modId xmlns:p14="http://schemas.microsoft.com/office/powerpoint/2010/main" val="1899935493"/>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2415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B83EEE-5DA7-ADEA-1679-33CE2C9F0178}"/>
              </a:ext>
            </a:extLst>
          </p:cNvPr>
          <p:cNvSpPr>
            <a:spLocks noGrp="1"/>
          </p:cNvSpPr>
          <p:nvPr>
            <p:ph type="title"/>
          </p:nvPr>
        </p:nvSpPr>
        <p:spPr/>
        <p:txBody>
          <a:bodyPr>
            <a:normAutofit fontScale="90000"/>
          </a:bodyPr>
          <a:lstStyle/>
          <a:p>
            <a:r>
              <a:rPr lang="ru-RU" dirty="0" err="1"/>
              <a:t>Створення</a:t>
            </a:r>
            <a:r>
              <a:rPr lang="ru-RU" dirty="0"/>
              <a:t> </a:t>
            </a:r>
            <a:r>
              <a:rPr lang="ru-RU" dirty="0" err="1"/>
              <a:t>легіону</a:t>
            </a:r>
            <a:r>
              <a:rPr lang="ru-RU" dirty="0"/>
              <a:t> </a:t>
            </a:r>
            <a:r>
              <a:rPr lang="ru-RU" dirty="0" err="1"/>
              <a:t>Українських</a:t>
            </a:r>
            <a:r>
              <a:rPr lang="ru-RU" dirty="0"/>
              <a:t> </a:t>
            </a:r>
            <a:r>
              <a:rPr lang="ru-RU" dirty="0" err="1"/>
              <a:t>січових</a:t>
            </a:r>
            <a:r>
              <a:rPr lang="ru-RU" dirty="0"/>
              <a:t> </a:t>
            </a:r>
            <a:r>
              <a:rPr lang="ru-RU" dirty="0" err="1"/>
              <a:t>стрільців</a:t>
            </a:r>
            <a:endParaRPr lang="uk-UA" dirty="0"/>
          </a:p>
        </p:txBody>
      </p:sp>
      <p:sp>
        <p:nvSpPr>
          <p:cNvPr id="3" name="Місце для вмісту 2">
            <a:extLst>
              <a:ext uri="{FF2B5EF4-FFF2-40B4-BE49-F238E27FC236}">
                <a16:creationId xmlns:a16="http://schemas.microsoft.com/office/drawing/2014/main" id="{B21AC142-9FC5-0CEA-D30F-AE27FE2F91D3}"/>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560AAA7-CD67-E196-8DBE-2DBD6CF3B55B}"/>
              </a:ext>
            </a:extLst>
          </p:cNvPr>
          <p:cNvGraphicFramePr>
            <a:graphicFrameLocks noGrp="1"/>
          </p:cNvGraphicFramePr>
          <p:nvPr>
            <p:ph sz="half" idx="2"/>
            <p:extLst>
              <p:ext uri="{D42A27DB-BD31-4B8C-83A1-F6EECF244321}">
                <p14:modId xmlns:p14="http://schemas.microsoft.com/office/powerpoint/2010/main" val="3854634416"/>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3135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79355A-2AF7-403E-3B15-32820BAAE3F7}"/>
              </a:ext>
            </a:extLst>
          </p:cNvPr>
          <p:cNvSpPr>
            <a:spLocks noGrp="1"/>
          </p:cNvSpPr>
          <p:nvPr>
            <p:ph type="title"/>
          </p:nvPr>
        </p:nvSpPr>
        <p:spPr/>
        <p:txBody>
          <a:bodyPr>
            <a:normAutofit fontScale="90000"/>
          </a:bodyPr>
          <a:lstStyle/>
          <a:p>
            <a:r>
              <a:rPr lang="ru-RU" dirty="0" err="1"/>
              <a:t>Найбільшу</a:t>
            </a:r>
            <a:r>
              <a:rPr lang="ru-RU" dirty="0"/>
              <a:t> </a:t>
            </a:r>
            <a:r>
              <a:rPr lang="ru-RU" dirty="0" err="1"/>
              <a:t>підтримку</a:t>
            </a:r>
            <a:r>
              <a:rPr lang="ru-RU" dirty="0"/>
              <a:t> </a:t>
            </a:r>
            <a:r>
              <a:rPr lang="ru-RU" dirty="0" err="1"/>
              <a:t>населення</a:t>
            </a:r>
            <a:r>
              <a:rPr lang="ru-RU" dirty="0"/>
              <a:t> </a:t>
            </a:r>
            <a:r>
              <a:rPr lang="ru-RU" dirty="0" err="1"/>
              <a:t>Наддніпрянської</a:t>
            </a:r>
            <a:r>
              <a:rPr lang="ru-RU" dirty="0"/>
              <a:t> </a:t>
            </a:r>
            <a:r>
              <a:rPr lang="ru-RU" dirty="0" err="1"/>
              <a:t>України</a:t>
            </a:r>
            <a:r>
              <a:rPr lang="ru-RU" dirty="0"/>
              <a:t> в 1917 р. мала</a:t>
            </a:r>
            <a:endParaRPr lang="uk-UA" dirty="0"/>
          </a:p>
        </p:txBody>
      </p:sp>
      <p:sp>
        <p:nvSpPr>
          <p:cNvPr id="3" name="Місце для вмісту 2">
            <a:extLst>
              <a:ext uri="{FF2B5EF4-FFF2-40B4-BE49-F238E27FC236}">
                <a16:creationId xmlns:a16="http://schemas.microsoft.com/office/drawing/2014/main" id="{DA199DC0-EEEC-C402-548C-CF8620002177}"/>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96339F0-6DAD-1422-ABA0-655EAB0E9FD6}"/>
              </a:ext>
            </a:extLst>
          </p:cNvPr>
          <p:cNvGraphicFramePr>
            <a:graphicFrameLocks noGrp="1"/>
          </p:cNvGraphicFramePr>
          <p:nvPr>
            <p:ph sz="half" idx="2"/>
            <p:extLst>
              <p:ext uri="{D42A27DB-BD31-4B8C-83A1-F6EECF244321}">
                <p14:modId xmlns:p14="http://schemas.microsoft.com/office/powerpoint/2010/main" val="1043700965"/>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1129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585343-1AEE-4F80-B252-B72A920C0FE3}"/>
              </a:ext>
            </a:extLst>
          </p:cNvPr>
          <p:cNvSpPr>
            <a:spLocks noGrp="1"/>
          </p:cNvSpPr>
          <p:nvPr>
            <p:ph type="title"/>
          </p:nvPr>
        </p:nvSpPr>
        <p:spPr/>
        <p:txBody>
          <a:bodyPr>
            <a:normAutofit fontScale="90000"/>
          </a:bodyPr>
          <a:lstStyle/>
          <a:p>
            <a:r>
              <a:rPr lang="ru-RU" dirty="0"/>
              <a:t>Карта-карикатура, </a:t>
            </a:r>
            <a:r>
              <a:rPr lang="ru-RU" dirty="0" err="1"/>
              <a:t>зображена</a:t>
            </a:r>
            <a:r>
              <a:rPr lang="ru-RU" dirty="0"/>
              <a:t> на фото, </a:t>
            </a:r>
            <a:r>
              <a:rPr lang="ru-RU" dirty="0" err="1"/>
              <a:t>ілюструє</a:t>
            </a:r>
            <a:r>
              <a:rPr lang="ru-RU" dirty="0"/>
              <a:t> </a:t>
            </a:r>
            <a:r>
              <a:rPr lang="ru-RU" dirty="0" err="1"/>
              <a:t>події</a:t>
            </a:r>
            <a:endParaRPr lang="uk-UA" dirty="0"/>
          </a:p>
        </p:txBody>
      </p:sp>
      <p:graphicFrame>
        <p:nvGraphicFramePr>
          <p:cNvPr id="5" name="Місце для вмісту 4">
            <a:extLst>
              <a:ext uri="{FF2B5EF4-FFF2-40B4-BE49-F238E27FC236}">
                <a16:creationId xmlns:a16="http://schemas.microsoft.com/office/drawing/2014/main" id="{491E1188-1A32-1394-556A-AF3EE8E916A3}"/>
              </a:ext>
            </a:extLst>
          </p:cNvPr>
          <p:cNvGraphicFramePr>
            <a:graphicFrameLocks noGrp="1"/>
          </p:cNvGraphicFramePr>
          <p:nvPr>
            <p:ph sz="half" idx="2"/>
            <p:extLst>
              <p:ext uri="{D42A27DB-BD31-4B8C-83A1-F6EECF244321}">
                <p14:modId xmlns:p14="http://schemas.microsoft.com/office/powerpoint/2010/main" val="3778597350"/>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2E1F3D7F-EB45-E423-49E6-325823548CC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971550" y="2710656"/>
            <a:ext cx="476250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50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41FFA9-10F3-1B53-DBB1-7E456F9FEE3C}"/>
              </a:ext>
            </a:extLst>
          </p:cNvPr>
          <p:cNvSpPr>
            <a:spLocks noGrp="1"/>
          </p:cNvSpPr>
          <p:nvPr>
            <p:ph type="title"/>
          </p:nvPr>
        </p:nvSpPr>
        <p:spPr/>
        <p:txBody>
          <a:bodyPr>
            <a:noAutofit/>
          </a:bodyPr>
          <a:lstStyle/>
          <a:p>
            <a:r>
              <a:rPr lang="ru-RU" sz="2800" dirty="0" err="1"/>
              <a:t>Хто</a:t>
            </a:r>
            <a:r>
              <a:rPr lang="ru-RU" sz="2800" dirty="0"/>
              <a:t> з </a:t>
            </a:r>
            <a:r>
              <a:rPr lang="ru-RU" sz="2800" dirty="0" err="1"/>
              <a:t>діячів</a:t>
            </a:r>
            <a:r>
              <a:rPr lang="ru-RU" sz="2800" dirty="0"/>
              <a:t>, </a:t>
            </a:r>
            <a:r>
              <a:rPr lang="ru-RU" sz="2800" dirty="0" err="1"/>
              <a:t>зображених</a:t>
            </a:r>
            <a:r>
              <a:rPr lang="ru-RU" sz="2800" dirty="0"/>
              <a:t> на фото, </a:t>
            </a:r>
            <a:r>
              <a:rPr lang="ru-RU" sz="2800" dirty="0" err="1"/>
              <a:t>очолював</a:t>
            </a:r>
            <a:r>
              <a:rPr lang="ru-RU" sz="2800" dirty="0"/>
              <a:t> </a:t>
            </a:r>
            <a:r>
              <a:rPr lang="ru-RU" sz="2800" dirty="0" err="1"/>
              <a:t>Українську</a:t>
            </a:r>
            <a:r>
              <a:rPr lang="ru-RU" sz="2800" dirty="0"/>
              <a:t> державу за </a:t>
            </a:r>
            <a:r>
              <a:rPr lang="ru-RU" sz="2800" dirty="0" err="1"/>
              <a:t>обставин</a:t>
            </a:r>
            <a:r>
              <a:rPr lang="ru-RU" sz="2800" dirty="0"/>
              <a:t>, </a:t>
            </a:r>
            <a:r>
              <a:rPr lang="ru-RU" sz="2800" dirty="0" err="1"/>
              <a:t>наведених</a:t>
            </a:r>
            <a:r>
              <a:rPr lang="ru-RU" sz="2800" dirty="0"/>
              <a:t> в </a:t>
            </a:r>
            <a:r>
              <a:rPr lang="ru-RU" sz="2800" dirty="0" err="1"/>
              <a:t>уривку</a:t>
            </a:r>
            <a:r>
              <a:rPr lang="ru-RU" sz="2800" dirty="0"/>
              <a:t> документа?</a:t>
            </a:r>
            <a:endParaRPr lang="uk-UA" sz="2800" dirty="0"/>
          </a:p>
        </p:txBody>
      </p:sp>
      <p:sp>
        <p:nvSpPr>
          <p:cNvPr id="3" name="Місце для вмісту 2">
            <a:extLst>
              <a:ext uri="{FF2B5EF4-FFF2-40B4-BE49-F238E27FC236}">
                <a16:creationId xmlns:a16="http://schemas.microsoft.com/office/drawing/2014/main" id="{D9AEB574-2620-9584-B10E-2C565A5CA332}"/>
              </a:ext>
            </a:extLst>
          </p:cNvPr>
          <p:cNvSpPr>
            <a:spLocks noGrp="1"/>
          </p:cNvSpPr>
          <p:nvPr>
            <p:ph sz="half" idx="1"/>
          </p:nvPr>
        </p:nvSpPr>
        <p:spPr/>
        <p:txBody>
          <a:bodyPr>
            <a:normAutofit fontScale="92500" lnSpcReduction="10000"/>
          </a:bodyPr>
          <a:lstStyle/>
          <a:p>
            <a:r>
              <a:rPr lang="uk-UA" i="1" dirty="0"/>
              <a:t>«Перехід Галицької Армії на сторону Денікіна поставив нашу Армію в надзвичайно тяжке стратегічне й матеріальне положення, бо, одночасно з передачею ворогові значної кількості військового майна, для його наступу була відкрита головна комунікаційна лінія... У зв’язку з цим Уряд… заявляє, що він тимчасово переходить на інші способи боротьби за нашу державність... Уряд буде керувати справами України та захищати її перед іншими державами так, як цього вимагатимуть інтереси нашої республіки...»</a:t>
            </a:r>
          </a:p>
        </p:txBody>
      </p:sp>
      <p:pic>
        <p:nvPicPr>
          <p:cNvPr id="2050" name="Picture 2">
            <a:extLst>
              <a:ext uri="{FF2B5EF4-FFF2-40B4-BE49-F238E27FC236}">
                <a16:creationId xmlns:a16="http://schemas.microsoft.com/office/drawing/2014/main" id="{EA2DCFDE-4421-B0B9-F2B8-A2EBDA457628}"/>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74240"/>
          <a:stretch/>
        </p:blipFill>
        <p:spPr bwMode="auto">
          <a:xfrm>
            <a:off x="6944008" y="3549847"/>
            <a:ext cx="1520982" cy="21256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D40C449-B0A2-D7BB-BBA3-3BC8AAA806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736" r="49504"/>
          <a:stretch/>
        </p:blipFill>
        <p:spPr bwMode="auto">
          <a:xfrm>
            <a:off x="8760988" y="2459869"/>
            <a:ext cx="1520982" cy="21256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2D38B5E-9CD8-265A-A799-7BED542AF8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789" r="24451"/>
          <a:stretch/>
        </p:blipFill>
        <p:spPr bwMode="auto">
          <a:xfrm>
            <a:off x="10483913" y="3429000"/>
            <a:ext cx="1520982" cy="21256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BB42E05C-9B6D-183A-883E-4346AD6BEE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567" r="100"/>
          <a:stretch/>
        </p:blipFill>
        <p:spPr bwMode="auto">
          <a:xfrm>
            <a:off x="8827129" y="4696151"/>
            <a:ext cx="1436735" cy="2125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958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7DE5E5-6A97-99E2-62D3-2A300A718CA9}"/>
              </a:ext>
            </a:extLst>
          </p:cNvPr>
          <p:cNvSpPr>
            <a:spLocks noGrp="1"/>
          </p:cNvSpPr>
          <p:nvPr>
            <p:ph type="title"/>
          </p:nvPr>
        </p:nvSpPr>
        <p:spPr/>
        <p:txBody>
          <a:bodyPr/>
          <a:lstStyle/>
          <a:p>
            <a:r>
              <a:rPr lang="uk-UA" dirty="0"/>
              <a:t>Плакат дає змогу визначити</a:t>
            </a:r>
          </a:p>
        </p:txBody>
      </p:sp>
      <p:graphicFrame>
        <p:nvGraphicFramePr>
          <p:cNvPr id="7" name="Місце для вмісту 6">
            <a:extLst>
              <a:ext uri="{FF2B5EF4-FFF2-40B4-BE49-F238E27FC236}">
                <a16:creationId xmlns:a16="http://schemas.microsoft.com/office/drawing/2014/main" id="{B3E3BD71-A5A8-D4A9-D317-671487A1F102}"/>
              </a:ext>
            </a:extLst>
          </p:cNvPr>
          <p:cNvGraphicFramePr>
            <a:graphicFrameLocks noGrp="1"/>
          </p:cNvGraphicFramePr>
          <p:nvPr>
            <p:ph sz="half" idx="2"/>
            <p:extLst>
              <p:ext uri="{D42A27DB-BD31-4B8C-83A1-F6EECF244321}">
                <p14:modId xmlns:p14="http://schemas.microsoft.com/office/powerpoint/2010/main" val="3175893743"/>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4523B271-8D78-7E1B-50FC-2DA53E11571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971550" y="2586831"/>
            <a:ext cx="4762500" cy="3238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6CDCC0D-EA9C-D3D6-5C39-ED1DFF3FCDD9}"/>
              </a:ext>
            </a:extLst>
          </p:cNvPr>
          <p:cNvSpPr txBox="1"/>
          <p:nvPr/>
        </p:nvSpPr>
        <p:spPr>
          <a:xfrm>
            <a:off x="209550" y="5849352"/>
            <a:ext cx="5810251" cy="738664"/>
          </a:xfrm>
          <a:prstGeom prst="rect">
            <a:avLst/>
          </a:prstGeom>
          <a:noFill/>
        </p:spPr>
        <p:txBody>
          <a:bodyPr wrap="square">
            <a:spAutoFit/>
          </a:bodyPr>
          <a:lstStyle/>
          <a:p>
            <a:r>
              <a:rPr lang="uk-UA" sz="1400" b="0" i="1" dirty="0">
                <a:solidFill>
                  <a:srgbClr val="FFFFFF"/>
                </a:solidFill>
                <a:effectLst/>
                <a:latin typeface="Century Gothic" panose="020B0502020202020204" pitchFamily="34" charset="0"/>
              </a:rPr>
              <a:t>«Правильною організацією праці звільнимо колгоспників для роботи в соціалістичній промисловості. Дамо мільйони робочих рук на фронт індустріалізації».</a:t>
            </a:r>
            <a:endParaRPr lang="uk-UA" sz="1400" dirty="0"/>
          </a:p>
        </p:txBody>
      </p:sp>
    </p:spTree>
    <p:extLst>
      <p:ext uri="{BB962C8B-B14F-4D97-AF65-F5344CB8AC3E}">
        <p14:creationId xmlns:p14="http://schemas.microsoft.com/office/powerpoint/2010/main" val="233626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15B826-925E-437E-506B-F72F1A5D6A1E}"/>
              </a:ext>
            </a:extLst>
          </p:cNvPr>
          <p:cNvSpPr>
            <a:spLocks noGrp="1"/>
          </p:cNvSpPr>
          <p:nvPr>
            <p:ph type="title"/>
          </p:nvPr>
        </p:nvSpPr>
        <p:spPr/>
        <p:txBody>
          <a:bodyPr>
            <a:normAutofit fontScale="90000"/>
          </a:bodyPr>
          <a:lstStyle/>
          <a:p>
            <a:r>
              <a:rPr lang="ru-RU" dirty="0" err="1"/>
              <a:t>Пам’ятка</a:t>
            </a:r>
            <a:r>
              <a:rPr lang="ru-RU" dirty="0"/>
              <a:t>, </a:t>
            </a:r>
            <a:r>
              <a:rPr lang="ru-RU" dirty="0" err="1"/>
              <a:t>зображена</a:t>
            </a:r>
            <a:r>
              <a:rPr lang="ru-RU" dirty="0"/>
              <a:t> на фото, є </a:t>
            </a:r>
            <a:r>
              <a:rPr lang="ru-RU" dirty="0" err="1"/>
              <a:t>частиною</a:t>
            </a:r>
            <a:r>
              <a:rPr lang="ru-RU" dirty="0"/>
              <a:t> </a:t>
            </a:r>
            <a:r>
              <a:rPr lang="ru-RU" dirty="0" err="1"/>
              <a:t>міської</a:t>
            </a:r>
            <a:r>
              <a:rPr lang="ru-RU" dirty="0"/>
              <a:t> </a:t>
            </a:r>
            <a:r>
              <a:rPr lang="ru-RU" dirty="0" err="1"/>
              <a:t>архітектури</a:t>
            </a:r>
            <a:endParaRPr lang="uk-UA" dirty="0"/>
          </a:p>
        </p:txBody>
      </p:sp>
      <p:graphicFrame>
        <p:nvGraphicFramePr>
          <p:cNvPr id="5" name="Місце для вмісту 4">
            <a:extLst>
              <a:ext uri="{FF2B5EF4-FFF2-40B4-BE49-F238E27FC236}">
                <a16:creationId xmlns:a16="http://schemas.microsoft.com/office/drawing/2014/main" id="{50D1ED1B-8EFC-FF49-4B41-43806B694073}"/>
              </a:ext>
            </a:extLst>
          </p:cNvPr>
          <p:cNvGraphicFramePr>
            <a:graphicFrameLocks noGrp="1"/>
          </p:cNvGraphicFramePr>
          <p:nvPr>
            <p:ph sz="half" idx="1"/>
            <p:extLst>
              <p:ext uri="{D42A27DB-BD31-4B8C-83A1-F6EECF244321}">
                <p14:modId xmlns:p14="http://schemas.microsoft.com/office/powerpoint/2010/main" val="353334664"/>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D7E89661-678B-3F57-8CCE-FDAB4EA94986}"/>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457950" y="2601119"/>
            <a:ext cx="4762500"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022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BD4AFB-DB14-831B-FA07-C881748601E4}"/>
              </a:ext>
            </a:extLst>
          </p:cNvPr>
          <p:cNvSpPr>
            <a:spLocks noGrp="1"/>
          </p:cNvSpPr>
          <p:nvPr>
            <p:ph type="title"/>
          </p:nvPr>
        </p:nvSpPr>
        <p:spPr/>
        <p:txBody>
          <a:bodyPr>
            <a:normAutofit/>
          </a:bodyPr>
          <a:lstStyle/>
          <a:p>
            <a:r>
              <a:rPr lang="ru-RU" sz="2800" dirty="0" err="1"/>
              <a:t>Саморозпуск</a:t>
            </a:r>
            <a:r>
              <a:rPr lang="ru-RU" sz="2800" dirty="0"/>
              <a:t> уряду ЗУНР в 1923 р. став </a:t>
            </a:r>
            <a:r>
              <a:rPr lang="ru-RU" sz="2800" dirty="0" err="1"/>
              <a:t>наслідком</a:t>
            </a:r>
            <a:r>
              <a:rPr lang="ru-RU" sz="2800" dirty="0"/>
              <a:t> </a:t>
            </a:r>
            <a:r>
              <a:rPr lang="ru-RU" sz="2800" dirty="0" err="1"/>
              <a:t>визнання</a:t>
            </a:r>
            <a:r>
              <a:rPr lang="ru-RU" sz="2800" dirty="0"/>
              <a:t> </a:t>
            </a:r>
            <a:r>
              <a:rPr lang="ru-RU" sz="2800" dirty="0" err="1"/>
              <a:t>країнами</a:t>
            </a:r>
            <a:r>
              <a:rPr lang="ru-RU" sz="2800" dirty="0"/>
              <a:t> </a:t>
            </a:r>
            <a:r>
              <a:rPr lang="ru-RU" sz="2800" dirty="0" err="1"/>
              <a:t>Антанти</a:t>
            </a:r>
            <a:r>
              <a:rPr lang="ru-RU" sz="2800" dirty="0"/>
              <a:t> </a:t>
            </a:r>
            <a:r>
              <a:rPr lang="ru-RU" sz="2800" dirty="0" err="1"/>
              <a:t>входження</a:t>
            </a:r>
            <a:r>
              <a:rPr lang="ru-RU" sz="2800" dirty="0"/>
              <a:t> до складу </a:t>
            </a:r>
            <a:r>
              <a:rPr lang="ru-RU" sz="2800" dirty="0" err="1"/>
              <a:t>Польщі</a:t>
            </a:r>
            <a:endParaRPr lang="uk-UA" sz="2800" dirty="0"/>
          </a:p>
        </p:txBody>
      </p:sp>
      <p:sp>
        <p:nvSpPr>
          <p:cNvPr id="3" name="Місце для вмісту 2">
            <a:extLst>
              <a:ext uri="{FF2B5EF4-FFF2-40B4-BE49-F238E27FC236}">
                <a16:creationId xmlns:a16="http://schemas.microsoft.com/office/drawing/2014/main" id="{9A64B8DB-405B-F7CF-D919-7EA835D447E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1D4A8F00-5A5F-E1DA-791C-6FC7CBDA9545}"/>
              </a:ext>
            </a:extLst>
          </p:cNvPr>
          <p:cNvGraphicFramePr>
            <a:graphicFrameLocks noGrp="1"/>
          </p:cNvGraphicFramePr>
          <p:nvPr>
            <p:ph sz="half" idx="2"/>
            <p:extLst>
              <p:ext uri="{D42A27DB-BD31-4B8C-83A1-F6EECF244321}">
                <p14:modId xmlns:p14="http://schemas.microsoft.com/office/powerpoint/2010/main" val="4228428308"/>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6039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A049A4-F16E-BFAC-1709-E7D526FE667C}"/>
              </a:ext>
            </a:extLst>
          </p:cNvPr>
          <p:cNvSpPr>
            <a:spLocks noGrp="1"/>
          </p:cNvSpPr>
          <p:nvPr>
            <p:ph type="title"/>
          </p:nvPr>
        </p:nvSpPr>
        <p:spPr/>
        <p:txBody>
          <a:bodyPr>
            <a:normAutofit fontScale="90000"/>
          </a:bodyPr>
          <a:lstStyle/>
          <a:p>
            <a:r>
              <a:rPr lang="ru-RU" dirty="0" err="1"/>
              <a:t>Реалізація</a:t>
            </a:r>
            <a:r>
              <a:rPr lang="ru-RU" dirty="0"/>
              <a:t> </a:t>
            </a:r>
            <a:r>
              <a:rPr lang="ru-RU" dirty="0" err="1"/>
              <a:t>Радянським</a:t>
            </a:r>
            <a:r>
              <a:rPr lang="ru-RU" dirty="0"/>
              <a:t> Союзом умов «пакта Молотова–</a:t>
            </a:r>
            <a:r>
              <a:rPr lang="ru-RU" dirty="0" err="1"/>
              <a:t>Ріббентропа</a:t>
            </a:r>
            <a:r>
              <a:rPr lang="ru-RU" dirty="0"/>
              <a:t>» </a:t>
            </a:r>
            <a:r>
              <a:rPr lang="ru-RU" dirty="0" err="1"/>
              <a:t>розпочалася</a:t>
            </a:r>
            <a:endParaRPr lang="uk-UA" dirty="0"/>
          </a:p>
        </p:txBody>
      </p:sp>
      <p:sp>
        <p:nvSpPr>
          <p:cNvPr id="3" name="Місце для вмісту 2">
            <a:extLst>
              <a:ext uri="{FF2B5EF4-FFF2-40B4-BE49-F238E27FC236}">
                <a16:creationId xmlns:a16="http://schemas.microsoft.com/office/drawing/2014/main" id="{2D4950C6-F18E-524E-A405-F602EB3148BD}"/>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DC8D077-202A-76A3-CA7A-C275B4EE8042}"/>
              </a:ext>
            </a:extLst>
          </p:cNvPr>
          <p:cNvGraphicFramePr>
            <a:graphicFrameLocks noGrp="1"/>
          </p:cNvGraphicFramePr>
          <p:nvPr>
            <p:ph sz="half" idx="2"/>
            <p:extLst>
              <p:ext uri="{D42A27DB-BD31-4B8C-83A1-F6EECF244321}">
                <p14:modId xmlns:p14="http://schemas.microsoft.com/office/powerpoint/2010/main" val="4166196070"/>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9134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BE834B-4331-EF15-4E2F-8114734018BC}"/>
              </a:ext>
            </a:extLst>
          </p:cNvPr>
          <p:cNvSpPr>
            <a:spLocks noGrp="1"/>
          </p:cNvSpPr>
          <p:nvPr>
            <p:ph type="title"/>
          </p:nvPr>
        </p:nvSpPr>
        <p:spPr/>
        <p:txBody>
          <a:bodyPr/>
          <a:lstStyle/>
          <a:p>
            <a:r>
              <a:rPr lang="uk-UA" dirty="0"/>
              <a:t>Збройно-політична формація</a:t>
            </a:r>
          </a:p>
        </p:txBody>
      </p:sp>
      <p:sp>
        <p:nvSpPr>
          <p:cNvPr id="3" name="Місце для вмісту 2">
            <a:extLst>
              <a:ext uri="{FF2B5EF4-FFF2-40B4-BE49-F238E27FC236}">
                <a16:creationId xmlns:a16="http://schemas.microsoft.com/office/drawing/2014/main" id="{26C72B7D-4C41-5924-17E4-056646869E4B}"/>
              </a:ext>
            </a:extLst>
          </p:cNvPr>
          <p:cNvSpPr>
            <a:spLocks noGrp="1"/>
          </p:cNvSpPr>
          <p:nvPr>
            <p:ph sz="half" idx="1"/>
          </p:nvPr>
        </p:nvSpPr>
        <p:spPr/>
        <p:txBody>
          <a:bodyPr/>
          <a:lstStyle/>
          <a:p>
            <a:r>
              <a:rPr lang="ru-RU" dirty="0"/>
              <a:t>створена Т. </a:t>
            </a:r>
            <a:r>
              <a:rPr lang="ru-RU" dirty="0" err="1"/>
              <a:t>Боровцем</a:t>
            </a:r>
            <a:r>
              <a:rPr lang="ru-RU" dirty="0"/>
              <a:t> (Бульбою), </a:t>
            </a:r>
            <a:r>
              <a:rPr lang="ru-RU" dirty="0" err="1"/>
              <a:t>що</a:t>
            </a:r>
            <a:r>
              <a:rPr lang="ru-RU" dirty="0"/>
              <a:t> </a:t>
            </a:r>
            <a:r>
              <a:rPr lang="ru-RU" dirty="0" err="1"/>
              <a:t>діяла</a:t>
            </a:r>
            <a:r>
              <a:rPr lang="ru-RU" dirty="0"/>
              <a:t> на </a:t>
            </a:r>
            <a:r>
              <a:rPr lang="ru-RU" dirty="0" err="1"/>
              <a:t>Волині</a:t>
            </a:r>
            <a:r>
              <a:rPr lang="ru-RU" dirty="0"/>
              <a:t> з червня 1941 р. до лютого 1944 р., </a:t>
            </a:r>
            <a:r>
              <a:rPr lang="ru-RU" dirty="0" err="1"/>
              <a:t>називалася</a:t>
            </a:r>
            <a:endParaRPr lang="uk-UA" dirty="0"/>
          </a:p>
        </p:txBody>
      </p:sp>
      <p:graphicFrame>
        <p:nvGraphicFramePr>
          <p:cNvPr id="5" name="Місце для вмісту 4">
            <a:extLst>
              <a:ext uri="{FF2B5EF4-FFF2-40B4-BE49-F238E27FC236}">
                <a16:creationId xmlns:a16="http://schemas.microsoft.com/office/drawing/2014/main" id="{8BDDF75C-16B9-86D7-BFFB-88BE056AF48F}"/>
              </a:ext>
            </a:extLst>
          </p:cNvPr>
          <p:cNvGraphicFramePr>
            <a:graphicFrameLocks noGrp="1"/>
          </p:cNvGraphicFramePr>
          <p:nvPr>
            <p:ph sz="half" idx="2"/>
            <p:extLst>
              <p:ext uri="{D42A27DB-BD31-4B8C-83A1-F6EECF244321}">
                <p14:modId xmlns:p14="http://schemas.microsoft.com/office/powerpoint/2010/main" val="1876601210"/>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7362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6E2BFD-A003-D6DB-1A02-BC3837BE1F00}"/>
              </a:ext>
            </a:extLst>
          </p:cNvPr>
          <p:cNvSpPr>
            <a:spLocks noGrp="1"/>
          </p:cNvSpPr>
          <p:nvPr>
            <p:ph type="title"/>
          </p:nvPr>
        </p:nvSpPr>
        <p:spPr/>
        <p:txBody>
          <a:bodyPr>
            <a:normAutofit fontScale="90000"/>
          </a:bodyPr>
          <a:lstStyle/>
          <a:p>
            <a:r>
              <a:rPr lang="uk-UA" dirty="0"/>
              <a:t>Уривок з історичного джерела </a:t>
            </a:r>
            <a:r>
              <a:rPr lang="uk-UA" b="0" i="0" dirty="0">
                <a:solidFill>
                  <a:srgbClr val="FFFFFF"/>
                </a:solidFill>
                <a:effectLst/>
                <a:latin typeface="Century Gothic" panose="020B0502020202020204" pitchFamily="34" charset="0"/>
              </a:rPr>
              <a:t>доречно використовувати, характеризуючи</a:t>
            </a:r>
            <a:endParaRPr lang="uk-UA" dirty="0"/>
          </a:p>
        </p:txBody>
      </p:sp>
      <p:sp>
        <p:nvSpPr>
          <p:cNvPr id="3" name="Місце для вмісту 2">
            <a:extLst>
              <a:ext uri="{FF2B5EF4-FFF2-40B4-BE49-F238E27FC236}">
                <a16:creationId xmlns:a16="http://schemas.microsoft.com/office/drawing/2014/main" id="{ECDAC095-A25F-899C-94B3-66903B323E80}"/>
              </a:ext>
            </a:extLst>
          </p:cNvPr>
          <p:cNvSpPr>
            <a:spLocks noGrp="1"/>
          </p:cNvSpPr>
          <p:nvPr>
            <p:ph sz="half" idx="1"/>
          </p:nvPr>
        </p:nvSpPr>
        <p:spPr/>
        <p:txBody>
          <a:bodyPr/>
          <a:lstStyle/>
          <a:p>
            <a:r>
              <a:rPr lang="uk-UA" i="1" dirty="0"/>
              <a:t>«Улітку 1946 р. потік сільського населення з центральних і південних областей у західні області України не зменшився. У червні органами транспортної міліції УРСР було знято тільки з товарних поїздів 62 400 осіб, а за дві останні декади липня – 97 633 особи…»</a:t>
            </a:r>
          </a:p>
        </p:txBody>
      </p:sp>
      <p:graphicFrame>
        <p:nvGraphicFramePr>
          <p:cNvPr id="5" name="Місце для вмісту 4">
            <a:extLst>
              <a:ext uri="{FF2B5EF4-FFF2-40B4-BE49-F238E27FC236}">
                <a16:creationId xmlns:a16="http://schemas.microsoft.com/office/drawing/2014/main" id="{722A8CE9-5A51-8679-F855-7E78B3602689}"/>
              </a:ext>
            </a:extLst>
          </p:cNvPr>
          <p:cNvGraphicFramePr>
            <a:graphicFrameLocks noGrp="1"/>
          </p:cNvGraphicFramePr>
          <p:nvPr>
            <p:ph sz="half" idx="2"/>
            <p:extLst>
              <p:ext uri="{D42A27DB-BD31-4B8C-83A1-F6EECF244321}">
                <p14:modId xmlns:p14="http://schemas.microsoft.com/office/powerpoint/2010/main" val="2450029721"/>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5663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2F2849-7771-4987-2671-362880D1734B}"/>
              </a:ext>
            </a:extLst>
          </p:cNvPr>
          <p:cNvSpPr>
            <a:spLocks noGrp="1"/>
          </p:cNvSpPr>
          <p:nvPr>
            <p:ph type="title"/>
          </p:nvPr>
        </p:nvSpPr>
        <p:spPr/>
        <p:txBody>
          <a:bodyPr>
            <a:normAutofit fontScale="90000"/>
          </a:bodyPr>
          <a:lstStyle/>
          <a:p>
            <a:r>
              <a:rPr lang="ru-RU" dirty="0" err="1"/>
              <a:t>Відображені</a:t>
            </a:r>
            <a:r>
              <a:rPr lang="ru-RU" dirty="0"/>
              <a:t> на </a:t>
            </a:r>
            <a:r>
              <a:rPr lang="ru-RU" dirty="0" err="1"/>
              <a:t>діаграмах</a:t>
            </a:r>
            <a:r>
              <a:rPr lang="ru-RU" dirty="0"/>
              <a:t> </a:t>
            </a:r>
            <a:r>
              <a:rPr lang="ru-RU" dirty="0" err="1"/>
              <a:t>зміни</a:t>
            </a:r>
            <a:r>
              <a:rPr lang="ru-RU" dirty="0"/>
              <a:t> </a:t>
            </a:r>
            <a:r>
              <a:rPr lang="ru-RU" dirty="0" err="1"/>
              <a:t>національного</a:t>
            </a:r>
            <a:r>
              <a:rPr lang="ru-RU" dirty="0"/>
              <a:t> складу </a:t>
            </a:r>
            <a:r>
              <a:rPr lang="ru-RU" dirty="0" err="1"/>
              <a:t>населення</a:t>
            </a:r>
            <a:r>
              <a:rPr lang="ru-RU" dirty="0"/>
              <a:t> </a:t>
            </a:r>
            <a:r>
              <a:rPr lang="ru-RU" dirty="0" err="1"/>
              <a:t>Криму</a:t>
            </a:r>
            <a:r>
              <a:rPr lang="ru-RU" dirty="0"/>
              <a:t> стали </a:t>
            </a:r>
            <a:r>
              <a:rPr lang="ru-RU" dirty="0" err="1"/>
              <a:t>наслідком</a:t>
            </a:r>
            <a:endParaRPr lang="uk-UA" dirty="0"/>
          </a:p>
        </p:txBody>
      </p:sp>
      <p:graphicFrame>
        <p:nvGraphicFramePr>
          <p:cNvPr id="5" name="Місце для вмісту 4">
            <a:extLst>
              <a:ext uri="{FF2B5EF4-FFF2-40B4-BE49-F238E27FC236}">
                <a16:creationId xmlns:a16="http://schemas.microsoft.com/office/drawing/2014/main" id="{CA220D93-E1B5-611B-FD50-20EEE2C25062}"/>
              </a:ext>
            </a:extLst>
          </p:cNvPr>
          <p:cNvGraphicFramePr>
            <a:graphicFrameLocks noGrp="1"/>
          </p:cNvGraphicFramePr>
          <p:nvPr>
            <p:ph sz="half" idx="1"/>
            <p:extLst>
              <p:ext uri="{D42A27DB-BD31-4B8C-83A1-F6EECF244321}">
                <p14:modId xmlns:p14="http://schemas.microsoft.com/office/powerpoint/2010/main" val="4203211767"/>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21EDEFDE-3BBF-162F-D581-857E5BF36C2D}"/>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457950" y="3082131"/>
            <a:ext cx="47625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028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588CCB-E66C-2593-4388-A0413D60591C}"/>
              </a:ext>
            </a:extLst>
          </p:cNvPr>
          <p:cNvSpPr>
            <a:spLocks noGrp="1"/>
          </p:cNvSpPr>
          <p:nvPr>
            <p:ph type="title"/>
          </p:nvPr>
        </p:nvSpPr>
        <p:spPr/>
        <p:txBody>
          <a:bodyPr>
            <a:normAutofit fontScale="90000"/>
          </a:bodyPr>
          <a:lstStyle/>
          <a:p>
            <a:r>
              <a:rPr lang="ru-RU" dirty="0"/>
              <a:t>У добу «</a:t>
            </a:r>
            <a:r>
              <a:rPr lang="ru-RU" dirty="0" err="1"/>
              <a:t>відлиги</a:t>
            </a:r>
            <a:r>
              <a:rPr lang="ru-RU" dirty="0"/>
              <a:t>» в </a:t>
            </a:r>
            <a:r>
              <a:rPr lang="ru-RU" dirty="0" err="1"/>
              <a:t>суспільному</a:t>
            </a:r>
            <a:r>
              <a:rPr lang="ru-RU" dirty="0"/>
              <a:t> </a:t>
            </a:r>
            <a:r>
              <a:rPr lang="ru-RU" dirty="0" err="1"/>
              <a:t>лексиконі</a:t>
            </a:r>
            <a:r>
              <a:rPr lang="ru-RU" dirty="0"/>
              <a:t> </a:t>
            </a:r>
            <a:r>
              <a:rPr lang="ru-RU" dirty="0" err="1"/>
              <a:t>вперше</a:t>
            </a:r>
            <a:r>
              <a:rPr lang="ru-RU" dirty="0"/>
              <a:t> </a:t>
            </a:r>
            <a:r>
              <a:rPr lang="ru-RU" dirty="0" err="1"/>
              <a:t>з’являється</a:t>
            </a:r>
            <a:r>
              <a:rPr lang="ru-RU" dirty="0"/>
              <a:t> </a:t>
            </a:r>
            <a:r>
              <a:rPr lang="ru-RU" dirty="0" err="1"/>
              <a:t>поняття</a:t>
            </a:r>
            <a:endParaRPr lang="uk-UA" dirty="0"/>
          </a:p>
        </p:txBody>
      </p:sp>
      <p:sp>
        <p:nvSpPr>
          <p:cNvPr id="3" name="Місце для вмісту 2">
            <a:extLst>
              <a:ext uri="{FF2B5EF4-FFF2-40B4-BE49-F238E27FC236}">
                <a16:creationId xmlns:a16="http://schemas.microsoft.com/office/drawing/2014/main" id="{61858B27-8338-CF79-BBC0-85B47078393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394F6FED-DD3B-E202-F917-02B1366D9AF5}"/>
              </a:ext>
            </a:extLst>
          </p:cNvPr>
          <p:cNvGraphicFramePr>
            <a:graphicFrameLocks noGrp="1"/>
          </p:cNvGraphicFramePr>
          <p:nvPr>
            <p:ph sz="half" idx="2"/>
            <p:extLst>
              <p:ext uri="{D42A27DB-BD31-4B8C-83A1-F6EECF244321}">
                <p14:modId xmlns:p14="http://schemas.microsoft.com/office/powerpoint/2010/main" val="526944306"/>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8387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6688FD-57CE-35C2-933A-0AA7E6C7533B}"/>
              </a:ext>
            </a:extLst>
          </p:cNvPr>
          <p:cNvSpPr>
            <a:spLocks noGrp="1"/>
          </p:cNvSpPr>
          <p:nvPr>
            <p:ph type="title"/>
          </p:nvPr>
        </p:nvSpPr>
        <p:spPr>
          <a:xfrm>
            <a:off x="2895600" y="639316"/>
            <a:ext cx="8610600" cy="1293028"/>
          </a:xfrm>
        </p:spPr>
        <p:txBody>
          <a:bodyPr>
            <a:noAutofit/>
          </a:bodyPr>
          <a:lstStyle/>
          <a:p>
            <a:r>
              <a:rPr lang="ru-RU" sz="3200" dirty="0"/>
              <a:t>Яку </a:t>
            </a:r>
            <a:r>
              <a:rPr lang="ru-RU" sz="3200" dirty="0" err="1"/>
              <a:t>особливість</a:t>
            </a:r>
            <a:r>
              <a:rPr lang="ru-RU" sz="3200" dirty="0"/>
              <a:t> </a:t>
            </a:r>
            <a:r>
              <a:rPr lang="ru-RU" sz="3200" dirty="0" err="1"/>
              <a:t>економічного</a:t>
            </a:r>
            <a:r>
              <a:rPr lang="ru-RU" sz="3200" dirty="0"/>
              <a:t> </a:t>
            </a:r>
            <a:r>
              <a:rPr lang="ru-RU" sz="3200" dirty="0" err="1"/>
              <a:t>розвитку</a:t>
            </a:r>
            <a:r>
              <a:rPr lang="ru-RU" sz="3200" dirty="0"/>
              <a:t> УРСР в 1970-ті – на початку 1980-х </a:t>
            </a:r>
            <a:r>
              <a:rPr lang="ru-RU" sz="3200" dirty="0" err="1"/>
              <a:t>рр</a:t>
            </a:r>
            <a:r>
              <a:rPr lang="ru-RU" sz="3200" dirty="0"/>
              <a:t>. </a:t>
            </a:r>
            <a:r>
              <a:rPr lang="ru-RU" sz="3200" dirty="0" err="1"/>
              <a:t>підтверджено</a:t>
            </a:r>
            <a:r>
              <a:rPr lang="ru-RU" sz="3200" dirty="0"/>
              <a:t> </a:t>
            </a:r>
            <a:r>
              <a:rPr lang="ru-RU" sz="3200" dirty="0" err="1"/>
              <a:t>даними</a:t>
            </a:r>
            <a:r>
              <a:rPr lang="ru-RU" sz="3200" dirty="0"/>
              <a:t>, </a:t>
            </a:r>
            <a:r>
              <a:rPr lang="ru-RU" sz="3200" dirty="0" err="1"/>
              <a:t>наведеними</a:t>
            </a:r>
            <a:r>
              <a:rPr lang="ru-RU" sz="3200" dirty="0"/>
              <a:t> в </a:t>
            </a:r>
            <a:r>
              <a:rPr lang="ru-RU" sz="3200" dirty="0" err="1"/>
              <a:t>уривку</a:t>
            </a:r>
            <a:r>
              <a:rPr lang="ru-RU" sz="3200" dirty="0"/>
              <a:t> документа</a:t>
            </a:r>
            <a:endParaRPr lang="uk-UA" sz="3200" dirty="0"/>
          </a:p>
        </p:txBody>
      </p:sp>
      <p:sp>
        <p:nvSpPr>
          <p:cNvPr id="3" name="Місце для вмісту 2">
            <a:extLst>
              <a:ext uri="{FF2B5EF4-FFF2-40B4-BE49-F238E27FC236}">
                <a16:creationId xmlns:a16="http://schemas.microsoft.com/office/drawing/2014/main" id="{189A703C-674C-E734-5896-BBD84D7372E5}"/>
              </a:ext>
            </a:extLst>
          </p:cNvPr>
          <p:cNvSpPr>
            <a:spLocks noGrp="1"/>
          </p:cNvSpPr>
          <p:nvPr>
            <p:ph sz="half" idx="1"/>
          </p:nvPr>
        </p:nvSpPr>
        <p:spPr/>
        <p:txBody>
          <a:bodyPr/>
          <a:lstStyle/>
          <a:p>
            <a:r>
              <a:rPr lang="uk-UA" i="1" dirty="0"/>
              <a:t>«У республіці, на яку припадало 2,6 % території СРСР, було побудовано майже 40 % атомних енергоблоків, продукувалося близько 40 % усієї радянської сталі, 34 % вугілля, 51 % чавуну. …частка промисловості, що працювала на споживчий ринок, становила 29 %, тоді як у розвинених країнах цей показник сягав 50–60 % і більше»</a:t>
            </a:r>
          </a:p>
        </p:txBody>
      </p:sp>
      <p:graphicFrame>
        <p:nvGraphicFramePr>
          <p:cNvPr id="5" name="Місце для вмісту 4">
            <a:extLst>
              <a:ext uri="{FF2B5EF4-FFF2-40B4-BE49-F238E27FC236}">
                <a16:creationId xmlns:a16="http://schemas.microsoft.com/office/drawing/2014/main" id="{E14CD7E5-3EA3-2BD3-4E1A-1AE4DCC30242}"/>
              </a:ext>
            </a:extLst>
          </p:cNvPr>
          <p:cNvGraphicFramePr>
            <a:graphicFrameLocks noGrp="1"/>
          </p:cNvGraphicFramePr>
          <p:nvPr>
            <p:ph sz="half" idx="2"/>
            <p:extLst>
              <p:ext uri="{D42A27DB-BD31-4B8C-83A1-F6EECF244321}">
                <p14:modId xmlns:p14="http://schemas.microsoft.com/office/powerpoint/2010/main" val="3183985304"/>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03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D3D3C8-207B-1BEF-431A-E37B953CE402}"/>
              </a:ext>
            </a:extLst>
          </p:cNvPr>
          <p:cNvSpPr>
            <a:spLocks noGrp="1"/>
          </p:cNvSpPr>
          <p:nvPr>
            <p:ph type="title"/>
          </p:nvPr>
        </p:nvSpPr>
        <p:spPr/>
        <p:txBody>
          <a:bodyPr>
            <a:normAutofit fontScale="90000"/>
          </a:bodyPr>
          <a:lstStyle/>
          <a:p>
            <a:r>
              <a:rPr lang="ru-RU" dirty="0"/>
              <a:t>У </a:t>
            </a:r>
            <a:r>
              <a:rPr lang="ru-RU" dirty="0" err="1"/>
              <a:t>царині</a:t>
            </a:r>
            <a:r>
              <a:rPr lang="ru-RU" dirty="0"/>
              <a:t> </a:t>
            </a:r>
            <a:r>
              <a:rPr lang="ru-RU" dirty="0" err="1"/>
              <a:t>якого</a:t>
            </a:r>
            <a:r>
              <a:rPr lang="ru-RU" dirty="0"/>
              <a:t> </a:t>
            </a:r>
            <a:r>
              <a:rPr lang="ru-RU" dirty="0" err="1"/>
              <a:t>мистецтва</a:t>
            </a:r>
            <a:r>
              <a:rPr lang="ru-RU" dirty="0"/>
              <a:t> творили </a:t>
            </a:r>
            <a:r>
              <a:rPr lang="ru-RU" dirty="0" err="1"/>
              <a:t>діячі</a:t>
            </a:r>
            <a:r>
              <a:rPr lang="ru-RU" dirty="0"/>
              <a:t>, </a:t>
            </a:r>
            <a:r>
              <a:rPr lang="ru-RU" dirty="0" err="1"/>
              <a:t>зображені</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5957802A-6C95-9D6E-6A8A-C2E3CE4D662C}"/>
              </a:ext>
            </a:extLst>
          </p:cNvPr>
          <p:cNvGraphicFramePr>
            <a:graphicFrameLocks noGrp="1"/>
          </p:cNvGraphicFramePr>
          <p:nvPr>
            <p:ph sz="half" idx="1"/>
            <p:extLst>
              <p:ext uri="{D42A27DB-BD31-4B8C-83A1-F6EECF244321}">
                <p14:modId xmlns:p14="http://schemas.microsoft.com/office/powerpoint/2010/main" val="723278887"/>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a:extLst>
              <a:ext uri="{FF2B5EF4-FFF2-40B4-BE49-F238E27FC236}">
                <a16:creationId xmlns:a16="http://schemas.microsoft.com/office/drawing/2014/main" id="{3BFF6A42-9556-A063-2E18-92FCE38CEF48}"/>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457950" y="2591594"/>
            <a:ext cx="4762500"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447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67EA0C-D3F6-7D18-DA83-D9E118A110B0}"/>
              </a:ext>
            </a:extLst>
          </p:cNvPr>
          <p:cNvSpPr>
            <a:spLocks noGrp="1"/>
          </p:cNvSpPr>
          <p:nvPr>
            <p:ph type="title"/>
          </p:nvPr>
        </p:nvSpPr>
        <p:spPr/>
        <p:txBody>
          <a:bodyPr>
            <a:noAutofit/>
          </a:bodyPr>
          <a:lstStyle/>
          <a:p>
            <a:r>
              <a:rPr lang="uk-UA" sz="3200" dirty="0"/>
              <a:t>Уривок </a:t>
            </a:r>
            <a:r>
              <a:rPr lang="ru-RU" sz="3200" dirty="0" err="1"/>
              <a:t>доречно</a:t>
            </a:r>
            <a:r>
              <a:rPr lang="ru-RU" sz="3200" dirty="0"/>
              <a:t> </a:t>
            </a:r>
            <a:r>
              <a:rPr lang="ru-RU" sz="3200" dirty="0" err="1"/>
              <a:t>використовувати</a:t>
            </a:r>
            <a:r>
              <a:rPr lang="ru-RU" sz="3200" dirty="0"/>
              <a:t>, </a:t>
            </a:r>
            <a:r>
              <a:rPr lang="ru-RU" sz="3200" dirty="0" err="1"/>
              <a:t>характеризуючи</a:t>
            </a:r>
            <a:r>
              <a:rPr lang="ru-RU" sz="3200" dirty="0"/>
              <a:t> </a:t>
            </a:r>
            <a:r>
              <a:rPr lang="ru-RU" sz="3200" dirty="0" err="1"/>
              <a:t>суспільне</a:t>
            </a:r>
            <a:r>
              <a:rPr lang="ru-RU" sz="3200" dirty="0"/>
              <a:t> </a:t>
            </a:r>
            <a:r>
              <a:rPr lang="ru-RU" sz="3200" dirty="0" err="1"/>
              <a:t>життя</a:t>
            </a:r>
            <a:r>
              <a:rPr lang="ru-RU" sz="3200" dirty="0"/>
              <a:t> </a:t>
            </a:r>
            <a:r>
              <a:rPr lang="ru-RU" sz="3200" dirty="0" err="1"/>
              <a:t>України</a:t>
            </a:r>
            <a:r>
              <a:rPr lang="ru-RU" sz="3200" dirty="0"/>
              <a:t> </a:t>
            </a:r>
            <a:r>
              <a:rPr lang="ru-RU" sz="3200" dirty="0" err="1"/>
              <a:t>доби</a:t>
            </a:r>
            <a:endParaRPr lang="uk-UA" sz="3200" dirty="0"/>
          </a:p>
        </p:txBody>
      </p:sp>
      <p:sp>
        <p:nvSpPr>
          <p:cNvPr id="3" name="Місце для вмісту 2">
            <a:extLst>
              <a:ext uri="{FF2B5EF4-FFF2-40B4-BE49-F238E27FC236}">
                <a16:creationId xmlns:a16="http://schemas.microsoft.com/office/drawing/2014/main" id="{1C189F4B-9B9D-5F86-FB80-263B01AF5359}"/>
              </a:ext>
            </a:extLst>
          </p:cNvPr>
          <p:cNvSpPr>
            <a:spLocks noGrp="1"/>
          </p:cNvSpPr>
          <p:nvPr>
            <p:ph sz="half" idx="1"/>
          </p:nvPr>
        </p:nvSpPr>
        <p:spPr/>
        <p:txBody>
          <a:bodyPr/>
          <a:lstStyle/>
          <a:p>
            <a:r>
              <a:rPr lang="uk-UA" dirty="0"/>
              <a:t>«Соціалістичне самоврядування реалізується в умовах широкої гласності шляхом участі всього колективу та його громадських організацій у виробленні найважливіших рішень і контролі за їх виконанням, виборності керівників та єдиноначальності в управлінні підприємством…» </a:t>
            </a:r>
          </a:p>
        </p:txBody>
      </p:sp>
      <p:graphicFrame>
        <p:nvGraphicFramePr>
          <p:cNvPr id="5" name="Місце для вмісту 4">
            <a:extLst>
              <a:ext uri="{FF2B5EF4-FFF2-40B4-BE49-F238E27FC236}">
                <a16:creationId xmlns:a16="http://schemas.microsoft.com/office/drawing/2014/main" id="{0E30DFAB-129E-7C4C-E675-9185BE967586}"/>
              </a:ext>
            </a:extLst>
          </p:cNvPr>
          <p:cNvGraphicFramePr>
            <a:graphicFrameLocks noGrp="1"/>
          </p:cNvGraphicFramePr>
          <p:nvPr>
            <p:ph sz="half" idx="2"/>
            <p:extLst>
              <p:ext uri="{D42A27DB-BD31-4B8C-83A1-F6EECF244321}">
                <p14:modId xmlns:p14="http://schemas.microsoft.com/office/powerpoint/2010/main" val="916025865"/>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0376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885FF-ADC9-2335-A678-F69331016F78}"/>
              </a:ext>
            </a:extLst>
          </p:cNvPr>
          <p:cNvSpPr>
            <a:spLocks noGrp="1"/>
          </p:cNvSpPr>
          <p:nvPr>
            <p:ph type="title"/>
          </p:nvPr>
        </p:nvSpPr>
        <p:spPr/>
        <p:txBody>
          <a:bodyPr/>
          <a:lstStyle/>
          <a:p>
            <a:r>
              <a:rPr lang="ru-RU" dirty="0" err="1"/>
              <a:t>Що</a:t>
            </a:r>
            <a:r>
              <a:rPr lang="ru-RU" dirty="0"/>
              <a:t> </a:t>
            </a:r>
            <a:r>
              <a:rPr lang="ru-RU" dirty="0" err="1"/>
              <a:t>зумовило</a:t>
            </a:r>
            <a:r>
              <a:rPr lang="ru-RU" dirty="0"/>
              <a:t> </a:t>
            </a:r>
            <a:r>
              <a:rPr lang="ru-RU" dirty="0" err="1"/>
              <a:t>підписання</a:t>
            </a:r>
            <a:r>
              <a:rPr lang="ru-RU" dirty="0"/>
              <a:t> </a:t>
            </a:r>
            <a:r>
              <a:rPr lang="ru-RU" dirty="0" err="1"/>
              <a:t>цитованого</a:t>
            </a:r>
            <a:r>
              <a:rPr lang="ru-RU" dirty="0"/>
              <a:t> документа?</a:t>
            </a:r>
            <a:endParaRPr lang="uk-UA" dirty="0"/>
          </a:p>
        </p:txBody>
      </p:sp>
      <p:graphicFrame>
        <p:nvGraphicFramePr>
          <p:cNvPr id="7" name="Місце для вмісту 6">
            <a:extLst>
              <a:ext uri="{FF2B5EF4-FFF2-40B4-BE49-F238E27FC236}">
                <a16:creationId xmlns:a16="http://schemas.microsoft.com/office/drawing/2014/main" id="{ED17D486-8568-CA16-7380-3B66FA310CDA}"/>
              </a:ext>
            </a:extLst>
          </p:cNvPr>
          <p:cNvGraphicFramePr>
            <a:graphicFrameLocks noGrp="1"/>
          </p:cNvGraphicFramePr>
          <p:nvPr>
            <p:ph sz="half" idx="2"/>
            <p:extLst>
              <p:ext uri="{D42A27DB-BD31-4B8C-83A1-F6EECF244321}">
                <p14:modId xmlns:p14="http://schemas.microsoft.com/office/powerpoint/2010/main" val="3035722088"/>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Місце для вмісту 5">
            <a:extLst>
              <a:ext uri="{FF2B5EF4-FFF2-40B4-BE49-F238E27FC236}">
                <a16:creationId xmlns:a16="http://schemas.microsoft.com/office/drawing/2014/main" id="{7D196969-F4D4-DD7A-2647-147AC03057F6}"/>
              </a:ext>
            </a:extLst>
          </p:cNvPr>
          <p:cNvSpPr>
            <a:spLocks noGrp="1"/>
          </p:cNvSpPr>
          <p:nvPr>
            <p:ph sz="half" idx="1"/>
          </p:nvPr>
        </p:nvSpPr>
        <p:spPr>
          <a:xfrm>
            <a:off x="685800" y="2194559"/>
            <a:ext cx="5334000" cy="4472941"/>
          </a:xfrm>
        </p:spPr>
        <p:txBody>
          <a:bodyPr>
            <a:normAutofit fontScale="92500" lnSpcReduction="20000"/>
          </a:bodyPr>
          <a:lstStyle/>
          <a:p>
            <a:r>
              <a:rPr lang="uk-UA" i="1" dirty="0"/>
              <a:t>«Російська Федерація, Сполучене Королівство Великої Британії та Північної Ірландії і Сполучені Штати Америки підтверджують Україні їх зобов’язання згідно з принципами Заключного </a:t>
            </a:r>
            <a:r>
              <a:rPr lang="uk-UA" i="1" dirty="0" err="1"/>
              <a:t>акта</a:t>
            </a:r>
            <a:r>
              <a:rPr lang="uk-UA" i="1" dirty="0"/>
              <a:t> Наради з безпеки та співробітництва в Європі (НБСЄ) поважати незалежність і суверенітет та існуючі кордони України.., [а також] підтверджують зобов’язання утримуватися від загрози силою чи її використання проти територіальної цілісності чи політичної незалежності України, що ніяка їхня зброя ніколи не буде використовуватися проти України, крім цілей самооборони або будь-яким іншим чином згідно зі Статутом Організації Об’єднаних Націй…»</a:t>
            </a:r>
          </a:p>
        </p:txBody>
      </p:sp>
    </p:spTree>
    <p:extLst>
      <p:ext uri="{BB962C8B-B14F-4D97-AF65-F5344CB8AC3E}">
        <p14:creationId xmlns:p14="http://schemas.microsoft.com/office/powerpoint/2010/main" val="923357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A00EA7-5240-4908-4F7F-FAD0BD94E21A}"/>
              </a:ext>
            </a:extLst>
          </p:cNvPr>
          <p:cNvSpPr>
            <a:spLocks noGrp="1"/>
          </p:cNvSpPr>
          <p:nvPr>
            <p:ph type="title"/>
          </p:nvPr>
        </p:nvSpPr>
        <p:spPr/>
        <p:txBody>
          <a:bodyPr>
            <a:noAutofit/>
          </a:bodyPr>
          <a:lstStyle/>
          <a:p>
            <a:r>
              <a:rPr lang="ru-RU" sz="3200" dirty="0"/>
              <a:t>На </a:t>
            </a:r>
            <a:r>
              <a:rPr lang="ru-RU" sz="3200" dirty="0" err="1"/>
              <a:t>карикатурі</a:t>
            </a:r>
            <a:r>
              <a:rPr lang="ru-RU" sz="3200" dirty="0"/>
              <a:t> </a:t>
            </a:r>
            <a:r>
              <a:rPr lang="ru-RU" sz="3200" dirty="0" err="1"/>
              <a:t>відображено</a:t>
            </a:r>
            <a:r>
              <a:rPr lang="ru-RU" sz="3200" dirty="0"/>
              <a:t> </a:t>
            </a:r>
            <a:r>
              <a:rPr lang="ru-RU" sz="3200" dirty="0" err="1"/>
              <a:t>запити</a:t>
            </a:r>
            <a:r>
              <a:rPr lang="ru-RU" sz="3200" dirty="0"/>
              <a:t> </a:t>
            </a:r>
            <a:r>
              <a:rPr lang="ru-RU" sz="3200" dirty="0" err="1"/>
              <a:t>сучасного</a:t>
            </a:r>
            <a:r>
              <a:rPr lang="ru-RU" sz="3200" dirty="0"/>
              <a:t> </a:t>
            </a:r>
            <a:r>
              <a:rPr lang="ru-RU" sz="3200" dirty="0" err="1"/>
              <a:t>українського</a:t>
            </a:r>
            <a:r>
              <a:rPr lang="ru-RU" sz="3200" dirty="0"/>
              <a:t> </a:t>
            </a:r>
            <a:r>
              <a:rPr lang="ru-RU" sz="3200" dirty="0" err="1"/>
              <a:t>суспільства</a:t>
            </a:r>
            <a:r>
              <a:rPr lang="ru-RU" sz="3200" dirty="0"/>
              <a:t> </a:t>
            </a:r>
            <a:r>
              <a:rPr lang="ru-RU" sz="3200" dirty="0" err="1"/>
              <a:t>щодо</a:t>
            </a:r>
            <a:endParaRPr lang="uk-UA" sz="3200" dirty="0"/>
          </a:p>
        </p:txBody>
      </p:sp>
      <p:graphicFrame>
        <p:nvGraphicFramePr>
          <p:cNvPr id="5" name="Місце для вмісту 4">
            <a:extLst>
              <a:ext uri="{FF2B5EF4-FFF2-40B4-BE49-F238E27FC236}">
                <a16:creationId xmlns:a16="http://schemas.microsoft.com/office/drawing/2014/main" id="{07E978F2-3DF2-D5B2-5272-E49B5707A3AA}"/>
              </a:ext>
            </a:extLst>
          </p:cNvPr>
          <p:cNvGraphicFramePr>
            <a:graphicFrameLocks noGrp="1"/>
          </p:cNvGraphicFramePr>
          <p:nvPr>
            <p:ph sz="half" idx="2"/>
            <p:extLst>
              <p:ext uri="{D42A27DB-BD31-4B8C-83A1-F6EECF244321}">
                <p14:modId xmlns:p14="http://schemas.microsoft.com/office/powerpoint/2010/main" val="3977072734"/>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a:extLst>
              <a:ext uri="{FF2B5EF4-FFF2-40B4-BE49-F238E27FC236}">
                <a16:creationId xmlns:a16="http://schemas.microsoft.com/office/drawing/2014/main" id="{1EC15213-66A0-98A1-7269-6CE1E2CD697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18677" y="2193925"/>
            <a:ext cx="2468245" cy="402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091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00E37B-89AE-2582-C860-FA3432F724EB}"/>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подією</a:t>
            </a:r>
            <a:r>
              <a:rPr lang="ru-RU" dirty="0"/>
              <a:t> та роком, коли вона </a:t>
            </a:r>
            <a:r>
              <a:rPr lang="ru-RU" dirty="0" err="1"/>
              <a:t>відбулася</a:t>
            </a:r>
            <a:r>
              <a:rPr lang="ru-RU" dirty="0"/>
              <a:t>.</a:t>
            </a:r>
            <a:endParaRPr lang="uk-UA" dirty="0"/>
          </a:p>
        </p:txBody>
      </p:sp>
      <p:graphicFrame>
        <p:nvGraphicFramePr>
          <p:cNvPr id="5" name="Місце для вмісту 4">
            <a:extLst>
              <a:ext uri="{FF2B5EF4-FFF2-40B4-BE49-F238E27FC236}">
                <a16:creationId xmlns:a16="http://schemas.microsoft.com/office/drawing/2014/main" id="{34F1CD5E-344B-E2B3-4255-1DC26364D305}"/>
              </a:ext>
            </a:extLst>
          </p:cNvPr>
          <p:cNvGraphicFramePr>
            <a:graphicFrameLocks noGrp="1"/>
          </p:cNvGraphicFramePr>
          <p:nvPr>
            <p:ph sz="half" idx="1"/>
            <p:extLst>
              <p:ext uri="{D42A27DB-BD31-4B8C-83A1-F6EECF244321}">
                <p14:modId xmlns:p14="http://schemas.microsoft.com/office/powerpoint/2010/main" val="3013900230"/>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41E53E35-A0AC-8488-51CF-7F4ED14096BB}"/>
              </a:ext>
            </a:extLst>
          </p:cNvPr>
          <p:cNvGraphicFramePr>
            <a:graphicFrameLocks noGrp="1"/>
          </p:cNvGraphicFramePr>
          <p:nvPr>
            <p:ph sz="half" idx="2"/>
            <p:extLst>
              <p:ext uri="{D42A27DB-BD31-4B8C-83A1-F6EECF244321}">
                <p14:modId xmlns:p14="http://schemas.microsoft.com/office/powerpoint/2010/main" val="167913522"/>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88500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EC06E6-B736-1E3F-E9F1-2793FB783573}"/>
              </a:ext>
            </a:extLst>
          </p:cNvPr>
          <p:cNvSpPr>
            <a:spLocks noGrp="1"/>
          </p:cNvSpPr>
          <p:nvPr>
            <p:ph type="title"/>
          </p:nvPr>
        </p:nvSpPr>
        <p:spPr/>
        <p:txBody>
          <a:bodyPr>
            <a:normAutofit fontScale="90000"/>
          </a:bodyPr>
          <a:lstStyle/>
          <a:p>
            <a:r>
              <a:rPr lang="ru-RU" dirty="0" err="1"/>
              <a:t>З’ясуйте</a:t>
            </a:r>
            <a:r>
              <a:rPr lang="ru-RU" dirty="0"/>
              <a:t>, кому з </a:t>
            </a:r>
            <a:r>
              <a:rPr lang="ru-RU" dirty="0" err="1"/>
              <a:t>діячів</a:t>
            </a:r>
            <a:r>
              <a:rPr lang="ru-RU" dirty="0"/>
              <a:t> належать </a:t>
            </a:r>
            <a:r>
              <a:rPr lang="ru-RU" dirty="0" err="1"/>
              <a:t>наведені</a:t>
            </a:r>
            <a:r>
              <a:rPr lang="ru-RU" dirty="0"/>
              <a:t> </a:t>
            </a:r>
            <a:r>
              <a:rPr lang="ru-RU" dirty="0" err="1"/>
              <a:t>факти</a:t>
            </a:r>
            <a:r>
              <a:rPr lang="ru-RU" dirty="0"/>
              <a:t> </a:t>
            </a:r>
            <a:r>
              <a:rPr lang="ru-RU" dirty="0" err="1"/>
              <a:t>біографії</a:t>
            </a:r>
            <a:r>
              <a:rPr lang="ru-RU" dirty="0"/>
              <a:t>.</a:t>
            </a:r>
            <a:endParaRPr lang="uk-UA" dirty="0"/>
          </a:p>
        </p:txBody>
      </p:sp>
      <p:graphicFrame>
        <p:nvGraphicFramePr>
          <p:cNvPr id="6" name="Місце для вмісту 5">
            <a:extLst>
              <a:ext uri="{FF2B5EF4-FFF2-40B4-BE49-F238E27FC236}">
                <a16:creationId xmlns:a16="http://schemas.microsoft.com/office/drawing/2014/main" id="{2D1328AE-8B69-2C7F-7D08-79B2EFD6F6BE}"/>
              </a:ext>
            </a:extLst>
          </p:cNvPr>
          <p:cNvGraphicFramePr>
            <a:graphicFrameLocks noGrp="1"/>
          </p:cNvGraphicFramePr>
          <p:nvPr>
            <p:ph sz="half" idx="1"/>
            <p:extLst>
              <p:ext uri="{D42A27DB-BD31-4B8C-83A1-F6EECF244321}">
                <p14:modId xmlns:p14="http://schemas.microsoft.com/office/powerpoint/2010/main" val="3050557787"/>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6FA8BD64-8484-7EBD-8FA9-72776A1532AA}"/>
              </a:ext>
            </a:extLst>
          </p:cNvPr>
          <p:cNvGraphicFramePr>
            <a:graphicFrameLocks noGrp="1"/>
          </p:cNvGraphicFramePr>
          <p:nvPr>
            <p:ph sz="half" idx="2"/>
            <p:extLst>
              <p:ext uri="{D42A27DB-BD31-4B8C-83A1-F6EECF244321}">
                <p14:modId xmlns:p14="http://schemas.microsoft.com/office/powerpoint/2010/main" val="1902787857"/>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64817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181EAA-FF1B-BE25-B46A-AFD83DDD0665}"/>
              </a:ext>
            </a:extLst>
          </p:cNvPr>
          <p:cNvSpPr>
            <a:spLocks noGrp="1"/>
          </p:cNvSpPr>
          <p:nvPr>
            <p:ph type="title"/>
          </p:nvPr>
        </p:nvSpPr>
        <p:spPr/>
        <p:txBody>
          <a:bodyPr/>
          <a:lstStyle/>
          <a:p>
            <a:r>
              <a:rPr lang="uk-UA" dirty="0"/>
              <a:t>Установіть відповідність між подією та її наслідком.</a:t>
            </a:r>
          </a:p>
        </p:txBody>
      </p:sp>
      <p:graphicFrame>
        <p:nvGraphicFramePr>
          <p:cNvPr id="6" name="Місце для вмісту 5">
            <a:extLst>
              <a:ext uri="{FF2B5EF4-FFF2-40B4-BE49-F238E27FC236}">
                <a16:creationId xmlns:a16="http://schemas.microsoft.com/office/drawing/2014/main" id="{5222DE93-88F1-80EC-FE9A-A61A5E0561AA}"/>
              </a:ext>
            </a:extLst>
          </p:cNvPr>
          <p:cNvGraphicFramePr>
            <a:graphicFrameLocks noGrp="1"/>
          </p:cNvGraphicFramePr>
          <p:nvPr>
            <p:ph sz="half" idx="1"/>
            <p:extLst>
              <p:ext uri="{D42A27DB-BD31-4B8C-83A1-F6EECF244321}">
                <p14:modId xmlns:p14="http://schemas.microsoft.com/office/powerpoint/2010/main" val="1770928025"/>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FCD5CB49-BF95-847C-359A-CA1532FAC603}"/>
              </a:ext>
            </a:extLst>
          </p:cNvPr>
          <p:cNvGraphicFramePr>
            <a:graphicFrameLocks noGrp="1"/>
          </p:cNvGraphicFramePr>
          <p:nvPr>
            <p:ph sz="half" idx="2"/>
            <p:extLst>
              <p:ext uri="{D42A27DB-BD31-4B8C-83A1-F6EECF244321}">
                <p14:modId xmlns:p14="http://schemas.microsoft.com/office/powerpoint/2010/main" val="699073042"/>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06018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17FCF1-1388-C4DB-C5AA-B89403D069B2}"/>
              </a:ext>
            </a:extLst>
          </p:cNvPr>
          <p:cNvSpPr>
            <a:spLocks noGrp="1"/>
          </p:cNvSpPr>
          <p:nvPr>
            <p:ph type="title"/>
          </p:nvPr>
        </p:nvSpPr>
        <p:spPr/>
        <p:txBody>
          <a:bodyPr>
            <a:normAutofit/>
          </a:bodyPr>
          <a:lstStyle/>
          <a:p>
            <a:r>
              <a:rPr lang="ru-RU" sz="2800" dirty="0" err="1"/>
              <a:t>Установіть</a:t>
            </a:r>
            <a:r>
              <a:rPr lang="ru-RU" sz="2800" dirty="0"/>
              <a:t> </a:t>
            </a:r>
            <a:r>
              <a:rPr lang="ru-RU" sz="2800" dirty="0" err="1"/>
              <a:t>послідовність</a:t>
            </a:r>
            <a:r>
              <a:rPr lang="ru-RU" sz="2800" dirty="0"/>
              <a:t> </a:t>
            </a:r>
            <a:r>
              <a:rPr lang="ru-RU" sz="2800" dirty="0" err="1"/>
              <a:t>суспільно-політичних</a:t>
            </a:r>
            <a:r>
              <a:rPr lang="ru-RU" sz="2800" dirty="0"/>
              <a:t> </a:t>
            </a:r>
            <a:r>
              <a:rPr lang="ru-RU" sz="2800" dirty="0" err="1"/>
              <a:t>подій</a:t>
            </a:r>
            <a:r>
              <a:rPr lang="ru-RU" sz="2800" dirty="0"/>
              <a:t>, </a:t>
            </a:r>
            <a:r>
              <a:rPr lang="ru-RU" sz="2800" dirty="0" err="1"/>
              <a:t>описаних</a:t>
            </a:r>
            <a:r>
              <a:rPr lang="ru-RU" sz="2800" dirty="0"/>
              <a:t> в </a:t>
            </a:r>
            <a:r>
              <a:rPr lang="ru-RU" sz="2800" dirty="0" err="1"/>
              <a:t>уривках</a:t>
            </a:r>
            <a:r>
              <a:rPr lang="ru-RU" sz="2800" dirty="0"/>
              <a:t> з </a:t>
            </a:r>
            <a:r>
              <a:rPr lang="ru-RU" sz="2800" dirty="0" err="1"/>
              <a:t>історичних</a:t>
            </a:r>
            <a:r>
              <a:rPr lang="ru-RU" sz="2800" dirty="0"/>
              <a:t> </a:t>
            </a:r>
            <a:r>
              <a:rPr lang="ru-RU" sz="2800" dirty="0" err="1"/>
              <a:t>джерел</a:t>
            </a:r>
            <a:r>
              <a:rPr lang="ru-RU" sz="2800" dirty="0"/>
              <a:t>.</a:t>
            </a:r>
            <a:endParaRPr lang="uk-UA" sz="2800" dirty="0"/>
          </a:p>
        </p:txBody>
      </p:sp>
      <p:graphicFrame>
        <p:nvGraphicFramePr>
          <p:cNvPr id="5" name="Місце для вмісту 4">
            <a:extLst>
              <a:ext uri="{FF2B5EF4-FFF2-40B4-BE49-F238E27FC236}">
                <a16:creationId xmlns:a16="http://schemas.microsoft.com/office/drawing/2014/main" id="{A8B0F940-6303-C6AC-BFBA-E42642EB8C3B}"/>
              </a:ext>
            </a:extLst>
          </p:cNvPr>
          <p:cNvGraphicFramePr>
            <a:graphicFrameLocks noGrp="1"/>
          </p:cNvGraphicFramePr>
          <p:nvPr>
            <p:ph sz="half" idx="1"/>
            <p:extLst>
              <p:ext uri="{D42A27DB-BD31-4B8C-83A1-F6EECF244321}">
                <p14:modId xmlns:p14="http://schemas.microsoft.com/office/powerpoint/2010/main" val="3191357130"/>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BFE5C5E7-0883-68FC-EB0D-015E64A25186}"/>
              </a:ext>
            </a:extLst>
          </p:cNvPr>
          <p:cNvGraphicFramePr>
            <a:graphicFrameLocks noGrp="1"/>
          </p:cNvGraphicFramePr>
          <p:nvPr>
            <p:ph sz="half" idx="2"/>
            <p:extLst>
              <p:ext uri="{D42A27DB-BD31-4B8C-83A1-F6EECF244321}">
                <p14:modId xmlns:p14="http://schemas.microsoft.com/office/powerpoint/2010/main" val="1992321182"/>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984546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C6C392-16B2-AC74-A13C-7964FF86A8BC}"/>
              </a:ext>
            </a:extLst>
          </p:cNvPr>
          <p:cNvSpPr>
            <a:spLocks noGrp="1"/>
          </p:cNvSpPr>
          <p:nvPr>
            <p:ph type="title"/>
          </p:nvPr>
        </p:nvSpPr>
        <p:spPr/>
        <p:txBody>
          <a:bodyPr>
            <a:noAutofit/>
          </a:bodyPr>
          <a:lstStyle/>
          <a:p>
            <a:r>
              <a:rPr lang="ru-RU" sz="2800" dirty="0" err="1"/>
              <a:t>Установіть</a:t>
            </a:r>
            <a:r>
              <a:rPr lang="ru-RU" sz="2800" dirty="0"/>
              <a:t> </a:t>
            </a:r>
            <a:r>
              <a:rPr lang="ru-RU" sz="2800" dirty="0" err="1"/>
              <a:t>послідовність</a:t>
            </a:r>
            <a:r>
              <a:rPr lang="ru-RU" sz="2800" dirty="0"/>
              <a:t> </a:t>
            </a:r>
            <a:r>
              <a:rPr lang="ru-RU" sz="2800" dirty="0" err="1"/>
              <a:t>виходу</a:t>
            </a:r>
            <a:r>
              <a:rPr lang="ru-RU" sz="2800" dirty="0"/>
              <a:t> </a:t>
            </a:r>
            <a:r>
              <a:rPr lang="ru-RU" sz="2800" dirty="0" err="1"/>
              <a:t>друком</a:t>
            </a:r>
            <a:r>
              <a:rPr lang="ru-RU" sz="2800" dirty="0"/>
              <a:t> газет </a:t>
            </a:r>
            <a:r>
              <a:rPr lang="ru-RU" sz="2800" dirty="0" err="1"/>
              <a:t>часів</a:t>
            </a:r>
            <a:r>
              <a:rPr lang="ru-RU" sz="2800" dirty="0"/>
              <a:t> </a:t>
            </a:r>
            <a:r>
              <a:rPr lang="ru-RU" sz="2800" dirty="0" err="1"/>
              <a:t>Другої</a:t>
            </a:r>
            <a:r>
              <a:rPr lang="ru-RU" sz="2800" dirty="0"/>
              <a:t> </a:t>
            </a:r>
            <a:r>
              <a:rPr lang="ru-RU" sz="2800" dirty="0" err="1"/>
              <a:t>світової</a:t>
            </a:r>
            <a:r>
              <a:rPr lang="ru-RU" sz="2800" dirty="0"/>
              <a:t> </a:t>
            </a:r>
            <a:r>
              <a:rPr lang="ru-RU" sz="2800" dirty="0" err="1"/>
              <a:t>війни</a:t>
            </a:r>
            <a:r>
              <a:rPr lang="ru-RU" sz="2800" dirty="0"/>
              <a:t>, </a:t>
            </a:r>
            <a:r>
              <a:rPr lang="ru-RU" sz="2800" dirty="0" err="1"/>
              <a:t>фрагменти</a:t>
            </a:r>
            <a:r>
              <a:rPr lang="ru-RU" sz="2800" dirty="0"/>
              <a:t> </a:t>
            </a:r>
            <a:r>
              <a:rPr lang="ru-RU" sz="2800" dirty="0" err="1"/>
              <a:t>перших</a:t>
            </a:r>
            <a:r>
              <a:rPr lang="ru-RU" sz="2800" dirty="0"/>
              <a:t> </a:t>
            </a:r>
            <a:r>
              <a:rPr lang="ru-RU" sz="2800" dirty="0" err="1"/>
              <a:t>шпальт</a:t>
            </a:r>
            <a:r>
              <a:rPr lang="ru-RU" sz="2800" dirty="0"/>
              <a:t> </a:t>
            </a:r>
            <a:r>
              <a:rPr lang="ru-RU" sz="2800" dirty="0" err="1"/>
              <a:t>яких</a:t>
            </a:r>
            <a:r>
              <a:rPr lang="ru-RU" sz="2800" dirty="0"/>
              <a:t> </a:t>
            </a:r>
            <a:r>
              <a:rPr lang="ru-RU" sz="2800" dirty="0" err="1"/>
              <a:t>зображено</a:t>
            </a:r>
            <a:r>
              <a:rPr lang="ru-RU" sz="2800" dirty="0"/>
              <a:t> на фото</a:t>
            </a:r>
            <a:endParaRPr lang="uk-UA" sz="2800" dirty="0"/>
          </a:p>
        </p:txBody>
      </p:sp>
      <p:pic>
        <p:nvPicPr>
          <p:cNvPr id="8194" name="Picture 2">
            <a:extLst>
              <a:ext uri="{FF2B5EF4-FFF2-40B4-BE49-F238E27FC236}">
                <a16:creationId xmlns:a16="http://schemas.microsoft.com/office/drawing/2014/main" id="{BF36BB0F-F47B-25EF-9E31-56F83E10D09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968479" y="2280967"/>
            <a:ext cx="4441721" cy="179149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166ABBA9-6658-441F-415F-ABBB443E4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531" y="4296027"/>
            <a:ext cx="4441720" cy="210241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C8E3AEAD-1C27-952B-20A7-534CEF5FE25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781802" y="2280967"/>
            <a:ext cx="4229103" cy="1874902"/>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EC8865EA-5BE4-6718-03B4-BC63C1CEE9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0875" y="4296028"/>
            <a:ext cx="4320029" cy="2102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011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D87160-4F41-4DAA-4A07-9D34755DBC8D}"/>
              </a:ext>
            </a:extLst>
          </p:cNvPr>
          <p:cNvSpPr>
            <a:spLocks noGrp="1"/>
          </p:cNvSpPr>
          <p:nvPr>
            <p:ph type="title"/>
          </p:nvPr>
        </p:nvSpPr>
        <p:spPr/>
        <p:txBody>
          <a:bodyPr>
            <a:noAutofit/>
          </a:bodyPr>
          <a:lstStyle/>
          <a:p>
            <a:r>
              <a:rPr lang="ru-RU" sz="3200" dirty="0" err="1"/>
              <a:t>Хто</a:t>
            </a:r>
            <a:r>
              <a:rPr lang="ru-RU" sz="3200" dirty="0"/>
              <a:t> з </a:t>
            </a:r>
            <a:r>
              <a:rPr lang="ru-RU" sz="3200" dirty="0" err="1"/>
              <a:t>указаних</a:t>
            </a:r>
            <a:r>
              <a:rPr lang="ru-RU" sz="3200" dirty="0"/>
              <a:t> </a:t>
            </a:r>
            <a:r>
              <a:rPr lang="ru-RU" sz="3200" dirty="0" err="1"/>
              <a:t>діячів</a:t>
            </a:r>
            <a:r>
              <a:rPr lang="ru-RU" sz="3200" dirty="0"/>
              <a:t> </a:t>
            </a:r>
            <a:r>
              <a:rPr lang="ru-RU" sz="3200" dirty="0" err="1"/>
              <a:t>був</a:t>
            </a:r>
            <a:r>
              <a:rPr lang="ru-RU" sz="3200" dirty="0"/>
              <a:t> </a:t>
            </a:r>
            <a:r>
              <a:rPr lang="ru-RU" sz="3200" dirty="0" err="1"/>
              <a:t>причетний</a:t>
            </a:r>
            <a:r>
              <a:rPr lang="ru-RU" sz="3200" dirty="0"/>
              <a:t> до </a:t>
            </a:r>
            <a:r>
              <a:rPr lang="ru-RU" sz="3200" dirty="0" err="1"/>
              <a:t>створення</a:t>
            </a:r>
            <a:r>
              <a:rPr lang="ru-RU" sz="3200" dirty="0"/>
              <a:t> </a:t>
            </a:r>
            <a:r>
              <a:rPr lang="ru-RU" sz="3200" dirty="0" err="1"/>
              <a:t>Західноукраїнської</a:t>
            </a:r>
            <a:r>
              <a:rPr lang="ru-RU" sz="3200" dirty="0"/>
              <a:t> </a:t>
            </a:r>
            <a:r>
              <a:rPr lang="ru-RU" sz="3200" dirty="0" err="1"/>
              <a:t>Народної</a:t>
            </a:r>
            <a:r>
              <a:rPr lang="ru-RU" sz="3200" dirty="0"/>
              <a:t> </a:t>
            </a:r>
            <a:r>
              <a:rPr lang="ru-RU" sz="3200" dirty="0" err="1"/>
              <a:t>Республіки</a:t>
            </a:r>
            <a:r>
              <a:rPr lang="ru-RU" sz="3200" dirty="0"/>
              <a:t> (ЗУНР)?</a:t>
            </a:r>
            <a:endParaRPr lang="uk-UA" sz="3200" dirty="0"/>
          </a:p>
        </p:txBody>
      </p:sp>
      <p:graphicFrame>
        <p:nvGraphicFramePr>
          <p:cNvPr id="5" name="Місце для вмісту 4">
            <a:extLst>
              <a:ext uri="{FF2B5EF4-FFF2-40B4-BE49-F238E27FC236}">
                <a16:creationId xmlns:a16="http://schemas.microsoft.com/office/drawing/2014/main" id="{2B83684F-A8C4-8DC4-8059-55F47ECBE9D5}"/>
              </a:ext>
            </a:extLst>
          </p:cNvPr>
          <p:cNvGraphicFramePr>
            <a:graphicFrameLocks noGrp="1"/>
          </p:cNvGraphicFramePr>
          <p:nvPr>
            <p:ph sz="half" idx="1"/>
            <p:extLst>
              <p:ext uri="{D42A27DB-BD31-4B8C-83A1-F6EECF244321}">
                <p14:modId xmlns:p14="http://schemas.microsoft.com/office/powerpoint/2010/main" val="1160263253"/>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1E128FCF-AC89-F604-C2C7-C0448E65D9D5}"/>
              </a:ext>
            </a:extLst>
          </p:cNvPr>
          <p:cNvGraphicFramePr>
            <a:graphicFrameLocks noGrp="1"/>
          </p:cNvGraphicFramePr>
          <p:nvPr>
            <p:ph sz="half" idx="2"/>
            <p:extLst>
              <p:ext uri="{D42A27DB-BD31-4B8C-83A1-F6EECF244321}">
                <p14:modId xmlns:p14="http://schemas.microsoft.com/office/powerpoint/2010/main" val="3120575024"/>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173222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FC8EAB-A6D4-5750-D77D-DB88C86823C4}"/>
              </a:ext>
            </a:extLst>
          </p:cNvPr>
          <p:cNvSpPr>
            <a:spLocks noGrp="1"/>
          </p:cNvSpPr>
          <p:nvPr>
            <p:ph type="title"/>
          </p:nvPr>
        </p:nvSpPr>
        <p:spPr/>
        <p:txBody>
          <a:bodyPr>
            <a:normAutofit/>
          </a:bodyPr>
          <a:lstStyle/>
          <a:p>
            <a:r>
              <a:rPr lang="ru-RU" sz="2800" dirty="0" err="1"/>
              <a:t>Укажіть</a:t>
            </a:r>
            <a:r>
              <a:rPr lang="ru-RU" sz="2800" dirty="0"/>
              <a:t> прояви </a:t>
            </a:r>
            <a:r>
              <a:rPr lang="ru-RU" sz="2800" dirty="0" err="1"/>
              <a:t>політико-ідеологічної</a:t>
            </a:r>
            <a:r>
              <a:rPr lang="ru-RU" sz="2800" dirty="0"/>
              <a:t> </a:t>
            </a:r>
            <a:r>
              <a:rPr lang="ru-RU" sz="2800" dirty="0" err="1"/>
              <a:t>кризи</a:t>
            </a:r>
            <a:r>
              <a:rPr lang="ru-RU" sz="2800" dirty="0"/>
              <a:t> </a:t>
            </a:r>
            <a:r>
              <a:rPr lang="ru-RU" sz="2800" dirty="0" err="1"/>
              <a:t>радянського</a:t>
            </a:r>
            <a:r>
              <a:rPr lang="ru-RU" sz="2800" dirty="0"/>
              <a:t> ладу в </a:t>
            </a:r>
            <a:r>
              <a:rPr lang="ru-RU" sz="2800" dirty="0" err="1"/>
              <a:t>середині</a:t>
            </a:r>
            <a:r>
              <a:rPr lang="ru-RU" sz="2800" dirty="0"/>
              <a:t> 1960-х – на початку 1980-х </a:t>
            </a:r>
            <a:r>
              <a:rPr lang="ru-RU" sz="2800" dirty="0" err="1"/>
              <a:t>рр</a:t>
            </a:r>
            <a:endParaRPr lang="uk-UA" sz="2800" dirty="0"/>
          </a:p>
        </p:txBody>
      </p:sp>
      <p:graphicFrame>
        <p:nvGraphicFramePr>
          <p:cNvPr id="5" name="Місце для вмісту 4">
            <a:extLst>
              <a:ext uri="{FF2B5EF4-FFF2-40B4-BE49-F238E27FC236}">
                <a16:creationId xmlns:a16="http://schemas.microsoft.com/office/drawing/2014/main" id="{83AF8F4C-5EA8-EBCA-75EE-E93C62FFAAEA}"/>
              </a:ext>
            </a:extLst>
          </p:cNvPr>
          <p:cNvGraphicFramePr>
            <a:graphicFrameLocks noGrp="1"/>
          </p:cNvGraphicFramePr>
          <p:nvPr>
            <p:ph sz="half" idx="1"/>
            <p:extLst>
              <p:ext uri="{D42A27DB-BD31-4B8C-83A1-F6EECF244321}">
                <p14:modId xmlns:p14="http://schemas.microsoft.com/office/powerpoint/2010/main" val="1254568463"/>
              </p:ext>
            </p:extLst>
          </p:nvPr>
        </p:nvGraphicFramePr>
        <p:xfrm>
          <a:off x="6858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0185EDA6-B6C2-7BAD-33E7-FBD7F33CB6F3}"/>
              </a:ext>
            </a:extLst>
          </p:cNvPr>
          <p:cNvGraphicFramePr>
            <a:graphicFrameLocks noGrp="1"/>
          </p:cNvGraphicFramePr>
          <p:nvPr>
            <p:ph sz="half" idx="2"/>
            <p:extLst>
              <p:ext uri="{D42A27DB-BD31-4B8C-83A1-F6EECF244321}">
                <p14:modId xmlns:p14="http://schemas.microsoft.com/office/powerpoint/2010/main" val="696337206"/>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95746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B72827-8698-8AC0-B65E-59C91FF3B710}"/>
              </a:ext>
            </a:extLst>
          </p:cNvPr>
          <p:cNvSpPr>
            <a:spLocks noGrp="1"/>
          </p:cNvSpPr>
          <p:nvPr>
            <p:ph type="title"/>
          </p:nvPr>
        </p:nvSpPr>
        <p:spPr/>
        <p:txBody>
          <a:bodyPr>
            <a:normAutofit fontScale="90000"/>
          </a:bodyPr>
          <a:lstStyle/>
          <a:p>
            <a:r>
              <a:rPr lang="ru-RU" dirty="0"/>
              <a:t>На </a:t>
            </a:r>
            <a:r>
              <a:rPr lang="ru-RU" dirty="0" err="1"/>
              <a:t>картосхемі</a:t>
            </a:r>
            <a:r>
              <a:rPr lang="ru-RU" dirty="0"/>
              <a:t> жирною </a:t>
            </a:r>
            <a:r>
              <a:rPr lang="ru-RU" dirty="0" err="1"/>
              <a:t>лінією</a:t>
            </a:r>
            <a:r>
              <a:rPr lang="ru-RU" dirty="0"/>
              <a:t> </a:t>
            </a:r>
            <a:r>
              <a:rPr lang="ru-RU" dirty="0" err="1"/>
              <a:t>позначено</a:t>
            </a:r>
            <a:r>
              <a:rPr lang="ru-RU" dirty="0"/>
              <a:t> </a:t>
            </a:r>
            <a:r>
              <a:rPr lang="ru-RU" dirty="0" err="1"/>
              <a:t>кордони</a:t>
            </a:r>
            <a:r>
              <a:rPr lang="ru-RU" dirty="0"/>
              <a:t> </a:t>
            </a:r>
            <a:r>
              <a:rPr lang="ru-RU" dirty="0" err="1"/>
              <a:t>Київської</a:t>
            </a:r>
            <a:r>
              <a:rPr lang="ru-RU" dirty="0"/>
              <a:t> </a:t>
            </a:r>
            <a:r>
              <a:rPr lang="ru-RU" dirty="0" err="1"/>
              <a:t>держави</a:t>
            </a:r>
            <a:r>
              <a:rPr lang="ru-RU" dirty="0"/>
              <a:t> за </a:t>
            </a:r>
            <a:r>
              <a:rPr lang="ru-RU" dirty="0" err="1"/>
              <a:t>часів</a:t>
            </a:r>
            <a:r>
              <a:rPr lang="ru-RU" dirty="0"/>
              <a:t> </a:t>
            </a:r>
            <a:r>
              <a:rPr lang="ru-RU" dirty="0" err="1"/>
              <a:t>князювання</a:t>
            </a:r>
            <a:endParaRPr lang="uk-UA" dirty="0"/>
          </a:p>
        </p:txBody>
      </p:sp>
      <p:graphicFrame>
        <p:nvGraphicFramePr>
          <p:cNvPr id="5" name="Місце для вмісту 4">
            <a:extLst>
              <a:ext uri="{FF2B5EF4-FFF2-40B4-BE49-F238E27FC236}">
                <a16:creationId xmlns:a16="http://schemas.microsoft.com/office/drawing/2014/main" id="{DB69B3A2-E6A4-D0CC-B62A-D4294CB8886D}"/>
              </a:ext>
            </a:extLst>
          </p:cNvPr>
          <p:cNvGraphicFramePr>
            <a:graphicFrameLocks noGrp="1"/>
          </p:cNvGraphicFramePr>
          <p:nvPr>
            <p:ph sz="half" idx="2"/>
            <p:extLst>
              <p:ext uri="{D42A27DB-BD31-4B8C-83A1-F6EECF244321}">
                <p14:modId xmlns:p14="http://schemas.microsoft.com/office/powerpoint/2010/main" val="3858588443"/>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a:extLst>
              <a:ext uri="{FF2B5EF4-FFF2-40B4-BE49-F238E27FC236}">
                <a16:creationId xmlns:a16="http://schemas.microsoft.com/office/drawing/2014/main" id="{3DB95C0F-8E3A-D4FF-F3A4-5DD70BAAB79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89692" y="2193925"/>
            <a:ext cx="3726215" cy="402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414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0FE246-9BF2-34BB-D655-403059EF3B43}"/>
              </a:ext>
            </a:extLst>
          </p:cNvPr>
          <p:cNvSpPr>
            <a:spLocks noGrp="1"/>
          </p:cNvSpPr>
          <p:nvPr>
            <p:ph type="title"/>
          </p:nvPr>
        </p:nvSpPr>
        <p:spPr/>
        <p:txBody>
          <a:bodyPr>
            <a:normAutofit fontScale="90000"/>
          </a:bodyPr>
          <a:lstStyle/>
          <a:p>
            <a:r>
              <a:rPr lang="ru-RU" dirty="0"/>
              <a:t>У </a:t>
            </a:r>
            <a:r>
              <a:rPr lang="ru-RU" dirty="0" err="1"/>
              <a:t>якому</a:t>
            </a:r>
            <a:r>
              <a:rPr lang="ru-RU" dirty="0"/>
              <a:t> </a:t>
            </a:r>
            <a:r>
              <a:rPr lang="ru-RU" dirty="0" err="1"/>
              <a:t>році</a:t>
            </a:r>
            <a:r>
              <a:rPr lang="ru-RU" dirty="0"/>
              <a:t> </a:t>
            </a:r>
            <a:r>
              <a:rPr lang="ru-RU" dirty="0" err="1"/>
              <a:t>відбулася</a:t>
            </a:r>
            <a:r>
              <a:rPr lang="ru-RU" dirty="0"/>
              <a:t> </a:t>
            </a:r>
            <a:r>
              <a:rPr lang="ru-RU" dirty="0" err="1"/>
              <a:t>подія</a:t>
            </a:r>
            <a:r>
              <a:rPr lang="ru-RU" dirty="0"/>
              <a:t>, описана в </a:t>
            </a:r>
            <a:r>
              <a:rPr lang="ru-RU" dirty="0" err="1"/>
              <a:t>уривку</a:t>
            </a:r>
            <a:r>
              <a:rPr lang="ru-RU" dirty="0"/>
              <a:t> з </a:t>
            </a:r>
            <a:r>
              <a:rPr lang="ru-RU" dirty="0" err="1"/>
              <a:t>історичного</a:t>
            </a:r>
            <a:r>
              <a:rPr lang="ru-RU" dirty="0"/>
              <a:t> </a:t>
            </a:r>
            <a:r>
              <a:rPr lang="ru-RU" dirty="0" err="1"/>
              <a:t>джерела</a:t>
            </a:r>
            <a:endParaRPr lang="uk-UA" dirty="0"/>
          </a:p>
        </p:txBody>
      </p:sp>
      <p:sp>
        <p:nvSpPr>
          <p:cNvPr id="3" name="Місце для вмісту 2">
            <a:extLst>
              <a:ext uri="{FF2B5EF4-FFF2-40B4-BE49-F238E27FC236}">
                <a16:creationId xmlns:a16="http://schemas.microsoft.com/office/drawing/2014/main" id="{5C86693C-5847-B39B-A991-D50FE66B8C4A}"/>
              </a:ext>
            </a:extLst>
          </p:cNvPr>
          <p:cNvSpPr>
            <a:spLocks noGrp="1"/>
          </p:cNvSpPr>
          <p:nvPr>
            <p:ph sz="half" idx="1"/>
          </p:nvPr>
        </p:nvSpPr>
        <p:spPr/>
        <p:txBody>
          <a:bodyPr/>
          <a:lstStyle/>
          <a:p>
            <a:r>
              <a:rPr lang="uk-UA" i="1" dirty="0"/>
              <a:t>«Володимир Мономах сів у Києві. Зустріли ж його митрополит Никифор з єпископами й усіма киянами з честю великою.., сів він на столі отця свого й предків своїх, і всі люди раді були, а заколот улігся…»</a:t>
            </a:r>
          </a:p>
        </p:txBody>
      </p:sp>
      <p:graphicFrame>
        <p:nvGraphicFramePr>
          <p:cNvPr id="5" name="Місце для вмісту 4">
            <a:extLst>
              <a:ext uri="{FF2B5EF4-FFF2-40B4-BE49-F238E27FC236}">
                <a16:creationId xmlns:a16="http://schemas.microsoft.com/office/drawing/2014/main" id="{7731B04D-350D-0529-31FE-2DA5EA43B449}"/>
              </a:ext>
            </a:extLst>
          </p:cNvPr>
          <p:cNvGraphicFramePr>
            <a:graphicFrameLocks noGrp="1"/>
          </p:cNvGraphicFramePr>
          <p:nvPr>
            <p:ph sz="half" idx="2"/>
            <p:extLst>
              <p:ext uri="{D42A27DB-BD31-4B8C-83A1-F6EECF244321}">
                <p14:modId xmlns:p14="http://schemas.microsoft.com/office/powerpoint/2010/main" val="1151076552"/>
              </p:ext>
            </p:extLst>
          </p:nvPr>
        </p:nvGraphicFramePr>
        <p:xfrm>
          <a:off x="6172200" y="2194559"/>
          <a:ext cx="53340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8362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07A69B-8300-3C63-E69F-C57B167CC50A}"/>
              </a:ext>
            </a:extLst>
          </p:cNvPr>
          <p:cNvSpPr>
            <a:spLocks noGrp="1"/>
          </p:cNvSpPr>
          <p:nvPr>
            <p:ph type="title"/>
          </p:nvPr>
        </p:nvSpPr>
        <p:spPr/>
        <p:txBody>
          <a:bodyPr>
            <a:normAutofit fontScale="90000"/>
          </a:bodyPr>
          <a:lstStyle/>
          <a:p>
            <a:r>
              <a:rPr lang="ru-RU" dirty="0"/>
              <a:t>Яка з </a:t>
            </a:r>
            <a:r>
              <a:rPr lang="ru-RU" dirty="0" err="1"/>
              <a:t>ікон</a:t>
            </a:r>
            <a:r>
              <a:rPr lang="ru-RU" dirty="0"/>
              <a:t>, </a:t>
            </a:r>
            <a:r>
              <a:rPr lang="ru-RU" dirty="0" err="1"/>
              <a:t>зображених</a:t>
            </a:r>
            <a:r>
              <a:rPr lang="ru-RU" dirty="0"/>
              <a:t> на фото, </a:t>
            </a:r>
            <a:r>
              <a:rPr lang="ru-RU" dirty="0" err="1"/>
              <a:t>належить</a:t>
            </a:r>
            <a:r>
              <a:rPr lang="ru-RU" dirty="0"/>
              <a:t> </a:t>
            </a:r>
            <a:r>
              <a:rPr lang="ru-RU" dirty="0" err="1"/>
              <a:t>пензлю</a:t>
            </a:r>
            <a:r>
              <a:rPr lang="ru-RU" dirty="0"/>
              <a:t> О. </a:t>
            </a:r>
            <a:r>
              <a:rPr lang="ru-RU" dirty="0" err="1"/>
              <a:t>Горошковича</a:t>
            </a:r>
            <a:r>
              <a:rPr lang="ru-RU" dirty="0"/>
              <a:t>?</a:t>
            </a:r>
            <a:endParaRPr lang="uk-UA" dirty="0"/>
          </a:p>
        </p:txBody>
      </p:sp>
      <p:pic>
        <p:nvPicPr>
          <p:cNvPr id="10242" name="Picture 2">
            <a:extLst>
              <a:ext uri="{FF2B5EF4-FFF2-40B4-BE49-F238E27FC236}">
                <a16:creationId xmlns:a16="http://schemas.microsoft.com/office/drawing/2014/main" id="{BACD099E-AB73-1500-EE82-68335A867612}"/>
              </a:ext>
            </a:extLst>
          </p:cNvPr>
          <p:cNvPicPr>
            <a:picLocks noGrp="1" noChangeAspect="1" noChangeArrowheads="1"/>
          </p:cNvPicPr>
          <p:nvPr>
            <p:ph sz="half" idx="1"/>
          </p:nvPr>
        </p:nvPicPr>
        <p:blipFill rotWithShape="1">
          <a:blip r:embed="rId2">
            <a:extLst>
              <a:ext uri="{28A0092B-C50C-407E-A947-70E740481C1C}">
                <a14:useLocalDpi xmlns:a14="http://schemas.microsoft.com/office/drawing/2010/main" val="0"/>
              </a:ext>
            </a:extLst>
          </a:blip>
          <a:srcRect r="76000"/>
          <a:stretch/>
        </p:blipFill>
        <p:spPr bwMode="auto">
          <a:xfrm>
            <a:off x="381000" y="2621604"/>
            <a:ext cx="2400300" cy="36404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E51EC70B-09F3-5DCD-C75A-D3FF95F31E34}"/>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75600" r="400"/>
          <a:stretch/>
        </p:blipFill>
        <p:spPr bwMode="auto">
          <a:xfrm>
            <a:off x="9220200" y="2621604"/>
            <a:ext cx="2400300" cy="364045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B9CA31A6-D0D7-87F2-ABA0-2A3B9C13E5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200" r="50800"/>
          <a:stretch/>
        </p:blipFill>
        <p:spPr bwMode="auto">
          <a:xfrm>
            <a:off x="3276600" y="2621603"/>
            <a:ext cx="2400300" cy="36404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41AAC0C7-DD3F-394E-B36F-6E860D9C8D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r="26000"/>
          <a:stretch/>
        </p:blipFill>
        <p:spPr bwMode="auto">
          <a:xfrm>
            <a:off x="6248400" y="2621603"/>
            <a:ext cx="2400300" cy="3640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819909"/>
      </p:ext>
    </p:extLst>
  </p:cSld>
  <p:clrMapOvr>
    <a:masterClrMapping/>
  </p:clrMapOvr>
</p:sld>
</file>

<file path=ppt/theme/theme1.xml><?xml version="1.0" encoding="utf-8"?>
<a:theme xmlns:a="http://schemas.openxmlformats.org/drawingml/2006/main" name="Туман">
  <a:themeElements>
    <a:clrScheme name="Туман">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Туман">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уман">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Туман</Template>
  <TotalTime>70</TotalTime>
  <Words>1444</Words>
  <Application>Microsoft Office PowerPoint</Application>
  <PresentationFormat>Широкий екран</PresentationFormat>
  <Paragraphs>164</Paragraphs>
  <Slides>30</Slides>
  <Notes>0</Notes>
  <HiddenSlides>0</HiddenSlides>
  <MMClips>0</MMClips>
  <ScaleCrop>false</ScaleCrop>
  <HeadingPairs>
    <vt:vector size="6" baseType="variant">
      <vt:variant>
        <vt:lpstr>Використані шрифти</vt:lpstr>
      </vt:variant>
      <vt:variant>
        <vt:i4>2</vt:i4>
      </vt:variant>
      <vt:variant>
        <vt:lpstr>Тема</vt:lpstr>
      </vt:variant>
      <vt:variant>
        <vt:i4>1</vt:i4>
      </vt:variant>
      <vt:variant>
        <vt:lpstr>Заголовки слайдів</vt:lpstr>
      </vt:variant>
      <vt:variant>
        <vt:i4>30</vt:i4>
      </vt:variant>
    </vt:vector>
  </HeadingPairs>
  <TitlesOfParts>
    <vt:vector size="33" baseType="lpstr">
      <vt:lpstr>Arial</vt:lpstr>
      <vt:lpstr>Century Gothic</vt:lpstr>
      <vt:lpstr>Туман</vt:lpstr>
      <vt:lpstr>ЗНО онлайн 2018 року з історії України – основна сесія</vt:lpstr>
      <vt:lpstr>Що стало поштовхом до появи документа, уривок з якого наведено</vt:lpstr>
      <vt:lpstr>Потребу здобуття політичної незалежності України вперше обґрунтував</vt:lpstr>
      <vt:lpstr>Створення легіону Українських січових стрільців</vt:lpstr>
      <vt:lpstr>Найбільшу підтримку населення Наддніпрянської України в 1917 р. мала</vt:lpstr>
      <vt:lpstr>Карта-карикатура, зображена на фото, ілюструє події</vt:lpstr>
      <vt:lpstr>Хто з діячів, зображених на фото, очолював Українську державу за обставин, наведених в уривку документа?</vt:lpstr>
      <vt:lpstr>Плакат дає змогу визначити</vt:lpstr>
      <vt:lpstr>Пам’ятка, зображена на фото, є частиною міської архітектури</vt:lpstr>
      <vt:lpstr>Саморозпуск уряду ЗУНР в 1923 р. став наслідком визнання країнами Антанти входження до складу Польщі</vt:lpstr>
      <vt:lpstr>Реалізація Радянським Союзом умов «пакта Молотова–Ріббентропа» розпочалася</vt:lpstr>
      <vt:lpstr>Збройно-політична формація</vt:lpstr>
      <vt:lpstr>Уривок з історичного джерела доречно використовувати, характеризуючи</vt:lpstr>
      <vt:lpstr>Відображені на діаграмах зміни національного складу населення Криму стали наслідком</vt:lpstr>
      <vt:lpstr>У добу «відлиги» в суспільному лексиконі вперше з’являється поняття</vt:lpstr>
      <vt:lpstr>Яку особливість економічного розвитку УРСР в 1970-ті – на початку 1980-х рр. підтверджено даними, наведеними в уривку документа</vt:lpstr>
      <vt:lpstr>У царині якого мистецтва творили діячі, зображені на фото?</vt:lpstr>
      <vt:lpstr>Уривок доречно використовувати, характеризуючи суспільне життя України доби</vt:lpstr>
      <vt:lpstr>Що зумовило підписання цитованого документа?</vt:lpstr>
      <vt:lpstr>На карикатурі відображено запити сучасного українського суспільства щодо</vt:lpstr>
      <vt:lpstr>Установіть відповідність між подією та роком, коли вона відбулася.</vt:lpstr>
      <vt:lpstr>З’ясуйте, кому з діячів належать наведені факти біографії.</vt:lpstr>
      <vt:lpstr>Установіть відповідність між подією та її наслідком.</vt:lpstr>
      <vt:lpstr>Установіть послідовність суспільно-політичних подій, описаних в уривках з історичних джерел.</vt:lpstr>
      <vt:lpstr>Установіть послідовність виходу друком газет часів Другої світової війни, фрагменти перших шпальт яких зображено на фото</vt:lpstr>
      <vt:lpstr>Хто з указаних діячів був причетний до створення Західноукраїнської Народної Республіки (ЗУНР)?</vt:lpstr>
      <vt:lpstr>Укажіть прояви політико-ідеологічної кризи радянського ладу в середині 1960-х – на початку 1980-х рр</vt:lpstr>
      <vt:lpstr>На картосхемі жирною лінією позначено кордони Київської держави за часів князювання</vt:lpstr>
      <vt:lpstr>У якому році відбулася подія, описана в уривку з історичного джерела</vt:lpstr>
      <vt:lpstr>Яка з ікон, зображених на фото, належить пензлю О. Горошковича?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3</cp:revision>
  <dcterms:created xsi:type="dcterms:W3CDTF">2025-04-12T20:31:16Z</dcterms:created>
  <dcterms:modified xsi:type="dcterms:W3CDTF">2025-04-12T21:41:41Z</dcterms:modified>
</cp:coreProperties>
</file>