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2" r:id="rId3"/>
    <p:sldId id="289" r:id="rId4"/>
    <p:sldId id="257" r:id="rId5"/>
    <p:sldId id="281" r:id="rId6"/>
    <p:sldId id="273" r:id="rId7"/>
    <p:sldId id="294" r:id="rId8"/>
    <p:sldId id="305" r:id="rId9"/>
    <p:sldId id="287" r:id="rId10"/>
    <p:sldId id="267" r:id="rId11"/>
    <p:sldId id="271" r:id="rId12"/>
    <p:sldId id="275" r:id="rId13"/>
    <p:sldId id="312" r:id="rId14"/>
    <p:sldId id="308" r:id="rId15"/>
    <p:sldId id="263" r:id="rId16"/>
    <p:sldId id="265" r:id="rId17"/>
    <p:sldId id="276" r:id="rId18"/>
    <p:sldId id="318" r:id="rId19"/>
    <p:sldId id="293" r:id="rId20"/>
    <p:sldId id="266" r:id="rId21"/>
    <p:sldId id="320" r:id="rId22"/>
    <p:sldId id="302" r:id="rId23"/>
    <p:sldId id="307" r:id="rId24"/>
    <p:sldId id="299" r:id="rId25"/>
    <p:sldId id="295" r:id="rId26"/>
    <p:sldId id="298" r:id="rId27"/>
    <p:sldId id="303" r:id="rId28"/>
    <p:sldId id="280" r:id="rId29"/>
    <p:sldId id="288" r:id="rId30"/>
    <p:sldId id="297" r:id="rId31"/>
    <p:sldId id="315" r:id="rId32"/>
    <p:sldId id="310" r:id="rId33"/>
    <p:sldId id="286" r:id="rId34"/>
    <p:sldId id="259" r:id="rId35"/>
    <p:sldId id="260" r:id="rId36"/>
    <p:sldId id="278" r:id="rId37"/>
    <p:sldId id="284" r:id="rId38"/>
    <p:sldId id="306" r:id="rId39"/>
    <p:sldId id="321" r:id="rId40"/>
    <p:sldId id="258" r:id="rId41"/>
    <p:sldId id="313" r:id="rId42"/>
    <p:sldId id="279" r:id="rId43"/>
    <p:sldId id="270" r:id="rId44"/>
    <p:sldId id="322" r:id="rId45"/>
    <p:sldId id="323" r:id="rId46"/>
    <p:sldId id="261" r:id="rId47"/>
    <p:sldId id="317" r:id="rId48"/>
    <p:sldId id="262" r:id="rId49"/>
    <p:sldId id="309" r:id="rId50"/>
    <p:sldId id="316" r:id="rId51"/>
    <p:sldId id="290" r:id="rId52"/>
    <p:sldId id="291" r:id="rId53"/>
    <p:sldId id="311" r:id="rId54"/>
    <p:sldId id="272" r:id="rId55"/>
    <p:sldId id="285" r:id="rId56"/>
    <p:sldId id="304" r:id="rId57"/>
    <p:sldId id="264" r:id="rId58"/>
    <p:sldId id="292" r:id="rId59"/>
    <p:sldId id="274" r:id="rId60"/>
    <p:sldId id="268" r:id="rId61"/>
    <p:sldId id="301" r:id="rId62"/>
    <p:sldId id="300" r:id="rId63"/>
    <p:sldId id="269" r:id="rId64"/>
    <p:sldId id="283" r:id="rId65"/>
    <p:sldId id="277" r:id="rId66"/>
    <p:sldId id="296" r:id="rId67"/>
    <p:sldId id="324" r:id="rId68"/>
    <p:sldId id="319" r:id="rId69"/>
    <p:sldId id="325" r:id="rId70"/>
    <p:sldId id="314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211AC9FD-A601-4E57-B3A4-DE5D8422AF71}">
          <p14:sldIdLst>
            <p14:sldId id="256"/>
          </p14:sldIdLst>
        </p14:section>
        <p14:section name="Археологія" id="{656A3A63-BE6D-4F29-B422-FD99A655A0FC}">
          <p14:sldIdLst>
            <p14:sldId id="282"/>
            <p14:sldId id="289"/>
            <p14:sldId id="257"/>
            <p14:sldId id="281"/>
            <p14:sldId id="273"/>
            <p14:sldId id="294"/>
            <p14:sldId id="305"/>
            <p14:sldId id="287"/>
            <p14:sldId id="267"/>
            <p14:sldId id="271"/>
            <p14:sldId id="275"/>
            <p14:sldId id="312"/>
            <p14:sldId id="308"/>
            <p14:sldId id="263"/>
            <p14:sldId id="265"/>
            <p14:sldId id="276"/>
            <p14:sldId id="318"/>
            <p14:sldId id="293"/>
            <p14:sldId id="266"/>
            <p14:sldId id="320"/>
            <p14:sldId id="302"/>
            <p14:sldId id="307"/>
            <p14:sldId id="299"/>
            <p14:sldId id="295"/>
            <p14:sldId id="298"/>
            <p14:sldId id="303"/>
            <p14:sldId id="280"/>
            <p14:sldId id="288"/>
          </p14:sldIdLst>
        </p14:section>
        <p14:section name="Господарство" id="{C9F5A50B-A059-4897-969E-FA646B1687BB}">
          <p14:sldIdLst>
            <p14:sldId id="297"/>
            <p14:sldId id="315"/>
            <p14:sldId id="310"/>
            <p14:sldId id="286"/>
            <p14:sldId id="259"/>
            <p14:sldId id="260"/>
            <p14:sldId id="278"/>
            <p14:sldId id="284"/>
            <p14:sldId id="306"/>
            <p14:sldId id="321"/>
            <p14:sldId id="258"/>
            <p14:sldId id="313"/>
          </p14:sldIdLst>
        </p14:section>
        <p14:section name="Політика" id="{918053A9-23C1-4FA5-89CB-9A604FF61403}">
          <p14:sldIdLst>
            <p14:sldId id="279"/>
            <p14:sldId id="270"/>
            <p14:sldId id="322"/>
            <p14:sldId id="323"/>
            <p14:sldId id="261"/>
            <p14:sldId id="317"/>
            <p14:sldId id="262"/>
            <p14:sldId id="309"/>
            <p14:sldId id="316"/>
            <p14:sldId id="290"/>
            <p14:sldId id="291"/>
            <p14:sldId id="311"/>
            <p14:sldId id="272"/>
            <p14:sldId id="285"/>
            <p14:sldId id="304"/>
            <p14:sldId id="264"/>
            <p14:sldId id="292"/>
            <p14:sldId id="274"/>
            <p14:sldId id="268"/>
            <p14:sldId id="301"/>
            <p14:sldId id="300"/>
            <p14:sldId id="269"/>
            <p14:sldId id="283"/>
            <p14:sldId id="277"/>
            <p14:sldId id="296"/>
            <p14:sldId id="324"/>
            <p14:sldId id="319"/>
            <p14:sldId id="325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20712E-E791-4640-B572-8C39366C66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C3F292D-CB58-451E-B6E4-E68D5845F5C1}">
      <dgm:prSet/>
      <dgm:spPr/>
      <dgm:t>
        <a:bodyPr/>
        <a:lstStyle/>
        <a:p>
          <a:r>
            <a:rPr lang="uk-UA" b="0" i="0"/>
            <a:t>палеоліту.</a:t>
          </a:r>
          <a:endParaRPr lang="uk-UA"/>
        </a:p>
      </dgm:t>
    </dgm:pt>
    <dgm:pt modelId="{F61E12A8-6699-4930-B9EE-22F1D9B41B75}" type="parTrans" cxnId="{05ACE046-5686-4462-AC5D-046F66CC9CC2}">
      <dgm:prSet/>
      <dgm:spPr/>
      <dgm:t>
        <a:bodyPr/>
        <a:lstStyle/>
        <a:p>
          <a:endParaRPr lang="uk-UA"/>
        </a:p>
      </dgm:t>
    </dgm:pt>
    <dgm:pt modelId="{B9AB1769-2033-4D9D-A519-8A6B9DE7806D}" type="sibTrans" cxnId="{05ACE046-5686-4462-AC5D-046F66CC9CC2}">
      <dgm:prSet/>
      <dgm:spPr/>
      <dgm:t>
        <a:bodyPr/>
        <a:lstStyle/>
        <a:p>
          <a:endParaRPr lang="uk-UA"/>
        </a:p>
      </dgm:t>
    </dgm:pt>
    <dgm:pt modelId="{7F222957-A69B-48FF-A602-1CACCA3C8F63}">
      <dgm:prSet/>
      <dgm:spPr/>
      <dgm:t>
        <a:bodyPr/>
        <a:lstStyle/>
        <a:p>
          <a:r>
            <a:rPr lang="uk-UA" b="0" i="0" dirty="0"/>
            <a:t>мезоліту.</a:t>
          </a:r>
          <a:endParaRPr lang="uk-UA" dirty="0"/>
        </a:p>
      </dgm:t>
    </dgm:pt>
    <dgm:pt modelId="{AB89814B-F56D-4DDC-973E-DDF867A35E42}" type="parTrans" cxnId="{6607E3B8-EF76-48F9-8E2E-FCF481F5F5BD}">
      <dgm:prSet/>
      <dgm:spPr/>
      <dgm:t>
        <a:bodyPr/>
        <a:lstStyle/>
        <a:p>
          <a:endParaRPr lang="uk-UA"/>
        </a:p>
      </dgm:t>
    </dgm:pt>
    <dgm:pt modelId="{43FF1F9E-25EC-4FCF-AD50-A01C827278F1}" type="sibTrans" cxnId="{6607E3B8-EF76-48F9-8E2E-FCF481F5F5BD}">
      <dgm:prSet/>
      <dgm:spPr/>
      <dgm:t>
        <a:bodyPr/>
        <a:lstStyle/>
        <a:p>
          <a:endParaRPr lang="uk-UA"/>
        </a:p>
      </dgm:t>
    </dgm:pt>
    <dgm:pt modelId="{55C7CF34-ABAF-44C5-BFA3-CE3F875B3671}">
      <dgm:prSet/>
      <dgm:spPr/>
      <dgm:t>
        <a:bodyPr/>
        <a:lstStyle/>
        <a:p>
          <a:r>
            <a:rPr lang="uk-UA" b="0" i="0"/>
            <a:t>неоліту.</a:t>
          </a:r>
          <a:endParaRPr lang="uk-UA"/>
        </a:p>
      </dgm:t>
    </dgm:pt>
    <dgm:pt modelId="{F0F1ABDF-B259-4F4E-A4A8-5A3EBF142DE5}" type="parTrans" cxnId="{B7E8CF66-3847-4E72-A576-665BE5E536D5}">
      <dgm:prSet/>
      <dgm:spPr/>
      <dgm:t>
        <a:bodyPr/>
        <a:lstStyle/>
        <a:p>
          <a:endParaRPr lang="uk-UA"/>
        </a:p>
      </dgm:t>
    </dgm:pt>
    <dgm:pt modelId="{F1E5FEDF-2E9E-4FE7-9833-73767BADFCFA}" type="sibTrans" cxnId="{B7E8CF66-3847-4E72-A576-665BE5E536D5}">
      <dgm:prSet/>
      <dgm:spPr/>
      <dgm:t>
        <a:bodyPr/>
        <a:lstStyle/>
        <a:p>
          <a:endParaRPr lang="uk-UA"/>
        </a:p>
      </dgm:t>
    </dgm:pt>
    <dgm:pt modelId="{8AA2519F-FBBD-4CF9-BCD0-E178F2C31655}">
      <dgm:prSet/>
      <dgm:spPr/>
      <dgm:t>
        <a:bodyPr/>
        <a:lstStyle/>
        <a:p>
          <a:r>
            <a:rPr lang="uk-UA" b="0" i="0" dirty="0"/>
            <a:t>енеоліту.</a:t>
          </a:r>
          <a:endParaRPr lang="uk-UA" dirty="0"/>
        </a:p>
      </dgm:t>
    </dgm:pt>
    <dgm:pt modelId="{0F08265E-8863-48F5-9C0E-80947C53DE90}" type="parTrans" cxnId="{8CB0F9E6-97E5-422A-B7EF-FC4CD0FC1F19}">
      <dgm:prSet/>
      <dgm:spPr/>
      <dgm:t>
        <a:bodyPr/>
        <a:lstStyle/>
        <a:p>
          <a:endParaRPr lang="uk-UA"/>
        </a:p>
      </dgm:t>
    </dgm:pt>
    <dgm:pt modelId="{CBD541D9-824F-4119-8615-84B58D0B5BFF}" type="sibTrans" cxnId="{8CB0F9E6-97E5-422A-B7EF-FC4CD0FC1F19}">
      <dgm:prSet/>
      <dgm:spPr/>
      <dgm:t>
        <a:bodyPr/>
        <a:lstStyle/>
        <a:p>
          <a:endParaRPr lang="uk-UA"/>
        </a:p>
      </dgm:t>
    </dgm:pt>
    <dgm:pt modelId="{C252D5DA-3E92-4327-9E6B-7092A779E1FB}" type="pres">
      <dgm:prSet presAssocID="{F120712E-E791-4640-B572-8C39366C66D9}" presName="linear" presStyleCnt="0">
        <dgm:presLayoutVars>
          <dgm:animLvl val="lvl"/>
          <dgm:resizeHandles val="exact"/>
        </dgm:presLayoutVars>
      </dgm:prSet>
      <dgm:spPr/>
    </dgm:pt>
    <dgm:pt modelId="{5DCB01D2-4B82-40B6-86F4-DD3B0FDC7802}" type="pres">
      <dgm:prSet presAssocID="{FC3F292D-CB58-451E-B6E4-E68D5845F5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0A7FBD1-F657-43AA-91A4-39CD7F79DD03}" type="pres">
      <dgm:prSet presAssocID="{B9AB1769-2033-4D9D-A519-8A6B9DE7806D}" presName="spacer" presStyleCnt="0"/>
      <dgm:spPr/>
    </dgm:pt>
    <dgm:pt modelId="{37353F2A-C461-4C9B-9E19-BB05AE02F21F}" type="pres">
      <dgm:prSet presAssocID="{7F222957-A69B-48FF-A602-1CACCA3C8F6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21A85C2-E026-4735-B39F-3B79E0CA7FE1}" type="pres">
      <dgm:prSet presAssocID="{43FF1F9E-25EC-4FCF-AD50-A01C827278F1}" presName="spacer" presStyleCnt="0"/>
      <dgm:spPr/>
    </dgm:pt>
    <dgm:pt modelId="{5FA3FD94-0738-4EEB-A5DC-21B720129924}" type="pres">
      <dgm:prSet presAssocID="{55C7CF34-ABAF-44C5-BFA3-CE3F875B367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4F4D0B1-1FE8-4F82-9F3C-102BB1C2C60B}" type="pres">
      <dgm:prSet presAssocID="{F1E5FEDF-2E9E-4FE7-9833-73767BADFCFA}" presName="spacer" presStyleCnt="0"/>
      <dgm:spPr/>
    </dgm:pt>
    <dgm:pt modelId="{8DF9F15D-881B-49E9-920D-AD1826709A83}" type="pres">
      <dgm:prSet presAssocID="{8AA2519F-FBBD-4CF9-BCD0-E178F2C3165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72C7F11-AE6E-4E50-847B-3B3C2A3169FD}" type="presOf" srcId="{F120712E-E791-4640-B572-8C39366C66D9}" destId="{C252D5DA-3E92-4327-9E6B-7092A779E1FB}" srcOrd="0" destOrd="0" presId="urn:microsoft.com/office/officeart/2005/8/layout/vList2"/>
    <dgm:cxn modelId="{1DC4E83A-155B-4312-B45E-983458B80208}" type="presOf" srcId="{FC3F292D-CB58-451E-B6E4-E68D5845F5C1}" destId="{5DCB01D2-4B82-40B6-86F4-DD3B0FDC7802}" srcOrd="0" destOrd="0" presId="urn:microsoft.com/office/officeart/2005/8/layout/vList2"/>
    <dgm:cxn modelId="{C4734864-18CE-49B6-B7DD-61C9FA8C77E1}" type="presOf" srcId="{8AA2519F-FBBD-4CF9-BCD0-E178F2C31655}" destId="{8DF9F15D-881B-49E9-920D-AD1826709A83}" srcOrd="0" destOrd="0" presId="urn:microsoft.com/office/officeart/2005/8/layout/vList2"/>
    <dgm:cxn modelId="{B7E8CF66-3847-4E72-A576-665BE5E536D5}" srcId="{F120712E-E791-4640-B572-8C39366C66D9}" destId="{55C7CF34-ABAF-44C5-BFA3-CE3F875B3671}" srcOrd="2" destOrd="0" parTransId="{F0F1ABDF-B259-4F4E-A4A8-5A3EBF142DE5}" sibTransId="{F1E5FEDF-2E9E-4FE7-9833-73767BADFCFA}"/>
    <dgm:cxn modelId="{05ACE046-5686-4462-AC5D-046F66CC9CC2}" srcId="{F120712E-E791-4640-B572-8C39366C66D9}" destId="{FC3F292D-CB58-451E-B6E4-E68D5845F5C1}" srcOrd="0" destOrd="0" parTransId="{F61E12A8-6699-4930-B9EE-22F1D9B41B75}" sibTransId="{B9AB1769-2033-4D9D-A519-8A6B9DE7806D}"/>
    <dgm:cxn modelId="{F4969375-F279-44D6-9BF3-C832BFA50E96}" type="presOf" srcId="{55C7CF34-ABAF-44C5-BFA3-CE3F875B3671}" destId="{5FA3FD94-0738-4EEB-A5DC-21B720129924}" srcOrd="0" destOrd="0" presId="urn:microsoft.com/office/officeart/2005/8/layout/vList2"/>
    <dgm:cxn modelId="{73466D56-C6E5-4857-BE23-8B82DEC34F58}" type="presOf" srcId="{7F222957-A69B-48FF-A602-1CACCA3C8F63}" destId="{37353F2A-C461-4C9B-9E19-BB05AE02F21F}" srcOrd="0" destOrd="0" presId="urn:microsoft.com/office/officeart/2005/8/layout/vList2"/>
    <dgm:cxn modelId="{6607E3B8-EF76-48F9-8E2E-FCF481F5F5BD}" srcId="{F120712E-E791-4640-B572-8C39366C66D9}" destId="{7F222957-A69B-48FF-A602-1CACCA3C8F63}" srcOrd="1" destOrd="0" parTransId="{AB89814B-F56D-4DDC-973E-DDF867A35E42}" sibTransId="{43FF1F9E-25EC-4FCF-AD50-A01C827278F1}"/>
    <dgm:cxn modelId="{8CB0F9E6-97E5-422A-B7EF-FC4CD0FC1F19}" srcId="{F120712E-E791-4640-B572-8C39366C66D9}" destId="{8AA2519F-FBBD-4CF9-BCD0-E178F2C31655}" srcOrd="3" destOrd="0" parTransId="{0F08265E-8863-48F5-9C0E-80947C53DE90}" sibTransId="{CBD541D9-824F-4119-8615-84B58D0B5BFF}"/>
    <dgm:cxn modelId="{7602F83D-55CA-43E9-AED4-4DA39850E6ED}" type="presParOf" srcId="{C252D5DA-3E92-4327-9E6B-7092A779E1FB}" destId="{5DCB01D2-4B82-40B6-86F4-DD3B0FDC7802}" srcOrd="0" destOrd="0" presId="urn:microsoft.com/office/officeart/2005/8/layout/vList2"/>
    <dgm:cxn modelId="{33E7BE72-4A47-4992-B68A-8850326EB469}" type="presParOf" srcId="{C252D5DA-3E92-4327-9E6B-7092A779E1FB}" destId="{C0A7FBD1-F657-43AA-91A4-39CD7F79DD03}" srcOrd="1" destOrd="0" presId="urn:microsoft.com/office/officeart/2005/8/layout/vList2"/>
    <dgm:cxn modelId="{E9BAC0F5-C301-48A4-844B-B184A4190045}" type="presParOf" srcId="{C252D5DA-3E92-4327-9E6B-7092A779E1FB}" destId="{37353F2A-C461-4C9B-9E19-BB05AE02F21F}" srcOrd="2" destOrd="0" presId="urn:microsoft.com/office/officeart/2005/8/layout/vList2"/>
    <dgm:cxn modelId="{2F77B7E6-DA10-4CFF-B934-8D5F131BB3E6}" type="presParOf" srcId="{C252D5DA-3E92-4327-9E6B-7092A779E1FB}" destId="{D21A85C2-E026-4735-B39F-3B79E0CA7FE1}" srcOrd="3" destOrd="0" presId="urn:microsoft.com/office/officeart/2005/8/layout/vList2"/>
    <dgm:cxn modelId="{773F88AE-5EBF-4B63-AD13-9145A855425C}" type="presParOf" srcId="{C252D5DA-3E92-4327-9E6B-7092A779E1FB}" destId="{5FA3FD94-0738-4EEB-A5DC-21B720129924}" srcOrd="4" destOrd="0" presId="urn:microsoft.com/office/officeart/2005/8/layout/vList2"/>
    <dgm:cxn modelId="{34E34F02-02DD-4BCB-84AB-C631DDF3C4A7}" type="presParOf" srcId="{C252D5DA-3E92-4327-9E6B-7092A779E1FB}" destId="{D4F4D0B1-1FE8-4F82-9F3C-102BB1C2C60B}" srcOrd="5" destOrd="0" presId="urn:microsoft.com/office/officeart/2005/8/layout/vList2"/>
    <dgm:cxn modelId="{F345FB80-04CD-4C14-A8BE-3DB5A0BCB2FF}" type="presParOf" srcId="{C252D5DA-3E92-4327-9E6B-7092A779E1FB}" destId="{8DF9F15D-881B-49E9-920D-AD1826709A8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AE52B7-87CA-4FB4-96A4-37BD03FF9D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3D78D0-16E2-4DB4-8965-BB04DB3DE162}">
      <dgm:prSet/>
      <dgm:spPr/>
      <dgm:t>
        <a:bodyPr/>
        <a:lstStyle/>
        <a:p>
          <a:r>
            <a:rPr lang="ru-RU" b="0" i="0"/>
            <a:t>2 млн років тому.</a:t>
          </a:r>
          <a:endParaRPr lang="uk-UA"/>
        </a:p>
      </dgm:t>
    </dgm:pt>
    <dgm:pt modelId="{F6FA0902-B79F-419E-AF54-60A197F6A38C}" type="parTrans" cxnId="{0DCA2059-85DB-4B33-AA31-B94A969A49D2}">
      <dgm:prSet/>
      <dgm:spPr/>
      <dgm:t>
        <a:bodyPr/>
        <a:lstStyle/>
        <a:p>
          <a:endParaRPr lang="uk-UA"/>
        </a:p>
      </dgm:t>
    </dgm:pt>
    <dgm:pt modelId="{BFEFB5EE-080B-45F2-B9CE-88F2393864F8}" type="sibTrans" cxnId="{0DCA2059-85DB-4B33-AA31-B94A969A49D2}">
      <dgm:prSet/>
      <dgm:spPr/>
      <dgm:t>
        <a:bodyPr/>
        <a:lstStyle/>
        <a:p>
          <a:endParaRPr lang="uk-UA"/>
        </a:p>
      </dgm:t>
    </dgm:pt>
    <dgm:pt modelId="{4E10FA35-2047-4F35-A30C-98D221D83E6E}">
      <dgm:prSet/>
      <dgm:spPr/>
      <dgm:t>
        <a:bodyPr/>
        <a:lstStyle/>
        <a:p>
          <a:r>
            <a:rPr lang="ru-RU" b="0" i="0" dirty="0"/>
            <a:t>1 млн </a:t>
          </a:r>
          <a:r>
            <a:rPr lang="ru-RU" b="0" i="0" dirty="0" err="1"/>
            <a:t>років</a:t>
          </a:r>
          <a:r>
            <a:rPr lang="ru-RU" b="0" i="0" dirty="0"/>
            <a:t> тому.</a:t>
          </a:r>
          <a:endParaRPr lang="uk-UA" dirty="0"/>
        </a:p>
      </dgm:t>
    </dgm:pt>
    <dgm:pt modelId="{A45B4F00-B769-49BC-AF25-73910A666D66}" type="parTrans" cxnId="{24A85CD9-B91E-41EE-98FF-9E3DB3786AFC}">
      <dgm:prSet/>
      <dgm:spPr/>
      <dgm:t>
        <a:bodyPr/>
        <a:lstStyle/>
        <a:p>
          <a:endParaRPr lang="uk-UA"/>
        </a:p>
      </dgm:t>
    </dgm:pt>
    <dgm:pt modelId="{AC5CC924-5B33-4C1E-9981-894621E5E620}" type="sibTrans" cxnId="{24A85CD9-B91E-41EE-98FF-9E3DB3786AFC}">
      <dgm:prSet/>
      <dgm:spPr/>
      <dgm:t>
        <a:bodyPr/>
        <a:lstStyle/>
        <a:p>
          <a:endParaRPr lang="uk-UA"/>
        </a:p>
      </dgm:t>
    </dgm:pt>
    <dgm:pt modelId="{85782FF3-3AE1-46E1-A951-E2487C5AF0B3}">
      <dgm:prSet/>
      <dgm:spPr/>
      <dgm:t>
        <a:bodyPr/>
        <a:lstStyle/>
        <a:p>
          <a:r>
            <a:rPr lang="ru-RU" b="0" i="0" dirty="0"/>
            <a:t>500 тис. </a:t>
          </a:r>
          <a:r>
            <a:rPr lang="ru-RU" b="0" i="0" dirty="0" err="1"/>
            <a:t>років</a:t>
          </a:r>
          <a:r>
            <a:rPr lang="ru-RU" b="0" i="0" dirty="0"/>
            <a:t> тому.</a:t>
          </a:r>
          <a:endParaRPr lang="uk-UA" dirty="0"/>
        </a:p>
      </dgm:t>
    </dgm:pt>
    <dgm:pt modelId="{EF50E43B-F6E6-46A1-8F8C-30C5FDD1C1A4}" type="parTrans" cxnId="{F9988678-52C5-4B3B-AAC6-119C58C26CE2}">
      <dgm:prSet/>
      <dgm:spPr/>
      <dgm:t>
        <a:bodyPr/>
        <a:lstStyle/>
        <a:p>
          <a:endParaRPr lang="uk-UA"/>
        </a:p>
      </dgm:t>
    </dgm:pt>
    <dgm:pt modelId="{193CD484-E7CA-48E8-BDCD-4FCC0911F99F}" type="sibTrans" cxnId="{F9988678-52C5-4B3B-AAC6-119C58C26CE2}">
      <dgm:prSet/>
      <dgm:spPr/>
      <dgm:t>
        <a:bodyPr/>
        <a:lstStyle/>
        <a:p>
          <a:endParaRPr lang="uk-UA"/>
        </a:p>
      </dgm:t>
    </dgm:pt>
    <dgm:pt modelId="{0F60C3F1-F070-492D-A77F-BE73E6B0F338}">
      <dgm:prSet/>
      <dgm:spPr/>
      <dgm:t>
        <a:bodyPr/>
        <a:lstStyle/>
        <a:p>
          <a:r>
            <a:rPr lang="ru-RU" b="0" i="0" dirty="0"/>
            <a:t>250 тис. </a:t>
          </a:r>
          <a:r>
            <a:rPr lang="ru-RU" b="0" i="0" dirty="0" err="1"/>
            <a:t>років</a:t>
          </a:r>
          <a:r>
            <a:rPr lang="ru-RU" b="0" i="0" dirty="0"/>
            <a:t> тому.</a:t>
          </a:r>
          <a:endParaRPr lang="uk-UA" dirty="0"/>
        </a:p>
      </dgm:t>
    </dgm:pt>
    <dgm:pt modelId="{1E5197AF-C9ED-4957-B59D-94F1E477CB57}" type="parTrans" cxnId="{C93D87DD-0FB9-4298-AA19-49A3ECD75650}">
      <dgm:prSet/>
      <dgm:spPr/>
      <dgm:t>
        <a:bodyPr/>
        <a:lstStyle/>
        <a:p>
          <a:endParaRPr lang="uk-UA"/>
        </a:p>
      </dgm:t>
    </dgm:pt>
    <dgm:pt modelId="{6D1C1944-AAC7-4949-A823-902954126A39}" type="sibTrans" cxnId="{C93D87DD-0FB9-4298-AA19-49A3ECD75650}">
      <dgm:prSet/>
      <dgm:spPr/>
      <dgm:t>
        <a:bodyPr/>
        <a:lstStyle/>
        <a:p>
          <a:endParaRPr lang="uk-UA"/>
        </a:p>
      </dgm:t>
    </dgm:pt>
    <dgm:pt modelId="{502C1D00-1E7B-4806-8C63-2100B82EA170}" type="pres">
      <dgm:prSet presAssocID="{68AE52B7-87CA-4FB4-96A4-37BD03FF9DDC}" presName="linear" presStyleCnt="0">
        <dgm:presLayoutVars>
          <dgm:animLvl val="lvl"/>
          <dgm:resizeHandles val="exact"/>
        </dgm:presLayoutVars>
      </dgm:prSet>
      <dgm:spPr/>
    </dgm:pt>
    <dgm:pt modelId="{390430B7-61FD-48E8-8204-A77DE8CDCF23}" type="pres">
      <dgm:prSet presAssocID="{323D78D0-16E2-4DB4-8965-BB04DB3DE16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25BBD64-6E6E-47C0-81E8-5023B530AB8D}" type="pres">
      <dgm:prSet presAssocID="{BFEFB5EE-080B-45F2-B9CE-88F2393864F8}" presName="spacer" presStyleCnt="0"/>
      <dgm:spPr/>
    </dgm:pt>
    <dgm:pt modelId="{EBF843E2-8DD2-47EB-A4E0-435D64CD9AEA}" type="pres">
      <dgm:prSet presAssocID="{4E10FA35-2047-4F35-A30C-98D221D83E6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CE1CAA-0AB5-43A8-92E1-6E2869A81F35}" type="pres">
      <dgm:prSet presAssocID="{AC5CC924-5B33-4C1E-9981-894621E5E620}" presName="spacer" presStyleCnt="0"/>
      <dgm:spPr/>
    </dgm:pt>
    <dgm:pt modelId="{176070D5-0C3E-4178-A7F1-F752D6DD6155}" type="pres">
      <dgm:prSet presAssocID="{85782FF3-3AE1-46E1-A951-E2487C5AF0B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226B33A-FCC8-4321-9135-965687CFF596}" type="pres">
      <dgm:prSet presAssocID="{193CD484-E7CA-48E8-BDCD-4FCC0911F99F}" presName="spacer" presStyleCnt="0"/>
      <dgm:spPr/>
    </dgm:pt>
    <dgm:pt modelId="{8CA263CC-FA54-4B2D-8EC3-8699EDDA5DE1}" type="pres">
      <dgm:prSet presAssocID="{0F60C3F1-F070-492D-A77F-BE73E6B0F33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BA2822-0190-464F-AB63-7BE8B158FC5A}" type="presOf" srcId="{85782FF3-3AE1-46E1-A951-E2487C5AF0B3}" destId="{176070D5-0C3E-4178-A7F1-F752D6DD6155}" srcOrd="0" destOrd="0" presId="urn:microsoft.com/office/officeart/2005/8/layout/vList2"/>
    <dgm:cxn modelId="{4B02E75F-1F88-4D4C-B6C1-74AA0A3CE9A2}" type="presOf" srcId="{4E10FA35-2047-4F35-A30C-98D221D83E6E}" destId="{EBF843E2-8DD2-47EB-A4E0-435D64CD9AEA}" srcOrd="0" destOrd="0" presId="urn:microsoft.com/office/officeart/2005/8/layout/vList2"/>
    <dgm:cxn modelId="{77767470-FDC9-49FF-B225-7F4B36E8BCD7}" type="presOf" srcId="{0F60C3F1-F070-492D-A77F-BE73E6B0F338}" destId="{8CA263CC-FA54-4B2D-8EC3-8699EDDA5DE1}" srcOrd="0" destOrd="0" presId="urn:microsoft.com/office/officeart/2005/8/layout/vList2"/>
    <dgm:cxn modelId="{F9988678-52C5-4B3B-AAC6-119C58C26CE2}" srcId="{68AE52B7-87CA-4FB4-96A4-37BD03FF9DDC}" destId="{85782FF3-3AE1-46E1-A951-E2487C5AF0B3}" srcOrd="2" destOrd="0" parTransId="{EF50E43B-F6E6-46A1-8F8C-30C5FDD1C1A4}" sibTransId="{193CD484-E7CA-48E8-BDCD-4FCC0911F99F}"/>
    <dgm:cxn modelId="{0DCA2059-85DB-4B33-AA31-B94A969A49D2}" srcId="{68AE52B7-87CA-4FB4-96A4-37BD03FF9DDC}" destId="{323D78D0-16E2-4DB4-8965-BB04DB3DE162}" srcOrd="0" destOrd="0" parTransId="{F6FA0902-B79F-419E-AF54-60A197F6A38C}" sibTransId="{BFEFB5EE-080B-45F2-B9CE-88F2393864F8}"/>
    <dgm:cxn modelId="{1604EF7F-A52F-4FCA-A107-C05430605495}" type="presOf" srcId="{323D78D0-16E2-4DB4-8965-BB04DB3DE162}" destId="{390430B7-61FD-48E8-8204-A77DE8CDCF23}" srcOrd="0" destOrd="0" presId="urn:microsoft.com/office/officeart/2005/8/layout/vList2"/>
    <dgm:cxn modelId="{AF1D0A91-9254-4A90-88A3-4099FF0D51C9}" type="presOf" srcId="{68AE52B7-87CA-4FB4-96A4-37BD03FF9DDC}" destId="{502C1D00-1E7B-4806-8C63-2100B82EA170}" srcOrd="0" destOrd="0" presId="urn:microsoft.com/office/officeart/2005/8/layout/vList2"/>
    <dgm:cxn modelId="{24A85CD9-B91E-41EE-98FF-9E3DB3786AFC}" srcId="{68AE52B7-87CA-4FB4-96A4-37BD03FF9DDC}" destId="{4E10FA35-2047-4F35-A30C-98D221D83E6E}" srcOrd="1" destOrd="0" parTransId="{A45B4F00-B769-49BC-AF25-73910A666D66}" sibTransId="{AC5CC924-5B33-4C1E-9981-894621E5E620}"/>
    <dgm:cxn modelId="{C93D87DD-0FB9-4298-AA19-49A3ECD75650}" srcId="{68AE52B7-87CA-4FB4-96A4-37BD03FF9DDC}" destId="{0F60C3F1-F070-492D-A77F-BE73E6B0F338}" srcOrd="3" destOrd="0" parTransId="{1E5197AF-C9ED-4957-B59D-94F1E477CB57}" sibTransId="{6D1C1944-AAC7-4949-A823-902954126A39}"/>
    <dgm:cxn modelId="{AD2507FC-6E48-4241-BD47-9AC97A81771A}" type="presParOf" srcId="{502C1D00-1E7B-4806-8C63-2100B82EA170}" destId="{390430B7-61FD-48E8-8204-A77DE8CDCF23}" srcOrd="0" destOrd="0" presId="urn:microsoft.com/office/officeart/2005/8/layout/vList2"/>
    <dgm:cxn modelId="{930E7131-57C9-46A7-BFBC-A91B3D80F3DD}" type="presParOf" srcId="{502C1D00-1E7B-4806-8C63-2100B82EA170}" destId="{625BBD64-6E6E-47C0-81E8-5023B530AB8D}" srcOrd="1" destOrd="0" presId="urn:microsoft.com/office/officeart/2005/8/layout/vList2"/>
    <dgm:cxn modelId="{D8B4A0E4-A5EA-4522-9E71-3C861DFC9CFA}" type="presParOf" srcId="{502C1D00-1E7B-4806-8C63-2100B82EA170}" destId="{EBF843E2-8DD2-47EB-A4E0-435D64CD9AEA}" srcOrd="2" destOrd="0" presId="urn:microsoft.com/office/officeart/2005/8/layout/vList2"/>
    <dgm:cxn modelId="{FBC853AF-470F-48E1-873A-29AD3E68E39D}" type="presParOf" srcId="{502C1D00-1E7B-4806-8C63-2100B82EA170}" destId="{C6CE1CAA-0AB5-43A8-92E1-6E2869A81F35}" srcOrd="3" destOrd="0" presId="urn:microsoft.com/office/officeart/2005/8/layout/vList2"/>
    <dgm:cxn modelId="{DB21A32F-A9B0-4FE9-9EA7-C4E9C53CAC1D}" type="presParOf" srcId="{502C1D00-1E7B-4806-8C63-2100B82EA170}" destId="{176070D5-0C3E-4178-A7F1-F752D6DD6155}" srcOrd="4" destOrd="0" presId="urn:microsoft.com/office/officeart/2005/8/layout/vList2"/>
    <dgm:cxn modelId="{97D11F63-9B08-4E7D-BE9C-CEC0AFD3A0E6}" type="presParOf" srcId="{502C1D00-1E7B-4806-8C63-2100B82EA170}" destId="{1226B33A-FCC8-4321-9135-965687CFF596}" srcOrd="5" destOrd="0" presId="urn:microsoft.com/office/officeart/2005/8/layout/vList2"/>
    <dgm:cxn modelId="{C6753EB7-9BB7-44FF-972F-732759E7A65A}" type="presParOf" srcId="{502C1D00-1E7B-4806-8C63-2100B82EA170}" destId="{8CA263CC-FA54-4B2D-8EC3-8699EDDA5D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C230AD-5C2D-4DF9-832D-4DBF78B7E9D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551582-43AE-4E41-B405-A51EE8F532F1}">
      <dgm:prSet/>
      <dgm:spPr/>
      <dgm:t>
        <a:bodyPr/>
        <a:lstStyle/>
        <a:p>
          <a:r>
            <a:rPr lang="uk-UA" b="0" i="0"/>
            <a:t>палеоліту.</a:t>
          </a:r>
          <a:endParaRPr lang="uk-UA"/>
        </a:p>
      </dgm:t>
    </dgm:pt>
    <dgm:pt modelId="{D98C73F3-99A1-469A-8D96-858B6AAAB477}" type="parTrans" cxnId="{6967931B-D9F4-46E1-994A-B883297A51F1}">
      <dgm:prSet/>
      <dgm:spPr/>
      <dgm:t>
        <a:bodyPr/>
        <a:lstStyle/>
        <a:p>
          <a:endParaRPr lang="uk-UA"/>
        </a:p>
      </dgm:t>
    </dgm:pt>
    <dgm:pt modelId="{34606D14-E9B2-4760-8BBA-E499D386F892}" type="sibTrans" cxnId="{6967931B-D9F4-46E1-994A-B883297A51F1}">
      <dgm:prSet/>
      <dgm:spPr/>
      <dgm:t>
        <a:bodyPr/>
        <a:lstStyle/>
        <a:p>
          <a:endParaRPr lang="uk-UA"/>
        </a:p>
      </dgm:t>
    </dgm:pt>
    <dgm:pt modelId="{B6759CB2-88D0-4035-A409-D129035D4B3F}">
      <dgm:prSet/>
      <dgm:spPr/>
      <dgm:t>
        <a:bodyPr/>
        <a:lstStyle/>
        <a:p>
          <a:r>
            <a:rPr lang="uk-UA" b="0" i="0"/>
            <a:t>мезоліту.</a:t>
          </a:r>
          <a:endParaRPr lang="uk-UA"/>
        </a:p>
      </dgm:t>
    </dgm:pt>
    <dgm:pt modelId="{60623CF5-8F17-4C83-8341-D86F6B230806}" type="parTrans" cxnId="{61414AC7-E860-4AE0-A41D-046877FDB165}">
      <dgm:prSet/>
      <dgm:spPr/>
      <dgm:t>
        <a:bodyPr/>
        <a:lstStyle/>
        <a:p>
          <a:endParaRPr lang="uk-UA"/>
        </a:p>
      </dgm:t>
    </dgm:pt>
    <dgm:pt modelId="{27F8F7D2-5052-4EC3-96B8-BE0B72835056}" type="sibTrans" cxnId="{61414AC7-E860-4AE0-A41D-046877FDB165}">
      <dgm:prSet/>
      <dgm:spPr/>
      <dgm:t>
        <a:bodyPr/>
        <a:lstStyle/>
        <a:p>
          <a:endParaRPr lang="uk-UA"/>
        </a:p>
      </dgm:t>
    </dgm:pt>
    <dgm:pt modelId="{E060E312-C081-418A-870A-43E5B2350561}">
      <dgm:prSet/>
      <dgm:spPr/>
      <dgm:t>
        <a:bodyPr/>
        <a:lstStyle/>
        <a:p>
          <a:r>
            <a:rPr lang="uk-UA" b="0" i="0" dirty="0"/>
            <a:t>енеоліту.</a:t>
          </a:r>
          <a:endParaRPr lang="uk-UA" dirty="0"/>
        </a:p>
      </dgm:t>
    </dgm:pt>
    <dgm:pt modelId="{0501FBD7-A35D-4197-A710-471021FB50ED}" type="parTrans" cxnId="{30507219-6626-4A84-9463-C507C74F001B}">
      <dgm:prSet/>
      <dgm:spPr/>
      <dgm:t>
        <a:bodyPr/>
        <a:lstStyle/>
        <a:p>
          <a:endParaRPr lang="uk-UA"/>
        </a:p>
      </dgm:t>
    </dgm:pt>
    <dgm:pt modelId="{2230661B-6DC9-4CCB-9425-DA435509B218}" type="sibTrans" cxnId="{30507219-6626-4A84-9463-C507C74F001B}">
      <dgm:prSet/>
      <dgm:spPr/>
      <dgm:t>
        <a:bodyPr/>
        <a:lstStyle/>
        <a:p>
          <a:endParaRPr lang="uk-UA"/>
        </a:p>
      </dgm:t>
    </dgm:pt>
    <dgm:pt modelId="{6BB228AC-35F2-41AA-95D8-021EA668AC77}">
      <dgm:prSet/>
      <dgm:spPr/>
      <dgm:t>
        <a:bodyPr/>
        <a:lstStyle/>
        <a:p>
          <a:r>
            <a:rPr lang="uk-UA" b="0" i="0" dirty="0"/>
            <a:t>неоліту.</a:t>
          </a:r>
          <a:endParaRPr lang="uk-UA" dirty="0"/>
        </a:p>
      </dgm:t>
    </dgm:pt>
    <dgm:pt modelId="{595EF52C-88F7-4B86-8E30-6B61DDE0C821}" type="parTrans" cxnId="{3409823B-8986-4ED5-8133-852DE3184BF9}">
      <dgm:prSet/>
      <dgm:spPr/>
      <dgm:t>
        <a:bodyPr/>
        <a:lstStyle/>
        <a:p>
          <a:endParaRPr lang="uk-UA"/>
        </a:p>
      </dgm:t>
    </dgm:pt>
    <dgm:pt modelId="{5B72E9F1-296D-4BD1-9201-33A5200B2870}" type="sibTrans" cxnId="{3409823B-8986-4ED5-8133-852DE3184BF9}">
      <dgm:prSet/>
      <dgm:spPr/>
      <dgm:t>
        <a:bodyPr/>
        <a:lstStyle/>
        <a:p>
          <a:endParaRPr lang="uk-UA"/>
        </a:p>
      </dgm:t>
    </dgm:pt>
    <dgm:pt modelId="{7FB7D1ED-2A61-42E8-B836-5CAAA6D482A6}" type="pres">
      <dgm:prSet presAssocID="{30C230AD-5C2D-4DF9-832D-4DBF78B7E9D2}" presName="matrix" presStyleCnt="0">
        <dgm:presLayoutVars>
          <dgm:chMax val="1"/>
          <dgm:dir/>
          <dgm:resizeHandles val="exact"/>
        </dgm:presLayoutVars>
      </dgm:prSet>
      <dgm:spPr/>
    </dgm:pt>
    <dgm:pt modelId="{32FFC826-8B17-4149-A305-44B0943464EA}" type="pres">
      <dgm:prSet presAssocID="{30C230AD-5C2D-4DF9-832D-4DBF78B7E9D2}" presName="diamond" presStyleLbl="bgShp" presStyleIdx="0" presStyleCnt="1"/>
      <dgm:spPr/>
    </dgm:pt>
    <dgm:pt modelId="{406AD9C2-7ECF-48B3-BF4C-5E78003DA085}" type="pres">
      <dgm:prSet presAssocID="{30C230AD-5C2D-4DF9-832D-4DBF78B7E9D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3BA5F69-402A-4508-9FE6-2D24E075AF6A}" type="pres">
      <dgm:prSet presAssocID="{30C230AD-5C2D-4DF9-832D-4DBF78B7E9D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811E981-85D1-4676-B45C-AA4A40500DE6}" type="pres">
      <dgm:prSet presAssocID="{30C230AD-5C2D-4DF9-832D-4DBF78B7E9D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776D72F-AF22-4EF2-AE82-1FA6269B6FB6}" type="pres">
      <dgm:prSet presAssocID="{30C230AD-5C2D-4DF9-832D-4DBF78B7E9D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D8CCE10-36E3-463A-AF1F-B7FD980FF79B}" type="presOf" srcId="{C2551582-43AE-4E41-B405-A51EE8F532F1}" destId="{406AD9C2-7ECF-48B3-BF4C-5E78003DA085}" srcOrd="0" destOrd="0" presId="urn:microsoft.com/office/officeart/2005/8/layout/matrix3"/>
    <dgm:cxn modelId="{3FFA5712-A3E5-42C7-865C-21C9853D1EBE}" type="presOf" srcId="{6BB228AC-35F2-41AA-95D8-021EA668AC77}" destId="{5776D72F-AF22-4EF2-AE82-1FA6269B6FB6}" srcOrd="0" destOrd="0" presId="urn:microsoft.com/office/officeart/2005/8/layout/matrix3"/>
    <dgm:cxn modelId="{30507219-6626-4A84-9463-C507C74F001B}" srcId="{30C230AD-5C2D-4DF9-832D-4DBF78B7E9D2}" destId="{E060E312-C081-418A-870A-43E5B2350561}" srcOrd="2" destOrd="0" parTransId="{0501FBD7-A35D-4197-A710-471021FB50ED}" sibTransId="{2230661B-6DC9-4CCB-9425-DA435509B218}"/>
    <dgm:cxn modelId="{6967931B-D9F4-46E1-994A-B883297A51F1}" srcId="{30C230AD-5C2D-4DF9-832D-4DBF78B7E9D2}" destId="{C2551582-43AE-4E41-B405-A51EE8F532F1}" srcOrd="0" destOrd="0" parTransId="{D98C73F3-99A1-469A-8D96-858B6AAAB477}" sibTransId="{34606D14-E9B2-4760-8BBA-E499D386F892}"/>
    <dgm:cxn modelId="{3409823B-8986-4ED5-8133-852DE3184BF9}" srcId="{30C230AD-5C2D-4DF9-832D-4DBF78B7E9D2}" destId="{6BB228AC-35F2-41AA-95D8-021EA668AC77}" srcOrd="3" destOrd="0" parTransId="{595EF52C-88F7-4B86-8E30-6B61DDE0C821}" sibTransId="{5B72E9F1-296D-4BD1-9201-33A5200B2870}"/>
    <dgm:cxn modelId="{61414AC7-E860-4AE0-A41D-046877FDB165}" srcId="{30C230AD-5C2D-4DF9-832D-4DBF78B7E9D2}" destId="{B6759CB2-88D0-4035-A409-D129035D4B3F}" srcOrd="1" destOrd="0" parTransId="{60623CF5-8F17-4C83-8341-D86F6B230806}" sibTransId="{27F8F7D2-5052-4EC3-96B8-BE0B72835056}"/>
    <dgm:cxn modelId="{9FFBB3DD-E956-4D74-B6E9-E92040B17A93}" type="presOf" srcId="{30C230AD-5C2D-4DF9-832D-4DBF78B7E9D2}" destId="{7FB7D1ED-2A61-42E8-B836-5CAAA6D482A6}" srcOrd="0" destOrd="0" presId="urn:microsoft.com/office/officeart/2005/8/layout/matrix3"/>
    <dgm:cxn modelId="{AD8BBCEE-E3E2-4881-84CE-296B191BF539}" type="presOf" srcId="{E060E312-C081-418A-870A-43E5B2350561}" destId="{1811E981-85D1-4676-B45C-AA4A40500DE6}" srcOrd="0" destOrd="0" presId="urn:microsoft.com/office/officeart/2005/8/layout/matrix3"/>
    <dgm:cxn modelId="{A83455FF-A629-48FC-B938-EA69AE476322}" type="presOf" srcId="{B6759CB2-88D0-4035-A409-D129035D4B3F}" destId="{C3BA5F69-402A-4508-9FE6-2D24E075AF6A}" srcOrd="0" destOrd="0" presId="urn:microsoft.com/office/officeart/2005/8/layout/matrix3"/>
    <dgm:cxn modelId="{D426EE10-A248-40FF-AD6C-AC981278EC66}" type="presParOf" srcId="{7FB7D1ED-2A61-42E8-B836-5CAAA6D482A6}" destId="{32FFC826-8B17-4149-A305-44B0943464EA}" srcOrd="0" destOrd="0" presId="urn:microsoft.com/office/officeart/2005/8/layout/matrix3"/>
    <dgm:cxn modelId="{9E15317A-D694-4FE5-9D75-555EA44DBA95}" type="presParOf" srcId="{7FB7D1ED-2A61-42E8-B836-5CAAA6D482A6}" destId="{406AD9C2-7ECF-48B3-BF4C-5E78003DA085}" srcOrd="1" destOrd="0" presId="urn:microsoft.com/office/officeart/2005/8/layout/matrix3"/>
    <dgm:cxn modelId="{7EF6A284-7B8F-4DF2-B902-389B0B607C82}" type="presParOf" srcId="{7FB7D1ED-2A61-42E8-B836-5CAAA6D482A6}" destId="{C3BA5F69-402A-4508-9FE6-2D24E075AF6A}" srcOrd="2" destOrd="0" presId="urn:microsoft.com/office/officeart/2005/8/layout/matrix3"/>
    <dgm:cxn modelId="{CD0E3F9D-BD50-4EA0-809F-8E9CF392FF4E}" type="presParOf" srcId="{7FB7D1ED-2A61-42E8-B836-5CAAA6D482A6}" destId="{1811E981-85D1-4676-B45C-AA4A40500DE6}" srcOrd="3" destOrd="0" presId="urn:microsoft.com/office/officeart/2005/8/layout/matrix3"/>
    <dgm:cxn modelId="{6BFFE8B1-9858-4A69-8C1C-C3D740794589}" type="presParOf" srcId="{7FB7D1ED-2A61-42E8-B836-5CAAA6D482A6}" destId="{5776D72F-AF22-4EF2-AE82-1FA6269B6FB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0E45C5-4C25-400C-852E-78DBD4AB92F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C8E7918-C67C-4337-A384-B308E609FD7F}">
      <dgm:prSet/>
      <dgm:spPr/>
      <dgm:t>
        <a:bodyPr/>
        <a:lstStyle/>
        <a:p>
          <a:r>
            <a:rPr lang="uk-UA" b="0" i="0"/>
            <a:t>палеоліт</a:t>
          </a:r>
          <a:endParaRPr lang="uk-UA"/>
        </a:p>
      </dgm:t>
    </dgm:pt>
    <dgm:pt modelId="{D64EDCCB-66CC-405D-BB6F-E2AC0ECD585F}" type="parTrans" cxnId="{141715F9-BC7A-455D-96DA-76502EC847B9}">
      <dgm:prSet/>
      <dgm:spPr/>
      <dgm:t>
        <a:bodyPr/>
        <a:lstStyle/>
        <a:p>
          <a:endParaRPr lang="uk-UA"/>
        </a:p>
      </dgm:t>
    </dgm:pt>
    <dgm:pt modelId="{5FA3B3A8-2E07-4A3F-A415-97270E80F9CF}" type="sibTrans" cxnId="{141715F9-BC7A-455D-96DA-76502EC847B9}">
      <dgm:prSet/>
      <dgm:spPr/>
      <dgm:t>
        <a:bodyPr/>
        <a:lstStyle/>
        <a:p>
          <a:endParaRPr lang="uk-UA"/>
        </a:p>
      </dgm:t>
    </dgm:pt>
    <dgm:pt modelId="{33C2EA0C-F3D7-47D9-BA8D-4994A5937148}">
      <dgm:prSet/>
      <dgm:spPr/>
      <dgm:t>
        <a:bodyPr/>
        <a:lstStyle/>
        <a:p>
          <a:r>
            <a:rPr lang="uk-UA" b="0" i="0" dirty="0"/>
            <a:t>мезоліт</a:t>
          </a:r>
          <a:endParaRPr lang="uk-UA" dirty="0"/>
        </a:p>
      </dgm:t>
    </dgm:pt>
    <dgm:pt modelId="{9EB87B43-E503-4078-A16D-624F403101A9}" type="parTrans" cxnId="{A1A3FCB3-187E-4D4D-BCBF-70ACCA264291}">
      <dgm:prSet/>
      <dgm:spPr/>
      <dgm:t>
        <a:bodyPr/>
        <a:lstStyle/>
        <a:p>
          <a:endParaRPr lang="uk-UA"/>
        </a:p>
      </dgm:t>
    </dgm:pt>
    <dgm:pt modelId="{DA49E934-9B73-41ED-BD1B-BE78298F7671}" type="sibTrans" cxnId="{A1A3FCB3-187E-4D4D-BCBF-70ACCA264291}">
      <dgm:prSet/>
      <dgm:spPr/>
      <dgm:t>
        <a:bodyPr/>
        <a:lstStyle/>
        <a:p>
          <a:endParaRPr lang="uk-UA"/>
        </a:p>
      </dgm:t>
    </dgm:pt>
    <dgm:pt modelId="{7015E364-1789-45B0-A15A-2ED209CDF54F}">
      <dgm:prSet/>
      <dgm:spPr/>
      <dgm:t>
        <a:bodyPr/>
        <a:lstStyle/>
        <a:p>
          <a:r>
            <a:rPr lang="uk-UA" b="0" i="0" dirty="0"/>
            <a:t>неоліт</a:t>
          </a:r>
          <a:endParaRPr lang="uk-UA" dirty="0"/>
        </a:p>
      </dgm:t>
    </dgm:pt>
    <dgm:pt modelId="{E7279074-04BC-4F55-86A9-F90948570549}" type="parTrans" cxnId="{E5A50514-5C6F-45A7-8F89-47123D526CC4}">
      <dgm:prSet/>
      <dgm:spPr/>
      <dgm:t>
        <a:bodyPr/>
        <a:lstStyle/>
        <a:p>
          <a:endParaRPr lang="uk-UA"/>
        </a:p>
      </dgm:t>
    </dgm:pt>
    <dgm:pt modelId="{56CAA393-A730-4704-BA61-3719B970B12F}" type="sibTrans" cxnId="{E5A50514-5C6F-45A7-8F89-47123D526CC4}">
      <dgm:prSet/>
      <dgm:spPr/>
      <dgm:t>
        <a:bodyPr/>
        <a:lstStyle/>
        <a:p>
          <a:endParaRPr lang="uk-UA"/>
        </a:p>
      </dgm:t>
    </dgm:pt>
    <dgm:pt modelId="{F7C009E2-D117-46FB-8C32-3F334439CD4C}">
      <dgm:prSet/>
      <dgm:spPr/>
      <dgm:t>
        <a:bodyPr/>
        <a:lstStyle/>
        <a:p>
          <a:r>
            <a:rPr lang="uk-UA" b="0" i="0" dirty="0"/>
            <a:t>бронзовий вік</a:t>
          </a:r>
          <a:endParaRPr lang="uk-UA" dirty="0"/>
        </a:p>
      </dgm:t>
    </dgm:pt>
    <dgm:pt modelId="{CD982339-2371-4920-9A9E-138FF08B71F4}" type="parTrans" cxnId="{1BE01A1F-EE7E-44D3-9D2A-A40A978EF10A}">
      <dgm:prSet/>
      <dgm:spPr/>
      <dgm:t>
        <a:bodyPr/>
        <a:lstStyle/>
        <a:p>
          <a:endParaRPr lang="uk-UA"/>
        </a:p>
      </dgm:t>
    </dgm:pt>
    <dgm:pt modelId="{E69BA6E7-3C6B-49FC-8A7A-EE337B5B5451}" type="sibTrans" cxnId="{1BE01A1F-EE7E-44D3-9D2A-A40A978EF10A}">
      <dgm:prSet/>
      <dgm:spPr/>
      <dgm:t>
        <a:bodyPr/>
        <a:lstStyle/>
        <a:p>
          <a:endParaRPr lang="uk-UA"/>
        </a:p>
      </dgm:t>
    </dgm:pt>
    <dgm:pt modelId="{F4E34134-2422-45E8-BE0D-446C395EF86A}" type="pres">
      <dgm:prSet presAssocID="{EE0E45C5-4C25-400C-852E-78DBD4AB92F7}" presName="vert0" presStyleCnt="0">
        <dgm:presLayoutVars>
          <dgm:dir/>
          <dgm:animOne val="branch"/>
          <dgm:animLvl val="lvl"/>
        </dgm:presLayoutVars>
      </dgm:prSet>
      <dgm:spPr/>
    </dgm:pt>
    <dgm:pt modelId="{EEB53E5E-A69A-456D-B57A-A0F877ED5370}" type="pres">
      <dgm:prSet presAssocID="{7C8E7918-C67C-4337-A384-B308E609FD7F}" presName="thickLine" presStyleLbl="alignNode1" presStyleIdx="0" presStyleCnt="4"/>
      <dgm:spPr/>
    </dgm:pt>
    <dgm:pt modelId="{283DDAB9-98E8-4890-BBCB-21781DA70AFA}" type="pres">
      <dgm:prSet presAssocID="{7C8E7918-C67C-4337-A384-B308E609FD7F}" presName="horz1" presStyleCnt="0"/>
      <dgm:spPr/>
    </dgm:pt>
    <dgm:pt modelId="{0E6EF698-4F12-45F5-BDBB-FD36921C2537}" type="pres">
      <dgm:prSet presAssocID="{7C8E7918-C67C-4337-A384-B308E609FD7F}" presName="tx1" presStyleLbl="revTx" presStyleIdx="0" presStyleCnt="4"/>
      <dgm:spPr/>
    </dgm:pt>
    <dgm:pt modelId="{A1FD946B-9363-456F-AE27-9F2653FCF9D2}" type="pres">
      <dgm:prSet presAssocID="{7C8E7918-C67C-4337-A384-B308E609FD7F}" presName="vert1" presStyleCnt="0"/>
      <dgm:spPr/>
    </dgm:pt>
    <dgm:pt modelId="{0CFFF83A-739A-4FEE-84D0-507D9ADB4E02}" type="pres">
      <dgm:prSet presAssocID="{33C2EA0C-F3D7-47D9-BA8D-4994A5937148}" presName="thickLine" presStyleLbl="alignNode1" presStyleIdx="1" presStyleCnt="4"/>
      <dgm:spPr/>
    </dgm:pt>
    <dgm:pt modelId="{5083E0C1-78ED-4CEC-B379-93775AE29850}" type="pres">
      <dgm:prSet presAssocID="{33C2EA0C-F3D7-47D9-BA8D-4994A5937148}" presName="horz1" presStyleCnt="0"/>
      <dgm:spPr/>
    </dgm:pt>
    <dgm:pt modelId="{97ACFDB9-1DC1-43FE-ABFC-026EE5C36420}" type="pres">
      <dgm:prSet presAssocID="{33C2EA0C-F3D7-47D9-BA8D-4994A5937148}" presName="tx1" presStyleLbl="revTx" presStyleIdx="1" presStyleCnt="4"/>
      <dgm:spPr/>
    </dgm:pt>
    <dgm:pt modelId="{7A4A26DB-C971-4C58-8DD4-E4CA05D41A25}" type="pres">
      <dgm:prSet presAssocID="{33C2EA0C-F3D7-47D9-BA8D-4994A5937148}" presName="vert1" presStyleCnt="0"/>
      <dgm:spPr/>
    </dgm:pt>
    <dgm:pt modelId="{0E04E2CC-E32C-4940-A191-7070F001F703}" type="pres">
      <dgm:prSet presAssocID="{7015E364-1789-45B0-A15A-2ED209CDF54F}" presName="thickLine" presStyleLbl="alignNode1" presStyleIdx="2" presStyleCnt="4"/>
      <dgm:spPr/>
    </dgm:pt>
    <dgm:pt modelId="{8264D45B-42DA-478E-9C01-7F5ACEB5933B}" type="pres">
      <dgm:prSet presAssocID="{7015E364-1789-45B0-A15A-2ED209CDF54F}" presName="horz1" presStyleCnt="0"/>
      <dgm:spPr/>
    </dgm:pt>
    <dgm:pt modelId="{7CD87631-9C2C-4AFC-AEC0-2CF99BB3A7F9}" type="pres">
      <dgm:prSet presAssocID="{7015E364-1789-45B0-A15A-2ED209CDF54F}" presName="tx1" presStyleLbl="revTx" presStyleIdx="2" presStyleCnt="4"/>
      <dgm:spPr/>
    </dgm:pt>
    <dgm:pt modelId="{1D972F07-EA04-4CCA-A7B0-8DEB47F0AD7D}" type="pres">
      <dgm:prSet presAssocID="{7015E364-1789-45B0-A15A-2ED209CDF54F}" presName="vert1" presStyleCnt="0"/>
      <dgm:spPr/>
    </dgm:pt>
    <dgm:pt modelId="{C01A7C96-697F-4524-BE01-CC28FE6C2742}" type="pres">
      <dgm:prSet presAssocID="{F7C009E2-D117-46FB-8C32-3F334439CD4C}" presName="thickLine" presStyleLbl="alignNode1" presStyleIdx="3" presStyleCnt="4"/>
      <dgm:spPr/>
    </dgm:pt>
    <dgm:pt modelId="{8D2A5AE5-B437-479D-8289-B3A7A4344399}" type="pres">
      <dgm:prSet presAssocID="{F7C009E2-D117-46FB-8C32-3F334439CD4C}" presName="horz1" presStyleCnt="0"/>
      <dgm:spPr/>
    </dgm:pt>
    <dgm:pt modelId="{9E4F9C37-A50D-4FEF-8B65-27AD9DBFAB99}" type="pres">
      <dgm:prSet presAssocID="{F7C009E2-D117-46FB-8C32-3F334439CD4C}" presName="tx1" presStyleLbl="revTx" presStyleIdx="3" presStyleCnt="4"/>
      <dgm:spPr/>
    </dgm:pt>
    <dgm:pt modelId="{F8E137B3-DA66-43AE-A0FA-F58000FC608C}" type="pres">
      <dgm:prSet presAssocID="{F7C009E2-D117-46FB-8C32-3F334439CD4C}" presName="vert1" presStyleCnt="0"/>
      <dgm:spPr/>
    </dgm:pt>
  </dgm:ptLst>
  <dgm:cxnLst>
    <dgm:cxn modelId="{E5A50514-5C6F-45A7-8F89-47123D526CC4}" srcId="{EE0E45C5-4C25-400C-852E-78DBD4AB92F7}" destId="{7015E364-1789-45B0-A15A-2ED209CDF54F}" srcOrd="2" destOrd="0" parTransId="{E7279074-04BC-4F55-86A9-F90948570549}" sibTransId="{56CAA393-A730-4704-BA61-3719B970B12F}"/>
    <dgm:cxn modelId="{1BE01A1F-EE7E-44D3-9D2A-A40A978EF10A}" srcId="{EE0E45C5-4C25-400C-852E-78DBD4AB92F7}" destId="{F7C009E2-D117-46FB-8C32-3F334439CD4C}" srcOrd="3" destOrd="0" parTransId="{CD982339-2371-4920-9A9E-138FF08B71F4}" sibTransId="{E69BA6E7-3C6B-49FC-8A7A-EE337B5B5451}"/>
    <dgm:cxn modelId="{63F0DF35-BBBB-4D11-9C45-0892102AE8A0}" type="presOf" srcId="{EE0E45C5-4C25-400C-852E-78DBD4AB92F7}" destId="{F4E34134-2422-45E8-BE0D-446C395EF86A}" srcOrd="0" destOrd="0" presId="urn:microsoft.com/office/officeart/2008/layout/LinedList"/>
    <dgm:cxn modelId="{E49E3F7A-3D01-43D2-A85C-B481AA269B4B}" type="presOf" srcId="{F7C009E2-D117-46FB-8C32-3F334439CD4C}" destId="{9E4F9C37-A50D-4FEF-8B65-27AD9DBFAB99}" srcOrd="0" destOrd="0" presId="urn:microsoft.com/office/officeart/2008/layout/LinedList"/>
    <dgm:cxn modelId="{192577AB-7081-4A98-9F4F-57873B575F97}" type="presOf" srcId="{7015E364-1789-45B0-A15A-2ED209CDF54F}" destId="{7CD87631-9C2C-4AFC-AEC0-2CF99BB3A7F9}" srcOrd="0" destOrd="0" presId="urn:microsoft.com/office/officeart/2008/layout/LinedList"/>
    <dgm:cxn modelId="{A1A3FCB3-187E-4D4D-BCBF-70ACCA264291}" srcId="{EE0E45C5-4C25-400C-852E-78DBD4AB92F7}" destId="{33C2EA0C-F3D7-47D9-BA8D-4994A5937148}" srcOrd="1" destOrd="0" parTransId="{9EB87B43-E503-4078-A16D-624F403101A9}" sibTransId="{DA49E934-9B73-41ED-BD1B-BE78298F7671}"/>
    <dgm:cxn modelId="{CCC86AC8-E1E7-417A-AB67-CBFE3A5895CE}" type="presOf" srcId="{33C2EA0C-F3D7-47D9-BA8D-4994A5937148}" destId="{97ACFDB9-1DC1-43FE-ABFC-026EE5C36420}" srcOrd="0" destOrd="0" presId="urn:microsoft.com/office/officeart/2008/layout/LinedList"/>
    <dgm:cxn modelId="{3D2CC3E3-CB33-4E33-823B-4AB80F10E58C}" type="presOf" srcId="{7C8E7918-C67C-4337-A384-B308E609FD7F}" destId="{0E6EF698-4F12-45F5-BDBB-FD36921C2537}" srcOrd="0" destOrd="0" presId="urn:microsoft.com/office/officeart/2008/layout/LinedList"/>
    <dgm:cxn modelId="{141715F9-BC7A-455D-96DA-76502EC847B9}" srcId="{EE0E45C5-4C25-400C-852E-78DBD4AB92F7}" destId="{7C8E7918-C67C-4337-A384-B308E609FD7F}" srcOrd="0" destOrd="0" parTransId="{D64EDCCB-66CC-405D-BB6F-E2AC0ECD585F}" sibTransId="{5FA3B3A8-2E07-4A3F-A415-97270E80F9CF}"/>
    <dgm:cxn modelId="{B9E2CABE-F74D-4FF2-A95F-2AC4AB9D160D}" type="presParOf" srcId="{F4E34134-2422-45E8-BE0D-446C395EF86A}" destId="{EEB53E5E-A69A-456D-B57A-A0F877ED5370}" srcOrd="0" destOrd="0" presId="urn:microsoft.com/office/officeart/2008/layout/LinedList"/>
    <dgm:cxn modelId="{1E4765CF-D48E-47D4-93F7-5B569BE0AF5F}" type="presParOf" srcId="{F4E34134-2422-45E8-BE0D-446C395EF86A}" destId="{283DDAB9-98E8-4890-BBCB-21781DA70AFA}" srcOrd="1" destOrd="0" presId="urn:microsoft.com/office/officeart/2008/layout/LinedList"/>
    <dgm:cxn modelId="{D30D6BF9-C727-44B9-B397-0B136BDCE5D3}" type="presParOf" srcId="{283DDAB9-98E8-4890-BBCB-21781DA70AFA}" destId="{0E6EF698-4F12-45F5-BDBB-FD36921C2537}" srcOrd="0" destOrd="0" presId="urn:microsoft.com/office/officeart/2008/layout/LinedList"/>
    <dgm:cxn modelId="{26A86C78-CCEC-4D40-AD66-2285B6D0FA1F}" type="presParOf" srcId="{283DDAB9-98E8-4890-BBCB-21781DA70AFA}" destId="{A1FD946B-9363-456F-AE27-9F2653FCF9D2}" srcOrd="1" destOrd="0" presId="urn:microsoft.com/office/officeart/2008/layout/LinedList"/>
    <dgm:cxn modelId="{70C6A36F-8DDB-4AC2-9397-3E10E990E0D9}" type="presParOf" srcId="{F4E34134-2422-45E8-BE0D-446C395EF86A}" destId="{0CFFF83A-739A-4FEE-84D0-507D9ADB4E02}" srcOrd="2" destOrd="0" presId="urn:microsoft.com/office/officeart/2008/layout/LinedList"/>
    <dgm:cxn modelId="{81B955C3-5E07-461C-98C6-A693B26464DB}" type="presParOf" srcId="{F4E34134-2422-45E8-BE0D-446C395EF86A}" destId="{5083E0C1-78ED-4CEC-B379-93775AE29850}" srcOrd="3" destOrd="0" presId="urn:microsoft.com/office/officeart/2008/layout/LinedList"/>
    <dgm:cxn modelId="{0F6864CD-8992-4F10-B5D2-36137201AA07}" type="presParOf" srcId="{5083E0C1-78ED-4CEC-B379-93775AE29850}" destId="{97ACFDB9-1DC1-43FE-ABFC-026EE5C36420}" srcOrd="0" destOrd="0" presId="urn:microsoft.com/office/officeart/2008/layout/LinedList"/>
    <dgm:cxn modelId="{B073F9CE-C4E9-493C-A54A-FE6924814583}" type="presParOf" srcId="{5083E0C1-78ED-4CEC-B379-93775AE29850}" destId="{7A4A26DB-C971-4C58-8DD4-E4CA05D41A25}" srcOrd="1" destOrd="0" presId="urn:microsoft.com/office/officeart/2008/layout/LinedList"/>
    <dgm:cxn modelId="{6AE6948C-BCB1-430A-BD31-77F1C8DD2378}" type="presParOf" srcId="{F4E34134-2422-45E8-BE0D-446C395EF86A}" destId="{0E04E2CC-E32C-4940-A191-7070F001F703}" srcOrd="4" destOrd="0" presId="urn:microsoft.com/office/officeart/2008/layout/LinedList"/>
    <dgm:cxn modelId="{0565889F-D20A-41E9-A6E5-6AEC3C0998CE}" type="presParOf" srcId="{F4E34134-2422-45E8-BE0D-446C395EF86A}" destId="{8264D45B-42DA-478E-9C01-7F5ACEB5933B}" srcOrd="5" destOrd="0" presId="urn:microsoft.com/office/officeart/2008/layout/LinedList"/>
    <dgm:cxn modelId="{AA95BDEE-AF12-477A-B0DE-3B6A65E4B513}" type="presParOf" srcId="{8264D45B-42DA-478E-9C01-7F5ACEB5933B}" destId="{7CD87631-9C2C-4AFC-AEC0-2CF99BB3A7F9}" srcOrd="0" destOrd="0" presId="urn:microsoft.com/office/officeart/2008/layout/LinedList"/>
    <dgm:cxn modelId="{DFD90800-175C-4DC2-9B0F-8E8933A91345}" type="presParOf" srcId="{8264D45B-42DA-478E-9C01-7F5ACEB5933B}" destId="{1D972F07-EA04-4CCA-A7B0-8DEB47F0AD7D}" srcOrd="1" destOrd="0" presId="urn:microsoft.com/office/officeart/2008/layout/LinedList"/>
    <dgm:cxn modelId="{EBC713E8-19AB-4897-B07D-B930967C55B1}" type="presParOf" srcId="{F4E34134-2422-45E8-BE0D-446C395EF86A}" destId="{C01A7C96-697F-4524-BE01-CC28FE6C2742}" srcOrd="6" destOrd="0" presId="urn:microsoft.com/office/officeart/2008/layout/LinedList"/>
    <dgm:cxn modelId="{1096F228-4A6E-4A9C-9B78-52C96E639D7D}" type="presParOf" srcId="{F4E34134-2422-45E8-BE0D-446C395EF86A}" destId="{8D2A5AE5-B437-479D-8289-B3A7A4344399}" srcOrd="7" destOrd="0" presId="urn:microsoft.com/office/officeart/2008/layout/LinedList"/>
    <dgm:cxn modelId="{D20C4967-9F43-4062-8097-18C5C1901337}" type="presParOf" srcId="{8D2A5AE5-B437-479D-8289-B3A7A4344399}" destId="{9E4F9C37-A50D-4FEF-8B65-27AD9DBFAB99}" srcOrd="0" destOrd="0" presId="urn:microsoft.com/office/officeart/2008/layout/LinedList"/>
    <dgm:cxn modelId="{A149D8B8-4701-4F39-BEEA-A65A43E244DB}" type="presParOf" srcId="{8D2A5AE5-B437-479D-8289-B3A7A4344399}" destId="{F8E137B3-DA66-43AE-A0FA-F58000FC60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78AE347-038C-42DC-B919-C00240BC35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88B6814-8274-43E0-A07D-0C224D4D68D0}">
      <dgm:prSet/>
      <dgm:spPr/>
      <dgm:t>
        <a:bodyPr/>
        <a:lstStyle/>
        <a:p>
          <a:r>
            <a:rPr lang="uk-UA" b="0" i="0"/>
            <a:t>винайдення водного транспорту (плота, човна),приручення перших тварин</a:t>
          </a:r>
          <a:endParaRPr lang="uk-UA"/>
        </a:p>
      </dgm:t>
    </dgm:pt>
    <dgm:pt modelId="{2A239600-872A-4009-B5E1-97BE43542931}" type="parTrans" cxnId="{CD6C6FBC-EFC3-409C-B996-1BCA4EF89439}">
      <dgm:prSet/>
      <dgm:spPr/>
      <dgm:t>
        <a:bodyPr/>
        <a:lstStyle/>
        <a:p>
          <a:endParaRPr lang="uk-UA"/>
        </a:p>
      </dgm:t>
    </dgm:pt>
    <dgm:pt modelId="{0CCC3F88-FE8B-4003-8559-FBA055FC8554}" type="sibTrans" cxnId="{CD6C6FBC-EFC3-409C-B996-1BCA4EF89439}">
      <dgm:prSet/>
      <dgm:spPr/>
      <dgm:t>
        <a:bodyPr/>
        <a:lstStyle/>
        <a:p>
          <a:endParaRPr lang="uk-UA"/>
        </a:p>
      </dgm:t>
    </dgm:pt>
    <dgm:pt modelId="{E6681F39-6BBF-4448-918D-679D23DAB2FA}">
      <dgm:prSet/>
      <dgm:spPr/>
      <dgm:t>
        <a:bodyPr/>
        <a:lstStyle/>
        <a:p>
          <a:r>
            <a:rPr lang="uk-UA" b="0" i="0" dirty="0"/>
            <a:t>перехід до осілого способу життя, приручення більшості свійських тварин</a:t>
          </a:r>
          <a:endParaRPr lang="uk-UA" dirty="0"/>
        </a:p>
      </dgm:t>
    </dgm:pt>
    <dgm:pt modelId="{A2B324CD-12E1-4DA5-A816-2E4F655BBFB7}" type="parTrans" cxnId="{204C3C2D-4F33-4734-83A2-47F2113A2403}">
      <dgm:prSet/>
      <dgm:spPr/>
      <dgm:t>
        <a:bodyPr/>
        <a:lstStyle/>
        <a:p>
          <a:endParaRPr lang="uk-UA"/>
        </a:p>
      </dgm:t>
    </dgm:pt>
    <dgm:pt modelId="{8DFC9501-5D99-4623-A403-C488821CBBC1}" type="sibTrans" cxnId="{204C3C2D-4F33-4734-83A2-47F2113A2403}">
      <dgm:prSet/>
      <dgm:spPr/>
      <dgm:t>
        <a:bodyPr/>
        <a:lstStyle/>
        <a:p>
          <a:endParaRPr lang="uk-UA"/>
        </a:p>
      </dgm:t>
    </dgm:pt>
    <dgm:pt modelId="{4B178DA0-E5D1-4800-AB51-BB3F1F7FAE65}">
      <dgm:prSet/>
      <dgm:spPr/>
      <dgm:t>
        <a:bodyPr/>
        <a:lstStyle/>
        <a:p>
          <a:r>
            <a:rPr lang="uk-UA" b="0" i="0"/>
            <a:t>використання перших знарядь праці, зародження мистецтва та релігійних уявлень</a:t>
          </a:r>
          <a:endParaRPr lang="uk-UA"/>
        </a:p>
      </dgm:t>
    </dgm:pt>
    <dgm:pt modelId="{82FAEF57-169D-4AC4-8B9C-49D66818DF34}" type="parTrans" cxnId="{F74A963F-2D4E-4F07-ADB1-FB6AFCCC3AE9}">
      <dgm:prSet/>
      <dgm:spPr/>
      <dgm:t>
        <a:bodyPr/>
        <a:lstStyle/>
        <a:p>
          <a:endParaRPr lang="uk-UA"/>
        </a:p>
      </dgm:t>
    </dgm:pt>
    <dgm:pt modelId="{A559C97E-7CD4-4F3D-8391-A894F1FE1FC8}" type="sibTrans" cxnId="{F74A963F-2D4E-4F07-ADB1-FB6AFCCC3AE9}">
      <dgm:prSet/>
      <dgm:spPr/>
      <dgm:t>
        <a:bodyPr/>
        <a:lstStyle/>
        <a:p>
          <a:endParaRPr lang="uk-UA"/>
        </a:p>
      </dgm:t>
    </dgm:pt>
    <dgm:pt modelId="{D8E22A8B-7AE7-48C2-82C5-5EC9C29C2B63}">
      <dgm:prSet/>
      <dgm:spPr/>
      <dgm:t>
        <a:bodyPr/>
        <a:lstStyle/>
        <a:p>
          <a:r>
            <a:rPr lang="uk-UA" b="0" i="0"/>
            <a:t>витіснення каменю штучним матеріалом у виробництві знарядь праці, приручення коня</a:t>
          </a:r>
          <a:endParaRPr lang="uk-UA"/>
        </a:p>
      </dgm:t>
    </dgm:pt>
    <dgm:pt modelId="{0B2A297F-E0D7-408F-BE48-6591954FFEB3}" type="parTrans" cxnId="{B6501328-5B86-45E9-894D-E36CC8D8ED0C}">
      <dgm:prSet/>
      <dgm:spPr/>
      <dgm:t>
        <a:bodyPr/>
        <a:lstStyle/>
        <a:p>
          <a:endParaRPr lang="uk-UA"/>
        </a:p>
      </dgm:t>
    </dgm:pt>
    <dgm:pt modelId="{CE2A9704-5CE5-4D4F-90C4-7080779038BF}" type="sibTrans" cxnId="{B6501328-5B86-45E9-894D-E36CC8D8ED0C}">
      <dgm:prSet/>
      <dgm:spPr/>
      <dgm:t>
        <a:bodyPr/>
        <a:lstStyle/>
        <a:p>
          <a:endParaRPr lang="uk-UA"/>
        </a:p>
      </dgm:t>
    </dgm:pt>
    <dgm:pt modelId="{F1C522BB-AF54-4E70-8950-7329B02E216D}">
      <dgm:prSet/>
      <dgm:spPr/>
      <dgm:t>
        <a:bodyPr/>
        <a:lstStyle/>
        <a:p>
          <a:r>
            <a:rPr lang="uk-UA" b="0" i="0" dirty="0"/>
            <a:t>використання плуга для обробки землі, панування кочівників у степовій частині України</a:t>
          </a:r>
          <a:endParaRPr lang="uk-UA" dirty="0"/>
        </a:p>
      </dgm:t>
    </dgm:pt>
    <dgm:pt modelId="{613B2993-9FAF-48E4-966D-3024E3764C6A}" type="parTrans" cxnId="{9DE21CA8-772F-458B-8753-2A4CA2550B14}">
      <dgm:prSet/>
      <dgm:spPr/>
      <dgm:t>
        <a:bodyPr/>
        <a:lstStyle/>
        <a:p>
          <a:endParaRPr lang="uk-UA"/>
        </a:p>
      </dgm:t>
    </dgm:pt>
    <dgm:pt modelId="{6F2366EC-62F0-468F-A32F-5AA8D1E9309D}" type="sibTrans" cxnId="{9DE21CA8-772F-458B-8753-2A4CA2550B14}">
      <dgm:prSet/>
      <dgm:spPr/>
      <dgm:t>
        <a:bodyPr/>
        <a:lstStyle/>
        <a:p>
          <a:endParaRPr lang="uk-UA"/>
        </a:p>
      </dgm:t>
    </dgm:pt>
    <dgm:pt modelId="{56CBDC0F-BABB-458E-8FE6-29509ECB652C}" type="pres">
      <dgm:prSet presAssocID="{878AE347-038C-42DC-B919-C00240BC354C}" presName="linear" presStyleCnt="0">
        <dgm:presLayoutVars>
          <dgm:animLvl val="lvl"/>
          <dgm:resizeHandles val="exact"/>
        </dgm:presLayoutVars>
      </dgm:prSet>
      <dgm:spPr/>
    </dgm:pt>
    <dgm:pt modelId="{A6ADEA67-0080-4B77-8AA3-E1525FB3AD8C}" type="pres">
      <dgm:prSet presAssocID="{388B6814-8274-43E0-A07D-0C224D4D68D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CA73055-B346-4CCA-B432-06868A780C0D}" type="pres">
      <dgm:prSet presAssocID="{0CCC3F88-FE8B-4003-8559-FBA055FC8554}" presName="spacer" presStyleCnt="0"/>
      <dgm:spPr/>
    </dgm:pt>
    <dgm:pt modelId="{091DB8E4-7DC0-41D1-85DF-5FA4998AD817}" type="pres">
      <dgm:prSet presAssocID="{E6681F39-6BBF-4448-918D-679D23DAB2F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4AFF560-F7B8-40BC-8697-1170B9612591}" type="pres">
      <dgm:prSet presAssocID="{8DFC9501-5D99-4623-A403-C488821CBBC1}" presName="spacer" presStyleCnt="0"/>
      <dgm:spPr/>
    </dgm:pt>
    <dgm:pt modelId="{EAA0DC46-BAB9-4C2A-9B35-55D996DF9C96}" type="pres">
      <dgm:prSet presAssocID="{4B178DA0-E5D1-4800-AB51-BB3F1F7FAE6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2142BFC-F9E4-444B-850A-22396CAD6A88}" type="pres">
      <dgm:prSet presAssocID="{A559C97E-7CD4-4F3D-8391-A894F1FE1FC8}" presName="spacer" presStyleCnt="0"/>
      <dgm:spPr/>
    </dgm:pt>
    <dgm:pt modelId="{2535ACE7-DE59-42C8-A357-A515F18A7E7A}" type="pres">
      <dgm:prSet presAssocID="{D8E22A8B-7AE7-48C2-82C5-5EC9C29C2B6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78659CB-2B70-4567-AA52-07C94E804AB0}" type="pres">
      <dgm:prSet presAssocID="{CE2A9704-5CE5-4D4F-90C4-7080779038BF}" presName="spacer" presStyleCnt="0"/>
      <dgm:spPr/>
    </dgm:pt>
    <dgm:pt modelId="{AA256108-4696-442D-BDF3-D22E4420802F}" type="pres">
      <dgm:prSet presAssocID="{F1C522BB-AF54-4E70-8950-7329B02E216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6501328-5B86-45E9-894D-E36CC8D8ED0C}" srcId="{878AE347-038C-42DC-B919-C00240BC354C}" destId="{D8E22A8B-7AE7-48C2-82C5-5EC9C29C2B63}" srcOrd="3" destOrd="0" parTransId="{0B2A297F-E0D7-408F-BE48-6591954FFEB3}" sibTransId="{CE2A9704-5CE5-4D4F-90C4-7080779038BF}"/>
    <dgm:cxn modelId="{204C3C2D-4F33-4734-83A2-47F2113A2403}" srcId="{878AE347-038C-42DC-B919-C00240BC354C}" destId="{E6681F39-6BBF-4448-918D-679D23DAB2FA}" srcOrd="1" destOrd="0" parTransId="{A2B324CD-12E1-4DA5-A816-2E4F655BBFB7}" sibTransId="{8DFC9501-5D99-4623-A403-C488821CBBC1}"/>
    <dgm:cxn modelId="{7EFF8230-DACC-42A3-B7C5-E6A2B661EC61}" type="presOf" srcId="{F1C522BB-AF54-4E70-8950-7329B02E216D}" destId="{AA256108-4696-442D-BDF3-D22E4420802F}" srcOrd="0" destOrd="0" presId="urn:microsoft.com/office/officeart/2005/8/layout/vList2"/>
    <dgm:cxn modelId="{F74A963F-2D4E-4F07-ADB1-FB6AFCCC3AE9}" srcId="{878AE347-038C-42DC-B919-C00240BC354C}" destId="{4B178DA0-E5D1-4800-AB51-BB3F1F7FAE65}" srcOrd="2" destOrd="0" parTransId="{82FAEF57-169D-4AC4-8B9C-49D66818DF34}" sibTransId="{A559C97E-7CD4-4F3D-8391-A894F1FE1FC8}"/>
    <dgm:cxn modelId="{BEC5DA4E-3BD5-424A-AA4C-FF90F16F522B}" type="presOf" srcId="{E6681F39-6BBF-4448-918D-679D23DAB2FA}" destId="{091DB8E4-7DC0-41D1-85DF-5FA4998AD817}" srcOrd="0" destOrd="0" presId="urn:microsoft.com/office/officeart/2005/8/layout/vList2"/>
    <dgm:cxn modelId="{B333A69C-FE5B-47D8-B13C-AEDE03E07C2B}" type="presOf" srcId="{388B6814-8274-43E0-A07D-0C224D4D68D0}" destId="{A6ADEA67-0080-4B77-8AA3-E1525FB3AD8C}" srcOrd="0" destOrd="0" presId="urn:microsoft.com/office/officeart/2005/8/layout/vList2"/>
    <dgm:cxn modelId="{9DE21CA8-772F-458B-8753-2A4CA2550B14}" srcId="{878AE347-038C-42DC-B919-C00240BC354C}" destId="{F1C522BB-AF54-4E70-8950-7329B02E216D}" srcOrd="4" destOrd="0" parTransId="{613B2993-9FAF-48E4-966D-3024E3764C6A}" sibTransId="{6F2366EC-62F0-468F-A32F-5AA8D1E9309D}"/>
    <dgm:cxn modelId="{CD6C6FBC-EFC3-409C-B996-1BCA4EF89439}" srcId="{878AE347-038C-42DC-B919-C00240BC354C}" destId="{388B6814-8274-43E0-A07D-0C224D4D68D0}" srcOrd="0" destOrd="0" parTransId="{2A239600-872A-4009-B5E1-97BE43542931}" sibTransId="{0CCC3F88-FE8B-4003-8559-FBA055FC8554}"/>
    <dgm:cxn modelId="{FC0144D3-DF16-49ED-8648-A428881188A6}" type="presOf" srcId="{D8E22A8B-7AE7-48C2-82C5-5EC9C29C2B63}" destId="{2535ACE7-DE59-42C8-A357-A515F18A7E7A}" srcOrd="0" destOrd="0" presId="urn:microsoft.com/office/officeart/2005/8/layout/vList2"/>
    <dgm:cxn modelId="{0DCDB7DE-A594-43C1-AB6E-61990940AC11}" type="presOf" srcId="{878AE347-038C-42DC-B919-C00240BC354C}" destId="{56CBDC0F-BABB-458E-8FE6-29509ECB652C}" srcOrd="0" destOrd="0" presId="urn:microsoft.com/office/officeart/2005/8/layout/vList2"/>
    <dgm:cxn modelId="{EEB3B4E9-9DBD-4E64-AD5B-A040A6DD06CA}" type="presOf" srcId="{4B178DA0-E5D1-4800-AB51-BB3F1F7FAE65}" destId="{EAA0DC46-BAB9-4C2A-9B35-55D996DF9C96}" srcOrd="0" destOrd="0" presId="urn:microsoft.com/office/officeart/2005/8/layout/vList2"/>
    <dgm:cxn modelId="{414A06FF-6894-4FC1-A8AF-A126FEA44185}" type="presParOf" srcId="{56CBDC0F-BABB-458E-8FE6-29509ECB652C}" destId="{A6ADEA67-0080-4B77-8AA3-E1525FB3AD8C}" srcOrd="0" destOrd="0" presId="urn:microsoft.com/office/officeart/2005/8/layout/vList2"/>
    <dgm:cxn modelId="{E75F7D71-A229-486D-A9AE-13F1CD697E64}" type="presParOf" srcId="{56CBDC0F-BABB-458E-8FE6-29509ECB652C}" destId="{2CA73055-B346-4CCA-B432-06868A780C0D}" srcOrd="1" destOrd="0" presId="urn:microsoft.com/office/officeart/2005/8/layout/vList2"/>
    <dgm:cxn modelId="{7F9A6B43-1BB5-4882-9A23-C7773629B72E}" type="presParOf" srcId="{56CBDC0F-BABB-458E-8FE6-29509ECB652C}" destId="{091DB8E4-7DC0-41D1-85DF-5FA4998AD817}" srcOrd="2" destOrd="0" presId="urn:microsoft.com/office/officeart/2005/8/layout/vList2"/>
    <dgm:cxn modelId="{D2942845-3B67-45B2-8768-F9778D6E4F04}" type="presParOf" srcId="{56CBDC0F-BABB-458E-8FE6-29509ECB652C}" destId="{14AFF560-F7B8-40BC-8697-1170B9612591}" srcOrd="3" destOrd="0" presId="urn:microsoft.com/office/officeart/2005/8/layout/vList2"/>
    <dgm:cxn modelId="{A9BD3718-EF53-4A03-BC0D-F73326278AF0}" type="presParOf" srcId="{56CBDC0F-BABB-458E-8FE6-29509ECB652C}" destId="{EAA0DC46-BAB9-4C2A-9B35-55D996DF9C96}" srcOrd="4" destOrd="0" presId="urn:microsoft.com/office/officeart/2005/8/layout/vList2"/>
    <dgm:cxn modelId="{298FB6E4-392A-42EC-A0AF-F069ECA0B4B6}" type="presParOf" srcId="{56CBDC0F-BABB-458E-8FE6-29509ECB652C}" destId="{82142BFC-F9E4-444B-850A-22396CAD6A88}" srcOrd="5" destOrd="0" presId="urn:microsoft.com/office/officeart/2005/8/layout/vList2"/>
    <dgm:cxn modelId="{09E559A0-3E6E-40F1-A490-7E0505033C94}" type="presParOf" srcId="{56CBDC0F-BABB-458E-8FE6-29509ECB652C}" destId="{2535ACE7-DE59-42C8-A357-A515F18A7E7A}" srcOrd="6" destOrd="0" presId="urn:microsoft.com/office/officeart/2005/8/layout/vList2"/>
    <dgm:cxn modelId="{A7DEF540-550F-4D0F-95A3-9BB37B625E25}" type="presParOf" srcId="{56CBDC0F-BABB-458E-8FE6-29509ECB652C}" destId="{E78659CB-2B70-4567-AA52-07C94E804AB0}" srcOrd="7" destOrd="0" presId="urn:microsoft.com/office/officeart/2005/8/layout/vList2"/>
    <dgm:cxn modelId="{74B673F6-2807-44A3-AE99-21AEBCDBD1E7}" type="presParOf" srcId="{56CBDC0F-BABB-458E-8FE6-29509ECB652C}" destId="{AA256108-4696-442D-BDF3-D22E4420802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7A6C3E9-6B0C-4375-9CAD-950D5C4CAF9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2D6A766-9D6C-4B2F-978E-213821BAFE8C}">
      <dgm:prSet/>
      <dgm:spPr/>
      <dgm:t>
        <a:bodyPr/>
        <a:lstStyle/>
        <a:p>
          <a:r>
            <a:rPr lang="uk-UA" b="0" i="0" dirty="0"/>
            <a:t>Кирилівка</a:t>
          </a:r>
          <a:endParaRPr lang="uk-UA" dirty="0"/>
        </a:p>
      </dgm:t>
    </dgm:pt>
    <dgm:pt modelId="{6F23C4C9-11E1-49EF-A4BB-FEDA1A4F6E0E}" type="parTrans" cxnId="{8B65DE67-5D9D-4B41-8775-36A6764E5AC7}">
      <dgm:prSet/>
      <dgm:spPr/>
      <dgm:t>
        <a:bodyPr/>
        <a:lstStyle/>
        <a:p>
          <a:endParaRPr lang="uk-UA"/>
        </a:p>
      </dgm:t>
    </dgm:pt>
    <dgm:pt modelId="{F662A80E-25E4-455A-A388-EC4DDF2CF0DC}" type="sibTrans" cxnId="{8B65DE67-5D9D-4B41-8775-36A6764E5AC7}">
      <dgm:prSet/>
      <dgm:spPr/>
      <dgm:t>
        <a:bodyPr/>
        <a:lstStyle/>
        <a:p>
          <a:endParaRPr lang="uk-UA"/>
        </a:p>
      </dgm:t>
    </dgm:pt>
    <dgm:pt modelId="{7FC17FF1-4A9B-4D31-972B-2BCF45168C58}">
      <dgm:prSet/>
      <dgm:spPr/>
      <dgm:t>
        <a:bodyPr/>
        <a:lstStyle/>
        <a:p>
          <a:r>
            <a:rPr lang="uk-UA" b="0" i="0"/>
            <a:t>Киїк-Коба</a:t>
          </a:r>
          <a:endParaRPr lang="uk-UA"/>
        </a:p>
      </dgm:t>
    </dgm:pt>
    <dgm:pt modelId="{AFFC6750-23E7-4EC5-9E3C-1A68F3A7CFED}" type="parTrans" cxnId="{0DC1F2B0-25C3-41FC-BEA8-653D3BA46610}">
      <dgm:prSet/>
      <dgm:spPr/>
      <dgm:t>
        <a:bodyPr/>
        <a:lstStyle/>
        <a:p>
          <a:endParaRPr lang="uk-UA"/>
        </a:p>
      </dgm:t>
    </dgm:pt>
    <dgm:pt modelId="{EEC97774-AEBF-4CA9-95BB-DEFB3F121D00}" type="sibTrans" cxnId="{0DC1F2B0-25C3-41FC-BEA8-653D3BA46610}">
      <dgm:prSet/>
      <dgm:spPr/>
      <dgm:t>
        <a:bodyPr/>
        <a:lstStyle/>
        <a:p>
          <a:endParaRPr lang="uk-UA"/>
        </a:p>
      </dgm:t>
    </dgm:pt>
    <dgm:pt modelId="{82CF96CB-A85D-4FF1-AB15-97EB7280FB04}">
      <dgm:prSet/>
      <dgm:spPr/>
      <dgm:t>
        <a:bodyPr/>
        <a:lstStyle/>
        <a:p>
          <a:r>
            <a:rPr lang="uk-UA" b="0" i="0"/>
            <a:t>Королеве</a:t>
          </a:r>
          <a:endParaRPr lang="uk-UA"/>
        </a:p>
      </dgm:t>
    </dgm:pt>
    <dgm:pt modelId="{87AB07D1-69AE-40EA-BB97-127641905EC0}" type="parTrans" cxnId="{27525BEE-F40C-432E-A075-D04CF0859571}">
      <dgm:prSet/>
      <dgm:spPr/>
      <dgm:t>
        <a:bodyPr/>
        <a:lstStyle/>
        <a:p>
          <a:endParaRPr lang="uk-UA"/>
        </a:p>
      </dgm:t>
    </dgm:pt>
    <dgm:pt modelId="{5A2916D1-36E1-4256-9907-F4A1A58456F3}" type="sibTrans" cxnId="{27525BEE-F40C-432E-A075-D04CF0859571}">
      <dgm:prSet/>
      <dgm:spPr/>
      <dgm:t>
        <a:bodyPr/>
        <a:lstStyle/>
        <a:p>
          <a:endParaRPr lang="uk-UA"/>
        </a:p>
      </dgm:t>
    </dgm:pt>
    <dgm:pt modelId="{C9ACFD14-FBC6-4F19-8711-61B5B2AE5EF2}">
      <dgm:prSet/>
      <dgm:spPr/>
      <dgm:t>
        <a:bodyPr/>
        <a:lstStyle/>
        <a:p>
          <a:r>
            <a:rPr lang="uk-UA" b="0" i="0" dirty="0" err="1"/>
            <a:t>Мізин</a:t>
          </a:r>
          <a:endParaRPr lang="uk-UA" dirty="0"/>
        </a:p>
      </dgm:t>
    </dgm:pt>
    <dgm:pt modelId="{0266BFB5-74A0-4A87-8326-6281AFF5C0F6}" type="parTrans" cxnId="{E480C058-6687-45D6-AB92-D5D7C183DB41}">
      <dgm:prSet/>
      <dgm:spPr/>
      <dgm:t>
        <a:bodyPr/>
        <a:lstStyle/>
        <a:p>
          <a:endParaRPr lang="uk-UA"/>
        </a:p>
      </dgm:t>
    </dgm:pt>
    <dgm:pt modelId="{684FDA30-05F9-415F-9BAA-DF0452068912}" type="sibTrans" cxnId="{E480C058-6687-45D6-AB92-D5D7C183DB41}">
      <dgm:prSet/>
      <dgm:spPr/>
      <dgm:t>
        <a:bodyPr/>
        <a:lstStyle/>
        <a:p>
          <a:endParaRPr lang="uk-UA"/>
        </a:p>
      </dgm:t>
    </dgm:pt>
    <dgm:pt modelId="{FB018B14-605A-4903-85B3-2DD369373779}" type="pres">
      <dgm:prSet presAssocID="{77A6C3E9-6B0C-4375-9CAD-950D5C4CAF9C}" presName="matrix" presStyleCnt="0">
        <dgm:presLayoutVars>
          <dgm:chMax val="1"/>
          <dgm:dir/>
          <dgm:resizeHandles val="exact"/>
        </dgm:presLayoutVars>
      </dgm:prSet>
      <dgm:spPr/>
    </dgm:pt>
    <dgm:pt modelId="{E84F5CE9-6731-45C0-8447-176C8DF0EDED}" type="pres">
      <dgm:prSet presAssocID="{77A6C3E9-6B0C-4375-9CAD-950D5C4CAF9C}" presName="diamond" presStyleLbl="bgShp" presStyleIdx="0" presStyleCnt="1"/>
      <dgm:spPr/>
    </dgm:pt>
    <dgm:pt modelId="{3134A2F0-C7C7-461E-BAE5-CDE192053231}" type="pres">
      <dgm:prSet presAssocID="{77A6C3E9-6B0C-4375-9CAD-950D5C4CAF9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5C27F15-30D0-4127-9279-C0F84C1D9B31}" type="pres">
      <dgm:prSet presAssocID="{77A6C3E9-6B0C-4375-9CAD-950D5C4CAF9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5BEBDA9-151F-4B9A-8543-3932489229C6}" type="pres">
      <dgm:prSet presAssocID="{77A6C3E9-6B0C-4375-9CAD-950D5C4CAF9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029CE10-19A3-4ADF-844C-AC065002C6FA}" type="pres">
      <dgm:prSet presAssocID="{77A6C3E9-6B0C-4375-9CAD-950D5C4CAF9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B65DE67-5D9D-4B41-8775-36A6764E5AC7}" srcId="{77A6C3E9-6B0C-4375-9CAD-950D5C4CAF9C}" destId="{92D6A766-9D6C-4B2F-978E-213821BAFE8C}" srcOrd="0" destOrd="0" parTransId="{6F23C4C9-11E1-49EF-A4BB-FEDA1A4F6E0E}" sibTransId="{F662A80E-25E4-455A-A388-EC4DDF2CF0DC}"/>
    <dgm:cxn modelId="{0C2BDB48-F510-46EE-9658-2462986CE45C}" type="presOf" srcId="{7FC17FF1-4A9B-4D31-972B-2BCF45168C58}" destId="{E5C27F15-30D0-4127-9279-C0F84C1D9B31}" srcOrd="0" destOrd="0" presId="urn:microsoft.com/office/officeart/2005/8/layout/matrix3"/>
    <dgm:cxn modelId="{54223752-58BC-4D4C-8126-44C18686E26C}" type="presOf" srcId="{C9ACFD14-FBC6-4F19-8711-61B5B2AE5EF2}" destId="{A029CE10-19A3-4ADF-844C-AC065002C6FA}" srcOrd="0" destOrd="0" presId="urn:microsoft.com/office/officeart/2005/8/layout/matrix3"/>
    <dgm:cxn modelId="{3CD27D76-3B7E-427F-98F8-E76E863D4CE3}" type="presOf" srcId="{92D6A766-9D6C-4B2F-978E-213821BAFE8C}" destId="{3134A2F0-C7C7-461E-BAE5-CDE192053231}" srcOrd="0" destOrd="0" presId="urn:microsoft.com/office/officeart/2005/8/layout/matrix3"/>
    <dgm:cxn modelId="{E480C058-6687-45D6-AB92-D5D7C183DB41}" srcId="{77A6C3E9-6B0C-4375-9CAD-950D5C4CAF9C}" destId="{C9ACFD14-FBC6-4F19-8711-61B5B2AE5EF2}" srcOrd="3" destOrd="0" parTransId="{0266BFB5-74A0-4A87-8326-6281AFF5C0F6}" sibTransId="{684FDA30-05F9-415F-9BAA-DF0452068912}"/>
    <dgm:cxn modelId="{0DC1F2B0-25C3-41FC-BEA8-653D3BA46610}" srcId="{77A6C3E9-6B0C-4375-9CAD-950D5C4CAF9C}" destId="{7FC17FF1-4A9B-4D31-972B-2BCF45168C58}" srcOrd="1" destOrd="0" parTransId="{AFFC6750-23E7-4EC5-9E3C-1A68F3A7CFED}" sibTransId="{EEC97774-AEBF-4CA9-95BB-DEFB3F121D00}"/>
    <dgm:cxn modelId="{9EFA13CF-37BA-40B8-9C9A-97D0DE06754E}" type="presOf" srcId="{82CF96CB-A85D-4FF1-AB15-97EB7280FB04}" destId="{15BEBDA9-151F-4B9A-8543-3932489229C6}" srcOrd="0" destOrd="0" presId="urn:microsoft.com/office/officeart/2005/8/layout/matrix3"/>
    <dgm:cxn modelId="{7E66D3E9-0483-4A75-A51C-0E12E3D25E1D}" type="presOf" srcId="{77A6C3E9-6B0C-4375-9CAD-950D5C4CAF9C}" destId="{FB018B14-605A-4903-85B3-2DD369373779}" srcOrd="0" destOrd="0" presId="urn:microsoft.com/office/officeart/2005/8/layout/matrix3"/>
    <dgm:cxn modelId="{27525BEE-F40C-432E-A075-D04CF0859571}" srcId="{77A6C3E9-6B0C-4375-9CAD-950D5C4CAF9C}" destId="{82CF96CB-A85D-4FF1-AB15-97EB7280FB04}" srcOrd="2" destOrd="0" parTransId="{87AB07D1-69AE-40EA-BB97-127641905EC0}" sibTransId="{5A2916D1-36E1-4256-9907-F4A1A58456F3}"/>
    <dgm:cxn modelId="{A3ACABC3-5BA0-4298-91AE-4B86C7EC8FB3}" type="presParOf" srcId="{FB018B14-605A-4903-85B3-2DD369373779}" destId="{E84F5CE9-6731-45C0-8447-176C8DF0EDED}" srcOrd="0" destOrd="0" presId="urn:microsoft.com/office/officeart/2005/8/layout/matrix3"/>
    <dgm:cxn modelId="{E897C24D-F2BF-4696-869E-34FB37A7757B}" type="presParOf" srcId="{FB018B14-605A-4903-85B3-2DD369373779}" destId="{3134A2F0-C7C7-461E-BAE5-CDE192053231}" srcOrd="1" destOrd="0" presId="urn:microsoft.com/office/officeart/2005/8/layout/matrix3"/>
    <dgm:cxn modelId="{CACD8949-142D-465B-A23F-8BE6E65D7660}" type="presParOf" srcId="{FB018B14-605A-4903-85B3-2DD369373779}" destId="{E5C27F15-30D0-4127-9279-C0F84C1D9B31}" srcOrd="2" destOrd="0" presId="urn:microsoft.com/office/officeart/2005/8/layout/matrix3"/>
    <dgm:cxn modelId="{4DE2B453-EE5D-47D0-8687-4F3E261F7485}" type="presParOf" srcId="{FB018B14-605A-4903-85B3-2DD369373779}" destId="{15BEBDA9-151F-4B9A-8543-3932489229C6}" srcOrd="3" destOrd="0" presId="urn:microsoft.com/office/officeart/2005/8/layout/matrix3"/>
    <dgm:cxn modelId="{0DFDAEEA-FE80-4C58-B6A5-AD3759F63AB3}" type="presParOf" srcId="{FB018B14-605A-4903-85B3-2DD369373779}" destId="{A029CE10-19A3-4ADF-844C-AC065002C6F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26F23D6-D5B4-4555-AB4E-57834237FB1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3644EA0-CD1E-4E76-9249-8D57C7681D43}">
      <dgm:prSet/>
      <dgm:spPr/>
      <dgm:t>
        <a:bodyPr/>
        <a:lstStyle/>
        <a:p>
          <a:r>
            <a:rPr lang="uk-UA" b="0" i="0" dirty="0"/>
            <a:t>1</a:t>
          </a:r>
          <a:endParaRPr lang="uk-UA" dirty="0"/>
        </a:p>
      </dgm:t>
    </dgm:pt>
    <dgm:pt modelId="{D844B835-95C5-492E-B5D3-E3444618F964}" type="parTrans" cxnId="{321D067B-7C1D-4F30-9DA6-2D879F3F1356}">
      <dgm:prSet/>
      <dgm:spPr/>
      <dgm:t>
        <a:bodyPr/>
        <a:lstStyle/>
        <a:p>
          <a:endParaRPr lang="uk-UA"/>
        </a:p>
      </dgm:t>
    </dgm:pt>
    <dgm:pt modelId="{FD15D8D3-4284-4B25-8A34-E203B04EEF0A}" type="sibTrans" cxnId="{321D067B-7C1D-4F30-9DA6-2D879F3F1356}">
      <dgm:prSet/>
      <dgm:spPr/>
      <dgm:t>
        <a:bodyPr/>
        <a:lstStyle/>
        <a:p>
          <a:endParaRPr lang="uk-UA"/>
        </a:p>
      </dgm:t>
    </dgm:pt>
    <dgm:pt modelId="{6205C4E9-7A8B-4487-A923-289353DB2D12}">
      <dgm:prSet/>
      <dgm:spPr/>
      <dgm:t>
        <a:bodyPr/>
        <a:lstStyle/>
        <a:p>
          <a:r>
            <a:rPr lang="uk-UA" b="0" i="0" dirty="0"/>
            <a:t>2</a:t>
          </a:r>
          <a:endParaRPr lang="uk-UA" dirty="0"/>
        </a:p>
      </dgm:t>
    </dgm:pt>
    <dgm:pt modelId="{4BB7F14D-E0EE-46CE-B50B-3ED2552FEC06}" type="parTrans" cxnId="{0583A1B7-1EB6-4221-A7A4-85A1A2FA265C}">
      <dgm:prSet/>
      <dgm:spPr/>
      <dgm:t>
        <a:bodyPr/>
        <a:lstStyle/>
        <a:p>
          <a:endParaRPr lang="uk-UA"/>
        </a:p>
      </dgm:t>
    </dgm:pt>
    <dgm:pt modelId="{956BBCE9-3CAC-4C39-BD93-99B99222CC33}" type="sibTrans" cxnId="{0583A1B7-1EB6-4221-A7A4-85A1A2FA265C}">
      <dgm:prSet/>
      <dgm:spPr/>
      <dgm:t>
        <a:bodyPr/>
        <a:lstStyle/>
        <a:p>
          <a:endParaRPr lang="uk-UA"/>
        </a:p>
      </dgm:t>
    </dgm:pt>
    <dgm:pt modelId="{5588D94A-E2D9-4BFA-8A5A-D83EFF3E9CF4}">
      <dgm:prSet/>
      <dgm:spPr/>
      <dgm:t>
        <a:bodyPr/>
        <a:lstStyle/>
        <a:p>
          <a:r>
            <a:rPr lang="uk-UA" b="0" i="0"/>
            <a:t>3</a:t>
          </a:r>
          <a:endParaRPr lang="uk-UA"/>
        </a:p>
      </dgm:t>
    </dgm:pt>
    <dgm:pt modelId="{23A5C14F-C0AB-46B4-B998-129097273BB4}" type="parTrans" cxnId="{9EE1E46A-4AF1-4B90-8985-0EC6B0B14D8C}">
      <dgm:prSet/>
      <dgm:spPr/>
      <dgm:t>
        <a:bodyPr/>
        <a:lstStyle/>
        <a:p>
          <a:endParaRPr lang="uk-UA"/>
        </a:p>
      </dgm:t>
    </dgm:pt>
    <dgm:pt modelId="{2C335279-222E-41E3-AAA5-7A1ED396BD6F}" type="sibTrans" cxnId="{9EE1E46A-4AF1-4B90-8985-0EC6B0B14D8C}">
      <dgm:prSet/>
      <dgm:spPr/>
      <dgm:t>
        <a:bodyPr/>
        <a:lstStyle/>
        <a:p>
          <a:endParaRPr lang="uk-UA"/>
        </a:p>
      </dgm:t>
    </dgm:pt>
    <dgm:pt modelId="{860A364F-F4F9-4F4E-A8E6-31D900FB4517}">
      <dgm:prSet/>
      <dgm:spPr/>
      <dgm:t>
        <a:bodyPr/>
        <a:lstStyle/>
        <a:p>
          <a:r>
            <a:rPr lang="uk-UA" b="0" i="0" dirty="0"/>
            <a:t>4</a:t>
          </a:r>
          <a:endParaRPr lang="uk-UA" dirty="0"/>
        </a:p>
      </dgm:t>
    </dgm:pt>
    <dgm:pt modelId="{5063355C-5BD3-4F20-AB44-C28E55A560E3}" type="parTrans" cxnId="{9BD9C0DE-AF90-4ACE-86F2-04950BE346A4}">
      <dgm:prSet/>
      <dgm:spPr/>
      <dgm:t>
        <a:bodyPr/>
        <a:lstStyle/>
        <a:p>
          <a:endParaRPr lang="uk-UA"/>
        </a:p>
      </dgm:t>
    </dgm:pt>
    <dgm:pt modelId="{2A2C095E-0D17-40B9-911B-2C788518BCB0}" type="sibTrans" cxnId="{9BD9C0DE-AF90-4ACE-86F2-04950BE346A4}">
      <dgm:prSet/>
      <dgm:spPr/>
      <dgm:t>
        <a:bodyPr/>
        <a:lstStyle/>
        <a:p>
          <a:endParaRPr lang="uk-UA"/>
        </a:p>
      </dgm:t>
    </dgm:pt>
    <dgm:pt modelId="{20573E87-21C1-44AB-9A50-600737C6B3F6}" type="pres">
      <dgm:prSet presAssocID="{626F23D6-D5B4-4555-AB4E-57834237FB11}" presName="matrix" presStyleCnt="0">
        <dgm:presLayoutVars>
          <dgm:chMax val="1"/>
          <dgm:dir/>
          <dgm:resizeHandles val="exact"/>
        </dgm:presLayoutVars>
      </dgm:prSet>
      <dgm:spPr/>
    </dgm:pt>
    <dgm:pt modelId="{074131FB-C750-45D8-8D37-A2AF5BB3F822}" type="pres">
      <dgm:prSet presAssocID="{626F23D6-D5B4-4555-AB4E-57834237FB11}" presName="diamond" presStyleLbl="bgShp" presStyleIdx="0" presStyleCnt="1"/>
      <dgm:spPr/>
    </dgm:pt>
    <dgm:pt modelId="{087713EE-2154-4C3A-B29B-264D59AFD126}" type="pres">
      <dgm:prSet presAssocID="{626F23D6-D5B4-4555-AB4E-57834237FB1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4A13F99-0EEA-4448-B3D2-F8D9FF8821E2}" type="pres">
      <dgm:prSet presAssocID="{626F23D6-D5B4-4555-AB4E-57834237FB1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19452E-9168-41BF-9ABD-128FDF774B98}" type="pres">
      <dgm:prSet presAssocID="{626F23D6-D5B4-4555-AB4E-57834237FB1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C60B59C-A1CB-4214-8D57-0F5CA60182A3}" type="pres">
      <dgm:prSet presAssocID="{626F23D6-D5B4-4555-AB4E-57834237FB1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BEDAE1B-5517-4F91-8971-981B0D175B51}" type="presOf" srcId="{626F23D6-D5B4-4555-AB4E-57834237FB11}" destId="{20573E87-21C1-44AB-9A50-600737C6B3F6}" srcOrd="0" destOrd="0" presId="urn:microsoft.com/office/officeart/2005/8/layout/matrix3"/>
    <dgm:cxn modelId="{9EE1E46A-4AF1-4B90-8985-0EC6B0B14D8C}" srcId="{626F23D6-D5B4-4555-AB4E-57834237FB11}" destId="{5588D94A-E2D9-4BFA-8A5A-D83EFF3E9CF4}" srcOrd="2" destOrd="0" parTransId="{23A5C14F-C0AB-46B4-B998-129097273BB4}" sibTransId="{2C335279-222E-41E3-AAA5-7A1ED396BD6F}"/>
    <dgm:cxn modelId="{321D067B-7C1D-4F30-9DA6-2D879F3F1356}" srcId="{626F23D6-D5B4-4555-AB4E-57834237FB11}" destId="{03644EA0-CD1E-4E76-9249-8D57C7681D43}" srcOrd="0" destOrd="0" parTransId="{D844B835-95C5-492E-B5D3-E3444618F964}" sibTransId="{FD15D8D3-4284-4B25-8A34-E203B04EEF0A}"/>
    <dgm:cxn modelId="{0227A9B1-453D-48B1-A84D-023A6251B6C2}" type="presOf" srcId="{5588D94A-E2D9-4BFA-8A5A-D83EFF3E9CF4}" destId="{F819452E-9168-41BF-9ABD-128FDF774B98}" srcOrd="0" destOrd="0" presId="urn:microsoft.com/office/officeart/2005/8/layout/matrix3"/>
    <dgm:cxn modelId="{0583A1B7-1EB6-4221-A7A4-85A1A2FA265C}" srcId="{626F23D6-D5B4-4555-AB4E-57834237FB11}" destId="{6205C4E9-7A8B-4487-A923-289353DB2D12}" srcOrd="1" destOrd="0" parTransId="{4BB7F14D-E0EE-46CE-B50B-3ED2552FEC06}" sibTransId="{956BBCE9-3CAC-4C39-BD93-99B99222CC33}"/>
    <dgm:cxn modelId="{2E293BCA-2186-4415-B50B-921256557752}" type="presOf" srcId="{860A364F-F4F9-4F4E-A8E6-31D900FB4517}" destId="{9C60B59C-A1CB-4214-8D57-0F5CA60182A3}" srcOrd="0" destOrd="0" presId="urn:microsoft.com/office/officeart/2005/8/layout/matrix3"/>
    <dgm:cxn modelId="{672EB7D9-803D-4506-95B2-1E35220E3791}" type="presOf" srcId="{03644EA0-CD1E-4E76-9249-8D57C7681D43}" destId="{087713EE-2154-4C3A-B29B-264D59AFD126}" srcOrd="0" destOrd="0" presId="urn:microsoft.com/office/officeart/2005/8/layout/matrix3"/>
    <dgm:cxn modelId="{9BD9C0DE-AF90-4ACE-86F2-04950BE346A4}" srcId="{626F23D6-D5B4-4555-AB4E-57834237FB11}" destId="{860A364F-F4F9-4F4E-A8E6-31D900FB4517}" srcOrd="3" destOrd="0" parTransId="{5063355C-5BD3-4F20-AB44-C28E55A560E3}" sibTransId="{2A2C095E-0D17-40B9-911B-2C788518BCB0}"/>
    <dgm:cxn modelId="{6240DEEF-C56C-41A9-BDCE-9B045D7A16C9}" type="presOf" srcId="{6205C4E9-7A8B-4487-A923-289353DB2D12}" destId="{A4A13F99-0EEA-4448-B3D2-F8D9FF8821E2}" srcOrd="0" destOrd="0" presId="urn:microsoft.com/office/officeart/2005/8/layout/matrix3"/>
    <dgm:cxn modelId="{43CA8239-D48A-4102-A414-F3F4557103C5}" type="presParOf" srcId="{20573E87-21C1-44AB-9A50-600737C6B3F6}" destId="{074131FB-C750-45D8-8D37-A2AF5BB3F822}" srcOrd="0" destOrd="0" presId="urn:microsoft.com/office/officeart/2005/8/layout/matrix3"/>
    <dgm:cxn modelId="{F6F28E49-D443-4875-B794-FC7CDDBDE952}" type="presParOf" srcId="{20573E87-21C1-44AB-9A50-600737C6B3F6}" destId="{087713EE-2154-4C3A-B29B-264D59AFD126}" srcOrd="1" destOrd="0" presId="urn:microsoft.com/office/officeart/2005/8/layout/matrix3"/>
    <dgm:cxn modelId="{B8DCED48-1261-4983-BA95-FFB193F96E06}" type="presParOf" srcId="{20573E87-21C1-44AB-9A50-600737C6B3F6}" destId="{A4A13F99-0EEA-4448-B3D2-F8D9FF8821E2}" srcOrd="2" destOrd="0" presId="urn:microsoft.com/office/officeart/2005/8/layout/matrix3"/>
    <dgm:cxn modelId="{DAA86B2B-1A34-44A0-A18D-D4B7CBD893B7}" type="presParOf" srcId="{20573E87-21C1-44AB-9A50-600737C6B3F6}" destId="{F819452E-9168-41BF-9ABD-128FDF774B98}" srcOrd="3" destOrd="0" presId="urn:microsoft.com/office/officeart/2005/8/layout/matrix3"/>
    <dgm:cxn modelId="{1980B958-2CE4-40C3-B456-744E1C8EAD77}" type="presParOf" srcId="{20573E87-21C1-44AB-9A50-600737C6B3F6}" destId="{9C60B59C-A1CB-4214-8D57-0F5CA60182A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44462A2-8070-41BD-B668-C84CE33EF5F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7933BD-0F83-4FD5-B6F7-5ABEC9F6EF9E}">
      <dgm:prSet/>
      <dgm:spPr/>
      <dgm:t>
        <a:bodyPr/>
        <a:lstStyle/>
        <a:p>
          <a:r>
            <a:rPr lang="ru-RU" b="0" i="0" dirty="0" err="1"/>
            <a:t>Якою</a:t>
          </a:r>
          <a:r>
            <a:rPr lang="ru-RU" b="0" i="0" dirty="0"/>
            <a:t> цифрою на </a:t>
          </a:r>
          <a:r>
            <a:rPr lang="ru-RU" b="0" i="0" dirty="0" err="1"/>
            <a:t>картосхемі</a:t>
          </a:r>
          <a:r>
            <a:rPr lang="ru-RU" b="0" i="0" dirty="0"/>
            <a:t> </a:t>
          </a:r>
          <a:r>
            <a:rPr lang="ru-RU" b="0" i="0" dirty="0" err="1"/>
            <a:t>позначено</a:t>
          </a:r>
          <a:r>
            <a:rPr lang="ru-RU" b="0" i="0" dirty="0"/>
            <a:t> стоянку, де археологи </a:t>
          </a:r>
          <a:r>
            <a:rPr lang="ru-RU" b="0" i="0" dirty="0" err="1"/>
            <a:t>знайшли</a:t>
          </a:r>
          <a:r>
            <a:rPr lang="ru-RU" b="0" i="0" dirty="0"/>
            <a:t> </a:t>
          </a:r>
          <a:r>
            <a:rPr lang="ru-RU" b="0" i="0" dirty="0" err="1"/>
            <a:t>пам’ятку</a:t>
          </a:r>
          <a:r>
            <a:rPr lang="ru-RU" b="0" i="0" dirty="0"/>
            <a:t>, </a:t>
          </a:r>
          <a:r>
            <a:rPr lang="ru-RU" b="0" i="0" dirty="0" err="1"/>
            <a:t>зображену</a:t>
          </a:r>
          <a:r>
            <a:rPr lang="ru-RU" b="0" i="0" dirty="0"/>
            <a:t> на фото?</a:t>
          </a:r>
          <a:endParaRPr lang="uk-UA" dirty="0"/>
        </a:p>
      </dgm:t>
    </dgm:pt>
    <dgm:pt modelId="{42DAB6FB-CC99-49B2-951F-DF9797BE6E34}" type="parTrans" cxnId="{BA943CAE-E0B6-49F2-9788-FD185C87F1FB}">
      <dgm:prSet/>
      <dgm:spPr/>
      <dgm:t>
        <a:bodyPr/>
        <a:lstStyle/>
        <a:p>
          <a:endParaRPr lang="uk-UA"/>
        </a:p>
      </dgm:t>
    </dgm:pt>
    <dgm:pt modelId="{0E1DE54F-ACD6-46BE-B0AD-E00FCE1AE04B}" type="sibTrans" cxnId="{BA943CAE-E0B6-49F2-9788-FD185C87F1FB}">
      <dgm:prSet/>
      <dgm:spPr/>
      <dgm:t>
        <a:bodyPr/>
        <a:lstStyle/>
        <a:p>
          <a:endParaRPr lang="uk-UA"/>
        </a:p>
      </dgm:t>
    </dgm:pt>
    <dgm:pt modelId="{CB79E5A2-8F61-4049-A3FE-554108E643EF}">
      <dgm:prSet/>
      <dgm:spPr/>
      <dgm:t>
        <a:bodyPr/>
        <a:lstStyle/>
        <a:p>
          <a:r>
            <a:rPr lang="uk-UA" b="0" i="0" dirty="0"/>
            <a:t>1</a:t>
          </a:r>
          <a:endParaRPr lang="uk-UA" dirty="0"/>
        </a:p>
      </dgm:t>
    </dgm:pt>
    <dgm:pt modelId="{D6B33535-DD90-48E2-8E79-95661B064EF6}" type="parTrans" cxnId="{24178CC3-C966-4BFB-9904-3EF78D0AEE4C}">
      <dgm:prSet/>
      <dgm:spPr/>
      <dgm:t>
        <a:bodyPr/>
        <a:lstStyle/>
        <a:p>
          <a:endParaRPr lang="uk-UA"/>
        </a:p>
      </dgm:t>
    </dgm:pt>
    <dgm:pt modelId="{DCDD33A2-2EDF-4DC0-B0D0-491271143D55}" type="sibTrans" cxnId="{24178CC3-C966-4BFB-9904-3EF78D0AEE4C}">
      <dgm:prSet/>
      <dgm:spPr/>
      <dgm:t>
        <a:bodyPr/>
        <a:lstStyle/>
        <a:p>
          <a:endParaRPr lang="uk-UA"/>
        </a:p>
      </dgm:t>
    </dgm:pt>
    <dgm:pt modelId="{0BBE1C61-3F4E-4C43-81EC-7EE246A85E7D}">
      <dgm:prSet/>
      <dgm:spPr/>
      <dgm:t>
        <a:bodyPr/>
        <a:lstStyle/>
        <a:p>
          <a:r>
            <a:rPr lang="uk-UA" b="0" i="0"/>
            <a:t>2</a:t>
          </a:r>
          <a:endParaRPr lang="uk-UA"/>
        </a:p>
      </dgm:t>
    </dgm:pt>
    <dgm:pt modelId="{9244DC06-F3FB-4891-8A14-046D7C0C19CB}" type="parTrans" cxnId="{07EC5709-806F-4464-8A31-770805552BE1}">
      <dgm:prSet/>
      <dgm:spPr/>
      <dgm:t>
        <a:bodyPr/>
        <a:lstStyle/>
        <a:p>
          <a:endParaRPr lang="uk-UA"/>
        </a:p>
      </dgm:t>
    </dgm:pt>
    <dgm:pt modelId="{B3DC6A18-99F8-4643-BD7F-E59A2CDBE70D}" type="sibTrans" cxnId="{07EC5709-806F-4464-8A31-770805552BE1}">
      <dgm:prSet/>
      <dgm:spPr/>
      <dgm:t>
        <a:bodyPr/>
        <a:lstStyle/>
        <a:p>
          <a:endParaRPr lang="uk-UA"/>
        </a:p>
      </dgm:t>
    </dgm:pt>
    <dgm:pt modelId="{29ED48FB-F75D-4AD8-BF69-5F89D93DF7A8}">
      <dgm:prSet/>
      <dgm:spPr/>
      <dgm:t>
        <a:bodyPr/>
        <a:lstStyle/>
        <a:p>
          <a:r>
            <a:rPr lang="uk-UA" b="0" i="0" dirty="0"/>
            <a:t>3</a:t>
          </a:r>
          <a:endParaRPr lang="uk-UA" dirty="0"/>
        </a:p>
      </dgm:t>
    </dgm:pt>
    <dgm:pt modelId="{E34AB474-E476-472D-8778-B51384B5AF6F}" type="parTrans" cxnId="{71075497-A4AB-4C9B-9A31-654D113641C4}">
      <dgm:prSet/>
      <dgm:spPr/>
      <dgm:t>
        <a:bodyPr/>
        <a:lstStyle/>
        <a:p>
          <a:endParaRPr lang="uk-UA"/>
        </a:p>
      </dgm:t>
    </dgm:pt>
    <dgm:pt modelId="{524CEB6A-EAA1-44F7-AFDD-B5609C8758D8}" type="sibTrans" cxnId="{71075497-A4AB-4C9B-9A31-654D113641C4}">
      <dgm:prSet/>
      <dgm:spPr/>
      <dgm:t>
        <a:bodyPr/>
        <a:lstStyle/>
        <a:p>
          <a:endParaRPr lang="uk-UA"/>
        </a:p>
      </dgm:t>
    </dgm:pt>
    <dgm:pt modelId="{097227D0-E575-4305-9E11-69F5CE6C74E2}">
      <dgm:prSet/>
      <dgm:spPr/>
      <dgm:t>
        <a:bodyPr/>
        <a:lstStyle/>
        <a:p>
          <a:r>
            <a:rPr lang="uk-UA" b="0" i="0" dirty="0"/>
            <a:t>4</a:t>
          </a:r>
          <a:endParaRPr lang="uk-UA" dirty="0"/>
        </a:p>
      </dgm:t>
    </dgm:pt>
    <dgm:pt modelId="{B8EA44A1-B6D3-4873-A536-F2403D79BAE0}" type="parTrans" cxnId="{00FB1FA0-391D-4A07-B6A7-5799EACBE0D8}">
      <dgm:prSet/>
      <dgm:spPr/>
      <dgm:t>
        <a:bodyPr/>
        <a:lstStyle/>
        <a:p>
          <a:endParaRPr lang="uk-UA"/>
        </a:p>
      </dgm:t>
    </dgm:pt>
    <dgm:pt modelId="{A8FC8587-E71D-44C1-90BA-7AA8E2AB0E7C}" type="sibTrans" cxnId="{00FB1FA0-391D-4A07-B6A7-5799EACBE0D8}">
      <dgm:prSet/>
      <dgm:spPr/>
      <dgm:t>
        <a:bodyPr/>
        <a:lstStyle/>
        <a:p>
          <a:endParaRPr lang="uk-UA"/>
        </a:p>
      </dgm:t>
    </dgm:pt>
    <dgm:pt modelId="{7C9ABB69-47B5-464E-BF8E-CBB773FA0A61}" type="pres">
      <dgm:prSet presAssocID="{C44462A2-8070-41BD-B668-C84CE33EF5F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E9482ABA-FFE8-4326-A8D0-0103D63BDB93}" type="pres">
      <dgm:prSet presAssocID="{8D7933BD-0F83-4FD5-B6F7-5ABEC9F6EF9E}" presName="circle1" presStyleLbl="node1" presStyleIdx="0" presStyleCnt="1"/>
      <dgm:spPr/>
    </dgm:pt>
    <dgm:pt modelId="{07E8D2A5-5EBE-40A9-93C6-2ABF79C377DD}" type="pres">
      <dgm:prSet presAssocID="{8D7933BD-0F83-4FD5-B6F7-5ABEC9F6EF9E}" presName="space" presStyleCnt="0"/>
      <dgm:spPr/>
    </dgm:pt>
    <dgm:pt modelId="{9FEDC713-539A-469B-80E3-365BF0055692}" type="pres">
      <dgm:prSet presAssocID="{8D7933BD-0F83-4FD5-B6F7-5ABEC9F6EF9E}" presName="rect1" presStyleLbl="alignAcc1" presStyleIdx="0" presStyleCnt="1"/>
      <dgm:spPr/>
    </dgm:pt>
    <dgm:pt modelId="{44068EDD-8C9E-4AF6-A24F-E773C774BB00}" type="pres">
      <dgm:prSet presAssocID="{8D7933BD-0F83-4FD5-B6F7-5ABEC9F6EF9E}" presName="rect1ParTx" presStyleLbl="alignAcc1" presStyleIdx="0" presStyleCnt="1">
        <dgm:presLayoutVars>
          <dgm:chMax val="1"/>
          <dgm:bulletEnabled val="1"/>
        </dgm:presLayoutVars>
      </dgm:prSet>
      <dgm:spPr/>
    </dgm:pt>
    <dgm:pt modelId="{539F39C2-1791-457A-8EAF-9FADC48837B2}" type="pres">
      <dgm:prSet presAssocID="{8D7933BD-0F83-4FD5-B6F7-5ABEC9F6EF9E}" presName="rect1ChTx" presStyleLbl="alignAcc1" presStyleIdx="0" presStyleCnt="1">
        <dgm:presLayoutVars>
          <dgm:bulletEnabled val="1"/>
        </dgm:presLayoutVars>
      </dgm:prSet>
      <dgm:spPr/>
    </dgm:pt>
  </dgm:ptLst>
  <dgm:cxnLst>
    <dgm:cxn modelId="{07EC5709-806F-4464-8A31-770805552BE1}" srcId="{8D7933BD-0F83-4FD5-B6F7-5ABEC9F6EF9E}" destId="{0BBE1C61-3F4E-4C43-81EC-7EE246A85E7D}" srcOrd="1" destOrd="0" parTransId="{9244DC06-F3FB-4891-8A14-046D7C0C19CB}" sibTransId="{B3DC6A18-99F8-4643-BD7F-E59A2CDBE70D}"/>
    <dgm:cxn modelId="{88CCF85C-8589-42AA-BB91-AF0FF7F4A912}" type="presOf" srcId="{8D7933BD-0F83-4FD5-B6F7-5ABEC9F6EF9E}" destId="{44068EDD-8C9E-4AF6-A24F-E773C774BB00}" srcOrd="1" destOrd="0" presId="urn:microsoft.com/office/officeart/2005/8/layout/target3"/>
    <dgm:cxn modelId="{9868894D-6F4A-4517-A705-022A760C693C}" type="presOf" srcId="{8D7933BD-0F83-4FD5-B6F7-5ABEC9F6EF9E}" destId="{9FEDC713-539A-469B-80E3-365BF0055692}" srcOrd="0" destOrd="0" presId="urn:microsoft.com/office/officeart/2005/8/layout/target3"/>
    <dgm:cxn modelId="{A8EEFE8C-679A-475A-8462-DA7F5DFA5B5A}" type="presOf" srcId="{097227D0-E575-4305-9E11-69F5CE6C74E2}" destId="{539F39C2-1791-457A-8EAF-9FADC48837B2}" srcOrd="0" destOrd="3" presId="urn:microsoft.com/office/officeart/2005/8/layout/target3"/>
    <dgm:cxn modelId="{71075497-A4AB-4C9B-9A31-654D113641C4}" srcId="{8D7933BD-0F83-4FD5-B6F7-5ABEC9F6EF9E}" destId="{29ED48FB-F75D-4AD8-BF69-5F89D93DF7A8}" srcOrd="2" destOrd="0" parTransId="{E34AB474-E476-472D-8778-B51384B5AF6F}" sibTransId="{524CEB6A-EAA1-44F7-AFDD-B5609C8758D8}"/>
    <dgm:cxn modelId="{C232809A-9EA8-4749-A0AB-0BB9896FC850}" type="presOf" srcId="{0BBE1C61-3F4E-4C43-81EC-7EE246A85E7D}" destId="{539F39C2-1791-457A-8EAF-9FADC48837B2}" srcOrd="0" destOrd="1" presId="urn:microsoft.com/office/officeart/2005/8/layout/target3"/>
    <dgm:cxn modelId="{00FB1FA0-391D-4A07-B6A7-5799EACBE0D8}" srcId="{8D7933BD-0F83-4FD5-B6F7-5ABEC9F6EF9E}" destId="{097227D0-E575-4305-9E11-69F5CE6C74E2}" srcOrd="3" destOrd="0" parTransId="{B8EA44A1-B6D3-4873-A536-F2403D79BAE0}" sibTransId="{A8FC8587-E71D-44C1-90BA-7AA8E2AB0E7C}"/>
    <dgm:cxn modelId="{BA943CAE-E0B6-49F2-9788-FD185C87F1FB}" srcId="{C44462A2-8070-41BD-B668-C84CE33EF5F0}" destId="{8D7933BD-0F83-4FD5-B6F7-5ABEC9F6EF9E}" srcOrd="0" destOrd="0" parTransId="{42DAB6FB-CC99-49B2-951F-DF9797BE6E34}" sibTransId="{0E1DE54F-ACD6-46BE-B0AD-E00FCE1AE04B}"/>
    <dgm:cxn modelId="{24178CC3-C966-4BFB-9904-3EF78D0AEE4C}" srcId="{8D7933BD-0F83-4FD5-B6F7-5ABEC9F6EF9E}" destId="{CB79E5A2-8F61-4049-A3FE-554108E643EF}" srcOrd="0" destOrd="0" parTransId="{D6B33535-DD90-48E2-8E79-95661B064EF6}" sibTransId="{DCDD33A2-2EDF-4DC0-B0D0-491271143D55}"/>
    <dgm:cxn modelId="{C85EDEC6-2426-4F5B-BA69-EEED68F2DD50}" type="presOf" srcId="{29ED48FB-F75D-4AD8-BF69-5F89D93DF7A8}" destId="{539F39C2-1791-457A-8EAF-9FADC48837B2}" srcOrd="0" destOrd="2" presId="urn:microsoft.com/office/officeart/2005/8/layout/target3"/>
    <dgm:cxn modelId="{979169F3-0D40-4475-961F-53B29368EA24}" type="presOf" srcId="{CB79E5A2-8F61-4049-A3FE-554108E643EF}" destId="{539F39C2-1791-457A-8EAF-9FADC48837B2}" srcOrd="0" destOrd="0" presId="urn:microsoft.com/office/officeart/2005/8/layout/target3"/>
    <dgm:cxn modelId="{27AD00F7-7EAE-4AF8-AA74-7C6E088A80CB}" type="presOf" srcId="{C44462A2-8070-41BD-B668-C84CE33EF5F0}" destId="{7C9ABB69-47B5-464E-BF8E-CBB773FA0A61}" srcOrd="0" destOrd="0" presId="urn:microsoft.com/office/officeart/2005/8/layout/target3"/>
    <dgm:cxn modelId="{C88A4AB1-36B7-4FAD-9BBA-1F4904A751F9}" type="presParOf" srcId="{7C9ABB69-47B5-464E-BF8E-CBB773FA0A61}" destId="{E9482ABA-FFE8-4326-A8D0-0103D63BDB93}" srcOrd="0" destOrd="0" presId="urn:microsoft.com/office/officeart/2005/8/layout/target3"/>
    <dgm:cxn modelId="{D9ECA11E-BDBE-466B-9A29-5F71FA212D8D}" type="presParOf" srcId="{7C9ABB69-47B5-464E-BF8E-CBB773FA0A61}" destId="{07E8D2A5-5EBE-40A9-93C6-2ABF79C377DD}" srcOrd="1" destOrd="0" presId="urn:microsoft.com/office/officeart/2005/8/layout/target3"/>
    <dgm:cxn modelId="{56B3A409-2547-4D30-AA06-1EB9EB941617}" type="presParOf" srcId="{7C9ABB69-47B5-464E-BF8E-CBB773FA0A61}" destId="{9FEDC713-539A-469B-80E3-365BF0055692}" srcOrd="2" destOrd="0" presId="urn:microsoft.com/office/officeart/2005/8/layout/target3"/>
    <dgm:cxn modelId="{2758B25E-6FA3-43BF-A401-7502005EAB48}" type="presParOf" srcId="{7C9ABB69-47B5-464E-BF8E-CBB773FA0A61}" destId="{44068EDD-8C9E-4AF6-A24F-E773C774BB00}" srcOrd="3" destOrd="0" presId="urn:microsoft.com/office/officeart/2005/8/layout/target3"/>
    <dgm:cxn modelId="{55D3B2BC-2A60-4648-A120-15F798951074}" type="presParOf" srcId="{7C9ABB69-47B5-464E-BF8E-CBB773FA0A61}" destId="{539F39C2-1791-457A-8EAF-9FADC48837B2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F95349F-2CF2-4096-B8B5-E33FA377259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F985F85-F477-477C-B8C1-A2F03955098F}">
      <dgm:prSet/>
      <dgm:spPr/>
      <dgm:t>
        <a:bodyPr/>
        <a:lstStyle/>
        <a:p>
          <a:r>
            <a:rPr lang="ru-RU" b="0" i="0"/>
            <a:t>використання залізних знарядь праці.</a:t>
          </a:r>
          <a:endParaRPr lang="uk-UA"/>
        </a:p>
      </dgm:t>
    </dgm:pt>
    <dgm:pt modelId="{B11BBE25-4CCA-4F20-8BB9-47817938EC0C}" type="parTrans" cxnId="{5F9E8222-33C6-4F2F-B179-AAD60B424BDD}">
      <dgm:prSet/>
      <dgm:spPr/>
      <dgm:t>
        <a:bodyPr/>
        <a:lstStyle/>
        <a:p>
          <a:endParaRPr lang="uk-UA"/>
        </a:p>
      </dgm:t>
    </dgm:pt>
    <dgm:pt modelId="{FC697C70-1916-4C06-B54D-AABD9B077F02}" type="sibTrans" cxnId="{5F9E8222-33C6-4F2F-B179-AAD60B424BDD}">
      <dgm:prSet/>
      <dgm:spPr/>
      <dgm:t>
        <a:bodyPr/>
        <a:lstStyle/>
        <a:p>
          <a:endParaRPr lang="uk-UA"/>
        </a:p>
      </dgm:t>
    </dgm:pt>
    <dgm:pt modelId="{C43E9116-AF21-4FE8-A90C-0E8B78E4EE85}">
      <dgm:prSet/>
      <dgm:spPr/>
      <dgm:t>
        <a:bodyPr/>
        <a:lstStyle/>
        <a:p>
          <a:r>
            <a:rPr lang="ru-RU" b="0" i="0" dirty="0" err="1"/>
            <a:t>упровадження</a:t>
          </a:r>
          <a:r>
            <a:rPr lang="ru-RU" b="0" i="0" dirty="0"/>
            <a:t> </a:t>
          </a:r>
          <a:r>
            <a:rPr lang="ru-RU" b="0" i="0" dirty="0" err="1"/>
            <a:t>трипільної</a:t>
          </a:r>
          <a:r>
            <a:rPr lang="ru-RU" b="0" i="0" dirty="0"/>
            <a:t> </a:t>
          </a:r>
          <a:r>
            <a:rPr lang="ru-RU" b="0" i="0" dirty="0" err="1"/>
            <a:t>системи</a:t>
          </a:r>
          <a:r>
            <a:rPr lang="ru-RU" b="0" i="0" dirty="0"/>
            <a:t> </a:t>
          </a:r>
          <a:r>
            <a:rPr lang="ru-RU" b="0" i="0" dirty="0" err="1"/>
            <a:t>землеробства</a:t>
          </a:r>
          <a:r>
            <a:rPr lang="ru-RU" b="0" i="0" dirty="0"/>
            <a:t>.</a:t>
          </a:r>
          <a:endParaRPr lang="uk-UA" dirty="0"/>
        </a:p>
      </dgm:t>
    </dgm:pt>
    <dgm:pt modelId="{9649C856-FD48-4F6F-90FB-1A767726541A}" type="parTrans" cxnId="{C1D9D045-5537-4C63-8C42-B68EC98C7A65}">
      <dgm:prSet/>
      <dgm:spPr/>
      <dgm:t>
        <a:bodyPr/>
        <a:lstStyle/>
        <a:p>
          <a:endParaRPr lang="uk-UA"/>
        </a:p>
      </dgm:t>
    </dgm:pt>
    <dgm:pt modelId="{0D466ED8-8150-4CAF-ADB7-6A6570D641D5}" type="sibTrans" cxnId="{C1D9D045-5537-4C63-8C42-B68EC98C7A65}">
      <dgm:prSet/>
      <dgm:spPr/>
      <dgm:t>
        <a:bodyPr/>
        <a:lstStyle/>
        <a:p>
          <a:endParaRPr lang="uk-UA"/>
        </a:p>
      </dgm:t>
    </dgm:pt>
    <dgm:pt modelId="{E6CE114C-B99B-45F2-858E-5C34B9CCFE7B}">
      <dgm:prSet/>
      <dgm:spPr/>
      <dgm:t>
        <a:bodyPr/>
        <a:lstStyle/>
        <a:p>
          <a:r>
            <a:rPr lang="ru-RU" b="0" i="0"/>
            <a:t>виготовлення орнаментованого керамічного посуду.</a:t>
          </a:r>
          <a:endParaRPr lang="uk-UA"/>
        </a:p>
      </dgm:t>
    </dgm:pt>
    <dgm:pt modelId="{CBADB332-5621-4C29-8DB5-2CF6D9B6D8CF}" type="parTrans" cxnId="{6B3049E8-1479-45F6-AE03-8C489FBE2246}">
      <dgm:prSet/>
      <dgm:spPr/>
      <dgm:t>
        <a:bodyPr/>
        <a:lstStyle/>
        <a:p>
          <a:endParaRPr lang="uk-UA"/>
        </a:p>
      </dgm:t>
    </dgm:pt>
    <dgm:pt modelId="{69EC654C-6C52-46F2-AD72-52A9D7BDC114}" type="sibTrans" cxnId="{6B3049E8-1479-45F6-AE03-8C489FBE2246}">
      <dgm:prSet/>
      <dgm:spPr/>
      <dgm:t>
        <a:bodyPr/>
        <a:lstStyle/>
        <a:p>
          <a:endParaRPr lang="uk-UA"/>
        </a:p>
      </dgm:t>
    </dgm:pt>
    <dgm:pt modelId="{6E6D0AA1-7171-44EC-AE22-C9F60E383AFC}">
      <dgm:prSet/>
      <dgm:spPr/>
      <dgm:t>
        <a:bodyPr/>
        <a:lstStyle/>
        <a:p>
          <a:r>
            <a:rPr lang="ru-RU" b="0" i="0" dirty="0" err="1"/>
            <a:t>катакомбне</a:t>
          </a:r>
          <a:r>
            <a:rPr lang="ru-RU" b="0" i="0" dirty="0"/>
            <a:t> </a:t>
          </a:r>
          <a:r>
            <a:rPr lang="ru-RU" b="0" i="0" dirty="0" err="1"/>
            <a:t>поховання</a:t>
          </a:r>
          <a:r>
            <a:rPr lang="ru-RU" b="0" i="0" dirty="0"/>
            <a:t> </a:t>
          </a:r>
          <a:r>
            <a:rPr lang="ru-RU" b="0" i="0" dirty="0" err="1"/>
            <a:t>представників</a:t>
          </a:r>
          <a:r>
            <a:rPr lang="ru-RU" b="0" i="0" dirty="0"/>
            <a:t> </a:t>
          </a:r>
          <a:r>
            <a:rPr lang="ru-RU" b="0" i="0" dirty="0" err="1"/>
            <a:t>племінної</a:t>
          </a:r>
          <a:r>
            <a:rPr lang="ru-RU" b="0" i="0" dirty="0"/>
            <a:t> </a:t>
          </a:r>
          <a:r>
            <a:rPr lang="ru-RU" b="0" i="0" dirty="0" err="1"/>
            <a:t>знаті</a:t>
          </a:r>
          <a:r>
            <a:rPr lang="ru-RU" b="0" i="0" dirty="0"/>
            <a:t>.</a:t>
          </a:r>
          <a:endParaRPr lang="uk-UA" dirty="0"/>
        </a:p>
      </dgm:t>
    </dgm:pt>
    <dgm:pt modelId="{20638C4E-5869-4FC4-BBE5-2AAEBCDAFD7D}" type="parTrans" cxnId="{B09C3F28-792F-4A10-9883-CC64646E9FB0}">
      <dgm:prSet/>
      <dgm:spPr/>
      <dgm:t>
        <a:bodyPr/>
        <a:lstStyle/>
        <a:p>
          <a:endParaRPr lang="uk-UA"/>
        </a:p>
      </dgm:t>
    </dgm:pt>
    <dgm:pt modelId="{6B1E8437-BF8B-4A7C-A99F-3562672D8223}" type="sibTrans" cxnId="{B09C3F28-792F-4A10-9883-CC64646E9FB0}">
      <dgm:prSet/>
      <dgm:spPr/>
      <dgm:t>
        <a:bodyPr/>
        <a:lstStyle/>
        <a:p>
          <a:endParaRPr lang="uk-UA"/>
        </a:p>
      </dgm:t>
    </dgm:pt>
    <dgm:pt modelId="{4722650F-9D79-48DD-B722-F8C59D61020A}" type="pres">
      <dgm:prSet presAssocID="{AF95349F-2CF2-4096-B8B5-E33FA377259F}" presName="linear" presStyleCnt="0">
        <dgm:presLayoutVars>
          <dgm:animLvl val="lvl"/>
          <dgm:resizeHandles val="exact"/>
        </dgm:presLayoutVars>
      </dgm:prSet>
      <dgm:spPr/>
    </dgm:pt>
    <dgm:pt modelId="{CAFA1960-7B08-4BF7-BF48-A882D761E31C}" type="pres">
      <dgm:prSet presAssocID="{2F985F85-F477-477C-B8C1-A2F03955098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1E85C6-00C8-427E-826B-7FB72B867064}" type="pres">
      <dgm:prSet presAssocID="{FC697C70-1916-4C06-B54D-AABD9B077F02}" presName="spacer" presStyleCnt="0"/>
      <dgm:spPr/>
    </dgm:pt>
    <dgm:pt modelId="{0A4E5340-6144-4072-A85B-BCD1CE2F9F3A}" type="pres">
      <dgm:prSet presAssocID="{C43E9116-AF21-4FE8-A90C-0E8B78E4EE8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782D1C-9707-4CBB-8A87-E8CF12E20ED5}" type="pres">
      <dgm:prSet presAssocID="{0D466ED8-8150-4CAF-ADB7-6A6570D641D5}" presName="spacer" presStyleCnt="0"/>
      <dgm:spPr/>
    </dgm:pt>
    <dgm:pt modelId="{BA765A37-7269-4923-9A18-B61A5BD4EAEA}" type="pres">
      <dgm:prSet presAssocID="{E6CE114C-B99B-45F2-858E-5C34B9CCFE7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2A0DA5-4D3F-4FBB-A9E3-C9CEC069D40D}" type="pres">
      <dgm:prSet presAssocID="{69EC654C-6C52-46F2-AD72-52A9D7BDC114}" presName="spacer" presStyleCnt="0"/>
      <dgm:spPr/>
    </dgm:pt>
    <dgm:pt modelId="{C0255F67-35A7-478C-A6F1-C912FEB2224F}" type="pres">
      <dgm:prSet presAssocID="{6E6D0AA1-7171-44EC-AE22-C9F60E383AF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A05A910-8AB1-4547-A46B-CBD4C59D66E0}" type="presOf" srcId="{2F985F85-F477-477C-B8C1-A2F03955098F}" destId="{CAFA1960-7B08-4BF7-BF48-A882D761E31C}" srcOrd="0" destOrd="0" presId="urn:microsoft.com/office/officeart/2005/8/layout/vList2"/>
    <dgm:cxn modelId="{5F9E8222-33C6-4F2F-B179-AAD60B424BDD}" srcId="{AF95349F-2CF2-4096-B8B5-E33FA377259F}" destId="{2F985F85-F477-477C-B8C1-A2F03955098F}" srcOrd="0" destOrd="0" parTransId="{B11BBE25-4CCA-4F20-8BB9-47817938EC0C}" sibTransId="{FC697C70-1916-4C06-B54D-AABD9B077F02}"/>
    <dgm:cxn modelId="{9AE2DB22-F9A6-43C1-89DD-94306B6A3D83}" type="presOf" srcId="{AF95349F-2CF2-4096-B8B5-E33FA377259F}" destId="{4722650F-9D79-48DD-B722-F8C59D61020A}" srcOrd="0" destOrd="0" presId="urn:microsoft.com/office/officeart/2005/8/layout/vList2"/>
    <dgm:cxn modelId="{B09C3F28-792F-4A10-9883-CC64646E9FB0}" srcId="{AF95349F-2CF2-4096-B8B5-E33FA377259F}" destId="{6E6D0AA1-7171-44EC-AE22-C9F60E383AFC}" srcOrd="3" destOrd="0" parTransId="{20638C4E-5869-4FC4-BBE5-2AAEBCDAFD7D}" sibTransId="{6B1E8437-BF8B-4A7C-A99F-3562672D8223}"/>
    <dgm:cxn modelId="{FCCE7033-7655-4F3F-94A2-149C87DFA105}" type="presOf" srcId="{6E6D0AA1-7171-44EC-AE22-C9F60E383AFC}" destId="{C0255F67-35A7-478C-A6F1-C912FEB2224F}" srcOrd="0" destOrd="0" presId="urn:microsoft.com/office/officeart/2005/8/layout/vList2"/>
    <dgm:cxn modelId="{C1D9D045-5537-4C63-8C42-B68EC98C7A65}" srcId="{AF95349F-2CF2-4096-B8B5-E33FA377259F}" destId="{C43E9116-AF21-4FE8-A90C-0E8B78E4EE85}" srcOrd="1" destOrd="0" parTransId="{9649C856-FD48-4F6F-90FB-1A767726541A}" sibTransId="{0D466ED8-8150-4CAF-ADB7-6A6570D641D5}"/>
    <dgm:cxn modelId="{6E2CA67E-1886-4621-BE88-6451C8A20FBB}" type="presOf" srcId="{E6CE114C-B99B-45F2-858E-5C34B9CCFE7B}" destId="{BA765A37-7269-4923-9A18-B61A5BD4EAEA}" srcOrd="0" destOrd="0" presId="urn:microsoft.com/office/officeart/2005/8/layout/vList2"/>
    <dgm:cxn modelId="{8B282C8B-275C-4ED3-AC92-9FE5D81CD22D}" type="presOf" srcId="{C43E9116-AF21-4FE8-A90C-0E8B78E4EE85}" destId="{0A4E5340-6144-4072-A85B-BCD1CE2F9F3A}" srcOrd="0" destOrd="0" presId="urn:microsoft.com/office/officeart/2005/8/layout/vList2"/>
    <dgm:cxn modelId="{6B3049E8-1479-45F6-AE03-8C489FBE2246}" srcId="{AF95349F-2CF2-4096-B8B5-E33FA377259F}" destId="{E6CE114C-B99B-45F2-858E-5C34B9CCFE7B}" srcOrd="2" destOrd="0" parTransId="{CBADB332-5621-4C29-8DB5-2CF6D9B6D8CF}" sibTransId="{69EC654C-6C52-46F2-AD72-52A9D7BDC114}"/>
    <dgm:cxn modelId="{3B2EC6B3-30F5-40DF-BDDA-C34968E67071}" type="presParOf" srcId="{4722650F-9D79-48DD-B722-F8C59D61020A}" destId="{CAFA1960-7B08-4BF7-BF48-A882D761E31C}" srcOrd="0" destOrd="0" presId="urn:microsoft.com/office/officeart/2005/8/layout/vList2"/>
    <dgm:cxn modelId="{5263EF64-810A-4E2F-9619-93B8B1E98298}" type="presParOf" srcId="{4722650F-9D79-48DD-B722-F8C59D61020A}" destId="{B51E85C6-00C8-427E-826B-7FB72B867064}" srcOrd="1" destOrd="0" presId="urn:microsoft.com/office/officeart/2005/8/layout/vList2"/>
    <dgm:cxn modelId="{0BBAB875-03B8-4F30-BAC6-98DC469CFEDA}" type="presParOf" srcId="{4722650F-9D79-48DD-B722-F8C59D61020A}" destId="{0A4E5340-6144-4072-A85B-BCD1CE2F9F3A}" srcOrd="2" destOrd="0" presId="urn:microsoft.com/office/officeart/2005/8/layout/vList2"/>
    <dgm:cxn modelId="{8AF0E11C-17D9-4CBB-B732-78FA0F0DA4AC}" type="presParOf" srcId="{4722650F-9D79-48DD-B722-F8C59D61020A}" destId="{05782D1C-9707-4CBB-8A87-E8CF12E20ED5}" srcOrd="3" destOrd="0" presId="urn:microsoft.com/office/officeart/2005/8/layout/vList2"/>
    <dgm:cxn modelId="{C4377B13-AD33-49B0-A17C-8AD65D667C00}" type="presParOf" srcId="{4722650F-9D79-48DD-B722-F8C59D61020A}" destId="{BA765A37-7269-4923-9A18-B61A5BD4EAEA}" srcOrd="4" destOrd="0" presId="urn:microsoft.com/office/officeart/2005/8/layout/vList2"/>
    <dgm:cxn modelId="{688D1BDE-643E-4664-89C0-DFF0ADAB99B9}" type="presParOf" srcId="{4722650F-9D79-48DD-B722-F8C59D61020A}" destId="{B02A0DA5-4D3F-4FBB-A9E3-C9CEC069D40D}" srcOrd="5" destOrd="0" presId="urn:microsoft.com/office/officeart/2005/8/layout/vList2"/>
    <dgm:cxn modelId="{92BF2011-8B60-44B0-9C60-CC292B8EDD77}" type="presParOf" srcId="{4722650F-9D79-48DD-B722-F8C59D61020A}" destId="{C0255F67-35A7-478C-A6F1-C912FEB2224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B106269-1B98-4296-AE2A-58189530765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3FA334-E6D5-41CB-AED5-1126EE1311CD}">
      <dgm:prSet/>
      <dgm:spPr/>
      <dgm:t>
        <a:bodyPr/>
        <a:lstStyle/>
        <a:p>
          <a:r>
            <a:rPr lang="uk-UA" b="0" i="0" dirty="0"/>
            <a:t>палеоліту</a:t>
          </a:r>
          <a:endParaRPr lang="uk-UA" dirty="0"/>
        </a:p>
      </dgm:t>
    </dgm:pt>
    <dgm:pt modelId="{5F6B293B-0B79-49C5-98FC-A50938C70AA8}" type="parTrans" cxnId="{2DC01A44-33BB-446B-AC8B-1EDDEBBA0A15}">
      <dgm:prSet/>
      <dgm:spPr/>
      <dgm:t>
        <a:bodyPr/>
        <a:lstStyle/>
        <a:p>
          <a:endParaRPr lang="uk-UA"/>
        </a:p>
      </dgm:t>
    </dgm:pt>
    <dgm:pt modelId="{EDBE22E8-F459-48A0-B5CA-9B545083EAB6}" type="sibTrans" cxnId="{2DC01A44-33BB-446B-AC8B-1EDDEBBA0A15}">
      <dgm:prSet/>
      <dgm:spPr/>
      <dgm:t>
        <a:bodyPr/>
        <a:lstStyle/>
        <a:p>
          <a:endParaRPr lang="uk-UA"/>
        </a:p>
      </dgm:t>
    </dgm:pt>
    <dgm:pt modelId="{6DF3BF4E-B935-4959-BFE8-D88E80D88C65}">
      <dgm:prSet/>
      <dgm:spPr/>
      <dgm:t>
        <a:bodyPr/>
        <a:lstStyle/>
        <a:p>
          <a:r>
            <a:rPr lang="uk-UA" b="0" i="0"/>
            <a:t>мезоліту</a:t>
          </a:r>
          <a:endParaRPr lang="uk-UA"/>
        </a:p>
      </dgm:t>
    </dgm:pt>
    <dgm:pt modelId="{EDCAF500-B6FF-4CDE-ABCD-430DE5B27BF8}" type="parTrans" cxnId="{79F6A081-555F-4418-B0C5-53759BABDE9A}">
      <dgm:prSet/>
      <dgm:spPr/>
      <dgm:t>
        <a:bodyPr/>
        <a:lstStyle/>
        <a:p>
          <a:endParaRPr lang="uk-UA"/>
        </a:p>
      </dgm:t>
    </dgm:pt>
    <dgm:pt modelId="{8C3FC77E-021F-450B-820D-F2D0B3C987C2}" type="sibTrans" cxnId="{79F6A081-555F-4418-B0C5-53759BABDE9A}">
      <dgm:prSet/>
      <dgm:spPr/>
      <dgm:t>
        <a:bodyPr/>
        <a:lstStyle/>
        <a:p>
          <a:endParaRPr lang="uk-UA"/>
        </a:p>
      </dgm:t>
    </dgm:pt>
    <dgm:pt modelId="{AB7514E4-3F74-4DAD-8720-BBFA5F343C97}">
      <dgm:prSet/>
      <dgm:spPr/>
      <dgm:t>
        <a:bodyPr/>
        <a:lstStyle/>
        <a:p>
          <a:r>
            <a:rPr lang="uk-UA" b="0" i="0"/>
            <a:t>неоліту</a:t>
          </a:r>
          <a:endParaRPr lang="uk-UA"/>
        </a:p>
      </dgm:t>
    </dgm:pt>
    <dgm:pt modelId="{8E1CC3D5-427B-4BF7-AF00-C4041F5C14D4}" type="parTrans" cxnId="{F45315C7-FCA0-47A5-A18B-BC8840130CD4}">
      <dgm:prSet/>
      <dgm:spPr/>
      <dgm:t>
        <a:bodyPr/>
        <a:lstStyle/>
        <a:p>
          <a:endParaRPr lang="uk-UA"/>
        </a:p>
      </dgm:t>
    </dgm:pt>
    <dgm:pt modelId="{49EFF1F4-39B7-4A23-964F-6301AB9D0117}" type="sibTrans" cxnId="{F45315C7-FCA0-47A5-A18B-BC8840130CD4}">
      <dgm:prSet/>
      <dgm:spPr/>
      <dgm:t>
        <a:bodyPr/>
        <a:lstStyle/>
        <a:p>
          <a:endParaRPr lang="uk-UA"/>
        </a:p>
      </dgm:t>
    </dgm:pt>
    <dgm:pt modelId="{2B62CB0A-F509-4E2E-BB09-055EEB1B2AF4}">
      <dgm:prSet/>
      <dgm:spPr/>
      <dgm:t>
        <a:bodyPr/>
        <a:lstStyle/>
        <a:p>
          <a:r>
            <a:rPr lang="uk-UA" b="0" i="0" dirty="0"/>
            <a:t>енеоліту</a:t>
          </a:r>
          <a:endParaRPr lang="uk-UA" dirty="0"/>
        </a:p>
      </dgm:t>
    </dgm:pt>
    <dgm:pt modelId="{982EEA91-7383-4772-BE54-670802CFD512}" type="parTrans" cxnId="{3134CEA5-011C-4628-BF29-60409261ACF5}">
      <dgm:prSet/>
      <dgm:spPr/>
      <dgm:t>
        <a:bodyPr/>
        <a:lstStyle/>
        <a:p>
          <a:endParaRPr lang="uk-UA"/>
        </a:p>
      </dgm:t>
    </dgm:pt>
    <dgm:pt modelId="{814602B4-A15D-4D63-ACB4-6C1FE284DA78}" type="sibTrans" cxnId="{3134CEA5-011C-4628-BF29-60409261ACF5}">
      <dgm:prSet/>
      <dgm:spPr/>
      <dgm:t>
        <a:bodyPr/>
        <a:lstStyle/>
        <a:p>
          <a:endParaRPr lang="uk-UA"/>
        </a:p>
      </dgm:t>
    </dgm:pt>
    <dgm:pt modelId="{BE5307EA-5FD9-4AC7-A614-E688B5A1F785}" type="pres">
      <dgm:prSet presAssocID="{0B106269-1B98-4296-AE2A-581895307653}" presName="matrix" presStyleCnt="0">
        <dgm:presLayoutVars>
          <dgm:chMax val="1"/>
          <dgm:dir/>
          <dgm:resizeHandles val="exact"/>
        </dgm:presLayoutVars>
      </dgm:prSet>
      <dgm:spPr/>
    </dgm:pt>
    <dgm:pt modelId="{B31ABF68-F092-41B9-953B-B90013A83DA5}" type="pres">
      <dgm:prSet presAssocID="{0B106269-1B98-4296-AE2A-581895307653}" presName="diamond" presStyleLbl="bgShp" presStyleIdx="0" presStyleCnt="1"/>
      <dgm:spPr/>
    </dgm:pt>
    <dgm:pt modelId="{92F4CFE5-148A-4E1E-A79D-D7A4275FD9AE}" type="pres">
      <dgm:prSet presAssocID="{0B106269-1B98-4296-AE2A-58189530765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D087025-E669-4B3A-A0C7-A9CF17CE5985}" type="pres">
      <dgm:prSet presAssocID="{0B106269-1B98-4296-AE2A-58189530765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5B194E7-6B72-4E8F-AE74-C850C537C844}" type="pres">
      <dgm:prSet presAssocID="{0B106269-1B98-4296-AE2A-58189530765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B08DB4A-2EDC-4840-9BA0-7F9DBCE3D73D}" type="pres">
      <dgm:prSet presAssocID="{0B106269-1B98-4296-AE2A-58189530765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46F3802-41FE-401C-A65B-C2237485F1FE}" type="presOf" srcId="{0B106269-1B98-4296-AE2A-581895307653}" destId="{BE5307EA-5FD9-4AC7-A614-E688B5A1F785}" srcOrd="0" destOrd="0" presId="urn:microsoft.com/office/officeart/2005/8/layout/matrix3"/>
    <dgm:cxn modelId="{1D840322-56A0-49D7-B30F-7005B006D68C}" type="presOf" srcId="{3F3FA334-E6D5-41CB-AED5-1126EE1311CD}" destId="{92F4CFE5-148A-4E1E-A79D-D7A4275FD9AE}" srcOrd="0" destOrd="0" presId="urn:microsoft.com/office/officeart/2005/8/layout/matrix3"/>
    <dgm:cxn modelId="{2DC01A44-33BB-446B-AC8B-1EDDEBBA0A15}" srcId="{0B106269-1B98-4296-AE2A-581895307653}" destId="{3F3FA334-E6D5-41CB-AED5-1126EE1311CD}" srcOrd="0" destOrd="0" parTransId="{5F6B293B-0B79-49C5-98FC-A50938C70AA8}" sibTransId="{EDBE22E8-F459-48A0-B5CA-9B545083EAB6}"/>
    <dgm:cxn modelId="{CE4B4065-ADEE-4A82-BED7-3BF3564521D1}" type="presOf" srcId="{2B62CB0A-F509-4E2E-BB09-055EEB1B2AF4}" destId="{3B08DB4A-2EDC-4840-9BA0-7F9DBCE3D73D}" srcOrd="0" destOrd="0" presId="urn:microsoft.com/office/officeart/2005/8/layout/matrix3"/>
    <dgm:cxn modelId="{A6109A52-736B-42AD-B83A-EFE5187F7567}" type="presOf" srcId="{AB7514E4-3F74-4DAD-8720-BBFA5F343C97}" destId="{05B194E7-6B72-4E8F-AE74-C850C537C844}" srcOrd="0" destOrd="0" presId="urn:microsoft.com/office/officeart/2005/8/layout/matrix3"/>
    <dgm:cxn modelId="{79F6A081-555F-4418-B0C5-53759BABDE9A}" srcId="{0B106269-1B98-4296-AE2A-581895307653}" destId="{6DF3BF4E-B935-4959-BFE8-D88E80D88C65}" srcOrd="1" destOrd="0" parTransId="{EDCAF500-B6FF-4CDE-ABCD-430DE5B27BF8}" sibTransId="{8C3FC77E-021F-450B-820D-F2D0B3C987C2}"/>
    <dgm:cxn modelId="{3134CEA5-011C-4628-BF29-60409261ACF5}" srcId="{0B106269-1B98-4296-AE2A-581895307653}" destId="{2B62CB0A-F509-4E2E-BB09-055EEB1B2AF4}" srcOrd="3" destOrd="0" parTransId="{982EEA91-7383-4772-BE54-670802CFD512}" sibTransId="{814602B4-A15D-4D63-ACB4-6C1FE284DA78}"/>
    <dgm:cxn modelId="{B50DECC3-D55A-4D0B-9495-C6EEC7B03F02}" type="presOf" srcId="{6DF3BF4E-B935-4959-BFE8-D88E80D88C65}" destId="{ED087025-E669-4B3A-A0C7-A9CF17CE5985}" srcOrd="0" destOrd="0" presId="urn:microsoft.com/office/officeart/2005/8/layout/matrix3"/>
    <dgm:cxn modelId="{F45315C7-FCA0-47A5-A18B-BC8840130CD4}" srcId="{0B106269-1B98-4296-AE2A-581895307653}" destId="{AB7514E4-3F74-4DAD-8720-BBFA5F343C97}" srcOrd="2" destOrd="0" parTransId="{8E1CC3D5-427B-4BF7-AF00-C4041F5C14D4}" sibTransId="{49EFF1F4-39B7-4A23-964F-6301AB9D0117}"/>
    <dgm:cxn modelId="{CA77881B-7ACF-4464-AEDB-8ED69961BE6A}" type="presParOf" srcId="{BE5307EA-5FD9-4AC7-A614-E688B5A1F785}" destId="{B31ABF68-F092-41B9-953B-B90013A83DA5}" srcOrd="0" destOrd="0" presId="urn:microsoft.com/office/officeart/2005/8/layout/matrix3"/>
    <dgm:cxn modelId="{4A9B22AC-9B3E-4770-BC03-A294A1C8FC7E}" type="presParOf" srcId="{BE5307EA-5FD9-4AC7-A614-E688B5A1F785}" destId="{92F4CFE5-148A-4E1E-A79D-D7A4275FD9AE}" srcOrd="1" destOrd="0" presId="urn:microsoft.com/office/officeart/2005/8/layout/matrix3"/>
    <dgm:cxn modelId="{88126135-96A0-48AF-8484-F560DA68E977}" type="presParOf" srcId="{BE5307EA-5FD9-4AC7-A614-E688B5A1F785}" destId="{ED087025-E669-4B3A-A0C7-A9CF17CE5985}" srcOrd="2" destOrd="0" presId="urn:microsoft.com/office/officeart/2005/8/layout/matrix3"/>
    <dgm:cxn modelId="{7C21840F-0145-47ED-9435-492913D1CD13}" type="presParOf" srcId="{BE5307EA-5FD9-4AC7-A614-E688B5A1F785}" destId="{05B194E7-6B72-4E8F-AE74-C850C537C844}" srcOrd="3" destOrd="0" presId="urn:microsoft.com/office/officeart/2005/8/layout/matrix3"/>
    <dgm:cxn modelId="{0413CA83-834E-42F8-87DA-C0407AB5916F}" type="presParOf" srcId="{BE5307EA-5FD9-4AC7-A614-E688B5A1F785}" destId="{3B08DB4A-2EDC-4840-9BA0-7F9DBCE3D73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14F571C-18A4-45C8-B6B4-8C963444D0F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21540C7-EF61-4EA5-A084-DB698E6176DD}">
      <dgm:prSet/>
      <dgm:spPr/>
      <dgm:t>
        <a:bodyPr/>
        <a:lstStyle/>
        <a:p>
          <a:r>
            <a:rPr lang="ru-RU" b="0" i="0"/>
            <a:t>перехід людини до осілого способу життя</a:t>
          </a:r>
          <a:endParaRPr lang="uk-UA"/>
        </a:p>
      </dgm:t>
    </dgm:pt>
    <dgm:pt modelId="{1608B7CC-A58D-44B6-A6EB-D76156973FDF}" type="parTrans" cxnId="{C5DF557F-E7E1-45C1-873A-E2197A3E84FC}">
      <dgm:prSet/>
      <dgm:spPr/>
      <dgm:t>
        <a:bodyPr/>
        <a:lstStyle/>
        <a:p>
          <a:endParaRPr lang="uk-UA"/>
        </a:p>
      </dgm:t>
    </dgm:pt>
    <dgm:pt modelId="{CEEC9384-E2CD-43FF-9CB9-067C3C96B2EA}" type="sibTrans" cxnId="{C5DF557F-E7E1-45C1-873A-E2197A3E84FC}">
      <dgm:prSet/>
      <dgm:spPr/>
      <dgm:t>
        <a:bodyPr/>
        <a:lstStyle/>
        <a:p>
          <a:endParaRPr lang="uk-UA"/>
        </a:p>
      </dgm:t>
    </dgm:pt>
    <dgm:pt modelId="{1C7757C6-3581-41B9-93FF-DD415A4BD5CD}">
      <dgm:prSet/>
      <dgm:spPr/>
      <dgm:t>
        <a:bodyPr/>
        <a:lstStyle/>
        <a:p>
          <a:r>
            <a:rPr lang="ru-RU" b="0" i="0" dirty="0"/>
            <a:t>криза та </a:t>
          </a:r>
          <a:r>
            <a:rPr lang="ru-RU" b="0" i="0" dirty="0" err="1"/>
            <a:t>занепад</a:t>
          </a:r>
          <a:r>
            <a:rPr lang="ru-RU" b="0" i="0" dirty="0"/>
            <a:t> </a:t>
          </a:r>
          <a:r>
            <a:rPr lang="ru-RU" b="0" i="0" dirty="0" err="1"/>
            <a:t>рибальства</a:t>
          </a:r>
          <a:r>
            <a:rPr lang="ru-RU" b="0" i="0" dirty="0"/>
            <a:t> й </a:t>
          </a:r>
          <a:r>
            <a:rPr lang="ru-RU" b="0" i="0" dirty="0" err="1"/>
            <a:t>збиральництва</a:t>
          </a:r>
          <a:endParaRPr lang="uk-UA" dirty="0"/>
        </a:p>
      </dgm:t>
    </dgm:pt>
    <dgm:pt modelId="{A487EA1D-DA68-41E9-B098-23D7592F4930}" type="parTrans" cxnId="{11950673-0DAF-4BC4-8A26-1F6C2B6F5802}">
      <dgm:prSet/>
      <dgm:spPr/>
      <dgm:t>
        <a:bodyPr/>
        <a:lstStyle/>
        <a:p>
          <a:endParaRPr lang="uk-UA"/>
        </a:p>
      </dgm:t>
    </dgm:pt>
    <dgm:pt modelId="{8B50E0CC-B85F-4192-9827-B9E51AE9A06F}" type="sibTrans" cxnId="{11950673-0DAF-4BC4-8A26-1F6C2B6F5802}">
      <dgm:prSet/>
      <dgm:spPr/>
      <dgm:t>
        <a:bodyPr/>
        <a:lstStyle/>
        <a:p>
          <a:endParaRPr lang="uk-UA"/>
        </a:p>
      </dgm:t>
    </dgm:pt>
    <dgm:pt modelId="{DA6E151A-76EF-4152-A726-747E36C55116}">
      <dgm:prSet/>
      <dgm:spPr/>
      <dgm:t>
        <a:bodyPr/>
        <a:lstStyle/>
        <a:p>
          <a:r>
            <a:rPr lang="ru-RU" b="0" i="0"/>
            <a:t>суттєве зростання продуктивності праці мисливців</a:t>
          </a:r>
          <a:endParaRPr lang="uk-UA"/>
        </a:p>
      </dgm:t>
    </dgm:pt>
    <dgm:pt modelId="{343D7EFD-29EE-47BC-9AA9-7E79656DD512}" type="parTrans" cxnId="{3A7E5D6D-2705-4780-8215-0B4CC9FD97C5}">
      <dgm:prSet/>
      <dgm:spPr/>
      <dgm:t>
        <a:bodyPr/>
        <a:lstStyle/>
        <a:p>
          <a:endParaRPr lang="uk-UA"/>
        </a:p>
      </dgm:t>
    </dgm:pt>
    <dgm:pt modelId="{A43EEABF-0AC5-4B4E-9DFC-54D83D6B6B51}" type="sibTrans" cxnId="{3A7E5D6D-2705-4780-8215-0B4CC9FD97C5}">
      <dgm:prSet/>
      <dgm:spPr/>
      <dgm:t>
        <a:bodyPr/>
        <a:lstStyle/>
        <a:p>
          <a:endParaRPr lang="uk-UA"/>
        </a:p>
      </dgm:t>
    </dgm:pt>
    <dgm:pt modelId="{77BB4D93-5B92-4BE1-9EAE-64FC72BAA8FB}">
      <dgm:prSet/>
      <dgm:spPr/>
      <dgm:t>
        <a:bodyPr/>
        <a:lstStyle/>
        <a:p>
          <a:r>
            <a:rPr lang="ru-RU" b="0" i="0" dirty="0" err="1"/>
            <a:t>утвердження</a:t>
          </a:r>
          <a:r>
            <a:rPr lang="ru-RU" b="0" i="0" dirty="0"/>
            <a:t> </a:t>
          </a:r>
          <a:r>
            <a:rPr lang="ru-RU" b="0" i="0" dirty="0" err="1"/>
            <a:t>відтворюючих</a:t>
          </a:r>
          <a:r>
            <a:rPr lang="ru-RU" b="0" i="0" dirty="0"/>
            <a:t> форм </a:t>
          </a:r>
          <a:r>
            <a:rPr lang="ru-RU" b="0" i="0" dirty="0" err="1"/>
            <a:t>господарювання</a:t>
          </a:r>
          <a:endParaRPr lang="uk-UA" dirty="0"/>
        </a:p>
      </dgm:t>
    </dgm:pt>
    <dgm:pt modelId="{F62743AC-6D43-400A-9B5B-8C820D3FE8C3}" type="parTrans" cxnId="{A38F4BCB-FA41-4789-9CF9-DF1D9767C2C9}">
      <dgm:prSet/>
      <dgm:spPr/>
      <dgm:t>
        <a:bodyPr/>
        <a:lstStyle/>
        <a:p>
          <a:endParaRPr lang="uk-UA"/>
        </a:p>
      </dgm:t>
    </dgm:pt>
    <dgm:pt modelId="{870B9C12-C9F6-4EC8-A3C9-59A639245ECA}" type="sibTrans" cxnId="{A38F4BCB-FA41-4789-9CF9-DF1D9767C2C9}">
      <dgm:prSet/>
      <dgm:spPr/>
      <dgm:t>
        <a:bodyPr/>
        <a:lstStyle/>
        <a:p>
          <a:endParaRPr lang="uk-UA"/>
        </a:p>
      </dgm:t>
    </dgm:pt>
    <dgm:pt modelId="{3A1C6E39-A4DC-44F5-A750-FDDB7FE5ADDA}" type="pres">
      <dgm:prSet presAssocID="{114F571C-18A4-45C8-B6B4-8C963444D0FF}" presName="linear" presStyleCnt="0">
        <dgm:presLayoutVars>
          <dgm:animLvl val="lvl"/>
          <dgm:resizeHandles val="exact"/>
        </dgm:presLayoutVars>
      </dgm:prSet>
      <dgm:spPr/>
    </dgm:pt>
    <dgm:pt modelId="{6A6C5C8E-B6BB-4B98-9D6B-0D8BDADA42D5}" type="pres">
      <dgm:prSet presAssocID="{221540C7-EF61-4EA5-A084-DB698E6176D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E9B7E9-6CC6-47BC-AB40-B0769E89409D}" type="pres">
      <dgm:prSet presAssocID="{CEEC9384-E2CD-43FF-9CB9-067C3C96B2EA}" presName="spacer" presStyleCnt="0"/>
      <dgm:spPr/>
    </dgm:pt>
    <dgm:pt modelId="{1DC199A3-34B5-4CA1-823D-47829E9AEA5B}" type="pres">
      <dgm:prSet presAssocID="{1C7757C6-3581-41B9-93FF-DD415A4BD5C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23E72C-15B8-4057-A302-4BBDB22C7061}" type="pres">
      <dgm:prSet presAssocID="{8B50E0CC-B85F-4192-9827-B9E51AE9A06F}" presName="spacer" presStyleCnt="0"/>
      <dgm:spPr/>
    </dgm:pt>
    <dgm:pt modelId="{FD0278E7-DFD3-41C0-B72D-838A5561F684}" type="pres">
      <dgm:prSet presAssocID="{DA6E151A-76EF-4152-A726-747E36C5511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B88630C-FFC4-421A-992E-9EA3B8B90C6E}" type="pres">
      <dgm:prSet presAssocID="{A43EEABF-0AC5-4B4E-9DFC-54D83D6B6B51}" presName="spacer" presStyleCnt="0"/>
      <dgm:spPr/>
    </dgm:pt>
    <dgm:pt modelId="{4F85484C-82E0-4F19-B00C-3AB6B99CB564}" type="pres">
      <dgm:prSet presAssocID="{77BB4D93-5B92-4BE1-9EAE-64FC72BAA8F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92D421B-0ADB-4288-89C7-96254B4D5991}" type="presOf" srcId="{114F571C-18A4-45C8-B6B4-8C963444D0FF}" destId="{3A1C6E39-A4DC-44F5-A750-FDDB7FE5ADDA}" srcOrd="0" destOrd="0" presId="urn:microsoft.com/office/officeart/2005/8/layout/vList2"/>
    <dgm:cxn modelId="{B6A1572F-D368-4C14-841C-78563D67882E}" type="presOf" srcId="{221540C7-EF61-4EA5-A084-DB698E6176DD}" destId="{6A6C5C8E-B6BB-4B98-9D6B-0D8BDADA42D5}" srcOrd="0" destOrd="0" presId="urn:microsoft.com/office/officeart/2005/8/layout/vList2"/>
    <dgm:cxn modelId="{0B40F347-42EB-49F2-BBAA-7E97C1191C7C}" type="presOf" srcId="{1C7757C6-3581-41B9-93FF-DD415A4BD5CD}" destId="{1DC199A3-34B5-4CA1-823D-47829E9AEA5B}" srcOrd="0" destOrd="0" presId="urn:microsoft.com/office/officeart/2005/8/layout/vList2"/>
    <dgm:cxn modelId="{312DB34A-9B68-4676-AE3B-60F43658BA80}" type="presOf" srcId="{77BB4D93-5B92-4BE1-9EAE-64FC72BAA8FB}" destId="{4F85484C-82E0-4F19-B00C-3AB6B99CB564}" srcOrd="0" destOrd="0" presId="urn:microsoft.com/office/officeart/2005/8/layout/vList2"/>
    <dgm:cxn modelId="{3A7E5D6D-2705-4780-8215-0B4CC9FD97C5}" srcId="{114F571C-18A4-45C8-B6B4-8C963444D0FF}" destId="{DA6E151A-76EF-4152-A726-747E36C55116}" srcOrd="2" destOrd="0" parTransId="{343D7EFD-29EE-47BC-9AA9-7E79656DD512}" sibTransId="{A43EEABF-0AC5-4B4E-9DFC-54D83D6B6B51}"/>
    <dgm:cxn modelId="{11950673-0DAF-4BC4-8A26-1F6C2B6F5802}" srcId="{114F571C-18A4-45C8-B6B4-8C963444D0FF}" destId="{1C7757C6-3581-41B9-93FF-DD415A4BD5CD}" srcOrd="1" destOrd="0" parTransId="{A487EA1D-DA68-41E9-B098-23D7592F4930}" sibTransId="{8B50E0CC-B85F-4192-9827-B9E51AE9A06F}"/>
    <dgm:cxn modelId="{4978CB58-CDF9-4708-839B-16B872F73744}" type="presOf" srcId="{DA6E151A-76EF-4152-A726-747E36C55116}" destId="{FD0278E7-DFD3-41C0-B72D-838A5561F684}" srcOrd="0" destOrd="0" presId="urn:microsoft.com/office/officeart/2005/8/layout/vList2"/>
    <dgm:cxn modelId="{C5DF557F-E7E1-45C1-873A-E2197A3E84FC}" srcId="{114F571C-18A4-45C8-B6B4-8C963444D0FF}" destId="{221540C7-EF61-4EA5-A084-DB698E6176DD}" srcOrd="0" destOrd="0" parTransId="{1608B7CC-A58D-44B6-A6EB-D76156973FDF}" sibTransId="{CEEC9384-E2CD-43FF-9CB9-067C3C96B2EA}"/>
    <dgm:cxn modelId="{A38F4BCB-FA41-4789-9CF9-DF1D9767C2C9}" srcId="{114F571C-18A4-45C8-B6B4-8C963444D0FF}" destId="{77BB4D93-5B92-4BE1-9EAE-64FC72BAA8FB}" srcOrd="3" destOrd="0" parTransId="{F62743AC-6D43-400A-9B5B-8C820D3FE8C3}" sibTransId="{870B9C12-C9F6-4EC8-A3C9-59A639245ECA}"/>
    <dgm:cxn modelId="{D8F4D3A4-12F3-41E9-90A0-875650CFFDF5}" type="presParOf" srcId="{3A1C6E39-A4DC-44F5-A750-FDDB7FE5ADDA}" destId="{6A6C5C8E-B6BB-4B98-9D6B-0D8BDADA42D5}" srcOrd="0" destOrd="0" presId="urn:microsoft.com/office/officeart/2005/8/layout/vList2"/>
    <dgm:cxn modelId="{4707C650-02FB-40B5-8E50-D6DE511662E3}" type="presParOf" srcId="{3A1C6E39-A4DC-44F5-A750-FDDB7FE5ADDA}" destId="{12E9B7E9-6CC6-47BC-AB40-B0769E89409D}" srcOrd="1" destOrd="0" presId="urn:microsoft.com/office/officeart/2005/8/layout/vList2"/>
    <dgm:cxn modelId="{73AF5089-B21B-4CF8-A83E-BB22DCC78C46}" type="presParOf" srcId="{3A1C6E39-A4DC-44F5-A750-FDDB7FE5ADDA}" destId="{1DC199A3-34B5-4CA1-823D-47829E9AEA5B}" srcOrd="2" destOrd="0" presId="urn:microsoft.com/office/officeart/2005/8/layout/vList2"/>
    <dgm:cxn modelId="{98D41686-CEF4-4791-853B-3005C03CC300}" type="presParOf" srcId="{3A1C6E39-A4DC-44F5-A750-FDDB7FE5ADDA}" destId="{0523E72C-15B8-4057-A302-4BBDB22C7061}" srcOrd="3" destOrd="0" presId="urn:microsoft.com/office/officeart/2005/8/layout/vList2"/>
    <dgm:cxn modelId="{B54DC086-2D7E-4127-8F67-A88F42C3F530}" type="presParOf" srcId="{3A1C6E39-A4DC-44F5-A750-FDDB7FE5ADDA}" destId="{FD0278E7-DFD3-41C0-B72D-838A5561F684}" srcOrd="4" destOrd="0" presId="urn:microsoft.com/office/officeart/2005/8/layout/vList2"/>
    <dgm:cxn modelId="{E4F862F8-67F8-4EE0-80E2-87D8E474AAC9}" type="presParOf" srcId="{3A1C6E39-A4DC-44F5-A750-FDDB7FE5ADDA}" destId="{AB88630C-FFC4-421A-992E-9EA3B8B90C6E}" srcOrd="5" destOrd="0" presId="urn:microsoft.com/office/officeart/2005/8/layout/vList2"/>
    <dgm:cxn modelId="{9293CF77-7712-4456-917A-3C770AE62409}" type="presParOf" srcId="{3A1C6E39-A4DC-44F5-A750-FDDB7FE5ADDA}" destId="{4F85484C-82E0-4F19-B00C-3AB6B99CB56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14E1429-08B8-4218-9030-65685B9C2F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D4A78E-EA44-4770-B374-160DD517E6E3}">
      <dgm:prSet/>
      <dgm:spPr/>
      <dgm:t>
        <a:bodyPr/>
        <a:lstStyle/>
        <a:p>
          <a:r>
            <a:rPr lang="uk-UA" b="0" i="0" dirty="0"/>
            <a:t>палеоліту.</a:t>
          </a:r>
          <a:endParaRPr lang="uk-UA" dirty="0"/>
        </a:p>
      </dgm:t>
    </dgm:pt>
    <dgm:pt modelId="{27AF74CC-04C0-4687-A917-A5835DB468D7}" type="parTrans" cxnId="{C97E593F-0B36-46E2-B227-514CA480D22B}">
      <dgm:prSet/>
      <dgm:spPr/>
      <dgm:t>
        <a:bodyPr/>
        <a:lstStyle/>
        <a:p>
          <a:endParaRPr lang="uk-UA"/>
        </a:p>
      </dgm:t>
    </dgm:pt>
    <dgm:pt modelId="{070D61ED-48CF-46FE-B5A9-2DD12BC92F49}" type="sibTrans" cxnId="{C97E593F-0B36-46E2-B227-514CA480D22B}">
      <dgm:prSet/>
      <dgm:spPr/>
      <dgm:t>
        <a:bodyPr/>
        <a:lstStyle/>
        <a:p>
          <a:endParaRPr lang="uk-UA"/>
        </a:p>
      </dgm:t>
    </dgm:pt>
    <dgm:pt modelId="{D836CC36-781F-49F5-BD8D-9F5DF0184B77}">
      <dgm:prSet/>
      <dgm:spPr/>
      <dgm:t>
        <a:bodyPr/>
        <a:lstStyle/>
        <a:p>
          <a:r>
            <a:rPr lang="uk-UA" b="0" i="0"/>
            <a:t>мезоліту.</a:t>
          </a:r>
          <a:endParaRPr lang="uk-UA"/>
        </a:p>
      </dgm:t>
    </dgm:pt>
    <dgm:pt modelId="{BD30D587-E7FD-453E-9799-CB41F14826E1}" type="parTrans" cxnId="{7F1982ED-A0EA-478A-B617-CAEBB75BFDEF}">
      <dgm:prSet/>
      <dgm:spPr/>
      <dgm:t>
        <a:bodyPr/>
        <a:lstStyle/>
        <a:p>
          <a:endParaRPr lang="uk-UA"/>
        </a:p>
      </dgm:t>
    </dgm:pt>
    <dgm:pt modelId="{7DE8FB25-A87B-46B0-B623-16DC908B8BF8}" type="sibTrans" cxnId="{7F1982ED-A0EA-478A-B617-CAEBB75BFDEF}">
      <dgm:prSet/>
      <dgm:spPr/>
      <dgm:t>
        <a:bodyPr/>
        <a:lstStyle/>
        <a:p>
          <a:endParaRPr lang="uk-UA"/>
        </a:p>
      </dgm:t>
    </dgm:pt>
    <dgm:pt modelId="{31BA5EA8-761D-49B1-AF53-56298E4F7F07}">
      <dgm:prSet/>
      <dgm:spPr/>
      <dgm:t>
        <a:bodyPr/>
        <a:lstStyle/>
        <a:p>
          <a:r>
            <a:rPr lang="uk-UA" b="0" i="0" dirty="0"/>
            <a:t>неоліту.</a:t>
          </a:r>
          <a:endParaRPr lang="uk-UA" dirty="0"/>
        </a:p>
      </dgm:t>
    </dgm:pt>
    <dgm:pt modelId="{BEBD02B3-A2E0-4449-A6DC-9803380FF8CF}" type="parTrans" cxnId="{9ACAF755-E3F0-4C74-833F-EFEAA1BA0C44}">
      <dgm:prSet/>
      <dgm:spPr/>
      <dgm:t>
        <a:bodyPr/>
        <a:lstStyle/>
        <a:p>
          <a:endParaRPr lang="uk-UA"/>
        </a:p>
      </dgm:t>
    </dgm:pt>
    <dgm:pt modelId="{635A0B9B-5143-4D25-A6E6-6F93A1635B44}" type="sibTrans" cxnId="{9ACAF755-E3F0-4C74-833F-EFEAA1BA0C44}">
      <dgm:prSet/>
      <dgm:spPr/>
      <dgm:t>
        <a:bodyPr/>
        <a:lstStyle/>
        <a:p>
          <a:endParaRPr lang="uk-UA"/>
        </a:p>
      </dgm:t>
    </dgm:pt>
    <dgm:pt modelId="{9E034B99-A086-4719-A2D5-3F69C9A8457B}">
      <dgm:prSet/>
      <dgm:spPr/>
      <dgm:t>
        <a:bodyPr/>
        <a:lstStyle/>
        <a:p>
          <a:r>
            <a:rPr lang="uk-UA" b="0" i="0" dirty="0"/>
            <a:t>енеоліту.</a:t>
          </a:r>
          <a:endParaRPr lang="uk-UA" dirty="0"/>
        </a:p>
      </dgm:t>
    </dgm:pt>
    <dgm:pt modelId="{3F924E06-F281-4B73-91C6-99FFA638E32F}" type="parTrans" cxnId="{7EC7D22D-1FB9-487D-8A08-6108E88BBCEF}">
      <dgm:prSet/>
      <dgm:spPr/>
      <dgm:t>
        <a:bodyPr/>
        <a:lstStyle/>
        <a:p>
          <a:endParaRPr lang="uk-UA"/>
        </a:p>
      </dgm:t>
    </dgm:pt>
    <dgm:pt modelId="{46E213EF-6A28-49DF-B9E5-022E8C979A38}" type="sibTrans" cxnId="{7EC7D22D-1FB9-487D-8A08-6108E88BBCEF}">
      <dgm:prSet/>
      <dgm:spPr/>
      <dgm:t>
        <a:bodyPr/>
        <a:lstStyle/>
        <a:p>
          <a:endParaRPr lang="uk-UA"/>
        </a:p>
      </dgm:t>
    </dgm:pt>
    <dgm:pt modelId="{7164160F-99B4-4D11-9861-70730CA6F3E0}" type="pres">
      <dgm:prSet presAssocID="{314E1429-08B8-4218-9030-65685B9C2F01}" presName="linear" presStyleCnt="0">
        <dgm:presLayoutVars>
          <dgm:animLvl val="lvl"/>
          <dgm:resizeHandles val="exact"/>
        </dgm:presLayoutVars>
      </dgm:prSet>
      <dgm:spPr/>
    </dgm:pt>
    <dgm:pt modelId="{45D28907-977D-486D-B932-78AADB245A4D}" type="pres">
      <dgm:prSet presAssocID="{93D4A78E-EA44-4770-B374-160DD517E6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F169079-7445-4626-931F-C633F65BDED1}" type="pres">
      <dgm:prSet presAssocID="{070D61ED-48CF-46FE-B5A9-2DD12BC92F49}" presName="spacer" presStyleCnt="0"/>
      <dgm:spPr/>
    </dgm:pt>
    <dgm:pt modelId="{8278983B-1BE6-496B-A233-06CAEAF969B5}" type="pres">
      <dgm:prSet presAssocID="{D836CC36-781F-49F5-BD8D-9F5DF0184B7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E8053B7-1459-43ED-AA11-FE657F494F30}" type="pres">
      <dgm:prSet presAssocID="{7DE8FB25-A87B-46B0-B623-16DC908B8BF8}" presName="spacer" presStyleCnt="0"/>
      <dgm:spPr/>
    </dgm:pt>
    <dgm:pt modelId="{5B266EBA-6A73-43DC-9FC9-B2CDA62BA8A2}" type="pres">
      <dgm:prSet presAssocID="{31BA5EA8-761D-49B1-AF53-56298E4F7F0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902F3AB-3368-4CE6-A4A2-1601FAAE5299}" type="pres">
      <dgm:prSet presAssocID="{635A0B9B-5143-4D25-A6E6-6F93A1635B44}" presName="spacer" presStyleCnt="0"/>
      <dgm:spPr/>
    </dgm:pt>
    <dgm:pt modelId="{C906A4A5-0686-46B9-90DF-9CD734C95E70}" type="pres">
      <dgm:prSet presAssocID="{9E034B99-A086-4719-A2D5-3F69C9A8457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EC7D22D-1FB9-487D-8A08-6108E88BBCEF}" srcId="{314E1429-08B8-4218-9030-65685B9C2F01}" destId="{9E034B99-A086-4719-A2D5-3F69C9A8457B}" srcOrd="3" destOrd="0" parTransId="{3F924E06-F281-4B73-91C6-99FFA638E32F}" sibTransId="{46E213EF-6A28-49DF-B9E5-022E8C979A38}"/>
    <dgm:cxn modelId="{FB19B332-1176-4709-A25E-34D01EAA4E8C}" type="presOf" srcId="{93D4A78E-EA44-4770-B374-160DD517E6E3}" destId="{45D28907-977D-486D-B932-78AADB245A4D}" srcOrd="0" destOrd="0" presId="urn:microsoft.com/office/officeart/2005/8/layout/vList2"/>
    <dgm:cxn modelId="{C97E593F-0B36-46E2-B227-514CA480D22B}" srcId="{314E1429-08B8-4218-9030-65685B9C2F01}" destId="{93D4A78E-EA44-4770-B374-160DD517E6E3}" srcOrd="0" destOrd="0" parTransId="{27AF74CC-04C0-4687-A917-A5835DB468D7}" sibTransId="{070D61ED-48CF-46FE-B5A9-2DD12BC92F49}"/>
    <dgm:cxn modelId="{78A4BD75-9010-414E-A1AB-B873986D01E9}" type="presOf" srcId="{314E1429-08B8-4218-9030-65685B9C2F01}" destId="{7164160F-99B4-4D11-9861-70730CA6F3E0}" srcOrd="0" destOrd="0" presId="urn:microsoft.com/office/officeart/2005/8/layout/vList2"/>
    <dgm:cxn modelId="{9ACAF755-E3F0-4C74-833F-EFEAA1BA0C44}" srcId="{314E1429-08B8-4218-9030-65685B9C2F01}" destId="{31BA5EA8-761D-49B1-AF53-56298E4F7F07}" srcOrd="2" destOrd="0" parTransId="{BEBD02B3-A2E0-4449-A6DC-9803380FF8CF}" sibTransId="{635A0B9B-5143-4D25-A6E6-6F93A1635B44}"/>
    <dgm:cxn modelId="{74C16FB4-934A-4F95-B2AF-5239902C3B40}" type="presOf" srcId="{31BA5EA8-761D-49B1-AF53-56298E4F7F07}" destId="{5B266EBA-6A73-43DC-9FC9-B2CDA62BA8A2}" srcOrd="0" destOrd="0" presId="urn:microsoft.com/office/officeart/2005/8/layout/vList2"/>
    <dgm:cxn modelId="{7F1982ED-A0EA-478A-B617-CAEBB75BFDEF}" srcId="{314E1429-08B8-4218-9030-65685B9C2F01}" destId="{D836CC36-781F-49F5-BD8D-9F5DF0184B77}" srcOrd="1" destOrd="0" parTransId="{BD30D587-E7FD-453E-9799-CB41F14826E1}" sibTransId="{7DE8FB25-A87B-46B0-B623-16DC908B8BF8}"/>
    <dgm:cxn modelId="{7E1B2CFC-CC37-42B1-AD4F-2D492C78264A}" type="presOf" srcId="{9E034B99-A086-4719-A2D5-3F69C9A8457B}" destId="{C906A4A5-0686-46B9-90DF-9CD734C95E70}" srcOrd="0" destOrd="0" presId="urn:microsoft.com/office/officeart/2005/8/layout/vList2"/>
    <dgm:cxn modelId="{5F2386FC-DEF6-477F-B93A-D66F9A73FC67}" type="presOf" srcId="{D836CC36-781F-49F5-BD8D-9F5DF0184B77}" destId="{8278983B-1BE6-496B-A233-06CAEAF969B5}" srcOrd="0" destOrd="0" presId="urn:microsoft.com/office/officeart/2005/8/layout/vList2"/>
    <dgm:cxn modelId="{F0D0ABC7-CBAA-4406-8BD9-3997FD1E312A}" type="presParOf" srcId="{7164160F-99B4-4D11-9861-70730CA6F3E0}" destId="{45D28907-977D-486D-B932-78AADB245A4D}" srcOrd="0" destOrd="0" presId="urn:microsoft.com/office/officeart/2005/8/layout/vList2"/>
    <dgm:cxn modelId="{EC40432A-25BA-4725-9DB6-F23AD8AC3A79}" type="presParOf" srcId="{7164160F-99B4-4D11-9861-70730CA6F3E0}" destId="{9F169079-7445-4626-931F-C633F65BDED1}" srcOrd="1" destOrd="0" presId="urn:microsoft.com/office/officeart/2005/8/layout/vList2"/>
    <dgm:cxn modelId="{7E1CF81D-D98A-4A53-9583-5F1F6116A4E0}" type="presParOf" srcId="{7164160F-99B4-4D11-9861-70730CA6F3E0}" destId="{8278983B-1BE6-496B-A233-06CAEAF969B5}" srcOrd="2" destOrd="0" presId="urn:microsoft.com/office/officeart/2005/8/layout/vList2"/>
    <dgm:cxn modelId="{0FD92E03-01D8-4C76-91F1-5E550D27A6B4}" type="presParOf" srcId="{7164160F-99B4-4D11-9861-70730CA6F3E0}" destId="{9E8053B7-1459-43ED-AA11-FE657F494F30}" srcOrd="3" destOrd="0" presId="urn:microsoft.com/office/officeart/2005/8/layout/vList2"/>
    <dgm:cxn modelId="{70003093-14A2-4DCC-9F36-F3E2D3286B31}" type="presParOf" srcId="{7164160F-99B4-4D11-9861-70730CA6F3E0}" destId="{5B266EBA-6A73-43DC-9FC9-B2CDA62BA8A2}" srcOrd="4" destOrd="0" presId="urn:microsoft.com/office/officeart/2005/8/layout/vList2"/>
    <dgm:cxn modelId="{56C15A9C-AD41-4C1E-8596-BD466B6474C9}" type="presParOf" srcId="{7164160F-99B4-4D11-9861-70730CA6F3E0}" destId="{F902F3AB-3368-4CE6-A4A2-1601FAAE5299}" srcOrd="5" destOrd="0" presId="urn:microsoft.com/office/officeart/2005/8/layout/vList2"/>
    <dgm:cxn modelId="{BC2455B0-97A1-4BC9-97E9-A30338BDA896}" type="presParOf" srcId="{7164160F-99B4-4D11-9861-70730CA6F3E0}" destId="{C906A4A5-0686-46B9-90DF-9CD734C95E7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D9060B3-5C88-4AA2-A0FD-BFE273210B8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24E528-52BC-41D4-BBCB-33B2E2E36745}">
      <dgm:prSet/>
      <dgm:spPr/>
      <dgm:t>
        <a:bodyPr/>
        <a:lstStyle/>
        <a:p>
          <a:r>
            <a:rPr lang="ru-RU" b="0" i="0"/>
            <a:t>початком використання металів.</a:t>
          </a:r>
          <a:endParaRPr lang="uk-UA"/>
        </a:p>
      </dgm:t>
    </dgm:pt>
    <dgm:pt modelId="{78B835AC-BBF6-46C5-AF35-B41B32FBC52A}" type="parTrans" cxnId="{D7F6FBE5-F483-40F2-BA53-D1E380050421}">
      <dgm:prSet/>
      <dgm:spPr/>
      <dgm:t>
        <a:bodyPr/>
        <a:lstStyle/>
        <a:p>
          <a:endParaRPr lang="uk-UA"/>
        </a:p>
      </dgm:t>
    </dgm:pt>
    <dgm:pt modelId="{2BB0C679-2DBC-4335-8A6E-0BCB584CEEDE}" type="sibTrans" cxnId="{D7F6FBE5-F483-40F2-BA53-D1E380050421}">
      <dgm:prSet/>
      <dgm:spPr/>
      <dgm:t>
        <a:bodyPr/>
        <a:lstStyle/>
        <a:p>
          <a:endParaRPr lang="uk-UA"/>
        </a:p>
      </dgm:t>
    </dgm:pt>
    <dgm:pt modelId="{B1025CDD-0AEB-4FD4-8617-4CBD2E46BBD7}">
      <dgm:prSet/>
      <dgm:spPr/>
      <dgm:t>
        <a:bodyPr/>
        <a:lstStyle/>
        <a:p>
          <a:r>
            <a:rPr lang="ru-RU" b="0" i="0" dirty="0" err="1"/>
            <a:t>відкриттям</a:t>
          </a:r>
          <a:r>
            <a:rPr lang="ru-RU" b="0" i="0" dirty="0"/>
            <a:t> </a:t>
          </a:r>
          <a:r>
            <a:rPr lang="ru-RU" b="0" i="0" dirty="0" err="1"/>
            <a:t>перших</a:t>
          </a:r>
          <a:r>
            <a:rPr lang="ru-RU" b="0" i="0" dirty="0"/>
            <a:t> </a:t>
          </a:r>
          <a:r>
            <a:rPr lang="ru-RU" b="0" i="0" dirty="0" err="1"/>
            <a:t>законів</a:t>
          </a:r>
          <a:r>
            <a:rPr lang="ru-RU" b="0" i="0" dirty="0"/>
            <a:t> </a:t>
          </a:r>
          <a:r>
            <a:rPr lang="ru-RU" b="0" i="0" dirty="0" err="1"/>
            <a:t>фізики</a:t>
          </a:r>
          <a:r>
            <a:rPr lang="ru-RU" b="0" i="0" dirty="0"/>
            <a:t>.</a:t>
          </a:r>
          <a:endParaRPr lang="uk-UA" dirty="0"/>
        </a:p>
      </dgm:t>
    </dgm:pt>
    <dgm:pt modelId="{39B44BB7-58D8-49E8-9769-6B5DCF41DCCC}" type="parTrans" cxnId="{AEE29AAB-EEF9-4A96-A35A-5AF2C2C2951C}">
      <dgm:prSet/>
      <dgm:spPr/>
      <dgm:t>
        <a:bodyPr/>
        <a:lstStyle/>
        <a:p>
          <a:endParaRPr lang="uk-UA"/>
        </a:p>
      </dgm:t>
    </dgm:pt>
    <dgm:pt modelId="{076A9F11-E826-4C60-9CC9-FC5F655C7991}" type="sibTrans" cxnId="{AEE29AAB-EEF9-4A96-A35A-5AF2C2C2951C}">
      <dgm:prSet/>
      <dgm:spPr/>
      <dgm:t>
        <a:bodyPr/>
        <a:lstStyle/>
        <a:p>
          <a:endParaRPr lang="uk-UA"/>
        </a:p>
      </dgm:t>
    </dgm:pt>
    <dgm:pt modelId="{395ED58A-01D3-4A26-87FE-DADDAADC2F05}">
      <dgm:prSet/>
      <dgm:spPr/>
      <dgm:t>
        <a:bodyPr/>
        <a:lstStyle/>
        <a:p>
          <a:r>
            <a:rPr lang="ru-RU" b="0" i="0"/>
            <a:t>змінами природно-кліматичних умов.</a:t>
          </a:r>
          <a:endParaRPr lang="uk-UA"/>
        </a:p>
      </dgm:t>
    </dgm:pt>
    <dgm:pt modelId="{47D60C28-D079-4F90-8A00-0DAFE0B4E688}" type="parTrans" cxnId="{5A9896AC-2FCD-40F2-90D4-D5F3044B7E6A}">
      <dgm:prSet/>
      <dgm:spPr/>
      <dgm:t>
        <a:bodyPr/>
        <a:lstStyle/>
        <a:p>
          <a:endParaRPr lang="uk-UA"/>
        </a:p>
      </dgm:t>
    </dgm:pt>
    <dgm:pt modelId="{B2E6C4F7-46B9-48D9-8F60-22150C51097D}" type="sibTrans" cxnId="{5A9896AC-2FCD-40F2-90D4-D5F3044B7E6A}">
      <dgm:prSet/>
      <dgm:spPr/>
      <dgm:t>
        <a:bodyPr/>
        <a:lstStyle/>
        <a:p>
          <a:endParaRPr lang="uk-UA"/>
        </a:p>
      </dgm:t>
    </dgm:pt>
    <dgm:pt modelId="{38BF8835-2D64-49E5-BE7C-3033685C8E9D}">
      <dgm:prSet/>
      <dgm:spPr/>
      <dgm:t>
        <a:bodyPr/>
        <a:lstStyle/>
        <a:p>
          <a:r>
            <a:rPr lang="ru-RU" b="0" i="0" dirty="0" err="1"/>
            <a:t>появою</a:t>
          </a:r>
          <a:r>
            <a:rPr lang="ru-RU" b="0" i="0" dirty="0"/>
            <a:t> </a:t>
          </a:r>
          <a:r>
            <a:rPr lang="ru-RU" b="0" i="0" dirty="0" err="1"/>
            <a:t>кроманьйонця</a:t>
          </a:r>
          <a:r>
            <a:rPr lang="ru-RU" b="0" i="0" dirty="0"/>
            <a:t> – </a:t>
          </a:r>
          <a:r>
            <a:rPr lang="ru-RU" b="0" i="0" dirty="0" err="1"/>
            <a:t>людини</a:t>
          </a:r>
          <a:r>
            <a:rPr lang="ru-RU" b="0" i="0" dirty="0"/>
            <a:t> </a:t>
          </a:r>
          <a:r>
            <a:rPr lang="ru-RU" b="0" i="0" dirty="0" err="1"/>
            <a:t>розумної</a:t>
          </a:r>
          <a:endParaRPr lang="uk-UA" dirty="0"/>
        </a:p>
      </dgm:t>
    </dgm:pt>
    <dgm:pt modelId="{4E75022E-3E82-44A3-97B1-66825D645E3E}" type="parTrans" cxnId="{742301C5-8E30-4037-998F-936AE9449563}">
      <dgm:prSet/>
      <dgm:spPr/>
      <dgm:t>
        <a:bodyPr/>
        <a:lstStyle/>
        <a:p>
          <a:endParaRPr lang="uk-UA"/>
        </a:p>
      </dgm:t>
    </dgm:pt>
    <dgm:pt modelId="{5B8C0309-5790-4373-8D7F-B4AE56F3AADC}" type="sibTrans" cxnId="{742301C5-8E30-4037-998F-936AE9449563}">
      <dgm:prSet/>
      <dgm:spPr/>
      <dgm:t>
        <a:bodyPr/>
        <a:lstStyle/>
        <a:p>
          <a:endParaRPr lang="uk-UA"/>
        </a:p>
      </dgm:t>
    </dgm:pt>
    <dgm:pt modelId="{6D8921A0-06E8-4DE8-B335-B17F5389311E}" type="pres">
      <dgm:prSet presAssocID="{7D9060B3-5C88-4AA2-A0FD-BFE273210B85}" presName="linear" presStyleCnt="0">
        <dgm:presLayoutVars>
          <dgm:animLvl val="lvl"/>
          <dgm:resizeHandles val="exact"/>
        </dgm:presLayoutVars>
      </dgm:prSet>
      <dgm:spPr/>
    </dgm:pt>
    <dgm:pt modelId="{E43FED1A-C4BE-4D98-B25A-DBB9DB22725E}" type="pres">
      <dgm:prSet presAssocID="{6724E528-52BC-41D4-BBCB-33B2E2E3674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BA6D25-6B79-4A2F-870A-8FC96D0B4851}" type="pres">
      <dgm:prSet presAssocID="{2BB0C679-2DBC-4335-8A6E-0BCB584CEEDE}" presName="spacer" presStyleCnt="0"/>
      <dgm:spPr/>
    </dgm:pt>
    <dgm:pt modelId="{69C47390-F6B3-4954-B4F4-12FA325F1864}" type="pres">
      <dgm:prSet presAssocID="{B1025CDD-0AEB-4FD4-8617-4CBD2E46BB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728C8D0-6DB7-435D-A250-5A8EEDF23A33}" type="pres">
      <dgm:prSet presAssocID="{076A9F11-E826-4C60-9CC9-FC5F655C7991}" presName="spacer" presStyleCnt="0"/>
      <dgm:spPr/>
    </dgm:pt>
    <dgm:pt modelId="{99CFD3C0-AB69-44F1-9935-8220F9CCC29E}" type="pres">
      <dgm:prSet presAssocID="{395ED58A-01D3-4A26-87FE-DADDAADC2F0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28AF94-75F5-4825-9642-1E240A92CFAC}" type="pres">
      <dgm:prSet presAssocID="{B2E6C4F7-46B9-48D9-8F60-22150C51097D}" presName="spacer" presStyleCnt="0"/>
      <dgm:spPr/>
    </dgm:pt>
    <dgm:pt modelId="{5133CE4F-06C8-4972-A4CA-EEF81DD70192}" type="pres">
      <dgm:prSet presAssocID="{38BF8835-2D64-49E5-BE7C-3033685C8E9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EFAE1D-30CF-435D-BB5A-83D0740FB37E}" type="presOf" srcId="{395ED58A-01D3-4A26-87FE-DADDAADC2F05}" destId="{99CFD3C0-AB69-44F1-9935-8220F9CCC29E}" srcOrd="0" destOrd="0" presId="urn:microsoft.com/office/officeart/2005/8/layout/vList2"/>
    <dgm:cxn modelId="{3E439E23-A35B-4F92-87FC-5B5403CCAD0A}" type="presOf" srcId="{7D9060B3-5C88-4AA2-A0FD-BFE273210B85}" destId="{6D8921A0-06E8-4DE8-B335-B17F5389311E}" srcOrd="0" destOrd="0" presId="urn:microsoft.com/office/officeart/2005/8/layout/vList2"/>
    <dgm:cxn modelId="{AEE29AAB-EEF9-4A96-A35A-5AF2C2C2951C}" srcId="{7D9060B3-5C88-4AA2-A0FD-BFE273210B85}" destId="{B1025CDD-0AEB-4FD4-8617-4CBD2E46BBD7}" srcOrd="1" destOrd="0" parTransId="{39B44BB7-58D8-49E8-9769-6B5DCF41DCCC}" sibTransId="{076A9F11-E826-4C60-9CC9-FC5F655C7991}"/>
    <dgm:cxn modelId="{5A9896AC-2FCD-40F2-90D4-D5F3044B7E6A}" srcId="{7D9060B3-5C88-4AA2-A0FD-BFE273210B85}" destId="{395ED58A-01D3-4A26-87FE-DADDAADC2F05}" srcOrd="2" destOrd="0" parTransId="{47D60C28-D079-4F90-8A00-0DAFE0B4E688}" sibTransId="{B2E6C4F7-46B9-48D9-8F60-22150C51097D}"/>
    <dgm:cxn modelId="{742301C5-8E30-4037-998F-936AE9449563}" srcId="{7D9060B3-5C88-4AA2-A0FD-BFE273210B85}" destId="{38BF8835-2D64-49E5-BE7C-3033685C8E9D}" srcOrd="3" destOrd="0" parTransId="{4E75022E-3E82-44A3-97B1-66825D645E3E}" sibTransId="{5B8C0309-5790-4373-8D7F-B4AE56F3AADC}"/>
    <dgm:cxn modelId="{EFF399DC-2226-4DFA-A7A0-587496173AA6}" type="presOf" srcId="{B1025CDD-0AEB-4FD4-8617-4CBD2E46BBD7}" destId="{69C47390-F6B3-4954-B4F4-12FA325F1864}" srcOrd="0" destOrd="0" presId="urn:microsoft.com/office/officeart/2005/8/layout/vList2"/>
    <dgm:cxn modelId="{D7F6FBE5-F483-40F2-BA53-D1E380050421}" srcId="{7D9060B3-5C88-4AA2-A0FD-BFE273210B85}" destId="{6724E528-52BC-41D4-BBCB-33B2E2E36745}" srcOrd="0" destOrd="0" parTransId="{78B835AC-BBF6-46C5-AF35-B41B32FBC52A}" sibTransId="{2BB0C679-2DBC-4335-8A6E-0BCB584CEEDE}"/>
    <dgm:cxn modelId="{8E89F1F7-5133-4B5F-81ED-0AFE3BBCAD15}" type="presOf" srcId="{6724E528-52BC-41D4-BBCB-33B2E2E36745}" destId="{E43FED1A-C4BE-4D98-B25A-DBB9DB22725E}" srcOrd="0" destOrd="0" presId="urn:microsoft.com/office/officeart/2005/8/layout/vList2"/>
    <dgm:cxn modelId="{0E7F40FF-5732-493A-8A18-2115F8919D19}" type="presOf" srcId="{38BF8835-2D64-49E5-BE7C-3033685C8E9D}" destId="{5133CE4F-06C8-4972-A4CA-EEF81DD70192}" srcOrd="0" destOrd="0" presId="urn:microsoft.com/office/officeart/2005/8/layout/vList2"/>
    <dgm:cxn modelId="{0722DBFB-E2B5-43D8-9AB4-512D517F297E}" type="presParOf" srcId="{6D8921A0-06E8-4DE8-B335-B17F5389311E}" destId="{E43FED1A-C4BE-4D98-B25A-DBB9DB22725E}" srcOrd="0" destOrd="0" presId="urn:microsoft.com/office/officeart/2005/8/layout/vList2"/>
    <dgm:cxn modelId="{C74AA3BE-D0A3-474C-A300-FACB854B83AD}" type="presParOf" srcId="{6D8921A0-06E8-4DE8-B335-B17F5389311E}" destId="{C9BA6D25-6B79-4A2F-870A-8FC96D0B4851}" srcOrd="1" destOrd="0" presId="urn:microsoft.com/office/officeart/2005/8/layout/vList2"/>
    <dgm:cxn modelId="{C1EE87F3-B28B-4BDD-9139-DF511EB053E2}" type="presParOf" srcId="{6D8921A0-06E8-4DE8-B335-B17F5389311E}" destId="{69C47390-F6B3-4954-B4F4-12FA325F1864}" srcOrd="2" destOrd="0" presId="urn:microsoft.com/office/officeart/2005/8/layout/vList2"/>
    <dgm:cxn modelId="{B3204644-56B0-4575-82B3-4754335C3BCF}" type="presParOf" srcId="{6D8921A0-06E8-4DE8-B335-B17F5389311E}" destId="{4728C8D0-6DB7-435D-A250-5A8EEDF23A33}" srcOrd="3" destOrd="0" presId="urn:microsoft.com/office/officeart/2005/8/layout/vList2"/>
    <dgm:cxn modelId="{8D3F06BB-9435-49A7-B150-557F28FEE37F}" type="presParOf" srcId="{6D8921A0-06E8-4DE8-B335-B17F5389311E}" destId="{99CFD3C0-AB69-44F1-9935-8220F9CCC29E}" srcOrd="4" destOrd="0" presId="urn:microsoft.com/office/officeart/2005/8/layout/vList2"/>
    <dgm:cxn modelId="{A22B11C3-77CE-4C0B-851B-63644A288EEA}" type="presParOf" srcId="{6D8921A0-06E8-4DE8-B335-B17F5389311E}" destId="{4328AF94-75F5-4825-9642-1E240A92CFAC}" srcOrd="5" destOrd="0" presId="urn:microsoft.com/office/officeart/2005/8/layout/vList2"/>
    <dgm:cxn modelId="{E3C9BB08-A917-4EC3-A36D-67D9C1847095}" type="presParOf" srcId="{6D8921A0-06E8-4DE8-B335-B17F5389311E}" destId="{5133CE4F-06C8-4972-A4CA-EEF81DD7019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00AD19B-9E3A-44A7-A7F1-648517EF76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A72F584-A11D-450A-B3A2-823A4CA46A42}">
      <dgm:prSet/>
      <dgm:spPr/>
      <dgm:t>
        <a:bodyPr/>
        <a:lstStyle/>
        <a:p>
          <a:r>
            <a:rPr lang="uk-UA" b="0" i="0"/>
            <a:t>палеоліт</a:t>
          </a:r>
          <a:endParaRPr lang="uk-UA"/>
        </a:p>
      </dgm:t>
    </dgm:pt>
    <dgm:pt modelId="{1C7D183D-9C60-47DE-BD38-BFA749507C03}" type="parTrans" cxnId="{B7413A81-91EB-425A-B7B5-3AE8B8B4A22F}">
      <dgm:prSet/>
      <dgm:spPr/>
      <dgm:t>
        <a:bodyPr/>
        <a:lstStyle/>
        <a:p>
          <a:endParaRPr lang="uk-UA"/>
        </a:p>
      </dgm:t>
    </dgm:pt>
    <dgm:pt modelId="{E0C7FBD9-A718-49DE-832E-3D422AAE8AB9}" type="sibTrans" cxnId="{B7413A81-91EB-425A-B7B5-3AE8B8B4A22F}">
      <dgm:prSet/>
      <dgm:spPr/>
      <dgm:t>
        <a:bodyPr/>
        <a:lstStyle/>
        <a:p>
          <a:endParaRPr lang="uk-UA"/>
        </a:p>
      </dgm:t>
    </dgm:pt>
    <dgm:pt modelId="{9EBD00C7-928C-4B7E-B1F8-C7C8E41DC151}">
      <dgm:prSet/>
      <dgm:spPr/>
      <dgm:t>
        <a:bodyPr/>
        <a:lstStyle/>
        <a:p>
          <a:r>
            <a:rPr lang="uk-UA" b="0" i="0"/>
            <a:t>мезоліт</a:t>
          </a:r>
          <a:endParaRPr lang="uk-UA"/>
        </a:p>
      </dgm:t>
    </dgm:pt>
    <dgm:pt modelId="{EE084866-8200-41F3-A1AB-411A0652C61A}" type="parTrans" cxnId="{2C2BF6D7-3789-4CF8-9C56-1214E933CD08}">
      <dgm:prSet/>
      <dgm:spPr/>
      <dgm:t>
        <a:bodyPr/>
        <a:lstStyle/>
        <a:p>
          <a:endParaRPr lang="uk-UA"/>
        </a:p>
      </dgm:t>
    </dgm:pt>
    <dgm:pt modelId="{090A3822-783D-4198-B161-A16C5A1C0672}" type="sibTrans" cxnId="{2C2BF6D7-3789-4CF8-9C56-1214E933CD08}">
      <dgm:prSet/>
      <dgm:spPr/>
      <dgm:t>
        <a:bodyPr/>
        <a:lstStyle/>
        <a:p>
          <a:endParaRPr lang="uk-UA"/>
        </a:p>
      </dgm:t>
    </dgm:pt>
    <dgm:pt modelId="{D6EBF65F-8EA9-4A39-928B-CD4A0A8F8300}">
      <dgm:prSet/>
      <dgm:spPr/>
      <dgm:t>
        <a:bodyPr/>
        <a:lstStyle/>
        <a:p>
          <a:r>
            <a:rPr lang="uk-UA" b="0" i="0" dirty="0"/>
            <a:t>неоліт</a:t>
          </a:r>
          <a:endParaRPr lang="uk-UA" dirty="0"/>
        </a:p>
      </dgm:t>
    </dgm:pt>
    <dgm:pt modelId="{98C523A1-C2E0-4CAB-A088-4DD6EE380AC6}" type="parTrans" cxnId="{0A2F2C14-6BFE-4D88-8116-97D3BDAED478}">
      <dgm:prSet/>
      <dgm:spPr/>
      <dgm:t>
        <a:bodyPr/>
        <a:lstStyle/>
        <a:p>
          <a:endParaRPr lang="uk-UA"/>
        </a:p>
      </dgm:t>
    </dgm:pt>
    <dgm:pt modelId="{DF1DE5E4-60B7-4E3B-9E74-5814870335F6}" type="sibTrans" cxnId="{0A2F2C14-6BFE-4D88-8116-97D3BDAED478}">
      <dgm:prSet/>
      <dgm:spPr/>
      <dgm:t>
        <a:bodyPr/>
        <a:lstStyle/>
        <a:p>
          <a:endParaRPr lang="uk-UA"/>
        </a:p>
      </dgm:t>
    </dgm:pt>
    <dgm:pt modelId="{83670CB8-CB03-41D5-9B66-F55C42392E1B}">
      <dgm:prSet/>
      <dgm:spPr/>
      <dgm:t>
        <a:bodyPr/>
        <a:lstStyle/>
        <a:p>
          <a:r>
            <a:rPr lang="uk-UA" b="0" i="0" dirty="0"/>
            <a:t>бронзовий вік</a:t>
          </a:r>
          <a:endParaRPr lang="uk-UA" dirty="0"/>
        </a:p>
      </dgm:t>
    </dgm:pt>
    <dgm:pt modelId="{6E85CAB4-C18A-473E-99F3-455FB58FBBCF}" type="parTrans" cxnId="{5A257FC8-EA02-4986-97AE-AF19D1BEC711}">
      <dgm:prSet/>
      <dgm:spPr/>
      <dgm:t>
        <a:bodyPr/>
        <a:lstStyle/>
        <a:p>
          <a:endParaRPr lang="uk-UA"/>
        </a:p>
      </dgm:t>
    </dgm:pt>
    <dgm:pt modelId="{F9E54BC9-27A8-4078-A909-FE0E4F130D38}" type="sibTrans" cxnId="{5A257FC8-EA02-4986-97AE-AF19D1BEC711}">
      <dgm:prSet/>
      <dgm:spPr/>
      <dgm:t>
        <a:bodyPr/>
        <a:lstStyle/>
        <a:p>
          <a:endParaRPr lang="uk-UA"/>
        </a:p>
      </dgm:t>
    </dgm:pt>
    <dgm:pt modelId="{ED564BAD-E390-4274-B07D-4E7931184590}" type="pres">
      <dgm:prSet presAssocID="{D00AD19B-9E3A-44A7-A7F1-648517EF76B3}" presName="linear" presStyleCnt="0">
        <dgm:presLayoutVars>
          <dgm:animLvl val="lvl"/>
          <dgm:resizeHandles val="exact"/>
        </dgm:presLayoutVars>
      </dgm:prSet>
      <dgm:spPr/>
    </dgm:pt>
    <dgm:pt modelId="{C17DB2E2-2DA9-483A-A976-0E3F71AA8A86}" type="pres">
      <dgm:prSet presAssocID="{9A72F584-A11D-450A-B3A2-823A4CA46A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0206EC-26E0-47A8-AB84-9F827B575695}" type="pres">
      <dgm:prSet presAssocID="{E0C7FBD9-A718-49DE-832E-3D422AAE8AB9}" presName="spacer" presStyleCnt="0"/>
      <dgm:spPr/>
    </dgm:pt>
    <dgm:pt modelId="{EFED21E3-8F85-4617-A21C-B67FD29518BC}" type="pres">
      <dgm:prSet presAssocID="{9EBD00C7-928C-4B7E-B1F8-C7C8E41DC15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39C00D-781D-4DB1-9E05-DC66EF3C1A60}" type="pres">
      <dgm:prSet presAssocID="{090A3822-783D-4198-B161-A16C5A1C0672}" presName="spacer" presStyleCnt="0"/>
      <dgm:spPr/>
    </dgm:pt>
    <dgm:pt modelId="{975E734C-B34E-4E27-8ACE-7F2F4D44D5FA}" type="pres">
      <dgm:prSet presAssocID="{D6EBF65F-8EA9-4A39-928B-CD4A0A8F830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22C2D9F-8A70-4E3B-9085-3F3D47CBC599}" type="pres">
      <dgm:prSet presAssocID="{DF1DE5E4-60B7-4E3B-9E74-5814870335F6}" presName="spacer" presStyleCnt="0"/>
      <dgm:spPr/>
    </dgm:pt>
    <dgm:pt modelId="{5EEFA8DD-5265-4A1B-8CCF-CE81C3E2C7A6}" type="pres">
      <dgm:prSet presAssocID="{83670CB8-CB03-41D5-9B66-F55C42392E1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A2F2C14-6BFE-4D88-8116-97D3BDAED478}" srcId="{D00AD19B-9E3A-44A7-A7F1-648517EF76B3}" destId="{D6EBF65F-8EA9-4A39-928B-CD4A0A8F8300}" srcOrd="2" destOrd="0" parTransId="{98C523A1-C2E0-4CAB-A088-4DD6EE380AC6}" sibTransId="{DF1DE5E4-60B7-4E3B-9E74-5814870335F6}"/>
    <dgm:cxn modelId="{1C43A53D-5A3F-43DE-8793-A26836BB73CE}" type="presOf" srcId="{D6EBF65F-8EA9-4A39-928B-CD4A0A8F8300}" destId="{975E734C-B34E-4E27-8ACE-7F2F4D44D5FA}" srcOrd="0" destOrd="0" presId="urn:microsoft.com/office/officeart/2005/8/layout/vList2"/>
    <dgm:cxn modelId="{9FB7B057-449D-4BC9-9274-2E33B11FC801}" type="presOf" srcId="{9EBD00C7-928C-4B7E-B1F8-C7C8E41DC151}" destId="{EFED21E3-8F85-4617-A21C-B67FD29518BC}" srcOrd="0" destOrd="0" presId="urn:microsoft.com/office/officeart/2005/8/layout/vList2"/>
    <dgm:cxn modelId="{B7413A81-91EB-425A-B7B5-3AE8B8B4A22F}" srcId="{D00AD19B-9E3A-44A7-A7F1-648517EF76B3}" destId="{9A72F584-A11D-450A-B3A2-823A4CA46A42}" srcOrd="0" destOrd="0" parTransId="{1C7D183D-9C60-47DE-BD38-BFA749507C03}" sibTransId="{E0C7FBD9-A718-49DE-832E-3D422AAE8AB9}"/>
    <dgm:cxn modelId="{7F4283B5-23C7-4C5B-B6AC-906E786FE707}" type="presOf" srcId="{9A72F584-A11D-450A-B3A2-823A4CA46A42}" destId="{C17DB2E2-2DA9-483A-A976-0E3F71AA8A86}" srcOrd="0" destOrd="0" presId="urn:microsoft.com/office/officeart/2005/8/layout/vList2"/>
    <dgm:cxn modelId="{5A257FC8-EA02-4986-97AE-AF19D1BEC711}" srcId="{D00AD19B-9E3A-44A7-A7F1-648517EF76B3}" destId="{83670CB8-CB03-41D5-9B66-F55C42392E1B}" srcOrd="3" destOrd="0" parTransId="{6E85CAB4-C18A-473E-99F3-455FB58FBBCF}" sibTransId="{F9E54BC9-27A8-4078-A909-FE0E4F130D38}"/>
    <dgm:cxn modelId="{670053D3-19A9-4A93-8578-474CD3AAA8E6}" type="presOf" srcId="{83670CB8-CB03-41D5-9B66-F55C42392E1B}" destId="{5EEFA8DD-5265-4A1B-8CCF-CE81C3E2C7A6}" srcOrd="0" destOrd="0" presId="urn:microsoft.com/office/officeart/2005/8/layout/vList2"/>
    <dgm:cxn modelId="{BD1AAAD4-1E0B-4E23-9281-09DD3CCA4BD8}" type="presOf" srcId="{D00AD19B-9E3A-44A7-A7F1-648517EF76B3}" destId="{ED564BAD-E390-4274-B07D-4E7931184590}" srcOrd="0" destOrd="0" presId="urn:microsoft.com/office/officeart/2005/8/layout/vList2"/>
    <dgm:cxn modelId="{2C2BF6D7-3789-4CF8-9C56-1214E933CD08}" srcId="{D00AD19B-9E3A-44A7-A7F1-648517EF76B3}" destId="{9EBD00C7-928C-4B7E-B1F8-C7C8E41DC151}" srcOrd="1" destOrd="0" parTransId="{EE084866-8200-41F3-A1AB-411A0652C61A}" sibTransId="{090A3822-783D-4198-B161-A16C5A1C0672}"/>
    <dgm:cxn modelId="{A3FA848A-5212-4F5E-9092-B2908D550651}" type="presParOf" srcId="{ED564BAD-E390-4274-B07D-4E7931184590}" destId="{C17DB2E2-2DA9-483A-A976-0E3F71AA8A86}" srcOrd="0" destOrd="0" presId="urn:microsoft.com/office/officeart/2005/8/layout/vList2"/>
    <dgm:cxn modelId="{E670F72A-B955-4C55-AF81-24EBCEB1D696}" type="presParOf" srcId="{ED564BAD-E390-4274-B07D-4E7931184590}" destId="{B60206EC-26E0-47A8-AB84-9F827B575695}" srcOrd="1" destOrd="0" presId="urn:microsoft.com/office/officeart/2005/8/layout/vList2"/>
    <dgm:cxn modelId="{C0F7F712-C07F-4DF6-AA8B-523FFFA97782}" type="presParOf" srcId="{ED564BAD-E390-4274-B07D-4E7931184590}" destId="{EFED21E3-8F85-4617-A21C-B67FD29518BC}" srcOrd="2" destOrd="0" presId="urn:microsoft.com/office/officeart/2005/8/layout/vList2"/>
    <dgm:cxn modelId="{3BAC72A1-4273-44FE-BEBB-7132B6FA2D41}" type="presParOf" srcId="{ED564BAD-E390-4274-B07D-4E7931184590}" destId="{0039C00D-781D-4DB1-9E05-DC66EF3C1A60}" srcOrd="3" destOrd="0" presId="urn:microsoft.com/office/officeart/2005/8/layout/vList2"/>
    <dgm:cxn modelId="{C031669C-499F-4BE6-9B61-42D3F9BA092F}" type="presParOf" srcId="{ED564BAD-E390-4274-B07D-4E7931184590}" destId="{975E734C-B34E-4E27-8ACE-7F2F4D44D5FA}" srcOrd="4" destOrd="0" presId="urn:microsoft.com/office/officeart/2005/8/layout/vList2"/>
    <dgm:cxn modelId="{AAA3DCA0-EDD9-4513-B745-266CC6928927}" type="presParOf" srcId="{ED564BAD-E390-4274-B07D-4E7931184590}" destId="{222C2D9F-8A70-4E3B-9085-3F3D47CBC599}" srcOrd="5" destOrd="0" presId="urn:microsoft.com/office/officeart/2005/8/layout/vList2"/>
    <dgm:cxn modelId="{699258EA-CF5B-462F-BAE2-024E3259F15B}" type="presParOf" srcId="{ED564BAD-E390-4274-B07D-4E7931184590}" destId="{5EEFA8DD-5265-4A1B-8CCF-CE81C3E2C7A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847F24F-36B8-4CC4-BDD7-9EED1A22F84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C8902B-CA1D-4B05-8050-8667E39EB3E3}">
      <dgm:prSet/>
      <dgm:spPr/>
      <dgm:t>
        <a:bodyPr/>
        <a:lstStyle/>
        <a:p>
          <a:r>
            <a:rPr lang="uk-UA" b="0" i="0" dirty="0"/>
            <a:t>палеоліту</a:t>
          </a:r>
          <a:endParaRPr lang="uk-UA" dirty="0"/>
        </a:p>
      </dgm:t>
    </dgm:pt>
    <dgm:pt modelId="{68FC36ED-824B-445E-AE8D-ECABD45C1BDC}" type="parTrans" cxnId="{A69FD081-E3BB-4936-BA72-35B46BD47A8C}">
      <dgm:prSet/>
      <dgm:spPr/>
      <dgm:t>
        <a:bodyPr/>
        <a:lstStyle/>
        <a:p>
          <a:endParaRPr lang="uk-UA"/>
        </a:p>
      </dgm:t>
    </dgm:pt>
    <dgm:pt modelId="{97F66324-EBCC-4803-A7F7-BFB6BE6B1CAC}" type="sibTrans" cxnId="{A69FD081-E3BB-4936-BA72-35B46BD47A8C}">
      <dgm:prSet/>
      <dgm:spPr/>
      <dgm:t>
        <a:bodyPr/>
        <a:lstStyle/>
        <a:p>
          <a:endParaRPr lang="uk-UA"/>
        </a:p>
      </dgm:t>
    </dgm:pt>
    <dgm:pt modelId="{D2EE1915-27CF-4251-843A-C77F364CAB7D}">
      <dgm:prSet/>
      <dgm:spPr/>
      <dgm:t>
        <a:bodyPr/>
        <a:lstStyle/>
        <a:p>
          <a:r>
            <a:rPr lang="uk-UA" b="0" i="0" dirty="0"/>
            <a:t>мезоліту</a:t>
          </a:r>
          <a:endParaRPr lang="uk-UA" dirty="0"/>
        </a:p>
      </dgm:t>
    </dgm:pt>
    <dgm:pt modelId="{C38DABDD-9A7B-470D-891B-A3169031590F}" type="parTrans" cxnId="{00EF9612-5FC2-4565-99AC-6ECA7C4EC1A4}">
      <dgm:prSet/>
      <dgm:spPr/>
      <dgm:t>
        <a:bodyPr/>
        <a:lstStyle/>
        <a:p>
          <a:endParaRPr lang="uk-UA"/>
        </a:p>
      </dgm:t>
    </dgm:pt>
    <dgm:pt modelId="{1B039D56-5A69-4981-978A-4DCF906A1D71}" type="sibTrans" cxnId="{00EF9612-5FC2-4565-99AC-6ECA7C4EC1A4}">
      <dgm:prSet/>
      <dgm:spPr/>
      <dgm:t>
        <a:bodyPr/>
        <a:lstStyle/>
        <a:p>
          <a:endParaRPr lang="uk-UA"/>
        </a:p>
      </dgm:t>
    </dgm:pt>
    <dgm:pt modelId="{A80637F3-9EE1-4EBF-8B40-AFE19BDFD1E8}">
      <dgm:prSet/>
      <dgm:spPr/>
      <dgm:t>
        <a:bodyPr/>
        <a:lstStyle/>
        <a:p>
          <a:r>
            <a:rPr lang="uk-UA" b="0" i="0"/>
            <a:t>неоліту</a:t>
          </a:r>
          <a:endParaRPr lang="uk-UA"/>
        </a:p>
      </dgm:t>
    </dgm:pt>
    <dgm:pt modelId="{AC1CA44A-79C6-4679-ABC7-7A921443F664}" type="parTrans" cxnId="{F9ECE6C8-CBAE-4148-99A4-E95FC3DBA9A3}">
      <dgm:prSet/>
      <dgm:spPr/>
      <dgm:t>
        <a:bodyPr/>
        <a:lstStyle/>
        <a:p>
          <a:endParaRPr lang="uk-UA"/>
        </a:p>
      </dgm:t>
    </dgm:pt>
    <dgm:pt modelId="{7CA64683-95FA-48EB-B90C-5C98B05D2892}" type="sibTrans" cxnId="{F9ECE6C8-CBAE-4148-99A4-E95FC3DBA9A3}">
      <dgm:prSet/>
      <dgm:spPr/>
      <dgm:t>
        <a:bodyPr/>
        <a:lstStyle/>
        <a:p>
          <a:endParaRPr lang="uk-UA"/>
        </a:p>
      </dgm:t>
    </dgm:pt>
    <dgm:pt modelId="{B17E02E6-380E-4B8A-AB3C-5D44567083F3}">
      <dgm:prSet/>
      <dgm:spPr/>
      <dgm:t>
        <a:bodyPr/>
        <a:lstStyle/>
        <a:p>
          <a:r>
            <a:rPr lang="uk-UA" b="0" i="0" dirty="0"/>
            <a:t>енеоліту</a:t>
          </a:r>
          <a:endParaRPr lang="uk-UA" dirty="0"/>
        </a:p>
      </dgm:t>
    </dgm:pt>
    <dgm:pt modelId="{565488E9-5164-4EEB-907B-AE64400A4342}" type="parTrans" cxnId="{646E9009-3295-402E-9D53-8086343B5A66}">
      <dgm:prSet/>
      <dgm:spPr/>
      <dgm:t>
        <a:bodyPr/>
        <a:lstStyle/>
        <a:p>
          <a:endParaRPr lang="uk-UA"/>
        </a:p>
      </dgm:t>
    </dgm:pt>
    <dgm:pt modelId="{D675CA6F-FF2E-47FF-A08E-5A54B3DFC9DB}" type="sibTrans" cxnId="{646E9009-3295-402E-9D53-8086343B5A66}">
      <dgm:prSet/>
      <dgm:spPr/>
      <dgm:t>
        <a:bodyPr/>
        <a:lstStyle/>
        <a:p>
          <a:endParaRPr lang="uk-UA"/>
        </a:p>
      </dgm:t>
    </dgm:pt>
    <dgm:pt modelId="{E075ACDF-83F2-4D6F-B411-43C63E554BFF}" type="pres">
      <dgm:prSet presAssocID="{8847F24F-36B8-4CC4-BDD7-9EED1A22F84A}" presName="linearFlow" presStyleCnt="0">
        <dgm:presLayoutVars>
          <dgm:dir/>
          <dgm:resizeHandles val="exact"/>
        </dgm:presLayoutVars>
      </dgm:prSet>
      <dgm:spPr/>
    </dgm:pt>
    <dgm:pt modelId="{E32E0A71-3E61-4F68-98D8-7FED90A23D38}" type="pres">
      <dgm:prSet presAssocID="{41C8902B-CA1D-4B05-8050-8667E39EB3E3}" presName="composite" presStyleCnt="0"/>
      <dgm:spPr/>
    </dgm:pt>
    <dgm:pt modelId="{ECDFEECD-842C-4EE1-A058-0A8D661D611E}" type="pres">
      <dgm:prSet presAssocID="{41C8902B-CA1D-4B05-8050-8667E39EB3E3}" presName="imgShp" presStyleLbl="fgImgPlace1" presStyleIdx="0" presStyleCnt="4"/>
      <dgm:spPr/>
    </dgm:pt>
    <dgm:pt modelId="{7DC6AB3F-9212-4553-B49F-EEEDD1519207}" type="pres">
      <dgm:prSet presAssocID="{41C8902B-CA1D-4B05-8050-8667E39EB3E3}" presName="txShp" presStyleLbl="node1" presStyleIdx="0" presStyleCnt="4">
        <dgm:presLayoutVars>
          <dgm:bulletEnabled val="1"/>
        </dgm:presLayoutVars>
      </dgm:prSet>
      <dgm:spPr/>
    </dgm:pt>
    <dgm:pt modelId="{A35F6AA0-3FF4-4666-AC7E-3FB73A6009AC}" type="pres">
      <dgm:prSet presAssocID="{97F66324-EBCC-4803-A7F7-BFB6BE6B1CAC}" presName="spacing" presStyleCnt="0"/>
      <dgm:spPr/>
    </dgm:pt>
    <dgm:pt modelId="{C264B033-360B-459C-AC14-AC5FFA5E0C05}" type="pres">
      <dgm:prSet presAssocID="{D2EE1915-27CF-4251-843A-C77F364CAB7D}" presName="composite" presStyleCnt="0"/>
      <dgm:spPr/>
    </dgm:pt>
    <dgm:pt modelId="{E2D4D80A-9700-49DD-86E1-EED17482C0C4}" type="pres">
      <dgm:prSet presAssocID="{D2EE1915-27CF-4251-843A-C77F364CAB7D}" presName="imgShp" presStyleLbl="fgImgPlace1" presStyleIdx="1" presStyleCnt="4"/>
      <dgm:spPr/>
    </dgm:pt>
    <dgm:pt modelId="{488BF6B9-83F5-43BE-AFA4-E02FEA978E73}" type="pres">
      <dgm:prSet presAssocID="{D2EE1915-27CF-4251-843A-C77F364CAB7D}" presName="txShp" presStyleLbl="node1" presStyleIdx="1" presStyleCnt="4">
        <dgm:presLayoutVars>
          <dgm:bulletEnabled val="1"/>
        </dgm:presLayoutVars>
      </dgm:prSet>
      <dgm:spPr/>
    </dgm:pt>
    <dgm:pt modelId="{2545F4C9-11D7-46CB-9FF4-8D9623BCD0E6}" type="pres">
      <dgm:prSet presAssocID="{1B039D56-5A69-4981-978A-4DCF906A1D71}" presName="spacing" presStyleCnt="0"/>
      <dgm:spPr/>
    </dgm:pt>
    <dgm:pt modelId="{3866131D-A1FD-4C4B-A79F-7C8CA08F160B}" type="pres">
      <dgm:prSet presAssocID="{A80637F3-9EE1-4EBF-8B40-AFE19BDFD1E8}" presName="composite" presStyleCnt="0"/>
      <dgm:spPr/>
    </dgm:pt>
    <dgm:pt modelId="{4E1CBEB2-9FEC-4E2F-BF75-C39E8CAF3E32}" type="pres">
      <dgm:prSet presAssocID="{A80637F3-9EE1-4EBF-8B40-AFE19BDFD1E8}" presName="imgShp" presStyleLbl="fgImgPlace1" presStyleIdx="2" presStyleCnt="4"/>
      <dgm:spPr/>
    </dgm:pt>
    <dgm:pt modelId="{D77689A3-F101-4A79-A784-397F6EBDECF7}" type="pres">
      <dgm:prSet presAssocID="{A80637F3-9EE1-4EBF-8B40-AFE19BDFD1E8}" presName="txShp" presStyleLbl="node1" presStyleIdx="2" presStyleCnt="4">
        <dgm:presLayoutVars>
          <dgm:bulletEnabled val="1"/>
        </dgm:presLayoutVars>
      </dgm:prSet>
      <dgm:spPr/>
    </dgm:pt>
    <dgm:pt modelId="{9EF53D93-A8D3-4C27-AE49-04F6C4F32CDF}" type="pres">
      <dgm:prSet presAssocID="{7CA64683-95FA-48EB-B90C-5C98B05D2892}" presName="spacing" presStyleCnt="0"/>
      <dgm:spPr/>
    </dgm:pt>
    <dgm:pt modelId="{DA7A37D5-3CC9-4E17-95C5-30AC19619346}" type="pres">
      <dgm:prSet presAssocID="{B17E02E6-380E-4B8A-AB3C-5D44567083F3}" presName="composite" presStyleCnt="0"/>
      <dgm:spPr/>
    </dgm:pt>
    <dgm:pt modelId="{FC6E2396-5343-47A8-B667-CC40006BFE41}" type="pres">
      <dgm:prSet presAssocID="{B17E02E6-380E-4B8A-AB3C-5D44567083F3}" presName="imgShp" presStyleLbl="fgImgPlace1" presStyleIdx="3" presStyleCnt="4"/>
      <dgm:spPr/>
    </dgm:pt>
    <dgm:pt modelId="{1BE15B74-9132-426C-A0E5-48A687D5B564}" type="pres">
      <dgm:prSet presAssocID="{B17E02E6-380E-4B8A-AB3C-5D44567083F3}" presName="txShp" presStyleLbl="node1" presStyleIdx="3" presStyleCnt="4">
        <dgm:presLayoutVars>
          <dgm:bulletEnabled val="1"/>
        </dgm:presLayoutVars>
      </dgm:prSet>
      <dgm:spPr/>
    </dgm:pt>
  </dgm:ptLst>
  <dgm:cxnLst>
    <dgm:cxn modelId="{646E9009-3295-402E-9D53-8086343B5A66}" srcId="{8847F24F-36B8-4CC4-BDD7-9EED1A22F84A}" destId="{B17E02E6-380E-4B8A-AB3C-5D44567083F3}" srcOrd="3" destOrd="0" parTransId="{565488E9-5164-4EEB-907B-AE64400A4342}" sibTransId="{D675CA6F-FF2E-47FF-A08E-5A54B3DFC9DB}"/>
    <dgm:cxn modelId="{00EF9612-5FC2-4565-99AC-6ECA7C4EC1A4}" srcId="{8847F24F-36B8-4CC4-BDD7-9EED1A22F84A}" destId="{D2EE1915-27CF-4251-843A-C77F364CAB7D}" srcOrd="1" destOrd="0" parTransId="{C38DABDD-9A7B-470D-891B-A3169031590F}" sibTransId="{1B039D56-5A69-4981-978A-4DCF906A1D71}"/>
    <dgm:cxn modelId="{CFE1D15D-30AE-4162-9F5A-0E5303FE9DBF}" type="presOf" srcId="{B17E02E6-380E-4B8A-AB3C-5D44567083F3}" destId="{1BE15B74-9132-426C-A0E5-48A687D5B564}" srcOrd="0" destOrd="0" presId="urn:microsoft.com/office/officeart/2005/8/layout/vList3"/>
    <dgm:cxn modelId="{35EC2164-655A-4FD9-AC42-8072530E2445}" type="presOf" srcId="{8847F24F-36B8-4CC4-BDD7-9EED1A22F84A}" destId="{E075ACDF-83F2-4D6F-B411-43C63E554BFF}" srcOrd="0" destOrd="0" presId="urn:microsoft.com/office/officeart/2005/8/layout/vList3"/>
    <dgm:cxn modelId="{E90CD166-105E-4CB9-9E6F-9EE6EC73647C}" type="presOf" srcId="{41C8902B-CA1D-4B05-8050-8667E39EB3E3}" destId="{7DC6AB3F-9212-4553-B49F-EEEDD1519207}" srcOrd="0" destOrd="0" presId="urn:microsoft.com/office/officeart/2005/8/layout/vList3"/>
    <dgm:cxn modelId="{502EEE6C-D899-4088-A3D4-CC29BAC8257F}" type="presOf" srcId="{D2EE1915-27CF-4251-843A-C77F364CAB7D}" destId="{488BF6B9-83F5-43BE-AFA4-E02FEA978E73}" srcOrd="0" destOrd="0" presId="urn:microsoft.com/office/officeart/2005/8/layout/vList3"/>
    <dgm:cxn modelId="{A69FD081-E3BB-4936-BA72-35B46BD47A8C}" srcId="{8847F24F-36B8-4CC4-BDD7-9EED1A22F84A}" destId="{41C8902B-CA1D-4B05-8050-8667E39EB3E3}" srcOrd="0" destOrd="0" parTransId="{68FC36ED-824B-445E-AE8D-ECABD45C1BDC}" sibTransId="{97F66324-EBCC-4803-A7F7-BFB6BE6B1CAC}"/>
    <dgm:cxn modelId="{1A0F44A2-079B-4E8D-9ECD-ADD26CA98175}" type="presOf" srcId="{A80637F3-9EE1-4EBF-8B40-AFE19BDFD1E8}" destId="{D77689A3-F101-4A79-A784-397F6EBDECF7}" srcOrd="0" destOrd="0" presId="urn:microsoft.com/office/officeart/2005/8/layout/vList3"/>
    <dgm:cxn modelId="{F9ECE6C8-CBAE-4148-99A4-E95FC3DBA9A3}" srcId="{8847F24F-36B8-4CC4-BDD7-9EED1A22F84A}" destId="{A80637F3-9EE1-4EBF-8B40-AFE19BDFD1E8}" srcOrd="2" destOrd="0" parTransId="{AC1CA44A-79C6-4679-ABC7-7A921443F664}" sibTransId="{7CA64683-95FA-48EB-B90C-5C98B05D2892}"/>
    <dgm:cxn modelId="{93C968F7-E16F-4124-84C5-D533EC4193AC}" type="presParOf" srcId="{E075ACDF-83F2-4D6F-B411-43C63E554BFF}" destId="{E32E0A71-3E61-4F68-98D8-7FED90A23D38}" srcOrd="0" destOrd="0" presId="urn:microsoft.com/office/officeart/2005/8/layout/vList3"/>
    <dgm:cxn modelId="{841EE147-BC3A-45ED-A017-E97E79C9AF1D}" type="presParOf" srcId="{E32E0A71-3E61-4F68-98D8-7FED90A23D38}" destId="{ECDFEECD-842C-4EE1-A058-0A8D661D611E}" srcOrd="0" destOrd="0" presId="urn:microsoft.com/office/officeart/2005/8/layout/vList3"/>
    <dgm:cxn modelId="{83CCBE2D-26B1-4CDD-804B-39079405410F}" type="presParOf" srcId="{E32E0A71-3E61-4F68-98D8-7FED90A23D38}" destId="{7DC6AB3F-9212-4553-B49F-EEEDD1519207}" srcOrd="1" destOrd="0" presId="urn:microsoft.com/office/officeart/2005/8/layout/vList3"/>
    <dgm:cxn modelId="{09E6DD03-6E90-4D48-9514-77C334BC728B}" type="presParOf" srcId="{E075ACDF-83F2-4D6F-B411-43C63E554BFF}" destId="{A35F6AA0-3FF4-4666-AC7E-3FB73A6009AC}" srcOrd="1" destOrd="0" presId="urn:microsoft.com/office/officeart/2005/8/layout/vList3"/>
    <dgm:cxn modelId="{08E4E91C-C4BB-4BCE-8E0E-9C978D4663D6}" type="presParOf" srcId="{E075ACDF-83F2-4D6F-B411-43C63E554BFF}" destId="{C264B033-360B-459C-AC14-AC5FFA5E0C05}" srcOrd="2" destOrd="0" presId="urn:microsoft.com/office/officeart/2005/8/layout/vList3"/>
    <dgm:cxn modelId="{0C5D0592-5AD2-4AAC-9060-C0CBF7760B9D}" type="presParOf" srcId="{C264B033-360B-459C-AC14-AC5FFA5E0C05}" destId="{E2D4D80A-9700-49DD-86E1-EED17482C0C4}" srcOrd="0" destOrd="0" presId="urn:microsoft.com/office/officeart/2005/8/layout/vList3"/>
    <dgm:cxn modelId="{D24BCC6A-FE36-4423-A997-5EAB689DD04C}" type="presParOf" srcId="{C264B033-360B-459C-AC14-AC5FFA5E0C05}" destId="{488BF6B9-83F5-43BE-AFA4-E02FEA978E73}" srcOrd="1" destOrd="0" presId="urn:microsoft.com/office/officeart/2005/8/layout/vList3"/>
    <dgm:cxn modelId="{AE43AA47-0BCC-4B4D-B8C0-A22A941C9643}" type="presParOf" srcId="{E075ACDF-83F2-4D6F-B411-43C63E554BFF}" destId="{2545F4C9-11D7-46CB-9FF4-8D9623BCD0E6}" srcOrd="3" destOrd="0" presId="urn:microsoft.com/office/officeart/2005/8/layout/vList3"/>
    <dgm:cxn modelId="{BA04C0B4-B998-4CE6-B4F0-27A7A98864E7}" type="presParOf" srcId="{E075ACDF-83F2-4D6F-B411-43C63E554BFF}" destId="{3866131D-A1FD-4C4B-A79F-7C8CA08F160B}" srcOrd="4" destOrd="0" presId="urn:microsoft.com/office/officeart/2005/8/layout/vList3"/>
    <dgm:cxn modelId="{C0EE0CD8-FF97-406A-BD42-AE3427F332C0}" type="presParOf" srcId="{3866131D-A1FD-4C4B-A79F-7C8CA08F160B}" destId="{4E1CBEB2-9FEC-4E2F-BF75-C39E8CAF3E32}" srcOrd="0" destOrd="0" presId="urn:microsoft.com/office/officeart/2005/8/layout/vList3"/>
    <dgm:cxn modelId="{BD047390-7457-4817-80AD-031D516359FF}" type="presParOf" srcId="{3866131D-A1FD-4C4B-A79F-7C8CA08F160B}" destId="{D77689A3-F101-4A79-A784-397F6EBDECF7}" srcOrd="1" destOrd="0" presId="urn:microsoft.com/office/officeart/2005/8/layout/vList3"/>
    <dgm:cxn modelId="{8BA21F96-4934-4E71-A071-3BA4E2B6CF0B}" type="presParOf" srcId="{E075ACDF-83F2-4D6F-B411-43C63E554BFF}" destId="{9EF53D93-A8D3-4C27-AE49-04F6C4F32CDF}" srcOrd="5" destOrd="0" presId="urn:microsoft.com/office/officeart/2005/8/layout/vList3"/>
    <dgm:cxn modelId="{CBEB9A71-669E-4973-BD01-CF2642877DF1}" type="presParOf" srcId="{E075ACDF-83F2-4D6F-B411-43C63E554BFF}" destId="{DA7A37D5-3CC9-4E17-95C5-30AC19619346}" srcOrd="6" destOrd="0" presId="urn:microsoft.com/office/officeart/2005/8/layout/vList3"/>
    <dgm:cxn modelId="{9375DFEB-C149-4ACE-88A2-7444574A7B3F}" type="presParOf" srcId="{DA7A37D5-3CC9-4E17-95C5-30AC19619346}" destId="{FC6E2396-5343-47A8-B667-CC40006BFE41}" srcOrd="0" destOrd="0" presId="urn:microsoft.com/office/officeart/2005/8/layout/vList3"/>
    <dgm:cxn modelId="{55F6824F-4DC2-49B0-87D8-F456FE65B238}" type="presParOf" srcId="{DA7A37D5-3CC9-4E17-95C5-30AC19619346}" destId="{1BE15B74-9132-426C-A0E5-48A687D5B56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B694737-3476-4B77-A1FC-436D6423BF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CFC47A-5793-4136-882A-25BD189985C5}">
      <dgm:prSet/>
      <dgm:spPr/>
      <dgm:t>
        <a:bodyPr/>
        <a:lstStyle/>
        <a:p>
          <a:r>
            <a:rPr lang="uk-UA" b="0" i="0"/>
            <a:t>Виготовлення керамічного посуду.</a:t>
          </a:r>
          <a:endParaRPr lang="uk-UA"/>
        </a:p>
      </dgm:t>
    </dgm:pt>
    <dgm:pt modelId="{F9435489-D497-498A-B81F-550D058F4495}" type="parTrans" cxnId="{FB789186-E8D9-4621-AEE0-878070ACB8A9}">
      <dgm:prSet/>
      <dgm:spPr/>
      <dgm:t>
        <a:bodyPr/>
        <a:lstStyle/>
        <a:p>
          <a:endParaRPr lang="uk-UA"/>
        </a:p>
      </dgm:t>
    </dgm:pt>
    <dgm:pt modelId="{FA04FBA4-EA35-487A-8C19-270BA0E6F448}" type="sibTrans" cxnId="{FB789186-E8D9-4621-AEE0-878070ACB8A9}">
      <dgm:prSet/>
      <dgm:spPr/>
      <dgm:t>
        <a:bodyPr/>
        <a:lstStyle/>
        <a:p>
          <a:endParaRPr lang="uk-UA"/>
        </a:p>
      </dgm:t>
    </dgm:pt>
    <dgm:pt modelId="{B2290BB7-0043-4E91-B1DA-71FB1E166FDE}">
      <dgm:prSet/>
      <dgm:spPr/>
      <dgm:t>
        <a:bodyPr/>
        <a:lstStyle/>
        <a:p>
          <a:r>
            <a:rPr lang="uk-UA" b="0" i="0" dirty="0"/>
            <a:t>Вихід торгівлі за межі окремих племен.</a:t>
          </a:r>
          <a:endParaRPr lang="uk-UA" dirty="0"/>
        </a:p>
      </dgm:t>
    </dgm:pt>
    <dgm:pt modelId="{A81391D6-A186-40B9-9300-403BA4642CD5}" type="parTrans" cxnId="{DA22E44E-8DE7-4E9B-BD26-89C479765EB3}">
      <dgm:prSet/>
      <dgm:spPr/>
      <dgm:t>
        <a:bodyPr/>
        <a:lstStyle/>
        <a:p>
          <a:endParaRPr lang="uk-UA"/>
        </a:p>
      </dgm:t>
    </dgm:pt>
    <dgm:pt modelId="{7BD7AD5B-432D-43FF-AA43-E17F2450C59E}" type="sibTrans" cxnId="{DA22E44E-8DE7-4E9B-BD26-89C479765EB3}">
      <dgm:prSet/>
      <dgm:spPr/>
      <dgm:t>
        <a:bodyPr/>
        <a:lstStyle/>
        <a:p>
          <a:endParaRPr lang="uk-UA"/>
        </a:p>
      </dgm:t>
    </dgm:pt>
    <dgm:pt modelId="{162EF182-FB91-4E45-A0B3-67DBCEC63E3D}">
      <dgm:prSet/>
      <dgm:spPr/>
      <dgm:t>
        <a:bodyPr/>
        <a:lstStyle/>
        <a:p>
          <a:r>
            <a:rPr lang="uk-UA" b="0" i="0"/>
            <a:t>Відокремлення ремесла від землеробства.</a:t>
          </a:r>
          <a:endParaRPr lang="uk-UA"/>
        </a:p>
      </dgm:t>
    </dgm:pt>
    <dgm:pt modelId="{0B79B2E9-89AC-49A5-B737-0CDA592483C1}" type="parTrans" cxnId="{3FD77C9F-7B63-420A-B24E-85F061788CC2}">
      <dgm:prSet/>
      <dgm:spPr/>
      <dgm:t>
        <a:bodyPr/>
        <a:lstStyle/>
        <a:p>
          <a:endParaRPr lang="uk-UA"/>
        </a:p>
      </dgm:t>
    </dgm:pt>
    <dgm:pt modelId="{4B7A81F6-1A18-41DC-9FEC-7FC13CF1CFD7}" type="sibTrans" cxnId="{3FD77C9F-7B63-420A-B24E-85F061788CC2}">
      <dgm:prSet/>
      <dgm:spPr/>
      <dgm:t>
        <a:bodyPr/>
        <a:lstStyle/>
        <a:p>
          <a:endParaRPr lang="uk-UA"/>
        </a:p>
      </dgm:t>
    </dgm:pt>
    <dgm:pt modelId="{A530891B-B19F-41E6-95A1-38AB112FB0BA}">
      <dgm:prSet/>
      <dgm:spPr/>
      <dgm:t>
        <a:bodyPr/>
        <a:lstStyle/>
        <a:p>
          <a:r>
            <a:rPr lang="uk-UA" b="0" i="0" dirty="0"/>
            <a:t>Початок виготовлення знарядь праці із заліза.</a:t>
          </a:r>
          <a:endParaRPr lang="uk-UA" dirty="0"/>
        </a:p>
      </dgm:t>
    </dgm:pt>
    <dgm:pt modelId="{CE97B61D-B225-4D23-BEA0-3916F6680D0C}" type="parTrans" cxnId="{C019F036-C27A-468A-9929-814AE8763ED1}">
      <dgm:prSet/>
      <dgm:spPr/>
      <dgm:t>
        <a:bodyPr/>
        <a:lstStyle/>
        <a:p>
          <a:endParaRPr lang="uk-UA"/>
        </a:p>
      </dgm:t>
    </dgm:pt>
    <dgm:pt modelId="{27FC8C71-16CC-4A1D-9E86-2E22298E796A}" type="sibTrans" cxnId="{C019F036-C27A-468A-9929-814AE8763ED1}">
      <dgm:prSet/>
      <dgm:spPr/>
      <dgm:t>
        <a:bodyPr/>
        <a:lstStyle/>
        <a:p>
          <a:endParaRPr lang="uk-UA"/>
        </a:p>
      </dgm:t>
    </dgm:pt>
    <dgm:pt modelId="{BC077AD7-3831-4349-A562-E07F23ABCA70}" type="pres">
      <dgm:prSet presAssocID="{DB694737-3476-4B77-A1FC-436D6423BF6B}" presName="linear" presStyleCnt="0">
        <dgm:presLayoutVars>
          <dgm:animLvl val="lvl"/>
          <dgm:resizeHandles val="exact"/>
        </dgm:presLayoutVars>
      </dgm:prSet>
      <dgm:spPr/>
    </dgm:pt>
    <dgm:pt modelId="{B9B8801A-134A-488E-B866-1895000887E5}" type="pres">
      <dgm:prSet presAssocID="{30CFC47A-5793-4136-882A-25BD189985C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32DD263-EAC4-448C-9AE1-E032693C0A86}" type="pres">
      <dgm:prSet presAssocID="{FA04FBA4-EA35-487A-8C19-270BA0E6F448}" presName="spacer" presStyleCnt="0"/>
      <dgm:spPr/>
    </dgm:pt>
    <dgm:pt modelId="{AA161323-18B3-466C-9C25-2C9CEC8CCE1B}" type="pres">
      <dgm:prSet presAssocID="{B2290BB7-0043-4E91-B1DA-71FB1E166F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1120E4-C6DC-4F8E-AC31-CF4861F604EB}" type="pres">
      <dgm:prSet presAssocID="{7BD7AD5B-432D-43FF-AA43-E17F2450C59E}" presName="spacer" presStyleCnt="0"/>
      <dgm:spPr/>
    </dgm:pt>
    <dgm:pt modelId="{86EDD846-6EEE-42F3-8C97-22B7904DC891}" type="pres">
      <dgm:prSet presAssocID="{162EF182-FB91-4E45-A0B3-67DBCEC63E3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A968FBC-0762-4B82-83DA-53B1D4DE4B13}" type="pres">
      <dgm:prSet presAssocID="{4B7A81F6-1A18-41DC-9FEC-7FC13CF1CFD7}" presName="spacer" presStyleCnt="0"/>
      <dgm:spPr/>
    </dgm:pt>
    <dgm:pt modelId="{2073F2D7-61C7-43A6-96CF-A206702B89C6}" type="pres">
      <dgm:prSet presAssocID="{A530891B-B19F-41E6-95A1-38AB112FB0B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19F036-C27A-468A-9929-814AE8763ED1}" srcId="{DB694737-3476-4B77-A1FC-436D6423BF6B}" destId="{A530891B-B19F-41E6-95A1-38AB112FB0BA}" srcOrd="3" destOrd="0" parTransId="{CE97B61D-B225-4D23-BEA0-3916F6680D0C}" sibTransId="{27FC8C71-16CC-4A1D-9E86-2E22298E796A}"/>
    <dgm:cxn modelId="{C21F393B-E923-4AB3-9671-2AE5F74D9402}" type="presOf" srcId="{DB694737-3476-4B77-A1FC-436D6423BF6B}" destId="{BC077AD7-3831-4349-A562-E07F23ABCA70}" srcOrd="0" destOrd="0" presId="urn:microsoft.com/office/officeart/2005/8/layout/vList2"/>
    <dgm:cxn modelId="{DA22E44E-8DE7-4E9B-BD26-89C479765EB3}" srcId="{DB694737-3476-4B77-A1FC-436D6423BF6B}" destId="{B2290BB7-0043-4E91-B1DA-71FB1E166FDE}" srcOrd="1" destOrd="0" parTransId="{A81391D6-A186-40B9-9300-403BA4642CD5}" sibTransId="{7BD7AD5B-432D-43FF-AA43-E17F2450C59E}"/>
    <dgm:cxn modelId="{11B34D7D-DA38-4475-95B0-EBEEF6432F13}" type="presOf" srcId="{B2290BB7-0043-4E91-B1DA-71FB1E166FDE}" destId="{AA161323-18B3-466C-9C25-2C9CEC8CCE1B}" srcOrd="0" destOrd="0" presId="urn:microsoft.com/office/officeart/2005/8/layout/vList2"/>
    <dgm:cxn modelId="{FB789186-E8D9-4621-AEE0-878070ACB8A9}" srcId="{DB694737-3476-4B77-A1FC-436D6423BF6B}" destId="{30CFC47A-5793-4136-882A-25BD189985C5}" srcOrd="0" destOrd="0" parTransId="{F9435489-D497-498A-B81F-550D058F4495}" sibTransId="{FA04FBA4-EA35-487A-8C19-270BA0E6F448}"/>
    <dgm:cxn modelId="{1C3DA98D-285B-4E14-875F-CC88F3D41060}" type="presOf" srcId="{162EF182-FB91-4E45-A0B3-67DBCEC63E3D}" destId="{86EDD846-6EEE-42F3-8C97-22B7904DC891}" srcOrd="0" destOrd="0" presId="urn:microsoft.com/office/officeart/2005/8/layout/vList2"/>
    <dgm:cxn modelId="{3FD77C9F-7B63-420A-B24E-85F061788CC2}" srcId="{DB694737-3476-4B77-A1FC-436D6423BF6B}" destId="{162EF182-FB91-4E45-A0B3-67DBCEC63E3D}" srcOrd="2" destOrd="0" parTransId="{0B79B2E9-89AC-49A5-B737-0CDA592483C1}" sibTransId="{4B7A81F6-1A18-41DC-9FEC-7FC13CF1CFD7}"/>
    <dgm:cxn modelId="{BB9005C2-11BE-4E20-80CC-FB7E167D54AA}" type="presOf" srcId="{A530891B-B19F-41E6-95A1-38AB112FB0BA}" destId="{2073F2D7-61C7-43A6-96CF-A206702B89C6}" srcOrd="0" destOrd="0" presId="urn:microsoft.com/office/officeart/2005/8/layout/vList2"/>
    <dgm:cxn modelId="{CF4E4FC3-6D2F-4125-80E1-4C911B12B267}" type="presOf" srcId="{30CFC47A-5793-4136-882A-25BD189985C5}" destId="{B9B8801A-134A-488E-B866-1895000887E5}" srcOrd="0" destOrd="0" presId="urn:microsoft.com/office/officeart/2005/8/layout/vList2"/>
    <dgm:cxn modelId="{56BE52B6-B5B4-40E2-994E-4AC49F949754}" type="presParOf" srcId="{BC077AD7-3831-4349-A562-E07F23ABCA70}" destId="{B9B8801A-134A-488E-B866-1895000887E5}" srcOrd="0" destOrd="0" presId="urn:microsoft.com/office/officeart/2005/8/layout/vList2"/>
    <dgm:cxn modelId="{C84AEC41-5A6E-42B1-9761-F68FCE574E33}" type="presParOf" srcId="{BC077AD7-3831-4349-A562-E07F23ABCA70}" destId="{332DD263-EAC4-448C-9AE1-E032693C0A86}" srcOrd="1" destOrd="0" presId="urn:microsoft.com/office/officeart/2005/8/layout/vList2"/>
    <dgm:cxn modelId="{808EE57B-A885-45B4-959C-F564CFDAA56D}" type="presParOf" srcId="{BC077AD7-3831-4349-A562-E07F23ABCA70}" destId="{AA161323-18B3-466C-9C25-2C9CEC8CCE1B}" srcOrd="2" destOrd="0" presId="urn:microsoft.com/office/officeart/2005/8/layout/vList2"/>
    <dgm:cxn modelId="{E1DF5248-CC9E-4F85-8138-41752B70B0C3}" type="presParOf" srcId="{BC077AD7-3831-4349-A562-E07F23ABCA70}" destId="{0F1120E4-C6DC-4F8E-AC31-CF4861F604EB}" srcOrd="3" destOrd="0" presId="urn:microsoft.com/office/officeart/2005/8/layout/vList2"/>
    <dgm:cxn modelId="{3F920801-FA71-42A2-A7E6-08DF70D9DCE1}" type="presParOf" srcId="{BC077AD7-3831-4349-A562-E07F23ABCA70}" destId="{86EDD846-6EEE-42F3-8C97-22B7904DC891}" srcOrd="4" destOrd="0" presId="urn:microsoft.com/office/officeart/2005/8/layout/vList2"/>
    <dgm:cxn modelId="{B8053320-F537-4295-9DC9-7B4C3F5E296C}" type="presParOf" srcId="{BC077AD7-3831-4349-A562-E07F23ABCA70}" destId="{EA968FBC-0762-4B82-83DA-53B1D4DE4B13}" srcOrd="5" destOrd="0" presId="urn:microsoft.com/office/officeart/2005/8/layout/vList2"/>
    <dgm:cxn modelId="{0E90F7D0-3F5A-4D17-85B9-1339A787043F}" type="presParOf" srcId="{BC077AD7-3831-4349-A562-E07F23ABCA70}" destId="{2073F2D7-61C7-43A6-96CF-A206702B89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9461BD8-4BA2-410D-BC48-0789EAF0A79D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0DA3406-228B-4D29-A647-24A581DBB5E3}">
      <dgm:prSet/>
      <dgm:spPr/>
      <dgm:t>
        <a:bodyPr/>
        <a:lstStyle/>
        <a:p>
          <a:r>
            <a:rPr lang="uk-UA" b="0" i="0"/>
            <a:t>палеоліту.</a:t>
          </a:r>
          <a:endParaRPr lang="uk-UA"/>
        </a:p>
      </dgm:t>
    </dgm:pt>
    <dgm:pt modelId="{9B91AAB6-D63F-4C9B-8917-8334AB8B2175}" type="parTrans" cxnId="{7C9900C3-B974-4558-B3C3-E76FD554EDFB}">
      <dgm:prSet/>
      <dgm:spPr/>
      <dgm:t>
        <a:bodyPr/>
        <a:lstStyle/>
        <a:p>
          <a:endParaRPr lang="uk-UA"/>
        </a:p>
      </dgm:t>
    </dgm:pt>
    <dgm:pt modelId="{9D6E92C6-0B16-4DB6-9BB7-95C7A4E7D9CB}" type="sibTrans" cxnId="{7C9900C3-B974-4558-B3C3-E76FD554EDFB}">
      <dgm:prSet/>
      <dgm:spPr/>
      <dgm:t>
        <a:bodyPr/>
        <a:lstStyle/>
        <a:p>
          <a:endParaRPr lang="uk-UA"/>
        </a:p>
      </dgm:t>
    </dgm:pt>
    <dgm:pt modelId="{40EE549A-C352-4A64-97BC-82BBD6E0FBB0}">
      <dgm:prSet/>
      <dgm:spPr/>
      <dgm:t>
        <a:bodyPr/>
        <a:lstStyle/>
        <a:p>
          <a:r>
            <a:rPr lang="uk-UA" b="0" i="0" dirty="0"/>
            <a:t>мезоліту.</a:t>
          </a:r>
          <a:endParaRPr lang="uk-UA" dirty="0"/>
        </a:p>
      </dgm:t>
    </dgm:pt>
    <dgm:pt modelId="{E721DFB6-E8C1-403B-8C13-F954FD8B3AAB}" type="parTrans" cxnId="{2DFD01D5-891E-4218-B48C-7355DC1803D4}">
      <dgm:prSet/>
      <dgm:spPr/>
      <dgm:t>
        <a:bodyPr/>
        <a:lstStyle/>
        <a:p>
          <a:endParaRPr lang="uk-UA"/>
        </a:p>
      </dgm:t>
    </dgm:pt>
    <dgm:pt modelId="{6E3CBCE1-7E91-496F-9096-003A7BC260EA}" type="sibTrans" cxnId="{2DFD01D5-891E-4218-B48C-7355DC1803D4}">
      <dgm:prSet/>
      <dgm:spPr/>
      <dgm:t>
        <a:bodyPr/>
        <a:lstStyle/>
        <a:p>
          <a:endParaRPr lang="uk-UA"/>
        </a:p>
      </dgm:t>
    </dgm:pt>
    <dgm:pt modelId="{7F4F1B59-E6F2-4649-A654-C90810590450}">
      <dgm:prSet/>
      <dgm:spPr/>
      <dgm:t>
        <a:bodyPr/>
        <a:lstStyle/>
        <a:p>
          <a:r>
            <a:rPr lang="uk-UA" b="0" i="0" dirty="0"/>
            <a:t>неоліту.</a:t>
          </a:r>
          <a:endParaRPr lang="uk-UA" dirty="0"/>
        </a:p>
      </dgm:t>
    </dgm:pt>
    <dgm:pt modelId="{88882444-6E4A-42AB-AB8A-FB0927A6A865}" type="parTrans" cxnId="{ED758A9D-A5CF-4A92-ABA1-B860F355E713}">
      <dgm:prSet/>
      <dgm:spPr/>
      <dgm:t>
        <a:bodyPr/>
        <a:lstStyle/>
        <a:p>
          <a:endParaRPr lang="uk-UA"/>
        </a:p>
      </dgm:t>
    </dgm:pt>
    <dgm:pt modelId="{6B0C3251-1303-40CB-873D-3AE974906FBB}" type="sibTrans" cxnId="{ED758A9D-A5CF-4A92-ABA1-B860F355E713}">
      <dgm:prSet/>
      <dgm:spPr/>
      <dgm:t>
        <a:bodyPr/>
        <a:lstStyle/>
        <a:p>
          <a:endParaRPr lang="uk-UA"/>
        </a:p>
      </dgm:t>
    </dgm:pt>
    <dgm:pt modelId="{E97B9EDF-5662-4860-AEF4-74BF5D47FF37}">
      <dgm:prSet/>
      <dgm:spPr/>
      <dgm:t>
        <a:bodyPr/>
        <a:lstStyle/>
        <a:p>
          <a:r>
            <a:rPr lang="uk-UA" b="0" i="0" dirty="0"/>
            <a:t>енеоліту.</a:t>
          </a:r>
          <a:endParaRPr lang="uk-UA" dirty="0"/>
        </a:p>
      </dgm:t>
    </dgm:pt>
    <dgm:pt modelId="{2C770302-6BBD-4DEF-8F97-E10763AF53CC}" type="parTrans" cxnId="{15B67661-141B-4C71-9198-5DFEEF4D699E}">
      <dgm:prSet/>
      <dgm:spPr/>
      <dgm:t>
        <a:bodyPr/>
        <a:lstStyle/>
        <a:p>
          <a:endParaRPr lang="uk-UA"/>
        </a:p>
      </dgm:t>
    </dgm:pt>
    <dgm:pt modelId="{473F2116-D417-4CA0-97BE-9F38F7EAAD38}" type="sibTrans" cxnId="{15B67661-141B-4C71-9198-5DFEEF4D699E}">
      <dgm:prSet/>
      <dgm:spPr/>
      <dgm:t>
        <a:bodyPr/>
        <a:lstStyle/>
        <a:p>
          <a:endParaRPr lang="uk-UA"/>
        </a:p>
      </dgm:t>
    </dgm:pt>
    <dgm:pt modelId="{D91C0669-8AAD-444B-B3FD-2C6A28F1543E}" type="pres">
      <dgm:prSet presAssocID="{F9461BD8-4BA2-410D-BC48-0789EAF0A79D}" presName="composite" presStyleCnt="0">
        <dgm:presLayoutVars>
          <dgm:chMax val="5"/>
          <dgm:dir/>
          <dgm:resizeHandles val="exact"/>
        </dgm:presLayoutVars>
      </dgm:prSet>
      <dgm:spPr/>
    </dgm:pt>
    <dgm:pt modelId="{1246E5D6-DC30-4AE6-BB46-4E65277B0E5D}" type="pres">
      <dgm:prSet presAssocID="{10DA3406-228B-4D29-A647-24A581DBB5E3}" presName="circle1" presStyleLbl="lnNode1" presStyleIdx="0" presStyleCnt="4"/>
      <dgm:spPr/>
    </dgm:pt>
    <dgm:pt modelId="{47C3A8A9-D29A-47E2-8B55-B604FCC7ABA1}" type="pres">
      <dgm:prSet presAssocID="{10DA3406-228B-4D29-A647-24A581DBB5E3}" presName="text1" presStyleLbl="revTx" presStyleIdx="0" presStyleCnt="4">
        <dgm:presLayoutVars>
          <dgm:bulletEnabled val="1"/>
        </dgm:presLayoutVars>
      </dgm:prSet>
      <dgm:spPr/>
    </dgm:pt>
    <dgm:pt modelId="{F7EA59E9-F263-4735-878B-C741A04A8786}" type="pres">
      <dgm:prSet presAssocID="{10DA3406-228B-4D29-A647-24A581DBB5E3}" presName="line1" presStyleLbl="callout" presStyleIdx="0" presStyleCnt="8"/>
      <dgm:spPr/>
    </dgm:pt>
    <dgm:pt modelId="{7562F166-7EE5-4852-ABDE-C0EDBCC5F465}" type="pres">
      <dgm:prSet presAssocID="{10DA3406-228B-4D29-A647-24A581DBB5E3}" presName="d1" presStyleLbl="callout" presStyleIdx="1" presStyleCnt="8"/>
      <dgm:spPr/>
    </dgm:pt>
    <dgm:pt modelId="{3D4F2BAB-D22C-4DC9-83FB-110B2B77954E}" type="pres">
      <dgm:prSet presAssocID="{40EE549A-C352-4A64-97BC-82BBD6E0FBB0}" presName="circle2" presStyleLbl="lnNode1" presStyleIdx="1" presStyleCnt="4"/>
      <dgm:spPr/>
    </dgm:pt>
    <dgm:pt modelId="{32184E36-C896-4988-AF80-8B821AE4D3B2}" type="pres">
      <dgm:prSet presAssocID="{40EE549A-C352-4A64-97BC-82BBD6E0FBB0}" presName="text2" presStyleLbl="revTx" presStyleIdx="1" presStyleCnt="4">
        <dgm:presLayoutVars>
          <dgm:bulletEnabled val="1"/>
        </dgm:presLayoutVars>
      </dgm:prSet>
      <dgm:spPr/>
    </dgm:pt>
    <dgm:pt modelId="{6D70EC7D-9F2B-4CCC-B282-08F81FAB474F}" type="pres">
      <dgm:prSet presAssocID="{40EE549A-C352-4A64-97BC-82BBD6E0FBB0}" presName="line2" presStyleLbl="callout" presStyleIdx="2" presStyleCnt="8"/>
      <dgm:spPr/>
    </dgm:pt>
    <dgm:pt modelId="{43BCD341-B798-4639-A4ED-7EFC6A0A5FC9}" type="pres">
      <dgm:prSet presAssocID="{40EE549A-C352-4A64-97BC-82BBD6E0FBB0}" presName="d2" presStyleLbl="callout" presStyleIdx="3" presStyleCnt="8"/>
      <dgm:spPr/>
    </dgm:pt>
    <dgm:pt modelId="{9F21506A-C5E9-4426-9782-DDAE3AEFED2F}" type="pres">
      <dgm:prSet presAssocID="{7F4F1B59-E6F2-4649-A654-C90810590450}" presName="circle3" presStyleLbl="lnNode1" presStyleIdx="2" presStyleCnt="4"/>
      <dgm:spPr/>
    </dgm:pt>
    <dgm:pt modelId="{B232F552-D07E-48CD-97A9-0372A6B7BD45}" type="pres">
      <dgm:prSet presAssocID="{7F4F1B59-E6F2-4649-A654-C90810590450}" presName="text3" presStyleLbl="revTx" presStyleIdx="2" presStyleCnt="4">
        <dgm:presLayoutVars>
          <dgm:bulletEnabled val="1"/>
        </dgm:presLayoutVars>
      </dgm:prSet>
      <dgm:spPr/>
    </dgm:pt>
    <dgm:pt modelId="{69938B3F-A761-45DB-95E1-7ACD1629DA02}" type="pres">
      <dgm:prSet presAssocID="{7F4F1B59-E6F2-4649-A654-C90810590450}" presName="line3" presStyleLbl="callout" presStyleIdx="4" presStyleCnt="8"/>
      <dgm:spPr/>
    </dgm:pt>
    <dgm:pt modelId="{974FE2AB-AD7D-4E62-85E1-2829A134A40A}" type="pres">
      <dgm:prSet presAssocID="{7F4F1B59-E6F2-4649-A654-C90810590450}" presName="d3" presStyleLbl="callout" presStyleIdx="5" presStyleCnt="8"/>
      <dgm:spPr/>
    </dgm:pt>
    <dgm:pt modelId="{718C5F23-0EE7-45F6-80F8-909F304051DE}" type="pres">
      <dgm:prSet presAssocID="{E97B9EDF-5662-4860-AEF4-74BF5D47FF37}" presName="circle4" presStyleLbl="lnNode1" presStyleIdx="3" presStyleCnt="4"/>
      <dgm:spPr/>
    </dgm:pt>
    <dgm:pt modelId="{C9AD3D1D-A3A5-4D64-80F9-6FE6D600FE69}" type="pres">
      <dgm:prSet presAssocID="{E97B9EDF-5662-4860-AEF4-74BF5D47FF37}" presName="text4" presStyleLbl="revTx" presStyleIdx="3" presStyleCnt="4">
        <dgm:presLayoutVars>
          <dgm:bulletEnabled val="1"/>
        </dgm:presLayoutVars>
      </dgm:prSet>
      <dgm:spPr/>
    </dgm:pt>
    <dgm:pt modelId="{66F61017-2DC5-4219-B22D-9092DC3FA655}" type="pres">
      <dgm:prSet presAssocID="{E97B9EDF-5662-4860-AEF4-74BF5D47FF37}" presName="line4" presStyleLbl="callout" presStyleIdx="6" presStyleCnt="8"/>
      <dgm:spPr/>
    </dgm:pt>
    <dgm:pt modelId="{37650547-4A0E-4359-BAC0-32509FE45867}" type="pres">
      <dgm:prSet presAssocID="{E97B9EDF-5662-4860-AEF4-74BF5D47FF37}" presName="d4" presStyleLbl="callout" presStyleIdx="7" presStyleCnt="8"/>
      <dgm:spPr/>
    </dgm:pt>
  </dgm:ptLst>
  <dgm:cxnLst>
    <dgm:cxn modelId="{15B67661-141B-4C71-9198-5DFEEF4D699E}" srcId="{F9461BD8-4BA2-410D-BC48-0789EAF0A79D}" destId="{E97B9EDF-5662-4860-AEF4-74BF5D47FF37}" srcOrd="3" destOrd="0" parTransId="{2C770302-6BBD-4DEF-8F97-E10763AF53CC}" sibTransId="{473F2116-D417-4CA0-97BE-9F38F7EAAD38}"/>
    <dgm:cxn modelId="{D2702587-A1E2-498A-8305-396ED15B2A90}" type="presOf" srcId="{F9461BD8-4BA2-410D-BC48-0789EAF0A79D}" destId="{D91C0669-8AAD-444B-B3FD-2C6A28F1543E}" srcOrd="0" destOrd="0" presId="urn:microsoft.com/office/officeart/2005/8/layout/target1"/>
    <dgm:cxn modelId="{ED758A9D-A5CF-4A92-ABA1-B860F355E713}" srcId="{F9461BD8-4BA2-410D-BC48-0789EAF0A79D}" destId="{7F4F1B59-E6F2-4649-A654-C90810590450}" srcOrd="2" destOrd="0" parTransId="{88882444-6E4A-42AB-AB8A-FB0927A6A865}" sibTransId="{6B0C3251-1303-40CB-873D-3AE974906FBB}"/>
    <dgm:cxn modelId="{916718A3-0E3F-4FDF-BA91-7A80F642ADDF}" type="presOf" srcId="{7F4F1B59-E6F2-4649-A654-C90810590450}" destId="{B232F552-D07E-48CD-97A9-0372A6B7BD45}" srcOrd="0" destOrd="0" presId="urn:microsoft.com/office/officeart/2005/8/layout/target1"/>
    <dgm:cxn modelId="{7C9900C3-B974-4558-B3C3-E76FD554EDFB}" srcId="{F9461BD8-4BA2-410D-BC48-0789EAF0A79D}" destId="{10DA3406-228B-4D29-A647-24A581DBB5E3}" srcOrd="0" destOrd="0" parTransId="{9B91AAB6-D63F-4C9B-8917-8334AB8B2175}" sibTransId="{9D6E92C6-0B16-4DB6-9BB7-95C7A4E7D9CB}"/>
    <dgm:cxn modelId="{089382C4-7DAD-48FF-9CE5-7423ABFFA8B5}" type="presOf" srcId="{E97B9EDF-5662-4860-AEF4-74BF5D47FF37}" destId="{C9AD3D1D-A3A5-4D64-80F9-6FE6D600FE69}" srcOrd="0" destOrd="0" presId="urn:microsoft.com/office/officeart/2005/8/layout/target1"/>
    <dgm:cxn modelId="{2DFD01D5-891E-4218-B48C-7355DC1803D4}" srcId="{F9461BD8-4BA2-410D-BC48-0789EAF0A79D}" destId="{40EE549A-C352-4A64-97BC-82BBD6E0FBB0}" srcOrd="1" destOrd="0" parTransId="{E721DFB6-E8C1-403B-8C13-F954FD8B3AAB}" sibTransId="{6E3CBCE1-7E91-496F-9096-003A7BC260EA}"/>
    <dgm:cxn modelId="{1A10EFDA-0913-4062-A820-104F913E5A86}" type="presOf" srcId="{10DA3406-228B-4D29-A647-24A581DBB5E3}" destId="{47C3A8A9-D29A-47E2-8B55-B604FCC7ABA1}" srcOrd="0" destOrd="0" presId="urn:microsoft.com/office/officeart/2005/8/layout/target1"/>
    <dgm:cxn modelId="{5C9915E8-0E8B-48A0-AC9D-173223A8B70C}" type="presOf" srcId="{40EE549A-C352-4A64-97BC-82BBD6E0FBB0}" destId="{32184E36-C896-4988-AF80-8B821AE4D3B2}" srcOrd="0" destOrd="0" presId="urn:microsoft.com/office/officeart/2005/8/layout/target1"/>
    <dgm:cxn modelId="{C250A95C-0B67-4BA3-91BC-A2FB6044C9FB}" type="presParOf" srcId="{D91C0669-8AAD-444B-B3FD-2C6A28F1543E}" destId="{1246E5D6-DC30-4AE6-BB46-4E65277B0E5D}" srcOrd="0" destOrd="0" presId="urn:microsoft.com/office/officeart/2005/8/layout/target1"/>
    <dgm:cxn modelId="{8FCAF177-3730-4074-9ADE-A6DDC9B400E4}" type="presParOf" srcId="{D91C0669-8AAD-444B-B3FD-2C6A28F1543E}" destId="{47C3A8A9-D29A-47E2-8B55-B604FCC7ABA1}" srcOrd="1" destOrd="0" presId="urn:microsoft.com/office/officeart/2005/8/layout/target1"/>
    <dgm:cxn modelId="{E97B877C-FFD0-4AB0-AA7F-E140770D8736}" type="presParOf" srcId="{D91C0669-8AAD-444B-B3FD-2C6A28F1543E}" destId="{F7EA59E9-F263-4735-878B-C741A04A8786}" srcOrd="2" destOrd="0" presId="urn:microsoft.com/office/officeart/2005/8/layout/target1"/>
    <dgm:cxn modelId="{8CB2B576-2593-4047-BC36-9DC9EFE72920}" type="presParOf" srcId="{D91C0669-8AAD-444B-B3FD-2C6A28F1543E}" destId="{7562F166-7EE5-4852-ABDE-C0EDBCC5F465}" srcOrd="3" destOrd="0" presId="urn:microsoft.com/office/officeart/2005/8/layout/target1"/>
    <dgm:cxn modelId="{D9B12562-F337-45F7-9D43-8278E6EADE08}" type="presParOf" srcId="{D91C0669-8AAD-444B-B3FD-2C6A28F1543E}" destId="{3D4F2BAB-D22C-4DC9-83FB-110B2B77954E}" srcOrd="4" destOrd="0" presId="urn:microsoft.com/office/officeart/2005/8/layout/target1"/>
    <dgm:cxn modelId="{2B705AFC-6CFD-441E-801F-D6B099C2C1FE}" type="presParOf" srcId="{D91C0669-8AAD-444B-B3FD-2C6A28F1543E}" destId="{32184E36-C896-4988-AF80-8B821AE4D3B2}" srcOrd="5" destOrd="0" presId="urn:microsoft.com/office/officeart/2005/8/layout/target1"/>
    <dgm:cxn modelId="{2A5E316F-B74A-43E0-81AF-ED1258A71BBC}" type="presParOf" srcId="{D91C0669-8AAD-444B-B3FD-2C6A28F1543E}" destId="{6D70EC7D-9F2B-4CCC-B282-08F81FAB474F}" srcOrd="6" destOrd="0" presId="urn:microsoft.com/office/officeart/2005/8/layout/target1"/>
    <dgm:cxn modelId="{7B5E9BA4-B209-4200-B229-831DFCDB0F03}" type="presParOf" srcId="{D91C0669-8AAD-444B-B3FD-2C6A28F1543E}" destId="{43BCD341-B798-4639-A4ED-7EFC6A0A5FC9}" srcOrd="7" destOrd="0" presId="urn:microsoft.com/office/officeart/2005/8/layout/target1"/>
    <dgm:cxn modelId="{5E2DF44C-8F26-44AF-A7D2-D6C726C8A5EB}" type="presParOf" srcId="{D91C0669-8AAD-444B-B3FD-2C6A28F1543E}" destId="{9F21506A-C5E9-4426-9782-DDAE3AEFED2F}" srcOrd="8" destOrd="0" presId="urn:microsoft.com/office/officeart/2005/8/layout/target1"/>
    <dgm:cxn modelId="{A68D0DAE-763F-4F59-BF6E-966AF2396120}" type="presParOf" srcId="{D91C0669-8AAD-444B-B3FD-2C6A28F1543E}" destId="{B232F552-D07E-48CD-97A9-0372A6B7BD45}" srcOrd="9" destOrd="0" presId="urn:microsoft.com/office/officeart/2005/8/layout/target1"/>
    <dgm:cxn modelId="{8B05CEBF-92AC-4653-A64F-C4BD36C95EAB}" type="presParOf" srcId="{D91C0669-8AAD-444B-B3FD-2C6A28F1543E}" destId="{69938B3F-A761-45DB-95E1-7ACD1629DA02}" srcOrd="10" destOrd="0" presId="urn:microsoft.com/office/officeart/2005/8/layout/target1"/>
    <dgm:cxn modelId="{5BFDCC1D-CF19-4FEF-9538-E19CC1DBEAF6}" type="presParOf" srcId="{D91C0669-8AAD-444B-B3FD-2C6A28F1543E}" destId="{974FE2AB-AD7D-4E62-85E1-2829A134A40A}" srcOrd="11" destOrd="0" presId="urn:microsoft.com/office/officeart/2005/8/layout/target1"/>
    <dgm:cxn modelId="{3F313CAF-2AC7-49A9-8980-554072F847C7}" type="presParOf" srcId="{D91C0669-8AAD-444B-B3FD-2C6A28F1543E}" destId="{718C5F23-0EE7-45F6-80F8-909F304051DE}" srcOrd="12" destOrd="0" presId="urn:microsoft.com/office/officeart/2005/8/layout/target1"/>
    <dgm:cxn modelId="{70778293-C0DA-4BE4-ACA3-1071B34D96DB}" type="presParOf" srcId="{D91C0669-8AAD-444B-B3FD-2C6A28F1543E}" destId="{C9AD3D1D-A3A5-4D64-80F9-6FE6D600FE69}" srcOrd="13" destOrd="0" presId="urn:microsoft.com/office/officeart/2005/8/layout/target1"/>
    <dgm:cxn modelId="{DDCEA93C-5D46-46F5-8120-77A54A9CE274}" type="presParOf" srcId="{D91C0669-8AAD-444B-B3FD-2C6A28F1543E}" destId="{66F61017-2DC5-4219-B22D-9092DC3FA655}" srcOrd="14" destOrd="0" presId="urn:microsoft.com/office/officeart/2005/8/layout/target1"/>
    <dgm:cxn modelId="{FF7A217C-AD3A-4389-A223-BCEFCFD20FAD}" type="presParOf" srcId="{D91C0669-8AAD-444B-B3FD-2C6A28F1543E}" destId="{37650547-4A0E-4359-BAC0-32509FE45867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5BF3B58-5258-49BC-A3ED-E408EE7580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52B85E-8CFB-4D9A-95A3-4C73E41B5DEF}">
      <dgm:prSet/>
      <dgm:spPr/>
      <dgm:t>
        <a:bodyPr/>
        <a:lstStyle/>
        <a:p>
          <a:r>
            <a:rPr lang="ru-RU" b="0" i="0" dirty="0" err="1"/>
            <a:t>виконані</a:t>
          </a:r>
          <a:r>
            <a:rPr lang="ru-RU" b="0" i="0" dirty="0"/>
            <a:t> в «</a:t>
          </a:r>
          <a:r>
            <a:rPr lang="ru-RU" b="0" i="0" dirty="0" err="1"/>
            <a:t>звіриному</a:t>
          </a:r>
          <a:r>
            <a:rPr lang="ru-RU" b="0" i="0" dirty="0"/>
            <a:t> </a:t>
          </a:r>
          <a:r>
            <a:rPr lang="ru-RU" b="0" i="0" dirty="0" err="1"/>
            <a:t>стилі</a:t>
          </a:r>
          <a:r>
            <a:rPr lang="ru-RU" b="0" i="0" dirty="0"/>
            <a:t>»</a:t>
          </a:r>
          <a:endParaRPr lang="uk-UA" dirty="0"/>
        </a:p>
      </dgm:t>
    </dgm:pt>
    <dgm:pt modelId="{63072599-FA0A-46F5-A5A2-A5A9507D87F1}" type="parTrans" cxnId="{F4E66A49-B32D-41C6-9638-E98C6D562ACA}">
      <dgm:prSet/>
      <dgm:spPr/>
      <dgm:t>
        <a:bodyPr/>
        <a:lstStyle/>
        <a:p>
          <a:endParaRPr lang="uk-UA"/>
        </a:p>
      </dgm:t>
    </dgm:pt>
    <dgm:pt modelId="{FEE8AA43-9D16-4832-9086-331EB2F1166C}" type="sibTrans" cxnId="{F4E66A49-B32D-41C6-9638-E98C6D562ACA}">
      <dgm:prSet/>
      <dgm:spPr/>
      <dgm:t>
        <a:bodyPr/>
        <a:lstStyle/>
        <a:p>
          <a:endParaRPr lang="uk-UA"/>
        </a:p>
      </dgm:t>
    </dgm:pt>
    <dgm:pt modelId="{8CC9E1DD-694F-47F7-B711-45C9B79C39C2}">
      <dgm:prSet/>
      <dgm:spPr/>
      <dgm:t>
        <a:bodyPr/>
        <a:lstStyle/>
        <a:p>
          <a:r>
            <a:rPr lang="ru-RU" b="0" i="0" dirty="0" err="1"/>
            <a:t>створені</a:t>
          </a:r>
          <a:r>
            <a:rPr lang="ru-RU" b="0" i="0" dirty="0"/>
            <a:t> в добу </a:t>
          </a:r>
          <a:r>
            <a:rPr lang="ru-RU" b="0" i="0" dirty="0" err="1"/>
            <a:t>раннього</a:t>
          </a:r>
          <a:r>
            <a:rPr lang="ru-RU" b="0" i="0" dirty="0"/>
            <a:t> </a:t>
          </a:r>
          <a:r>
            <a:rPr lang="ru-RU" b="0" i="0" dirty="0" err="1"/>
            <a:t>залізного</a:t>
          </a:r>
          <a:r>
            <a:rPr lang="ru-RU" b="0" i="0" dirty="0"/>
            <a:t> </a:t>
          </a:r>
          <a:r>
            <a:rPr lang="ru-RU" b="0" i="0" dirty="0" err="1"/>
            <a:t>віку</a:t>
          </a:r>
          <a:endParaRPr lang="uk-UA" dirty="0"/>
        </a:p>
      </dgm:t>
    </dgm:pt>
    <dgm:pt modelId="{C14735F5-CEA7-44D9-B24D-60770398235C}" type="parTrans" cxnId="{A092E09C-715E-495C-8FEE-BA2BDB457F94}">
      <dgm:prSet/>
      <dgm:spPr/>
      <dgm:t>
        <a:bodyPr/>
        <a:lstStyle/>
        <a:p>
          <a:endParaRPr lang="uk-UA"/>
        </a:p>
      </dgm:t>
    </dgm:pt>
    <dgm:pt modelId="{BF6CD54C-41C2-44AF-AF66-B199240D9A63}" type="sibTrans" cxnId="{A092E09C-715E-495C-8FEE-BA2BDB457F94}">
      <dgm:prSet/>
      <dgm:spPr/>
      <dgm:t>
        <a:bodyPr/>
        <a:lstStyle/>
        <a:p>
          <a:endParaRPr lang="uk-UA"/>
        </a:p>
      </dgm:t>
    </dgm:pt>
    <dgm:pt modelId="{F5935090-EBA7-423B-A92F-3DD27E9DA46A}">
      <dgm:prSet/>
      <dgm:spPr/>
      <dgm:t>
        <a:bodyPr/>
        <a:lstStyle/>
        <a:p>
          <a:r>
            <a:rPr lang="ru-RU" b="0" i="0"/>
            <a:t>належать майстрам трипільської культури</a:t>
          </a:r>
          <a:endParaRPr lang="uk-UA"/>
        </a:p>
      </dgm:t>
    </dgm:pt>
    <dgm:pt modelId="{3F3E708C-E06E-4AF9-9D58-65C28D9FF255}" type="parTrans" cxnId="{F6C4872B-14D5-47B6-B071-B9A3609A5C97}">
      <dgm:prSet/>
      <dgm:spPr/>
      <dgm:t>
        <a:bodyPr/>
        <a:lstStyle/>
        <a:p>
          <a:endParaRPr lang="uk-UA"/>
        </a:p>
      </dgm:t>
    </dgm:pt>
    <dgm:pt modelId="{C729931F-CD3B-483C-B675-D763E90715EC}" type="sibTrans" cxnId="{F6C4872B-14D5-47B6-B071-B9A3609A5C97}">
      <dgm:prSet/>
      <dgm:spPr/>
      <dgm:t>
        <a:bodyPr/>
        <a:lstStyle/>
        <a:p>
          <a:endParaRPr lang="uk-UA"/>
        </a:p>
      </dgm:t>
    </dgm:pt>
    <dgm:pt modelId="{EA98963E-32C7-4759-8AFB-F19E0CD0F887}">
      <dgm:prSet/>
      <dgm:spPr/>
      <dgm:t>
        <a:bodyPr/>
        <a:lstStyle/>
        <a:p>
          <a:r>
            <a:rPr lang="ru-RU" b="0" i="0" dirty="0" err="1"/>
            <a:t>представляють</a:t>
          </a:r>
          <a:r>
            <a:rPr lang="ru-RU" b="0" i="0" dirty="0"/>
            <a:t> </a:t>
          </a:r>
          <a:r>
            <a:rPr lang="ru-RU" b="0" i="0" dirty="0" err="1"/>
            <a:t>мистецтво</a:t>
          </a:r>
          <a:r>
            <a:rPr lang="ru-RU" b="0" i="0" dirty="0"/>
            <a:t> </a:t>
          </a:r>
          <a:r>
            <a:rPr lang="ru-RU" b="0" i="0" dirty="0" err="1"/>
            <a:t>кочових</a:t>
          </a:r>
          <a:r>
            <a:rPr lang="ru-RU" b="0" i="0" dirty="0"/>
            <a:t> </a:t>
          </a:r>
          <a:r>
            <a:rPr lang="ru-RU" b="0" i="0" dirty="0" err="1"/>
            <a:t>народів</a:t>
          </a:r>
          <a:endParaRPr lang="uk-UA" dirty="0"/>
        </a:p>
      </dgm:t>
    </dgm:pt>
    <dgm:pt modelId="{E1C0B581-DA11-4604-8222-199179D6691B}" type="parTrans" cxnId="{4741762A-5060-420A-B577-CAEF241931B0}">
      <dgm:prSet/>
      <dgm:spPr/>
      <dgm:t>
        <a:bodyPr/>
        <a:lstStyle/>
        <a:p>
          <a:endParaRPr lang="uk-UA"/>
        </a:p>
      </dgm:t>
    </dgm:pt>
    <dgm:pt modelId="{E852AECE-DFF4-400A-9B17-2F298AEB7A2F}" type="sibTrans" cxnId="{4741762A-5060-420A-B577-CAEF241931B0}">
      <dgm:prSet/>
      <dgm:spPr/>
      <dgm:t>
        <a:bodyPr/>
        <a:lstStyle/>
        <a:p>
          <a:endParaRPr lang="uk-UA"/>
        </a:p>
      </dgm:t>
    </dgm:pt>
    <dgm:pt modelId="{FF03E288-65DE-46C9-B915-460637F4EF35}" type="pres">
      <dgm:prSet presAssocID="{95BF3B58-5258-49BC-A3ED-E408EE75804A}" presName="linear" presStyleCnt="0">
        <dgm:presLayoutVars>
          <dgm:animLvl val="lvl"/>
          <dgm:resizeHandles val="exact"/>
        </dgm:presLayoutVars>
      </dgm:prSet>
      <dgm:spPr/>
    </dgm:pt>
    <dgm:pt modelId="{A0737964-42B8-40EB-8EF5-A5C760DC55AA}" type="pres">
      <dgm:prSet presAssocID="{0A52B85E-8CFB-4D9A-95A3-4C73E41B5DE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60AD6FB-1F90-4040-8EA9-2577B851142F}" type="pres">
      <dgm:prSet presAssocID="{FEE8AA43-9D16-4832-9086-331EB2F1166C}" presName="spacer" presStyleCnt="0"/>
      <dgm:spPr/>
    </dgm:pt>
    <dgm:pt modelId="{84E05299-18D1-494A-A7DC-5DCE3E462911}" type="pres">
      <dgm:prSet presAssocID="{8CC9E1DD-694F-47F7-B711-45C9B79C39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5F6ED7-0659-48C8-A92C-9294705E86E5}" type="pres">
      <dgm:prSet presAssocID="{BF6CD54C-41C2-44AF-AF66-B199240D9A63}" presName="spacer" presStyleCnt="0"/>
      <dgm:spPr/>
    </dgm:pt>
    <dgm:pt modelId="{9374F57E-8A16-402E-A83F-96A8CDCCCB20}" type="pres">
      <dgm:prSet presAssocID="{F5935090-EBA7-423B-A92F-3DD27E9DA46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1B79281-1E92-4F0F-B7F4-E6AF48BD9C9A}" type="pres">
      <dgm:prSet presAssocID="{C729931F-CD3B-483C-B675-D763E90715EC}" presName="spacer" presStyleCnt="0"/>
      <dgm:spPr/>
    </dgm:pt>
    <dgm:pt modelId="{FEF75273-58A1-4B14-A6F1-6CAF7AD6BED6}" type="pres">
      <dgm:prSet presAssocID="{EA98963E-32C7-4759-8AFB-F19E0CD0F88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E48518-BF5D-4024-9299-C6D7FBFF1451}" type="presOf" srcId="{F5935090-EBA7-423B-A92F-3DD27E9DA46A}" destId="{9374F57E-8A16-402E-A83F-96A8CDCCCB20}" srcOrd="0" destOrd="0" presId="urn:microsoft.com/office/officeart/2005/8/layout/vList2"/>
    <dgm:cxn modelId="{4741762A-5060-420A-B577-CAEF241931B0}" srcId="{95BF3B58-5258-49BC-A3ED-E408EE75804A}" destId="{EA98963E-32C7-4759-8AFB-F19E0CD0F887}" srcOrd="3" destOrd="0" parTransId="{E1C0B581-DA11-4604-8222-199179D6691B}" sibTransId="{E852AECE-DFF4-400A-9B17-2F298AEB7A2F}"/>
    <dgm:cxn modelId="{F6C4872B-14D5-47B6-B071-B9A3609A5C97}" srcId="{95BF3B58-5258-49BC-A3ED-E408EE75804A}" destId="{F5935090-EBA7-423B-A92F-3DD27E9DA46A}" srcOrd="2" destOrd="0" parTransId="{3F3E708C-E06E-4AF9-9D58-65C28D9FF255}" sibTransId="{C729931F-CD3B-483C-B675-D763E90715EC}"/>
    <dgm:cxn modelId="{19645147-820B-428F-850A-DADCFFAC2BC0}" type="presOf" srcId="{95BF3B58-5258-49BC-A3ED-E408EE75804A}" destId="{FF03E288-65DE-46C9-B915-460637F4EF35}" srcOrd="0" destOrd="0" presId="urn:microsoft.com/office/officeart/2005/8/layout/vList2"/>
    <dgm:cxn modelId="{F4E66A49-B32D-41C6-9638-E98C6D562ACA}" srcId="{95BF3B58-5258-49BC-A3ED-E408EE75804A}" destId="{0A52B85E-8CFB-4D9A-95A3-4C73E41B5DEF}" srcOrd="0" destOrd="0" parTransId="{63072599-FA0A-46F5-A5A2-A5A9507D87F1}" sibTransId="{FEE8AA43-9D16-4832-9086-331EB2F1166C}"/>
    <dgm:cxn modelId="{E2D8A08C-6207-4767-A196-41D34CD548E8}" type="presOf" srcId="{0A52B85E-8CFB-4D9A-95A3-4C73E41B5DEF}" destId="{A0737964-42B8-40EB-8EF5-A5C760DC55AA}" srcOrd="0" destOrd="0" presId="urn:microsoft.com/office/officeart/2005/8/layout/vList2"/>
    <dgm:cxn modelId="{A092E09C-715E-495C-8FEE-BA2BDB457F94}" srcId="{95BF3B58-5258-49BC-A3ED-E408EE75804A}" destId="{8CC9E1DD-694F-47F7-B711-45C9B79C39C2}" srcOrd="1" destOrd="0" parTransId="{C14735F5-CEA7-44D9-B24D-60770398235C}" sibTransId="{BF6CD54C-41C2-44AF-AF66-B199240D9A63}"/>
    <dgm:cxn modelId="{646D8EDA-2874-4A75-8E1B-E8B4ECB4584A}" type="presOf" srcId="{8CC9E1DD-694F-47F7-B711-45C9B79C39C2}" destId="{84E05299-18D1-494A-A7DC-5DCE3E462911}" srcOrd="0" destOrd="0" presId="urn:microsoft.com/office/officeart/2005/8/layout/vList2"/>
    <dgm:cxn modelId="{C4A417E5-8070-4CFD-A740-81A956D52CC6}" type="presOf" srcId="{EA98963E-32C7-4759-8AFB-F19E0CD0F887}" destId="{FEF75273-58A1-4B14-A6F1-6CAF7AD6BED6}" srcOrd="0" destOrd="0" presId="urn:microsoft.com/office/officeart/2005/8/layout/vList2"/>
    <dgm:cxn modelId="{6F7FAC31-831C-4502-A69C-EC6A19CD4047}" type="presParOf" srcId="{FF03E288-65DE-46C9-B915-460637F4EF35}" destId="{A0737964-42B8-40EB-8EF5-A5C760DC55AA}" srcOrd="0" destOrd="0" presId="urn:microsoft.com/office/officeart/2005/8/layout/vList2"/>
    <dgm:cxn modelId="{27168D25-1885-4112-9BB3-E17516704150}" type="presParOf" srcId="{FF03E288-65DE-46C9-B915-460637F4EF35}" destId="{D60AD6FB-1F90-4040-8EA9-2577B851142F}" srcOrd="1" destOrd="0" presId="urn:microsoft.com/office/officeart/2005/8/layout/vList2"/>
    <dgm:cxn modelId="{F233C1EA-9DD9-4AB7-9458-AFBE0FAC21D9}" type="presParOf" srcId="{FF03E288-65DE-46C9-B915-460637F4EF35}" destId="{84E05299-18D1-494A-A7DC-5DCE3E462911}" srcOrd="2" destOrd="0" presId="urn:microsoft.com/office/officeart/2005/8/layout/vList2"/>
    <dgm:cxn modelId="{4E1A459D-437E-4F5B-A015-303D311F979A}" type="presParOf" srcId="{FF03E288-65DE-46C9-B915-460637F4EF35}" destId="{9B5F6ED7-0659-48C8-A92C-9294705E86E5}" srcOrd="3" destOrd="0" presId="urn:microsoft.com/office/officeart/2005/8/layout/vList2"/>
    <dgm:cxn modelId="{883FC657-9FD9-4A67-AE4D-448596CF0683}" type="presParOf" srcId="{FF03E288-65DE-46C9-B915-460637F4EF35}" destId="{9374F57E-8A16-402E-A83F-96A8CDCCCB20}" srcOrd="4" destOrd="0" presId="urn:microsoft.com/office/officeart/2005/8/layout/vList2"/>
    <dgm:cxn modelId="{2BC16B1E-038B-4B1D-8939-2051C2BCE351}" type="presParOf" srcId="{FF03E288-65DE-46C9-B915-460637F4EF35}" destId="{71B79281-1E92-4F0F-B7F4-E6AF48BD9C9A}" srcOrd="5" destOrd="0" presId="urn:microsoft.com/office/officeart/2005/8/layout/vList2"/>
    <dgm:cxn modelId="{DA89F884-9916-469D-B6DB-0946E1281EBD}" type="presParOf" srcId="{FF03E288-65DE-46C9-B915-460637F4EF35}" destId="{FEF75273-58A1-4B14-A6F1-6CAF7AD6BED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E89D8CD-F245-40CD-B2D5-39A38F26FD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BA72562-2D8A-45E3-AAD1-6FE9D5741EB4}">
      <dgm:prSet/>
      <dgm:spPr/>
      <dgm:t>
        <a:bodyPr/>
        <a:lstStyle/>
        <a:p>
          <a:r>
            <a:rPr lang="uk-UA" b="0" i="0"/>
            <a:t>носіїв Трипільської культури.</a:t>
          </a:r>
          <a:endParaRPr lang="uk-UA"/>
        </a:p>
      </dgm:t>
    </dgm:pt>
    <dgm:pt modelId="{8F2FC37B-CCBA-42E0-8D5F-61E8716D94C1}" type="parTrans" cxnId="{E993BDB6-310C-4515-BA34-B4345F1756EA}">
      <dgm:prSet/>
      <dgm:spPr/>
      <dgm:t>
        <a:bodyPr/>
        <a:lstStyle/>
        <a:p>
          <a:endParaRPr lang="uk-UA"/>
        </a:p>
      </dgm:t>
    </dgm:pt>
    <dgm:pt modelId="{1F40A2A5-D82C-412A-8343-2E744AC52915}" type="sibTrans" cxnId="{E993BDB6-310C-4515-BA34-B4345F1756EA}">
      <dgm:prSet/>
      <dgm:spPr/>
      <dgm:t>
        <a:bodyPr/>
        <a:lstStyle/>
        <a:p>
          <a:endParaRPr lang="uk-UA"/>
        </a:p>
      </dgm:t>
    </dgm:pt>
    <dgm:pt modelId="{89B25E5A-4D54-4CBF-9ECC-09975C633C5F}">
      <dgm:prSet/>
      <dgm:spPr/>
      <dgm:t>
        <a:bodyPr/>
        <a:lstStyle/>
        <a:p>
          <a:r>
            <a:rPr lang="uk-UA" b="0" i="0" dirty="0"/>
            <a:t>вождів кіммерійських кочових племен.</a:t>
          </a:r>
          <a:endParaRPr lang="uk-UA" dirty="0"/>
        </a:p>
      </dgm:t>
    </dgm:pt>
    <dgm:pt modelId="{7A4287EE-6DEB-4298-BDF0-6BFF3C7B26F2}" type="parTrans" cxnId="{F74BC833-2447-4EC4-BFAA-DEDA32D7F4D0}">
      <dgm:prSet/>
      <dgm:spPr/>
      <dgm:t>
        <a:bodyPr/>
        <a:lstStyle/>
        <a:p>
          <a:endParaRPr lang="uk-UA"/>
        </a:p>
      </dgm:t>
    </dgm:pt>
    <dgm:pt modelId="{F47455D6-58BA-4E14-BB08-E3C54CB08CBD}" type="sibTrans" cxnId="{F74BC833-2447-4EC4-BFAA-DEDA32D7F4D0}">
      <dgm:prSet/>
      <dgm:spPr/>
      <dgm:t>
        <a:bodyPr/>
        <a:lstStyle/>
        <a:p>
          <a:endParaRPr lang="uk-UA"/>
        </a:p>
      </dgm:t>
    </dgm:pt>
    <dgm:pt modelId="{C1CF77BC-75DF-4DA4-AC96-B279A63C368B}">
      <dgm:prSet/>
      <dgm:spPr/>
      <dgm:t>
        <a:bodyPr/>
        <a:lstStyle/>
        <a:p>
          <a:r>
            <a:rPr lang="uk-UA" b="0" i="0" dirty="0"/>
            <a:t>мешканців античних міст Північного Причорномор’я.</a:t>
          </a:r>
          <a:endParaRPr lang="uk-UA" dirty="0"/>
        </a:p>
      </dgm:t>
    </dgm:pt>
    <dgm:pt modelId="{02FF4ED1-7D87-4452-943E-3213E89771BE}" type="parTrans" cxnId="{5FCC0842-6094-4C8E-BFA3-02C8D45B2F13}">
      <dgm:prSet/>
      <dgm:spPr/>
      <dgm:t>
        <a:bodyPr/>
        <a:lstStyle/>
        <a:p>
          <a:endParaRPr lang="uk-UA"/>
        </a:p>
      </dgm:t>
    </dgm:pt>
    <dgm:pt modelId="{AE870D2C-9D77-4032-B813-4E2F8355A78E}" type="sibTrans" cxnId="{5FCC0842-6094-4C8E-BFA3-02C8D45B2F13}">
      <dgm:prSet/>
      <dgm:spPr/>
      <dgm:t>
        <a:bodyPr/>
        <a:lstStyle/>
        <a:p>
          <a:endParaRPr lang="uk-UA"/>
        </a:p>
      </dgm:t>
    </dgm:pt>
    <dgm:pt modelId="{5B145630-BBD0-4030-9867-C0557971D61D}">
      <dgm:prSet/>
      <dgm:spPr/>
      <dgm:t>
        <a:bodyPr/>
        <a:lstStyle/>
        <a:p>
          <a:r>
            <a:rPr lang="uk-UA" b="0" i="0" dirty="0"/>
            <a:t>князів східнослов’янських племінних союзів.</a:t>
          </a:r>
          <a:endParaRPr lang="uk-UA" dirty="0"/>
        </a:p>
      </dgm:t>
    </dgm:pt>
    <dgm:pt modelId="{834DAC49-2408-4BF5-ACB0-33713740774B}" type="parTrans" cxnId="{ED463D57-EC1B-4893-B933-19D324C3EF9D}">
      <dgm:prSet/>
      <dgm:spPr/>
      <dgm:t>
        <a:bodyPr/>
        <a:lstStyle/>
        <a:p>
          <a:endParaRPr lang="uk-UA"/>
        </a:p>
      </dgm:t>
    </dgm:pt>
    <dgm:pt modelId="{08E75BA3-4DF0-4A78-9438-465E97FB3717}" type="sibTrans" cxnId="{ED463D57-EC1B-4893-B933-19D324C3EF9D}">
      <dgm:prSet/>
      <dgm:spPr/>
      <dgm:t>
        <a:bodyPr/>
        <a:lstStyle/>
        <a:p>
          <a:endParaRPr lang="uk-UA"/>
        </a:p>
      </dgm:t>
    </dgm:pt>
    <dgm:pt modelId="{6CE52512-BE32-4751-AA04-818F69112B88}" type="pres">
      <dgm:prSet presAssocID="{EE89D8CD-F245-40CD-B2D5-39A38F26FD51}" presName="linear" presStyleCnt="0">
        <dgm:presLayoutVars>
          <dgm:animLvl val="lvl"/>
          <dgm:resizeHandles val="exact"/>
        </dgm:presLayoutVars>
      </dgm:prSet>
      <dgm:spPr/>
    </dgm:pt>
    <dgm:pt modelId="{1968B904-C840-431C-90FB-E6B7E800054C}" type="pres">
      <dgm:prSet presAssocID="{7BA72562-2D8A-45E3-AAD1-6FE9D5741EB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EC6FEB-1BD4-4E0C-98F1-C88B08C307CB}" type="pres">
      <dgm:prSet presAssocID="{1F40A2A5-D82C-412A-8343-2E744AC52915}" presName="spacer" presStyleCnt="0"/>
      <dgm:spPr/>
    </dgm:pt>
    <dgm:pt modelId="{C214D37E-A4FF-47F6-A1F6-2FA873909B74}" type="pres">
      <dgm:prSet presAssocID="{89B25E5A-4D54-4CBF-9ECC-09975C633C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7B004C6-4976-487C-B254-73EA3B09A95C}" type="pres">
      <dgm:prSet presAssocID="{F47455D6-58BA-4E14-BB08-E3C54CB08CBD}" presName="spacer" presStyleCnt="0"/>
      <dgm:spPr/>
    </dgm:pt>
    <dgm:pt modelId="{ED3E0BD6-3F4A-4118-8817-D813B1D0B8D6}" type="pres">
      <dgm:prSet presAssocID="{C1CF77BC-75DF-4DA4-AC96-B279A63C368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72EC487-601A-40C0-97C9-86530A5F1544}" type="pres">
      <dgm:prSet presAssocID="{AE870D2C-9D77-4032-B813-4E2F8355A78E}" presName="spacer" presStyleCnt="0"/>
      <dgm:spPr/>
    </dgm:pt>
    <dgm:pt modelId="{37D28863-C6A9-41E8-AE93-C6C4D8ACD544}" type="pres">
      <dgm:prSet presAssocID="{5B145630-BBD0-4030-9867-C0557971D61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74BC833-2447-4EC4-BFAA-DEDA32D7F4D0}" srcId="{EE89D8CD-F245-40CD-B2D5-39A38F26FD51}" destId="{89B25E5A-4D54-4CBF-9ECC-09975C633C5F}" srcOrd="1" destOrd="0" parTransId="{7A4287EE-6DEB-4298-BDF0-6BFF3C7B26F2}" sibTransId="{F47455D6-58BA-4E14-BB08-E3C54CB08CBD}"/>
    <dgm:cxn modelId="{5FCC0842-6094-4C8E-BFA3-02C8D45B2F13}" srcId="{EE89D8CD-F245-40CD-B2D5-39A38F26FD51}" destId="{C1CF77BC-75DF-4DA4-AC96-B279A63C368B}" srcOrd="2" destOrd="0" parTransId="{02FF4ED1-7D87-4452-943E-3213E89771BE}" sibTransId="{AE870D2C-9D77-4032-B813-4E2F8355A78E}"/>
    <dgm:cxn modelId="{56C98368-2413-42A5-8BAA-30018860A753}" type="presOf" srcId="{C1CF77BC-75DF-4DA4-AC96-B279A63C368B}" destId="{ED3E0BD6-3F4A-4118-8817-D813B1D0B8D6}" srcOrd="0" destOrd="0" presId="urn:microsoft.com/office/officeart/2005/8/layout/vList2"/>
    <dgm:cxn modelId="{ED463D57-EC1B-4893-B933-19D324C3EF9D}" srcId="{EE89D8CD-F245-40CD-B2D5-39A38F26FD51}" destId="{5B145630-BBD0-4030-9867-C0557971D61D}" srcOrd="3" destOrd="0" parTransId="{834DAC49-2408-4BF5-ACB0-33713740774B}" sibTransId="{08E75BA3-4DF0-4A78-9438-465E97FB3717}"/>
    <dgm:cxn modelId="{B3D93778-732C-4C17-AE77-FA4813854557}" type="presOf" srcId="{EE89D8CD-F245-40CD-B2D5-39A38F26FD51}" destId="{6CE52512-BE32-4751-AA04-818F69112B88}" srcOrd="0" destOrd="0" presId="urn:microsoft.com/office/officeart/2005/8/layout/vList2"/>
    <dgm:cxn modelId="{1DC09EA5-BEC7-4BC3-B049-C804851F4E59}" type="presOf" srcId="{89B25E5A-4D54-4CBF-9ECC-09975C633C5F}" destId="{C214D37E-A4FF-47F6-A1F6-2FA873909B74}" srcOrd="0" destOrd="0" presId="urn:microsoft.com/office/officeart/2005/8/layout/vList2"/>
    <dgm:cxn modelId="{E993BDB6-310C-4515-BA34-B4345F1756EA}" srcId="{EE89D8CD-F245-40CD-B2D5-39A38F26FD51}" destId="{7BA72562-2D8A-45E3-AAD1-6FE9D5741EB4}" srcOrd="0" destOrd="0" parTransId="{8F2FC37B-CCBA-42E0-8D5F-61E8716D94C1}" sibTransId="{1F40A2A5-D82C-412A-8343-2E744AC52915}"/>
    <dgm:cxn modelId="{F60228DF-F73C-4FEF-AD2F-173401F12C29}" type="presOf" srcId="{5B145630-BBD0-4030-9867-C0557971D61D}" destId="{37D28863-C6A9-41E8-AE93-C6C4D8ACD544}" srcOrd="0" destOrd="0" presId="urn:microsoft.com/office/officeart/2005/8/layout/vList2"/>
    <dgm:cxn modelId="{B3263AF0-8161-4840-9E15-BF9C81A71761}" type="presOf" srcId="{7BA72562-2D8A-45E3-AAD1-6FE9D5741EB4}" destId="{1968B904-C840-431C-90FB-E6B7E800054C}" srcOrd="0" destOrd="0" presId="urn:microsoft.com/office/officeart/2005/8/layout/vList2"/>
    <dgm:cxn modelId="{6D8F94BB-1644-414A-AC1C-617355CA0A51}" type="presParOf" srcId="{6CE52512-BE32-4751-AA04-818F69112B88}" destId="{1968B904-C840-431C-90FB-E6B7E800054C}" srcOrd="0" destOrd="0" presId="urn:microsoft.com/office/officeart/2005/8/layout/vList2"/>
    <dgm:cxn modelId="{EF7F6B4F-257B-44FC-9A48-8B8692AF93F9}" type="presParOf" srcId="{6CE52512-BE32-4751-AA04-818F69112B88}" destId="{D4EC6FEB-1BD4-4E0C-98F1-C88B08C307CB}" srcOrd="1" destOrd="0" presId="urn:microsoft.com/office/officeart/2005/8/layout/vList2"/>
    <dgm:cxn modelId="{BBFF7235-2E9E-4331-A74D-C9C3EA2ADF03}" type="presParOf" srcId="{6CE52512-BE32-4751-AA04-818F69112B88}" destId="{C214D37E-A4FF-47F6-A1F6-2FA873909B74}" srcOrd="2" destOrd="0" presId="urn:microsoft.com/office/officeart/2005/8/layout/vList2"/>
    <dgm:cxn modelId="{0A6B606D-8652-4B6C-BF83-7F99C1E6F41F}" type="presParOf" srcId="{6CE52512-BE32-4751-AA04-818F69112B88}" destId="{07B004C6-4976-487C-B254-73EA3B09A95C}" srcOrd="3" destOrd="0" presId="urn:microsoft.com/office/officeart/2005/8/layout/vList2"/>
    <dgm:cxn modelId="{D1496CBD-B3A4-4879-8FAD-40A425A7449F}" type="presParOf" srcId="{6CE52512-BE32-4751-AA04-818F69112B88}" destId="{ED3E0BD6-3F4A-4118-8817-D813B1D0B8D6}" srcOrd="4" destOrd="0" presId="urn:microsoft.com/office/officeart/2005/8/layout/vList2"/>
    <dgm:cxn modelId="{57830CF5-4E4A-4D8F-9A8A-6E0118C00399}" type="presParOf" srcId="{6CE52512-BE32-4751-AA04-818F69112B88}" destId="{972EC487-601A-40C0-97C9-86530A5F1544}" srcOrd="5" destOrd="0" presId="urn:microsoft.com/office/officeart/2005/8/layout/vList2"/>
    <dgm:cxn modelId="{9E0C75E4-2846-4E2D-938A-E47D02E95F7B}" type="presParOf" srcId="{6CE52512-BE32-4751-AA04-818F69112B88}" destId="{37D28863-C6A9-41E8-AE93-C6C4D8ACD54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3461487-24A0-4F1D-9F0A-2B63011CA4E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A38985D-1DF7-4BFB-A93A-42BFAF8FA011}">
      <dgm:prSet/>
      <dgm:spPr/>
      <dgm:t>
        <a:bodyPr/>
        <a:lstStyle/>
        <a:p>
          <a:r>
            <a:rPr lang="ru-RU" b="0" i="0" dirty="0" err="1"/>
            <a:t>грецького</a:t>
          </a:r>
          <a:r>
            <a:rPr lang="ru-RU" b="0" i="0" dirty="0"/>
            <a:t> аристократа.</a:t>
          </a:r>
          <a:endParaRPr lang="uk-UA" dirty="0"/>
        </a:p>
      </dgm:t>
    </dgm:pt>
    <dgm:pt modelId="{61D56A09-EF12-49F7-993C-BAF7AA499C76}" type="parTrans" cxnId="{0A91EC15-DFDE-4938-A535-9676238526EB}">
      <dgm:prSet/>
      <dgm:spPr/>
      <dgm:t>
        <a:bodyPr/>
        <a:lstStyle/>
        <a:p>
          <a:endParaRPr lang="uk-UA"/>
        </a:p>
      </dgm:t>
    </dgm:pt>
    <dgm:pt modelId="{55328468-754F-44B9-8281-6488250CE05D}" type="sibTrans" cxnId="{0A91EC15-DFDE-4938-A535-9676238526EB}">
      <dgm:prSet/>
      <dgm:spPr/>
      <dgm:t>
        <a:bodyPr/>
        <a:lstStyle/>
        <a:p>
          <a:endParaRPr lang="uk-UA"/>
        </a:p>
      </dgm:t>
    </dgm:pt>
    <dgm:pt modelId="{D6F3D0AE-7E21-4D52-9309-3D6E0D2648AF}">
      <dgm:prSet/>
      <dgm:spPr/>
      <dgm:t>
        <a:bodyPr/>
        <a:lstStyle/>
        <a:p>
          <a:r>
            <a:rPr lang="ru-RU" b="0" i="0"/>
            <a:t>кіммерійського вождя.</a:t>
          </a:r>
          <a:endParaRPr lang="uk-UA"/>
        </a:p>
      </dgm:t>
    </dgm:pt>
    <dgm:pt modelId="{66FDF822-BCE5-4868-9374-135A8555C98C}" type="parTrans" cxnId="{80C77CF2-B40C-4865-BD93-AB8579C85A4B}">
      <dgm:prSet/>
      <dgm:spPr/>
      <dgm:t>
        <a:bodyPr/>
        <a:lstStyle/>
        <a:p>
          <a:endParaRPr lang="uk-UA"/>
        </a:p>
      </dgm:t>
    </dgm:pt>
    <dgm:pt modelId="{EABF5A25-6F81-44CB-9CCC-C984DA565B39}" type="sibTrans" cxnId="{80C77CF2-B40C-4865-BD93-AB8579C85A4B}">
      <dgm:prSet/>
      <dgm:spPr/>
      <dgm:t>
        <a:bodyPr/>
        <a:lstStyle/>
        <a:p>
          <a:endParaRPr lang="uk-UA"/>
        </a:p>
      </dgm:t>
    </dgm:pt>
    <dgm:pt modelId="{DA3453F1-E227-4548-802A-3F19C4107E6B}">
      <dgm:prSet/>
      <dgm:spPr/>
      <dgm:t>
        <a:bodyPr/>
        <a:lstStyle/>
        <a:p>
          <a:r>
            <a:rPr lang="ru-RU" b="0" i="0"/>
            <a:t>слов’янського князя.</a:t>
          </a:r>
          <a:endParaRPr lang="uk-UA"/>
        </a:p>
      </dgm:t>
    </dgm:pt>
    <dgm:pt modelId="{1CB4C4E4-C95C-4066-B8D3-E7C0A184E68C}" type="parTrans" cxnId="{06F11034-2023-414B-8F34-0FCE5C8AC2FC}">
      <dgm:prSet/>
      <dgm:spPr/>
      <dgm:t>
        <a:bodyPr/>
        <a:lstStyle/>
        <a:p>
          <a:endParaRPr lang="uk-UA"/>
        </a:p>
      </dgm:t>
    </dgm:pt>
    <dgm:pt modelId="{56D9BE5B-D11E-49B9-86FD-AABD418BB02A}" type="sibTrans" cxnId="{06F11034-2023-414B-8F34-0FCE5C8AC2FC}">
      <dgm:prSet/>
      <dgm:spPr/>
      <dgm:t>
        <a:bodyPr/>
        <a:lstStyle/>
        <a:p>
          <a:endParaRPr lang="uk-UA"/>
        </a:p>
      </dgm:t>
    </dgm:pt>
    <dgm:pt modelId="{347AF81F-9535-4894-AEDD-A7AE94A70E8C}">
      <dgm:prSet/>
      <dgm:spPr/>
      <dgm:t>
        <a:bodyPr/>
        <a:lstStyle/>
        <a:p>
          <a:r>
            <a:rPr lang="ru-RU" b="0" i="0" dirty="0" err="1"/>
            <a:t>скіфського</a:t>
          </a:r>
          <a:r>
            <a:rPr lang="ru-RU" b="0" i="0" dirty="0"/>
            <a:t> царя.</a:t>
          </a:r>
          <a:endParaRPr lang="uk-UA" dirty="0"/>
        </a:p>
      </dgm:t>
    </dgm:pt>
    <dgm:pt modelId="{8791480D-5121-4A96-8A0A-FC7AC2BEE506}" type="parTrans" cxnId="{D2F7CFE1-DB0E-410E-82CC-96BC94F3AA6A}">
      <dgm:prSet/>
      <dgm:spPr/>
      <dgm:t>
        <a:bodyPr/>
        <a:lstStyle/>
        <a:p>
          <a:endParaRPr lang="uk-UA"/>
        </a:p>
      </dgm:t>
    </dgm:pt>
    <dgm:pt modelId="{28C96C80-914B-4D99-9C41-BEAD0ABB30F8}" type="sibTrans" cxnId="{D2F7CFE1-DB0E-410E-82CC-96BC94F3AA6A}">
      <dgm:prSet/>
      <dgm:spPr/>
      <dgm:t>
        <a:bodyPr/>
        <a:lstStyle/>
        <a:p>
          <a:endParaRPr lang="uk-UA"/>
        </a:p>
      </dgm:t>
    </dgm:pt>
    <dgm:pt modelId="{8E9A8988-43C4-4064-BBC9-EEFD3A2E40B2}" type="pres">
      <dgm:prSet presAssocID="{C3461487-24A0-4F1D-9F0A-2B63011CA4EE}" presName="linear" presStyleCnt="0">
        <dgm:presLayoutVars>
          <dgm:animLvl val="lvl"/>
          <dgm:resizeHandles val="exact"/>
        </dgm:presLayoutVars>
      </dgm:prSet>
      <dgm:spPr/>
    </dgm:pt>
    <dgm:pt modelId="{A15FED4C-02AC-43AB-86C9-86481D20FC60}" type="pres">
      <dgm:prSet presAssocID="{FA38985D-1DF7-4BFB-A93A-42BFAF8FA0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7AE1B4-127B-4DE8-A81F-FC58F60226DE}" type="pres">
      <dgm:prSet presAssocID="{55328468-754F-44B9-8281-6488250CE05D}" presName="spacer" presStyleCnt="0"/>
      <dgm:spPr/>
    </dgm:pt>
    <dgm:pt modelId="{BF49E090-A455-4AB3-B1D9-654AEA068822}" type="pres">
      <dgm:prSet presAssocID="{D6F3D0AE-7E21-4D52-9309-3D6E0D2648A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E8572CB-B7A9-4380-BC46-C551B8F75EF0}" type="pres">
      <dgm:prSet presAssocID="{EABF5A25-6F81-44CB-9CCC-C984DA565B39}" presName="spacer" presStyleCnt="0"/>
      <dgm:spPr/>
    </dgm:pt>
    <dgm:pt modelId="{BF1BE850-54EC-42F9-BDD9-B31414CE7E8B}" type="pres">
      <dgm:prSet presAssocID="{DA3453F1-E227-4548-802A-3F19C4107E6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C61C258-A01F-4E19-B1CD-506F2AE525D1}" type="pres">
      <dgm:prSet presAssocID="{56D9BE5B-D11E-49B9-86FD-AABD418BB02A}" presName="spacer" presStyleCnt="0"/>
      <dgm:spPr/>
    </dgm:pt>
    <dgm:pt modelId="{909EE94D-DA93-42D6-9C47-36869362CB16}" type="pres">
      <dgm:prSet presAssocID="{347AF81F-9535-4894-AEDD-A7AE94A70E8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34C9903-BF2F-4079-B25F-F7BA6A140D75}" type="presOf" srcId="{D6F3D0AE-7E21-4D52-9309-3D6E0D2648AF}" destId="{BF49E090-A455-4AB3-B1D9-654AEA068822}" srcOrd="0" destOrd="0" presId="urn:microsoft.com/office/officeart/2005/8/layout/vList2"/>
    <dgm:cxn modelId="{0A91EC15-DFDE-4938-A535-9676238526EB}" srcId="{C3461487-24A0-4F1D-9F0A-2B63011CA4EE}" destId="{FA38985D-1DF7-4BFB-A93A-42BFAF8FA011}" srcOrd="0" destOrd="0" parTransId="{61D56A09-EF12-49F7-993C-BAF7AA499C76}" sibTransId="{55328468-754F-44B9-8281-6488250CE05D}"/>
    <dgm:cxn modelId="{7166F32E-DB4C-45E3-B06A-F8B3300AB555}" type="presOf" srcId="{DA3453F1-E227-4548-802A-3F19C4107E6B}" destId="{BF1BE850-54EC-42F9-BDD9-B31414CE7E8B}" srcOrd="0" destOrd="0" presId="urn:microsoft.com/office/officeart/2005/8/layout/vList2"/>
    <dgm:cxn modelId="{77F6252F-631F-4BA7-A16C-CC254ABE2FD1}" type="presOf" srcId="{FA38985D-1DF7-4BFB-A93A-42BFAF8FA011}" destId="{A15FED4C-02AC-43AB-86C9-86481D20FC60}" srcOrd="0" destOrd="0" presId="urn:microsoft.com/office/officeart/2005/8/layout/vList2"/>
    <dgm:cxn modelId="{06F11034-2023-414B-8F34-0FCE5C8AC2FC}" srcId="{C3461487-24A0-4F1D-9F0A-2B63011CA4EE}" destId="{DA3453F1-E227-4548-802A-3F19C4107E6B}" srcOrd="2" destOrd="0" parTransId="{1CB4C4E4-C95C-4066-B8D3-E7C0A184E68C}" sibTransId="{56D9BE5B-D11E-49B9-86FD-AABD418BB02A}"/>
    <dgm:cxn modelId="{0AE86479-C760-457D-9261-F4909B12A9D4}" type="presOf" srcId="{347AF81F-9535-4894-AEDD-A7AE94A70E8C}" destId="{909EE94D-DA93-42D6-9C47-36869362CB16}" srcOrd="0" destOrd="0" presId="urn:microsoft.com/office/officeart/2005/8/layout/vList2"/>
    <dgm:cxn modelId="{8BA1F38A-1591-4FC3-9060-B409280023BA}" type="presOf" srcId="{C3461487-24A0-4F1D-9F0A-2B63011CA4EE}" destId="{8E9A8988-43C4-4064-BBC9-EEFD3A2E40B2}" srcOrd="0" destOrd="0" presId="urn:microsoft.com/office/officeart/2005/8/layout/vList2"/>
    <dgm:cxn modelId="{D2F7CFE1-DB0E-410E-82CC-96BC94F3AA6A}" srcId="{C3461487-24A0-4F1D-9F0A-2B63011CA4EE}" destId="{347AF81F-9535-4894-AEDD-A7AE94A70E8C}" srcOrd="3" destOrd="0" parTransId="{8791480D-5121-4A96-8A0A-FC7AC2BEE506}" sibTransId="{28C96C80-914B-4D99-9C41-BEAD0ABB30F8}"/>
    <dgm:cxn modelId="{80C77CF2-B40C-4865-BD93-AB8579C85A4B}" srcId="{C3461487-24A0-4F1D-9F0A-2B63011CA4EE}" destId="{D6F3D0AE-7E21-4D52-9309-3D6E0D2648AF}" srcOrd="1" destOrd="0" parTransId="{66FDF822-BCE5-4868-9374-135A8555C98C}" sibTransId="{EABF5A25-6F81-44CB-9CCC-C984DA565B39}"/>
    <dgm:cxn modelId="{3582597B-297B-41D5-9FDC-1483576252AB}" type="presParOf" srcId="{8E9A8988-43C4-4064-BBC9-EEFD3A2E40B2}" destId="{A15FED4C-02AC-43AB-86C9-86481D20FC60}" srcOrd="0" destOrd="0" presId="urn:microsoft.com/office/officeart/2005/8/layout/vList2"/>
    <dgm:cxn modelId="{D8C9F453-0E21-42BC-9FBE-0533933CDD06}" type="presParOf" srcId="{8E9A8988-43C4-4064-BBC9-EEFD3A2E40B2}" destId="{F77AE1B4-127B-4DE8-A81F-FC58F60226DE}" srcOrd="1" destOrd="0" presId="urn:microsoft.com/office/officeart/2005/8/layout/vList2"/>
    <dgm:cxn modelId="{8C1C27D1-4E12-40E7-91EC-F455B0513BD0}" type="presParOf" srcId="{8E9A8988-43C4-4064-BBC9-EEFD3A2E40B2}" destId="{BF49E090-A455-4AB3-B1D9-654AEA068822}" srcOrd="2" destOrd="0" presId="urn:microsoft.com/office/officeart/2005/8/layout/vList2"/>
    <dgm:cxn modelId="{102DB03A-D8C1-4E01-B81A-7ECFEF6E2ABF}" type="presParOf" srcId="{8E9A8988-43C4-4064-BBC9-EEFD3A2E40B2}" destId="{0E8572CB-B7A9-4380-BC46-C551B8F75EF0}" srcOrd="3" destOrd="0" presId="urn:microsoft.com/office/officeart/2005/8/layout/vList2"/>
    <dgm:cxn modelId="{D85A1229-0C49-4887-AD6A-276651038648}" type="presParOf" srcId="{8E9A8988-43C4-4064-BBC9-EEFD3A2E40B2}" destId="{BF1BE850-54EC-42F9-BDD9-B31414CE7E8B}" srcOrd="4" destOrd="0" presId="urn:microsoft.com/office/officeart/2005/8/layout/vList2"/>
    <dgm:cxn modelId="{7F369DBA-BE4C-4B9C-B15E-B53502F683D0}" type="presParOf" srcId="{8E9A8988-43C4-4064-BBC9-EEFD3A2E40B2}" destId="{AC61C258-A01F-4E19-B1CD-506F2AE525D1}" srcOrd="5" destOrd="0" presId="urn:microsoft.com/office/officeart/2005/8/layout/vList2"/>
    <dgm:cxn modelId="{AC5B0DA7-38A3-40ED-9041-D1C295FE534A}" type="presParOf" srcId="{8E9A8988-43C4-4064-BBC9-EEFD3A2E40B2}" destId="{909EE94D-DA93-42D6-9C47-36869362CB1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481A1A8-48F0-4427-8089-47EC0C613B2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56FDF03-0305-4763-8DEF-B83263BB8689}">
      <dgm:prSet/>
      <dgm:spPr/>
      <dgm:t>
        <a:bodyPr/>
        <a:lstStyle/>
        <a:p>
          <a:r>
            <a:rPr lang="uk-UA" b="0" i="0"/>
            <a:t>скіфів.</a:t>
          </a:r>
          <a:endParaRPr lang="uk-UA"/>
        </a:p>
      </dgm:t>
    </dgm:pt>
    <dgm:pt modelId="{81DAA7F6-B214-459F-946E-C5CD2E094AE4}" type="parTrans" cxnId="{591222F9-50BF-4C69-9F2F-41BA6C08F1FF}">
      <dgm:prSet/>
      <dgm:spPr/>
      <dgm:t>
        <a:bodyPr/>
        <a:lstStyle/>
        <a:p>
          <a:endParaRPr lang="uk-UA"/>
        </a:p>
      </dgm:t>
    </dgm:pt>
    <dgm:pt modelId="{A304BA31-999C-4017-BB0C-04BF9B3F6A72}" type="sibTrans" cxnId="{591222F9-50BF-4C69-9F2F-41BA6C08F1FF}">
      <dgm:prSet/>
      <dgm:spPr/>
      <dgm:t>
        <a:bodyPr/>
        <a:lstStyle/>
        <a:p>
          <a:endParaRPr lang="uk-UA"/>
        </a:p>
      </dgm:t>
    </dgm:pt>
    <dgm:pt modelId="{5E34EFFB-88E9-4B45-932B-C275EECAFEC7}">
      <dgm:prSet/>
      <dgm:spPr/>
      <dgm:t>
        <a:bodyPr/>
        <a:lstStyle/>
        <a:p>
          <a:r>
            <a:rPr lang="uk-UA" b="0" i="0"/>
            <a:t>греків.</a:t>
          </a:r>
          <a:endParaRPr lang="uk-UA"/>
        </a:p>
      </dgm:t>
    </dgm:pt>
    <dgm:pt modelId="{0049249E-3F80-48C1-BFB3-5DB271E4E538}" type="parTrans" cxnId="{23039CBE-B387-4EA3-929C-73E1A98CC5EC}">
      <dgm:prSet/>
      <dgm:spPr/>
      <dgm:t>
        <a:bodyPr/>
        <a:lstStyle/>
        <a:p>
          <a:endParaRPr lang="uk-UA"/>
        </a:p>
      </dgm:t>
    </dgm:pt>
    <dgm:pt modelId="{D531ECAB-152B-4D73-941B-2391BDA6449C}" type="sibTrans" cxnId="{23039CBE-B387-4EA3-929C-73E1A98CC5EC}">
      <dgm:prSet/>
      <dgm:spPr/>
      <dgm:t>
        <a:bodyPr/>
        <a:lstStyle/>
        <a:p>
          <a:endParaRPr lang="uk-UA"/>
        </a:p>
      </dgm:t>
    </dgm:pt>
    <dgm:pt modelId="{F5F014B4-1165-42BF-B907-E50C394E2F5A}">
      <dgm:prSet/>
      <dgm:spPr/>
      <dgm:t>
        <a:bodyPr/>
        <a:lstStyle/>
        <a:p>
          <a:r>
            <a:rPr lang="uk-UA" b="0" i="0"/>
            <a:t>сарматів.</a:t>
          </a:r>
          <a:endParaRPr lang="uk-UA"/>
        </a:p>
      </dgm:t>
    </dgm:pt>
    <dgm:pt modelId="{554FDBE2-6128-45A4-A219-6DD9DCB89684}" type="parTrans" cxnId="{356C1D75-9E3B-4FFE-A3D3-35CC505D3EF9}">
      <dgm:prSet/>
      <dgm:spPr/>
      <dgm:t>
        <a:bodyPr/>
        <a:lstStyle/>
        <a:p>
          <a:endParaRPr lang="uk-UA"/>
        </a:p>
      </dgm:t>
    </dgm:pt>
    <dgm:pt modelId="{14EA2E07-BF5C-48E6-A8F3-A63578CC3B0B}" type="sibTrans" cxnId="{356C1D75-9E3B-4FFE-A3D3-35CC505D3EF9}">
      <dgm:prSet/>
      <dgm:spPr/>
      <dgm:t>
        <a:bodyPr/>
        <a:lstStyle/>
        <a:p>
          <a:endParaRPr lang="uk-UA"/>
        </a:p>
      </dgm:t>
    </dgm:pt>
    <dgm:pt modelId="{24BC3897-56C5-4EAA-849E-B7CAFF5CDE04}">
      <dgm:prSet/>
      <dgm:spPr/>
      <dgm:t>
        <a:bodyPr/>
        <a:lstStyle/>
        <a:p>
          <a:r>
            <a:rPr lang="uk-UA" b="0" i="0" dirty="0"/>
            <a:t>кіммерійців.</a:t>
          </a:r>
          <a:endParaRPr lang="uk-UA" dirty="0"/>
        </a:p>
      </dgm:t>
    </dgm:pt>
    <dgm:pt modelId="{AA61CDBF-DFCB-4421-B95F-93A8D1F05BE1}" type="parTrans" cxnId="{6A618128-1CBB-4C15-A329-1F80508A6DE9}">
      <dgm:prSet/>
      <dgm:spPr/>
      <dgm:t>
        <a:bodyPr/>
        <a:lstStyle/>
        <a:p>
          <a:endParaRPr lang="uk-UA"/>
        </a:p>
      </dgm:t>
    </dgm:pt>
    <dgm:pt modelId="{CF32ECD6-CF2F-4F68-93DD-49DC9EEEC9F1}" type="sibTrans" cxnId="{6A618128-1CBB-4C15-A329-1F80508A6DE9}">
      <dgm:prSet/>
      <dgm:spPr/>
      <dgm:t>
        <a:bodyPr/>
        <a:lstStyle/>
        <a:p>
          <a:endParaRPr lang="uk-UA"/>
        </a:p>
      </dgm:t>
    </dgm:pt>
    <dgm:pt modelId="{1346D67F-071F-400A-82A4-9225E6D29F1A}" type="pres">
      <dgm:prSet presAssocID="{A481A1A8-48F0-4427-8089-47EC0C613B25}" presName="matrix" presStyleCnt="0">
        <dgm:presLayoutVars>
          <dgm:chMax val="1"/>
          <dgm:dir/>
          <dgm:resizeHandles val="exact"/>
        </dgm:presLayoutVars>
      </dgm:prSet>
      <dgm:spPr/>
    </dgm:pt>
    <dgm:pt modelId="{12C02D1B-5EF5-4208-86AC-ED5B695B9E19}" type="pres">
      <dgm:prSet presAssocID="{A481A1A8-48F0-4427-8089-47EC0C613B25}" presName="diamond" presStyleLbl="bgShp" presStyleIdx="0" presStyleCnt="1"/>
      <dgm:spPr/>
    </dgm:pt>
    <dgm:pt modelId="{DB80B8F4-E13E-453B-958A-7C6B774B28B4}" type="pres">
      <dgm:prSet presAssocID="{A481A1A8-48F0-4427-8089-47EC0C613B2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0563CB9-8745-4101-AC1F-CE4BAB3E78ED}" type="pres">
      <dgm:prSet presAssocID="{A481A1A8-48F0-4427-8089-47EC0C613B2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5B9DF6-E636-41F5-817E-F3E9C8760A15}" type="pres">
      <dgm:prSet presAssocID="{A481A1A8-48F0-4427-8089-47EC0C613B2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339BFA1-5C4F-4E84-8920-8FD162E42901}" type="pres">
      <dgm:prSet presAssocID="{A481A1A8-48F0-4427-8089-47EC0C613B2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E7FD215-D1EE-44D2-8871-8801A199B351}" type="presOf" srcId="{24BC3897-56C5-4EAA-849E-B7CAFF5CDE04}" destId="{6339BFA1-5C4F-4E84-8920-8FD162E42901}" srcOrd="0" destOrd="0" presId="urn:microsoft.com/office/officeart/2005/8/layout/matrix3"/>
    <dgm:cxn modelId="{6A618128-1CBB-4C15-A329-1F80508A6DE9}" srcId="{A481A1A8-48F0-4427-8089-47EC0C613B25}" destId="{24BC3897-56C5-4EAA-849E-B7CAFF5CDE04}" srcOrd="3" destOrd="0" parTransId="{AA61CDBF-DFCB-4421-B95F-93A8D1F05BE1}" sibTransId="{CF32ECD6-CF2F-4F68-93DD-49DC9EEEC9F1}"/>
    <dgm:cxn modelId="{356C1D75-9E3B-4FFE-A3D3-35CC505D3EF9}" srcId="{A481A1A8-48F0-4427-8089-47EC0C613B25}" destId="{F5F014B4-1165-42BF-B907-E50C394E2F5A}" srcOrd="2" destOrd="0" parTransId="{554FDBE2-6128-45A4-A219-6DD9DCB89684}" sibTransId="{14EA2E07-BF5C-48E6-A8F3-A63578CC3B0B}"/>
    <dgm:cxn modelId="{937FF697-4911-4B48-9EBB-C563890F11CC}" type="presOf" srcId="{456FDF03-0305-4763-8DEF-B83263BB8689}" destId="{DB80B8F4-E13E-453B-958A-7C6B774B28B4}" srcOrd="0" destOrd="0" presId="urn:microsoft.com/office/officeart/2005/8/layout/matrix3"/>
    <dgm:cxn modelId="{1FA2809A-C74B-4C7B-92A8-B07183376BBA}" type="presOf" srcId="{F5F014B4-1165-42BF-B907-E50C394E2F5A}" destId="{EC5B9DF6-E636-41F5-817E-F3E9C8760A15}" srcOrd="0" destOrd="0" presId="urn:microsoft.com/office/officeart/2005/8/layout/matrix3"/>
    <dgm:cxn modelId="{191773AB-C7B0-4417-ACE0-9CFB12E70952}" type="presOf" srcId="{5E34EFFB-88E9-4B45-932B-C275EECAFEC7}" destId="{C0563CB9-8745-4101-AC1F-CE4BAB3E78ED}" srcOrd="0" destOrd="0" presId="urn:microsoft.com/office/officeart/2005/8/layout/matrix3"/>
    <dgm:cxn modelId="{23039CBE-B387-4EA3-929C-73E1A98CC5EC}" srcId="{A481A1A8-48F0-4427-8089-47EC0C613B25}" destId="{5E34EFFB-88E9-4B45-932B-C275EECAFEC7}" srcOrd="1" destOrd="0" parTransId="{0049249E-3F80-48C1-BFB3-5DB271E4E538}" sibTransId="{D531ECAB-152B-4D73-941B-2391BDA6449C}"/>
    <dgm:cxn modelId="{591222F9-50BF-4C69-9F2F-41BA6C08F1FF}" srcId="{A481A1A8-48F0-4427-8089-47EC0C613B25}" destId="{456FDF03-0305-4763-8DEF-B83263BB8689}" srcOrd="0" destOrd="0" parTransId="{81DAA7F6-B214-459F-946E-C5CD2E094AE4}" sibTransId="{A304BA31-999C-4017-BB0C-04BF9B3F6A72}"/>
    <dgm:cxn modelId="{CFB4F8FF-988B-45EB-A826-D7E22AEC5C2B}" type="presOf" srcId="{A481A1A8-48F0-4427-8089-47EC0C613B25}" destId="{1346D67F-071F-400A-82A4-9225E6D29F1A}" srcOrd="0" destOrd="0" presId="urn:microsoft.com/office/officeart/2005/8/layout/matrix3"/>
    <dgm:cxn modelId="{EDADCD1B-33B4-495B-AB04-59FB87D6F737}" type="presParOf" srcId="{1346D67F-071F-400A-82A4-9225E6D29F1A}" destId="{12C02D1B-5EF5-4208-86AC-ED5B695B9E19}" srcOrd="0" destOrd="0" presId="urn:microsoft.com/office/officeart/2005/8/layout/matrix3"/>
    <dgm:cxn modelId="{EA39F192-B48D-4DB3-89A6-7CD27C77FEAF}" type="presParOf" srcId="{1346D67F-071F-400A-82A4-9225E6D29F1A}" destId="{DB80B8F4-E13E-453B-958A-7C6B774B28B4}" srcOrd="1" destOrd="0" presId="urn:microsoft.com/office/officeart/2005/8/layout/matrix3"/>
    <dgm:cxn modelId="{A1134516-6AF1-4133-B10B-A1225A68639B}" type="presParOf" srcId="{1346D67F-071F-400A-82A4-9225E6D29F1A}" destId="{C0563CB9-8745-4101-AC1F-CE4BAB3E78ED}" srcOrd="2" destOrd="0" presId="urn:microsoft.com/office/officeart/2005/8/layout/matrix3"/>
    <dgm:cxn modelId="{369C797C-6E84-4231-8C1D-EA66BE4BFD54}" type="presParOf" srcId="{1346D67F-071F-400A-82A4-9225E6D29F1A}" destId="{EC5B9DF6-E636-41F5-817E-F3E9C8760A15}" srcOrd="3" destOrd="0" presId="urn:microsoft.com/office/officeart/2005/8/layout/matrix3"/>
    <dgm:cxn modelId="{79028825-4E31-41F5-9754-36705364FD6E}" type="presParOf" srcId="{1346D67F-071F-400A-82A4-9225E6D29F1A}" destId="{6339BFA1-5C4F-4E84-8920-8FD162E4290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4B4A18AA-21F0-4CCA-98DB-B1FD9F2D3F88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F6B3A09-41BA-4D37-91FD-404883F8BB8C}">
      <dgm:prSet/>
      <dgm:spPr/>
      <dgm:t>
        <a:bodyPr/>
        <a:lstStyle/>
        <a:p>
          <a:r>
            <a:rPr lang="uk-UA" dirty="0"/>
            <a:t>1</a:t>
          </a:r>
        </a:p>
      </dgm:t>
    </dgm:pt>
    <dgm:pt modelId="{60B18682-B836-458B-A2C8-D70484042B6B}" type="parTrans" cxnId="{1B1BF7C2-FE2A-496C-B65D-B92D6133DA92}">
      <dgm:prSet/>
      <dgm:spPr/>
      <dgm:t>
        <a:bodyPr/>
        <a:lstStyle/>
        <a:p>
          <a:endParaRPr lang="uk-UA"/>
        </a:p>
      </dgm:t>
    </dgm:pt>
    <dgm:pt modelId="{2852F1C0-12A9-4EE8-B320-A6BF0DF122E1}" type="sibTrans" cxnId="{1B1BF7C2-FE2A-496C-B65D-B92D6133DA92}">
      <dgm:prSet/>
      <dgm:spPr/>
      <dgm:t>
        <a:bodyPr/>
        <a:lstStyle/>
        <a:p>
          <a:endParaRPr lang="uk-UA"/>
        </a:p>
      </dgm:t>
    </dgm:pt>
    <dgm:pt modelId="{69D4CE9E-FF66-4782-82FA-9D8E5E26F404}">
      <dgm:prSet/>
      <dgm:spPr/>
      <dgm:t>
        <a:bodyPr/>
        <a:lstStyle/>
        <a:p>
          <a:r>
            <a:rPr lang="uk-UA"/>
            <a:t>2</a:t>
          </a:r>
        </a:p>
      </dgm:t>
    </dgm:pt>
    <dgm:pt modelId="{EC112D35-9F99-4032-9475-8C9BFD674DB5}" type="parTrans" cxnId="{8644B273-9E2D-4B55-8898-394277AC2B48}">
      <dgm:prSet/>
      <dgm:spPr/>
      <dgm:t>
        <a:bodyPr/>
        <a:lstStyle/>
        <a:p>
          <a:endParaRPr lang="uk-UA"/>
        </a:p>
      </dgm:t>
    </dgm:pt>
    <dgm:pt modelId="{FC7E3B9F-7747-47F2-B4EE-43082D46F56C}" type="sibTrans" cxnId="{8644B273-9E2D-4B55-8898-394277AC2B48}">
      <dgm:prSet/>
      <dgm:spPr/>
      <dgm:t>
        <a:bodyPr/>
        <a:lstStyle/>
        <a:p>
          <a:endParaRPr lang="uk-UA"/>
        </a:p>
      </dgm:t>
    </dgm:pt>
    <dgm:pt modelId="{B00A540A-5489-4CA1-B6E4-43DE470E9749}">
      <dgm:prSet/>
      <dgm:spPr/>
      <dgm:t>
        <a:bodyPr/>
        <a:lstStyle/>
        <a:p>
          <a:r>
            <a:rPr lang="uk-UA"/>
            <a:t>3</a:t>
          </a:r>
        </a:p>
      </dgm:t>
    </dgm:pt>
    <dgm:pt modelId="{E909996E-CBF6-4BCC-8432-B4551BF8BD02}" type="parTrans" cxnId="{2154C51E-8B5E-4B24-8023-7FCD4993E99D}">
      <dgm:prSet/>
      <dgm:spPr/>
      <dgm:t>
        <a:bodyPr/>
        <a:lstStyle/>
        <a:p>
          <a:endParaRPr lang="uk-UA"/>
        </a:p>
      </dgm:t>
    </dgm:pt>
    <dgm:pt modelId="{685AE145-94CA-4360-8DF7-B4A0B7E33B7E}" type="sibTrans" cxnId="{2154C51E-8B5E-4B24-8023-7FCD4993E99D}">
      <dgm:prSet/>
      <dgm:spPr/>
      <dgm:t>
        <a:bodyPr/>
        <a:lstStyle/>
        <a:p>
          <a:endParaRPr lang="uk-UA"/>
        </a:p>
      </dgm:t>
    </dgm:pt>
    <dgm:pt modelId="{F05F24FF-751F-4501-A257-B8D14CCE2F8B}">
      <dgm:prSet/>
      <dgm:spPr/>
      <dgm:t>
        <a:bodyPr/>
        <a:lstStyle/>
        <a:p>
          <a:r>
            <a:rPr lang="uk-UA" dirty="0"/>
            <a:t>4</a:t>
          </a:r>
        </a:p>
      </dgm:t>
    </dgm:pt>
    <dgm:pt modelId="{F9ECCAF7-6182-4E7D-BCEB-30391E12BE73}" type="parTrans" cxnId="{CF74431B-85EF-4F5C-BCDB-4BA430933815}">
      <dgm:prSet/>
      <dgm:spPr/>
      <dgm:t>
        <a:bodyPr/>
        <a:lstStyle/>
        <a:p>
          <a:endParaRPr lang="uk-UA"/>
        </a:p>
      </dgm:t>
    </dgm:pt>
    <dgm:pt modelId="{A4BF8A86-3348-48A8-AD2D-A3E386063A6E}" type="sibTrans" cxnId="{CF74431B-85EF-4F5C-BCDB-4BA430933815}">
      <dgm:prSet/>
      <dgm:spPr/>
      <dgm:t>
        <a:bodyPr/>
        <a:lstStyle/>
        <a:p>
          <a:endParaRPr lang="uk-UA"/>
        </a:p>
      </dgm:t>
    </dgm:pt>
    <dgm:pt modelId="{ECB58E28-C117-4AD0-A711-E0DE25A78DEC}" type="pres">
      <dgm:prSet presAssocID="{4B4A18AA-21F0-4CCA-98DB-B1FD9F2D3F88}" presName="compositeShape" presStyleCnt="0">
        <dgm:presLayoutVars>
          <dgm:chMax val="7"/>
          <dgm:dir/>
          <dgm:resizeHandles val="exact"/>
        </dgm:presLayoutVars>
      </dgm:prSet>
      <dgm:spPr/>
    </dgm:pt>
    <dgm:pt modelId="{BBB527C6-8723-4471-A99C-8590A29CA227}" type="pres">
      <dgm:prSet presAssocID="{CF6B3A09-41BA-4D37-91FD-404883F8BB8C}" presName="circ1" presStyleLbl="vennNode1" presStyleIdx="0" presStyleCnt="4"/>
      <dgm:spPr/>
    </dgm:pt>
    <dgm:pt modelId="{F422F022-08C4-4875-8D5B-9B1B24C8F9A7}" type="pres">
      <dgm:prSet presAssocID="{CF6B3A09-41BA-4D37-91FD-404883F8BB8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B938EC0-6219-43D2-85E5-0A0073427474}" type="pres">
      <dgm:prSet presAssocID="{69D4CE9E-FF66-4782-82FA-9D8E5E26F404}" presName="circ2" presStyleLbl="vennNode1" presStyleIdx="1" presStyleCnt="4"/>
      <dgm:spPr/>
    </dgm:pt>
    <dgm:pt modelId="{44925378-4178-4F59-9B61-055C7156AF3B}" type="pres">
      <dgm:prSet presAssocID="{69D4CE9E-FF66-4782-82FA-9D8E5E26F40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9D2EE0D-0AAA-40E6-BF92-D5A50DC8CAD2}" type="pres">
      <dgm:prSet presAssocID="{B00A540A-5489-4CA1-B6E4-43DE470E9749}" presName="circ3" presStyleLbl="vennNode1" presStyleIdx="2" presStyleCnt="4"/>
      <dgm:spPr/>
    </dgm:pt>
    <dgm:pt modelId="{44917690-40C4-4079-87F4-39DF5D5449D6}" type="pres">
      <dgm:prSet presAssocID="{B00A540A-5489-4CA1-B6E4-43DE470E9749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65EA63F-DDA4-4C22-BF3F-79488A0412C8}" type="pres">
      <dgm:prSet presAssocID="{F05F24FF-751F-4501-A257-B8D14CCE2F8B}" presName="circ4" presStyleLbl="vennNode1" presStyleIdx="3" presStyleCnt="4"/>
      <dgm:spPr/>
    </dgm:pt>
    <dgm:pt modelId="{81BEC337-70D6-49FE-977D-FC00E7D4696F}" type="pres">
      <dgm:prSet presAssocID="{F05F24FF-751F-4501-A257-B8D14CCE2F8B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CF74431B-85EF-4F5C-BCDB-4BA430933815}" srcId="{4B4A18AA-21F0-4CCA-98DB-B1FD9F2D3F88}" destId="{F05F24FF-751F-4501-A257-B8D14CCE2F8B}" srcOrd="3" destOrd="0" parTransId="{F9ECCAF7-6182-4E7D-BCEB-30391E12BE73}" sibTransId="{A4BF8A86-3348-48A8-AD2D-A3E386063A6E}"/>
    <dgm:cxn modelId="{1742121E-D1D9-4EA4-807C-526F48B2C006}" type="presOf" srcId="{4B4A18AA-21F0-4CCA-98DB-B1FD9F2D3F88}" destId="{ECB58E28-C117-4AD0-A711-E0DE25A78DEC}" srcOrd="0" destOrd="0" presId="urn:microsoft.com/office/officeart/2005/8/layout/venn1"/>
    <dgm:cxn modelId="{2154C51E-8B5E-4B24-8023-7FCD4993E99D}" srcId="{4B4A18AA-21F0-4CCA-98DB-B1FD9F2D3F88}" destId="{B00A540A-5489-4CA1-B6E4-43DE470E9749}" srcOrd="2" destOrd="0" parTransId="{E909996E-CBF6-4BCC-8432-B4551BF8BD02}" sibTransId="{685AE145-94CA-4360-8DF7-B4A0B7E33B7E}"/>
    <dgm:cxn modelId="{4E0BD02B-C543-47AA-9E2D-C91AE30C66C9}" type="presOf" srcId="{CF6B3A09-41BA-4D37-91FD-404883F8BB8C}" destId="{BBB527C6-8723-4471-A99C-8590A29CA227}" srcOrd="0" destOrd="0" presId="urn:microsoft.com/office/officeart/2005/8/layout/venn1"/>
    <dgm:cxn modelId="{00098E30-DE42-4008-BB23-CDFB66C47EE7}" type="presOf" srcId="{B00A540A-5489-4CA1-B6E4-43DE470E9749}" destId="{99D2EE0D-0AAA-40E6-BF92-D5A50DC8CAD2}" srcOrd="0" destOrd="0" presId="urn:microsoft.com/office/officeart/2005/8/layout/venn1"/>
    <dgm:cxn modelId="{7299F831-AFF4-4F3A-849F-B24B7A7876C6}" type="presOf" srcId="{F05F24FF-751F-4501-A257-B8D14CCE2F8B}" destId="{81BEC337-70D6-49FE-977D-FC00E7D4696F}" srcOrd="1" destOrd="0" presId="urn:microsoft.com/office/officeart/2005/8/layout/venn1"/>
    <dgm:cxn modelId="{F0D1043D-8021-4481-9F2D-7CC5E4BD4B0F}" type="presOf" srcId="{69D4CE9E-FF66-4782-82FA-9D8E5E26F404}" destId="{CB938EC0-6219-43D2-85E5-0A0073427474}" srcOrd="0" destOrd="0" presId="urn:microsoft.com/office/officeart/2005/8/layout/venn1"/>
    <dgm:cxn modelId="{8644B273-9E2D-4B55-8898-394277AC2B48}" srcId="{4B4A18AA-21F0-4CCA-98DB-B1FD9F2D3F88}" destId="{69D4CE9E-FF66-4782-82FA-9D8E5E26F404}" srcOrd="1" destOrd="0" parTransId="{EC112D35-9F99-4032-9475-8C9BFD674DB5}" sibTransId="{FC7E3B9F-7747-47F2-B4EE-43082D46F56C}"/>
    <dgm:cxn modelId="{42515889-455A-4371-B885-F0F3025F0B0A}" type="presOf" srcId="{CF6B3A09-41BA-4D37-91FD-404883F8BB8C}" destId="{F422F022-08C4-4875-8D5B-9B1B24C8F9A7}" srcOrd="1" destOrd="0" presId="urn:microsoft.com/office/officeart/2005/8/layout/venn1"/>
    <dgm:cxn modelId="{1B1BF7C2-FE2A-496C-B65D-B92D6133DA92}" srcId="{4B4A18AA-21F0-4CCA-98DB-B1FD9F2D3F88}" destId="{CF6B3A09-41BA-4D37-91FD-404883F8BB8C}" srcOrd="0" destOrd="0" parTransId="{60B18682-B836-458B-A2C8-D70484042B6B}" sibTransId="{2852F1C0-12A9-4EE8-B320-A6BF0DF122E1}"/>
    <dgm:cxn modelId="{54FF1FC8-A26E-4DFE-B219-18610B25DFB2}" type="presOf" srcId="{F05F24FF-751F-4501-A257-B8D14CCE2F8B}" destId="{C65EA63F-DDA4-4C22-BF3F-79488A0412C8}" srcOrd="0" destOrd="0" presId="urn:microsoft.com/office/officeart/2005/8/layout/venn1"/>
    <dgm:cxn modelId="{B65CAACF-57FB-4C0D-BB2F-67F4665156A1}" type="presOf" srcId="{69D4CE9E-FF66-4782-82FA-9D8E5E26F404}" destId="{44925378-4178-4F59-9B61-055C7156AF3B}" srcOrd="1" destOrd="0" presId="urn:microsoft.com/office/officeart/2005/8/layout/venn1"/>
    <dgm:cxn modelId="{FBA366F1-6B47-4C2A-A90C-176C800ECDA6}" type="presOf" srcId="{B00A540A-5489-4CA1-B6E4-43DE470E9749}" destId="{44917690-40C4-4079-87F4-39DF5D5449D6}" srcOrd="1" destOrd="0" presId="urn:microsoft.com/office/officeart/2005/8/layout/venn1"/>
    <dgm:cxn modelId="{439ED2D3-A2DB-46A5-B4B3-8D3DA546747A}" type="presParOf" srcId="{ECB58E28-C117-4AD0-A711-E0DE25A78DEC}" destId="{BBB527C6-8723-4471-A99C-8590A29CA227}" srcOrd="0" destOrd="0" presId="urn:microsoft.com/office/officeart/2005/8/layout/venn1"/>
    <dgm:cxn modelId="{9AE55984-6DA3-466E-8301-E658452CDF70}" type="presParOf" srcId="{ECB58E28-C117-4AD0-A711-E0DE25A78DEC}" destId="{F422F022-08C4-4875-8D5B-9B1B24C8F9A7}" srcOrd="1" destOrd="0" presId="urn:microsoft.com/office/officeart/2005/8/layout/venn1"/>
    <dgm:cxn modelId="{5249CD61-D1F6-4CB1-BE3E-C09BAFDC3F5E}" type="presParOf" srcId="{ECB58E28-C117-4AD0-A711-E0DE25A78DEC}" destId="{CB938EC0-6219-43D2-85E5-0A0073427474}" srcOrd="2" destOrd="0" presId="urn:microsoft.com/office/officeart/2005/8/layout/venn1"/>
    <dgm:cxn modelId="{B199610B-7E08-4358-82DA-80E965907D4F}" type="presParOf" srcId="{ECB58E28-C117-4AD0-A711-E0DE25A78DEC}" destId="{44925378-4178-4F59-9B61-055C7156AF3B}" srcOrd="3" destOrd="0" presId="urn:microsoft.com/office/officeart/2005/8/layout/venn1"/>
    <dgm:cxn modelId="{FA6C521A-BC05-4C0E-98D2-9B91FED99ED1}" type="presParOf" srcId="{ECB58E28-C117-4AD0-A711-E0DE25A78DEC}" destId="{99D2EE0D-0AAA-40E6-BF92-D5A50DC8CAD2}" srcOrd="4" destOrd="0" presId="urn:microsoft.com/office/officeart/2005/8/layout/venn1"/>
    <dgm:cxn modelId="{1BB91945-619B-4995-A9A6-7654B6AF3900}" type="presParOf" srcId="{ECB58E28-C117-4AD0-A711-E0DE25A78DEC}" destId="{44917690-40C4-4079-87F4-39DF5D5449D6}" srcOrd="5" destOrd="0" presId="urn:microsoft.com/office/officeart/2005/8/layout/venn1"/>
    <dgm:cxn modelId="{4D2F8E87-957B-430F-9649-C301342AC021}" type="presParOf" srcId="{ECB58E28-C117-4AD0-A711-E0DE25A78DEC}" destId="{C65EA63F-DDA4-4C22-BF3F-79488A0412C8}" srcOrd="6" destOrd="0" presId="urn:microsoft.com/office/officeart/2005/8/layout/venn1"/>
    <dgm:cxn modelId="{A3F07126-E1D9-4780-B595-C5E91DF7BEFC}" type="presParOf" srcId="{ECB58E28-C117-4AD0-A711-E0DE25A78DEC}" destId="{81BEC337-70D6-49FE-977D-FC00E7D4696F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FFF0A83-C988-40CD-8910-0CBD3511673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9E584D9-C22A-45E1-AD70-AB846F45B63A}">
      <dgm:prSet/>
      <dgm:spPr/>
      <dgm:t>
        <a:bodyPr/>
        <a:lstStyle/>
        <a:p>
          <a:r>
            <a:rPr lang="uk-UA" b="0" i="0"/>
            <a:t>"Скіфо-сарматська доба"</a:t>
          </a:r>
          <a:endParaRPr lang="uk-UA"/>
        </a:p>
      </dgm:t>
    </dgm:pt>
    <dgm:pt modelId="{6D09D76C-B8D3-41FA-A64D-8120246ECF9F}" type="parTrans" cxnId="{2D5B9A5D-EF44-4668-BAFF-AD55331F300B}">
      <dgm:prSet/>
      <dgm:spPr/>
      <dgm:t>
        <a:bodyPr/>
        <a:lstStyle/>
        <a:p>
          <a:endParaRPr lang="uk-UA"/>
        </a:p>
      </dgm:t>
    </dgm:pt>
    <dgm:pt modelId="{4B3EDCC7-9E15-487E-A02C-EE9AA1B8E4A5}" type="sibTrans" cxnId="{2D5B9A5D-EF44-4668-BAFF-AD55331F300B}">
      <dgm:prSet/>
      <dgm:spPr/>
      <dgm:t>
        <a:bodyPr/>
        <a:lstStyle/>
        <a:p>
          <a:endParaRPr lang="uk-UA"/>
        </a:p>
      </dgm:t>
    </dgm:pt>
    <dgm:pt modelId="{CDA64E78-4C3E-434C-B217-113BE1D85E3E}">
      <dgm:prSet/>
      <dgm:spPr/>
      <dgm:t>
        <a:bodyPr/>
        <a:lstStyle/>
        <a:p>
          <a:r>
            <a:rPr lang="uk-UA" b="0" i="0"/>
            <a:t>"Дивосвіт Трипілля"</a:t>
          </a:r>
          <a:endParaRPr lang="uk-UA"/>
        </a:p>
      </dgm:t>
    </dgm:pt>
    <dgm:pt modelId="{B5A24233-3BB6-4E99-BF46-4C4FDEE277D8}" type="parTrans" cxnId="{149E8A79-CACE-4DE6-B6B0-212917F8B96D}">
      <dgm:prSet/>
      <dgm:spPr/>
      <dgm:t>
        <a:bodyPr/>
        <a:lstStyle/>
        <a:p>
          <a:endParaRPr lang="uk-UA"/>
        </a:p>
      </dgm:t>
    </dgm:pt>
    <dgm:pt modelId="{312A70F0-2E43-4A82-BE24-91993F259123}" type="sibTrans" cxnId="{149E8A79-CACE-4DE6-B6B0-212917F8B96D}">
      <dgm:prSet/>
      <dgm:spPr/>
      <dgm:t>
        <a:bodyPr/>
        <a:lstStyle/>
        <a:p>
          <a:endParaRPr lang="uk-UA"/>
        </a:p>
      </dgm:t>
    </dgm:pt>
    <dgm:pt modelId="{7C249EAF-527B-4174-9981-E328DE4B1F0D}">
      <dgm:prSet/>
      <dgm:spPr/>
      <dgm:t>
        <a:bodyPr/>
        <a:lstStyle/>
        <a:p>
          <a:r>
            <a:rPr lang="uk-UA" b="0" i="0" dirty="0"/>
            <a:t>"Язичництво давніх слов’ян"</a:t>
          </a:r>
          <a:endParaRPr lang="uk-UA" dirty="0"/>
        </a:p>
      </dgm:t>
    </dgm:pt>
    <dgm:pt modelId="{7F2F7A32-2C75-4184-86BC-AEFEA0DD1D68}" type="parTrans" cxnId="{3D361260-9B92-4485-810A-F3C90F12A768}">
      <dgm:prSet/>
      <dgm:spPr/>
      <dgm:t>
        <a:bodyPr/>
        <a:lstStyle/>
        <a:p>
          <a:endParaRPr lang="uk-UA"/>
        </a:p>
      </dgm:t>
    </dgm:pt>
    <dgm:pt modelId="{1C5B45AB-37CB-4803-8232-728B74BC9D8E}" type="sibTrans" cxnId="{3D361260-9B92-4485-810A-F3C90F12A768}">
      <dgm:prSet/>
      <dgm:spPr/>
      <dgm:t>
        <a:bodyPr/>
        <a:lstStyle/>
        <a:p>
          <a:endParaRPr lang="uk-UA"/>
        </a:p>
      </dgm:t>
    </dgm:pt>
    <dgm:pt modelId="{4F028400-87BD-49C9-805B-C4F31E85CE64}">
      <dgm:prSet/>
      <dgm:spPr/>
      <dgm:t>
        <a:bodyPr/>
        <a:lstStyle/>
        <a:p>
          <a:r>
            <a:rPr lang="uk-UA" b="0" i="0" dirty="0"/>
            <a:t>"Ювелірні шедеври Київської Русі"</a:t>
          </a:r>
          <a:endParaRPr lang="uk-UA" dirty="0"/>
        </a:p>
      </dgm:t>
    </dgm:pt>
    <dgm:pt modelId="{55811C60-4AE4-4C75-9801-270F815FF84C}" type="parTrans" cxnId="{3C4BBA83-6C4F-49F6-968C-5E5C3F796ADB}">
      <dgm:prSet/>
      <dgm:spPr/>
      <dgm:t>
        <a:bodyPr/>
        <a:lstStyle/>
        <a:p>
          <a:endParaRPr lang="uk-UA"/>
        </a:p>
      </dgm:t>
    </dgm:pt>
    <dgm:pt modelId="{6E0EFECC-2C19-4704-A261-E267423F088D}" type="sibTrans" cxnId="{3C4BBA83-6C4F-49F6-968C-5E5C3F796ADB}">
      <dgm:prSet/>
      <dgm:spPr/>
      <dgm:t>
        <a:bodyPr/>
        <a:lstStyle/>
        <a:p>
          <a:endParaRPr lang="uk-UA"/>
        </a:p>
      </dgm:t>
    </dgm:pt>
    <dgm:pt modelId="{D08570C7-A2B8-4427-ACD2-BC9402D49C95}" type="pres">
      <dgm:prSet presAssocID="{7FFF0A83-C988-40CD-8910-0CBD35116735}" presName="linear" presStyleCnt="0">
        <dgm:presLayoutVars>
          <dgm:animLvl val="lvl"/>
          <dgm:resizeHandles val="exact"/>
        </dgm:presLayoutVars>
      </dgm:prSet>
      <dgm:spPr/>
    </dgm:pt>
    <dgm:pt modelId="{B09AC0AB-3944-46FF-93D5-3EF26935AD41}" type="pres">
      <dgm:prSet presAssocID="{B9E584D9-C22A-45E1-AD70-AB846F45B6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B6EB281-03FF-4944-A24D-50BA17105CEB}" type="pres">
      <dgm:prSet presAssocID="{4B3EDCC7-9E15-487E-A02C-EE9AA1B8E4A5}" presName="spacer" presStyleCnt="0"/>
      <dgm:spPr/>
    </dgm:pt>
    <dgm:pt modelId="{426CD3DF-70C0-4761-998A-4FBF55E4C220}" type="pres">
      <dgm:prSet presAssocID="{CDA64E78-4C3E-434C-B217-113BE1D85E3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92D7A6-CD6D-4DBC-8A1F-4CF1D0211787}" type="pres">
      <dgm:prSet presAssocID="{312A70F0-2E43-4A82-BE24-91993F259123}" presName="spacer" presStyleCnt="0"/>
      <dgm:spPr/>
    </dgm:pt>
    <dgm:pt modelId="{EC8E0FDD-9358-49C3-8310-7B50C2D5FA1A}" type="pres">
      <dgm:prSet presAssocID="{7C249EAF-527B-4174-9981-E328DE4B1F0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27C25B2-3249-4F9A-B2C0-CAB465B7A2F0}" type="pres">
      <dgm:prSet presAssocID="{1C5B45AB-37CB-4803-8232-728B74BC9D8E}" presName="spacer" presStyleCnt="0"/>
      <dgm:spPr/>
    </dgm:pt>
    <dgm:pt modelId="{A4F6E33C-D5A2-48D7-B8A1-192D11A2FC95}" type="pres">
      <dgm:prSet presAssocID="{4F028400-87BD-49C9-805B-C4F31E85CE6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DD97206-5F9D-4C66-B454-CBC113D76810}" type="presOf" srcId="{B9E584D9-C22A-45E1-AD70-AB846F45B63A}" destId="{B09AC0AB-3944-46FF-93D5-3EF26935AD41}" srcOrd="0" destOrd="0" presId="urn:microsoft.com/office/officeart/2005/8/layout/vList2"/>
    <dgm:cxn modelId="{7E592C36-55E1-4F5D-AB70-CE73AA852F62}" type="presOf" srcId="{4F028400-87BD-49C9-805B-C4F31E85CE64}" destId="{A4F6E33C-D5A2-48D7-B8A1-192D11A2FC95}" srcOrd="0" destOrd="0" presId="urn:microsoft.com/office/officeart/2005/8/layout/vList2"/>
    <dgm:cxn modelId="{2D5B9A5D-EF44-4668-BAFF-AD55331F300B}" srcId="{7FFF0A83-C988-40CD-8910-0CBD35116735}" destId="{B9E584D9-C22A-45E1-AD70-AB846F45B63A}" srcOrd="0" destOrd="0" parTransId="{6D09D76C-B8D3-41FA-A64D-8120246ECF9F}" sibTransId="{4B3EDCC7-9E15-487E-A02C-EE9AA1B8E4A5}"/>
    <dgm:cxn modelId="{3D361260-9B92-4485-810A-F3C90F12A768}" srcId="{7FFF0A83-C988-40CD-8910-0CBD35116735}" destId="{7C249EAF-527B-4174-9981-E328DE4B1F0D}" srcOrd="2" destOrd="0" parTransId="{7F2F7A32-2C75-4184-86BC-AEFEA0DD1D68}" sibTransId="{1C5B45AB-37CB-4803-8232-728B74BC9D8E}"/>
    <dgm:cxn modelId="{CD5A3F76-2A61-4963-A50E-A33BEBC257A5}" type="presOf" srcId="{7FFF0A83-C988-40CD-8910-0CBD35116735}" destId="{D08570C7-A2B8-4427-ACD2-BC9402D49C95}" srcOrd="0" destOrd="0" presId="urn:microsoft.com/office/officeart/2005/8/layout/vList2"/>
    <dgm:cxn modelId="{149E8A79-CACE-4DE6-B6B0-212917F8B96D}" srcId="{7FFF0A83-C988-40CD-8910-0CBD35116735}" destId="{CDA64E78-4C3E-434C-B217-113BE1D85E3E}" srcOrd="1" destOrd="0" parTransId="{B5A24233-3BB6-4E99-BF46-4C4FDEE277D8}" sibTransId="{312A70F0-2E43-4A82-BE24-91993F259123}"/>
    <dgm:cxn modelId="{3C4BBA83-6C4F-49F6-968C-5E5C3F796ADB}" srcId="{7FFF0A83-C988-40CD-8910-0CBD35116735}" destId="{4F028400-87BD-49C9-805B-C4F31E85CE64}" srcOrd="3" destOrd="0" parTransId="{55811C60-4AE4-4C75-9801-270F815FF84C}" sibTransId="{6E0EFECC-2C19-4704-A261-E267423F088D}"/>
    <dgm:cxn modelId="{CE353AF5-AAF0-4B22-B841-969CE7BF240A}" type="presOf" srcId="{CDA64E78-4C3E-434C-B217-113BE1D85E3E}" destId="{426CD3DF-70C0-4761-998A-4FBF55E4C220}" srcOrd="0" destOrd="0" presId="urn:microsoft.com/office/officeart/2005/8/layout/vList2"/>
    <dgm:cxn modelId="{0ABEFBFB-B975-48AB-81C3-38390D3D1F4B}" type="presOf" srcId="{7C249EAF-527B-4174-9981-E328DE4B1F0D}" destId="{EC8E0FDD-9358-49C3-8310-7B50C2D5FA1A}" srcOrd="0" destOrd="0" presId="urn:microsoft.com/office/officeart/2005/8/layout/vList2"/>
    <dgm:cxn modelId="{BFB69E3F-DC47-49D1-B7D4-0B79ADF74E2C}" type="presParOf" srcId="{D08570C7-A2B8-4427-ACD2-BC9402D49C95}" destId="{B09AC0AB-3944-46FF-93D5-3EF26935AD41}" srcOrd="0" destOrd="0" presId="urn:microsoft.com/office/officeart/2005/8/layout/vList2"/>
    <dgm:cxn modelId="{0C936873-7420-4DFB-8D86-90E9C15E3A63}" type="presParOf" srcId="{D08570C7-A2B8-4427-ACD2-BC9402D49C95}" destId="{6B6EB281-03FF-4944-A24D-50BA17105CEB}" srcOrd="1" destOrd="0" presId="urn:microsoft.com/office/officeart/2005/8/layout/vList2"/>
    <dgm:cxn modelId="{8CD2AA24-8D51-480E-BEE6-C5E9EE5B5232}" type="presParOf" srcId="{D08570C7-A2B8-4427-ACD2-BC9402D49C95}" destId="{426CD3DF-70C0-4761-998A-4FBF55E4C220}" srcOrd="2" destOrd="0" presId="urn:microsoft.com/office/officeart/2005/8/layout/vList2"/>
    <dgm:cxn modelId="{EC6D0A9A-3A36-42F7-A223-2346EB907A72}" type="presParOf" srcId="{D08570C7-A2B8-4427-ACD2-BC9402D49C95}" destId="{B992D7A6-CD6D-4DBC-8A1F-4CF1D0211787}" srcOrd="3" destOrd="0" presId="urn:microsoft.com/office/officeart/2005/8/layout/vList2"/>
    <dgm:cxn modelId="{400B1461-3BE0-4A0C-8557-4750C5244F93}" type="presParOf" srcId="{D08570C7-A2B8-4427-ACD2-BC9402D49C95}" destId="{EC8E0FDD-9358-49C3-8310-7B50C2D5FA1A}" srcOrd="4" destOrd="0" presId="urn:microsoft.com/office/officeart/2005/8/layout/vList2"/>
    <dgm:cxn modelId="{B505187A-141E-4CB2-B9E3-BF55C8BBACB3}" type="presParOf" srcId="{D08570C7-A2B8-4427-ACD2-BC9402D49C95}" destId="{227C25B2-3249-4F9A-B2C0-CAB465B7A2F0}" srcOrd="5" destOrd="0" presId="urn:microsoft.com/office/officeart/2005/8/layout/vList2"/>
    <dgm:cxn modelId="{B49487EA-A9E9-465B-90E0-78F83C730FCC}" type="presParOf" srcId="{D08570C7-A2B8-4427-ACD2-BC9402D49C95}" destId="{A4F6E33C-D5A2-48D7-B8A1-192D11A2FC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CDF308E-A1F0-4AC3-9C90-F59794F6A4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17BC691-61E9-4978-9A7E-59B1A1756044}">
      <dgm:prSet/>
      <dgm:spPr/>
      <dgm:t>
        <a:bodyPr/>
        <a:lstStyle/>
        <a:p>
          <a:r>
            <a:rPr lang="uk-UA" b="0" i="0" dirty="0"/>
            <a:t>ісламу.</a:t>
          </a:r>
          <a:endParaRPr lang="uk-UA" dirty="0"/>
        </a:p>
      </dgm:t>
    </dgm:pt>
    <dgm:pt modelId="{6CEB9112-56EC-4324-B9B5-16D1D53E533F}" type="parTrans" cxnId="{6A12873C-08AC-4DA8-BA2B-619B35FBBA5C}">
      <dgm:prSet/>
      <dgm:spPr/>
      <dgm:t>
        <a:bodyPr/>
        <a:lstStyle/>
        <a:p>
          <a:endParaRPr lang="uk-UA"/>
        </a:p>
      </dgm:t>
    </dgm:pt>
    <dgm:pt modelId="{030F96AE-2A48-4899-A85F-32B07874C2B2}" type="sibTrans" cxnId="{6A12873C-08AC-4DA8-BA2B-619B35FBBA5C}">
      <dgm:prSet/>
      <dgm:spPr/>
      <dgm:t>
        <a:bodyPr/>
        <a:lstStyle/>
        <a:p>
          <a:endParaRPr lang="uk-UA"/>
        </a:p>
      </dgm:t>
    </dgm:pt>
    <dgm:pt modelId="{7E60A7F7-7665-47A0-97D7-E9365E440F44}">
      <dgm:prSet/>
      <dgm:spPr/>
      <dgm:t>
        <a:bodyPr/>
        <a:lstStyle/>
        <a:p>
          <a:r>
            <a:rPr lang="uk-UA" b="0" i="0" dirty="0"/>
            <a:t>язичництва.</a:t>
          </a:r>
          <a:endParaRPr lang="uk-UA" dirty="0"/>
        </a:p>
      </dgm:t>
    </dgm:pt>
    <dgm:pt modelId="{422B074B-B00B-4CAE-8D39-999D210B17F6}" type="parTrans" cxnId="{7FFB8B57-2454-4C7C-8C11-986A01E386E3}">
      <dgm:prSet/>
      <dgm:spPr/>
      <dgm:t>
        <a:bodyPr/>
        <a:lstStyle/>
        <a:p>
          <a:endParaRPr lang="uk-UA"/>
        </a:p>
      </dgm:t>
    </dgm:pt>
    <dgm:pt modelId="{B101250D-3F80-49E3-9868-1A5CB8384217}" type="sibTrans" cxnId="{7FFB8B57-2454-4C7C-8C11-986A01E386E3}">
      <dgm:prSet/>
      <dgm:spPr/>
      <dgm:t>
        <a:bodyPr/>
        <a:lstStyle/>
        <a:p>
          <a:endParaRPr lang="uk-UA"/>
        </a:p>
      </dgm:t>
    </dgm:pt>
    <dgm:pt modelId="{02F8EF83-9B72-4B2B-9D0F-0AC7E5EB75E2}">
      <dgm:prSet/>
      <dgm:spPr/>
      <dgm:t>
        <a:bodyPr/>
        <a:lstStyle/>
        <a:p>
          <a:r>
            <a:rPr lang="uk-UA" b="0" i="0"/>
            <a:t>буддизму.</a:t>
          </a:r>
          <a:endParaRPr lang="uk-UA"/>
        </a:p>
      </dgm:t>
    </dgm:pt>
    <dgm:pt modelId="{94B69B40-EE7D-481C-9979-9121FE6A1195}" type="parTrans" cxnId="{5FD4E65B-128B-40D7-BC77-5AC1CD69856F}">
      <dgm:prSet/>
      <dgm:spPr/>
      <dgm:t>
        <a:bodyPr/>
        <a:lstStyle/>
        <a:p>
          <a:endParaRPr lang="uk-UA"/>
        </a:p>
      </dgm:t>
    </dgm:pt>
    <dgm:pt modelId="{31BFFFAB-645A-45FB-9CB2-85880F3422FA}" type="sibTrans" cxnId="{5FD4E65B-128B-40D7-BC77-5AC1CD69856F}">
      <dgm:prSet/>
      <dgm:spPr/>
      <dgm:t>
        <a:bodyPr/>
        <a:lstStyle/>
        <a:p>
          <a:endParaRPr lang="uk-UA"/>
        </a:p>
      </dgm:t>
    </dgm:pt>
    <dgm:pt modelId="{52E60C11-F7F3-4DF4-A4B4-FE3597F3D6CB}">
      <dgm:prSet/>
      <dgm:spPr/>
      <dgm:t>
        <a:bodyPr/>
        <a:lstStyle/>
        <a:p>
          <a:r>
            <a:rPr lang="uk-UA" b="0" i="0" dirty="0"/>
            <a:t>християнства.</a:t>
          </a:r>
          <a:endParaRPr lang="uk-UA" dirty="0"/>
        </a:p>
      </dgm:t>
    </dgm:pt>
    <dgm:pt modelId="{92F615D4-4211-4247-A4EC-C3229663C8B0}" type="parTrans" cxnId="{CE38F3BF-5872-4397-A47D-F665D1E77BDC}">
      <dgm:prSet/>
      <dgm:spPr/>
      <dgm:t>
        <a:bodyPr/>
        <a:lstStyle/>
        <a:p>
          <a:endParaRPr lang="uk-UA"/>
        </a:p>
      </dgm:t>
    </dgm:pt>
    <dgm:pt modelId="{B5D2A556-01DB-459F-ACF5-0992CB50F2DD}" type="sibTrans" cxnId="{CE38F3BF-5872-4397-A47D-F665D1E77BDC}">
      <dgm:prSet/>
      <dgm:spPr/>
      <dgm:t>
        <a:bodyPr/>
        <a:lstStyle/>
        <a:p>
          <a:endParaRPr lang="uk-UA"/>
        </a:p>
      </dgm:t>
    </dgm:pt>
    <dgm:pt modelId="{189762FF-286A-4FDB-8970-D2094EEF73F0}" type="pres">
      <dgm:prSet presAssocID="{ACDF308E-A1F0-4AC3-9C90-F59794F6A49D}" presName="linear" presStyleCnt="0">
        <dgm:presLayoutVars>
          <dgm:animLvl val="lvl"/>
          <dgm:resizeHandles val="exact"/>
        </dgm:presLayoutVars>
      </dgm:prSet>
      <dgm:spPr/>
    </dgm:pt>
    <dgm:pt modelId="{F8919617-9A3E-4EE7-9B28-6D6CA5272624}" type="pres">
      <dgm:prSet presAssocID="{F17BC691-61E9-4978-9A7E-59B1A175604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918A2CD-5C79-4C9E-A815-B768680B199A}" type="pres">
      <dgm:prSet presAssocID="{030F96AE-2A48-4899-A85F-32B07874C2B2}" presName="spacer" presStyleCnt="0"/>
      <dgm:spPr/>
    </dgm:pt>
    <dgm:pt modelId="{522D3502-6B85-4D5F-B12F-3C39D002389B}" type="pres">
      <dgm:prSet presAssocID="{7E60A7F7-7665-47A0-97D7-E9365E440F4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B29B1E3-6268-47CF-9F8E-7A267475DD3B}" type="pres">
      <dgm:prSet presAssocID="{B101250D-3F80-49E3-9868-1A5CB8384217}" presName="spacer" presStyleCnt="0"/>
      <dgm:spPr/>
    </dgm:pt>
    <dgm:pt modelId="{E2F5E328-6CC4-42E6-AB08-6D3BC9FB45E0}" type="pres">
      <dgm:prSet presAssocID="{02F8EF83-9B72-4B2B-9D0F-0AC7E5EB75E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83542D6-99A0-4345-A8BC-1229755AD6CC}" type="pres">
      <dgm:prSet presAssocID="{31BFFFAB-645A-45FB-9CB2-85880F3422FA}" presName="spacer" presStyleCnt="0"/>
      <dgm:spPr/>
    </dgm:pt>
    <dgm:pt modelId="{4FD0DEA2-E73F-4D14-866F-A3EBFA943B7E}" type="pres">
      <dgm:prSet presAssocID="{52E60C11-F7F3-4DF4-A4B4-FE3597F3D6C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4CEF923-4A48-41ED-9519-C420F1B7E284}" type="presOf" srcId="{F17BC691-61E9-4978-9A7E-59B1A1756044}" destId="{F8919617-9A3E-4EE7-9B28-6D6CA5272624}" srcOrd="0" destOrd="0" presId="urn:microsoft.com/office/officeart/2005/8/layout/vList2"/>
    <dgm:cxn modelId="{6A12873C-08AC-4DA8-BA2B-619B35FBBA5C}" srcId="{ACDF308E-A1F0-4AC3-9C90-F59794F6A49D}" destId="{F17BC691-61E9-4978-9A7E-59B1A1756044}" srcOrd="0" destOrd="0" parTransId="{6CEB9112-56EC-4324-B9B5-16D1D53E533F}" sibTransId="{030F96AE-2A48-4899-A85F-32B07874C2B2}"/>
    <dgm:cxn modelId="{7F184F3F-AE90-47D2-B973-9E6292F5D6F0}" type="presOf" srcId="{ACDF308E-A1F0-4AC3-9C90-F59794F6A49D}" destId="{189762FF-286A-4FDB-8970-D2094EEF73F0}" srcOrd="0" destOrd="0" presId="urn:microsoft.com/office/officeart/2005/8/layout/vList2"/>
    <dgm:cxn modelId="{5FD4E65B-128B-40D7-BC77-5AC1CD69856F}" srcId="{ACDF308E-A1F0-4AC3-9C90-F59794F6A49D}" destId="{02F8EF83-9B72-4B2B-9D0F-0AC7E5EB75E2}" srcOrd="2" destOrd="0" parTransId="{94B69B40-EE7D-481C-9979-9121FE6A1195}" sibTransId="{31BFFFAB-645A-45FB-9CB2-85880F3422FA}"/>
    <dgm:cxn modelId="{7FFB8B57-2454-4C7C-8C11-986A01E386E3}" srcId="{ACDF308E-A1F0-4AC3-9C90-F59794F6A49D}" destId="{7E60A7F7-7665-47A0-97D7-E9365E440F44}" srcOrd="1" destOrd="0" parTransId="{422B074B-B00B-4CAE-8D39-999D210B17F6}" sibTransId="{B101250D-3F80-49E3-9868-1A5CB8384217}"/>
    <dgm:cxn modelId="{CE38F3BF-5872-4397-A47D-F665D1E77BDC}" srcId="{ACDF308E-A1F0-4AC3-9C90-F59794F6A49D}" destId="{52E60C11-F7F3-4DF4-A4B4-FE3597F3D6CB}" srcOrd="3" destOrd="0" parTransId="{92F615D4-4211-4247-A4EC-C3229663C8B0}" sibTransId="{B5D2A556-01DB-459F-ACF5-0992CB50F2DD}"/>
    <dgm:cxn modelId="{1BAF8AC5-43FA-4AA0-8743-584C1FC81D9D}" type="presOf" srcId="{7E60A7F7-7665-47A0-97D7-E9365E440F44}" destId="{522D3502-6B85-4D5F-B12F-3C39D002389B}" srcOrd="0" destOrd="0" presId="urn:microsoft.com/office/officeart/2005/8/layout/vList2"/>
    <dgm:cxn modelId="{1E4177C6-E06A-491D-BEA1-A43B4CC1CA85}" type="presOf" srcId="{02F8EF83-9B72-4B2B-9D0F-0AC7E5EB75E2}" destId="{E2F5E328-6CC4-42E6-AB08-6D3BC9FB45E0}" srcOrd="0" destOrd="0" presId="urn:microsoft.com/office/officeart/2005/8/layout/vList2"/>
    <dgm:cxn modelId="{6D67EEF5-7777-4E5A-AFEE-604F9B9B8090}" type="presOf" srcId="{52E60C11-F7F3-4DF4-A4B4-FE3597F3D6CB}" destId="{4FD0DEA2-E73F-4D14-866F-A3EBFA943B7E}" srcOrd="0" destOrd="0" presId="urn:microsoft.com/office/officeart/2005/8/layout/vList2"/>
    <dgm:cxn modelId="{27840803-055A-4DB7-8703-03A2D15044B4}" type="presParOf" srcId="{189762FF-286A-4FDB-8970-D2094EEF73F0}" destId="{F8919617-9A3E-4EE7-9B28-6D6CA5272624}" srcOrd="0" destOrd="0" presId="urn:microsoft.com/office/officeart/2005/8/layout/vList2"/>
    <dgm:cxn modelId="{E946246B-0058-48E8-998E-F2E9202E83DD}" type="presParOf" srcId="{189762FF-286A-4FDB-8970-D2094EEF73F0}" destId="{2918A2CD-5C79-4C9E-A815-B768680B199A}" srcOrd="1" destOrd="0" presId="urn:microsoft.com/office/officeart/2005/8/layout/vList2"/>
    <dgm:cxn modelId="{BCF7612C-0D69-4E0C-BDED-2A02B8F5C187}" type="presParOf" srcId="{189762FF-286A-4FDB-8970-D2094EEF73F0}" destId="{522D3502-6B85-4D5F-B12F-3C39D002389B}" srcOrd="2" destOrd="0" presId="urn:microsoft.com/office/officeart/2005/8/layout/vList2"/>
    <dgm:cxn modelId="{12A43E48-18CC-44FD-AF4F-EF2D919A1856}" type="presParOf" srcId="{189762FF-286A-4FDB-8970-D2094EEF73F0}" destId="{0B29B1E3-6268-47CF-9F8E-7A267475DD3B}" srcOrd="3" destOrd="0" presId="urn:microsoft.com/office/officeart/2005/8/layout/vList2"/>
    <dgm:cxn modelId="{A961AD06-4FE8-4FC2-B7DF-ED641E96E3F6}" type="presParOf" srcId="{189762FF-286A-4FDB-8970-D2094EEF73F0}" destId="{E2F5E328-6CC4-42E6-AB08-6D3BC9FB45E0}" srcOrd="4" destOrd="0" presId="urn:microsoft.com/office/officeart/2005/8/layout/vList2"/>
    <dgm:cxn modelId="{6B7ED920-5EA9-4D6E-B23E-202405A6E094}" type="presParOf" srcId="{189762FF-286A-4FDB-8970-D2094EEF73F0}" destId="{F83542D6-99A0-4345-A8BC-1229755AD6CC}" srcOrd="5" destOrd="0" presId="urn:microsoft.com/office/officeart/2005/8/layout/vList2"/>
    <dgm:cxn modelId="{73758697-92FC-4FBD-8843-28ACA2CF8952}" type="presParOf" srcId="{189762FF-286A-4FDB-8970-D2094EEF73F0}" destId="{4FD0DEA2-E73F-4D14-866F-A3EBFA943B7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B2E5F11-B1D3-4F5C-8AA6-AB0C770BDF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E4BC5AD-385F-4A82-8D0A-4101D2240CEF}">
      <dgm:prSet/>
      <dgm:spPr/>
      <dgm:t>
        <a:bodyPr/>
        <a:lstStyle/>
        <a:p>
          <a:r>
            <a:rPr lang="uk-UA" b="0" i="0"/>
            <a:t>відокремлення скотарства від землеробства</a:t>
          </a:r>
          <a:endParaRPr lang="uk-UA"/>
        </a:p>
      </dgm:t>
    </dgm:pt>
    <dgm:pt modelId="{660EB3A6-81DF-492A-8A14-EE23E29FCDED}" type="parTrans" cxnId="{A6E02027-0DA6-402F-A51C-CA312A7D6712}">
      <dgm:prSet/>
      <dgm:spPr/>
      <dgm:t>
        <a:bodyPr/>
        <a:lstStyle/>
        <a:p>
          <a:endParaRPr lang="uk-UA"/>
        </a:p>
      </dgm:t>
    </dgm:pt>
    <dgm:pt modelId="{B6FA29DE-43C8-4F99-B2FD-74EFFAF9FAF4}" type="sibTrans" cxnId="{A6E02027-0DA6-402F-A51C-CA312A7D6712}">
      <dgm:prSet/>
      <dgm:spPr/>
      <dgm:t>
        <a:bodyPr/>
        <a:lstStyle/>
        <a:p>
          <a:endParaRPr lang="uk-UA"/>
        </a:p>
      </dgm:t>
    </dgm:pt>
    <dgm:pt modelId="{CC19C08B-3E91-4C7F-9B4C-5D8A3112C83C}">
      <dgm:prSet/>
      <dgm:spPr/>
      <dgm:t>
        <a:bodyPr/>
        <a:lstStyle/>
        <a:p>
          <a:r>
            <a:rPr lang="uk-UA" b="0" i="0" dirty="0"/>
            <a:t>поява мистецтва та релігійних уявлень</a:t>
          </a:r>
          <a:endParaRPr lang="uk-UA" dirty="0"/>
        </a:p>
      </dgm:t>
    </dgm:pt>
    <dgm:pt modelId="{A980EEF0-55E1-4506-A5BD-7E3B5A16816D}" type="parTrans" cxnId="{04D32024-527F-4663-8E39-374C12376CCF}">
      <dgm:prSet/>
      <dgm:spPr/>
      <dgm:t>
        <a:bodyPr/>
        <a:lstStyle/>
        <a:p>
          <a:endParaRPr lang="uk-UA"/>
        </a:p>
      </dgm:t>
    </dgm:pt>
    <dgm:pt modelId="{E97CF4F5-D5B6-4DFC-84D4-E70FBACC9834}" type="sibTrans" cxnId="{04D32024-527F-4663-8E39-374C12376CCF}">
      <dgm:prSet/>
      <dgm:spPr/>
      <dgm:t>
        <a:bodyPr/>
        <a:lstStyle/>
        <a:p>
          <a:endParaRPr lang="uk-UA"/>
        </a:p>
      </dgm:t>
    </dgm:pt>
    <dgm:pt modelId="{50839D39-38F5-4144-9863-7231C51D7DE1}">
      <dgm:prSet/>
      <dgm:spPr/>
      <dgm:t>
        <a:bodyPr/>
        <a:lstStyle/>
        <a:p>
          <a:r>
            <a:rPr lang="uk-UA" b="0" i="0"/>
            <a:t>перехід до відтворюючих форм господарювання</a:t>
          </a:r>
          <a:endParaRPr lang="uk-UA"/>
        </a:p>
      </dgm:t>
    </dgm:pt>
    <dgm:pt modelId="{DEA12D2D-E11D-4FEA-8BE2-1AF300F40693}" type="parTrans" cxnId="{36446253-2FA6-4AEF-961C-D7BBBD21A54D}">
      <dgm:prSet/>
      <dgm:spPr/>
      <dgm:t>
        <a:bodyPr/>
        <a:lstStyle/>
        <a:p>
          <a:endParaRPr lang="uk-UA"/>
        </a:p>
      </dgm:t>
    </dgm:pt>
    <dgm:pt modelId="{DD54AEA6-BE76-4FD9-A2F9-6FC9242600ED}" type="sibTrans" cxnId="{36446253-2FA6-4AEF-961C-D7BBBD21A54D}">
      <dgm:prSet/>
      <dgm:spPr/>
      <dgm:t>
        <a:bodyPr/>
        <a:lstStyle/>
        <a:p>
          <a:endParaRPr lang="uk-UA"/>
        </a:p>
      </dgm:t>
    </dgm:pt>
    <dgm:pt modelId="{7F3BBD0C-43C3-4B05-9388-2D11B1143A94}">
      <dgm:prSet/>
      <dgm:spPr/>
      <dgm:t>
        <a:bodyPr/>
        <a:lstStyle/>
        <a:p>
          <a:r>
            <a:rPr lang="uk-UA" b="0" i="0" dirty="0"/>
            <a:t>опанування </a:t>
          </a:r>
          <a:r>
            <a:rPr lang="uk-UA" b="0" i="0" dirty="0" err="1"/>
            <a:t>мікролітичної</a:t>
          </a:r>
          <a:r>
            <a:rPr lang="uk-UA" b="0" i="0" dirty="0"/>
            <a:t> техніки обробки каменю</a:t>
          </a:r>
          <a:endParaRPr lang="uk-UA" dirty="0"/>
        </a:p>
      </dgm:t>
    </dgm:pt>
    <dgm:pt modelId="{89B39574-30F3-4DCB-8BE8-86CE42E8220F}" type="parTrans" cxnId="{3E1273D6-9D85-4680-B19E-ACB20F16FD5B}">
      <dgm:prSet/>
      <dgm:spPr/>
      <dgm:t>
        <a:bodyPr/>
        <a:lstStyle/>
        <a:p>
          <a:endParaRPr lang="uk-UA"/>
        </a:p>
      </dgm:t>
    </dgm:pt>
    <dgm:pt modelId="{487D3E01-AF3F-47D1-8E40-248ED8DD94F3}" type="sibTrans" cxnId="{3E1273D6-9D85-4680-B19E-ACB20F16FD5B}">
      <dgm:prSet/>
      <dgm:spPr/>
      <dgm:t>
        <a:bodyPr/>
        <a:lstStyle/>
        <a:p>
          <a:endParaRPr lang="uk-UA"/>
        </a:p>
      </dgm:t>
    </dgm:pt>
    <dgm:pt modelId="{13BDE7E6-C378-42D2-B42D-92117FC8273F}" type="pres">
      <dgm:prSet presAssocID="{3B2E5F11-B1D3-4F5C-8AA6-AB0C770BDF7A}" presName="linear" presStyleCnt="0">
        <dgm:presLayoutVars>
          <dgm:animLvl val="lvl"/>
          <dgm:resizeHandles val="exact"/>
        </dgm:presLayoutVars>
      </dgm:prSet>
      <dgm:spPr/>
    </dgm:pt>
    <dgm:pt modelId="{38B07131-8417-4999-8D08-025B42721559}" type="pres">
      <dgm:prSet presAssocID="{DE4BC5AD-385F-4A82-8D0A-4101D2240CE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1FE1490-ED1B-4256-ADA0-B758203EB204}" type="pres">
      <dgm:prSet presAssocID="{B6FA29DE-43C8-4F99-B2FD-74EFFAF9FAF4}" presName="spacer" presStyleCnt="0"/>
      <dgm:spPr/>
    </dgm:pt>
    <dgm:pt modelId="{53C38CEE-63E4-4EA3-8723-00D0D213BA6A}" type="pres">
      <dgm:prSet presAssocID="{CC19C08B-3E91-4C7F-9B4C-5D8A3112C83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F6C7A61-E17B-416A-B916-F3AB0B563BCC}" type="pres">
      <dgm:prSet presAssocID="{E97CF4F5-D5B6-4DFC-84D4-E70FBACC9834}" presName="spacer" presStyleCnt="0"/>
      <dgm:spPr/>
    </dgm:pt>
    <dgm:pt modelId="{2A477BF1-1800-4C8B-BE43-3E820E7FF930}" type="pres">
      <dgm:prSet presAssocID="{50839D39-38F5-4144-9863-7231C51D7DE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9174925-CAF0-4ADB-868D-173FCB5FED57}" type="pres">
      <dgm:prSet presAssocID="{DD54AEA6-BE76-4FD9-A2F9-6FC9242600ED}" presName="spacer" presStyleCnt="0"/>
      <dgm:spPr/>
    </dgm:pt>
    <dgm:pt modelId="{F57D5B68-9456-465A-AC99-EFD6A5D7E457}" type="pres">
      <dgm:prSet presAssocID="{7F3BBD0C-43C3-4B05-9388-2D11B1143A9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0246020-FDC7-45B7-A1C8-4E2788359274}" type="presOf" srcId="{50839D39-38F5-4144-9863-7231C51D7DE1}" destId="{2A477BF1-1800-4C8B-BE43-3E820E7FF930}" srcOrd="0" destOrd="0" presId="urn:microsoft.com/office/officeart/2005/8/layout/vList2"/>
    <dgm:cxn modelId="{04D32024-527F-4663-8E39-374C12376CCF}" srcId="{3B2E5F11-B1D3-4F5C-8AA6-AB0C770BDF7A}" destId="{CC19C08B-3E91-4C7F-9B4C-5D8A3112C83C}" srcOrd="1" destOrd="0" parTransId="{A980EEF0-55E1-4506-A5BD-7E3B5A16816D}" sibTransId="{E97CF4F5-D5B6-4DFC-84D4-E70FBACC9834}"/>
    <dgm:cxn modelId="{A6E02027-0DA6-402F-A51C-CA312A7D6712}" srcId="{3B2E5F11-B1D3-4F5C-8AA6-AB0C770BDF7A}" destId="{DE4BC5AD-385F-4A82-8D0A-4101D2240CEF}" srcOrd="0" destOrd="0" parTransId="{660EB3A6-81DF-492A-8A14-EE23E29FCDED}" sibTransId="{B6FA29DE-43C8-4F99-B2FD-74EFFAF9FAF4}"/>
    <dgm:cxn modelId="{2172174F-BBEE-48CD-8B8F-3ECE031D326F}" type="presOf" srcId="{DE4BC5AD-385F-4A82-8D0A-4101D2240CEF}" destId="{38B07131-8417-4999-8D08-025B42721559}" srcOrd="0" destOrd="0" presId="urn:microsoft.com/office/officeart/2005/8/layout/vList2"/>
    <dgm:cxn modelId="{36446253-2FA6-4AEF-961C-D7BBBD21A54D}" srcId="{3B2E5F11-B1D3-4F5C-8AA6-AB0C770BDF7A}" destId="{50839D39-38F5-4144-9863-7231C51D7DE1}" srcOrd="2" destOrd="0" parTransId="{DEA12D2D-E11D-4FEA-8BE2-1AF300F40693}" sibTransId="{DD54AEA6-BE76-4FD9-A2F9-6FC9242600ED}"/>
    <dgm:cxn modelId="{CB58998C-71FA-45F5-9C75-A4BFD1B238A2}" type="presOf" srcId="{3B2E5F11-B1D3-4F5C-8AA6-AB0C770BDF7A}" destId="{13BDE7E6-C378-42D2-B42D-92117FC8273F}" srcOrd="0" destOrd="0" presId="urn:microsoft.com/office/officeart/2005/8/layout/vList2"/>
    <dgm:cxn modelId="{648F959D-EDA6-4D36-8B05-DC6697A3C4AF}" type="presOf" srcId="{7F3BBD0C-43C3-4B05-9388-2D11B1143A94}" destId="{F57D5B68-9456-465A-AC99-EFD6A5D7E457}" srcOrd="0" destOrd="0" presId="urn:microsoft.com/office/officeart/2005/8/layout/vList2"/>
    <dgm:cxn modelId="{96FF9BC8-F181-4B0A-9D41-34025EF43CBE}" type="presOf" srcId="{CC19C08B-3E91-4C7F-9B4C-5D8A3112C83C}" destId="{53C38CEE-63E4-4EA3-8723-00D0D213BA6A}" srcOrd="0" destOrd="0" presId="urn:microsoft.com/office/officeart/2005/8/layout/vList2"/>
    <dgm:cxn modelId="{3E1273D6-9D85-4680-B19E-ACB20F16FD5B}" srcId="{3B2E5F11-B1D3-4F5C-8AA6-AB0C770BDF7A}" destId="{7F3BBD0C-43C3-4B05-9388-2D11B1143A94}" srcOrd="3" destOrd="0" parTransId="{89B39574-30F3-4DCB-8BE8-86CE42E8220F}" sibTransId="{487D3E01-AF3F-47D1-8E40-248ED8DD94F3}"/>
    <dgm:cxn modelId="{4623CD49-4C63-4239-8096-29C86E3F2CE9}" type="presParOf" srcId="{13BDE7E6-C378-42D2-B42D-92117FC8273F}" destId="{38B07131-8417-4999-8D08-025B42721559}" srcOrd="0" destOrd="0" presId="urn:microsoft.com/office/officeart/2005/8/layout/vList2"/>
    <dgm:cxn modelId="{53EA6FCE-10C8-4FD6-88E1-3694C029E8B5}" type="presParOf" srcId="{13BDE7E6-C378-42D2-B42D-92117FC8273F}" destId="{01FE1490-ED1B-4256-ADA0-B758203EB204}" srcOrd="1" destOrd="0" presId="urn:microsoft.com/office/officeart/2005/8/layout/vList2"/>
    <dgm:cxn modelId="{EA6D6AEF-33DC-41B1-A128-82D63D4AD5C5}" type="presParOf" srcId="{13BDE7E6-C378-42D2-B42D-92117FC8273F}" destId="{53C38CEE-63E4-4EA3-8723-00D0D213BA6A}" srcOrd="2" destOrd="0" presId="urn:microsoft.com/office/officeart/2005/8/layout/vList2"/>
    <dgm:cxn modelId="{3C040A56-F590-4505-82F3-B4C4BF2B51A3}" type="presParOf" srcId="{13BDE7E6-C378-42D2-B42D-92117FC8273F}" destId="{EF6C7A61-E17B-416A-B916-F3AB0B563BCC}" srcOrd="3" destOrd="0" presId="urn:microsoft.com/office/officeart/2005/8/layout/vList2"/>
    <dgm:cxn modelId="{C2F0F9EC-E4F4-441D-A228-9DCB72D5A5A1}" type="presParOf" srcId="{13BDE7E6-C378-42D2-B42D-92117FC8273F}" destId="{2A477BF1-1800-4C8B-BE43-3E820E7FF930}" srcOrd="4" destOrd="0" presId="urn:microsoft.com/office/officeart/2005/8/layout/vList2"/>
    <dgm:cxn modelId="{A8204723-0907-4EDE-B25B-523C105F1BC1}" type="presParOf" srcId="{13BDE7E6-C378-42D2-B42D-92117FC8273F}" destId="{59174925-CAF0-4ADB-868D-173FCB5FED57}" srcOrd="5" destOrd="0" presId="urn:microsoft.com/office/officeart/2005/8/layout/vList2"/>
    <dgm:cxn modelId="{297C02EB-0E67-496F-90E0-26CEEDBFF0FF}" type="presParOf" srcId="{13BDE7E6-C378-42D2-B42D-92117FC8273F}" destId="{F57D5B68-9456-465A-AC99-EFD6A5D7E45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12DA2F82-F0F7-4841-95CE-D1A1EC6013D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F332DA-F201-4E93-BFF4-F258C05BA4D3}">
      <dgm:prSet/>
      <dgm:spPr/>
      <dgm:t>
        <a:bodyPr/>
        <a:lstStyle/>
        <a:p>
          <a:r>
            <a:rPr lang="uk-UA" b="0" i="0"/>
            <a:t>палеоліт</a:t>
          </a:r>
          <a:endParaRPr lang="uk-UA"/>
        </a:p>
      </dgm:t>
    </dgm:pt>
    <dgm:pt modelId="{986D7F50-93B1-4BAD-8907-17CE95CCC60D}" type="parTrans" cxnId="{4DD5CC4E-D91C-4DC4-838D-DB4113663B47}">
      <dgm:prSet/>
      <dgm:spPr/>
      <dgm:t>
        <a:bodyPr/>
        <a:lstStyle/>
        <a:p>
          <a:endParaRPr lang="uk-UA"/>
        </a:p>
      </dgm:t>
    </dgm:pt>
    <dgm:pt modelId="{60AB985E-7B80-4EE7-905A-1778A01776D7}" type="sibTrans" cxnId="{4DD5CC4E-D91C-4DC4-838D-DB4113663B47}">
      <dgm:prSet/>
      <dgm:spPr/>
      <dgm:t>
        <a:bodyPr/>
        <a:lstStyle/>
        <a:p>
          <a:endParaRPr lang="uk-UA"/>
        </a:p>
      </dgm:t>
    </dgm:pt>
    <dgm:pt modelId="{51FF5692-2201-411F-BE71-E6F50C196B56}">
      <dgm:prSet/>
      <dgm:spPr/>
      <dgm:t>
        <a:bodyPr/>
        <a:lstStyle/>
        <a:p>
          <a:r>
            <a:rPr lang="uk-UA" b="0" i="0" dirty="0"/>
            <a:t>мезоліт</a:t>
          </a:r>
          <a:endParaRPr lang="uk-UA" dirty="0"/>
        </a:p>
      </dgm:t>
    </dgm:pt>
    <dgm:pt modelId="{EF677351-2746-4716-BDEF-EB373D214F3A}" type="parTrans" cxnId="{A6BDCAAC-1A64-48DD-A520-1E506AE36491}">
      <dgm:prSet/>
      <dgm:spPr/>
      <dgm:t>
        <a:bodyPr/>
        <a:lstStyle/>
        <a:p>
          <a:endParaRPr lang="uk-UA"/>
        </a:p>
      </dgm:t>
    </dgm:pt>
    <dgm:pt modelId="{C0F25C71-743B-4DBF-A3A8-855FE81C2988}" type="sibTrans" cxnId="{A6BDCAAC-1A64-48DD-A520-1E506AE36491}">
      <dgm:prSet/>
      <dgm:spPr/>
      <dgm:t>
        <a:bodyPr/>
        <a:lstStyle/>
        <a:p>
          <a:endParaRPr lang="uk-UA"/>
        </a:p>
      </dgm:t>
    </dgm:pt>
    <dgm:pt modelId="{BE823065-B103-44F5-B577-798139E66C14}">
      <dgm:prSet/>
      <dgm:spPr/>
      <dgm:t>
        <a:bodyPr/>
        <a:lstStyle/>
        <a:p>
          <a:r>
            <a:rPr lang="uk-UA" b="0" i="0"/>
            <a:t>неоліт</a:t>
          </a:r>
          <a:endParaRPr lang="uk-UA"/>
        </a:p>
      </dgm:t>
    </dgm:pt>
    <dgm:pt modelId="{D0518E67-6CBB-423C-91A3-08754371D0C3}" type="parTrans" cxnId="{D3C593BB-C5B5-4BED-A9D9-93170B2165BF}">
      <dgm:prSet/>
      <dgm:spPr/>
      <dgm:t>
        <a:bodyPr/>
        <a:lstStyle/>
        <a:p>
          <a:endParaRPr lang="uk-UA"/>
        </a:p>
      </dgm:t>
    </dgm:pt>
    <dgm:pt modelId="{835AB545-0C36-4BE2-A23D-2B794545C14E}" type="sibTrans" cxnId="{D3C593BB-C5B5-4BED-A9D9-93170B2165BF}">
      <dgm:prSet/>
      <dgm:spPr/>
      <dgm:t>
        <a:bodyPr/>
        <a:lstStyle/>
        <a:p>
          <a:endParaRPr lang="uk-UA"/>
        </a:p>
      </dgm:t>
    </dgm:pt>
    <dgm:pt modelId="{E33BB9D8-5C57-4774-BA80-2F61BADDA938}">
      <dgm:prSet/>
      <dgm:spPr/>
      <dgm:t>
        <a:bodyPr/>
        <a:lstStyle/>
        <a:p>
          <a:r>
            <a:rPr lang="uk-UA" b="0" i="0"/>
            <a:t>енеоліт</a:t>
          </a:r>
          <a:endParaRPr lang="uk-UA"/>
        </a:p>
      </dgm:t>
    </dgm:pt>
    <dgm:pt modelId="{F4AE38F7-41A4-41A8-917D-8B31B4819B92}" type="parTrans" cxnId="{1F77C8CD-E3C6-49C6-9EDE-852855175CCA}">
      <dgm:prSet/>
      <dgm:spPr/>
      <dgm:t>
        <a:bodyPr/>
        <a:lstStyle/>
        <a:p>
          <a:endParaRPr lang="uk-UA"/>
        </a:p>
      </dgm:t>
    </dgm:pt>
    <dgm:pt modelId="{E7A16F1F-952A-4E44-BB9C-885E2ECA830F}" type="sibTrans" cxnId="{1F77C8CD-E3C6-49C6-9EDE-852855175CCA}">
      <dgm:prSet/>
      <dgm:spPr/>
      <dgm:t>
        <a:bodyPr/>
        <a:lstStyle/>
        <a:p>
          <a:endParaRPr lang="uk-UA"/>
        </a:p>
      </dgm:t>
    </dgm:pt>
    <dgm:pt modelId="{7A964223-F3BF-4DA6-91B8-23B31CE26B4A}">
      <dgm:prSet/>
      <dgm:spPr/>
      <dgm:t>
        <a:bodyPr/>
        <a:lstStyle/>
        <a:p>
          <a:r>
            <a:rPr lang="uk-UA" b="0" i="0" dirty="0"/>
            <a:t>ранній залізний вік</a:t>
          </a:r>
          <a:endParaRPr lang="uk-UA" dirty="0"/>
        </a:p>
      </dgm:t>
    </dgm:pt>
    <dgm:pt modelId="{D9BCEDF1-2F79-4FAC-92F4-083E885292B6}" type="parTrans" cxnId="{23E533AA-4A87-453C-8FA6-768E0CB83EB2}">
      <dgm:prSet/>
      <dgm:spPr/>
      <dgm:t>
        <a:bodyPr/>
        <a:lstStyle/>
        <a:p>
          <a:endParaRPr lang="uk-UA"/>
        </a:p>
      </dgm:t>
    </dgm:pt>
    <dgm:pt modelId="{EDF1C5FD-0C5F-4040-AEC3-0316ACCFAEFB}" type="sibTrans" cxnId="{23E533AA-4A87-453C-8FA6-768E0CB83EB2}">
      <dgm:prSet/>
      <dgm:spPr/>
      <dgm:t>
        <a:bodyPr/>
        <a:lstStyle/>
        <a:p>
          <a:endParaRPr lang="uk-UA"/>
        </a:p>
      </dgm:t>
    </dgm:pt>
    <dgm:pt modelId="{0C386AC5-3EF1-4354-9E56-CE683AC83167}" type="pres">
      <dgm:prSet presAssocID="{12DA2F82-F0F7-4841-95CE-D1A1EC6013D2}" presName="linearFlow" presStyleCnt="0">
        <dgm:presLayoutVars>
          <dgm:dir/>
          <dgm:resizeHandles val="exact"/>
        </dgm:presLayoutVars>
      </dgm:prSet>
      <dgm:spPr/>
    </dgm:pt>
    <dgm:pt modelId="{20E80B02-32FB-4B83-BE50-6904661AB74B}" type="pres">
      <dgm:prSet presAssocID="{AAF332DA-F201-4E93-BFF4-F258C05BA4D3}" presName="composite" presStyleCnt="0"/>
      <dgm:spPr/>
    </dgm:pt>
    <dgm:pt modelId="{C763DBA7-9A0D-4446-B4AD-A18CCE638659}" type="pres">
      <dgm:prSet presAssocID="{AAF332DA-F201-4E93-BFF4-F258C05BA4D3}" presName="imgShp" presStyleLbl="fgImgPlace1" presStyleIdx="0" presStyleCnt="5"/>
      <dgm:spPr/>
    </dgm:pt>
    <dgm:pt modelId="{B4DD06A4-33F8-4E61-B9AA-282DD8B800D2}" type="pres">
      <dgm:prSet presAssocID="{AAF332DA-F201-4E93-BFF4-F258C05BA4D3}" presName="txShp" presStyleLbl="node1" presStyleIdx="0" presStyleCnt="5">
        <dgm:presLayoutVars>
          <dgm:bulletEnabled val="1"/>
        </dgm:presLayoutVars>
      </dgm:prSet>
      <dgm:spPr/>
    </dgm:pt>
    <dgm:pt modelId="{55DAFABE-8196-4D3B-B1A2-2C753D453C9A}" type="pres">
      <dgm:prSet presAssocID="{60AB985E-7B80-4EE7-905A-1778A01776D7}" presName="spacing" presStyleCnt="0"/>
      <dgm:spPr/>
    </dgm:pt>
    <dgm:pt modelId="{D35B5342-44F8-4097-9136-EDC68B24C0D6}" type="pres">
      <dgm:prSet presAssocID="{51FF5692-2201-411F-BE71-E6F50C196B56}" presName="composite" presStyleCnt="0"/>
      <dgm:spPr/>
    </dgm:pt>
    <dgm:pt modelId="{2DB29A9C-C60D-4C94-8CD7-7600698FCC10}" type="pres">
      <dgm:prSet presAssocID="{51FF5692-2201-411F-BE71-E6F50C196B56}" presName="imgShp" presStyleLbl="fgImgPlace1" presStyleIdx="1" presStyleCnt="5"/>
      <dgm:spPr/>
    </dgm:pt>
    <dgm:pt modelId="{F6CFE7EC-0405-48B1-862B-F269FE5E81DD}" type="pres">
      <dgm:prSet presAssocID="{51FF5692-2201-411F-BE71-E6F50C196B56}" presName="txShp" presStyleLbl="node1" presStyleIdx="1" presStyleCnt="5">
        <dgm:presLayoutVars>
          <dgm:bulletEnabled val="1"/>
        </dgm:presLayoutVars>
      </dgm:prSet>
      <dgm:spPr/>
    </dgm:pt>
    <dgm:pt modelId="{3E3AA6E3-434F-42DF-9C2D-0191A0E84954}" type="pres">
      <dgm:prSet presAssocID="{C0F25C71-743B-4DBF-A3A8-855FE81C2988}" presName="spacing" presStyleCnt="0"/>
      <dgm:spPr/>
    </dgm:pt>
    <dgm:pt modelId="{B5939CDE-7A85-457A-8547-3F435A4161CC}" type="pres">
      <dgm:prSet presAssocID="{BE823065-B103-44F5-B577-798139E66C14}" presName="composite" presStyleCnt="0"/>
      <dgm:spPr/>
    </dgm:pt>
    <dgm:pt modelId="{A39DC79E-90CC-4DB5-A3BC-F59809855C62}" type="pres">
      <dgm:prSet presAssocID="{BE823065-B103-44F5-B577-798139E66C14}" presName="imgShp" presStyleLbl="fgImgPlace1" presStyleIdx="2" presStyleCnt="5"/>
      <dgm:spPr/>
    </dgm:pt>
    <dgm:pt modelId="{F7F28CDA-22AB-4761-8BFA-D7721A1E98CF}" type="pres">
      <dgm:prSet presAssocID="{BE823065-B103-44F5-B577-798139E66C14}" presName="txShp" presStyleLbl="node1" presStyleIdx="2" presStyleCnt="5">
        <dgm:presLayoutVars>
          <dgm:bulletEnabled val="1"/>
        </dgm:presLayoutVars>
      </dgm:prSet>
      <dgm:spPr/>
    </dgm:pt>
    <dgm:pt modelId="{979B0838-BE48-41D0-B596-B48D7B386FD0}" type="pres">
      <dgm:prSet presAssocID="{835AB545-0C36-4BE2-A23D-2B794545C14E}" presName="spacing" presStyleCnt="0"/>
      <dgm:spPr/>
    </dgm:pt>
    <dgm:pt modelId="{0CC09DD7-C46C-48B7-8861-A585B1ADF286}" type="pres">
      <dgm:prSet presAssocID="{E33BB9D8-5C57-4774-BA80-2F61BADDA938}" presName="composite" presStyleCnt="0"/>
      <dgm:spPr/>
    </dgm:pt>
    <dgm:pt modelId="{040F51C3-9E31-4591-BD61-66A2B4A506D4}" type="pres">
      <dgm:prSet presAssocID="{E33BB9D8-5C57-4774-BA80-2F61BADDA938}" presName="imgShp" presStyleLbl="fgImgPlace1" presStyleIdx="3" presStyleCnt="5"/>
      <dgm:spPr/>
    </dgm:pt>
    <dgm:pt modelId="{93D689F0-60C1-42FA-B521-B88E815143AD}" type="pres">
      <dgm:prSet presAssocID="{E33BB9D8-5C57-4774-BA80-2F61BADDA938}" presName="txShp" presStyleLbl="node1" presStyleIdx="3" presStyleCnt="5">
        <dgm:presLayoutVars>
          <dgm:bulletEnabled val="1"/>
        </dgm:presLayoutVars>
      </dgm:prSet>
      <dgm:spPr/>
    </dgm:pt>
    <dgm:pt modelId="{C2A81138-904E-4BFD-8559-7DCE4CA85F29}" type="pres">
      <dgm:prSet presAssocID="{E7A16F1F-952A-4E44-BB9C-885E2ECA830F}" presName="spacing" presStyleCnt="0"/>
      <dgm:spPr/>
    </dgm:pt>
    <dgm:pt modelId="{99CF263B-CFF8-4F6E-B328-0E3CC66BB2F4}" type="pres">
      <dgm:prSet presAssocID="{7A964223-F3BF-4DA6-91B8-23B31CE26B4A}" presName="composite" presStyleCnt="0"/>
      <dgm:spPr/>
    </dgm:pt>
    <dgm:pt modelId="{AB03DC40-8A78-4D49-B862-EDC66FF9D506}" type="pres">
      <dgm:prSet presAssocID="{7A964223-F3BF-4DA6-91B8-23B31CE26B4A}" presName="imgShp" presStyleLbl="fgImgPlace1" presStyleIdx="4" presStyleCnt="5"/>
      <dgm:spPr/>
    </dgm:pt>
    <dgm:pt modelId="{D3D87308-5462-449D-B15B-708CD2B716AA}" type="pres">
      <dgm:prSet presAssocID="{7A964223-F3BF-4DA6-91B8-23B31CE26B4A}" presName="txShp" presStyleLbl="node1" presStyleIdx="4" presStyleCnt="5">
        <dgm:presLayoutVars>
          <dgm:bulletEnabled val="1"/>
        </dgm:presLayoutVars>
      </dgm:prSet>
      <dgm:spPr/>
    </dgm:pt>
  </dgm:ptLst>
  <dgm:cxnLst>
    <dgm:cxn modelId="{92FB5A5C-0DE5-41EC-95BA-5BCB867DDD19}" type="presOf" srcId="{AAF332DA-F201-4E93-BFF4-F258C05BA4D3}" destId="{B4DD06A4-33F8-4E61-B9AA-282DD8B800D2}" srcOrd="0" destOrd="0" presId="urn:microsoft.com/office/officeart/2005/8/layout/vList3"/>
    <dgm:cxn modelId="{4DD5CC4E-D91C-4DC4-838D-DB4113663B47}" srcId="{12DA2F82-F0F7-4841-95CE-D1A1EC6013D2}" destId="{AAF332DA-F201-4E93-BFF4-F258C05BA4D3}" srcOrd="0" destOrd="0" parTransId="{986D7F50-93B1-4BAD-8907-17CE95CCC60D}" sibTransId="{60AB985E-7B80-4EE7-905A-1778A01776D7}"/>
    <dgm:cxn modelId="{8C15EB50-806A-496F-A9F1-AC3D4703CE6B}" type="presOf" srcId="{7A964223-F3BF-4DA6-91B8-23B31CE26B4A}" destId="{D3D87308-5462-449D-B15B-708CD2B716AA}" srcOrd="0" destOrd="0" presId="urn:microsoft.com/office/officeart/2005/8/layout/vList3"/>
    <dgm:cxn modelId="{76E4BC51-4727-4D9A-8B0A-A67394405BB5}" type="presOf" srcId="{E33BB9D8-5C57-4774-BA80-2F61BADDA938}" destId="{93D689F0-60C1-42FA-B521-B88E815143AD}" srcOrd="0" destOrd="0" presId="urn:microsoft.com/office/officeart/2005/8/layout/vList3"/>
    <dgm:cxn modelId="{B91643A0-B803-4607-AE09-C989B2B585B1}" type="presOf" srcId="{BE823065-B103-44F5-B577-798139E66C14}" destId="{F7F28CDA-22AB-4761-8BFA-D7721A1E98CF}" srcOrd="0" destOrd="0" presId="urn:microsoft.com/office/officeart/2005/8/layout/vList3"/>
    <dgm:cxn modelId="{23E533AA-4A87-453C-8FA6-768E0CB83EB2}" srcId="{12DA2F82-F0F7-4841-95CE-D1A1EC6013D2}" destId="{7A964223-F3BF-4DA6-91B8-23B31CE26B4A}" srcOrd="4" destOrd="0" parTransId="{D9BCEDF1-2F79-4FAC-92F4-083E885292B6}" sibTransId="{EDF1C5FD-0C5F-4040-AEC3-0316ACCFAEFB}"/>
    <dgm:cxn modelId="{A6BDCAAC-1A64-48DD-A520-1E506AE36491}" srcId="{12DA2F82-F0F7-4841-95CE-D1A1EC6013D2}" destId="{51FF5692-2201-411F-BE71-E6F50C196B56}" srcOrd="1" destOrd="0" parTransId="{EF677351-2746-4716-BDEF-EB373D214F3A}" sibTransId="{C0F25C71-743B-4DBF-A3A8-855FE81C2988}"/>
    <dgm:cxn modelId="{E91149B2-BB4E-4A5F-924E-799EA9C3B099}" type="presOf" srcId="{51FF5692-2201-411F-BE71-E6F50C196B56}" destId="{F6CFE7EC-0405-48B1-862B-F269FE5E81DD}" srcOrd="0" destOrd="0" presId="urn:microsoft.com/office/officeart/2005/8/layout/vList3"/>
    <dgm:cxn modelId="{2A5A44B6-0545-4995-862C-C5637755EA1C}" type="presOf" srcId="{12DA2F82-F0F7-4841-95CE-D1A1EC6013D2}" destId="{0C386AC5-3EF1-4354-9E56-CE683AC83167}" srcOrd="0" destOrd="0" presId="urn:microsoft.com/office/officeart/2005/8/layout/vList3"/>
    <dgm:cxn modelId="{D3C593BB-C5B5-4BED-A9D9-93170B2165BF}" srcId="{12DA2F82-F0F7-4841-95CE-D1A1EC6013D2}" destId="{BE823065-B103-44F5-B577-798139E66C14}" srcOrd="2" destOrd="0" parTransId="{D0518E67-6CBB-423C-91A3-08754371D0C3}" sibTransId="{835AB545-0C36-4BE2-A23D-2B794545C14E}"/>
    <dgm:cxn modelId="{1F77C8CD-E3C6-49C6-9EDE-852855175CCA}" srcId="{12DA2F82-F0F7-4841-95CE-D1A1EC6013D2}" destId="{E33BB9D8-5C57-4774-BA80-2F61BADDA938}" srcOrd="3" destOrd="0" parTransId="{F4AE38F7-41A4-41A8-917D-8B31B4819B92}" sibTransId="{E7A16F1F-952A-4E44-BB9C-885E2ECA830F}"/>
    <dgm:cxn modelId="{4F50D506-FD3E-427F-BB23-18BBF16EB7E9}" type="presParOf" srcId="{0C386AC5-3EF1-4354-9E56-CE683AC83167}" destId="{20E80B02-32FB-4B83-BE50-6904661AB74B}" srcOrd="0" destOrd="0" presId="urn:microsoft.com/office/officeart/2005/8/layout/vList3"/>
    <dgm:cxn modelId="{E906CC74-40C3-4EC0-8938-61CDD9E1121F}" type="presParOf" srcId="{20E80B02-32FB-4B83-BE50-6904661AB74B}" destId="{C763DBA7-9A0D-4446-B4AD-A18CCE638659}" srcOrd="0" destOrd="0" presId="urn:microsoft.com/office/officeart/2005/8/layout/vList3"/>
    <dgm:cxn modelId="{36A3A1F2-A93E-4755-99C1-4E8CB3A9DC26}" type="presParOf" srcId="{20E80B02-32FB-4B83-BE50-6904661AB74B}" destId="{B4DD06A4-33F8-4E61-B9AA-282DD8B800D2}" srcOrd="1" destOrd="0" presId="urn:microsoft.com/office/officeart/2005/8/layout/vList3"/>
    <dgm:cxn modelId="{9793BC0D-D9D4-4A18-BA58-9B7AD5D6465D}" type="presParOf" srcId="{0C386AC5-3EF1-4354-9E56-CE683AC83167}" destId="{55DAFABE-8196-4D3B-B1A2-2C753D453C9A}" srcOrd="1" destOrd="0" presId="urn:microsoft.com/office/officeart/2005/8/layout/vList3"/>
    <dgm:cxn modelId="{AAECCC47-4472-4505-86D2-DD4026F6BDC3}" type="presParOf" srcId="{0C386AC5-3EF1-4354-9E56-CE683AC83167}" destId="{D35B5342-44F8-4097-9136-EDC68B24C0D6}" srcOrd="2" destOrd="0" presId="urn:microsoft.com/office/officeart/2005/8/layout/vList3"/>
    <dgm:cxn modelId="{4945138F-6C49-4B28-94C9-8419481ADF50}" type="presParOf" srcId="{D35B5342-44F8-4097-9136-EDC68B24C0D6}" destId="{2DB29A9C-C60D-4C94-8CD7-7600698FCC10}" srcOrd="0" destOrd="0" presId="urn:microsoft.com/office/officeart/2005/8/layout/vList3"/>
    <dgm:cxn modelId="{1E1F7159-8057-446A-8EE8-AEB0D60E979E}" type="presParOf" srcId="{D35B5342-44F8-4097-9136-EDC68B24C0D6}" destId="{F6CFE7EC-0405-48B1-862B-F269FE5E81DD}" srcOrd="1" destOrd="0" presId="urn:microsoft.com/office/officeart/2005/8/layout/vList3"/>
    <dgm:cxn modelId="{0E5C2182-6F96-4B63-B317-5568B7E40439}" type="presParOf" srcId="{0C386AC5-3EF1-4354-9E56-CE683AC83167}" destId="{3E3AA6E3-434F-42DF-9C2D-0191A0E84954}" srcOrd="3" destOrd="0" presId="urn:microsoft.com/office/officeart/2005/8/layout/vList3"/>
    <dgm:cxn modelId="{93ADB18F-DABF-491D-9A67-CD0F8AAB7E45}" type="presParOf" srcId="{0C386AC5-3EF1-4354-9E56-CE683AC83167}" destId="{B5939CDE-7A85-457A-8547-3F435A4161CC}" srcOrd="4" destOrd="0" presId="urn:microsoft.com/office/officeart/2005/8/layout/vList3"/>
    <dgm:cxn modelId="{1D76CF4D-A6D6-4336-B9FC-658495812007}" type="presParOf" srcId="{B5939CDE-7A85-457A-8547-3F435A4161CC}" destId="{A39DC79E-90CC-4DB5-A3BC-F59809855C62}" srcOrd="0" destOrd="0" presId="urn:microsoft.com/office/officeart/2005/8/layout/vList3"/>
    <dgm:cxn modelId="{179D5F60-74A3-4FC6-9457-AD2F3F557D5B}" type="presParOf" srcId="{B5939CDE-7A85-457A-8547-3F435A4161CC}" destId="{F7F28CDA-22AB-4761-8BFA-D7721A1E98CF}" srcOrd="1" destOrd="0" presId="urn:microsoft.com/office/officeart/2005/8/layout/vList3"/>
    <dgm:cxn modelId="{A0EDA176-717D-4ADB-BF93-6FB273764183}" type="presParOf" srcId="{0C386AC5-3EF1-4354-9E56-CE683AC83167}" destId="{979B0838-BE48-41D0-B596-B48D7B386FD0}" srcOrd="5" destOrd="0" presId="urn:microsoft.com/office/officeart/2005/8/layout/vList3"/>
    <dgm:cxn modelId="{3672E6B6-7736-4A19-973C-310C9CC3DA6D}" type="presParOf" srcId="{0C386AC5-3EF1-4354-9E56-CE683AC83167}" destId="{0CC09DD7-C46C-48B7-8861-A585B1ADF286}" srcOrd="6" destOrd="0" presId="urn:microsoft.com/office/officeart/2005/8/layout/vList3"/>
    <dgm:cxn modelId="{4E183D00-6491-471F-A6AA-AA320E4462E3}" type="presParOf" srcId="{0CC09DD7-C46C-48B7-8861-A585B1ADF286}" destId="{040F51C3-9E31-4591-BD61-66A2B4A506D4}" srcOrd="0" destOrd="0" presId="urn:microsoft.com/office/officeart/2005/8/layout/vList3"/>
    <dgm:cxn modelId="{B2213B4A-229B-4DB1-9938-CF9F9B69E73B}" type="presParOf" srcId="{0CC09DD7-C46C-48B7-8861-A585B1ADF286}" destId="{93D689F0-60C1-42FA-B521-B88E815143AD}" srcOrd="1" destOrd="0" presId="urn:microsoft.com/office/officeart/2005/8/layout/vList3"/>
    <dgm:cxn modelId="{F7A3F698-B119-487D-A06F-301A8E4F39CC}" type="presParOf" srcId="{0C386AC5-3EF1-4354-9E56-CE683AC83167}" destId="{C2A81138-904E-4BFD-8559-7DCE4CA85F29}" srcOrd="7" destOrd="0" presId="urn:microsoft.com/office/officeart/2005/8/layout/vList3"/>
    <dgm:cxn modelId="{7FE56EC6-9AB2-4548-B741-29BD5C3B91E4}" type="presParOf" srcId="{0C386AC5-3EF1-4354-9E56-CE683AC83167}" destId="{99CF263B-CFF8-4F6E-B328-0E3CC66BB2F4}" srcOrd="8" destOrd="0" presId="urn:microsoft.com/office/officeart/2005/8/layout/vList3"/>
    <dgm:cxn modelId="{35B39C8F-4300-4BD0-BA97-135929A51D62}" type="presParOf" srcId="{99CF263B-CFF8-4F6E-B328-0E3CC66BB2F4}" destId="{AB03DC40-8A78-4D49-B862-EDC66FF9D506}" srcOrd="0" destOrd="0" presId="urn:microsoft.com/office/officeart/2005/8/layout/vList3"/>
    <dgm:cxn modelId="{84FC20BD-65DE-4C1F-B510-9478E2ECB2B8}" type="presParOf" srcId="{99CF263B-CFF8-4F6E-B328-0E3CC66BB2F4}" destId="{D3D87308-5462-449D-B15B-708CD2B716A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0A6FA2C3-9E9F-4135-9B2E-9E328850CE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1E0CE8D-6833-4B5A-9771-0085AEF3EEF8}">
      <dgm:prSet/>
      <dgm:spPr/>
      <dgm:t>
        <a:bodyPr/>
        <a:lstStyle/>
        <a:p>
          <a:r>
            <a:rPr lang="uk-UA" b="0" i="0" dirty="0"/>
            <a:t>скотарство</a:t>
          </a:r>
          <a:endParaRPr lang="uk-UA" dirty="0"/>
        </a:p>
      </dgm:t>
    </dgm:pt>
    <dgm:pt modelId="{1F9819DB-2229-497F-909B-E65783AE5739}" type="parTrans" cxnId="{43B14D8A-E36F-4F5C-984A-E1D192A7CBD7}">
      <dgm:prSet/>
      <dgm:spPr/>
      <dgm:t>
        <a:bodyPr/>
        <a:lstStyle/>
        <a:p>
          <a:endParaRPr lang="uk-UA"/>
        </a:p>
      </dgm:t>
    </dgm:pt>
    <dgm:pt modelId="{1D1987E8-CCE6-446D-A2E5-CBEF4FF7682A}" type="sibTrans" cxnId="{43B14D8A-E36F-4F5C-984A-E1D192A7CBD7}">
      <dgm:prSet/>
      <dgm:spPr/>
      <dgm:t>
        <a:bodyPr/>
        <a:lstStyle/>
        <a:p>
          <a:endParaRPr lang="uk-UA"/>
        </a:p>
      </dgm:t>
    </dgm:pt>
    <dgm:pt modelId="{03803F14-4104-4FE3-9F5B-82EEA439D423}">
      <dgm:prSet/>
      <dgm:spPr/>
      <dgm:t>
        <a:bodyPr/>
        <a:lstStyle/>
        <a:p>
          <a:r>
            <a:rPr lang="uk-UA" b="0" i="0" dirty="0"/>
            <a:t>рибальство</a:t>
          </a:r>
          <a:endParaRPr lang="uk-UA" dirty="0"/>
        </a:p>
      </dgm:t>
    </dgm:pt>
    <dgm:pt modelId="{5C83DF45-CDA8-4D7E-A455-A539A73867D1}" type="parTrans" cxnId="{E0D8EFB1-4AE4-4496-A486-0DA71B35D07B}">
      <dgm:prSet/>
      <dgm:spPr/>
      <dgm:t>
        <a:bodyPr/>
        <a:lstStyle/>
        <a:p>
          <a:endParaRPr lang="uk-UA"/>
        </a:p>
      </dgm:t>
    </dgm:pt>
    <dgm:pt modelId="{FEF7FF22-0267-4021-AE3C-90B13AE1997C}" type="sibTrans" cxnId="{E0D8EFB1-4AE4-4496-A486-0DA71B35D07B}">
      <dgm:prSet/>
      <dgm:spPr/>
      <dgm:t>
        <a:bodyPr/>
        <a:lstStyle/>
        <a:p>
          <a:endParaRPr lang="uk-UA"/>
        </a:p>
      </dgm:t>
    </dgm:pt>
    <dgm:pt modelId="{B8FB7BE1-7CB6-4682-908F-3068F49EC0AA}">
      <dgm:prSet/>
      <dgm:spPr/>
      <dgm:t>
        <a:bodyPr/>
        <a:lstStyle/>
        <a:p>
          <a:r>
            <a:rPr lang="uk-UA" b="0" i="0"/>
            <a:t>збиральництво</a:t>
          </a:r>
          <a:endParaRPr lang="uk-UA"/>
        </a:p>
      </dgm:t>
    </dgm:pt>
    <dgm:pt modelId="{4F41F741-532B-4BAE-86C8-85185CB27CD6}" type="parTrans" cxnId="{366BECDD-E699-431C-A975-EA9927E42903}">
      <dgm:prSet/>
      <dgm:spPr/>
      <dgm:t>
        <a:bodyPr/>
        <a:lstStyle/>
        <a:p>
          <a:endParaRPr lang="uk-UA"/>
        </a:p>
      </dgm:t>
    </dgm:pt>
    <dgm:pt modelId="{424F094D-1B71-4C24-B1ED-4812FE9AE113}" type="sibTrans" cxnId="{366BECDD-E699-431C-A975-EA9927E42903}">
      <dgm:prSet/>
      <dgm:spPr/>
      <dgm:t>
        <a:bodyPr/>
        <a:lstStyle/>
        <a:p>
          <a:endParaRPr lang="uk-UA"/>
        </a:p>
      </dgm:t>
    </dgm:pt>
    <dgm:pt modelId="{BDA50B28-0977-40FF-8624-C7396FC4A389}">
      <dgm:prSet/>
      <dgm:spPr/>
      <dgm:t>
        <a:bodyPr/>
        <a:lstStyle/>
        <a:p>
          <a:r>
            <a:rPr lang="uk-UA" b="0" i="0" dirty="0"/>
            <a:t>землеробство</a:t>
          </a:r>
          <a:endParaRPr lang="uk-UA" dirty="0"/>
        </a:p>
      </dgm:t>
    </dgm:pt>
    <dgm:pt modelId="{90F977DF-2C81-4B23-97C4-1E794A025CF2}" type="parTrans" cxnId="{B58ABF8A-0010-4796-AE10-7B62C2719387}">
      <dgm:prSet/>
      <dgm:spPr/>
      <dgm:t>
        <a:bodyPr/>
        <a:lstStyle/>
        <a:p>
          <a:endParaRPr lang="uk-UA"/>
        </a:p>
      </dgm:t>
    </dgm:pt>
    <dgm:pt modelId="{32B794C1-96C9-4C7D-BDB4-03CE55A7A83B}" type="sibTrans" cxnId="{B58ABF8A-0010-4796-AE10-7B62C2719387}">
      <dgm:prSet/>
      <dgm:spPr/>
      <dgm:t>
        <a:bodyPr/>
        <a:lstStyle/>
        <a:p>
          <a:endParaRPr lang="uk-UA"/>
        </a:p>
      </dgm:t>
    </dgm:pt>
    <dgm:pt modelId="{1A9C8071-D079-4E3B-9D56-1C28894F5398}" type="pres">
      <dgm:prSet presAssocID="{0A6FA2C3-9E9F-4135-9B2E-9E328850CE32}" presName="linear" presStyleCnt="0">
        <dgm:presLayoutVars>
          <dgm:animLvl val="lvl"/>
          <dgm:resizeHandles val="exact"/>
        </dgm:presLayoutVars>
      </dgm:prSet>
      <dgm:spPr/>
    </dgm:pt>
    <dgm:pt modelId="{581BFAA8-C187-402F-A400-1EAB678CA619}" type="pres">
      <dgm:prSet presAssocID="{31E0CE8D-6833-4B5A-9771-0085AEF3EEF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492C953-B6D3-42F8-841C-99DA3BBB75A6}" type="pres">
      <dgm:prSet presAssocID="{1D1987E8-CCE6-446D-A2E5-CBEF4FF7682A}" presName="spacer" presStyleCnt="0"/>
      <dgm:spPr/>
    </dgm:pt>
    <dgm:pt modelId="{50DAE126-22D9-4386-B974-41EA4A1C08E8}" type="pres">
      <dgm:prSet presAssocID="{03803F14-4104-4FE3-9F5B-82EEA439D4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9EF27E0-F0BC-410C-B2D1-13B3823C6374}" type="pres">
      <dgm:prSet presAssocID="{FEF7FF22-0267-4021-AE3C-90B13AE1997C}" presName="spacer" presStyleCnt="0"/>
      <dgm:spPr/>
    </dgm:pt>
    <dgm:pt modelId="{51B9AD8F-95C2-4992-A3F7-F39F704CE657}" type="pres">
      <dgm:prSet presAssocID="{B8FB7BE1-7CB6-4682-908F-3068F49EC0A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F2274A-8E42-4E66-8450-B48045ED3F6C}" type="pres">
      <dgm:prSet presAssocID="{424F094D-1B71-4C24-B1ED-4812FE9AE113}" presName="spacer" presStyleCnt="0"/>
      <dgm:spPr/>
    </dgm:pt>
    <dgm:pt modelId="{B40011A1-397F-4568-806E-42491D470FA4}" type="pres">
      <dgm:prSet presAssocID="{BDA50B28-0977-40FF-8624-C7396FC4A38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D691D08-CE32-490F-A106-6D1679346445}" type="presOf" srcId="{BDA50B28-0977-40FF-8624-C7396FC4A389}" destId="{B40011A1-397F-4568-806E-42491D470FA4}" srcOrd="0" destOrd="0" presId="urn:microsoft.com/office/officeart/2005/8/layout/vList2"/>
    <dgm:cxn modelId="{9412E75F-5C65-4C30-9B66-114507CF063F}" type="presOf" srcId="{B8FB7BE1-7CB6-4682-908F-3068F49EC0AA}" destId="{51B9AD8F-95C2-4992-A3F7-F39F704CE657}" srcOrd="0" destOrd="0" presId="urn:microsoft.com/office/officeart/2005/8/layout/vList2"/>
    <dgm:cxn modelId="{0C1C874A-DC64-422B-B254-410B570A4593}" type="presOf" srcId="{31E0CE8D-6833-4B5A-9771-0085AEF3EEF8}" destId="{581BFAA8-C187-402F-A400-1EAB678CA619}" srcOrd="0" destOrd="0" presId="urn:microsoft.com/office/officeart/2005/8/layout/vList2"/>
    <dgm:cxn modelId="{43B14D8A-E36F-4F5C-984A-E1D192A7CBD7}" srcId="{0A6FA2C3-9E9F-4135-9B2E-9E328850CE32}" destId="{31E0CE8D-6833-4B5A-9771-0085AEF3EEF8}" srcOrd="0" destOrd="0" parTransId="{1F9819DB-2229-497F-909B-E65783AE5739}" sibTransId="{1D1987E8-CCE6-446D-A2E5-CBEF4FF7682A}"/>
    <dgm:cxn modelId="{B58ABF8A-0010-4796-AE10-7B62C2719387}" srcId="{0A6FA2C3-9E9F-4135-9B2E-9E328850CE32}" destId="{BDA50B28-0977-40FF-8624-C7396FC4A389}" srcOrd="3" destOrd="0" parTransId="{90F977DF-2C81-4B23-97C4-1E794A025CF2}" sibTransId="{32B794C1-96C9-4C7D-BDB4-03CE55A7A83B}"/>
    <dgm:cxn modelId="{0E8F069E-C0FA-429C-9585-97472C82E7B5}" type="presOf" srcId="{03803F14-4104-4FE3-9F5B-82EEA439D423}" destId="{50DAE126-22D9-4386-B974-41EA4A1C08E8}" srcOrd="0" destOrd="0" presId="urn:microsoft.com/office/officeart/2005/8/layout/vList2"/>
    <dgm:cxn modelId="{863D6BA4-2635-4D14-A426-2A1707088C43}" type="presOf" srcId="{0A6FA2C3-9E9F-4135-9B2E-9E328850CE32}" destId="{1A9C8071-D079-4E3B-9D56-1C28894F5398}" srcOrd="0" destOrd="0" presId="urn:microsoft.com/office/officeart/2005/8/layout/vList2"/>
    <dgm:cxn modelId="{E0D8EFB1-4AE4-4496-A486-0DA71B35D07B}" srcId="{0A6FA2C3-9E9F-4135-9B2E-9E328850CE32}" destId="{03803F14-4104-4FE3-9F5B-82EEA439D423}" srcOrd="1" destOrd="0" parTransId="{5C83DF45-CDA8-4D7E-A455-A539A73867D1}" sibTransId="{FEF7FF22-0267-4021-AE3C-90B13AE1997C}"/>
    <dgm:cxn modelId="{366BECDD-E699-431C-A975-EA9927E42903}" srcId="{0A6FA2C3-9E9F-4135-9B2E-9E328850CE32}" destId="{B8FB7BE1-7CB6-4682-908F-3068F49EC0AA}" srcOrd="2" destOrd="0" parTransId="{4F41F741-532B-4BAE-86C8-85185CB27CD6}" sibTransId="{424F094D-1B71-4C24-B1ED-4812FE9AE113}"/>
    <dgm:cxn modelId="{0B2FCF00-37A9-4E5A-99B5-A6126721191B}" type="presParOf" srcId="{1A9C8071-D079-4E3B-9D56-1C28894F5398}" destId="{581BFAA8-C187-402F-A400-1EAB678CA619}" srcOrd="0" destOrd="0" presId="urn:microsoft.com/office/officeart/2005/8/layout/vList2"/>
    <dgm:cxn modelId="{3AFD147D-57B6-42B5-92EC-257A3992CD2D}" type="presParOf" srcId="{1A9C8071-D079-4E3B-9D56-1C28894F5398}" destId="{8492C953-B6D3-42F8-841C-99DA3BBB75A6}" srcOrd="1" destOrd="0" presId="urn:microsoft.com/office/officeart/2005/8/layout/vList2"/>
    <dgm:cxn modelId="{A2A22586-F9F8-4FD5-AE78-7FEA4B8FAC2C}" type="presParOf" srcId="{1A9C8071-D079-4E3B-9D56-1C28894F5398}" destId="{50DAE126-22D9-4386-B974-41EA4A1C08E8}" srcOrd="2" destOrd="0" presId="urn:microsoft.com/office/officeart/2005/8/layout/vList2"/>
    <dgm:cxn modelId="{8D6B5181-4CB8-4C8A-89AB-60AE32B4D978}" type="presParOf" srcId="{1A9C8071-D079-4E3B-9D56-1C28894F5398}" destId="{69EF27E0-F0BC-410C-B2D1-13B3823C6374}" srcOrd="3" destOrd="0" presId="urn:microsoft.com/office/officeart/2005/8/layout/vList2"/>
    <dgm:cxn modelId="{53B23DA3-6EC3-4AEB-BE6F-3BAD3B6E8D03}" type="presParOf" srcId="{1A9C8071-D079-4E3B-9D56-1C28894F5398}" destId="{51B9AD8F-95C2-4992-A3F7-F39F704CE657}" srcOrd="4" destOrd="0" presId="urn:microsoft.com/office/officeart/2005/8/layout/vList2"/>
    <dgm:cxn modelId="{DBC712EE-F96B-4245-AFAC-358A45A30364}" type="presParOf" srcId="{1A9C8071-D079-4E3B-9D56-1C28894F5398}" destId="{F3F2274A-8E42-4E66-8450-B48045ED3F6C}" srcOrd="5" destOrd="0" presId="urn:microsoft.com/office/officeart/2005/8/layout/vList2"/>
    <dgm:cxn modelId="{9C85FD5F-7527-41C9-BED3-F99D23E1B06F}" type="presParOf" srcId="{1A9C8071-D079-4E3B-9D56-1C28894F5398}" destId="{B40011A1-397F-4568-806E-42491D470FA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14E2CE09-FA77-48FE-8F10-1E2A781C27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0EE3D3A-A2FF-41F2-B0EB-AF2510E3392B}">
      <dgm:prSet/>
      <dgm:spPr/>
      <dgm:t>
        <a:bodyPr/>
        <a:lstStyle/>
        <a:p>
          <a:r>
            <a:rPr lang="ru-RU" b="0" i="0" dirty="0" err="1"/>
            <a:t>поглиблення</a:t>
          </a:r>
          <a:r>
            <a:rPr lang="ru-RU" b="0" i="0" dirty="0"/>
            <a:t> </a:t>
          </a:r>
          <a:r>
            <a:rPr lang="ru-RU" b="0" i="0" dirty="0" err="1"/>
            <a:t>першого</a:t>
          </a:r>
          <a:r>
            <a:rPr lang="ru-RU" b="0" i="0" dirty="0"/>
            <a:t> великого </a:t>
          </a:r>
          <a:r>
            <a:rPr lang="ru-RU" b="0" i="0" dirty="0" err="1"/>
            <a:t>суспільного</a:t>
          </a:r>
          <a:r>
            <a:rPr lang="ru-RU" b="0" i="0" dirty="0"/>
            <a:t> </a:t>
          </a:r>
          <a:r>
            <a:rPr lang="ru-RU" b="0" i="0" dirty="0" err="1"/>
            <a:t>поділу</a:t>
          </a:r>
          <a:r>
            <a:rPr lang="ru-RU" b="0" i="0" dirty="0"/>
            <a:t> </a:t>
          </a:r>
          <a:r>
            <a:rPr lang="ru-RU" b="0" i="0" dirty="0" err="1"/>
            <a:t>праці</a:t>
          </a:r>
          <a:endParaRPr lang="uk-UA" dirty="0"/>
        </a:p>
      </dgm:t>
    </dgm:pt>
    <dgm:pt modelId="{6EB5B86A-94AA-487E-B8ED-CE30B107D8B9}" type="parTrans" cxnId="{5A31ACD6-938F-4A7F-8192-9B3D6A6950DB}">
      <dgm:prSet/>
      <dgm:spPr/>
      <dgm:t>
        <a:bodyPr/>
        <a:lstStyle/>
        <a:p>
          <a:endParaRPr lang="uk-UA"/>
        </a:p>
      </dgm:t>
    </dgm:pt>
    <dgm:pt modelId="{5FCAA3E3-A929-4409-8B1B-F372208E5901}" type="sibTrans" cxnId="{5A31ACD6-938F-4A7F-8192-9B3D6A6950DB}">
      <dgm:prSet/>
      <dgm:spPr/>
      <dgm:t>
        <a:bodyPr/>
        <a:lstStyle/>
        <a:p>
          <a:endParaRPr lang="uk-UA"/>
        </a:p>
      </dgm:t>
    </dgm:pt>
    <dgm:pt modelId="{43D82E35-6DAA-4699-9F19-33697D40B892}">
      <dgm:prSet/>
      <dgm:spPr/>
      <dgm:t>
        <a:bodyPr/>
        <a:lstStyle/>
        <a:p>
          <a:r>
            <a:rPr lang="ru-RU" b="0" i="0"/>
            <a:t>удосконалення привласнювальних форм господарювання</a:t>
          </a:r>
          <a:endParaRPr lang="uk-UA"/>
        </a:p>
      </dgm:t>
    </dgm:pt>
    <dgm:pt modelId="{D2D8E575-A9D1-4EA7-965F-025DB28EE9E6}" type="parTrans" cxnId="{069520EE-5414-45A0-9004-702B609E05AF}">
      <dgm:prSet/>
      <dgm:spPr/>
      <dgm:t>
        <a:bodyPr/>
        <a:lstStyle/>
        <a:p>
          <a:endParaRPr lang="uk-UA"/>
        </a:p>
      </dgm:t>
    </dgm:pt>
    <dgm:pt modelId="{B91AB8DC-5EAE-48E1-80DC-54B487CC273B}" type="sibTrans" cxnId="{069520EE-5414-45A0-9004-702B609E05AF}">
      <dgm:prSet/>
      <dgm:spPr/>
      <dgm:t>
        <a:bodyPr/>
        <a:lstStyle/>
        <a:p>
          <a:endParaRPr lang="uk-UA"/>
        </a:p>
      </dgm:t>
    </dgm:pt>
    <dgm:pt modelId="{190FB990-62F7-4758-BA56-B33043195295}">
      <dgm:prSet/>
      <dgm:spPr/>
      <dgm:t>
        <a:bodyPr/>
        <a:lstStyle/>
        <a:p>
          <a:r>
            <a:rPr lang="ru-RU" b="0" i="0"/>
            <a:t>розвиток різних форм землеробства й скотарства</a:t>
          </a:r>
          <a:endParaRPr lang="uk-UA"/>
        </a:p>
      </dgm:t>
    </dgm:pt>
    <dgm:pt modelId="{4F62D2FA-ECE0-43A2-A4E4-A1A98E4B2552}" type="parTrans" cxnId="{AC106ADE-4D2F-403B-84F3-4724A7D4FE5E}">
      <dgm:prSet/>
      <dgm:spPr/>
      <dgm:t>
        <a:bodyPr/>
        <a:lstStyle/>
        <a:p>
          <a:endParaRPr lang="uk-UA"/>
        </a:p>
      </dgm:t>
    </dgm:pt>
    <dgm:pt modelId="{85E06EB4-8189-4B17-9933-39DBBECD5393}" type="sibTrans" cxnId="{AC106ADE-4D2F-403B-84F3-4724A7D4FE5E}">
      <dgm:prSet/>
      <dgm:spPr/>
      <dgm:t>
        <a:bodyPr/>
        <a:lstStyle/>
        <a:p>
          <a:endParaRPr lang="uk-UA"/>
        </a:p>
      </dgm:t>
    </dgm:pt>
    <dgm:pt modelId="{5E17D2A9-BBEA-4B56-B321-60E7446D0F4D}">
      <dgm:prSet/>
      <dgm:spPr/>
      <dgm:t>
        <a:bodyPr/>
        <a:lstStyle/>
        <a:p>
          <a:r>
            <a:rPr lang="ru-RU" b="0" i="0" dirty="0" err="1"/>
            <a:t>формування</a:t>
          </a:r>
          <a:r>
            <a:rPr lang="ru-RU" b="0" i="0" dirty="0"/>
            <a:t> </a:t>
          </a:r>
          <a:r>
            <a:rPr lang="ru-RU" b="0" i="0" dirty="0" err="1"/>
            <a:t>кочового</a:t>
          </a:r>
          <a:r>
            <a:rPr lang="ru-RU" b="0" i="0" dirty="0"/>
            <a:t> </a:t>
          </a:r>
          <a:r>
            <a:rPr lang="ru-RU" b="0" i="0" dirty="0" err="1"/>
            <a:t>господарства</a:t>
          </a:r>
          <a:endParaRPr lang="uk-UA" dirty="0"/>
        </a:p>
      </dgm:t>
    </dgm:pt>
    <dgm:pt modelId="{AB8DA549-C890-437D-822C-F5970B19FA7B}" type="parTrans" cxnId="{355A7730-AF7B-4100-B82A-CDA2BE78FC24}">
      <dgm:prSet/>
      <dgm:spPr/>
      <dgm:t>
        <a:bodyPr/>
        <a:lstStyle/>
        <a:p>
          <a:endParaRPr lang="uk-UA"/>
        </a:p>
      </dgm:t>
    </dgm:pt>
    <dgm:pt modelId="{A4A1BC79-2876-47DA-AC01-B9C438E35D79}" type="sibTrans" cxnId="{355A7730-AF7B-4100-B82A-CDA2BE78FC24}">
      <dgm:prSet/>
      <dgm:spPr/>
      <dgm:t>
        <a:bodyPr/>
        <a:lstStyle/>
        <a:p>
          <a:endParaRPr lang="uk-UA"/>
        </a:p>
      </dgm:t>
    </dgm:pt>
    <dgm:pt modelId="{CDF4A48B-39AD-4110-9C96-E9504732D796}" type="pres">
      <dgm:prSet presAssocID="{14E2CE09-FA77-48FE-8F10-1E2A781C27C1}" presName="linear" presStyleCnt="0">
        <dgm:presLayoutVars>
          <dgm:animLvl val="lvl"/>
          <dgm:resizeHandles val="exact"/>
        </dgm:presLayoutVars>
      </dgm:prSet>
      <dgm:spPr/>
    </dgm:pt>
    <dgm:pt modelId="{5A669F25-3660-40CD-BDDF-9A051F716A8C}" type="pres">
      <dgm:prSet presAssocID="{60EE3D3A-A2FF-41F2-B0EB-AF2510E3392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394BC7-289F-4693-97D9-E619CEAD7859}" type="pres">
      <dgm:prSet presAssocID="{5FCAA3E3-A929-4409-8B1B-F372208E5901}" presName="spacer" presStyleCnt="0"/>
      <dgm:spPr/>
    </dgm:pt>
    <dgm:pt modelId="{7F58ADA5-F301-4C84-B13E-E123A01E15DA}" type="pres">
      <dgm:prSet presAssocID="{43D82E35-6DAA-4699-9F19-33697D40B89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F6439B3-32A3-41CA-AEF8-D3DEAA2C8C5A}" type="pres">
      <dgm:prSet presAssocID="{B91AB8DC-5EAE-48E1-80DC-54B487CC273B}" presName="spacer" presStyleCnt="0"/>
      <dgm:spPr/>
    </dgm:pt>
    <dgm:pt modelId="{161ACAB8-FD07-4616-BFF2-9D3802CA7E3D}" type="pres">
      <dgm:prSet presAssocID="{190FB990-62F7-4758-BA56-B330431952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0982413-5126-4C88-9064-6004D1C9BBEB}" type="pres">
      <dgm:prSet presAssocID="{85E06EB4-8189-4B17-9933-39DBBECD5393}" presName="spacer" presStyleCnt="0"/>
      <dgm:spPr/>
    </dgm:pt>
    <dgm:pt modelId="{3EB412AC-4D8C-45E4-B894-DBFADC83C550}" type="pres">
      <dgm:prSet presAssocID="{5E17D2A9-BBEA-4B56-B321-60E7446D0F4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6916704-0D62-483A-981F-873AEAD6898A}" type="presOf" srcId="{5E17D2A9-BBEA-4B56-B321-60E7446D0F4D}" destId="{3EB412AC-4D8C-45E4-B894-DBFADC83C550}" srcOrd="0" destOrd="0" presId="urn:microsoft.com/office/officeart/2005/8/layout/vList2"/>
    <dgm:cxn modelId="{D935A11F-A1A0-461F-B4A6-88989C1E17F7}" type="presOf" srcId="{14E2CE09-FA77-48FE-8F10-1E2A781C27C1}" destId="{CDF4A48B-39AD-4110-9C96-E9504732D796}" srcOrd="0" destOrd="0" presId="urn:microsoft.com/office/officeart/2005/8/layout/vList2"/>
    <dgm:cxn modelId="{355A7730-AF7B-4100-B82A-CDA2BE78FC24}" srcId="{14E2CE09-FA77-48FE-8F10-1E2A781C27C1}" destId="{5E17D2A9-BBEA-4B56-B321-60E7446D0F4D}" srcOrd="3" destOrd="0" parTransId="{AB8DA549-C890-437D-822C-F5970B19FA7B}" sibTransId="{A4A1BC79-2876-47DA-AC01-B9C438E35D79}"/>
    <dgm:cxn modelId="{D9F6F17A-4308-4C6B-8560-540370919457}" type="presOf" srcId="{60EE3D3A-A2FF-41F2-B0EB-AF2510E3392B}" destId="{5A669F25-3660-40CD-BDDF-9A051F716A8C}" srcOrd="0" destOrd="0" presId="urn:microsoft.com/office/officeart/2005/8/layout/vList2"/>
    <dgm:cxn modelId="{51507EC0-E654-4E03-B88D-C4CF9BEE97B9}" type="presOf" srcId="{43D82E35-6DAA-4699-9F19-33697D40B892}" destId="{7F58ADA5-F301-4C84-B13E-E123A01E15DA}" srcOrd="0" destOrd="0" presId="urn:microsoft.com/office/officeart/2005/8/layout/vList2"/>
    <dgm:cxn modelId="{B74385D6-F853-4109-92BB-1326A805CD90}" type="presOf" srcId="{190FB990-62F7-4758-BA56-B33043195295}" destId="{161ACAB8-FD07-4616-BFF2-9D3802CA7E3D}" srcOrd="0" destOrd="0" presId="urn:microsoft.com/office/officeart/2005/8/layout/vList2"/>
    <dgm:cxn modelId="{5A31ACD6-938F-4A7F-8192-9B3D6A6950DB}" srcId="{14E2CE09-FA77-48FE-8F10-1E2A781C27C1}" destId="{60EE3D3A-A2FF-41F2-B0EB-AF2510E3392B}" srcOrd="0" destOrd="0" parTransId="{6EB5B86A-94AA-487E-B8ED-CE30B107D8B9}" sibTransId="{5FCAA3E3-A929-4409-8B1B-F372208E5901}"/>
    <dgm:cxn modelId="{AC106ADE-4D2F-403B-84F3-4724A7D4FE5E}" srcId="{14E2CE09-FA77-48FE-8F10-1E2A781C27C1}" destId="{190FB990-62F7-4758-BA56-B33043195295}" srcOrd="2" destOrd="0" parTransId="{4F62D2FA-ECE0-43A2-A4E4-A1A98E4B2552}" sibTransId="{85E06EB4-8189-4B17-9933-39DBBECD5393}"/>
    <dgm:cxn modelId="{069520EE-5414-45A0-9004-702B609E05AF}" srcId="{14E2CE09-FA77-48FE-8F10-1E2A781C27C1}" destId="{43D82E35-6DAA-4699-9F19-33697D40B892}" srcOrd="1" destOrd="0" parTransId="{D2D8E575-A9D1-4EA7-965F-025DB28EE9E6}" sibTransId="{B91AB8DC-5EAE-48E1-80DC-54B487CC273B}"/>
    <dgm:cxn modelId="{0E23E319-34C1-44D8-A4F5-6299A346F00B}" type="presParOf" srcId="{CDF4A48B-39AD-4110-9C96-E9504732D796}" destId="{5A669F25-3660-40CD-BDDF-9A051F716A8C}" srcOrd="0" destOrd="0" presId="urn:microsoft.com/office/officeart/2005/8/layout/vList2"/>
    <dgm:cxn modelId="{6318B9A0-DD6D-4A0C-B00E-4CB85BD6873C}" type="presParOf" srcId="{CDF4A48B-39AD-4110-9C96-E9504732D796}" destId="{96394BC7-289F-4693-97D9-E619CEAD7859}" srcOrd="1" destOrd="0" presId="urn:microsoft.com/office/officeart/2005/8/layout/vList2"/>
    <dgm:cxn modelId="{8EE19F3B-45EF-4889-BA44-DAB638BBD8A4}" type="presParOf" srcId="{CDF4A48B-39AD-4110-9C96-E9504732D796}" destId="{7F58ADA5-F301-4C84-B13E-E123A01E15DA}" srcOrd="2" destOrd="0" presId="urn:microsoft.com/office/officeart/2005/8/layout/vList2"/>
    <dgm:cxn modelId="{E820F2F0-2036-409D-B747-DD4FD0158840}" type="presParOf" srcId="{CDF4A48B-39AD-4110-9C96-E9504732D796}" destId="{3F6439B3-32A3-41CA-AEF8-D3DEAA2C8C5A}" srcOrd="3" destOrd="0" presId="urn:microsoft.com/office/officeart/2005/8/layout/vList2"/>
    <dgm:cxn modelId="{7855F88D-AB3C-4FCE-BC5D-957ACA68DC07}" type="presParOf" srcId="{CDF4A48B-39AD-4110-9C96-E9504732D796}" destId="{161ACAB8-FD07-4616-BFF2-9D3802CA7E3D}" srcOrd="4" destOrd="0" presId="urn:microsoft.com/office/officeart/2005/8/layout/vList2"/>
    <dgm:cxn modelId="{041B6FBA-B548-4E14-BE73-BBBA8C45C364}" type="presParOf" srcId="{CDF4A48B-39AD-4110-9C96-E9504732D796}" destId="{30982413-5126-4C88-9064-6004D1C9BBEB}" srcOrd="5" destOrd="0" presId="urn:microsoft.com/office/officeart/2005/8/layout/vList2"/>
    <dgm:cxn modelId="{F0B423B0-BD70-469A-AEEE-7272E434ECB3}" type="presParOf" srcId="{CDF4A48B-39AD-4110-9C96-E9504732D796}" destId="{3EB412AC-4D8C-45E4-B894-DBFADC83C55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67548CD-CFFC-45EF-8B04-AF1A81E01D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61DDD5A-411D-4EEC-87A5-E67B133CFA09}">
      <dgm:prSet/>
      <dgm:spPr/>
      <dgm:t>
        <a:bodyPr/>
        <a:lstStyle/>
        <a:p>
          <a:r>
            <a:rPr lang="ru-RU" b="0" i="0"/>
            <a:t>землеробство, скотарство, рибальство</a:t>
          </a:r>
          <a:endParaRPr lang="uk-UA"/>
        </a:p>
      </dgm:t>
    </dgm:pt>
    <dgm:pt modelId="{96DC60FF-5FF6-44C9-830A-7E9B3CCAEBE4}" type="parTrans" cxnId="{D07D44F3-8E76-458B-BF1B-CF38E2A35E49}">
      <dgm:prSet/>
      <dgm:spPr/>
      <dgm:t>
        <a:bodyPr/>
        <a:lstStyle/>
        <a:p>
          <a:endParaRPr lang="uk-UA"/>
        </a:p>
      </dgm:t>
    </dgm:pt>
    <dgm:pt modelId="{18C88A0F-078E-4C5B-B246-1A1231238957}" type="sibTrans" cxnId="{D07D44F3-8E76-458B-BF1B-CF38E2A35E49}">
      <dgm:prSet/>
      <dgm:spPr/>
      <dgm:t>
        <a:bodyPr/>
        <a:lstStyle/>
        <a:p>
          <a:endParaRPr lang="uk-UA"/>
        </a:p>
      </dgm:t>
    </dgm:pt>
    <dgm:pt modelId="{6C9BFE5A-7C1C-463D-A4EB-5445E2EF9838}">
      <dgm:prSet/>
      <dgm:spPr/>
      <dgm:t>
        <a:bodyPr/>
        <a:lstStyle/>
        <a:p>
          <a:r>
            <a:rPr lang="ru-RU" b="0" i="0" dirty="0" err="1"/>
            <a:t>мисливство</a:t>
          </a:r>
          <a:r>
            <a:rPr lang="ru-RU" b="0" i="0" dirty="0"/>
            <a:t>, </a:t>
          </a:r>
          <a:r>
            <a:rPr lang="ru-RU" b="0" i="0" dirty="0" err="1"/>
            <a:t>збиральництво</a:t>
          </a:r>
          <a:r>
            <a:rPr lang="ru-RU" b="0" i="0" dirty="0"/>
            <a:t>, </a:t>
          </a:r>
          <a:r>
            <a:rPr lang="ru-RU" b="0" i="0" dirty="0" err="1"/>
            <a:t>рибальство</a:t>
          </a:r>
          <a:endParaRPr lang="uk-UA" dirty="0"/>
        </a:p>
      </dgm:t>
    </dgm:pt>
    <dgm:pt modelId="{326C9806-E1FD-42DB-9690-B76FE1200AD0}" type="parTrans" cxnId="{6E0AD0C7-F8B9-4BFA-82D0-DF2D0FB5F60F}">
      <dgm:prSet/>
      <dgm:spPr/>
      <dgm:t>
        <a:bodyPr/>
        <a:lstStyle/>
        <a:p>
          <a:endParaRPr lang="uk-UA"/>
        </a:p>
      </dgm:t>
    </dgm:pt>
    <dgm:pt modelId="{2634D8FA-2C4F-4BA5-850B-C6A26E83692C}" type="sibTrans" cxnId="{6E0AD0C7-F8B9-4BFA-82D0-DF2D0FB5F60F}">
      <dgm:prSet/>
      <dgm:spPr/>
      <dgm:t>
        <a:bodyPr/>
        <a:lstStyle/>
        <a:p>
          <a:endParaRPr lang="uk-UA"/>
        </a:p>
      </dgm:t>
    </dgm:pt>
    <dgm:pt modelId="{18F0A97B-BD2D-4602-B2C7-F41F810177C8}" type="pres">
      <dgm:prSet presAssocID="{967548CD-CFFC-45EF-8B04-AF1A81E01D4F}" presName="linear" presStyleCnt="0">
        <dgm:presLayoutVars>
          <dgm:animLvl val="lvl"/>
          <dgm:resizeHandles val="exact"/>
        </dgm:presLayoutVars>
      </dgm:prSet>
      <dgm:spPr/>
    </dgm:pt>
    <dgm:pt modelId="{AA8CC7E2-3F7C-4465-B703-B2616343BC76}" type="pres">
      <dgm:prSet presAssocID="{061DDD5A-411D-4EEC-87A5-E67B133CFA0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5663E20-EC5E-4D3D-B4C6-5029F9017CDD}" type="pres">
      <dgm:prSet presAssocID="{18C88A0F-078E-4C5B-B246-1A1231238957}" presName="spacer" presStyleCnt="0"/>
      <dgm:spPr/>
    </dgm:pt>
    <dgm:pt modelId="{986D7247-947F-4892-809D-41FA1FAB3118}" type="pres">
      <dgm:prSet presAssocID="{6C9BFE5A-7C1C-463D-A4EB-5445E2EF983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27D9702-5A6C-4E34-8995-286F1065C979}" type="presOf" srcId="{061DDD5A-411D-4EEC-87A5-E67B133CFA09}" destId="{AA8CC7E2-3F7C-4465-B703-B2616343BC76}" srcOrd="0" destOrd="0" presId="urn:microsoft.com/office/officeart/2005/8/layout/vList2"/>
    <dgm:cxn modelId="{56BD7A78-9311-47F9-8E56-5515ACB99BF4}" type="presOf" srcId="{967548CD-CFFC-45EF-8B04-AF1A81E01D4F}" destId="{18F0A97B-BD2D-4602-B2C7-F41F810177C8}" srcOrd="0" destOrd="0" presId="urn:microsoft.com/office/officeart/2005/8/layout/vList2"/>
    <dgm:cxn modelId="{C245F4B0-2440-45FA-935D-CF09B52F37E2}" type="presOf" srcId="{6C9BFE5A-7C1C-463D-A4EB-5445E2EF9838}" destId="{986D7247-947F-4892-809D-41FA1FAB3118}" srcOrd="0" destOrd="0" presId="urn:microsoft.com/office/officeart/2005/8/layout/vList2"/>
    <dgm:cxn modelId="{6E0AD0C7-F8B9-4BFA-82D0-DF2D0FB5F60F}" srcId="{967548CD-CFFC-45EF-8B04-AF1A81E01D4F}" destId="{6C9BFE5A-7C1C-463D-A4EB-5445E2EF9838}" srcOrd="1" destOrd="0" parTransId="{326C9806-E1FD-42DB-9690-B76FE1200AD0}" sibTransId="{2634D8FA-2C4F-4BA5-850B-C6A26E83692C}"/>
    <dgm:cxn modelId="{D07D44F3-8E76-458B-BF1B-CF38E2A35E49}" srcId="{967548CD-CFFC-45EF-8B04-AF1A81E01D4F}" destId="{061DDD5A-411D-4EEC-87A5-E67B133CFA09}" srcOrd="0" destOrd="0" parTransId="{96DC60FF-5FF6-44C9-830A-7E9B3CCAEBE4}" sibTransId="{18C88A0F-078E-4C5B-B246-1A1231238957}"/>
    <dgm:cxn modelId="{AF8864BA-D964-4B31-8B11-132FE8F27EFD}" type="presParOf" srcId="{18F0A97B-BD2D-4602-B2C7-F41F810177C8}" destId="{AA8CC7E2-3F7C-4465-B703-B2616343BC76}" srcOrd="0" destOrd="0" presId="urn:microsoft.com/office/officeart/2005/8/layout/vList2"/>
    <dgm:cxn modelId="{181D0E87-28BD-4BBB-BC5C-8D45004366AD}" type="presParOf" srcId="{18F0A97B-BD2D-4602-B2C7-F41F810177C8}" destId="{C5663E20-EC5E-4D3D-B4C6-5029F9017CDD}" srcOrd="1" destOrd="0" presId="urn:microsoft.com/office/officeart/2005/8/layout/vList2"/>
    <dgm:cxn modelId="{2C2168D3-3CF9-4A74-B969-4B7583363E07}" type="presParOf" srcId="{18F0A97B-BD2D-4602-B2C7-F41F810177C8}" destId="{986D7247-947F-4892-809D-41FA1FAB311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83249A23-9072-47C0-9DEC-CF39E3F481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41FB211-D53B-4216-852E-E905DA2AD05B}">
      <dgm:prSet/>
      <dgm:spPr/>
      <dgm:t>
        <a:bodyPr/>
        <a:lstStyle/>
        <a:p>
          <a:r>
            <a:rPr lang="ru-RU" b="0" i="0" dirty="0" err="1"/>
            <a:t>збиральництво</a:t>
          </a:r>
          <a:r>
            <a:rPr lang="ru-RU" b="0" i="0" dirty="0"/>
            <a:t>, </a:t>
          </a:r>
          <a:r>
            <a:rPr lang="ru-RU" b="0" i="0" dirty="0" err="1"/>
            <a:t>тваринництво</a:t>
          </a:r>
          <a:r>
            <a:rPr lang="ru-RU" b="0" i="0" dirty="0"/>
            <a:t>, </a:t>
          </a:r>
          <a:r>
            <a:rPr lang="ru-RU" b="0" i="0" dirty="0" err="1"/>
            <a:t>рибальство</a:t>
          </a:r>
          <a:endParaRPr lang="uk-UA" dirty="0"/>
        </a:p>
      </dgm:t>
    </dgm:pt>
    <dgm:pt modelId="{2247D6E2-EED7-4FA9-9D99-8C964D3985EF}" type="parTrans" cxnId="{F8AF83A2-35C2-448E-9612-878EB0135B40}">
      <dgm:prSet/>
      <dgm:spPr/>
      <dgm:t>
        <a:bodyPr/>
        <a:lstStyle/>
        <a:p>
          <a:endParaRPr lang="uk-UA"/>
        </a:p>
      </dgm:t>
    </dgm:pt>
    <dgm:pt modelId="{0D90045B-CD99-49CB-A92B-D98894179232}" type="sibTrans" cxnId="{F8AF83A2-35C2-448E-9612-878EB0135B40}">
      <dgm:prSet/>
      <dgm:spPr/>
      <dgm:t>
        <a:bodyPr/>
        <a:lstStyle/>
        <a:p>
          <a:endParaRPr lang="uk-UA"/>
        </a:p>
      </dgm:t>
    </dgm:pt>
    <dgm:pt modelId="{0354B6C6-166F-4DF8-AF0E-3E375D8368A7}">
      <dgm:prSet/>
      <dgm:spPr/>
      <dgm:t>
        <a:bodyPr/>
        <a:lstStyle/>
        <a:p>
          <a:r>
            <a:rPr lang="ru-RU" b="0" i="0" dirty="0" err="1"/>
            <a:t>землеробство</a:t>
          </a:r>
          <a:r>
            <a:rPr lang="ru-RU" b="0" i="0" dirty="0"/>
            <a:t>, </a:t>
          </a:r>
          <a:r>
            <a:rPr lang="ru-RU" b="0" i="0" dirty="0" err="1"/>
            <a:t>збиральництво</a:t>
          </a:r>
          <a:r>
            <a:rPr lang="ru-RU" b="0" i="0" dirty="0"/>
            <a:t>, </a:t>
          </a:r>
          <a:r>
            <a:rPr lang="ru-RU" b="0" i="0" dirty="0" err="1"/>
            <a:t>мисливство</a:t>
          </a:r>
          <a:endParaRPr lang="uk-UA" dirty="0"/>
        </a:p>
      </dgm:t>
    </dgm:pt>
    <dgm:pt modelId="{C66EAC92-A692-440C-87B1-E935F62F8E43}" type="parTrans" cxnId="{77C82FD3-D59B-43A7-ACF8-E2B750F8FD52}">
      <dgm:prSet/>
      <dgm:spPr/>
      <dgm:t>
        <a:bodyPr/>
        <a:lstStyle/>
        <a:p>
          <a:endParaRPr lang="uk-UA"/>
        </a:p>
      </dgm:t>
    </dgm:pt>
    <dgm:pt modelId="{8B21E25C-8E34-4476-8ACD-9FD86A22E989}" type="sibTrans" cxnId="{77C82FD3-D59B-43A7-ACF8-E2B750F8FD52}">
      <dgm:prSet/>
      <dgm:spPr/>
      <dgm:t>
        <a:bodyPr/>
        <a:lstStyle/>
        <a:p>
          <a:endParaRPr lang="uk-UA"/>
        </a:p>
      </dgm:t>
    </dgm:pt>
    <dgm:pt modelId="{3F17E47B-31F4-4839-A292-2EA2D725644C}" type="pres">
      <dgm:prSet presAssocID="{83249A23-9072-47C0-9DEC-CF39E3F48196}" presName="linear" presStyleCnt="0">
        <dgm:presLayoutVars>
          <dgm:animLvl val="lvl"/>
          <dgm:resizeHandles val="exact"/>
        </dgm:presLayoutVars>
      </dgm:prSet>
      <dgm:spPr/>
    </dgm:pt>
    <dgm:pt modelId="{E6BAAEE4-2658-499B-9AEF-45B163E68C0D}" type="pres">
      <dgm:prSet presAssocID="{541FB211-D53B-4216-852E-E905DA2AD05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D68BD15-D31F-4E98-AF4E-AE5984688C7C}" type="pres">
      <dgm:prSet presAssocID="{0D90045B-CD99-49CB-A92B-D98894179232}" presName="spacer" presStyleCnt="0"/>
      <dgm:spPr/>
    </dgm:pt>
    <dgm:pt modelId="{1D410AA7-D9CB-428B-9301-EA90D1B988CF}" type="pres">
      <dgm:prSet presAssocID="{0354B6C6-166F-4DF8-AF0E-3E375D8368A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D2F1975-EFB8-4878-B026-204539AFA748}" type="presOf" srcId="{541FB211-D53B-4216-852E-E905DA2AD05B}" destId="{E6BAAEE4-2658-499B-9AEF-45B163E68C0D}" srcOrd="0" destOrd="0" presId="urn:microsoft.com/office/officeart/2005/8/layout/vList2"/>
    <dgm:cxn modelId="{BEA11879-88CF-4A04-899F-6DED8BA367FA}" type="presOf" srcId="{0354B6C6-166F-4DF8-AF0E-3E375D8368A7}" destId="{1D410AA7-D9CB-428B-9301-EA90D1B988CF}" srcOrd="0" destOrd="0" presId="urn:microsoft.com/office/officeart/2005/8/layout/vList2"/>
    <dgm:cxn modelId="{613CD99A-0007-480B-95FB-5C001BA0D28D}" type="presOf" srcId="{83249A23-9072-47C0-9DEC-CF39E3F48196}" destId="{3F17E47B-31F4-4839-A292-2EA2D725644C}" srcOrd="0" destOrd="0" presId="urn:microsoft.com/office/officeart/2005/8/layout/vList2"/>
    <dgm:cxn modelId="{F8AF83A2-35C2-448E-9612-878EB0135B40}" srcId="{83249A23-9072-47C0-9DEC-CF39E3F48196}" destId="{541FB211-D53B-4216-852E-E905DA2AD05B}" srcOrd="0" destOrd="0" parTransId="{2247D6E2-EED7-4FA9-9D99-8C964D3985EF}" sibTransId="{0D90045B-CD99-49CB-A92B-D98894179232}"/>
    <dgm:cxn modelId="{77C82FD3-D59B-43A7-ACF8-E2B750F8FD52}" srcId="{83249A23-9072-47C0-9DEC-CF39E3F48196}" destId="{0354B6C6-166F-4DF8-AF0E-3E375D8368A7}" srcOrd="1" destOrd="0" parTransId="{C66EAC92-A692-440C-87B1-E935F62F8E43}" sibTransId="{8B21E25C-8E34-4476-8ACD-9FD86A22E989}"/>
    <dgm:cxn modelId="{424D0D6D-15BE-43AD-A900-CE66DDFBC7CA}" type="presParOf" srcId="{3F17E47B-31F4-4839-A292-2EA2D725644C}" destId="{E6BAAEE4-2658-499B-9AEF-45B163E68C0D}" srcOrd="0" destOrd="0" presId="urn:microsoft.com/office/officeart/2005/8/layout/vList2"/>
    <dgm:cxn modelId="{FA5B876E-65EB-49A1-B0A7-776FDE295AEC}" type="presParOf" srcId="{3F17E47B-31F4-4839-A292-2EA2D725644C}" destId="{0D68BD15-D31F-4E98-AF4E-AE5984688C7C}" srcOrd="1" destOrd="0" presId="urn:microsoft.com/office/officeart/2005/8/layout/vList2"/>
    <dgm:cxn modelId="{C448A4DD-660E-494A-B8DB-A6DCCD7E7FBC}" type="presParOf" srcId="{3F17E47B-31F4-4839-A292-2EA2D725644C}" destId="{1D410AA7-D9CB-428B-9301-EA90D1B988C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30C1C250-4529-45FE-B59D-EF5E1CDC35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AA5787F-819C-4C9E-8075-9B8570C0FD10}">
      <dgm:prSet/>
      <dgm:spPr/>
      <dgm:t>
        <a:bodyPr/>
        <a:lstStyle/>
        <a:p>
          <a:r>
            <a:rPr lang="uk-UA" b="0" i="0"/>
            <a:t>палеоліту.</a:t>
          </a:r>
          <a:endParaRPr lang="uk-UA"/>
        </a:p>
      </dgm:t>
    </dgm:pt>
    <dgm:pt modelId="{D1F3A015-56A4-41F6-BF58-CC7DAA6DA8A6}" type="parTrans" cxnId="{3183E8FD-DFAA-43C4-8533-EFFAC6D45BFF}">
      <dgm:prSet/>
      <dgm:spPr/>
      <dgm:t>
        <a:bodyPr/>
        <a:lstStyle/>
        <a:p>
          <a:endParaRPr lang="uk-UA"/>
        </a:p>
      </dgm:t>
    </dgm:pt>
    <dgm:pt modelId="{26EF713A-A61E-4BEA-9FBB-EC555D7EA251}" type="sibTrans" cxnId="{3183E8FD-DFAA-43C4-8533-EFFAC6D45BFF}">
      <dgm:prSet/>
      <dgm:spPr/>
      <dgm:t>
        <a:bodyPr/>
        <a:lstStyle/>
        <a:p>
          <a:endParaRPr lang="uk-UA"/>
        </a:p>
      </dgm:t>
    </dgm:pt>
    <dgm:pt modelId="{F262535B-834F-42F7-AF39-252F2B8F88A4}">
      <dgm:prSet/>
      <dgm:spPr/>
      <dgm:t>
        <a:bodyPr/>
        <a:lstStyle/>
        <a:p>
          <a:r>
            <a:rPr lang="uk-UA" b="0" i="0" dirty="0"/>
            <a:t>мезоліту.</a:t>
          </a:r>
          <a:endParaRPr lang="uk-UA" dirty="0"/>
        </a:p>
      </dgm:t>
    </dgm:pt>
    <dgm:pt modelId="{7E326024-91E3-4D13-8A34-FA529D6D1678}" type="parTrans" cxnId="{EF7297F1-2C02-44CD-8610-343C42C91189}">
      <dgm:prSet/>
      <dgm:spPr/>
      <dgm:t>
        <a:bodyPr/>
        <a:lstStyle/>
        <a:p>
          <a:endParaRPr lang="uk-UA"/>
        </a:p>
      </dgm:t>
    </dgm:pt>
    <dgm:pt modelId="{12ABE670-3D9F-4F64-9FDB-EA4465420CD3}" type="sibTrans" cxnId="{EF7297F1-2C02-44CD-8610-343C42C91189}">
      <dgm:prSet/>
      <dgm:spPr/>
      <dgm:t>
        <a:bodyPr/>
        <a:lstStyle/>
        <a:p>
          <a:endParaRPr lang="uk-UA"/>
        </a:p>
      </dgm:t>
    </dgm:pt>
    <dgm:pt modelId="{78D0FDDB-0F12-4EDC-945C-ED5251890328}">
      <dgm:prSet/>
      <dgm:spPr/>
      <dgm:t>
        <a:bodyPr/>
        <a:lstStyle/>
        <a:p>
          <a:r>
            <a:rPr lang="uk-UA" b="0" i="0"/>
            <a:t>неоліту.</a:t>
          </a:r>
          <a:endParaRPr lang="uk-UA"/>
        </a:p>
      </dgm:t>
    </dgm:pt>
    <dgm:pt modelId="{635B9091-E6AA-4A5C-A15A-496056098BCA}" type="parTrans" cxnId="{5C121074-91B2-4DA9-A02C-18031069CD99}">
      <dgm:prSet/>
      <dgm:spPr/>
      <dgm:t>
        <a:bodyPr/>
        <a:lstStyle/>
        <a:p>
          <a:endParaRPr lang="uk-UA"/>
        </a:p>
      </dgm:t>
    </dgm:pt>
    <dgm:pt modelId="{CF8AD9D0-5B5F-461B-A50D-57774943C276}" type="sibTrans" cxnId="{5C121074-91B2-4DA9-A02C-18031069CD99}">
      <dgm:prSet/>
      <dgm:spPr/>
      <dgm:t>
        <a:bodyPr/>
        <a:lstStyle/>
        <a:p>
          <a:endParaRPr lang="uk-UA"/>
        </a:p>
      </dgm:t>
    </dgm:pt>
    <dgm:pt modelId="{32B3B9B3-CD78-484A-A1CE-A4E4561C2EFB}">
      <dgm:prSet/>
      <dgm:spPr/>
      <dgm:t>
        <a:bodyPr/>
        <a:lstStyle/>
        <a:p>
          <a:r>
            <a:rPr lang="uk-UA" b="0" i="0" dirty="0"/>
            <a:t>енеоліту.</a:t>
          </a:r>
          <a:endParaRPr lang="uk-UA" dirty="0"/>
        </a:p>
      </dgm:t>
    </dgm:pt>
    <dgm:pt modelId="{092A18D1-61CC-4045-AA9E-A66EC2732FCA}" type="parTrans" cxnId="{582CDB4F-E492-4D81-BB1C-DAC84D69E9AD}">
      <dgm:prSet/>
      <dgm:spPr/>
      <dgm:t>
        <a:bodyPr/>
        <a:lstStyle/>
        <a:p>
          <a:endParaRPr lang="uk-UA"/>
        </a:p>
      </dgm:t>
    </dgm:pt>
    <dgm:pt modelId="{254570D6-EDBC-49B9-8A63-8839A9746D74}" type="sibTrans" cxnId="{582CDB4F-E492-4D81-BB1C-DAC84D69E9AD}">
      <dgm:prSet/>
      <dgm:spPr/>
      <dgm:t>
        <a:bodyPr/>
        <a:lstStyle/>
        <a:p>
          <a:endParaRPr lang="uk-UA"/>
        </a:p>
      </dgm:t>
    </dgm:pt>
    <dgm:pt modelId="{918FF7B0-9E0A-447A-99E9-C5E12B16831C}" type="pres">
      <dgm:prSet presAssocID="{30C1C250-4529-45FE-B59D-EF5E1CDC35DE}" presName="linear" presStyleCnt="0">
        <dgm:presLayoutVars>
          <dgm:animLvl val="lvl"/>
          <dgm:resizeHandles val="exact"/>
        </dgm:presLayoutVars>
      </dgm:prSet>
      <dgm:spPr/>
    </dgm:pt>
    <dgm:pt modelId="{5CAFBC97-5266-450D-862B-BB48DBA435BD}" type="pres">
      <dgm:prSet presAssocID="{5AA5787F-819C-4C9E-8075-9B8570C0FD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61593AE-9FCB-46C7-ADB6-65AD70BA3A39}" type="pres">
      <dgm:prSet presAssocID="{26EF713A-A61E-4BEA-9FBB-EC555D7EA251}" presName="spacer" presStyleCnt="0"/>
      <dgm:spPr/>
    </dgm:pt>
    <dgm:pt modelId="{E95EB804-2B79-45CD-8263-0561D5BFE3B8}" type="pres">
      <dgm:prSet presAssocID="{F262535B-834F-42F7-AF39-252F2B8F88A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8EC0FF7-2B74-4C0A-89ED-0ADBBBCD6F78}" type="pres">
      <dgm:prSet presAssocID="{12ABE670-3D9F-4F64-9FDB-EA4465420CD3}" presName="spacer" presStyleCnt="0"/>
      <dgm:spPr/>
    </dgm:pt>
    <dgm:pt modelId="{0779DB0F-C95F-4040-A155-6759E40D5854}" type="pres">
      <dgm:prSet presAssocID="{78D0FDDB-0F12-4EDC-945C-ED52518903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538660-42E3-4EEA-BF9D-8BF52EFA3559}" type="pres">
      <dgm:prSet presAssocID="{CF8AD9D0-5B5F-461B-A50D-57774943C276}" presName="spacer" presStyleCnt="0"/>
      <dgm:spPr/>
    </dgm:pt>
    <dgm:pt modelId="{025413BB-664D-43A7-924C-1E8F1A4BDA29}" type="pres">
      <dgm:prSet presAssocID="{32B3B9B3-CD78-484A-A1CE-A4E4561C2EF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374F21-8F79-4830-83CB-6AEBC53FC28F}" type="presOf" srcId="{30C1C250-4529-45FE-B59D-EF5E1CDC35DE}" destId="{918FF7B0-9E0A-447A-99E9-C5E12B16831C}" srcOrd="0" destOrd="0" presId="urn:microsoft.com/office/officeart/2005/8/layout/vList2"/>
    <dgm:cxn modelId="{FF843C5C-0508-442F-BB18-E40259F90773}" type="presOf" srcId="{5AA5787F-819C-4C9E-8075-9B8570C0FD10}" destId="{5CAFBC97-5266-450D-862B-BB48DBA435BD}" srcOrd="0" destOrd="0" presId="urn:microsoft.com/office/officeart/2005/8/layout/vList2"/>
    <dgm:cxn modelId="{3156276C-2A47-4CB0-A28B-6AB68FF307A3}" type="presOf" srcId="{32B3B9B3-CD78-484A-A1CE-A4E4561C2EFB}" destId="{025413BB-664D-43A7-924C-1E8F1A4BDA29}" srcOrd="0" destOrd="0" presId="urn:microsoft.com/office/officeart/2005/8/layout/vList2"/>
    <dgm:cxn modelId="{582CDB4F-E492-4D81-BB1C-DAC84D69E9AD}" srcId="{30C1C250-4529-45FE-B59D-EF5E1CDC35DE}" destId="{32B3B9B3-CD78-484A-A1CE-A4E4561C2EFB}" srcOrd="3" destOrd="0" parTransId="{092A18D1-61CC-4045-AA9E-A66EC2732FCA}" sibTransId="{254570D6-EDBC-49B9-8A63-8839A9746D74}"/>
    <dgm:cxn modelId="{5C121074-91B2-4DA9-A02C-18031069CD99}" srcId="{30C1C250-4529-45FE-B59D-EF5E1CDC35DE}" destId="{78D0FDDB-0F12-4EDC-945C-ED5251890328}" srcOrd="2" destOrd="0" parTransId="{635B9091-E6AA-4A5C-A15A-496056098BCA}" sibTransId="{CF8AD9D0-5B5F-461B-A50D-57774943C276}"/>
    <dgm:cxn modelId="{44CB177E-06FC-4DF5-83EF-6C7C82E13D8E}" type="presOf" srcId="{F262535B-834F-42F7-AF39-252F2B8F88A4}" destId="{E95EB804-2B79-45CD-8263-0561D5BFE3B8}" srcOrd="0" destOrd="0" presId="urn:microsoft.com/office/officeart/2005/8/layout/vList2"/>
    <dgm:cxn modelId="{EF7297F1-2C02-44CD-8610-343C42C91189}" srcId="{30C1C250-4529-45FE-B59D-EF5E1CDC35DE}" destId="{F262535B-834F-42F7-AF39-252F2B8F88A4}" srcOrd="1" destOrd="0" parTransId="{7E326024-91E3-4D13-8A34-FA529D6D1678}" sibTransId="{12ABE670-3D9F-4F64-9FDB-EA4465420CD3}"/>
    <dgm:cxn modelId="{EF1F3CF2-97B5-4626-AC0D-3B8A36C4C374}" type="presOf" srcId="{78D0FDDB-0F12-4EDC-945C-ED5251890328}" destId="{0779DB0F-C95F-4040-A155-6759E40D5854}" srcOrd="0" destOrd="0" presId="urn:microsoft.com/office/officeart/2005/8/layout/vList2"/>
    <dgm:cxn modelId="{3183E8FD-DFAA-43C4-8533-EFFAC6D45BFF}" srcId="{30C1C250-4529-45FE-B59D-EF5E1CDC35DE}" destId="{5AA5787F-819C-4C9E-8075-9B8570C0FD10}" srcOrd="0" destOrd="0" parTransId="{D1F3A015-56A4-41F6-BF58-CC7DAA6DA8A6}" sibTransId="{26EF713A-A61E-4BEA-9FBB-EC555D7EA251}"/>
    <dgm:cxn modelId="{8897BC65-BFFC-424F-A8F7-D1647361E4CB}" type="presParOf" srcId="{918FF7B0-9E0A-447A-99E9-C5E12B16831C}" destId="{5CAFBC97-5266-450D-862B-BB48DBA435BD}" srcOrd="0" destOrd="0" presId="urn:microsoft.com/office/officeart/2005/8/layout/vList2"/>
    <dgm:cxn modelId="{3679EE18-232E-47DB-9935-D30FF49493A0}" type="presParOf" srcId="{918FF7B0-9E0A-447A-99E9-C5E12B16831C}" destId="{C61593AE-9FCB-46C7-ADB6-65AD70BA3A39}" srcOrd="1" destOrd="0" presId="urn:microsoft.com/office/officeart/2005/8/layout/vList2"/>
    <dgm:cxn modelId="{6B6FD1EE-9E73-4167-9B4A-B12E1FE7E17C}" type="presParOf" srcId="{918FF7B0-9E0A-447A-99E9-C5E12B16831C}" destId="{E95EB804-2B79-45CD-8263-0561D5BFE3B8}" srcOrd="2" destOrd="0" presId="urn:microsoft.com/office/officeart/2005/8/layout/vList2"/>
    <dgm:cxn modelId="{32E10BB8-7296-4EBC-BB99-D30F86AEDCF6}" type="presParOf" srcId="{918FF7B0-9E0A-447A-99E9-C5E12B16831C}" destId="{38EC0FF7-2B74-4C0A-89ED-0ADBBBCD6F78}" srcOrd="3" destOrd="0" presId="urn:microsoft.com/office/officeart/2005/8/layout/vList2"/>
    <dgm:cxn modelId="{4457B348-49BE-4434-8BA1-CDA0F073DD5B}" type="presParOf" srcId="{918FF7B0-9E0A-447A-99E9-C5E12B16831C}" destId="{0779DB0F-C95F-4040-A155-6759E40D5854}" srcOrd="4" destOrd="0" presId="urn:microsoft.com/office/officeart/2005/8/layout/vList2"/>
    <dgm:cxn modelId="{D9B5912F-7033-404B-B19B-D5B8B368FE5E}" type="presParOf" srcId="{918FF7B0-9E0A-447A-99E9-C5E12B16831C}" destId="{7E538660-42E3-4EEA-BF9D-8BF52EFA3559}" srcOrd="5" destOrd="0" presId="urn:microsoft.com/office/officeart/2005/8/layout/vList2"/>
    <dgm:cxn modelId="{40720593-5287-4342-A30C-A621AFBE0E13}" type="presParOf" srcId="{918FF7B0-9E0A-447A-99E9-C5E12B16831C}" destId="{025413BB-664D-43A7-924C-1E8F1A4BDA2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1798FAE-2594-4554-9499-920C51487F0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1B23900-5AEE-4747-B49F-0F1F3CD71F19}">
      <dgm:prSet/>
      <dgm:spPr/>
      <dgm:t>
        <a:bodyPr/>
        <a:lstStyle/>
        <a:p>
          <a:r>
            <a:rPr lang="uk-UA" b="0" i="0"/>
            <a:t>палеоліт</a:t>
          </a:r>
          <a:endParaRPr lang="uk-UA"/>
        </a:p>
      </dgm:t>
    </dgm:pt>
    <dgm:pt modelId="{0FCCA56B-7E01-4765-B467-2F9AB3DF5930}" type="parTrans" cxnId="{ACE8CAFF-67B1-42D3-A6B5-D5F34C042D1C}">
      <dgm:prSet/>
      <dgm:spPr/>
      <dgm:t>
        <a:bodyPr/>
        <a:lstStyle/>
        <a:p>
          <a:endParaRPr lang="uk-UA"/>
        </a:p>
      </dgm:t>
    </dgm:pt>
    <dgm:pt modelId="{F6F86972-B469-4191-8D9F-9C606B99ED5A}" type="sibTrans" cxnId="{ACE8CAFF-67B1-42D3-A6B5-D5F34C042D1C}">
      <dgm:prSet/>
      <dgm:spPr/>
      <dgm:t>
        <a:bodyPr/>
        <a:lstStyle/>
        <a:p>
          <a:endParaRPr lang="uk-UA"/>
        </a:p>
      </dgm:t>
    </dgm:pt>
    <dgm:pt modelId="{8478177C-8662-4B47-9972-8DB77C41B296}">
      <dgm:prSet/>
      <dgm:spPr/>
      <dgm:t>
        <a:bodyPr/>
        <a:lstStyle/>
        <a:p>
          <a:r>
            <a:rPr lang="uk-UA" b="0" i="0" dirty="0"/>
            <a:t>мезоліт</a:t>
          </a:r>
          <a:endParaRPr lang="uk-UA" dirty="0"/>
        </a:p>
      </dgm:t>
    </dgm:pt>
    <dgm:pt modelId="{115120E4-19FE-47BC-AE96-67F427EED6D6}" type="parTrans" cxnId="{95B3D22A-FAED-459A-8EAA-61C6915D29DB}">
      <dgm:prSet/>
      <dgm:spPr/>
      <dgm:t>
        <a:bodyPr/>
        <a:lstStyle/>
        <a:p>
          <a:endParaRPr lang="uk-UA"/>
        </a:p>
      </dgm:t>
    </dgm:pt>
    <dgm:pt modelId="{BF60914D-E3E6-4041-B055-0529EF9B54B6}" type="sibTrans" cxnId="{95B3D22A-FAED-459A-8EAA-61C6915D29DB}">
      <dgm:prSet/>
      <dgm:spPr/>
      <dgm:t>
        <a:bodyPr/>
        <a:lstStyle/>
        <a:p>
          <a:endParaRPr lang="uk-UA"/>
        </a:p>
      </dgm:t>
    </dgm:pt>
    <dgm:pt modelId="{519B3D2C-8981-412D-8B28-C680F3DB26C0}">
      <dgm:prSet/>
      <dgm:spPr/>
      <dgm:t>
        <a:bodyPr/>
        <a:lstStyle/>
        <a:p>
          <a:r>
            <a:rPr lang="uk-UA" b="0" i="0" dirty="0"/>
            <a:t>неоліт</a:t>
          </a:r>
          <a:endParaRPr lang="uk-UA" dirty="0"/>
        </a:p>
      </dgm:t>
    </dgm:pt>
    <dgm:pt modelId="{139FF17B-D14C-4E2F-9794-E82C264502E2}" type="parTrans" cxnId="{77E975BB-A286-4601-8680-27D7B1E12FDB}">
      <dgm:prSet/>
      <dgm:spPr/>
      <dgm:t>
        <a:bodyPr/>
        <a:lstStyle/>
        <a:p>
          <a:endParaRPr lang="uk-UA"/>
        </a:p>
      </dgm:t>
    </dgm:pt>
    <dgm:pt modelId="{6EB71847-4A1A-446C-AF05-83D5740DD42B}" type="sibTrans" cxnId="{77E975BB-A286-4601-8680-27D7B1E12FDB}">
      <dgm:prSet/>
      <dgm:spPr/>
      <dgm:t>
        <a:bodyPr/>
        <a:lstStyle/>
        <a:p>
          <a:endParaRPr lang="uk-UA"/>
        </a:p>
      </dgm:t>
    </dgm:pt>
    <dgm:pt modelId="{9D057F97-42C4-42B6-960B-9D65973118E4}">
      <dgm:prSet/>
      <dgm:spPr/>
      <dgm:t>
        <a:bodyPr/>
        <a:lstStyle/>
        <a:p>
          <a:r>
            <a:rPr lang="uk-UA" b="0" i="0" dirty="0"/>
            <a:t>бронзовий вік</a:t>
          </a:r>
          <a:endParaRPr lang="uk-UA" dirty="0"/>
        </a:p>
      </dgm:t>
    </dgm:pt>
    <dgm:pt modelId="{F39D5A59-0745-40C3-9C06-E346E85E897E}" type="parTrans" cxnId="{3066771A-92B5-43DA-B9EA-E7738AFDBB58}">
      <dgm:prSet/>
      <dgm:spPr/>
      <dgm:t>
        <a:bodyPr/>
        <a:lstStyle/>
        <a:p>
          <a:endParaRPr lang="uk-UA"/>
        </a:p>
      </dgm:t>
    </dgm:pt>
    <dgm:pt modelId="{1B546B4B-189B-4F6D-A383-BBB1833E9061}" type="sibTrans" cxnId="{3066771A-92B5-43DA-B9EA-E7738AFDBB58}">
      <dgm:prSet/>
      <dgm:spPr/>
      <dgm:t>
        <a:bodyPr/>
        <a:lstStyle/>
        <a:p>
          <a:endParaRPr lang="uk-UA"/>
        </a:p>
      </dgm:t>
    </dgm:pt>
    <dgm:pt modelId="{222021C4-D35E-440D-87CA-ECCC56FF2719}" type="pres">
      <dgm:prSet presAssocID="{81798FAE-2594-4554-9499-920C51487F04}" presName="matrix" presStyleCnt="0">
        <dgm:presLayoutVars>
          <dgm:chMax val="1"/>
          <dgm:dir/>
          <dgm:resizeHandles val="exact"/>
        </dgm:presLayoutVars>
      </dgm:prSet>
      <dgm:spPr/>
    </dgm:pt>
    <dgm:pt modelId="{69967CAB-167E-4CCE-B672-5E50B9AA41D8}" type="pres">
      <dgm:prSet presAssocID="{81798FAE-2594-4554-9499-920C51487F04}" presName="diamond" presStyleLbl="bgShp" presStyleIdx="0" presStyleCnt="1"/>
      <dgm:spPr/>
    </dgm:pt>
    <dgm:pt modelId="{770C2762-4670-455A-8634-48EB30D6D1D5}" type="pres">
      <dgm:prSet presAssocID="{81798FAE-2594-4554-9499-920C51487F0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75F5CF1-42EB-436C-8037-E6D3BA235DA8}" type="pres">
      <dgm:prSet presAssocID="{81798FAE-2594-4554-9499-920C51487F0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A85482F-B94D-4F32-87E4-A6D71512C1EF}" type="pres">
      <dgm:prSet presAssocID="{81798FAE-2594-4554-9499-920C51487F0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A2E6BA4-7666-459C-B28F-586B39F820C3}" type="pres">
      <dgm:prSet presAssocID="{81798FAE-2594-4554-9499-920C51487F0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165C304-ED46-46BE-B921-A945EBB74292}" type="presOf" srcId="{81798FAE-2594-4554-9499-920C51487F04}" destId="{222021C4-D35E-440D-87CA-ECCC56FF2719}" srcOrd="0" destOrd="0" presId="urn:microsoft.com/office/officeart/2005/8/layout/matrix3"/>
    <dgm:cxn modelId="{B9393A07-5757-4DF0-BC61-7E2511B6AFB0}" type="presOf" srcId="{9D057F97-42C4-42B6-960B-9D65973118E4}" destId="{DA2E6BA4-7666-459C-B28F-586B39F820C3}" srcOrd="0" destOrd="0" presId="urn:microsoft.com/office/officeart/2005/8/layout/matrix3"/>
    <dgm:cxn modelId="{EBCFAA10-0FB0-4C08-A107-095E99E70EAC}" type="presOf" srcId="{51B23900-5AEE-4747-B49F-0F1F3CD71F19}" destId="{770C2762-4670-455A-8634-48EB30D6D1D5}" srcOrd="0" destOrd="0" presId="urn:microsoft.com/office/officeart/2005/8/layout/matrix3"/>
    <dgm:cxn modelId="{3066771A-92B5-43DA-B9EA-E7738AFDBB58}" srcId="{81798FAE-2594-4554-9499-920C51487F04}" destId="{9D057F97-42C4-42B6-960B-9D65973118E4}" srcOrd="3" destOrd="0" parTransId="{F39D5A59-0745-40C3-9C06-E346E85E897E}" sibTransId="{1B546B4B-189B-4F6D-A383-BBB1833E9061}"/>
    <dgm:cxn modelId="{95B3D22A-FAED-459A-8EAA-61C6915D29DB}" srcId="{81798FAE-2594-4554-9499-920C51487F04}" destId="{8478177C-8662-4B47-9972-8DB77C41B296}" srcOrd="1" destOrd="0" parTransId="{115120E4-19FE-47BC-AE96-67F427EED6D6}" sibTransId="{BF60914D-E3E6-4041-B055-0529EF9B54B6}"/>
    <dgm:cxn modelId="{81F9F83B-9673-4CCB-A526-2A9C3809BF7F}" type="presOf" srcId="{8478177C-8662-4B47-9972-8DB77C41B296}" destId="{075F5CF1-42EB-436C-8037-E6D3BA235DA8}" srcOrd="0" destOrd="0" presId="urn:microsoft.com/office/officeart/2005/8/layout/matrix3"/>
    <dgm:cxn modelId="{77E975BB-A286-4601-8680-27D7B1E12FDB}" srcId="{81798FAE-2594-4554-9499-920C51487F04}" destId="{519B3D2C-8981-412D-8B28-C680F3DB26C0}" srcOrd="2" destOrd="0" parTransId="{139FF17B-D14C-4E2F-9794-E82C264502E2}" sibTransId="{6EB71847-4A1A-446C-AF05-83D5740DD42B}"/>
    <dgm:cxn modelId="{41CED2D0-0DAB-4265-8540-B1E3C07071AD}" type="presOf" srcId="{519B3D2C-8981-412D-8B28-C680F3DB26C0}" destId="{DA85482F-B94D-4F32-87E4-A6D71512C1EF}" srcOrd="0" destOrd="0" presId="urn:microsoft.com/office/officeart/2005/8/layout/matrix3"/>
    <dgm:cxn modelId="{ACE8CAFF-67B1-42D3-A6B5-D5F34C042D1C}" srcId="{81798FAE-2594-4554-9499-920C51487F04}" destId="{51B23900-5AEE-4747-B49F-0F1F3CD71F19}" srcOrd="0" destOrd="0" parTransId="{0FCCA56B-7E01-4765-B467-2F9AB3DF5930}" sibTransId="{F6F86972-B469-4191-8D9F-9C606B99ED5A}"/>
    <dgm:cxn modelId="{6C6B98AC-AD55-4C3C-9A19-255CBD747A44}" type="presParOf" srcId="{222021C4-D35E-440D-87CA-ECCC56FF2719}" destId="{69967CAB-167E-4CCE-B672-5E50B9AA41D8}" srcOrd="0" destOrd="0" presId="urn:microsoft.com/office/officeart/2005/8/layout/matrix3"/>
    <dgm:cxn modelId="{DB136B97-0BB9-43C2-B479-1383F6A1B249}" type="presParOf" srcId="{222021C4-D35E-440D-87CA-ECCC56FF2719}" destId="{770C2762-4670-455A-8634-48EB30D6D1D5}" srcOrd="1" destOrd="0" presId="urn:microsoft.com/office/officeart/2005/8/layout/matrix3"/>
    <dgm:cxn modelId="{12C55A6C-09BF-43DA-9F83-927394F96662}" type="presParOf" srcId="{222021C4-D35E-440D-87CA-ECCC56FF2719}" destId="{075F5CF1-42EB-436C-8037-E6D3BA235DA8}" srcOrd="2" destOrd="0" presId="urn:microsoft.com/office/officeart/2005/8/layout/matrix3"/>
    <dgm:cxn modelId="{518769EB-EA08-4DC4-9005-63B824F7DF2D}" type="presParOf" srcId="{222021C4-D35E-440D-87CA-ECCC56FF2719}" destId="{DA85482F-B94D-4F32-87E4-A6D71512C1EF}" srcOrd="3" destOrd="0" presId="urn:microsoft.com/office/officeart/2005/8/layout/matrix3"/>
    <dgm:cxn modelId="{33F321F9-0358-4418-BC8B-97A18D151350}" type="presParOf" srcId="{222021C4-D35E-440D-87CA-ECCC56FF2719}" destId="{DA2E6BA4-7666-459C-B28F-586B39F820C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9387C823-8D14-4DBA-8872-0622EBD9E23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5AA337F-49AE-43D7-89CE-C194AABEB0E5}">
      <dgm:prSet/>
      <dgm:spPr/>
      <dgm:t>
        <a:bodyPr/>
        <a:lstStyle/>
        <a:p>
          <a:r>
            <a:rPr lang="uk-UA" b="0" i="0"/>
            <a:t>палеоліту.</a:t>
          </a:r>
          <a:endParaRPr lang="uk-UA"/>
        </a:p>
      </dgm:t>
    </dgm:pt>
    <dgm:pt modelId="{D9FBF5B6-26A6-43A2-97EE-F149DEF09499}" type="parTrans" cxnId="{DDF98698-6D50-45DF-B9FF-33A821C52EB1}">
      <dgm:prSet/>
      <dgm:spPr/>
      <dgm:t>
        <a:bodyPr/>
        <a:lstStyle/>
        <a:p>
          <a:endParaRPr lang="uk-UA"/>
        </a:p>
      </dgm:t>
    </dgm:pt>
    <dgm:pt modelId="{D80C6C8F-DE5B-494A-8C68-2BBFF6BD1482}" type="sibTrans" cxnId="{DDF98698-6D50-45DF-B9FF-33A821C52EB1}">
      <dgm:prSet/>
      <dgm:spPr/>
      <dgm:t>
        <a:bodyPr/>
        <a:lstStyle/>
        <a:p>
          <a:endParaRPr lang="uk-UA"/>
        </a:p>
      </dgm:t>
    </dgm:pt>
    <dgm:pt modelId="{0F0F6CA7-9DAC-4EA1-8689-EDA67340B557}">
      <dgm:prSet/>
      <dgm:spPr/>
      <dgm:t>
        <a:bodyPr/>
        <a:lstStyle/>
        <a:p>
          <a:r>
            <a:rPr lang="uk-UA" b="0" i="0"/>
            <a:t>мезоліту.</a:t>
          </a:r>
          <a:endParaRPr lang="uk-UA"/>
        </a:p>
      </dgm:t>
    </dgm:pt>
    <dgm:pt modelId="{996EC45E-8AF1-4BEB-8510-FD99EEC6257B}" type="parTrans" cxnId="{D9922F53-1884-4221-B9D7-4EE2E7C36EBD}">
      <dgm:prSet/>
      <dgm:spPr/>
      <dgm:t>
        <a:bodyPr/>
        <a:lstStyle/>
        <a:p>
          <a:endParaRPr lang="uk-UA"/>
        </a:p>
      </dgm:t>
    </dgm:pt>
    <dgm:pt modelId="{198F7D2A-9A53-44A3-BD7B-B9E11B2FDD5D}" type="sibTrans" cxnId="{D9922F53-1884-4221-B9D7-4EE2E7C36EBD}">
      <dgm:prSet/>
      <dgm:spPr/>
      <dgm:t>
        <a:bodyPr/>
        <a:lstStyle/>
        <a:p>
          <a:endParaRPr lang="uk-UA"/>
        </a:p>
      </dgm:t>
    </dgm:pt>
    <dgm:pt modelId="{DD6C3992-5213-482F-B38A-FB7F67EBBE17}">
      <dgm:prSet/>
      <dgm:spPr/>
      <dgm:t>
        <a:bodyPr/>
        <a:lstStyle/>
        <a:p>
          <a:r>
            <a:rPr lang="uk-UA" b="0" i="0" dirty="0"/>
            <a:t>неоліту.</a:t>
          </a:r>
          <a:endParaRPr lang="uk-UA" dirty="0"/>
        </a:p>
      </dgm:t>
    </dgm:pt>
    <dgm:pt modelId="{2690AD30-9C94-4891-98BE-05FDC1586F4A}" type="parTrans" cxnId="{66C16FD2-65BD-416F-BE37-74FDDCB54FAE}">
      <dgm:prSet/>
      <dgm:spPr/>
      <dgm:t>
        <a:bodyPr/>
        <a:lstStyle/>
        <a:p>
          <a:endParaRPr lang="uk-UA"/>
        </a:p>
      </dgm:t>
    </dgm:pt>
    <dgm:pt modelId="{539ED08B-6662-40A5-BA64-6B5C9BA2FE3E}" type="sibTrans" cxnId="{66C16FD2-65BD-416F-BE37-74FDDCB54FAE}">
      <dgm:prSet/>
      <dgm:spPr/>
      <dgm:t>
        <a:bodyPr/>
        <a:lstStyle/>
        <a:p>
          <a:endParaRPr lang="uk-UA"/>
        </a:p>
      </dgm:t>
    </dgm:pt>
    <dgm:pt modelId="{12865EB0-A462-4E63-97D1-F9C20BDB641A}">
      <dgm:prSet/>
      <dgm:spPr/>
      <dgm:t>
        <a:bodyPr/>
        <a:lstStyle/>
        <a:p>
          <a:r>
            <a:rPr lang="uk-UA" b="0" i="0" dirty="0"/>
            <a:t>енеоліту.</a:t>
          </a:r>
          <a:endParaRPr lang="uk-UA" dirty="0"/>
        </a:p>
      </dgm:t>
    </dgm:pt>
    <dgm:pt modelId="{ADE2EEDD-55AD-4C8C-A0E9-15C9F33D3A78}" type="parTrans" cxnId="{57FC290E-2AC0-4EA3-8644-679FF43F5321}">
      <dgm:prSet/>
      <dgm:spPr/>
      <dgm:t>
        <a:bodyPr/>
        <a:lstStyle/>
        <a:p>
          <a:endParaRPr lang="uk-UA"/>
        </a:p>
      </dgm:t>
    </dgm:pt>
    <dgm:pt modelId="{CE9AF404-46EC-4D77-A983-7C7C163CA4FB}" type="sibTrans" cxnId="{57FC290E-2AC0-4EA3-8644-679FF43F5321}">
      <dgm:prSet/>
      <dgm:spPr/>
      <dgm:t>
        <a:bodyPr/>
        <a:lstStyle/>
        <a:p>
          <a:endParaRPr lang="uk-UA"/>
        </a:p>
      </dgm:t>
    </dgm:pt>
    <dgm:pt modelId="{410A5EB1-1D15-45F6-B31F-BA59300864A4}" type="pres">
      <dgm:prSet presAssocID="{9387C823-8D14-4DBA-8872-0622EBD9E236}" presName="matrix" presStyleCnt="0">
        <dgm:presLayoutVars>
          <dgm:chMax val="1"/>
          <dgm:dir/>
          <dgm:resizeHandles val="exact"/>
        </dgm:presLayoutVars>
      </dgm:prSet>
      <dgm:spPr/>
    </dgm:pt>
    <dgm:pt modelId="{4C60C1A5-0B65-4720-A30E-3C6A1C5EF316}" type="pres">
      <dgm:prSet presAssocID="{9387C823-8D14-4DBA-8872-0622EBD9E236}" presName="diamond" presStyleLbl="bgShp" presStyleIdx="0" presStyleCnt="1"/>
      <dgm:spPr/>
    </dgm:pt>
    <dgm:pt modelId="{122BD422-92C0-4233-9A1B-FCF724A79A8B}" type="pres">
      <dgm:prSet presAssocID="{9387C823-8D14-4DBA-8872-0622EBD9E23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23F8CA3-FEA9-4559-A49F-07867CEE9CFD}" type="pres">
      <dgm:prSet presAssocID="{9387C823-8D14-4DBA-8872-0622EBD9E23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94D60D7-1C3C-433D-9C98-9A0B6BBB7EA4}" type="pres">
      <dgm:prSet presAssocID="{9387C823-8D14-4DBA-8872-0622EBD9E23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33CF6E3-40E1-4C3F-9615-181BDB5D291C}" type="pres">
      <dgm:prSet presAssocID="{9387C823-8D14-4DBA-8872-0622EBD9E23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7FC290E-2AC0-4EA3-8644-679FF43F5321}" srcId="{9387C823-8D14-4DBA-8872-0622EBD9E236}" destId="{12865EB0-A462-4E63-97D1-F9C20BDB641A}" srcOrd="3" destOrd="0" parTransId="{ADE2EEDD-55AD-4C8C-A0E9-15C9F33D3A78}" sibTransId="{CE9AF404-46EC-4D77-A983-7C7C163CA4FB}"/>
    <dgm:cxn modelId="{A9059E69-4A1A-4777-966F-ED774E97EF08}" type="presOf" srcId="{12865EB0-A462-4E63-97D1-F9C20BDB641A}" destId="{E33CF6E3-40E1-4C3F-9615-181BDB5D291C}" srcOrd="0" destOrd="0" presId="urn:microsoft.com/office/officeart/2005/8/layout/matrix3"/>
    <dgm:cxn modelId="{CDB54552-0AF3-4FAB-BFF1-45D84FA6481E}" type="presOf" srcId="{0F0F6CA7-9DAC-4EA1-8689-EDA67340B557}" destId="{623F8CA3-FEA9-4559-A49F-07867CEE9CFD}" srcOrd="0" destOrd="0" presId="urn:microsoft.com/office/officeart/2005/8/layout/matrix3"/>
    <dgm:cxn modelId="{D9922F53-1884-4221-B9D7-4EE2E7C36EBD}" srcId="{9387C823-8D14-4DBA-8872-0622EBD9E236}" destId="{0F0F6CA7-9DAC-4EA1-8689-EDA67340B557}" srcOrd="1" destOrd="0" parTransId="{996EC45E-8AF1-4BEB-8510-FD99EEC6257B}" sibTransId="{198F7D2A-9A53-44A3-BD7B-B9E11B2FDD5D}"/>
    <dgm:cxn modelId="{1C925375-F61B-4399-B498-6B94EA2A9385}" type="presOf" srcId="{9387C823-8D14-4DBA-8872-0622EBD9E236}" destId="{410A5EB1-1D15-45F6-B31F-BA59300864A4}" srcOrd="0" destOrd="0" presId="urn:microsoft.com/office/officeart/2005/8/layout/matrix3"/>
    <dgm:cxn modelId="{DDF98698-6D50-45DF-B9FF-33A821C52EB1}" srcId="{9387C823-8D14-4DBA-8872-0622EBD9E236}" destId="{E5AA337F-49AE-43D7-89CE-C194AABEB0E5}" srcOrd="0" destOrd="0" parTransId="{D9FBF5B6-26A6-43A2-97EE-F149DEF09499}" sibTransId="{D80C6C8F-DE5B-494A-8C68-2BBFF6BD1482}"/>
    <dgm:cxn modelId="{B039E5C7-E377-47B6-B3CE-049172C9F023}" type="presOf" srcId="{DD6C3992-5213-482F-B38A-FB7F67EBBE17}" destId="{B94D60D7-1C3C-433D-9C98-9A0B6BBB7EA4}" srcOrd="0" destOrd="0" presId="urn:microsoft.com/office/officeart/2005/8/layout/matrix3"/>
    <dgm:cxn modelId="{66C16FD2-65BD-416F-BE37-74FDDCB54FAE}" srcId="{9387C823-8D14-4DBA-8872-0622EBD9E236}" destId="{DD6C3992-5213-482F-B38A-FB7F67EBBE17}" srcOrd="2" destOrd="0" parTransId="{2690AD30-9C94-4891-98BE-05FDC1586F4A}" sibTransId="{539ED08B-6662-40A5-BA64-6B5C9BA2FE3E}"/>
    <dgm:cxn modelId="{CB4895FF-327A-4A92-B512-6B46CE530612}" type="presOf" srcId="{E5AA337F-49AE-43D7-89CE-C194AABEB0E5}" destId="{122BD422-92C0-4233-9A1B-FCF724A79A8B}" srcOrd="0" destOrd="0" presId="urn:microsoft.com/office/officeart/2005/8/layout/matrix3"/>
    <dgm:cxn modelId="{524E3536-2702-4B83-A985-4C476D7D8004}" type="presParOf" srcId="{410A5EB1-1D15-45F6-B31F-BA59300864A4}" destId="{4C60C1A5-0B65-4720-A30E-3C6A1C5EF316}" srcOrd="0" destOrd="0" presId="urn:microsoft.com/office/officeart/2005/8/layout/matrix3"/>
    <dgm:cxn modelId="{AE00BB02-4CAA-4479-902E-C2972D1787CF}" type="presParOf" srcId="{410A5EB1-1D15-45F6-B31F-BA59300864A4}" destId="{122BD422-92C0-4233-9A1B-FCF724A79A8B}" srcOrd="1" destOrd="0" presId="urn:microsoft.com/office/officeart/2005/8/layout/matrix3"/>
    <dgm:cxn modelId="{74E8D70C-B87F-4A94-9222-9B9AFC52AD59}" type="presParOf" srcId="{410A5EB1-1D15-45F6-B31F-BA59300864A4}" destId="{623F8CA3-FEA9-4559-A49F-07867CEE9CFD}" srcOrd="2" destOrd="0" presId="urn:microsoft.com/office/officeart/2005/8/layout/matrix3"/>
    <dgm:cxn modelId="{D1A50889-3ECE-44CD-8104-0E6C81A18C07}" type="presParOf" srcId="{410A5EB1-1D15-45F6-B31F-BA59300864A4}" destId="{B94D60D7-1C3C-433D-9C98-9A0B6BBB7EA4}" srcOrd="3" destOrd="0" presId="urn:microsoft.com/office/officeart/2005/8/layout/matrix3"/>
    <dgm:cxn modelId="{B6052FF8-A70C-4C25-A050-52CF18588F1A}" type="presParOf" srcId="{410A5EB1-1D15-45F6-B31F-BA59300864A4}" destId="{E33CF6E3-40E1-4C3F-9615-181BDB5D291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89120CE7-67A0-4658-80A2-A57E82D15B7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B13CB98-EE03-45F2-9FEB-31AED20E1513}">
      <dgm:prSet/>
      <dgm:spPr/>
      <dgm:t>
        <a:bodyPr/>
        <a:lstStyle/>
        <a:p>
          <a:r>
            <a:rPr lang="uk-UA" b="0" i="0"/>
            <a:t>кіммерійців</a:t>
          </a:r>
          <a:endParaRPr lang="uk-UA"/>
        </a:p>
      </dgm:t>
    </dgm:pt>
    <dgm:pt modelId="{3321F2AE-0653-4D1A-BDEF-CBE30A2ABE5C}" type="parTrans" cxnId="{DA8F78EB-E922-4D23-B6F8-47D79406449D}">
      <dgm:prSet/>
      <dgm:spPr/>
      <dgm:t>
        <a:bodyPr/>
        <a:lstStyle/>
        <a:p>
          <a:endParaRPr lang="uk-UA"/>
        </a:p>
      </dgm:t>
    </dgm:pt>
    <dgm:pt modelId="{9A289477-9B62-436B-97B7-311E90A5DECD}" type="sibTrans" cxnId="{DA8F78EB-E922-4D23-B6F8-47D79406449D}">
      <dgm:prSet/>
      <dgm:spPr/>
      <dgm:t>
        <a:bodyPr/>
        <a:lstStyle/>
        <a:p>
          <a:endParaRPr lang="uk-UA"/>
        </a:p>
      </dgm:t>
    </dgm:pt>
    <dgm:pt modelId="{D5B6FDFB-FF0A-4D65-81F7-0457AC40F92E}">
      <dgm:prSet/>
      <dgm:spPr/>
      <dgm:t>
        <a:bodyPr/>
        <a:lstStyle/>
        <a:p>
          <a:r>
            <a:rPr lang="uk-UA" b="0" i="0" dirty="0"/>
            <a:t>царських скіфів</a:t>
          </a:r>
          <a:endParaRPr lang="uk-UA" dirty="0"/>
        </a:p>
      </dgm:t>
    </dgm:pt>
    <dgm:pt modelId="{80772C8A-E233-4525-89A1-A054D7A05820}" type="parTrans" cxnId="{FDE50A40-BE0A-4F72-8C10-7180D9E88F36}">
      <dgm:prSet/>
      <dgm:spPr/>
      <dgm:t>
        <a:bodyPr/>
        <a:lstStyle/>
        <a:p>
          <a:endParaRPr lang="uk-UA"/>
        </a:p>
      </dgm:t>
    </dgm:pt>
    <dgm:pt modelId="{D8ACAB1B-9824-4546-92CB-BDA185D24C18}" type="sibTrans" cxnId="{FDE50A40-BE0A-4F72-8C10-7180D9E88F36}">
      <dgm:prSet/>
      <dgm:spPr/>
      <dgm:t>
        <a:bodyPr/>
        <a:lstStyle/>
        <a:p>
          <a:endParaRPr lang="uk-UA"/>
        </a:p>
      </dgm:t>
    </dgm:pt>
    <dgm:pt modelId="{6D4B6BCC-CDBA-4DD4-81C9-A4EBEBC231BE}">
      <dgm:prSet/>
      <dgm:spPr/>
      <dgm:t>
        <a:bodyPr/>
        <a:lstStyle/>
        <a:p>
          <a:r>
            <a:rPr lang="uk-UA" b="0" i="0"/>
            <a:t>давніх слов’ян</a:t>
          </a:r>
          <a:endParaRPr lang="uk-UA"/>
        </a:p>
      </dgm:t>
    </dgm:pt>
    <dgm:pt modelId="{625E5D4F-DA5A-407E-8A4F-69C6E765ED9E}" type="parTrans" cxnId="{883BB66E-83E6-42F6-8913-BE4B1705274F}">
      <dgm:prSet/>
      <dgm:spPr/>
      <dgm:t>
        <a:bodyPr/>
        <a:lstStyle/>
        <a:p>
          <a:endParaRPr lang="uk-UA"/>
        </a:p>
      </dgm:t>
    </dgm:pt>
    <dgm:pt modelId="{DC1A49F3-2B23-4032-864F-26B3A1F624C2}" type="sibTrans" cxnId="{883BB66E-83E6-42F6-8913-BE4B1705274F}">
      <dgm:prSet/>
      <dgm:spPr/>
      <dgm:t>
        <a:bodyPr/>
        <a:lstStyle/>
        <a:p>
          <a:endParaRPr lang="uk-UA"/>
        </a:p>
      </dgm:t>
    </dgm:pt>
    <dgm:pt modelId="{5D6E187A-5AB4-49FF-874C-D847043A7E5C}">
      <dgm:prSet/>
      <dgm:spPr/>
      <dgm:t>
        <a:bodyPr/>
        <a:lstStyle/>
        <a:p>
          <a:r>
            <a:rPr lang="uk-UA" b="0" i="0" dirty="0"/>
            <a:t>трипільців</a:t>
          </a:r>
          <a:endParaRPr lang="uk-UA" dirty="0"/>
        </a:p>
      </dgm:t>
    </dgm:pt>
    <dgm:pt modelId="{772DCE3E-668D-4902-BC93-D6997C434250}" type="parTrans" cxnId="{4CBCD6F8-9F34-411E-9787-AD149FCDCB2E}">
      <dgm:prSet/>
      <dgm:spPr/>
      <dgm:t>
        <a:bodyPr/>
        <a:lstStyle/>
        <a:p>
          <a:endParaRPr lang="uk-UA"/>
        </a:p>
      </dgm:t>
    </dgm:pt>
    <dgm:pt modelId="{5642F6C3-3C32-47FD-93D2-756FD3C48965}" type="sibTrans" cxnId="{4CBCD6F8-9F34-411E-9787-AD149FCDCB2E}">
      <dgm:prSet/>
      <dgm:spPr/>
      <dgm:t>
        <a:bodyPr/>
        <a:lstStyle/>
        <a:p>
          <a:endParaRPr lang="uk-UA"/>
        </a:p>
      </dgm:t>
    </dgm:pt>
    <dgm:pt modelId="{E8F0CB72-61E0-436F-A66B-B45294BF0D7F}" type="pres">
      <dgm:prSet presAssocID="{89120CE7-67A0-4658-80A2-A57E82D15B74}" presName="linear" presStyleCnt="0">
        <dgm:presLayoutVars>
          <dgm:animLvl val="lvl"/>
          <dgm:resizeHandles val="exact"/>
        </dgm:presLayoutVars>
      </dgm:prSet>
      <dgm:spPr/>
    </dgm:pt>
    <dgm:pt modelId="{D508749A-7258-4A3C-A566-ECFB787ED3EC}" type="pres">
      <dgm:prSet presAssocID="{6B13CB98-EE03-45F2-9FEB-31AED20E151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5DB59A0-81AE-48E1-A284-AF22E0E519F6}" type="pres">
      <dgm:prSet presAssocID="{9A289477-9B62-436B-97B7-311E90A5DECD}" presName="spacer" presStyleCnt="0"/>
      <dgm:spPr/>
    </dgm:pt>
    <dgm:pt modelId="{CBF88F28-BB62-4FDD-B461-6418F03FE744}" type="pres">
      <dgm:prSet presAssocID="{D5B6FDFB-FF0A-4D65-81F7-0457AC40F92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3F8E988-CDD6-4C87-B469-9720B5ED3691}" type="pres">
      <dgm:prSet presAssocID="{D8ACAB1B-9824-4546-92CB-BDA185D24C18}" presName="spacer" presStyleCnt="0"/>
      <dgm:spPr/>
    </dgm:pt>
    <dgm:pt modelId="{3A768B73-7E93-48A5-8D3C-41E322EE6BC4}" type="pres">
      <dgm:prSet presAssocID="{6D4B6BCC-CDBA-4DD4-81C9-A4EBEBC231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235EED-A384-451C-86E9-68041C7A760F}" type="pres">
      <dgm:prSet presAssocID="{DC1A49F3-2B23-4032-864F-26B3A1F624C2}" presName="spacer" presStyleCnt="0"/>
      <dgm:spPr/>
    </dgm:pt>
    <dgm:pt modelId="{53D95AA1-B439-42A3-A2F4-0B97B0B97FEA}" type="pres">
      <dgm:prSet presAssocID="{5D6E187A-5AB4-49FF-874C-D847043A7E5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03E7F1A-A21F-40CF-989B-91BE6144A576}" type="presOf" srcId="{D5B6FDFB-FF0A-4D65-81F7-0457AC40F92E}" destId="{CBF88F28-BB62-4FDD-B461-6418F03FE744}" srcOrd="0" destOrd="0" presId="urn:microsoft.com/office/officeart/2005/8/layout/vList2"/>
    <dgm:cxn modelId="{B7A4953B-81C9-41AA-918B-E88BCB889A49}" type="presOf" srcId="{6B13CB98-EE03-45F2-9FEB-31AED20E1513}" destId="{D508749A-7258-4A3C-A566-ECFB787ED3EC}" srcOrd="0" destOrd="0" presId="urn:microsoft.com/office/officeart/2005/8/layout/vList2"/>
    <dgm:cxn modelId="{FDE50A40-BE0A-4F72-8C10-7180D9E88F36}" srcId="{89120CE7-67A0-4658-80A2-A57E82D15B74}" destId="{D5B6FDFB-FF0A-4D65-81F7-0457AC40F92E}" srcOrd="1" destOrd="0" parTransId="{80772C8A-E233-4525-89A1-A054D7A05820}" sibTransId="{D8ACAB1B-9824-4546-92CB-BDA185D24C18}"/>
    <dgm:cxn modelId="{883BB66E-83E6-42F6-8913-BE4B1705274F}" srcId="{89120CE7-67A0-4658-80A2-A57E82D15B74}" destId="{6D4B6BCC-CDBA-4DD4-81C9-A4EBEBC231BE}" srcOrd="2" destOrd="0" parTransId="{625E5D4F-DA5A-407E-8A4F-69C6E765ED9E}" sibTransId="{DC1A49F3-2B23-4032-864F-26B3A1F624C2}"/>
    <dgm:cxn modelId="{94533782-EC8D-4734-BBEB-057F0CEBF835}" type="presOf" srcId="{89120CE7-67A0-4658-80A2-A57E82D15B74}" destId="{E8F0CB72-61E0-436F-A66B-B45294BF0D7F}" srcOrd="0" destOrd="0" presId="urn:microsoft.com/office/officeart/2005/8/layout/vList2"/>
    <dgm:cxn modelId="{C84C949C-9491-4FD2-9F73-4ED97F0D9DFE}" type="presOf" srcId="{5D6E187A-5AB4-49FF-874C-D847043A7E5C}" destId="{53D95AA1-B439-42A3-A2F4-0B97B0B97FEA}" srcOrd="0" destOrd="0" presId="urn:microsoft.com/office/officeart/2005/8/layout/vList2"/>
    <dgm:cxn modelId="{6004E3AD-5872-4062-9CEB-AA2A1CBD20CD}" type="presOf" srcId="{6D4B6BCC-CDBA-4DD4-81C9-A4EBEBC231BE}" destId="{3A768B73-7E93-48A5-8D3C-41E322EE6BC4}" srcOrd="0" destOrd="0" presId="urn:microsoft.com/office/officeart/2005/8/layout/vList2"/>
    <dgm:cxn modelId="{DA8F78EB-E922-4D23-B6F8-47D79406449D}" srcId="{89120CE7-67A0-4658-80A2-A57E82D15B74}" destId="{6B13CB98-EE03-45F2-9FEB-31AED20E1513}" srcOrd="0" destOrd="0" parTransId="{3321F2AE-0653-4D1A-BDEF-CBE30A2ABE5C}" sibTransId="{9A289477-9B62-436B-97B7-311E90A5DECD}"/>
    <dgm:cxn modelId="{4CBCD6F8-9F34-411E-9787-AD149FCDCB2E}" srcId="{89120CE7-67A0-4658-80A2-A57E82D15B74}" destId="{5D6E187A-5AB4-49FF-874C-D847043A7E5C}" srcOrd="3" destOrd="0" parTransId="{772DCE3E-668D-4902-BC93-D6997C434250}" sibTransId="{5642F6C3-3C32-47FD-93D2-756FD3C48965}"/>
    <dgm:cxn modelId="{8D9DAD8A-EFF2-42D0-B252-34D5E109E1FE}" type="presParOf" srcId="{E8F0CB72-61E0-436F-A66B-B45294BF0D7F}" destId="{D508749A-7258-4A3C-A566-ECFB787ED3EC}" srcOrd="0" destOrd="0" presId="urn:microsoft.com/office/officeart/2005/8/layout/vList2"/>
    <dgm:cxn modelId="{D33E37DB-1EB6-4E67-8727-5ECD65D8085C}" type="presParOf" srcId="{E8F0CB72-61E0-436F-A66B-B45294BF0D7F}" destId="{45DB59A0-81AE-48E1-A284-AF22E0E519F6}" srcOrd="1" destOrd="0" presId="urn:microsoft.com/office/officeart/2005/8/layout/vList2"/>
    <dgm:cxn modelId="{0396AE80-3BB6-4E10-9B72-0730154235D8}" type="presParOf" srcId="{E8F0CB72-61E0-436F-A66B-B45294BF0D7F}" destId="{CBF88F28-BB62-4FDD-B461-6418F03FE744}" srcOrd="2" destOrd="0" presId="urn:microsoft.com/office/officeart/2005/8/layout/vList2"/>
    <dgm:cxn modelId="{DBA3B077-9E68-4D67-83BC-D632B362B7E8}" type="presParOf" srcId="{E8F0CB72-61E0-436F-A66B-B45294BF0D7F}" destId="{53F8E988-CDD6-4C87-B469-9720B5ED3691}" srcOrd="3" destOrd="0" presId="urn:microsoft.com/office/officeart/2005/8/layout/vList2"/>
    <dgm:cxn modelId="{480DB5B1-FB86-4C35-80C8-2AF1AC79397D}" type="presParOf" srcId="{E8F0CB72-61E0-436F-A66B-B45294BF0D7F}" destId="{3A768B73-7E93-48A5-8D3C-41E322EE6BC4}" srcOrd="4" destOrd="0" presId="urn:microsoft.com/office/officeart/2005/8/layout/vList2"/>
    <dgm:cxn modelId="{7EEBA12A-26D0-48E0-B315-BA9C5FA68C4F}" type="presParOf" srcId="{E8F0CB72-61E0-436F-A66B-B45294BF0D7F}" destId="{5A235EED-A384-451C-86E9-68041C7A760F}" srcOrd="5" destOrd="0" presId="urn:microsoft.com/office/officeart/2005/8/layout/vList2"/>
    <dgm:cxn modelId="{50518294-1150-4AC1-9FD4-4CBD68ECE7A3}" type="presParOf" srcId="{E8F0CB72-61E0-436F-A66B-B45294BF0D7F}" destId="{53D95AA1-B439-42A3-A2F4-0B97B0B97F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F7D8FBF4-227B-46C5-83FC-4BDAA007ACF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1F6B8E36-7507-4A77-907B-EFB5A90C4D37}">
      <dgm:prSet/>
      <dgm:spPr/>
      <dgm:t>
        <a:bodyPr/>
        <a:lstStyle/>
        <a:p>
          <a:r>
            <a:rPr lang="ru-RU" b="0" i="0" dirty="0" err="1"/>
            <a:t>Укажіть</a:t>
          </a:r>
          <a:r>
            <a:rPr lang="ru-RU" b="0" i="0" dirty="0"/>
            <a:t> </a:t>
          </a:r>
          <a:r>
            <a:rPr lang="ru-RU" b="0" i="0" dirty="0" err="1"/>
            <a:t>житло</a:t>
          </a:r>
          <a:r>
            <a:rPr lang="ru-RU" b="0" i="0" dirty="0"/>
            <a:t>, </a:t>
          </a:r>
          <a:r>
            <a:rPr lang="ru-RU" b="0" i="0" dirty="0" err="1"/>
            <a:t>характерне</a:t>
          </a:r>
          <a:r>
            <a:rPr lang="ru-RU" b="0" i="0" dirty="0"/>
            <a:t> для племен, </a:t>
          </a:r>
          <a:r>
            <a:rPr lang="ru-RU" b="0" i="0" dirty="0" err="1"/>
            <a:t>межі</a:t>
          </a:r>
          <a:r>
            <a:rPr lang="ru-RU" b="0" i="0" dirty="0"/>
            <a:t> </a:t>
          </a:r>
          <a:r>
            <a:rPr lang="ru-RU" b="0" i="0" dirty="0" err="1"/>
            <a:t>розселення</a:t>
          </a:r>
          <a:r>
            <a:rPr lang="ru-RU" b="0" i="0" dirty="0"/>
            <a:t> </a:t>
          </a:r>
          <a:r>
            <a:rPr lang="ru-RU" b="0" i="0" dirty="0" err="1"/>
            <a:t>яких</a:t>
          </a:r>
          <a:r>
            <a:rPr lang="ru-RU" b="0" i="0" dirty="0"/>
            <a:t> </a:t>
          </a:r>
          <a:r>
            <a:rPr lang="ru-RU" b="0" i="0" dirty="0" err="1"/>
            <a:t>позначено</a:t>
          </a:r>
          <a:r>
            <a:rPr lang="ru-RU" b="0" i="0" dirty="0"/>
            <a:t> на </a:t>
          </a:r>
          <a:r>
            <a:rPr lang="ru-RU" b="0" i="0" dirty="0" err="1"/>
            <a:t>картосхемі</a:t>
          </a:r>
          <a:r>
            <a:rPr lang="ru-RU" b="0" i="0" dirty="0"/>
            <a:t>.</a:t>
          </a:r>
          <a:endParaRPr lang="uk-UA" dirty="0"/>
        </a:p>
      </dgm:t>
    </dgm:pt>
    <dgm:pt modelId="{205FDB12-D73A-4D58-B12E-265D0B8B938B}" type="parTrans" cxnId="{0EC4260A-9493-4CDE-9BE3-195174C052EA}">
      <dgm:prSet/>
      <dgm:spPr/>
      <dgm:t>
        <a:bodyPr/>
        <a:lstStyle/>
        <a:p>
          <a:endParaRPr lang="uk-UA"/>
        </a:p>
      </dgm:t>
    </dgm:pt>
    <dgm:pt modelId="{D5972FE2-86DB-4ECE-9DF2-D2A7E4FCBA11}" type="sibTrans" cxnId="{0EC4260A-9493-4CDE-9BE3-195174C052EA}">
      <dgm:prSet/>
      <dgm:spPr/>
      <dgm:t>
        <a:bodyPr/>
        <a:lstStyle/>
        <a:p>
          <a:endParaRPr lang="uk-UA"/>
        </a:p>
      </dgm:t>
    </dgm:pt>
    <dgm:pt modelId="{F6C1D94A-74C9-4FAC-8D38-756E68FA078A}" type="pres">
      <dgm:prSet presAssocID="{F7D8FBF4-227B-46C5-83FC-4BDAA007ACFF}" presName="linear" presStyleCnt="0">
        <dgm:presLayoutVars>
          <dgm:animLvl val="lvl"/>
          <dgm:resizeHandles val="exact"/>
        </dgm:presLayoutVars>
      </dgm:prSet>
      <dgm:spPr/>
    </dgm:pt>
    <dgm:pt modelId="{760FC4F0-B4BC-4E3C-92C0-6CD8D5D2A8A7}" type="pres">
      <dgm:prSet presAssocID="{1F6B8E36-7507-4A77-907B-EFB5A90C4D37}" presName="parentText" presStyleLbl="node1" presStyleIdx="0" presStyleCnt="1" custScaleY="25626">
        <dgm:presLayoutVars>
          <dgm:chMax val="0"/>
          <dgm:bulletEnabled val="1"/>
        </dgm:presLayoutVars>
      </dgm:prSet>
      <dgm:spPr/>
    </dgm:pt>
  </dgm:ptLst>
  <dgm:cxnLst>
    <dgm:cxn modelId="{3D559C05-416D-4B69-9277-45D9E8A56503}" type="presOf" srcId="{F7D8FBF4-227B-46C5-83FC-4BDAA007ACFF}" destId="{F6C1D94A-74C9-4FAC-8D38-756E68FA078A}" srcOrd="0" destOrd="0" presId="urn:microsoft.com/office/officeart/2005/8/layout/vList2"/>
    <dgm:cxn modelId="{0EC4260A-9493-4CDE-9BE3-195174C052EA}" srcId="{F7D8FBF4-227B-46C5-83FC-4BDAA007ACFF}" destId="{1F6B8E36-7507-4A77-907B-EFB5A90C4D37}" srcOrd="0" destOrd="0" parTransId="{205FDB12-D73A-4D58-B12E-265D0B8B938B}" sibTransId="{D5972FE2-86DB-4ECE-9DF2-D2A7E4FCBA11}"/>
    <dgm:cxn modelId="{FE1162FA-4E48-4817-A2AD-2AD7E5132478}" type="presOf" srcId="{1F6B8E36-7507-4A77-907B-EFB5A90C4D37}" destId="{760FC4F0-B4BC-4E3C-92C0-6CD8D5D2A8A7}" srcOrd="0" destOrd="0" presId="urn:microsoft.com/office/officeart/2005/8/layout/vList2"/>
    <dgm:cxn modelId="{9E2B806F-8F6B-4F26-836B-3B60D44A2567}" type="presParOf" srcId="{F6C1D94A-74C9-4FAC-8D38-756E68FA078A}" destId="{760FC4F0-B4BC-4E3C-92C0-6CD8D5D2A8A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55E5CC20-3350-41D5-8AA7-929FCD7A6E5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B560A8E-7A0F-488D-9072-A7968312CD67}">
      <dgm:prSet/>
      <dgm:spPr/>
      <dgm:t>
        <a:bodyPr/>
        <a:lstStyle/>
        <a:p>
          <a:r>
            <a:rPr lang="uk-UA" b="0" i="0"/>
            <a:t>палеоліт</a:t>
          </a:r>
          <a:endParaRPr lang="uk-UA"/>
        </a:p>
      </dgm:t>
    </dgm:pt>
    <dgm:pt modelId="{A96EE8E8-298E-4E52-930E-CA00D35E889B}" type="parTrans" cxnId="{476F6831-FCDC-4F71-A9B1-E0F8D062ACB8}">
      <dgm:prSet/>
      <dgm:spPr/>
      <dgm:t>
        <a:bodyPr/>
        <a:lstStyle/>
        <a:p>
          <a:endParaRPr lang="uk-UA"/>
        </a:p>
      </dgm:t>
    </dgm:pt>
    <dgm:pt modelId="{597DCF6A-E6CC-4102-B8E6-3218DF2E5926}" type="sibTrans" cxnId="{476F6831-FCDC-4F71-A9B1-E0F8D062ACB8}">
      <dgm:prSet/>
      <dgm:spPr/>
      <dgm:t>
        <a:bodyPr/>
        <a:lstStyle/>
        <a:p>
          <a:endParaRPr lang="uk-UA"/>
        </a:p>
      </dgm:t>
    </dgm:pt>
    <dgm:pt modelId="{1D0ADA79-204B-49C9-92BA-EF62F8AABCB2}">
      <dgm:prSet/>
      <dgm:spPr/>
      <dgm:t>
        <a:bodyPr/>
        <a:lstStyle/>
        <a:p>
          <a:r>
            <a:rPr lang="uk-UA" b="0" i="0" dirty="0"/>
            <a:t>мезоліт</a:t>
          </a:r>
          <a:endParaRPr lang="uk-UA" dirty="0"/>
        </a:p>
      </dgm:t>
    </dgm:pt>
    <dgm:pt modelId="{4FC79EDE-2AC3-486F-8EFD-E62971B17AC9}" type="parTrans" cxnId="{D370128B-5695-4022-8DB0-A2FA1A43D6C0}">
      <dgm:prSet/>
      <dgm:spPr/>
      <dgm:t>
        <a:bodyPr/>
        <a:lstStyle/>
        <a:p>
          <a:endParaRPr lang="uk-UA"/>
        </a:p>
      </dgm:t>
    </dgm:pt>
    <dgm:pt modelId="{14F24401-4469-44F5-82CC-FBC3FE4E3355}" type="sibTrans" cxnId="{D370128B-5695-4022-8DB0-A2FA1A43D6C0}">
      <dgm:prSet/>
      <dgm:spPr/>
      <dgm:t>
        <a:bodyPr/>
        <a:lstStyle/>
        <a:p>
          <a:endParaRPr lang="uk-UA"/>
        </a:p>
      </dgm:t>
    </dgm:pt>
    <dgm:pt modelId="{387F3332-97CB-4E12-9776-A8EEAFE314E1}">
      <dgm:prSet/>
      <dgm:spPr/>
      <dgm:t>
        <a:bodyPr/>
        <a:lstStyle/>
        <a:p>
          <a:r>
            <a:rPr lang="uk-UA" b="0" i="0"/>
            <a:t>неоліт</a:t>
          </a:r>
          <a:endParaRPr lang="uk-UA"/>
        </a:p>
      </dgm:t>
    </dgm:pt>
    <dgm:pt modelId="{56FD7A35-AF3B-443D-A54A-569B69F41D71}" type="parTrans" cxnId="{44FC71A5-B66F-4004-ABE2-A5E5AEEBDEBB}">
      <dgm:prSet/>
      <dgm:spPr/>
      <dgm:t>
        <a:bodyPr/>
        <a:lstStyle/>
        <a:p>
          <a:endParaRPr lang="uk-UA"/>
        </a:p>
      </dgm:t>
    </dgm:pt>
    <dgm:pt modelId="{68299A31-0F1B-4B1B-8784-128C5DA0D86D}" type="sibTrans" cxnId="{44FC71A5-B66F-4004-ABE2-A5E5AEEBDEBB}">
      <dgm:prSet/>
      <dgm:spPr/>
      <dgm:t>
        <a:bodyPr/>
        <a:lstStyle/>
        <a:p>
          <a:endParaRPr lang="uk-UA"/>
        </a:p>
      </dgm:t>
    </dgm:pt>
    <dgm:pt modelId="{52763FAF-77CA-4636-95EF-00889E7377C9}">
      <dgm:prSet/>
      <dgm:spPr/>
      <dgm:t>
        <a:bodyPr/>
        <a:lstStyle/>
        <a:p>
          <a:r>
            <a:rPr lang="uk-UA" b="0" i="0" dirty="0"/>
            <a:t>енеоліт</a:t>
          </a:r>
          <a:endParaRPr lang="uk-UA" dirty="0"/>
        </a:p>
      </dgm:t>
    </dgm:pt>
    <dgm:pt modelId="{4908EE24-AE6C-4D6D-A874-9F76E74A2C83}" type="parTrans" cxnId="{D9795945-9EDD-44A0-8CAD-447F776A9A8C}">
      <dgm:prSet/>
      <dgm:spPr/>
      <dgm:t>
        <a:bodyPr/>
        <a:lstStyle/>
        <a:p>
          <a:endParaRPr lang="uk-UA"/>
        </a:p>
      </dgm:t>
    </dgm:pt>
    <dgm:pt modelId="{888C1441-4142-4BA8-BC49-6C9AF66ABE41}" type="sibTrans" cxnId="{D9795945-9EDD-44A0-8CAD-447F776A9A8C}">
      <dgm:prSet/>
      <dgm:spPr/>
      <dgm:t>
        <a:bodyPr/>
        <a:lstStyle/>
        <a:p>
          <a:endParaRPr lang="uk-UA"/>
        </a:p>
      </dgm:t>
    </dgm:pt>
    <dgm:pt modelId="{86FE71A0-300C-4648-B1B8-28C0080C629F}" type="pres">
      <dgm:prSet presAssocID="{55E5CC20-3350-41D5-8AA7-929FCD7A6E52}" presName="matrix" presStyleCnt="0">
        <dgm:presLayoutVars>
          <dgm:chMax val="1"/>
          <dgm:dir/>
          <dgm:resizeHandles val="exact"/>
        </dgm:presLayoutVars>
      </dgm:prSet>
      <dgm:spPr/>
    </dgm:pt>
    <dgm:pt modelId="{849691D3-DA79-4AA9-AE9C-4B1F5B96E62E}" type="pres">
      <dgm:prSet presAssocID="{55E5CC20-3350-41D5-8AA7-929FCD7A6E52}" presName="diamond" presStyleLbl="bgShp" presStyleIdx="0" presStyleCnt="1"/>
      <dgm:spPr/>
    </dgm:pt>
    <dgm:pt modelId="{7EFDBCF7-60C9-453D-AB75-8548C559B8CE}" type="pres">
      <dgm:prSet presAssocID="{55E5CC20-3350-41D5-8AA7-929FCD7A6E5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B207B8B-CA83-4C8B-BD86-4B1736CDF818}" type="pres">
      <dgm:prSet presAssocID="{55E5CC20-3350-41D5-8AA7-929FCD7A6E5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18C55AD-7D3C-404C-AFE2-AF5564E3CA1C}" type="pres">
      <dgm:prSet presAssocID="{55E5CC20-3350-41D5-8AA7-929FCD7A6E5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DF565C6-659F-483D-93C7-E2B8793DCC0C}" type="pres">
      <dgm:prSet presAssocID="{55E5CC20-3350-41D5-8AA7-929FCD7A6E5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76F6831-FCDC-4F71-A9B1-E0F8D062ACB8}" srcId="{55E5CC20-3350-41D5-8AA7-929FCD7A6E52}" destId="{2B560A8E-7A0F-488D-9072-A7968312CD67}" srcOrd="0" destOrd="0" parTransId="{A96EE8E8-298E-4E52-930E-CA00D35E889B}" sibTransId="{597DCF6A-E6CC-4102-B8E6-3218DF2E5926}"/>
    <dgm:cxn modelId="{8E25D935-9986-4899-AE00-45F6292ED3CC}" type="presOf" srcId="{52763FAF-77CA-4636-95EF-00889E7377C9}" destId="{4DF565C6-659F-483D-93C7-E2B8793DCC0C}" srcOrd="0" destOrd="0" presId="urn:microsoft.com/office/officeart/2005/8/layout/matrix3"/>
    <dgm:cxn modelId="{0F1D5939-5CC1-4D47-B904-2D9BF1F084C5}" type="presOf" srcId="{2B560A8E-7A0F-488D-9072-A7968312CD67}" destId="{7EFDBCF7-60C9-453D-AB75-8548C559B8CE}" srcOrd="0" destOrd="0" presId="urn:microsoft.com/office/officeart/2005/8/layout/matrix3"/>
    <dgm:cxn modelId="{D9795945-9EDD-44A0-8CAD-447F776A9A8C}" srcId="{55E5CC20-3350-41D5-8AA7-929FCD7A6E52}" destId="{52763FAF-77CA-4636-95EF-00889E7377C9}" srcOrd="3" destOrd="0" parTransId="{4908EE24-AE6C-4D6D-A874-9F76E74A2C83}" sibTransId="{888C1441-4142-4BA8-BC49-6C9AF66ABE41}"/>
    <dgm:cxn modelId="{D370128B-5695-4022-8DB0-A2FA1A43D6C0}" srcId="{55E5CC20-3350-41D5-8AA7-929FCD7A6E52}" destId="{1D0ADA79-204B-49C9-92BA-EF62F8AABCB2}" srcOrd="1" destOrd="0" parTransId="{4FC79EDE-2AC3-486F-8EFD-E62971B17AC9}" sibTransId="{14F24401-4469-44F5-82CC-FBC3FE4E3355}"/>
    <dgm:cxn modelId="{095FC78B-A7B2-44C9-9695-21311490930F}" type="presOf" srcId="{387F3332-97CB-4E12-9776-A8EEAFE314E1}" destId="{A18C55AD-7D3C-404C-AFE2-AF5564E3CA1C}" srcOrd="0" destOrd="0" presId="urn:microsoft.com/office/officeart/2005/8/layout/matrix3"/>
    <dgm:cxn modelId="{4BBD0995-6B74-44B1-88D5-1FBA93326D93}" type="presOf" srcId="{1D0ADA79-204B-49C9-92BA-EF62F8AABCB2}" destId="{5B207B8B-CA83-4C8B-BD86-4B1736CDF818}" srcOrd="0" destOrd="0" presId="urn:microsoft.com/office/officeart/2005/8/layout/matrix3"/>
    <dgm:cxn modelId="{44FC71A5-B66F-4004-ABE2-A5E5AEEBDEBB}" srcId="{55E5CC20-3350-41D5-8AA7-929FCD7A6E52}" destId="{387F3332-97CB-4E12-9776-A8EEAFE314E1}" srcOrd="2" destOrd="0" parTransId="{56FD7A35-AF3B-443D-A54A-569B69F41D71}" sibTransId="{68299A31-0F1B-4B1B-8784-128C5DA0D86D}"/>
    <dgm:cxn modelId="{C95948EB-A9BC-4D9E-8418-C795AD2AFEC6}" type="presOf" srcId="{55E5CC20-3350-41D5-8AA7-929FCD7A6E52}" destId="{86FE71A0-300C-4648-B1B8-28C0080C629F}" srcOrd="0" destOrd="0" presId="urn:microsoft.com/office/officeart/2005/8/layout/matrix3"/>
    <dgm:cxn modelId="{D766ED1B-766E-4EC4-857E-EE551970582E}" type="presParOf" srcId="{86FE71A0-300C-4648-B1B8-28C0080C629F}" destId="{849691D3-DA79-4AA9-AE9C-4B1F5B96E62E}" srcOrd="0" destOrd="0" presId="urn:microsoft.com/office/officeart/2005/8/layout/matrix3"/>
    <dgm:cxn modelId="{77026B57-45E1-4893-BDBE-A6D2CF98BC58}" type="presParOf" srcId="{86FE71A0-300C-4648-B1B8-28C0080C629F}" destId="{7EFDBCF7-60C9-453D-AB75-8548C559B8CE}" srcOrd="1" destOrd="0" presId="urn:microsoft.com/office/officeart/2005/8/layout/matrix3"/>
    <dgm:cxn modelId="{4CBB03CE-441F-4ABC-9B52-78EC98960EC3}" type="presParOf" srcId="{86FE71A0-300C-4648-B1B8-28C0080C629F}" destId="{5B207B8B-CA83-4C8B-BD86-4B1736CDF818}" srcOrd="2" destOrd="0" presId="urn:microsoft.com/office/officeart/2005/8/layout/matrix3"/>
    <dgm:cxn modelId="{7DE05F86-F197-41E0-A62E-A6A275EA0F07}" type="presParOf" srcId="{86FE71A0-300C-4648-B1B8-28C0080C629F}" destId="{A18C55AD-7D3C-404C-AFE2-AF5564E3CA1C}" srcOrd="3" destOrd="0" presId="urn:microsoft.com/office/officeart/2005/8/layout/matrix3"/>
    <dgm:cxn modelId="{0598361D-AE67-4F57-A7B9-A756C95F9D03}" type="presParOf" srcId="{86FE71A0-300C-4648-B1B8-28C0080C629F}" destId="{4DF565C6-659F-483D-93C7-E2B8793DCC0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60906CF9-81B8-4CCA-A061-4154D074DD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696BF18-4DF3-4DF4-BBA8-B7403E57B343}">
      <dgm:prSet/>
      <dgm:spPr/>
      <dgm:t>
        <a:bodyPr/>
        <a:lstStyle/>
        <a:p>
          <a:r>
            <a:rPr lang="ru-RU" b="0" i="0"/>
            <a:t>виготовлення перших знарядь праці</a:t>
          </a:r>
          <a:endParaRPr lang="uk-UA"/>
        </a:p>
      </dgm:t>
    </dgm:pt>
    <dgm:pt modelId="{09ADF26E-FC1E-4620-955B-AADF959604E9}" type="parTrans" cxnId="{54190603-2FC8-46B3-89AF-60EE27DA4AF2}">
      <dgm:prSet/>
      <dgm:spPr/>
      <dgm:t>
        <a:bodyPr/>
        <a:lstStyle/>
        <a:p>
          <a:endParaRPr lang="uk-UA"/>
        </a:p>
      </dgm:t>
    </dgm:pt>
    <dgm:pt modelId="{406ACE68-2326-4342-A14E-11EA08A99C29}" type="sibTrans" cxnId="{54190603-2FC8-46B3-89AF-60EE27DA4AF2}">
      <dgm:prSet/>
      <dgm:spPr/>
      <dgm:t>
        <a:bodyPr/>
        <a:lstStyle/>
        <a:p>
          <a:endParaRPr lang="uk-UA"/>
        </a:p>
      </dgm:t>
    </dgm:pt>
    <dgm:pt modelId="{CF9E5C7D-82C9-4879-826C-69DE63E18086}">
      <dgm:prSet/>
      <dgm:spPr/>
      <dgm:t>
        <a:bodyPr/>
        <a:lstStyle/>
        <a:p>
          <a:r>
            <a:rPr lang="ru-RU" b="0" i="0"/>
            <a:t>винайдення рибальства</a:t>
          </a:r>
          <a:endParaRPr lang="uk-UA"/>
        </a:p>
      </dgm:t>
    </dgm:pt>
    <dgm:pt modelId="{38A2E9EA-2036-4F4D-BF85-F113585D6D53}" type="parTrans" cxnId="{C92EEA80-F52C-49E1-8F09-5B0856C30905}">
      <dgm:prSet/>
      <dgm:spPr/>
      <dgm:t>
        <a:bodyPr/>
        <a:lstStyle/>
        <a:p>
          <a:endParaRPr lang="uk-UA"/>
        </a:p>
      </dgm:t>
    </dgm:pt>
    <dgm:pt modelId="{BD232F06-B7D5-42AA-94D5-C889DC6B6957}" type="sibTrans" cxnId="{C92EEA80-F52C-49E1-8F09-5B0856C30905}">
      <dgm:prSet/>
      <dgm:spPr/>
      <dgm:t>
        <a:bodyPr/>
        <a:lstStyle/>
        <a:p>
          <a:endParaRPr lang="uk-UA"/>
        </a:p>
      </dgm:t>
    </dgm:pt>
    <dgm:pt modelId="{541B0DAF-53D0-475D-8A18-4F8DF0DE59D3}">
      <dgm:prSet/>
      <dgm:spPr/>
      <dgm:t>
        <a:bodyPr/>
        <a:lstStyle/>
        <a:p>
          <a:r>
            <a:rPr lang="ru-RU" b="0" i="0"/>
            <a:t>початок обробки міді</a:t>
          </a:r>
          <a:endParaRPr lang="uk-UA"/>
        </a:p>
      </dgm:t>
    </dgm:pt>
    <dgm:pt modelId="{25D28E45-8D0F-40F4-8D14-96A18FD802BA}" type="parTrans" cxnId="{D5155C06-440F-4F2B-AD0F-81D07EDD0664}">
      <dgm:prSet/>
      <dgm:spPr/>
      <dgm:t>
        <a:bodyPr/>
        <a:lstStyle/>
        <a:p>
          <a:endParaRPr lang="uk-UA"/>
        </a:p>
      </dgm:t>
    </dgm:pt>
    <dgm:pt modelId="{C4ECC3F2-2C7C-4BF5-9353-E8751437E091}" type="sibTrans" cxnId="{D5155C06-440F-4F2B-AD0F-81D07EDD0664}">
      <dgm:prSet/>
      <dgm:spPr/>
      <dgm:t>
        <a:bodyPr/>
        <a:lstStyle/>
        <a:p>
          <a:endParaRPr lang="uk-UA"/>
        </a:p>
      </dgm:t>
    </dgm:pt>
    <dgm:pt modelId="{793FAB22-5290-4CD9-8B69-F82BD71B52C3}">
      <dgm:prSet/>
      <dgm:spPr/>
      <dgm:t>
        <a:bodyPr/>
        <a:lstStyle/>
        <a:p>
          <a:r>
            <a:rPr lang="ru-RU" b="0" i="0" dirty="0" err="1"/>
            <a:t>винайдення</a:t>
          </a:r>
          <a:r>
            <a:rPr lang="ru-RU" b="0" i="0" dirty="0"/>
            <a:t> </a:t>
          </a:r>
          <a:r>
            <a:rPr lang="ru-RU" b="0" i="0" dirty="0" err="1"/>
            <a:t>кераміки</a:t>
          </a:r>
          <a:endParaRPr lang="uk-UA" dirty="0"/>
        </a:p>
      </dgm:t>
    </dgm:pt>
    <dgm:pt modelId="{148FBEDE-93F7-4B73-93FA-044590D36192}" type="parTrans" cxnId="{223BF979-70E3-4D17-B7AC-29438C703518}">
      <dgm:prSet/>
      <dgm:spPr/>
      <dgm:t>
        <a:bodyPr/>
        <a:lstStyle/>
        <a:p>
          <a:endParaRPr lang="uk-UA"/>
        </a:p>
      </dgm:t>
    </dgm:pt>
    <dgm:pt modelId="{A4EA42E0-4073-48BA-9C64-DE1A4865A924}" type="sibTrans" cxnId="{223BF979-70E3-4D17-B7AC-29438C703518}">
      <dgm:prSet/>
      <dgm:spPr/>
      <dgm:t>
        <a:bodyPr/>
        <a:lstStyle/>
        <a:p>
          <a:endParaRPr lang="uk-UA"/>
        </a:p>
      </dgm:t>
    </dgm:pt>
    <dgm:pt modelId="{9FA46C0B-272D-4CAC-A713-471EAD0203EC}">
      <dgm:prSet/>
      <dgm:spPr/>
      <dgm:t>
        <a:bodyPr/>
        <a:lstStyle/>
        <a:p>
          <a:r>
            <a:rPr lang="ru-RU" b="0" i="0" dirty="0" err="1"/>
            <a:t>використання</a:t>
          </a:r>
          <a:r>
            <a:rPr lang="ru-RU" b="0" i="0" dirty="0"/>
            <a:t> </a:t>
          </a:r>
          <a:r>
            <a:rPr lang="ru-RU" b="0" i="0" dirty="0" err="1"/>
            <a:t>залізних</a:t>
          </a:r>
          <a:r>
            <a:rPr lang="ru-RU" b="0" i="0" dirty="0"/>
            <a:t> </a:t>
          </a:r>
          <a:r>
            <a:rPr lang="ru-RU" b="0" i="0" dirty="0" err="1"/>
            <a:t>знарядь</a:t>
          </a:r>
          <a:r>
            <a:rPr lang="ru-RU" b="0" i="0" dirty="0"/>
            <a:t> </a:t>
          </a:r>
          <a:r>
            <a:rPr lang="ru-RU" b="0" i="0" dirty="0" err="1"/>
            <a:t>праці</a:t>
          </a:r>
          <a:endParaRPr lang="uk-UA" dirty="0"/>
        </a:p>
      </dgm:t>
    </dgm:pt>
    <dgm:pt modelId="{165CD199-B248-404D-87CD-1F05C22FFB4B}" type="parTrans" cxnId="{40DB04D7-9EDB-495D-995A-1C7FBE3AF730}">
      <dgm:prSet/>
      <dgm:spPr/>
      <dgm:t>
        <a:bodyPr/>
        <a:lstStyle/>
        <a:p>
          <a:endParaRPr lang="uk-UA"/>
        </a:p>
      </dgm:t>
    </dgm:pt>
    <dgm:pt modelId="{4D49027D-3900-4805-934B-806E8983F4E1}" type="sibTrans" cxnId="{40DB04D7-9EDB-495D-995A-1C7FBE3AF730}">
      <dgm:prSet/>
      <dgm:spPr/>
      <dgm:t>
        <a:bodyPr/>
        <a:lstStyle/>
        <a:p>
          <a:endParaRPr lang="uk-UA"/>
        </a:p>
      </dgm:t>
    </dgm:pt>
    <dgm:pt modelId="{A8EE9662-DB15-465A-8CE8-E7EE296E96E7}" type="pres">
      <dgm:prSet presAssocID="{60906CF9-81B8-4CCA-A061-4154D074DD6A}" presName="linear" presStyleCnt="0">
        <dgm:presLayoutVars>
          <dgm:animLvl val="lvl"/>
          <dgm:resizeHandles val="exact"/>
        </dgm:presLayoutVars>
      </dgm:prSet>
      <dgm:spPr/>
    </dgm:pt>
    <dgm:pt modelId="{3E944643-2BEB-4F25-8BAC-6F72AF6FBAF0}" type="pres">
      <dgm:prSet presAssocID="{F696BF18-4DF3-4DF4-BBA8-B7403E57B34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2837661-A37F-4D60-8928-D21B0F7994C9}" type="pres">
      <dgm:prSet presAssocID="{406ACE68-2326-4342-A14E-11EA08A99C29}" presName="spacer" presStyleCnt="0"/>
      <dgm:spPr/>
    </dgm:pt>
    <dgm:pt modelId="{33813E13-9D11-4C28-A3D1-1DAF0112DAA6}" type="pres">
      <dgm:prSet presAssocID="{CF9E5C7D-82C9-4879-826C-69DE63E1808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8A85A40-3FEA-444E-89E0-144B16D505DB}" type="pres">
      <dgm:prSet presAssocID="{BD232F06-B7D5-42AA-94D5-C889DC6B6957}" presName="spacer" presStyleCnt="0"/>
      <dgm:spPr/>
    </dgm:pt>
    <dgm:pt modelId="{40CC6BE9-EA63-4764-A73F-06FD44985A83}" type="pres">
      <dgm:prSet presAssocID="{541B0DAF-53D0-475D-8A18-4F8DF0DE59D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D814C75-80C1-47A6-9DA9-4DD4F760669B}" type="pres">
      <dgm:prSet presAssocID="{C4ECC3F2-2C7C-4BF5-9353-E8751437E091}" presName="spacer" presStyleCnt="0"/>
      <dgm:spPr/>
    </dgm:pt>
    <dgm:pt modelId="{DD486484-7E1B-42B1-B0DC-F98422148383}" type="pres">
      <dgm:prSet presAssocID="{793FAB22-5290-4CD9-8B69-F82BD71B52C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3D98DC0-7D51-4295-8BA2-160ED5854169}" type="pres">
      <dgm:prSet presAssocID="{A4EA42E0-4073-48BA-9C64-DE1A4865A924}" presName="spacer" presStyleCnt="0"/>
      <dgm:spPr/>
    </dgm:pt>
    <dgm:pt modelId="{4ECC0A82-FEE2-4349-8186-562C474ABF7B}" type="pres">
      <dgm:prSet presAssocID="{9FA46C0B-272D-4CAC-A713-471EAD0203E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4190603-2FC8-46B3-89AF-60EE27DA4AF2}" srcId="{60906CF9-81B8-4CCA-A061-4154D074DD6A}" destId="{F696BF18-4DF3-4DF4-BBA8-B7403E57B343}" srcOrd="0" destOrd="0" parTransId="{09ADF26E-FC1E-4620-955B-AADF959604E9}" sibTransId="{406ACE68-2326-4342-A14E-11EA08A99C29}"/>
    <dgm:cxn modelId="{D5155C06-440F-4F2B-AD0F-81D07EDD0664}" srcId="{60906CF9-81B8-4CCA-A061-4154D074DD6A}" destId="{541B0DAF-53D0-475D-8A18-4F8DF0DE59D3}" srcOrd="2" destOrd="0" parTransId="{25D28E45-8D0F-40F4-8D14-96A18FD802BA}" sibTransId="{C4ECC3F2-2C7C-4BF5-9353-E8751437E091}"/>
    <dgm:cxn modelId="{7A399A0B-F83F-401D-974B-6C9271F2E916}" type="presOf" srcId="{F696BF18-4DF3-4DF4-BBA8-B7403E57B343}" destId="{3E944643-2BEB-4F25-8BAC-6F72AF6FBAF0}" srcOrd="0" destOrd="0" presId="urn:microsoft.com/office/officeart/2005/8/layout/vList2"/>
    <dgm:cxn modelId="{DD240C28-A86A-431A-B23B-A6FEFFA20855}" type="presOf" srcId="{541B0DAF-53D0-475D-8A18-4F8DF0DE59D3}" destId="{40CC6BE9-EA63-4764-A73F-06FD44985A83}" srcOrd="0" destOrd="0" presId="urn:microsoft.com/office/officeart/2005/8/layout/vList2"/>
    <dgm:cxn modelId="{2468C44F-87B4-4447-AAE1-AAD7AD9DA233}" type="presOf" srcId="{60906CF9-81B8-4CCA-A061-4154D074DD6A}" destId="{A8EE9662-DB15-465A-8CE8-E7EE296E96E7}" srcOrd="0" destOrd="0" presId="urn:microsoft.com/office/officeart/2005/8/layout/vList2"/>
    <dgm:cxn modelId="{7426CF79-8984-46E8-9657-A4E0480E6C2C}" type="presOf" srcId="{CF9E5C7D-82C9-4879-826C-69DE63E18086}" destId="{33813E13-9D11-4C28-A3D1-1DAF0112DAA6}" srcOrd="0" destOrd="0" presId="urn:microsoft.com/office/officeart/2005/8/layout/vList2"/>
    <dgm:cxn modelId="{223BF979-70E3-4D17-B7AC-29438C703518}" srcId="{60906CF9-81B8-4CCA-A061-4154D074DD6A}" destId="{793FAB22-5290-4CD9-8B69-F82BD71B52C3}" srcOrd="3" destOrd="0" parTransId="{148FBEDE-93F7-4B73-93FA-044590D36192}" sibTransId="{A4EA42E0-4073-48BA-9C64-DE1A4865A924}"/>
    <dgm:cxn modelId="{C92EEA80-F52C-49E1-8F09-5B0856C30905}" srcId="{60906CF9-81B8-4CCA-A061-4154D074DD6A}" destId="{CF9E5C7D-82C9-4879-826C-69DE63E18086}" srcOrd="1" destOrd="0" parTransId="{38A2E9EA-2036-4F4D-BF85-F113585D6D53}" sibTransId="{BD232F06-B7D5-42AA-94D5-C889DC6B6957}"/>
    <dgm:cxn modelId="{AE6769B0-641D-4024-84F8-3736C66FC362}" type="presOf" srcId="{793FAB22-5290-4CD9-8B69-F82BD71B52C3}" destId="{DD486484-7E1B-42B1-B0DC-F98422148383}" srcOrd="0" destOrd="0" presId="urn:microsoft.com/office/officeart/2005/8/layout/vList2"/>
    <dgm:cxn modelId="{40DB04D7-9EDB-495D-995A-1C7FBE3AF730}" srcId="{60906CF9-81B8-4CCA-A061-4154D074DD6A}" destId="{9FA46C0B-272D-4CAC-A713-471EAD0203EC}" srcOrd="4" destOrd="0" parTransId="{165CD199-B248-404D-87CD-1F05C22FFB4B}" sibTransId="{4D49027D-3900-4805-934B-806E8983F4E1}"/>
    <dgm:cxn modelId="{73D289F6-F556-47A2-BFED-E06B2E389569}" type="presOf" srcId="{9FA46C0B-272D-4CAC-A713-471EAD0203EC}" destId="{4ECC0A82-FEE2-4349-8186-562C474ABF7B}" srcOrd="0" destOrd="0" presId="urn:microsoft.com/office/officeart/2005/8/layout/vList2"/>
    <dgm:cxn modelId="{C803F071-A6C1-4412-B280-E91607B49CE3}" type="presParOf" srcId="{A8EE9662-DB15-465A-8CE8-E7EE296E96E7}" destId="{3E944643-2BEB-4F25-8BAC-6F72AF6FBAF0}" srcOrd="0" destOrd="0" presId="urn:microsoft.com/office/officeart/2005/8/layout/vList2"/>
    <dgm:cxn modelId="{B0CFA70C-BCE4-4A40-A0EA-C06FCC284B24}" type="presParOf" srcId="{A8EE9662-DB15-465A-8CE8-E7EE296E96E7}" destId="{82837661-A37F-4D60-8928-D21B0F7994C9}" srcOrd="1" destOrd="0" presId="urn:microsoft.com/office/officeart/2005/8/layout/vList2"/>
    <dgm:cxn modelId="{C5551E46-30AC-40CD-B32B-24C7650838B1}" type="presParOf" srcId="{A8EE9662-DB15-465A-8CE8-E7EE296E96E7}" destId="{33813E13-9D11-4C28-A3D1-1DAF0112DAA6}" srcOrd="2" destOrd="0" presId="urn:microsoft.com/office/officeart/2005/8/layout/vList2"/>
    <dgm:cxn modelId="{0C41E71C-3C4C-41B1-9ED5-1DABF33E4577}" type="presParOf" srcId="{A8EE9662-DB15-465A-8CE8-E7EE296E96E7}" destId="{B8A85A40-3FEA-444E-89E0-144B16D505DB}" srcOrd="3" destOrd="0" presId="urn:microsoft.com/office/officeart/2005/8/layout/vList2"/>
    <dgm:cxn modelId="{BBA4F879-2291-492F-AFE1-A276730CF439}" type="presParOf" srcId="{A8EE9662-DB15-465A-8CE8-E7EE296E96E7}" destId="{40CC6BE9-EA63-4764-A73F-06FD44985A83}" srcOrd="4" destOrd="0" presId="urn:microsoft.com/office/officeart/2005/8/layout/vList2"/>
    <dgm:cxn modelId="{F266A093-FFB2-4605-B161-F93EBC1301B7}" type="presParOf" srcId="{A8EE9662-DB15-465A-8CE8-E7EE296E96E7}" destId="{3D814C75-80C1-47A6-9DA9-4DD4F760669B}" srcOrd="5" destOrd="0" presId="urn:microsoft.com/office/officeart/2005/8/layout/vList2"/>
    <dgm:cxn modelId="{EF5146B0-199C-43DA-85EC-6123496D08F4}" type="presParOf" srcId="{A8EE9662-DB15-465A-8CE8-E7EE296E96E7}" destId="{DD486484-7E1B-42B1-B0DC-F98422148383}" srcOrd="6" destOrd="0" presId="urn:microsoft.com/office/officeart/2005/8/layout/vList2"/>
    <dgm:cxn modelId="{648F7388-C33F-4988-BE8C-6E7ED4F95E31}" type="presParOf" srcId="{A8EE9662-DB15-465A-8CE8-E7EE296E96E7}" destId="{43D98DC0-7D51-4295-8BA2-160ED5854169}" srcOrd="7" destOrd="0" presId="urn:microsoft.com/office/officeart/2005/8/layout/vList2"/>
    <dgm:cxn modelId="{A6871776-7C28-44CE-B13B-FABCCC4D1184}" type="presParOf" srcId="{A8EE9662-DB15-465A-8CE8-E7EE296E96E7}" destId="{4ECC0A82-FEE2-4349-8186-562C474ABF7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CA47ABF1-3FD7-4D67-9E4C-97604238866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45E4681-9B93-4C56-9B76-BDC367108775}">
      <dgm:prSet/>
      <dgm:spPr/>
      <dgm:t>
        <a:bodyPr/>
        <a:lstStyle/>
        <a:p>
          <a:r>
            <a:rPr lang="uk-UA" b="0" i="0" dirty="0"/>
            <a:t>Ольвія</a:t>
          </a:r>
          <a:endParaRPr lang="uk-UA" dirty="0"/>
        </a:p>
      </dgm:t>
    </dgm:pt>
    <dgm:pt modelId="{6963C14F-7276-4C35-8BF7-AD229D74BEC7}" type="parTrans" cxnId="{CD6965B2-D0D9-4944-8E50-09961D005D1F}">
      <dgm:prSet/>
      <dgm:spPr/>
      <dgm:t>
        <a:bodyPr/>
        <a:lstStyle/>
        <a:p>
          <a:endParaRPr lang="uk-UA"/>
        </a:p>
      </dgm:t>
    </dgm:pt>
    <dgm:pt modelId="{735795A0-519D-4088-BC1A-034418A7DDB1}" type="sibTrans" cxnId="{CD6965B2-D0D9-4944-8E50-09961D005D1F}">
      <dgm:prSet/>
      <dgm:spPr/>
      <dgm:t>
        <a:bodyPr/>
        <a:lstStyle/>
        <a:p>
          <a:endParaRPr lang="uk-UA"/>
        </a:p>
      </dgm:t>
    </dgm:pt>
    <dgm:pt modelId="{FFC620A5-03C5-4BF9-AD85-F065FF5ECA43}">
      <dgm:prSet/>
      <dgm:spPr/>
      <dgm:t>
        <a:bodyPr/>
        <a:lstStyle/>
        <a:p>
          <a:r>
            <a:rPr lang="uk-UA" b="0" i="0" dirty="0"/>
            <a:t>Пантікапей</a:t>
          </a:r>
          <a:endParaRPr lang="uk-UA" dirty="0"/>
        </a:p>
      </dgm:t>
    </dgm:pt>
    <dgm:pt modelId="{2655A5BC-33B3-45C3-991D-BEA6C3AB383D}" type="parTrans" cxnId="{C73E50C0-9B8F-42BB-874C-583EC3EAABFC}">
      <dgm:prSet/>
      <dgm:spPr/>
      <dgm:t>
        <a:bodyPr/>
        <a:lstStyle/>
        <a:p>
          <a:endParaRPr lang="uk-UA"/>
        </a:p>
      </dgm:t>
    </dgm:pt>
    <dgm:pt modelId="{8F45439B-ED38-475A-B95A-DFE4BEFFC123}" type="sibTrans" cxnId="{C73E50C0-9B8F-42BB-874C-583EC3EAABFC}">
      <dgm:prSet/>
      <dgm:spPr/>
      <dgm:t>
        <a:bodyPr/>
        <a:lstStyle/>
        <a:p>
          <a:endParaRPr lang="uk-UA"/>
        </a:p>
      </dgm:t>
    </dgm:pt>
    <dgm:pt modelId="{93176FA0-5DB5-4D7A-8A1A-A4FC5D03EEFA}">
      <dgm:prSet/>
      <dgm:spPr/>
      <dgm:t>
        <a:bodyPr/>
        <a:lstStyle/>
        <a:p>
          <a:r>
            <a:rPr lang="uk-UA" b="0" i="0"/>
            <a:t>Херсонес</a:t>
          </a:r>
          <a:endParaRPr lang="uk-UA"/>
        </a:p>
      </dgm:t>
    </dgm:pt>
    <dgm:pt modelId="{2D0B4CAF-D399-468A-B799-1EB8AED9C477}" type="parTrans" cxnId="{A3D58A52-739E-4AB7-96A9-1D89DDFA95B1}">
      <dgm:prSet/>
      <dgm:spPr/>
      <dgm:t>
        <a:bodyPr/>
        <a:lstStyle/>
        <a:p>
          <a:endParaRPr lang="uk-UA"/>
        </a:p>
      </dgm:t>
    </dgm:pt>
    <dgm:pt modelId="{E07449C1-EDE2-48FC-82E0-735EE7C157A4}" type="sibTrans" cxnId="{A3D58A52-739E-4AB7-96A9-1D89DDFA95B1}">
      <dgm:prSet/>
      <dgm:spPr/>
      <dgm:t>
        <a:bodyPr/>
        <a:lstStyle/>
        <a:p>
          <a:endParaRPr lang="uk-UA"/>
        </a:p>
      </dgm:t>
    </dgm:pt>
    <dgm:pt modelId="{EB389756-8483-4D1F-A83D-0F0023C6D635}">
      <dgm:prSet/>
      <dgm:spPr/>
      <dgm:t>
        <a:bodyPr/>
        <a:lstStyle/>
        <a:p>
          <a:r>
            <a:rPr lang="uk-UA" b="0" i="0" dirty="0" err="1"/>
            <a:t>Тіра</a:t>
          </a:r>
          <a:endParaRPr lang="uk-UA" dirty="0"/>
        </a:p>
      </dgm:t>
    </dgm:pt>
    <dgm:pt modelId="{1696BB04-0995-47BB-9E95-CE69F55B768F}" type="parTrans" cxnId="{3B4129A0-4914-4C70-9FCC-59BCBBF5DB0F}">
      <dgm:prSet/>
      <dgm:spPr/>
      <dgm:t>
        <a:bodyPr/>
        <a:lstStyle/>
        <a:p>
          <a:endParaRPr lang="uk-UA"/>
        </a:p>
      </dgm:t>
    </dgm:pt>
    <dgm:pt modelId="{9FC22799-1811-4A99-BB72-8DADDDCB45A3}" type="sibTrans" cxnId="{3B4129A0-4914-4C70-9FCC-59BCBBF5DB0F}">
      <dgm:prSet/>
      <dgm:spPr/>
      <dgm:t>
        <a:bodyPr/>
        <a:lstStyle/>
        <a:p>
          <a:endParaRPr lang="uk-UA"/>
        </a:p>
      </dgm:t>
    </dgm:pt>
    <dgm:pt modelId="{57D44698-8C99-4328-A917-D5C840846CA1}" type="pres">
      <dgm:prSet presAssocID="{CA47ABF1-3FD7-4D67-9E4C-97604238866D}" presName="linear" presStyleCnt="0">
        <dgm:presLayoutVars>
          <dgm:animLvl val="lvl"/>
          <dgm:resizeHandles val="exact"/>
        </dgm:presLayoutVars>
      </dgm:prSet>
      <dgm:spPr/>
    </dgm:pt>
    <dgm:pt modelId="{E90E5425-56C6-4858-8FDB-54ED58CA4DA0}" type="pres">
      <dgm:prSet presAssocID="{145E4681-9B93-4C56-9B76-BDC36710877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D8C04E4-9F24-4377-8D34-10542A53D483}" type="pres">
      <dgm:prSet presAssocID="{735795A0-519D-4088-BC1A-034418A7DDB1}" presName="spacer" presStyleCnt="0"/>
      <dgm:spPr/>
    </dgm:pt>
    <dgm:pt modelId="{7285AB7C-9F7F-4938-A685-004F5078B713}" type="pres">
      <dgm:prSet presAssocID="{FFC620A5-03C5-4BF9-AD85-F065FF5ECA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5334E14-4FEA-49AC-B5BD-5B6C3DB3AD11}" type="pres">
      <dgm:prSet presAssocID="{8F45439B-ED38-475A-B95A-DFE4BEFFC123}" presName="spacer" presStyleCnt="0"/>
      <dgm:spPr/>
    </dgm:pt>
    <dgm:pt modelId="{F3488C6E-59A4-4295-92DD-C09CECA02198}" type="pres">
      <dgm:prSet presAssocID="{93176FA0-5DB5-4D7A-8A1A-A4FC5D03EE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FB7ACB1-62A6-422A-BDAF-16A1C28ADD46}" type="pres">
      <dgm:prSet presAssocID="{E07449C1-EDE2-48FC-82E0-735EE7C157A4}" presName="spacer" presStyleCnt="0"/>
      <dgm:spPr/>
    </dgm:pt>
    <dgm:pt modelId="{C5B838BA-8E6F-4CAB-AB8D-98E679FC5854}" type="pres">
      <dgm:prSet presAssocID="{EB389756-8483-4D1F-A83D-0F0023C6D63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B154561-8E62-49E7-A3F4-D1C0CB6EA253}" type="presOf" srcId="{93176FA0-5DB5-4D7A-8A1A-A4FC5D03EEFA}" destId="{F3488C6E-59A4-4295-92DD-C09CECA02198}" srcOrd="0" destOrd="0" presId="urn:microsoft.com/office/officeart/2005/8/layout/vList2"/>
    <dgm:cxn modelId="{A3D58A52-739E-4AB7-96A9-1D89DDFA95B1}" srcId="{CA47ABF1-3FD7-4D67-9E4C-97604238866D}" destId="{93176FA0-5DB5-4D7A-8A1A-A4FC5D03EEFA}" srcOrd="2" destOrd="0" parTransId="{2D0B4CAF-D399-468A-B799-1EB8AED9C477}" sibTransId="{E07449C1-EDE2-48FC-82E0-735EE7C157A4}"/>
    <dgm:cxn modelId="{6C2CF785-CA36-4C1B-A39E-08B015546607}" type="presOf" srcId="{145E4681-9B93-4C56-9B76-BDC367108775}" destId="{E90E5425-56C6-4858-8FDB-54ED58CA4DA0}" srcOrd="0" destOrd="0" presId="urn:microsoft.com/office/officeart/2005/8/layout/vList2"/>
    <dgm:cxn modelId="{B6F2118D-D2E0-45AD-A03D-5D583AE2687D}" type="presOf" srcId="{CA47ABF1-3FD7-4D67-9E4C-97604238866D}" destId="{57D44698-8C99-4328-A917-D5C840846CA1}" srcOrd="0" destOrd="0" presId="urn:microsoft.com/office/officeart/2005/8/layout/vList2"/>
    <dgm:cxn modelId="{4A63DE92-52A5-4442-A9DE-0FB887C8DA83}" type="presOf" srcId="{EB389756-8483-4D1F-A83D-0F0023C6D635}" destId="{C5B838BA-8E6F-4CAB-AB8D-98E679FC5854}" srcOrd="0" destOrd="0" presId="urn:microsoft.com/office/officeart/2005/8/layout/vList2"/>
    <dgm:cxn modelId="{3B4129A0-4914-4C70-9FCC-59BCBBF5DB0F}" srcId="{CA47ABF1-3FD7-4D67-9E4C-97604238866D}" destId="{EB389756-8483-4D1F-A83D-0F0023C6D635}" srcOrd="3" destOrd="0" parTransId="{1696BB04-0995-47BB-9E95-CE69F55B768F}" sibTransId="{9FC22799-1811-4A99-BB72-8DADDDCB45A3}"/>
    <dgm:cxn modelId="{CD6965B2-D0D9-4944-8E50-09961D005D1F}" srcId="{CA47ABF1-3FD7-4D67-9E4C-97604238866D}" destId="{145E4681-9B93-4C56-9B76-BDC367108775}" srcOrd="0" destOrd="0" parTransId="{6963C14F-7276-4C35-8BF7-AD229D74BEC7}" sibTransId="{735795A0-519D-4088-BC1A-034418A7DDB1}"/>
    <dgm:cxn modelId="{C73E50C0-9B8F-42BB-874C-583EC3EAABFC}" srcId="{CA47ABF1-3FD7-4D67-9E4C-97604238866D}" destId="{FFC620A5-03C5-4BF9-AD85-F065FF5ECA43}" srcOrd="1" destOrd="0" parTransId="{2655A5BC-33B3-45C3-991D-BEA6C3AB383D}" sibTransId="{8F45439B-ED38-475A-B95A-DFE4BEFFC123}"/>
    <dgm:cxn modelId="{704167F8-0183-4421-B878-A18B3900A408}" type="presOf" srcId="{FFC620A5-03C5-4BF9-AD85-F065FF5ECA43}" destId="{7285AB7C-9F7F-4938-A685-004F5078B713}" srcOrd="0" destOrd="0" presId="urn:microsoft.com/office/officeart/2005/8/layout/vList2"/>
    <dgm:cxn modelId="{BB6A0F4E-EC11-4410-8CE2-D500111B7423}" type="presParOf" srcId="{57D44698-8C99-4328-A917-D5C840846CA1}" destId="{E90E5425-56C6-4858-8FDB-54ED58CA4DA0}" srcOrd="0" destOrd="0" presId="urn:microsoft.com/office/officeart/2005/8/layout/vList2"/>
    <dgm:cxn modelId="{6A656C13-477C-4719-87AD-3D0A8FAF1EB7}" type="presParOf" srcId="{57D44698-8C99-4328-A917-D5C840846CA1}" destId="{2D8C04E4-9F24-4377-8D34-10542A53D483}" srcOrd="1" destOrd="0" presId="urn:microsoft.com/office/officeart/2005/8/layout/vList2"/>
    <dgm:cxn modelId="{9F99BDAC-D015-434E-9C67-1AE5CB67DD6F}" type="presParOf" srcId="{57D44698-8C99-4328-A917-D5C840846CA1}" destId="{7285AB7C-9F7F-4938-A685-004F5078B713}" srcOrd="2" destOrd="0" presId="urn:microsoft.com/office/officeart/2005/8/layout/vList2"/>
    <dgm:cxn modelId="{6664D745-7388-48AA-A874-B8D70F339862}" type="presParOf" srcId="{57D44698-8C99-4328-A917-D5C840846CA1}" destId="{45334E14-4FEA-49AC-B5BD-5B6C3DB3AD11}" srcOrd="3" destOrd="0" presId="urn:microsoft.com/office/officeart/2005/8/layout/vList2"/>
    <dgm:cxn modelId="{89007170-3AA8-4C43-BF6D-77633C870711}" type="presParOf" srcId="{57D44698-8C99-4328-A917-D5C840846CA1}" destId="{F3488C6E-59A4-4295-92DD-C09CECA02198}" srcOrd="4" destOrd="0" presId="urn:microsoft.com/office/officeart/2005/8/layout/vList2"/>
    <dgm:cxn modelId="{E29CF5C2-D811-4D2D-AA96-38ED556D0EC4}" type="presParOf" srcId="{57D44698-8C99-4328-A917-D5C840846CA1}" destId="{FFB7ACB1-62A6-422A-BDAF-16A1C28ADD46}" srcOrd="5" destOrd="0" presId="urn:microsoft.com/office/officeart/2005/8/layout/vList2"/>
    <dgm:cxn modelId="{6F0DFC07-074A-4188-93DF-8EBD7D14B2D9}" type="presParOf" srcId="{57D44698-8C99-4328-A917-D5C840846CA1}" destId="{C5B838BA-8E6F-4CAB-AB8D-98E679FC58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D1AEC33A-8C3A-4A42-9AC9-C6ACB1EF65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581368-00D9-41BC-8D62-089CFC68E83D}">
      <dgm:prSet/>
      <dgm:spPr/>
      <dgm:t>
        <a:bodyPr/>
        <a:lstStyle/>
        <a:p>
          <a:r>
            <a:rPr lang="uk-UA" b="0" i="0"/>
            <a:t>скіфського поселення Південної Таврії.</a:t>
          </a:r>
          <a:endParaRPr lang="uk-UA"/>
        </a:p>
      </dgm:t>
    </dgm:pt>
    <dgm:pt modelId="{664D7057-33FE-4E88-8DF7-488151E2DFA3}" type="parTrans" cxnId="{ED0319C0-F7CF-475F-8BE4-5FA3107EB684}">
      <dgm:prSet/>
      <dgm:spPr/>
      <dgm:t>
        <a:bodyPr/>
        <a:lstStyle/>
        <a:p>
          <a:endParaRPr lang="uk-UA"/>
        </a:p>
      </dgm:t>
    </dgm:pt>
    <dgm:pt modelId="{BA9311CB-6C6F-4BCC-971D-3C6AC4B39424}" type="sibTrans" cxnId="{ED0319C0-F7CF-475F-8BE4-5FA3107EB684}">
      <dgm:prSet/>
      <dgm:spPr/>
      <dgm:t>
        <a:bodyPr/>
        <a:lstStyle/>
        <a:p>
          <a:endParaRPr lang="uk-UA"/>
        </a:p>
      </dgm:t>
    </dgm:pt>
    <dgm:pt modelId="{CFF73BFC-94A0-48A3-844D-158DA4633DE1}">
      <dgm:prSet/>
      <dgm:spPr/>
      <dgm:t>
        <a:bodyPr/>
        <a:lstStyle/>
        <a:p>
          <a:r>
            <a:rPr lang="uk-UA" b="0" i="0" dirty="0"/>
            <a:t>античного міста Північного Причорномор’я.</a:t>
          </a:r>
          <a:endParaRPr lang="uk-UA" dirty="0"/>
        </a:p>
      </dgm:t>
    </dgm:pt>
    <dgm:pt modelId="{3052CBAF-8AD8-4B2F-AC33-3BD2FD830E2E}" type="parTrans" cxnId="{93B30134-E0A2-471D-BC86-8FA74058D326}">
      <dgm:prSet/>
      <dgm:spPr/>
      <dgm:t>
        <a:bodyPr/>
        <a:lstStyle/>
        <a:p>
          <a:endParaRPr lang="uk-UA"/>
        </a:p>
      </dgm:t>
    </dgm:pt>
    <dgm:pt modelId="{A5A00B76-E198-412F-9054-CAFA47D332D8}" type="sibTrans" cxnId="{93B30134-E0A2-471D-BC86-8FA74058D326}">
      <dgm:prSet/>
      <dgm:spPr/>
      <dgm:t>
        <a:bodyPr/>
        <a:lstStyle/>
        <a:p>
          <a:endParaRPr lang="uk-UA"/>
        </a:p>
      </dgm:t>
    </dgm:pt>
    <dgm:pt modelId="{868EB83C-BDD0-4BEA-B36E-AD446CF1AC7F}">
      <dgm:prSet/>
      <dgm:spPr/>
      <dgm:t>
        <a:bodyPr/>
        <a:lstStyle/>
        <a:p>
          <a:r>
            <a:rPr lang="uk-UA" b="0" i="0"/>
            <a:t>варязької торговельної факторії Прибалтійського регіону.</a:t>
          </a:r>
          <a:endParaRPr lang="uk-UA"/>
        </a:p>
      </dgm:t>
    </dgm:pt>
    <dgm:pt modelId="{43B870FE-6BEE-454F-9FA0-52270DBF170D}" type="parTrans" cxnId="{DBFA89AD-4C2D-4C4B-802C-CAA3D2E82B5B}">
      <dgm:prSet/>
      <dgm:spPr/>
      <dgm:t>
        <a:bodyPr/>
        <a:lstStyle/>
        <a:p>
          <a:endParaRPr lang="uk-UA"/>
        </a:p>
      </dgm:t>
    </dgm:pt>
    <dgm:pt modelId="{DAD76F4E-F7D3-42E7-88A4-57CF1D6D1DBF}" type="sibTrans" cxnId="{DBFA89AD-4C2D-4C4B-802C-CAA3D2E82B5B}">
      <dgm:prSet/>
      <dgm:spPr/>
      <dgm:t>
        <a:bodyPr/>
        <a:lstStyle/>
        <a:p>
          <a:endParaRPr lang="uk-UA"/>
        </a:p>
      </dgm:t>
    </dgm:pt>
    <dgm:pt modelId="{B6A3C960-BAFF-462C-8439-2BCFFAB5E16F}">
      <dgm:prSet/>
      <dgm:spPr/>
      <dgm:t>
        <a:bodyPr/>
        <a:lstStyle/>
        <a:p>
          <a:r>
            <a:rPr lang="uk-UA" b="0" i="0" dirty="0"/>
            <a:t>слов’янського городища середнього Подніпров’я.</a:t>
          </a:r>
          <a:endParaRPr lang="uk-UA" dirty="0"/>
        </a:p>
      </dgm:t>
    </dgm:pt>
    <dgm:pt modelId="{D7DC9F7E-01D5-49C8-B42C-E437FFAB0E6D}" type="parTrans" cxnId="{A22FEF17-1688-4F60-A0D5-F42FF0EF8959}">
      <dgm:prSet/>
      <dgm:spPr/>
      <dgm:t>
        <a:bodyPr/>
        <a:lstStyle/>
        <a:p>
          <a:endParaRPr lang="uk-UA"/>
        </a:p>
      </dgm:t>
    </dgm:pt>
    <dgm:pt modelId="{AF13039E-A584-435B-8426-9EDB54D87619}" type="sibTrans" cxnId="{A22FEF17-1688-4F60-A0D5-F42FF0EF8959}">
      <dgm:prSet/>
      <dgm:spPr/>
      <dgm:t>
        <a:bodyPr/>
        <a:lstStyle/>
        <a:p>
          <a:endParaRPr lang="uk-UA"/>
        </a:p>
      </dgm:t>
    </dgm:pt>
    <dgm:pt modelId="{88ECA23D-0091-48D3-925E-F44E2E712FDD}" type="pres">
      <dgm:prSet presAssocID="{D1AEC33A-8C3A-4A42-9AC9-C6ACB1EF6549}" presName="linear" presStyleCnt="0">
        <dgm:presLayoutVars>
          <dgm:animLvl val="lvl"/>
          <dgm:resizeHandles val="exact"/>
        </dgm:presLayoutVars>
      </dgm:prSet>
      <dgm:spPr/>
    </dgm:pt>
    <dgm:pt modelId="{6830C394-FA0D-4208-93EB-7E0D94D09AC0}" type="pres">
      <dgm:prSet presAssocID="{52581368-00D9-41BC-8D62-089CFC68E8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1F32471-3716-440B-9C2E-D5F575AF29C9}" type="pres">
      <dgm:prSet presAssocID="{BA9311CB-6C6F-4BCC-971D-3C6AC4B39424}" presName="spacer" presStyleCnt="0"/>
      <dgm:spPr/>
    </dgm:pt>
    <dgm:pt modelId="{A0B6874E-2260-489C-8E5D-50D9E46B9449}" type="pres">
      <dgm:prSet presAssocID="{CFF73BFC-94A0-48A3-844D-158DA4633D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D3E99F-5C3C-42BD-A0AE-9C133BA9FD0B}" type="pres">
      <dgm:prSet presAssocID="{A5A00B76-E198-412F-9054-CAFA47D332D8}" presName="spacer" presStyleCnt="0"/>
      <dgm:spPr/>
    </dgm:pt>
    <dgm:pt modelId="{B95A673D-ACC9-403A-BA9A-19307FD38FEB}" type="pres">
      <dgm:prSet presAssocID="{868EB83C-BDD0-4BEA-B36E-AD446CF1AC7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A6F4C5-6FE9-4651-A1AD-DCBD2F7BA5E1}" type="pres">
      <dgm:prSet presAssocID="{DAD76F4E-F7D3-42E7-88A4-57CF1D6D1DBF}" presName="spacer" presStyleCnt="0"/>
      <dgm:spPr/>
    </dgm:pt>
    <dgm:pt modelId="{9CFF0167-D3B5-421A-984F-30200F41F01A}" type="pres">
      <dgm:prSet presAssocID="{B6A3C960-BAFF-462C-8439-2BCFFAB5E16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BBE760A-DEF3-4DCB-A45C-CCD8058E95A2}" type="presOf" srcId="{CFF73BFC-94A0-48A3-844D-158DA4633DE1}" destId="{A0B6874E-2260-489C-8E5D-50D9E46B9449}" srcOrd="0" destOrd="0" presId="urn:microsoft.com/office/officeart/2005/8/layout/vList2"/>
    <dgm:cxn modelId="{A22FEF17-1688-4F60-A0D5-F42FF0EF8959}" srcId="{D1AEC33A-8C3A-4A42-9AC9-C6ACB1EF6549}" destId="{B6A3C960-BAFF-462C-8439-2BCFFAB5E16F}" srcOrd="3" destOrd="0" parTransId="{D7DC9F7E-01D5-49C8-B42C-E437FFAB0E6D}" sibTransId="{AF13039E-A584-435B-8426-9EDB54D87619}"/>
    <dgm:cxn modelId="{93B30134-E0A2-471D-BC86-8FA74058D326}" srcId="{D1AEC33A-8C3A-4A42-9AC9-C6ACB1EF6549}" destId="{CFF73BFC-94A0-48A3-844D-158DA4633DE1}" srcOrd="1" destOrd="0" parTransId="{3052CBAF-8AD8-4B2F-AC33-3BD2FD830E2E}" sibTransId="{A5A00B76-E198-412F-9054-CAFA47D332D8}"/>
    <dgm:cxn modelId="{272E7156-B660-43C4-96AF-53862F1AD211}" type="presOf" srcId="{D1AEC33A-8C3A-4A42-9AC9-C6ACB1EF6549}" destId="{88ECA23D-0091-48D3-925E-F44E2E712FDD}" srcOrd="0" destOrd="0" presId="urn:microsoft.com/office/officeart/2005/8/layout/vList2"/>
    <dgm:cxn modelId="{E7284677-F0CB-4E28-941D-DE616DEE75D4}" type="presOf" srcId="{52581368-00D9-41BC-8D62-089CFC68E83D}" destId="{6830C394-FA0D-4208-93EB-7E0D94D09AC0}" srcOrd="0" destOrd="0" presId="urn:microsoft.com/office/officeart/2005/8/layout/vList2"/>
    <dgm:cxn modelId="{DBFA89AD-4C2D-4C4B-802C-CAA3D2E82B5B}" srcId="{D1AEC33A-8C3A-4A42-9AC9-C6ACB1EF6549}" destId="{868EB83C-BDD0-4BEA-B36E-AD446CF1AC7F}" srcOrd="2" destOrd="0" parTransId="{43B870FE-6BEE-454F-9FA0-52270DBF170D}" sibTransId="{DAD76F4E-F7D3-42E7-88A4-57CF1D6D1DBF}"/>
    <dgm:cxn modelId="{20511CBC-25DF-432F-8D17-CF405C68B1A1}" type="presOf" srcId="{868EB83C-BDD0-4BEA-B36E-AD446CF1AC7F}" destId="{B95A673D-ACC9-403A-BA9A-19307FD38FEB}" srcOrd="0" destOrd="0" presId="urn:microsoft.com/office/officeart/2005/8/layout/vList2"/>
    <dgm:cxn modelId="{ED0319C0-F7CF-475F-8BE4-5FA3107EB684}" srcId="{D1AEC33A-8C3A-4A42-9AC9-C6ACB1EF6549}" destId="{52581368-00D9-41BC-8D62-089CFC68E83D}" srcOrd="0" destOrd="0" parTransId="{664D7057-33FE-4E88-8DF7-488151E2DFA3}" sibTransId="{BA9311CB-6C6F-4BCC-971D-3C6AC4B39424}"/>
    <dgm:cxn modelId="{C8AC0DF6-A381-4B16-87DB-4681338ED38B}" type="presOf" srcId="{B6A3C960-BAFF-462C-8439-2BCFFAB5E16F}" destId="{9CFF0167-D3B5-421A-984F-30200F41F01A}" srcOrd="0" destOrd="0" presId="urn:microsoft.com/office/officeart/2005/8/layout/vList2"/>
    <dgm:cxn modelId="{93BD29C1-C784-4584-9B6C-13AF3728C7A1}" type="presParOf" srcId="{88ECA23D-0091-48D3-925E-F44E2E712FDD}" destId="{6830C394-FA0D-4208-93EB-7E0D94D09AC0}" srcOrd="0" destOrd="0" presId="urn:microsoft.com/office/officeart/2005/8/layout/vList2"/>
    <dgm:cxn modelId="{CC442D39-DD76-4B99-B5B1-C7CD59DFE04A}" type="presParOf" srcId="{88ECA23D-0091-48D3-925E-F44E2E712FDD}" destId="{61F32471-3716-440B-9C2E-D5F575AF29C9}" srcOrd="1" destOrd="0" presId="urn:microsoft.com/office/officeart/2005/8/layout/vList2"/>
    <dgm:cxn modelId="{084FB87C-AC60-41B7-9CE5-CBB3165AAAEA}" type="presParOf" srcId="{88ECA23D-0091-48D3-925E-F44E2E712FDD}" destId="{A0B6874E-2260-489C-8E5D-50D9E46B9449}" srcOrd="2" destOrd="0" presId="urn:microsoft.com/office/officeart/2005/8/layout/vList2"/>
    <dgm:cxn modelId="{F6B15EF0-EB1C-4A87-B8F8-D0E5A9A0252A}" type="presParOf" srcId="{88ECA23D-0091-48D3-925E-F44E2E712FDD}" destId="{8BD3E99F-5C3C-42BD-A0AE-9C133BA9FD0B}" srcOrd="3" destOrd="0" presId="urn:microsoft.com/office/officeart/2005/8/layout/vList2"/>
    <dgm:cxn modelId="{55531E58-CB3E-4534-84B4-CAD36638AF64}" type="presParOf" srcId="{88ECA23D-0091-48D3-925E-F44E2E712FDD}" destId="{B95A673D-ACC9-403A-BA9A-19307FD38FEB}" srcOrd="4" destOrd="0" presId="urn:microsoft.com/office/officeart/2005/8/layout/vList2"/>
    <dgm:cxn modelId="{DC1CB27D-DC74-468B-939E-15B2F6C6B42D}" type="presParOf" srcId="{88ECA23D-0091-48D3-925E-F44E2E712FDD}" destId="{CDA6F4C5-6FE9-4651-A1AD-DCBD2F7BA5E1}" srcOrd="5" destOrd="0" presId="urn:microsoft.com/office/officeart/2005/8/layout/vList2"/>
    <dgm:cxn modelId="{95B347D4-D934-4682-8B9A-C5F627B43EB8}" type="presParOf" srcId="{88ECA23D-0091-48D3-925E-F44E2E712FDD}" destId="{9CFF0167-D3B5-421A-984F-30200F41F01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E033CC6E-FA7E-4DC3-9452-1394163E3BF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450F1A-55ED-4496-9D3A-CA9C15E0EA75}">
      <dgm:prSet/>
      <dgm:spPr/>
      <dgm:t>
        <a:bodyPr/>
        <a:lstStyle/>
        <a:p>
          <a:r>
            <a:rPr lang="ru-RU" b="0" i="0" dirty="0" err="1"/>
            <a:t>орнаментація</a:t>
          </a:r>
          <a:r>
            <a:rPr lang="ru-RU" b="0" i="0" dirty="0"/>
            <a:t> </a:t>
          </a:r>
          <a:r>
            <a:rPr lang="ru-RU" b="0" i="0" dirty="0" err="1"/>
            <a:t>керамічного</a:t>
          </a:r>
          <a:r>
            <a:rPr lang="ru-RU" b="0" i="0" dirty="0"/>
            <a:t> посуду</a:t>
          </a:r>
          <a:endParaRPr lang="uk-UA" dirty="0"/>
        </a:p>
      </dgm:t>
    </dgm:pt>
    <dgm:pt modelId="{16E8E10F-9DEC-46D2-BCA1-D233F027FDC3}" type="parTrans" cxnId="{115B0DEF-CA8F-4E2E-879A-A3E992E75817}">
      <dgm:prSet/>
      <dgm:spPr/>
      <dgm:t>
        <a:bodyPr/>
        <a:lstStyle/>
        <a:p>
          <a:endParaRPr lang="uk-UA"/>
        </a:p>
      </dgm:t>
    </dgm:pt>
    <dgm:pt modelId="{56D19BE7-34D8-4BC7-AB8B-F05A91601ECC}" type="sibTrans" cxnId="{115B0DEF-CA8F-4E2E-879A-A3E992E75817}">
      <dgm:prSet/>
      <dgm:spPr/>
      <dgm:t>
        <a:bodyPr/>
        <a:lstStyle/>
        <a:p>
          <a:endParaRPr lang="uk-UA"/>
        </a:p>
      </dgm:t>
    </dgm:pt>
    <dgm:pt modelId="{53422ACA-CD92-4DED-BABA-C29761D7FD2D}">
      <dgm:prSet/>
      <dgm:spPr/>
      <dgm:t>
        <a:bodyPr/>
        <a:lstStyle/>
        <a:p>
          <a:r>
            <a:rPr lang="ru-RU" b="0" i="0" dirty="0" err="1"/>
            <a:t>здійснення</a:t>
          </a:r>
          <a:r>
            <a:rPr lang="ru-RU" b="0" i="0" dirty="0"/>
            <a:t> </a:t>
          </a:r>
          <a:r>
            <a:rPr lang="ru-RU" b="0" i="0" dirty="0" err="1"/>
            <a:t>грабіжницьких</a:t>
          </a:r>
          <a:r>
            <a:rPr lang="ru-RU" b="0" i="0" dirty="0"/>
            <a:t> </a:t>
          </a:r>
          <a:r>
            <a:rPr lang="ru-RU" b="0" i="0" dirty="0" err="1"/>
            <a:t>набігів</a:t>
          </a:r>
          <a:endParaRPr lang="uk-UA" dirty="0"/>
        </a:p>
      </dgm:t>
    </dgm:pt>
    <dgm:pt modelId="{3327DCAC-48CB-418A-A4FA-4443D52FDB46}" type="parTrans" cxnId="{4CB55290-D9C8-4A43-AA6B-2DA1E2571C10}">
      <dgm:prSet/>
      <dgm:spPr/>
      <dgm:t>
        <a:bodyPr/>
        <a:lstStyle/>
        <a:p>
          <a:endParaRPr lang="uk-UA"/>
        </a:p>
      </dgm:t>
    </dgm:pt>
    <dgm:pt modelId="{3E602FFD-E696-4A25-8E22-8EE077BCB8B1}" type="sibTrans" cxnId="{4CB55290-D9C8-4A43-AA6B-2DA1E2571C10}">
      <dgm:prSet/>
      <dgm:spPr/>
      <dgm:t>
        <a:bodyPr/>
        <a:lstStyle/>
        <a:p>
          <a:endParaRPr lang="uk-UA"/>
        </a:p>
      </dgm:t>
    </dgm:pt>
    <dgm:pt modelId="{62B2225B-4587-4EE0-87C2-D4AE5B8D7D07}">
      <dgm:prSet/>
      <dgm:spPr/>
      <dgm:t>
        <a:bodyPr/>
        <a:lstStyle/>
        <a:p>
          <a:r>
            <a:rPr lang="ru-RU" b="0" i="0" dirty="0" err="1"/>
            <a:t>ведення</a:t>
          </a:r>
          <a:r>
            <a:rPr lang="ru-RU" b="0" i="0" dirty="0"/>
            <a:t> </a:t>
          </a:r>
          <a:r>
            <a:rPr lang="ru-RU" b="0" i="0" dirty="0" err="1"/>
            <a:t>кочового</a:t>
          </a:r>
          <a:r>
            <a:rPr lang="ru-RU" b="0" i="0" dirty="0"/>
            <a:t> </a:t>
          </a:r>
          <a:r>
            <a:rPr lang="ru-RU" b="0" i="0" dirty="0" err="1"/>
            <a:t>скотарства</a:t>
          </a:r>
          <a:endParaRPr lang="uk-UA" dirty="0"/>
        </a:p>
      </dgm:t>
    </dgm:pt>
    <dgm:pt modelId="{5B72A2DD-00D8-4959-9B5C-B2882F563525}" type="parTrans" cxnId="{9D8BAF01-AB49-4313-B440-2A03CE7690E2}">
      <dgm:prSet/>
      <dgm:spPr/>
      <dgm:t>
        <a:bodyPr/>
        <a:lstStyle/>
        <a:p>
          <a:endParaRPr lang="uk-UA"/>
        </a:p>
      </dgm:t>
    </dgm:pt>
    <dgm:pt modelId="{7A9EFA35-256B-46EA-B80D-138EC1759C17}" type="sibTrans" cxnId="{9D8BAF01-AB49-4313-B440-2A03CE7690E2}">
      <dgm:prSet/>
      <dgm:spPr/>
      <dgm:t>
        <a:bodyPr/>
        <a:lstStyle/>
        <a:p>
          <a:endParaRPr lang="uk-UA"/>
        </a:p>
      </dgm:t>
    </dgm:pt>
    <dgm:pt modelId="{95ED3475-4B99-45DE-98C5-BFE59EF650D2}" type="pres">
      <dgm:prSet presAssocID="{E033CC6E-FA7E-4DC3-9452-1394163E3BF6}" presName="linear" presStyleCnt="0">
        <dgm:presLayoutVars>
          <dgm:animLvl val="lvl"/>
          <dgm:resizeHandles val="exact"/>
        </dgm:presLayoutVars>
      </dgm:prSet>
      <dgm:spPr/>
    </dgm:pt>
    <dgm:pt modelId="{42352CE6-5860-43D8-A1CB-8879792D517D}" type="pres">
      <dgm:prSet presAssocID="{FF450F1A-55ED-4496-9D3A-CA9C15E0EA7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D393C2B-0D31-4AC9-B4F4-50A564383D58}" type="pres">
      <dgm:prSet presAssocID="{56D19BE7-34D8-4BC7-AB8B-F05A91601ECC}" presName="spacer" presStyleCnt="0"/>
      <dgm:spPr/>
    </dgm:pt>
    <dgm:pt modelId="{963184A1-8A89-4451-B971-8679C8A42F57}" type="pres">
      <dgm:prSet presAssocID="{53422ACA-CD92-4DED-BABA-C29761D7FD2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F426770-C3D1-4472-9F40-C9AEA3892A68}" type="pres">
      <dgm:prSet presAssocID="{3E602FFD-E696-4A25-8E22-8EE077BCB8B1}" presName="spacer" presStyleCnt="0"/>
      <dgm:spPr/>
    </dgm:pt>
    <dgm:pt modelId="{E0114F52-26E7-490F-BFFD-6A3B745A7C3D}" type="pres">
      <dgm:prSet presAssocID="{62B2225B-4587-4EE0-87C2-D4AE5B8D7D0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D8BAF01-AB49-4313-B440-2A03CE7690E2}" srcId="{E033CC6E-FA7E-4DC3-9452-1394163E3BF6}" destId="{62B2225B-4587-4EE0-87C2-D4AE5B8D7D07}" srcOrd="2" destOrd="0" parTransId="{5B72A2DD-00D8-4959-9B5C-B2882F563525}" sibTransId="{7A9EFA35-256B-46EA-B80D-138EC1759C17}"/>
    <dgm:cxn modelId="{49FC0F80-4E37-4D42-B071-8705BECD5DE9}" type="presOf" srcId="{FF450F1A-55ED-4496-9D3A-CA9C15E0EA75}" destId="{42352CE6-5860-43D8-A1CB-8879792D517D}" srcOrd="0" destOrd="0" presId="urn:microsoft.com/office/officeart/2005/8/layout/vList2"/>
    <dgm:cxn modelId="{4CB55290-D9C8-4A43-AA6B-2DA1E2571C10}" srcId="{E033CC6E-FA7E-4DC3-9452-1394163E3BF6}" destId="{53422ACA-CD92-4DED-BABA-C29761D7FD2D}" srcOrd="1" destOrd="0" parTransId="{3327DCAC-48CB-418A-A4FA-4443D52FDB46}" sibTransId="{3E602FFD-E696-4A25-8E22-8EE077BCB8B1}"/>
    <dgm:cxn modelId="{E4F39DBB-B4AF-4F04-BCD4-8AA4274D3706}" type="presOf" srcId="{53422ACA-CD92-4DED-BABA-C29761D7FD2D}" destId="{963184A1-8A89-4451-B971-8679C8A42F57}" srcOrd="0" destOrd="0" presId="urn:microsoft.com/office/officeart/2005/8/layout/vList2"/>
    <dgm:cxn modelId="{2C0218CF-92B5-408D-8169-18A7D6DC9A92}" type="presOf" srcId="{E033CC6E-FA7E-4DC3-9452-1394163E3BF6}" destId="{95ED3475-4B99-45DE-98C5-BFE59EF650D2}" srcOrd="0" destOrd="0" presId="urn:microsoft.com/office/officeart/2005/8/layout/vList2"/>
    <dgm:cxn modelId="{9C1B3DCF-6BD0-40FB-93E9-EC9BA5E65148}" type="presOf" srcId="{62B2225B-4587-4EE0-87C2-D4AE5B8D7D07}" destId="{E0114F52-26E7-490F-BFFD-6A3B745A7C3D}" srcOrd="0" destOrd="0" presId="urn:microsoft.com/office/officeart/2005/8/layout/vList2"/>
    <dgm:cxn modelId="{115B0DEF-CA8F-4E2E-879A-A3E992E75817}" srcId="{E033CC6E-FA7E-4DC3-9452-1394163E3BF6}" destId="{FF450F1A-55ED-4496-9D3A-CA9C15E0EA75}" srcOrd="0" destOrd="0" parTransId="{16E8E10F-9DEC-46D2-BCA1-D233F027FDC3}" sibTransId="{56D19BE7-34D8-4BC7-AB8B-F05A91601ECC}"/>
    <dgm:cxn modelId="{22B49A3D-52B7-44AB-8CAE-F058673DDEA2}" type="presParOf" srcId="{95ED3475-4B99-45DE-98C5-BFE59EF650D2}" destId="{42352CE6-5860-43D8-A1CB-8879792D517D}" srcOrd="0" destOrd="0" presId="urn:microsoft.com/office/officeart/2005/8/layout/vList2"/>
    <dgm:cxn modelId="{17318274-FEAD-48A2-821E-8890158DDBAC}" type="presParOf" srcId="{95ED3475-4B99-45DE-98C5-BFE59EF650D2}" destId="{ED393C2B-0D31-4AC9-B4F4-50A564383D58}" srcOrd="1" destOrd="0" presId="urn:microsoft.com/office/officeart/2005/8/layout/vList2"/>
    <dgm:cxn modelId="{7C1E9295-85CF-478F-85B7-CCC6EC153970}" type="presParOf" srcId="{95ED3475-4B99-45DE-98C5-BFE59EF650D2}" destId="{963184A1-8A89-4451-B971-8679C8A42F57}" srcOrd="2" destOrd="0" presId="urn:microsoft.com/office/officeart/2005/8/layout/vList2"/>
    <dgm:cxn modelId="{C23D9C56-79A2-40C0-81E9-DB5DBE751B12}" type="presParOf" srcId="{95ED3475-4B99-45DE-98C5-BFE59EF650D2}" destId="{8F426770-C3D1-4472-9F40-C9AEA3892A68}" srcOrd="3" destOrd="0" presId="urn:microsoft.com/office/officeart/2005/8/layout/vList2"/>
    <dgm:cxn modelId="{C0DDD294-3F8D-4607-87BF-6E4C942CB108}" type="presParOf" srcId="{95ED3475-4B99-45DE-98C5-BFE59EF650D2}" destId="{E0114F52-26E7-490F-BFFD-6A3B745A7C3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938DB154-C096-46EE-88F1-0F144138C7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F307F09-8544-4BB9-BAEC-76EDA2C921F5}">
      <dgm:prSet/>
      <dgm:spPr/>
      <dgm:t>
        <a:bodyPr/>
        <a:lstStyle/>
        <a:p>
          <a:r>
            <a:rPr lang="ru-RU" b="0" i="0" dirty="0" err="1"/>
            <a:t>осілий</a:t>
          </a:r>
          <a:r>
            <a:rPr lang="ru-RU" b="0" i="0" dirty="0"/>
            <a:t> </a:t>
          </a:r>
          <a:r>
            <a:rPr lang="ru-RU" b="0" i="0" dirty="0" err="1"/>
            <a:t>спосіб</a:t>
          </a:r>
          <a:r>
            <a:rPr lang="ru-RU" b="0" i="0" dirty="0"/>
            <a:t> </a:t>
          </a:r>
          <a:r>
            <a:rPr lang="ru-RU" b="0" i="0" dirty="0" err="1"/>
            <a:t>життя</a:t>
          </a:r>
          <a:endParaRPr lang="uk-UA" dirty="0"/>
        </a:p>
      </dgm:t>
    </dgm:pt>
    <dgm:pt modelId="{30FCF56A-0A57-4275-B2EC-2D47A7444A59}" type="parTrans" cxnId="{5C1CBD1D-783A-48C6-BC5A-7006E0557259}">
      <dgm:prSet/>
      <dgm:spPr/>
      <dgm:t>
        <a:bodyPr/>
        <a:lstStyle/>
        <a:p>
          <a:endParaRPr lang="uk-UA"/>
        </a:p>
      </dgm:t>
    </dgm:pt>
    <dgm:pt modelId="{50A71FAB-DF6B-4352-A973-E10481D990A7}" type="sibTrans" cxnId="{5C1CBD1D-783A-48C6-BC5A-7006E0557259}">
      <dgm:prSet/>
      <dgm:spPr/>
      <dgm:t>
        <a:bodyPr/>
        <a:lstStyle/>
        <a:p>
          <a:endParaRPr lang="uk-UA"/>
        </a:p>
      </dgm:t>
    </dgm:pt>
    <dgm:pt modelId="{2AC80DF0-92DB-4CAF-B301-9F4E7EEE3A09}">
      <dgm:prSet/>
      <dgm:spPr/>
      <dgm:t>
        <a:bodyPr/>
        <a:lstStyle/>
        <a:p>
          <a:r>
            <a:rPr lang="ru-RU" b="0" i="0"/>
            <a:t>виготовлення бронзових знарядь праці</a:t>
          </a:r>
          <a:endParaRPr lang="uk-UA"/>
        </a:p>
      </dgm:t>
    </dgm:pt>
    <dgm:pt modelId="{0D27EC5D-BC2B-44C0-838E-47498FD883AE}" type="parTrans" cxnId="{40A45112-C50E-4510-85F0-8A59663CB76E}">
      <dgm:prSet/>
      <dgm:spPr/>
      <dgm:t>
        <a:bodyPr/>
        <a:lstStyle/>
        <a:p>
          <a:endParaRPr lang="uk-UA"/>
        </a:p>
      </dgm:t>
    </dgm:pt>
    <dgm:pt modelId="{9C45BF70-6195-48D9-9FAE-32C324DA5CA0}" type="sibTrans" cxnId="{40A45112-C50E-4510-85F0-8A59663CB76E}">
      <dgm:prSet/>
      <dgm:spPr/>
      <dgm:t>
        <a:bodyPr/>
        <a:lstStyle/>
        <a:p>
          <a:endParaRPr lang="uk-UA"/>
        </a:p>
      </dgm:t>
    </dgm:pt>
    <dgm:pt modelId="{C00EFB46-7BD4-42EA-AB0A-F3E2B73CA16A}">
      <dgm:prSet/>
      <dgm:spPr/>
      <dgm:t>
        <a:bodyPr/>
        <a:lstStyle/>
        <a:p>
          <a:r>
            <a:rPr lang="ru-RU" b="0" i="0"/>
            <a:t>будівництво укріплених міст</a:t>
          </a:r>
          <a:endParaRPr lang="uk-UA"/>
        </a:p>
      </dgm:t>
    </dgm:pt>
    <dgm:pt modelId="{1DF4FE45-1EA1-498A-8BAB-23EDA15EE98D}" type="parTrans" cxnId="{73E1F2C9-BFDD-4C5D-A6B5-2BF5C333934F}">
      <dgm:prSet/>
      <dgm:spPr/>
      <dgm:t>
        <a:bodyPr/>
        <a:lstStyle/>
        <a:p>
          <a:endParaRPr lang="uk-UA"/>
        </a:p>
      </dgm:t>
    </dgm:pt>
    <dgm:pt modelId="{E383CD73-4292-4F79-A9C3-22321B70F8C0}" type="sibTrans" cxnId="{73E1F2C9-BFDD-4C5D-A6B5-2BF5C333934F}">
      <dgm:prSet/>
      <dgm:spPr/>
      <dgm:t>
        <a:bodyPr/>
        <a:lstStyle/>
        <a:p>
          <a:endParaRPr lang="uk-UA"/>
        </a:p>
      </dgm:t>
    </dgm:pt>
    <dgm:pt modelId="{22B37F0E-AF1D-4A7A-ACBA-973862F77B34}">
      <dgm:prSet/>
      <dgm:spPr/>
      <dgm:t>
        <a:bodyPr/>
        <a:lstStyle/>
        <a:p>
          <a:r>
            <a:rPr lang="ru-RU" b="0" i="0" dirty="0" err="1"/>
            <a:t>ведення</a:t>
          </a:r>
          <a:r>
            <a:rPr lang="ru-RU" b="0" i="0" dirty="0"/>
            <a:t> </a:t>
          </a:r>
          <a:r>
            <a:rPr lang="ru-RU" b="0" i="0" dirty="0" err="1"/>
            <a:t>орного</a:t>
          </a:r>
          <a:r>
            <a:rPr lang="ru-RU" b="0" i="0" dirty="0"/>
            <a:t> </a:t>
          </a:r>
          <a:r>
            <a:rPr lang="ru-RU" b="0" i="0" dirty="0" err="1"/>
            <a:t>землеробства</a:t>
          </a:r>
          <a:endParaRPr lang="uk-UA" dirty="0"/>
        </a:p>
      </dgm:t>
    </dgm:pt>
    <dgm:pt modelId="{93DD1ABA-B171-4816-8773-E077460A754A}" type="parTrans" cxnId="{4AF566AE-2795-4355-ADCF-BBC49038AC03}">
      <dgm:prSet/>
      <dgm:spPr/>
      <dgm:t>
        <a:bodyPr/>
        <a:lstStyle/>
        <a:p>
          <a:endParaRPr lang="uk-UA"/>
        </a:p>
      </dgm:t>
    </dgm:pt>
    <dgm:pt modelId="{6006CA9A-8F12-4E11-95B9-CA62CD6CCDDC}" type="sibTrans" cxnId="{4AF566AE-2795-4355-ADCF-BBC49038AC03}">
      <dgm:prSet/>
      <dgm:spPr/>
      <dgm:t>
        <a:bodyPr/>
        <a:lstStyle/>
        <a:p>
          <a:endParaRPr lang="uk-UA"/>
        </a:p>
      </dgm:t>
    </dgm:pt>
    <dgm:pt modelId="{B2DAE25E-B608-4ED1-A87B-197FBB1F93AC}" type="pres">
      <dgm:prSet presAssocID="{938DB154-C096-46EE-88F1-0F144138C71B}" presName="linear" presStyleCnt="0">
        <dgm:presLayoutVars>
          <dgm:animLvl val="lvl"/>
          <dgm:resizeHandles val="exact"/>
        </dgm:presLayoutVars>
      </dgm:prSet>
      <dgm:spPr/>
    </dgm:pt>
    <dgm:pt modelId="{C5563F73-551E-4744-9C3A-19B6FB53A1EF}" type="pres">
      <dgm:prSet presAssocID="{8F307F09-8544-4BB9-BAEC-76EDA2C921F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168DD1-E803-493B-B557-B714DE2917D0}" type="pres">
      <dgm:prSet presAssocID="{50A71FAB-DF6B-4352-A973-E10481D990A7}" presName="spacer" presStyleCnt="0"/>
      <dgm:spPr/>
    </dgm:pt>
    <dgm:pt modelId="{A0FFDFBB-128B-4000-BBAC-6355E4AF92D1}" type="pres">
      <dgm:prSet presAssocID="{2AC80DF0-92DB-4CAF-B301-9F4E7EEE3A0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B7238DA-5081-4D37-8EC7-CA63A435EBC7}" type="pres">
      <dgm:prSet presAssocID="{9C45BF70-6195-48D9-9FAE-32C324DA5CA0}" presName="spacer" presStyleCnt="0"/>
      <dgm:spPr/>
    </dgm:pt>
    <dgm:pt modelId="{7BB62C1F-7F30-4D82-B07A-E383B47BCF89}" type="pres">
      <dgm:prSet presAssocID="{C00EFB46-7BD4-42EA-AB0A-F3E2B73CA16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22D39B9-08CB-45B1-A5C8-7052953055C1}" type="pres">
      <dgm:prSet presAssocID="{E383CD73-4292-4F79-A9C3-22321B70F8C0}" presName="spacer" presStyleCnt="0"/>
      <dgm:spPr/>
    </dgm:pt>
    <dgm:pt modelId="{3AB5146D-E44D-46FE-8163-7DA6B02E1379}" type="pres">
      <dgm:prSet presAssocID="{22B37F0E-AF1D-4A7A-ACBA-973862F77B3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0A45112-C50E-4510-85F0-8A59663CB76E}" srcId="{938DB154-C096-46EE-88F1-0F144138C71B}" destId="{2AC80DF0-92DB-4CAF-B301-9F4E7EEE3A09}" srcOrd="1" destOrd="0" parTransId="{0D27EC5D-BC2B-44C0-838E-47498FD883AE}" sibTransId="{9C45BF70-6195-48D9-9FAE-32C324DA5CA0}"/>
    <dgm:cxn modelId="{5C1CBD1D-783A-48C6-BC5A-7006E0557259}" srcId="{938DB154-C096-46EE-88F1-0F144138C71B}" destId="{8F307F09-8544-4BB9-BAEC-76EDA2C921F5}" srcOrd="0" destOrd="0" parTransId="{30FCF56A-0A57-4275-B2EC-2D47A7444A59}" sibTransId="{50A71FAB-DF6B-4352-A973-E10481D990A7}"/>
    <dgm:cxn modelId="{3687B928-B64D-4810-824B-02C78A5DD02B}" type="presOf" srcId="{938DB154-C096-46EE-88F1-0F144138C71B}" destId="{B2DAE25E-B608-4ED1-A87B-197FBB1F93AC}" srcOrd="0" destOrd="0" presId="urn:microsoft.com/office/officeart/2005/8/layout/vList2"/>
    <dgm:cxn modelId="{076D2B55-0522-48FD-B434-468B055110AC}" type="presOf" srcId="{22B37F0E-AF1D-4A7A-ACBA-973862F77B34}" destId="{3AB5146D-E44D-46FE-8163-7DA6B02E1379}" srcOrd="0" destOrd="0" presId="urn:microsoft.com/office/officeart/2005/8/layout/vList2"/>
    <dgm:cxn modelId="{4DAAF2A2-B7CC-48E2-BD34-999FF56C2D5E}" type="presOf" srcId="{8F307F09-8544-4BB9-BAEC-76EDA2C921F5}" destId="{C5563F73-551E-4744-9C3A-19B6FB53A1EF}" srcOrd="0" destOrd="0" presId="urn:microsoft.com/office/officeart/2005/8/layout/vList2"/>
    <dgm:cxn modelId="{C6D2C4A5-18B0-4286-B928-18DE27B48046}" type="presOf" srcId="{2AC80DF0-92DB-4CAF-B301-9F4E7EEE3A09}" destId="{A0FFDFBB-128B-4000-BBAC-6355E4AF92D1}" srcOrd="0" destOrd="0" presId="urn:microsoft.com/office/officeart/2005/8/layout/vList2"/>
    <dgm:cxn modelId="{4AF566AE-2795-4355-ADCF-BBC49038AC03}" srcId="{938DB154-C096-46EE-88F1-0F144138C71B}" destId="{22B37F0E-AF1D-4A7A-ACBA-973862F77B34}" srcOrd="3" destOrd="0" parTransId="{93DD1ABA-B171-4816-8773-E077460A754A}" sibTransId="{6006CA9A-8F12-4E11-95B9-CA62CD6CCDDC}"/>
    <dgm:cxn modelId="{C1B858BE-14ED-4FE1-9175-2009801DF56F}" type="presOf" srcId="{C00EFB46-7BD4-42EA-AB0A-F3E2B73CA16A}" destId="{7BB62C1F-7F30-4D82-B07A-E383B47BCF89}" srcOrd="0" destOrd="0" presId="urn:microsoft.com/office/officeart/2005/8/layout/vList2"/>
    <dgm:cxn modelId="{73E1F2C9-BFDD-4C5D-A6B5-2BF5C333934F}" srcId="{938DB154-C096-46EE-88F1-0F144138C71B}" destId="{C00EFB46-7BD4-42EA-AB0A-F3E2B73CA16A}" srcOrd="2" destOrd="0" parTransId="{1DF4FE45-1EA1-498A-8BAB-23EDA15EE98D}" sibTransId="{E383CD73-4292-4F79-A9C3-22321B70F8C0}"/>
    <dgm:cxn modelId="{8AD18229-FE32-4AC4-8E9B-BC476AD6730F}" type="presParOf" srcId="{B2DAE25E-B608-4ED1-A87B-197FBB1F93AC}" destId="{C5563F73-551E-4744-9C3A-19B6FB53A1EF}" srcOrd="0" destOrd="0" presId="urn:microsoft.com/office/officeart/2005/8/layout/vList2"/>
    <dgm:cxn modelId="{D375FFA5-A006-4AFE-9FDA-659E9E853888}" type="presParOf" srcId="{B2DAE25E-B608-4ED1-A87B-197FBB1F93AC}" destId="{D5168DD1-E803-493B-B557-B714DE2917D0}" srcOrd="1" destOrd="0" presId="urn:microsoft.com/office/officeart/2005/8/layout/vList2"/>
    <dgm:cxn modelId="{6C222F4B-94EA-4E2A-8140-F07EF05EE18A}" type="presParOf" srcId="{B2DAE25E-B608-4ED1-A87B-197FBB1F93AC}" destId="{A0FFDFBB-128B-4000-BBAC-6355E4AF92D1}" srcOrd="2" destOrd="0" presId="urn:microsoft.com/office/officeart/2005/8/layout/vList2"/>
    <dgm:cxn modelId="{49AD0869-A83C-45AE-A0C1-96CD130A29D5}" type="presParOf" srcId="{B2DAE25E-B608-4ED1-A87B-197FBB1F93AC}" destId="{AB7238DA-5081-4D37-8EC7-CA63A435EBC7}" srcOrd="3" destOrd="0" presId="urn:microsoft.com/office/officeart/2005/8/layout/vList2"/>
    <dgm:cxn modelId="{CBF829D6-21DD-4EE0-9DB7-039703654760}" type="presParOf" srcId="{B2DAE25E-B608-4ED1-A87B-197FBB1F93AC}" destId="{7BB62C1F-7F30-4D82-B07A-E383B47BCF89}" srcOrd="4" destOrd="0" presId="urn:microsoft.com/office/officeart/2005/8/layout/vList2"/>
    <dgm:cxn modelId="{1A856AD4-0D18-4ADB-AAAF-19BEDD39C45C}" type="presParOf" srcId="{B2DAE25E-B608-4ED1-A87B-197FBB1F93AC}" destId="{D22D39B9-08CB-45B1-A5C8-7052953055C1}" srcOrd="5" destOrd="0" presId="urn:microsoft.com/office/officeart/2005/8/layout/vList2"/>
    <dgm:cxn modelId="{CA99B70B-0944-4369-9EE4-272B4CA855D5}" type="presParOf" srcId="{B2DAE25E-B608-4ED1-A87B-197FBB1F93AC}" destId="{3AB5146D-E44D-46FE-8163-7DA6B02E13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1505076D-6958-43A8-BF54-D787EA5DD9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BFA8390-D7F1-4F5F-A694-522EA78E22FD}">
      <dgm:prSet/>
      <dgm:spPr/>
      <dgm:t>
        <a:bodyPr/>
        <a:lstStyle/>
        <a:p>
          <a:r>
            <a:rPr lang="uk-UA" b="0" i="0"/>
            <a:t>гуни.</a:t>
          </a:r>
          <a:endParaRPr lang="uk-UA"/>
        </a:p>
      </dgm:t>
    </dgm:pt>
    <dgm:pt modelId="{65C7FD4D-5EB5-43FE-9C34-30A58BD3606A}" type="parTrans" cxnId="{43762F47-4927-47DD-9DE0-7B83C582FA39}">
      <dgm:prSet/>
      <dgm:spPr/>
      <dgm:t>
        <a:bodyPr/>
        <a:lstStyle/>
        <a:p>
          <a:endParaRPr lang="uk-UA"/>
        </a:p>
      </dgm:t>
    </dgm:pt>
    <dgm:pt modelId="{CBB955E9-5174-4DE6-A3DF-033FC15A98E5}" type="sibTrans" cxnId="{43762F47-4927-47DD-9DE0-7B83C582FA39}">
      <dgm:prSet/>
      <dgm:spPr/>
      <dgm:t>
        <a:bodyPr/>
        <a:lstStyle/>
        <a:p>
          <a:endParaRPr lang="uk-UA"/>
        </a:p>
      </dgm:t>
    </dgm:pt>
    <dgm:pt modelId="{4C5CEEF6-3E3E-4483-814A-84E15544EEDF}">
      <dgm:prSet/>
      <dgm:spPr/>
      <dgm:t>
        <a:bodyPr/>
        <a:lstStyle/>
        <a:p>
          <a:r>
            <a:rPr lang="uk-UA" b="0" i="0"/>
            <a:t>скіфи.</a:t>
          </a:r>
          <a:endParaRPr lang="uk-UA"/>
        </a:p>
      </dgm:t>
    </dgm:pt>
    <dgm:pt modelId="{569B4451-3BD3-4795-83C0-87CD4E913FBF}" type="parTrans" cxnId="{CEE65ED9-BF2B-4F35-A50E-47C45B996E05}">
      <dgm:prSet/>
      <dgm:spPr/>
      <dgm:t>
        <a:bodyPr/>
        <a:lstStyle/>
        <a:p>
          <a:endParaRPr lang="uk-UA"/>
        </a:p>
      </dgm:t>
    </dgm:pt>
    <dgm:pt modelId="{AA02D841-3339-48AE-92DC-21FB5AC5EA98}" type="sibTrans" cxnId="{CEE65ED9-BF2B-4F35-A50E-47C45B996E05}">
      <dgm:prSet/>
      <dgm:spPr/>
      <dgm:t>
        <a:bodyPr/>
        <a:lstStyle/>
        <a:p>
          <a:endParaRPr lang="uk-UA"/>
        </a:p>
      </dgm:t>
    </dgm:pt>
    <dgm:pt modelId="{48DF82F8-E043-4CAE-AAC9-FB4B5F01E3A6}">
      <dgm:prSet/>
      <dgm:spPr/>
      <dgm:t>
        <a:bodyPr/>
        <a:lstStyle/>
        <a:p>
          <a:r>
            <a:rPr lang="uk-UA" b="0" i="0" dirty="0"/>
            <a:t>сармати.</a:t>
          </a:r>
          <a:endParaRPr lang="uk-UA" dirty="0"/>
        </a:p>
      </dgm:t>
    </dgm:pt>
    <dgm:pt modelId="{93FD0928-1907-47FF-8FBD-7EBA6ABC3E9B}" type="parTrans" cxnId="{F942A170-E05C-4B9C-86D3-4AB4570F663B}">
      <dgm:prSet/>
      <dgm:spPr/>
      <dgm:t>
        <a:bodyPr/>
        <a:lstStyle/>
        <a:p>
          <a:endParaRPr lang="uk-UA"/>
        </a:p>
      </dgm:t>
    </dgm:pt>
    <dgm:pt modelId="{55EEDE5E-9A39-42D1-A415-417D4FBA605B}" type="sibTrans" cxnId="{F942A170-E05C-4B9C-86D3-4AB4570F663B}">
      <dgm:prSet/>
      <dgm:spPr/>
      <dgm:t>
        <a:bodyPr/>
        <a:lstStyle/>
        <a:p>
          <a:endParaRPr lang="uk-UA"/>
        </a:p>
      </dgm:t>
    </dgm:pt>
    <dgm:pt modelId="{DB83112B-B767-4EA8-8B27-4B4E4E68827F}">
      <dgm:prSet/>
      <dgm:spPr/>
      <dgm:t>
        <a:bodyPr/>
        <a:lstStyle/>
        <a:p>
          <a:r>
            <a:rPr lang="uk-UA" b="0" i="0" dirty="0"/>
            <a:t>кіммерійці.</a:t>
          </a:r>
          <a:endParaRPr lang="uk-UA" dirty="0"/>
        </a:p>
      </dgm:t>
    </dgm:pt>
    <dgm:pt modelId="{0C75EF4E-65DE-4C9C-8BD5-43D57BB69E82}" type="parTrans" cxnId="{5F127EC0-5C1B-4D5E-9053-9C80E3A75D99}">
      <dgm:prSet/>
      <dgm:spPr/>
      <dgm:t>
        <a:bodyPr/>
        <a:lstStyle/>
        <a:p>
          <a:endParaRPr lang="uk-UA"/>
        </a:p>
      </dgm:t>
    </dgm:pt>
    <dgm:pt modelId="{F53D76AD-D7E2-4A8B-92E0-CB043DDA52E5}" type="sibTrans" cxnId="{5F127EC0-5C1B-4D5E-9053-9C80E3A75D99}">
      <dgm:prSet/>
      <dgm:spPr/>
      <dgm:t>
        <a:bodyPr/>
        <a:lstStyle/>
        <a:p>
          <a:endParaRPr lang="uk-UA"/>
        </a:p>
      </dgm:t>
    </dgm:pt>
    <dgm:pt modelId="{AF5FB1E4-E687-4A83-94D5-7A0295212AAA}" type="pres">
      <dgm:prSet presAssocID="{1505076D-6958-43A8-BF54-D787EA5DD99D}" presName="linear" presStyleCnt="0">
        <dgm:presLayoutVars>
          <dgm:animLvl val="lvl"/>
          <dgm:resizeHandles val="exact"/>
        </dgm:presLayoutVars>
      </dgm:prSet>
      <dgm:spPr/>
    </dgm:pt>
    <dgm:pt modelId="{406FB1ED-FCC7-4B04-ADE7-FA67DBDA069F}" type="pres">
      <dgm:prSet presAssocID="{0BFA8390-D7F1-4F5F-A694-522EA78E22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0D51914-2002-4B98-B033-2FC9C644810F}" type="pres">
      <dgm:prSet presAssocID="{CBB955E9-5174-4DE6-A3DF-033FC15A98E5}" presName="spacer" presStyleCnt="0"/>
      <dgm:spPr/>
    </dgm:pt>
    <dgm:pt modelId="{C2ED4B07-9E87-4C81-A3CF-9A93D84B0A0D}" type="pres">
      <dgm:prSet presAssocID="{4C5CEEF6-3E3E-4483-814A-84E15544EED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C20D027-5F65-4C06-850B-75B30BB53380}" type="pres">
      <dgm:prSet presAssocID="{AA02D841-3339-48AE-92DC-21FB5AC5EA98}" presName="spacer" presStyleCnt="0"/>
      <dgm:spPr/>
    </dgm:pt>
    <dgm:pt modelId="{2E2E807C-6470-44A9-9037-B3075BBBDC6D}" type="pres">
      <dgm:prSet presAssocID="{48DF82F8-E043-4CAE-AAC9-FB4B5F01E3A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ED5E873-894D-449E-8019-5EDBB553ADDF}" type="pres">
      <dgm:prSet presAssocID="{55EEDE5E-9A39-42D1-A415-417D4FBA605B}" presName="spacer" presStyleCnt="0"/>
      <dgm:spPr/>
    </dgm:pt>
    <dgm:pt modelId="{5236942B-7EB2-4B5F-859F-EFEE67C85C4E}" type="pres">
      <dgm:prSet presAssocID="{DB83112B-B767-4EA8-8B27-4B4E4E68827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C889F10-AF16-434E-AA0C-B38648A54E75}" type="presOf" srcId="{DB83112B-B767-4EA8-8B27-4B4E4E68827F}" destId="{5236942B-7EB2-4B5F-859F-EFEE67C85C4E}" srcOrd="0" destOrd="0" presId="urn:microsoft.com/office/officeart/2005/8/layout/vList2"/>
    <dgm:cxn modelId="{B0B8F41A-F5F7-4A0F-B31B-3B93AD606361}" type="presOf" srcId="{4C5CEEF6-3E3E-4483-814A-84E15544EEDF}" destId="{C2ED4B07-9E87-4C81-A3CF-9A93D84B0A0D}" srcOrd="0" destOrd="0" presId="urn:microsoft.com/office/officeart/2005/8/layout/vList2"/>
    <dgm:cxn modelId="{AEF2E962-119D-4303-8A1C-2B793E1E7CDF}" type="presOf" srcId="{0BFA8390-D7F1-4F5F-A694-522EA78E22FD}" destId="{406FB1ED-FCC7-4B04-ADE7-FA67DBDA069F}" srcOrd="0" destOrd="0" presId="urn:microsoft.com/office/officeart/2005/8/layout/vList2"/>
    <dgm:cxn modelId="{43762F47-4927-47DD-9DE0-7B83C582FA39}" srcId="{1505076D-6958-43A8-BF54-D787EA5DD99D}" destId="{0BFA8390-D7F1-4F5F-A694-522EA78E22FD}" srcOrd="0" destOrd="0" parTransId="{65C7FD4D-5EB5-43FE-9C34-30A58BD3606A}" sibTransId="{CBB955E9-5174-4DE6-A3DF-033FC15A98E5}"/>
    <dgm:cxn modelId="{F942A170-E05C-4B9C-86D3-4AB4570F663B}" srcId="{1505076D-6958-43A8-BF54-D787EA5DD99D}" destId="{48DF82F8-E043-4CAE-AAC9-FB4B5F01E3A6}" srcOrd="2" destOrd="0" parTransId="{93FD0928-1907-47FF-8FBD-7EBA6ABC3E9B}" sibTransId="{55EEDE5E-9A39-42D1-A415-417D4FBA605B}"/>
    <dgm:cxn modelId="{7BC99E73-BE62-4950-8A11-DEC1C82774EC}" type="presOf" srcId="{48DF82F8-E043-4CAE-AAC9-FB4B5F01E3A6}" destId="{2E2E807C-6470-44A9-9037-B3075BBBDC6D}" srcOrd="0" destOrd="0" presId="urn:microsoft.com/office/officeart/2005/8/layout/vList2"/>
    <dgm:cxn modelId="{0FD15EAA-6D40-4701-B4F0-ADD0EE71D49E}" type="presOf" srcId="{1505076D-6958-43A8-BF54-D787EA5DD99D}" destId="{AF5FB1E4-E687-4A83-94D5-7A0295212AAA}" srcOrd="0" destOrd="0" presId="urn:microsoft.com/office/officeart/2005/8/layout/vList2"/>
    <dgm:cxn modelId="{5F127EC0-5C1B-4D5E-9053-9C80E3A75D99}" srcId="{1505076D-6958-43A8-BF54-D787EA5DD99D}" destId="{DB83112B-B767-4EA8-8B27-4B4E4E68827F}" srcOrd="3" destOrd="0" parTransId="{0C75EF4E-65DE-4C9C-8BD5-43D57BB69E82}" sibTransId="{F53D76AD-D7E2-4A8B-92E0-CB043DDA52E5}"/>
    <dgm:cxn modelId="{CEE65ED9-BF2B-4F35-A50E-47C45B996E05}" srcId="{1505076D-6958-43A8-BF54-D787EA5DD99D}" destId="{4C5CEEF6-3E3E-4483-814A-84E15544EEDF}" srcOrd="1" destOrd="0" parTransId="{569B4451-3BD3-4795-83C0-87CD4E913FBF}" sibTransId="{AA02D841-3339-48AE-92DC-21FB5AC5EA98}"/>
    <dgm:cxn modelId="{96F3FAF3-888B-48C3-882A-38B28B93D04E}" type="presParOf" srcId="{AF5FB1E4-E687-4A83-94D5-7A0295212AAA}" destId="{406FB1ED-FCC7-4B04-ADE7-FA67DBDA069F}" srcOrd="0" destOrd="0" presId="urn:microsoft.com/office/officeart/2005/8/layout/vList2"/>
    <dgm:cxn modelId="{9E9544E8-85EF-499F-AA90-6CD6EE918941}" type="presParOf" srcId="{AF5FB1E4-E687-4A83-94D5-7A0295212AAA}" destId="{E0D51914-2002-4B98-B033-2FC9C644810F}" srcOrd="1" destOrd="0" presId="urn:microsoft.com/office/officeart/2005/8/layout/vList2"/>
    <dgm:cxn modelId="{E5BDA79A-4486-4D76-87BF-EE8A36130688}" type="presParOf" srcId="{AF5FB1E4-E687-4A83-94D5-7A0295212AAA}" destId="{C2ED4B07-9E87-4C81-A3CF-9A93D84B0A0D}" srcOrd="2" destOrd="0" presId="urn:microsoft.com/office/officeart/2005/8/layout/vList2"/>
    <dgm:cxn modelId="{59F8D0BD-00F9-47D5-AA84-61E757F50848}" type="presParOf" srcId="{AF5FB1E4-E687-4A83-94D5-7A0295212AAA}" destId="{6C20D027-5F65-4C06-850B-75B30BB53380}" srcOrd="3" destOrd="0" presId="urn:microsoft.com/office/officeart/2005/8/layout/vList2"/>
    <dgm:cxn modelId="{B9E07E54-CFDC-49F0-A7E5-87012C74AD56}" type="presParOf" srcId="{AF5FB1E4-E687-4A83-94D5-7A0295212AAA}" destId="{2E2E807C-6470-44A9-9037-B3075BBBDC6D}" srcOrd="4" destOrd="0" presId="urn:microsoft.com/office/officeart/2005/8/layout/vList2"/>
    <dgm:cxn modelId="{229D4C28-43DA-4B06-8CC7-206A542DCD84}" type="presParOf" srcId="{AF5FB1E4-E687-4A83-94D5-7A0295212AAA}" destId="{EED5E873-894D-449E-8019-5EDBB553ADDF}" srcOrd="5" destOrd="0" presId="urn:microsoft.com/office/officeart/2005/8/layout/vList2"/>
    <dgm:cxn modelId="{606EF449-2BDB-43D3-BE91-B7F7E74B894C}" type="presParOf" srcId="{AF5FB1E4-E687-4A83-94D5-7A0295212AAA}" destId="{5236942B-7EB2-4B5F-859F-EFEE67C85C4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CDB18B9A-102F-45E0-9A12-8BEDBA4A16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991F3EE-FB46-4934-8C46-246D595DE715}">
      <dgm:prSet/>
      <dgm:spPr/>
      <dgm:t>
        <a:bodyPr/>
        <a:lstStyle/>
        <a:p>
          <a:r>
            <a:rPr lang="ru-RU" b="0" i="0" dirty="0" err="1"/>
            <a:t>здійснювали</a:t>
          </a:r>
          <a:r>
            <a:rPr lang="ru-RU" b="0" i="0" dirty="0"/>
            <a:t> </a:t>
          </a:r>
          <a:r>
            <a:rPr lang="ru-RU" b="0" i="0" dirty="0" err="1"/>
            <a:t>грабіжницькі</a:t>
          </a:r>
          <a:r>
            <a:rPr lang="ru-RU" b="0" i="0" dirty="0"/>
            <a:t> </a:t>
          </a:r>
          <a:r>
            <a:rPr lang="ru-RU" b="0" i="0" dirty="0" err="1"/>
            <a:t>набіги</a:t>
          </a:r>
          <a:r>
            <a:rPr lang="ru-RU" b="0" i="0" dirty="0"/>
            <a:t>.</a:t>
          </a:r>
          <a:endParaRPr lang="uk-UA" dirty="0"/>
        </a:p>
      </dgm:t>
    </dgm:pt>
    <dgm:pt modelId="{3FA346E3-38C2-44DC-A467-28232B64736C}" type="parTrans" cxnId="{E12F030D-3760-4293-96F2-7AC99B150AF1}">
      <dgm:prSet/>
      <dgm:spPr/>
      <dgm:t>
        <a:bodyPr/>
        <a:lstStyle/>
        <a:p>
          <a:endParaRPr lang="uk-UA"/>
        </a:p>
      </dgm:t>
    </dgm:pt>
    <dgm:pt modelId="{E4E16FF1-4FBC-44F8-A9B2-82DF4E72D90B}" type="sibTrans" cxnId="{E12F030D-3760-4293-96F2-7AC99B150AF1}">
      <dgm:prSet/>
      <dgm:spPr/>
      <dgm:t>
        <a:bodyPr/>
        <a:lstStyle/>
        <a:p>
          <a:endParaRPr lang="uk-UA"/>
        </a:p>
      </dgm:t>
    </dgm:pt>
    <dgm:pt modelId="{EDFF8F4C-0AB6-4438-8361-8F47A7D3098B}">
      <dgm:prSet/>
      <dgm:spPr/>
      <dgm:t>
        <a:bodyPr/>
        <a:lstStyle/>
        <a:p>
          <a:r>
            <a:rPr lang="ru-RU" b="0" i="0"/>
            <a:t>засновували торговельні факторії.</a:t>
          </a:r>
          <a:endParaRPr lang="uk-UA"/>
        </a:p>
      </dgm:t>
    </dgm:pt>
    <dgm:pt modelId="{CB7B3346-4F74-4248-B732-6E8FA9741562}" type="parTrans" cxnId="{3764C655-6A59-4D39-A8D1-717D4B4C22C8}">
      <dgm:prSet/>
      <dgm:spPr/>
      <dgm:t>
        <a:bodyPr/>
        <a:lstStyle/>
        <a:p>
          <a:endParaRPr lang="uk-UA"/>
        </a:p>
      </dgm:t>
    </dgm:pt>
    <dgm:pt modelId="{FAFE4DF5-31DA-48EA-9315-650E8434514D}" type="sibTrans" cxnId="{3764C655-6A59-4D39-A8D1-717D4B4C22C8}">
      <dgm:prSet/>
      <dgm:spPr/>
      <dgm:t>
        <a:bodyPr/>
        <a:lstStyle/>
        <a:p>
          <a:endParaRPr lang="uk-UA"/>
        </a:p>
      </dgm:t>
    </dgm:pt>
    <dgm:pt modelId="{DEA1223A-0DAF-4C43-9E2D-300CE0271D95}">
      <dgm:prSet/>
      <dgm:spPr/>
      <dgm:t>
        <a:bodyPr/>
        <a:lstStyle/>
        <a:p>
          <a:r>
            <a:rPr lang="ru-RU" b="0" i="0"/>
            <a:t>зводили систему прикордонних укріплень – валів.</a:t>
          </a:r>
          <a:endParaRPr lang="uk-UA"/>
        </a:p>
      </dgm:t>
    </dgm:pt>
    <dgm:pt modelId="{50666D77-779C-4A16-81C5-8D2FF099FA00}" type="parTrans" cxnId="{FED78511-CAFA-4768-9265-12AC5B168DEF}">
      <dgm:prSet/>
      <dgm:spPr/>
      <dgm:t>
        <a:bodyPr/>
        <a:lstStyle/>
        <a:p>
          <a:endParaRPr lang="uk-UA"/>
        </a:p>
      </dgm:t>
    </dgm:pt>
    <dgm:pt modelId="{5AC0DD4A-9FCB-4FFE-97F4-9461D632A270}" type="sibTrans" cxnId="{FED78511-CAFA-4768-9265-12AC5B168DEF}">
      <dgm:prSet/>
      <dgm:spPr/>
      <dgm:t>
        <a:bodyPr/>
        <a:lstStyle/>
        <a:p>
          <a:endParaRPr lang="uk-UA"/>
        </a:p>
      </dgm:t>
    </dgm:pt>
    <dgm:pt modelId="{F3885CB3-61AB-4340-BE1E-EC5C4ABB451A}">
      <dgm:prSet/>
      <dgm:spPr/>
      <dgm:t>
        <a:bodyPr/>
        <a:lstStyle/>
        <a:p>
          <a:r>
            <a:rPr lang="ru-RU" b="0" i="0" dirty="0" err="1"/>
            <a:t>освоювали</a:t>
          </a:r>
          <a:r>
            <a:rPr lang="ru-RU" b="0" i="0" dirty="0"/>
            <a:t> </a:t>
          </a:r>
          <a:r>
            <a:rPr lang="ru-RU" b="0" i="0" dirty="0" err="1"/>
            <a:t>нові</a:t>
          </a:r>
          <a:r>
            <a:rPr lang="ru-RU" b="0" i="0" dirty="0"/>
            <a:t> </a:t>
          </a:r>
          <a:r>
            <a:rPr lang="ru-RU" b="0" i="0" dirty="0" err="1"/>
            <a:t>території</a:t>
          </a:r>
          <a:r>
            <a:rPr lang="ru-RU" b="0" i="0" dirty="0"/>
            <a:t> для </a:t>
          </a:r>
          <a:r>
            <a:rPr lang="ru-RU" b="0" i="0" dirty="0" err="1"/>
            <a:t>розвитку</a:t>
          </a:r>
          <a:r>
            <a:rPr lang="ru-RU" b="0" i="0" dirty="0"/>
            <a:t> </a:t>
          </a:r>
          <a:r>
            <a:rPr lang="ru-RU" b="0" i="0" dirty="0" err="1"/>
            <a:t>землеробства</a:t>
          </a:r>
          <a:r>
            <a:rPr lang="ru-RU" b="0" i="0" dirty="0"/>
            <a:t>.</a:t>
          </a:r>
          <a:endParaRPr lang="uk-UA" dirty="0"/>
        </a:p>
      </dgm:t>
    </dgm:pt>
    <dgm:pt modelId="{FF4CDFE8-3753-43ED-BC88-B98CEF98205D}" type="parTrans" cxnId="{0AFE65A1-E8E7-463B-8A6E-5107FB4B06CB}">
      <dgm:prSet/>
      <dgm:spPr/>
      <dgm:t>
        <a:bodyPr/>
        <a:lstStyle/>
        <a:p>
          <a:endParaRPr lang="uk-UA"/>
        </a:p>
      </dgm:t>
    </dgm:pt>
    <dgm:pt modelId="{3DF16CB9-1B9E-449E-8234-036F07AD3752}" type="sibTrans" cxnId="{0AFE65A1-E8E7-463B-8A6E-5107FB4B06CB}">
      <dgm:prSet/>
      <dgm:spPr/>
      <dgm:t>
        <a:bodyPr/>
        <a:lstStyle/>
        <a:p>
          <a:endParaRPr lang="uk-UA"/>
        </a:p>
      </dgm:t>
    </dgm:pt>
    <dgm:pt modelId="{7E2459B5-983C-475E-8687-9EC05B59505B}" type="pres">
      <dgm:prSet presAssocID="{CDB18B9A-102F-45E0-9A12-8BEDBA4A1671}" presName="linear" presStyleCnt="0">
        <dgm:presLayoutVars>
          <dgm:animLvl val="lvl"/>
          <dgm:resizeHandles val="exact"/>
        </dgm:presLayoutVars>
      </dgm:prSet>
      <dgm:spPr/>
    </dgm:pt>
    <dgm:pt modelId="{F9BED636-AE20-4A1E-B908-AEF600A2AE52}" type="pres">
      <dgm:prSet presAssocID="{B991F3EE-FB46-4934-8C46-246D595DE71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67C75D5-BC3E-47A8-BD93-B9EEA8B8723C}" type="pres">
      <dgm:prSet presAssocID="{E4E16FF1-4FBC-44F8-A9B2-82DF4E72D90B}" presName="spacer" presStyleCnt="0"/>
      <dgm:spPr/>
    </dgm:pt>
    <dgm:pt modelId="{0151AE5E-E485-4751-AD55-BA54E14823E0}" type="pres">
      <dgm:prSet presAssocID="{EDFF8F4C-0AB6-4438-8361-8F47A7D3098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B8521E1-C1DF-4482-99E7-9AA1B3977AE6}" type="pres">
      <dgm:prSet presAssocID="{FAFE4DF5-31DA-48EA-9315-650E8434514D}" presName="spacer" presStyleCnt="0"/>
      <dgm:spPr/>
    </dgm:pt>
    <dgm:pt modelId="{39F9FF4D-B03C-49D0-9E37-BBE612151CC7}" type="pres">
      <dgm:prSet presAssocID="{DEA1223A-0DAF-4C43-9E2D-300CE0271D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C98B9E2-5357-4651-9929-40971D948676}" type="pres">
      <dgm:prSet presAssocID="{5AC0DD4A-9FCB-4FFE-97F4-9461D632A270}" presName="spacer" presStyleCnt="0"/>
      <dgm:spPr/>
    </dgm:pt>
    <dgm:pt modelId="{7D71B53E-06EA-49F0-8763-173A7B39CF01}" type="pres">
      <dgm:prSet presAssocID="{F3885CB3-61AB-4340-BE1E-EC5C4ABB45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12F030D-3760-4293-96F2-7AC99B150AF1}" srcId="{CDB18B9A-102F-45E0-9A12-8BEDBA4A1671}" destId="{B991F3EE-FB46-4934-8C46-246D595DE715}" srcOrd="0" destOrd="0" parTransId="{3FA346E3-38C2-44DC-A467-28232B64736C}" sibTransId="{E4E16FF1-4FBC-44F8-A9B2-82DF4E72D90B}"/>
    <dgm:cxn modelId="{FED78511-CAFA-4768-9265-12AC5B168DEF}" srcId="{CDB18B9A-102F-45E0-9A12-8BEDBA4A1671}" destId="{DEA1223A-0DAF-4C43-9E2D-300CE0271D95}" srcOrd="2" destOrd="0" parTransId="{50666D77-779C-4A16-81C5-8D2FF099FA00}" sibTransId="{5AC0DD4A-9FCB-4FFE-97F4-9461D632A270}"/>
    <dgm:cxn modelId="{C3E0F724-F35F-42E0-B0E3-E84B3A5FA607}" type="presOf" srcId="{EDFF8F4C-0AB6-4438-8361-8F47A7D3098B}" destId="{0151AE5E-E485-4751-AD55-BA54E14823E0}" srcOrd="0" destOrd="0" presId="urn:microsoft.com/office/officeart/2005/8/layout/vList2"/>
    <dgm:cxn modelId="{140AF948-0547-4290-9BDF-9E743B17BA17}" type="presOf" srcId="{CDB18B9A-102F-45E0-9A12-8BEDBA4A1671}" destId="{7E2459B5-983C-475E-8687-9EC05B59505B}" srcOrd="0" destOrd="0" presId="urn:microsoft.com/office/officeart/2005/8/layout/vList2"/>
    <dgm:cxn modelId="{F615ED50-495E-41CF-8BD5-0B41858B57E8}" type="presOf" srcId="{DEA1223A-0DAF-4C43-9E2D-300CE0271D95}" destId="{39F9FF4D-B03C-49D0-9E37-BBE612151CC7}" srcOrd="0" destOrd="0" presId="urn:microsoft.com/office/officeart/2005/8/layout/vList2"/>
    <dgm:cxn modelId="{3764C655-6A59-4D39-A8D1-717D4B4C22C8}" srcId="{CDB18B9A-102F-45E0-9A12-8BEDBA4A1671}" destId="{EDFF8F4C-0AB6-4438-8361-8F47A7D3098B}" srcOrd="1" destOrd="0" parTransId="{CB7B3346-4F74-4248-B732-6E8FA9741562}" sibTransId="{FAFE4DF5-31DA-48EA-9315-650E8434514D}"/>
    <dgm:cxn modelId="{0AFE65A1-E8E7-463B-8A6E-5107FB4B06CB}" srcId="{CDB18B9A-102F-45E0-9A12-8BEDBA4A1671}" destId="{F3885CB3-61AB-4340-BE1E-EC5C4ABB451A}" srcOrd="3" destOrd="0" parTransId="{FF4CDFE8-3753-43ED-BC88-B98CEF98205D}" sibTransId="{3DF16CB9-1B9E-449E-8234-036F07AD3752}"/>
    <dgm:cxn modelId="{4D4373A7-FA5B-4A0C-A949-699DFF510A5A}" type="presOf" srcId="{F3885CB3-61AB-4340-BE1E-EC5C4ABB451A}" destId="{7D71B53E-06EA-49F0-8763-173A7B39CF01}" srcOrd="0" destOrd="0" presId="urn:microsoft.com/office/officeart/2005/8/layout/vList2"/>
    <dgm:cxn modelId="{B9A9CBE5-9217-4CD1-B8DE-6DDC7D6CDDDA}" type="presOf" srcId="{B991F3EE-FB46-4934-8C46-246D595DE715}" destId="{F9BED636-AE20-4A1E-B908-AEF600A2AE52}" srcOrd="0" destOrd="0" presId="urn:microsoft.com/office/officeart/2005/8/layout/vList2"/>
    <dgm:cxn modelId="{817B4381-D243-416A-8A43-D7C11B0C07D3}" type="presParOf" srcId="{7E2459B5-983C-475E-8687-9EC05B59505B}" destId="{F9BED636-AE20-4A1E-B908-AEF600A2AE52}" srcOrd="0" destOrd="0" presId="urn:microsoft.com/office/officeart/2005/8/layout/vList2"/>
    <dgm:cxn modelId="{7E7E7CFF-8E26-489F-B48E-40F5D00E3E35}" type="presParOf" srcId="{7E2459B5-983C-475E-8687-9EC05B59505B}" destId="{367C75D5-BC3E-47A8-BD93-B9EEA8B8723C}" srcOrd="1" destOrd="0" presId="urn:microsoft.com/office/officeart/2005/8/layout/vList2"/>
    <dgm:cxn modelId="{06320131-ABAD-493F-9CE2-CB0820A081DF}" type="presParOf" srcId="{7E2459B5-983C-475E-8687-9EC05B59505B}" destId="{0151AE5E-E485-4751-AD55-BA54E14823E0}" srcOrd="2" destOrd="0" presId="urn:microsoft.com/office/officeart/2005/8/layout/vList2"/>
    <dgm:cxn modelId="{79078C5E-9A3D-47AA-B3A1-2B63275286FF}" type="presParOf" srcId="{7E2459B5-983C-475E-8687-9EC05B59505B}" destId="{1B8521E1-C1DF-4482-99E7-9AA1B3977AE6}" srcOrd="3" destOrd="0" presId="urn:microsoft.com/office/officeart/2005/8/layout/vList2"/>
    <dgm:cxn modelId="{7A667BDF-242C-4E6C-AECD-A5881752A4BD}" type="presParOf" srcId="{7E2459B5-983C-475E-8687-9EC05B59505B}" destId="{39F9FF4D-B03C-49D0-9E37-BBE612151CC7}" srcOrd="4" destOrd="0" presId="urn:microsoft.com/office/officeart/2005/8/layout/vList2"/>
    <dgm:cxn modelId="{21B69F77-9271-4DCC-AC92-1896D934320C}" type="presParOf" srcId="{7E2459B5-983C-475E-8687-9EC05B59505B}" destId="{5C98B9E2-5357-4651-9929-40971D948676}" srcOrd="5" destOrd="0" presId="urn:microsoft.com/office/officeart/2005/8/layout/vList2"/>
    <dgm:cxn modelId="{D5A207DD-1303-49DA-BB3C-E2BFA3AF59D5}" type="presParOf" srcId="{7E2459B5-983C-475E-8687-9EC05B59505B}" destId="{7D71B53E-06EA-49F0-8763-173A7B39CF0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E09C8DB8-EFB0-402C-921F-22B5ED7B24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884AB94-A18E-4F83-94DF-79DFE469CB65}">
      <dgm:prSet/>
      <dgm:spPr/>
      <dgm:t>
        <a:bodyPr/>
        <a:lstStyle/>
        <a:p>
          <a:r>
            <a:rPr lang="uk-UA" b="0" i="0"/>
            <a:t>скіфів.</a:t>
          </a:r>
          <a:endParaRPr lang="uk-UA"/>
        </a:p>
      </dgm:t>
    </dgm:pt>
    <dgm:pt modelId="{A9AC4D34-75B4-4E98-9FC7-12C19B31DBE3}" type="parTrans" cxnId="{85B61DAF-E3E7-4340-913C-D9AFF2C29D92}">
      <dgm:prSet/>
      <dgm:spPr/>
      <dgm:t>
        <a:bodyPr/>
        <a:lstStyle/>
        <a:p>
          <a:endParaRPr lang="uk-UA"/>
        </a:p>
      </dgm:t>
    </dgm:pt>
    <dgm:pt modelId="{274103F6-019E-4045-9611-81B925A8E618}" type="sibTrans" cxnId="{85B61DAF-E3E7-4340-913C-D9AFF2C29D92}">
      <dgm:prSet/>
      <dgm:spPr/>
      <dgm:t>
        <a:bodyPr/>
        <a:lstStyle/>
        <a:p>
          <a:endParaRPr lang="uk-UA"/>
        </a:p>
      </dgm:t>
    </dgm:pt>
    <dgm:pt modelId="{B69DB124-40B9-4FA6-836A-59E92E22DE92}">
      <dgm:prSet/>
      <dgm:spPr/>
      <dgm:t>
        <a:bodyPr/>
        <a:lstStyle/>
        <a:p>
          <a:r>
            <a:rPr lang="uk-UA" b="0" i="0" dirty="0"/>
            <a:t>сарматів.</a:t>
          </a:r>
          <a:endParaRPr lang="uk-UA" dirty="0"/>
        </a:p>
      </dgm:t>
    </dgm:pt>
    <dgm:pt modelId="{43599546-2BC6-4806-80E2-1236C89C9F96}" type="parTrans" cxnId="{020DAD01-39CE-47B1-8887-FCC69F5E3597}">
      <dgm:prSet/>
      <dgm:spPr/>
      <dgm:t>
        <a:bodyPr/>
        <a:lstStyle/>
        <a:p>
          <a:endParaRPr lang="uk-UA"/>
        </a:p>
      </dgm:t>
    </dgm:pt>
    <dgm:pt modelId="{049B4E24-A548-4E8D-80C9-16ED2D807F89}" type="sibTrans" cxnId="{020DAD01-39CE-47B1-8887-FCC69F5E3597}">
      <dgm:prSet/>
      <dgm:spPr/>
      <dgm:t>
        <a:bodyPr/>
        <a:lstStyle/>
        <a:p>
          <a:endParaRPr lang="uk-UA"/>
        </a:p>
      </dgm:t>
    </dgm:pt>
    <dgm:pt modelId="{02FE0B3C-6BBF-439C-8FBC-CEDC957F25B8}">
      <dgm:prSet/>
      <dgm:spPr/>
      <dgm:t>
        <a:bodyPr/>
        <a:lstStyle/>
        <a:p>
          <a:r>
            <a:rPr lang="uk-UA" b="0" i="0"/>
            <a:t>трипільців.</a:t>
          </a:r>
          <a:endParaRPr lang="uk-UA"/>
        </a:p>
      </dgm:t>
    </dgm:pt>
    <dgm:pt modelId="{5B87868B-615F-4544-B29F-CA35BC493E60}" type="parTrans" cxnId="{0B82F371-EA8D-4944-9DF6-B14889A5645D}">
      <dgm:prSet/>
      <dgm:spPr/>
      <dgm:t>
        <a:bodyPr/>
        <a:lstStyle/>
        <a:p>
          <a:endParaRPr lang="uk-UA"/>
        </a:p>
      </dgm:t>
    </dgm:pt>
    <dgm:pt modelId="{FF7F50DC-FF23-4EE5-BBB4-030F3DE76965}" type="sibTrans" cxnId="{0B82F371-EA8D-4944-9DF6-B14889A5645D}">
      <dgm:prSet/>
      <dgm:spPr/>
      <dgm:t>
        <a:bodyPr/>
        <a:lstStyle/>
        <a:p>
          <a:endParaRPr lang="uk-UA"/>
        </a:p>
      </dgm:t>
    </dgm:pt>
    <dgm:pt modelId="{14FAB3FC-3B52-4FEE-B195-75852FD2943A}">
      <dgm:prSet/>
      <dgm:spPr/>
      <dgm:t>
        <a:bodyPr/>
        <a:lstStyle/>
        <a:p>
          <a:r>
            <a:rPr lang="uk-UA" b="0" i="0" dirty="0"/>
            <a:t>кіммерійців.</a:t>
          </a:r>
          <a:endParaRPr lang="uk-UA" dirty="0"/>
        </a:p>
      </dgm:t>
    </dgm:pt>
    <dgm:pt modelId="{472A23DB-BCD8-4426-84CD-91B5AB5DAE35}" type="parTrans" cxnId="{EB26C3A2-49E6-4410-95A7-1FEC9562A818}">
      <dgm:prSet/>
      <dgm:spPr/>
      <dgm:t>
        <a:bodyPr/>
        <a:lstStyle/>
        <a:p>
          <a:endParaRPr lang="uk-UA"/>
        </a:p>
      </dgm:t>
    </dgm:pt>
    <dgm:pt modelId="{66947958-69A2-4A14-9C30-E733AB8E1FEE}" type="sibTrans" cxnId="{EB26C3A2-49E6-4410-95A7-1FEC9562A818}">
      <dgm:prSet/>
      <dgm:spPr/>
      <dgm:t>
        <a:bodyPr/>
        <a:lstStyle/>
        <a:p>
          <a:endParaRPr lang="uk-UA"/>
        </a:p>
      </dgm:t>
    </dgm:pt>
    <dgm:pt modelId="{D8E05D7E-1E76-498D-B4A7-6801AAB1DAE2}" type="pres">
      <dgm:prSet presAssocID="{E09C8DB8-EFB0-402C-921F-22B5ED7B24D3}" presName="linear" presStyleCnt="0">
        <dgm:presLayoutVars>
          <dgm:animLvl val="lvl"/>
          <dgm:resizeHandles val="exact"/>
        </dgm:presLayoutVars>
      </dgm:prSet>
      <dgm:spPr/>
    </dgm:pt>
    <dgm:pt modelId="{4FEFB18A-DFBC-45C6-9BB0-D2EAC5FC9C68}" type="pres">
      <dgm:prSet presAssocID="{9884AB94-A18E-4F83-94DF-79DFE469CB6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0484BCC-7C6C-4C6F-90EF-05EA0A036A09}" type="pres">
      <dgm:prSet presAssocID="{274103F6-019E-4045-9611-81B925A8E618}" presName="spacer" presStyleCnt="0"/>
      <dgm:spPr/>
    </dgm:pt>
    <dgm:pt modelId="{719A8056-8592-4CD6-A98A-427DDDA877EC}" type="pres">
      <dgm:prSet presAssocID="{B69DB124-40B9-4FA6-836A-59E92E22DE9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4141F6-8AD0-425A-8F1D-24534C8602A8}" type="pres">
      <dgm:prSet presAssocID="{049B4E24-A548-4E8D-80C9-16ED2D807F89}" presName="spacer" presStyleCnt="0"/>
      <dgm:spPr/>
    </dgm:pt>
    <dgm:pt modelId="{AB4852ED-C980-4F0A-800D-FD2748EC03F6}" type="pres">
      <dgm:prSet presAssocID="{02FE0B3C-6BBF-439C-8FBC-CEDC957F25B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37DC06A-33A3-4CA4-987A-69AB816FC185}" type="pres">
      <dgm:prSet presAssocID="{FF7F50DC-FF23-4EE5-BBB4-030F3DE76965}" presName="spacer" presStyleCnt="0"/>
      <dgm:spPr/>
    </dgm:pt>
    <dgm:pt modelId="{25E48EAF-05FD-4F4C-8755-428C3F9C85C6}" type="pres">
      <dgm:prSet presAssocID="{14FAB3FC-3B52-4FEE-B195-75852FD2943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20DAD01-39CE-47B1-8887-FCC69F5E3597}" srcId="{E09C8DB8-EFB0-402C-921F-22B5ED7B24D3}" destId="{B69DB124-40B9-4FA6-836A-59E92E22DE92}" srcOrd="1" destOrd="0" parTransId="{43599546-2BC6-4806-80E2-1236C89C9F96}" sibTransId="{049B4E24-A548-4E8D-80C9-16ED2D807F89}"/>
    <dgm:cxn modelId="{21EF7533-ABC0-4649-A113-4AC035994BB7}" type="presOf" srcId="{14FAB3FC-3B52-4FEE-B195-75852FD2943A}" destId="{25E48EAF-05FD-4F4C-8755-428C3F9C85C6}" srcOrd="0" destOrd="0" presId="urn:microsoft.com/office/officeart/2005/8/layout/vList2"/>
    <dgm:cxn modelId="{9DD3E060-A04B-41FA-B9D7-E5AEB1DA75F5}" type="presOf" srcId="{B69DB124-40B9-4FA6-836A-59E92E22DE92}" destId="{719A8056-8592-4CD6-A98A-427DDDA877EC}" srcOrd="0" destOrd="0" presId="urn:microsoft.com/office/officeart/2005/8/layout/vList2"/>
    <dgm:cxn modelId="{248DD950-08A2-4B00-A743-C6FAD7D84A65}" type="presOf" srcId="{E09C8DB8-EFB0-402C-921F-22B5ED7B24D3}" destId="{D8E05D7E-1E76-498D-B4A7-6801AAB1DAE2}" srcOrd="0" destOrd="0" presId="urn:microsoft.com/office/officeart/2005/8/layout/vList2"/>
    <dgm:cxn modelId="{0B82F371-EA8D-4944-9DF6-B14889A5645D}" srcId="{E09C8DB8-EFB0-402C-921F-22B5ED7B24D3}" destId="{02FE0B3C-6BBF-439C-8FBC-CEDC957F25B8}" srcOrd="2" destOrd="0" parTransId="{5B87868B-615F-4544-B29F-CA35BC493E60}" sibTransId="{FF7F50DC-FF23-4EE5-BBB4-030F3DE76965}"/>
    <dgm:cxn modelId="{EB26C3A2-49E6-4410-95A7-1FEC9562A818}" srcId="{E09C8DB8-EFB0-402C-921F-22B5ED7B24D3}" destId="{14FAB3FC-3B52-4FEE-B195-75852FD2943A}" srcOrd="3" destOrd="0" parTransId="{472A23DB-BCD8-4426-84CD-91B5AB5DAE35}" sibTransId="{66947958-69A2-4A14-9C30-E733AB8E1FEE}"/>
    <dgm:cxn modelId="{85B61DAF-E3E7-4340-913C-D9AFF2C29D92}" srcId="{E09C8DB8-EFB0-402C-921F-22B5ED7B24D3}" destId="{9884AB94-A18E-4F83-94DF-79DFE469CB65}" srcOrd="0" destOrd="0" parTransId="{A9AC4D34-75B4-4E98-9FC7-12C19B31DBE3}" sibTransId="{274103F6-019E-4045-9611-81B925A8E618}"/>
    <dgm:cxn modelId="{008B43C6-9C30-4AC3-A562-797B057D9847}" type="presOf" srcId="{02FE0B3C-6BBF-439C-8FBC-CEDC957F25B8}" destId="{AB4852ED-C980-4F0A-800D-FD2748EC03F6}" srcOrd="0" destOrd="0" presId="urn:microsoft.com/office/officeart/2005/8/layout/vList2"/>
    <dgm:cxn modelId="{14B8A9F2-D8A1-4F4D-A9A2-35E0B0554917}" type="presOf" srcId="{9884AB94-A18E-4F83-94DF-79DFE469CB65}" destId="{4FEFB18A-DFBC-45C6-9BB0-D2EAC5FC9C68}" srcOrd="0" destOrd="0" presId="urn:microsoft.com/office/officeart/2005/8/layout/vList2"/>
    <dgm:cxn modelId="{519DDFC5-F91A-4B56-9199-92370DCAF6B2}" type="presParOf" srcId="{D8E05D7E-1E76-498D-B4A7-6801AAB1DAE2}" destId="{4FEFB18A-DFBC-45C6-9BB0-D2EAC5FC9C68}" srcOrd="0" destOrd="0" presId="urn:microsoft.com/office/officeart/2005/8/layout/vList2"/>
    <dgm:cxn modelId="{19E107D0-1F97-4803-9B64-E0EA259E3E99}" type="presParOf" srcId="{D8E05D7E-1E76-498D-B4A7-6801AAB1DAE2}" destId="{30484BCC-7C6C-4C6F-90EF-05EA0A036A09}" srcOrd="1" destOrd="0" presId="urn:microsoft.com/office/officeart/2005/8/layout/vList2"/>
    <dgm:cxn modelId="{ABA86914-823D-46CE-8BA7-5B04919F5468}" type="presParOf" srcId="{D8E05D7E-1E76-498D-B4A7-6801AAB1DAE2}" destId="{719A8056-8592-4CD6-A98A-427DDDA877EC}" srcOrd="2" destOrd="0" presId="urn:microsoft.com/office/officeart/2005/8/layout/vList2"/>
    <dgm:cxn modelId="{83F70F3F-59E5-474D-A995-457B13B4EBCD}" type="presParOf" srcId="{D8E05D7E-1E76-498D-B4A7-6801AAB1DAE2}" destId="{314141F6-8AD0-425A-8F1D-24534C8602A8}" srcOrd="3" destOrd="0" presId="urn:microsoft.com/office/officeart/2005/8/layout/vList2"/>
    <dgm:cxn modelId="{320AF2DB-0EBA-4E1C-9E8E-A1B908C4FF46}" type="presParOf" srcId="{D8E05D7E-1E76-498D-B4A7-6801AAB1DAE2}" destId="{AB4852ED-C980-4F0A-800D-FD2748EC03F6}" srcOrd="4" destOrd="0" presId="urn:microsoft.com/office/officeart/2005/8/layout/vList2"/>
    <dgm:cxn modelId="{B1562FAF-8BE4-41AD-943E-66028831D8D0}" type="presParOf" srcId="{D8E05D7E-1E76-498D-B4A7-6801AAB1DAE2}" destId="{137DC06A-33A3-4CA4-987A-69AB816FC185}" srcOrd="5" destOrd="0" presId="urn:microsoft.com/office/officeart/2005/8/layout/vList2"/>
    <dgm:cxn modelId="{8166295D-D4A7-4E43-9156-6B43F1C71B97}" type="presParOf" srcId="{D8E05D7E-1E76-498D-B4A7-6801AAB1DAE2}" destId="{25E48EAF-05FD-4F4C-8755-428C3F9C85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9EBBEB02-15EC-4AB5-BB0F-CFDB7E35E25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0C9067-F552-4C73-B53C-D7870953DC42}">
      <dgm:prSet/>
      <dgm:spPr/>
      <dgm:t>
        <a:bodyPr/>
        <a:lstStyle/>
        <a:p>
          <a:r>
            <a:rPr lang="uk-UA" b="0" i="0" dirty="0"/>
            <a:t>суспільно-політичні</a:t>
          </a:r>
          <a:endParaRPr lang="uk-UA" dirty="0"/>
        </a:p>
      </dgm:t>
    </dgm:pt>
    <dgm:pt modelId="{0DD4C52A-6092-4E8F-90DE-5CE890389211}" type="parTrans" cxnId="{944909A4-BC63-44F6-89EB-D987AD584DA9}">
      <dgm:prSet/>
      <dgm:spPr/>
      <dgm:t>
        <a:bodyPr/>
        <a:lstStyle/>
        <a:p>
          <a:endParaRPr lang="uk-UA"/>
        </a:p>
      </dgm:t>
    </dgm:pt>
    <dgm:pt modelId="{DADF6C96-E59D-4DE1-8684-9DA84A1DE01C}" type="sibTrans" cxnId="{944909A4-BC63-44F6-89EB-D987AD584DA9}">
      <dgm:prSet/>
      <dgm:spPr/>
      <dgm:t>
        <a:bodyPr/>
        <a:lstStyle/>
        <a:p>
          <a:endParaRPr lang="uk-UA"/>
        </a:p>
      </dgm:t>
    </dgm:pt>
    <dgm:pt modelId="{A72AEBAE-3A25-415C-90AD-8D5DA8F818FF}">
      <dgm:prSet/>
      <dgm:spPr/>
      <dgm:t>
        <a:bodyPr/>
        <a:lstStyle/>
        <a:p>
          <a:r>
            <a:rPr lang="uk-UA" b="0" i="0"/>
            <a:t>культурно-ідеологічні</a:t>
          </a:r>
          <a:endParaRPr lang="uk-UA"/>
        </a:p>
      </dgm:t>
    </dgm:pt>
    <dgm:pt modelId="{B573B44B-70C5-44D5-A207-059A98A0C0ED}" type="parTrans" cxnId="{20F93028-9DFC-4A6E-9EDA-7BB8F38EFD2F}">
      <dgm:prSet/>
      <dgm:spPr/>
      <dgm:t>
        <a:bodyPr/>
        <a:lstStyle/>
        <a:p>
          <a:endParaRPr lang="uk-UA"/>
        </a:p>
      </dgm:t>
    </dgm:pt>
    <dgm:pt modelId="{63709A5E-F9A3-46D7-9B57-0CC36704EA6B}" type="sibTrans" cxnId="{20F93028-9DFC-4A6E-9EDA-7BB8F38EFD2F}">
      <dgm:prSet/>
      <dgm:spPr/>
      <dgm:t>
        <a:bodyPr/>
        <a:lstStyle/>
        <a:p>
          <a:endParaRPr lang="uk-UA"/>
        </a:p>
      </dgm:t>
    </dgm:pt>
    <dgm:pt modelId="{08730363-F9FA-4169-B7FE-FD2532CEF835}">
      <dgm:prSet/>
      <dgm:spPr/>
      <dgm:t>
        <a:bodyPr/>
        <a:lstStyle/>
        <a:p>
          <a:r>
            <a:rPr lang="uk-UA" b="0" i="0"/>
            <a:t>соціально-економічні</a:t>
          </a:r>
          <a:endParaRPr lang="uk-UA"/>
        </a:p>
      </dgm:t>
    </dgm:pt>
    <dgm:pt modelId="{4AF9D4BC-DA19-4F02-9A58-28E82C8B0897}" type="parTrans" cxnId="{60771503-48B4-4649-A52B-05C0405FF645}">
      <dgm:prSet/>
      <dgm:spPr/>
      <dgm:t>
        <a:bodyPr/>
        <a:lstStyle/>
        <a:p>
          <a:endParaRPr lang="uk-UA"/>
        </a:p>
      </dgm:t>
    </dgm:pt>
    <dgm:pt modelId="{2249A880-ECCF-44AB-9B10-8B97BECE3A53}" type="sibTrans" cxnId="{60771503-48B4-4649-A52B-05C0405FF645}">
      <dgm:prSet/>
      <dgm:spPr/>
      <dgm:t>
        <a:bodyPr/>
        <a:lstStyle/>
        <a:p>
          <a:endParaRPr lang="uk-UA"/>
        </a:p>
      </dgm:t>
    </dgm:pt>
    <dgm:pt modelId="{C42A6E8C-47EA-4071-95BE-EBDB2D930953}">
      <dgm:prSet/>
      <dgm:spPr/>
      <dgm:t>
        <a:bodyPr/>
        <a:lstStyle/>
        <a:p>
          <a:r>
            <a:rPr lang="uk-UA" b="0" i="0" dirty="0"/>
            <a:t>воєнно-стратегічні</a:t>
          </a:r>
          <a:endParaRPr lang="uk-UA" dirty="0"/>
        </a:p>
      </dgm:t>
    </dgm:pt>
    <dgm:pt modelId="{C7B1FE17-D379-4558-95F8-9565CF313131}" type="parTrans" cxnId="{99716FA1-C2E5-4594-B087-8A30D4793224}">
      <dgm:prSet/>
      <dgm:spPr/>
      <dgm:t>
        <a:bodyPr/>
        <a:lstStyle/>
        <a:p>
          <a:endParaRPr lang="uk-UA"/>
        </a:p>
      </dgm:t>
    </dgm:pt>
    <dgm:pt modelId="{65866F46-14B3-42D4-AABD-C12E38CBB3A1}" type="sibTrans" cxnId="{99716FA1-C2E5-4594-B087-8A30D4793224}">
      <dgm:prSet/>
      <dgm:spPr/>
      <dgm:t>
        <a:bodyPr/>
        <a:lstStyle/>
        <a:p>
          <a:endParaRPr lang="uk-UA"/>
        </a:p>
      </dgm:t>
    </dgm:pt>
    <dgm:pt modelId="{D6ED7E5B-B8AE-4F87-A88E-1480C243EBE6}" type="pres">
      <dgm:prSet presAssocID="{9EBBEB02-15EC-4AB5-BB0F-CFDB7E35E256}" presName="linearFlow" presStyleCnt="0">
        <dgm:presLayoutVars>
          <dgm:dir/>
          <dgm:resizeHandles val="exact"/>
        </dgm:presLayoutVars>
      </dgm:prSet>
      <dgm:spPr/>
    </dgm:pt>
    <dgm:pt modelId="{C9C24B54-B9AC-4023-BCA7-F4C36CA90590}" type="pres">
      <dgm:prSet presAssocID="{FD0C9067-F552-4C73-B53C-D7870953DC42}" presName="composite" presStyleCnt="0"/>
      <dgm:spPr/>
    </dgm:pt>
    <dgm:pt modelId="{CFF2A563-3CD0-4F55-B9E8-1961873ECDBE}" type="pres">
      <dgm:prSet presAssocID="{FD0C9067-F552-4C73-B53C-D7870953DC42}" presName="imgShp" presStyleLbl="fgImgPlace1" presStyleIdx="0" presStyleCnt="4"/>
      <dgm:spPr/>
    </dgm:pt>
    <dgm:pt modelId="{21552EA8-86DE-46EF-A7D4-F0FD1FD3AED0}" type="pres">
      <dgm:prSet presAssocID="{FD0C9067-F552-4C73-B53C-D7870953DC42}" presName="txShp" presStyleLbl="node1" presStyleIdx="0" presStyleCnt="4">
        <dgm:presLayoutVars>
          <dgm:bulletEnabled val="1"/>
        </dgm:presLayoutVars>
      </dgm:prSet>
      <dgm:spPr/>
    </dgm:pt>
    <dgm:pt modelId="{68344A9A-E9BE-4E13-8352-71E887FC0952}" type="pres">
      <dgm:prSet presAssocID="{DADF6C96-E59D-4DE1-8684-9DA84A1DE01C}" presName="spacing" presStyleCnt="0"/>
      <dgm:spPr/>
    </dgm:pt>
    <dgm:pt modelId="{6237E625-D8BD-4F03-B5FF-9ED20E0F9D2B}" type="pres">
      <dgm:prSet presAssocID="{A72AEBAE-3A25-415C-90AD-8D5DA8F818FF}" presName="composite" presStyleCnt="0"/>
      <dgm:spPr/>
    </dgm:pt>
    <dgm:pt modelId="{EF89CF47-9964-4AD2-97D4-931B335A66A5}" type="pres">
      <dgm:prSet presAssocID="{A72AEBAE-3A25-415C-90AD-8D5DA8F818FF}" presName="imgShp" presStyleLbl="fgImgPlace1" presStyleIdx="1" presStyleCnt="4"/>
      <dgm:spPr/>
    </dgm:pt>
    <dgm:pt modelId="{570F0633-1E36-4FEE-BE48-E52EF763BD8B}" type="pres">
      <dgm:prSet presAssocID="{A72AEBAE-3A25-415C-90AD-8D5DA8F818FF}" presName="txShp" presStyleLbl="node1" presStyleIdx="1" presStyleCnt="4">
        <dgm:presLayoutVars>
          <dgm:bulletEnabled val="1"/>
        </dgm:presLayoutVars>
      </dgm:prSet>
      <dgm:spPr/>
    </dgm:pt>
    <dgm:pt modelId="{16675E3F-F4B4-4357-953C-8B5FD14BC011}" type="pres">
      <dgm:prSet presAssocID="{63709A5E-F9A3-46D7-9B57-0CC36704EA6B}" presName="spacing" presStyleCnt="0"/>
      <dgm:spPr/>
    </dgm:pt>
    <dgm:pt modelId="{34DC1769-D667-41D1-977A-19EFE108386E}" type="pres">
      <dgm:prSet presAssocID="{08730363-F9FA-4169-B7FE-FD2532CEF835}" presName="composite" presStyleCnt="0"/>
      <dgm:spPr/>
    </dgm:pt>
    <dgm:pt modelId="{DC81ECD0-896A-4CF1-B78F-AEC8E12812AC}" type="pres">
      <dgm:prSet presAssocID="{08730363-F9FA-4169-B7FE-FD2532CEF835}" presName="imgShp" presStyleLbl="fgImgPlace1" presStyleIdx="2" presStyleCnt="4"/>
      <dgm:spPr/>
    </dgm:pt>
    <dgm:pt modelId="{A53F99B7-0651-4911-9FDB-A73211C47AC1}" type="pres">
      <dgm:prSet presAssocID="{08730363-F9FA-4169-B7FE-FD2532CEF835}" presName="txShp" presStyleLbl="node1" presStyleIdx="2" presStyleCnt="4">
        <dgm:presLayoutVars>
          <dgm:bulletEnabled val="1"/>
        </dgm:presLayoutVars>
      </dgm:prSet>
      <dgm:spPr/>
    </dgm:pt>
    <dgm:pt modelId="{39F5501B-5824-4395-8164-6C467ABF2585}" type="pres">
      <dgm:prSet presAssocID="{2249A880-ECCF-44AB-9B10-8B97BECE3A53}" presName="spacing" presStyleCnt="0"/>
      <dgm:spPr/>
    </dgm:pt>
    <dgm:pt modelId="{39E7ADF0-52E0-4240-91B2-3F4A449442EC}" type="pres">
      <dgm:prSet presAssocID="{C42A6E8C-47EA-4071-95BE-EBDB2D930953}" presName="composite" presStyleCnt="0"/>
      <dgm:spPr/>
    </dgm:pt>
    <dgm:pt modelId="{4B8410B5-DD51-4D0C-B7F0-DE31386621E8}" type="pres">
      <dgm:prSet presAssocID="{C42A6E8C-47EA-4071-95BE-EBDB2D930953}" presName="imgShp" presStyleLbl="fgImgPlace1" presStyleIdx="3" presStyleCnt="4"/>
      <dgm:spPr/>
    </dgm:pt>
    <dgm:pt modelId="{CC126F43-10A7-4CED-805C-F6FB61C2C49C}" type="pres">
      <dgm:prSet presAssocID="{C42A6E8C-47EA-4071-95BE-EBDB2D930953}" presName="txShp" presStyleLbl="node1" presStyleIdx="3" presStyleCnt="4">
        <dgm:presLayoutVars>
          <dgm:bulletEnabled val="1"/>
        </dgm:presLayoutVars>
      </dgm:prSet>
      <dgm:spPr/>
    </dgm:pt>
  </dgm:ptLst>
  <dgm:cxnLst>
    <dgm:cxn modelId="{60771503-48B4-4649-A52B-05C0405FF645}" srcId="{9EBBEB02-15EC-4AB5-BB0F-CFDB7E35E256}" destId="{08730363-F9FA-4169-B7FE-FD2532CEF835}" srcOrd="2" destOrd="0" parTransId="{4AF9D4BC-DA19-4F02-9A58-28E82C8B0897}" sibTransId="{2249A880-ECCF-44AB-9B10-8B97BECE3A53}"/>
    <dgm:cxn modelId="{20F93028-9DFC-4A6E-9EDA-7BB8F38EFD2F}" srcId="{9EBBEB02-15EC-4AB5-BB0F-CFDB7E35E256}" destId="{A72AEBAE-3A25-415C-90AD-8D5DA8F818FF}" srcOrd="1" destOrd="0" parTransId="{B573B44B-70C5-44D5-A207-059A98A0C0ED}" sibTransId="{63709A5E-F9A3-46D7-9B57-0CC36704EA6B}"/>
    <dgm:cxn modelId="{F8762E41-6CAF-4E2A-B44F-DC76A83F2522}" type="presOf" srcId="{9EBBEB02-15EC-4AB5-BB0F-CFDB7E35E256}" destId="{D6ED7E5B-B8AE-4F87-A88E-1480C243EBE6}" srcOrd="0" destOrd="0" presId="urn:microsoft.com/office/officeart/2005/8/layout/vList3"/>
    <dgm:cxn modelId="{A6EF0472-916C-4958-B92C-30C9A46C47A5}" type="presOf" srcId="{FD0C9067-F552-4C73-B53C-D7870953DC42}" destId="{21552EA8-86DE-46EF-A7D4-F0FD1FD3AED0}" srcOrd="0" destOrd="0" presId="urn:microsoft.com/office/officeart/2005/8/layout/vList3"/>
    <dgm:cxn modelId="{19410977-1FE2-4ED6-BEE1-4B57EBC3869D}" type="presOf" srcId="{08730363-F9FA-4169-B7FE-FD2532CEF835}" destId="{A53F99B7-0651-4911-9FDB-A73211C47AC1}" srcOrd="0" destOrd="0" presId="urn:microsoft.com/office/officeart/2005/8/layout/vList3"/>
    <dgm:cxn modelId="{77875681-5D66-45C0-8624-105D5E28824F}" type="presOf" srcId="{A72AEBAE-3A25-415C-90AD-8D5DA8F818FF}" destId="{570F0633-1E36-4FEE-BE48-E52EF763BD8B}" srcOrd="0" destOrd="0" presId="urn:microsoft.com/office/officeart/2005/8/layout/vList3"/>
    <dgm:cxn modelId="{99716FA1-C2E5-4594-B087-8A30D4793224}" srcId="{9EBBEB02-15EC-4AB5-BB0F-CFDB7E35E256}" destId="{C42A6E8C-47EA-4071-95BE-EBDB2D930953}" srcOrd="3" destOrd="0" parTransId="{C7B1FE17-D379-4558-95F8-9565CF313131}" sibTransId="{65866F46-14B3-42D4-AABD-C12E38CBB3A1}"/>
    <dgm:cxn modelId="{944909A4-BC63-44F6-89EB-D987AD584DA9}" srcId="{9EBBEB02-15EC-4AB5-BB0F-CFDB7E35E256}" destId="{FD0C9067-F552-4C73-B53C-D7870953DC42}" srcOrd="0" destOrd="0" parTransId="{0DD4C52A-6092-4E8F-90DE-5CE890389211}" sibTransId="{DADF6C96-E59D-4DE1-8684-9DA84A1DE01C}"/>
    <dgm:cxn modelId="{1E9CEBD5-CE09-44B0-BB87-723005AA58FA}" type="presOf" srcId="{C42A6E8C-47EA-4071-95BE-EBDB2D930953}" destId="{CC126F43-10A7-4CED-805C-F6FB61C2C49C}" srcOrd="0" destOrd="0" presId="urn:microsoft.com/office/officeart/2005/8/layout/vList3"/>
    <dgm:cxn modelId="{024EA9F4-8495-4774-8CF0-198FBCEE1D62}" type="presParOf" srcId="{D6ED7E5B-B8AE-4F87-A88E-1480C243EBE6}" destId="{C9C24B54-B9AC-4023-BCA7-F4C36CA90590}" srcOrd="0" destOrd="0" presId="urn:microsoft.com/office/officeart/2005/8/layout/vList3"/>
    <dgm:cxn modelId="{4B8B8001-1F94-431F-BD9B-BEB72F6F5A5E}" type="presParOf" srcId="{C9C24B54-B9AC-4023-BCA7-F4C36CA90590}" destId="{CFF2A563-3CD0-4F55-B9E8-1961873ECDBE}" srcOrd="0" destOrd="0" presId="urn:microsoft.com/office/officeart/2005/8/layout/vList3"/>
    <dgm:cxn modelId="{DFD89C2F-770A-47F2-A09C-6A11D8C246DC}" type="presParOf" srcId="{C9C24B54-B9AC-4023-BCA7-F4C36CA90590}" destId="{21552EA8-86DE-46EF-A7D4-F0FD1FD3AED0}" srcOrd="1" destOrd="0" presId="urn:microsoft.com/office/officeart/2005/8/layout/vList3"/>
    <dgm:cxn modelId="{179928B2-4C96-4DA1-94F3-0CCDA64AD574}" type="presParOf" srcId="{D6ED7E5B-B8AE-4F87-A88E-1480C243EBE6}" destId="{68344A9A-E9BE-4E13-8352-71E887FC0952}" srcOrd="1" destOrd="0" presId="urn:microsoft.com/office/officeart/2005/8/layout/vList3"/>
    <dgm:cxn modelId="{FFE511FC-55D2-4E59-AE80-B8893A80FD68}" type="presParOf" srcId="{D6ED7E5B-B8AE-4F87-A88E-1480C243EBE6}" destId="{6237E625-D8BD-4F03-B5FF-9ED20E0F9D2B}" srcOrd="2" destOrd="0" presId="urn:microsoft.com/office/officeart/2005/8/layout/vList3"/>
    <dgm:cxn modelId="{90ED65CD-EC9B-45F9-BF85-976FEB4D14CD}" type="presParOf" srcId="{6237E625-D8BD-4F03-B5FF-9ED20E0F9D2B}" destId="{EF89CF47-9964-4AD2-97D4-931B335A66A5}" srcOrd="0" destOrd="0" presId="urn:microsoft.com/office/officeart/2005/8/layout/vList3"/>
    <dgm:cxn modelId="{CAF5D4EB-924D-4384-9D6E-A0173E7B69F5}" type="presParOf" srcId="{6237E625-D8BD-4F03-B5FF-9ED20E0F9D2B}" destId="{570F0633-1E36-4FEE-BE48-E52EF763BD8B}" srcOrd="1" destOrd="0" presId="urn:microsoft.com/office/officeart/2005/8/layout/vList3"/>
    <dgm:cxn modelId="{B57B9C59-99B5-499A-8F54-3C2DF0DE9E9A}" type="presParOf" srcId="{D6ED7E5B-B8AE-4F87-A88E-1480C243EBE6}" destId="{16675E3F-F4B4-4357-953C-8B5FD14BC011}" srcOrd="3" destOrd="0" presId="urn:microsoft.com/office/officeart/2005/8/layout/vList3"/>
    <dgm:cxn modelId="{99D31C47-EE34-4E8F-A349-AA25C7212CFB}" type="presParOf" srcId="{D6ED7E5B-B8AE-4F87-A88E-1480C243EBE6}" destId="{34DC1769-D667-41D1-977A-19EFE108386E}" srcOrd="4" destOrd="0" presId="urn:microsoft.com/office/officeart/2005/8/layout/vList3"/>
    <dgm:cxn modelId="{225344EC-7105-4535-A93B-546CF3E98605}" type="presParOf" srcId="{34DC1769-D667-41D1-977A-19EFE108386E}" destId="{DC81ECD0-896A-4CF1-B78F-AEC8E12812AC}" srcOrd="0" destOrd="0" presId="urn:microsoft.com/office/officeart/2005/8/layout/vList3"/>
    <dgm:cxn modelId="{F5854EF9-7402-4ABB-A10A-E319D19F5F52}" type="presParOf" srcId="{34DC1769-D667-41D1-977A-19EFE108386E}" destId="{A53F99B7-0651-4911-9FDB-A73211C47AC1}" srcOrd="1" destOrd="0" presId="urn:microsoft.com/office/officeart/2005/8/layout/vList3"/>
    <dgm:cxn modelId="{687461DF-06D1-407C-A6A7-A23A3D613E2A}" type="presParOf" srcId="{D6ED7E5B-B8AE-4F87-A88E-1480C243EBE6}" destId="{39F5501B-5824-4395-8164-6C467ABF2585}" srcOrd="5" destOrd="0" presId="urn:microsoft.com/office/officeart/2005/8/layout/vList3"/>
    <dgm:cxn modelId="{0AD8A891-D356-46F2-BD1B-E32AC5993225}" type="presParOf" srcId="{D6ED7E5B-B8AE-4F87-A88E-1480C243EBE6}" destId="{39E7ADF0-52E0-4240-91B2-3F4A449442EC}" srcOrd="6" destOrd="0" presId="urn:microsoft.com/office/officeart/2005/8/layout/vList3"/>
    <dgm:cxn modelId="{2A8AF285-3AAB-45B1-814A-5EBB695600D4}" type="presParOf" srcId="{39E7ADF0-52E0-4240-91B2-3F4A449442EC}" destId="{4B8410B5-DD51-4D0C-B7F0-DE31386621E8}" srcOrd="0" destOrd="0" presId="urn:microsoft.com/office/officeart/2005/8/layout/vList3"/>
    <dgm:cxn modelId="{793E4F80-1930-4979-8E33-BBDBB1156F2A}" type="presParOf" srcId="{39E7ADF0-52E0-4240-91B2-3F4A449442EC}" destId="{CC126F43-10A7-4CED-805C-F6FB61C2C49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CD74A2B2-DEA7-4320-966D-25F1E5C4CED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F880F77-743F-4350-A9A2-1F6692DAD61E}">
      <dgm:prSet/>
      <dgm:spPr/>
      <dgm:t>
        <a:bodyPr/>
        <a:lstStyle/>
        <a:p>
          <a:r>
            <a:rPr lang="uk-UA" b="0" i="0"/>
            <a:t>палеоліт</a:t>
          </a:r>
          <a:endParaRPr lang="uk-UA"/>
        </a:p>
      </dgm:t>
    </dgm:pt>
    <dgm:pt modelId="{FE328318-2D4B-42DA-BF11-778245829EBD}" type="parTrans" cxnId="{DC851015-3D7E-44B1-90C3-989B76118518}">
      <dgm:prSet/>
      <dgm:spPr/>
      <dgm:t>
        <a:bodyPr/>
        <a:lstStyle/>
        <a:p>
          <a:endParaRPr lang="uk-UA"/>
        </a:p>
      </dgm:t>
    </dgm:pt>
    <dgm:pt modelId="{423AA481-68DC-4621-AA81-891A748BCDEE}" type="sibTrans" cxnId="{DC851015-3D7E-44B1-90C3-989B76118518}">
      <dgm:prSet/>
      <dgm:spPr/>
      <dgm:t>
        <a:bodyPr/>
        <a:lstStyle/>
        <a:p>
          <a:endParaRPr lang="uk-UA"/>
        </a:p>
      </dgm:t>
    </dgm:pt>
    <dgm:pt modelId="{1EA7E5EF-66F3-4FB2-BE7A-CD4886547F68}">
      <dgm:prSet/>
      <dgm:spPr/>
      <dgm:t>
        <a:bodyPr/>
        <a:lstStyle/>
        <a:p>
          <a:r>
            <a:rPr lang="uk-UA" b="0" i="0" dirty="0"/>
            <a:t>мезоліт</a:t>
          </a:r>
          <a:endParaRPr lang="uk-UA" dirty="0"/>
        </a:p>
      </dgm:t>
    </dgm:pt>
    <dgm:pt modelId="{8C46137F-3218-40FB-8A9C-E83F2FFCAE8B}" type="parTrans" cxnId="{78382FCF-4C49-4358-AD29-372DE1681EC5}">
      <dgm:prSet/>
      <dgm:spPr/>
      <dgm:t>
        <a:bodyPr/>
        <a:lstStyle/>
        <a:p>
          <a:endParaRPr lang="uk-UA"/>
        </a:p>
      </dgm:t>
    </dgm:pt>
    <dgm:pt modelId="{1C246422-4D04-428A-9ED9-84FA6CDF499A}" type="sibTrans" cxnId="{78382FCF-4C49-4358-AD29-372DE1681EC5}">
      <dgm:prSet/>
      <dgm:spPr/>
      <dgm:t>
        <a:bodyPr/>
        <a:lstStyle/>
        <a:p>
          <a:endParaRPr lang="uk-UA"/>
        </a:p>
      </dgm:t>
    </dgm:pt>
    <dgm:pt modelId="{CED907F6-61BA-4AA4-B933-D0F8CEFE6749}">
      <dgm:prSet/>
      <dgm:spPr/>
      <dgm:t>
        <a:bodyPr/>
        <a:lstStyle/>
        <a:p>
          <a:r>
            <a:rPr lang="uk-UA" b="0" i="0"/>
            <a:t>неоліт</a:t>
          </a:r>
          <a:endParaRPr lang="uk-UA"/>
        </a:p>
      </dgm:t>
    </dgm:pt>
    <dgm:pt modelId="{0154F6F0-C113-4B28-8001-B3B3EAF3B91F}" type="parTrans" cxnId="{6452B970-CB1B-4F1C-93D7-F36D015E7DCB}">
      <dgm:prSet/>
      <dgm:spPr/>
      <dgm:t>
        <a:bodyPr/>
        <a:lstStyle/>
        <a:p>
          <a:endParaRPr lang="uk-UA"/>
        </a:p>
      </dgm:t>
    </dgm:pt>
    <dgm:pt modelId="{44346FAA-339F-40D2-8405-40E8BD40E2E7}" type="sibTrans" cxnId="{6452B970-CB1B-4F1C-93D7-F36D015E7DCB}">
      <dgm:prSet/>
      <dgm:spPr/>
      <dgm:t>
        <a:bodyPr/>
        <a:lstStyle/>
        <a:p>
          <a:endParaRPr lang="uk-UA"/>
        </a:p>
      </dgm:t>
    </dgm:pt>
    <dgm:pt modelId="{789028B0-700B-4860-89F2-AF2AC45B6D58}">
      <dgm:prSet/>
      <dgm:spPr/>
      <dgm:t>
        <a:bodyPr/>
        <a:lstStyle/>
        <a:p>
          <a:r>
            <a:rPr lang="uk-UA" b="0" i="0" dirty="0"/>
            <a:t>бронзовий вік</a:t>
          </a:r>
          <a:endParaRPr lang="uk-UA" dirty="0"/>
        </a:p>
      </dgm:t>
    </dgm:pt>
    <dgm:pt modelId="{937E27DF-AE44-4F0F-AEB1-BBED42C7A6D3}" type="parTrans" cxnId="{668DE731-FC6B-436F-BADD-4BBA66868997}">
      <dgm:prSet/>
      <dgm:spPr/>
      <dgm:t>
        <a:bodyPr/>
        <a:lstStyle/>
        <a:p>
          <a:endParaRPr lang="uk-UA"/>
        </a:p>
      </dgm:t>
    </dgm:pt>
    <dgm:pt modelId="{72D0DBC3-3EA3-4D47-AE9F-6C2E52220721}" type="sibTrans" cxnId="{668DE731-FC6B-436F-BADD-4BBA66868997}">
      <dgm:prSet/>
      <dgm:spPr/>
      <dgm:t>
        <a:bodyPr/>
        <a:lstStyle/>
        <a:p>
          <a:endParaRPr lang="uk-UA"/>
        </a:p>
      </dgm:t>
    </dgm:pt>
    <dgm:pt modelId="{23A512F9-E7A4-4E30-BF74-A1301AAFE0D3}" type="pres">
      <dgm:prSet presAssocID="{CD74A2B2-DEA7-4320-966D-25F1E5C4CED7}" presName="matrix" presStyleCnt="0">
        <dgm:presLayoutVars>
          <dgm:chMax val="1"/>
          <dgm:dir/>
          <dgm:resizeHandles val="exact"/>
        </dgm:presLayoutVars>
      </dgm:prSet>
      <dgm:spPr/>
    </dgm:pt>
    <dgm:pt modelId="{276E8422-0A92-4EBE-9FE7-B3E3DC6750DD}" type="pres">
      <dgm:prSet presAssocID="{CD74A2B2-DEA7-4320-966D-25F1E5C4CED7}" presName="diamond" presStyleLbl="bgShp" presStyleIdx="0" presStyleCnt="1"/>
      <dgm:spPr/>
    </dgm:pt>
    <dgm:pt modelId="{CB49AF64-85ED-4A9B-81ED-A24B468F68E4}" type="pres">
      <dgm:prSet presAssocID="{CD74A2B2-DEA7-4320-966D-25F1E5C4CED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7ABC34C-2966-4802-86AB-775A6D54702D}" type="pres">
      <dgm:prSet presAssocID="{CD74A2B2-DEA7-4320-966D-25F1E5C4CED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733624F-D0F9-42D3-937F-9C91ACFD3B47}" type="pres">
      <dgm:prSet presAssocID="{CD74A2B2-DEA7-4320-966D-25F1E5C4CED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12BCA3F-F767-41A7-8155-533506A0FC11}" type="pres">
      <dgm:prSet presAssocID="{CD74A2B2-DEA7-4320-966D-25F1E5C4CED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C851015-3D7E-44B1-90C3-989B76118518}" srcId="{CD74A2B2-DEA7-4320-966D-25F1E5C4CED7}" destId="{2F880F77-743F-4350-A9A2-1F6692DAD61E}" srcOrd="0" destOrd="0" parTransId="{FE328318-2D4B-42DA-BF11-778245829EBD}" sibTransId="{423AA481-68DC-4621-AA81-891A748BCDEE}"/>
    <dgm:cxn modelId="{668DE731-FC6B-436F-BADD-4BBA66868997}" srcId="{CD74A2B2-DEA7-4320-966D-25F1E5C4CED7}" destId="{789028B0-700B-4860-89F2-AF2AC45B6D58}" srcOrd="3" destOrd="0" parTransId="{937E27DF-AE44-4F0F-AEB1-BBED42C7A6D3}" sibTransId="{72D0DBC3-3EA3-4D47-AE9F-6C2E52220721}"/>
    <dgm:cxn modelId="{525A5743-EAAD-4C2E-8304-698EE3BF754A}" type="presOf" srcId="{2F880F77-743F-4350-A9A2-1F6692DAD61E}" destId="{CB49AF64-85ED-4A9B-81ED-A24B468F68E4}" srcOrd="0" destOrd="0" presId="urn:microsoft.com/office/officeart/2005/8/layout/matrix3"/>
    <dgm:cxn modelId="{6452B970-CB1B-4F1C-93D7-F36D015E7DCB}" srcId="{CD74A2B2-DEA7-4320-966D-25F1E5C4CED7}" destId="{CED907F6-61BA-4AA4-B933-D0F8CEFE6749}" srcOrd="2" destOrd="0" parTransId="{0154F6F0-C113-4B28-8001-B3B3EAF3B91F}" sibTransId="{44346FAA-339F-40D2-8405-40E8BD40E2E7}"/>
    <dgm:cxn modelId="{0CCCFD87-2925-4AC7-9CA9-45F9121944E7}" type="presOf" srcId="{789028B0-700B-4860-89F2-AF2AC45B6D58}" destId="{512BCA3F-F767-41A7-8155-533506A0FC11}" srcOrd="0" destOrd="0" presId="urn:microsoft.com/office/officeart/2005/8/layout/matrix3"/>
    <dgm:cxn modelId="{9DB6089C-B778-4F95-A243-9F72765F0BED}" type="presOf" srcId="{1EA7E5EF-66F3-4FB2-BE7A-CD4886547F68}" destId="{F7ABC34C-2966-4802-86AB-775A6D54702D}" srcOrd="0" destOrd="0" presId="urn:microsoft.com/office/officeart/2005/8/layout/matrix3"/>
    <dgm:cxn modelId="{1A92B79F-21D9-4AC8-9285-8686B1CEEF92}" type="presOf" srcId="{CD74A2B2-DEA7-4320-966D-25F1E5C4CED7}" destId="{23A512F9-E7A4-4E30-BF74-A1301AAFE0D3}" srcOrd="0" destOrd="0" presId="urn:microsoft.com/office/officeart/2005/8/layout/matrix3"/>
    <dgm:cxn modelId="{78382FCF-4C49-4358-AD29-372DE1681EC5}" srcId="{CD74A2B2-DEA7-4320-966D-25F1E5C4CED7}" destId="{1EA7E5EF-66F3-4FB2-BE7A-CD4886547F68}" srcOrd="1" destOrd="0" parTransId="{8C46137F-3218-40FB-8A9C-E83F2FFCAE8B}" sibTransId="{1C246422-4D04-428A-9ED9-84FA6CDF499A}"/>
    <dgm:cxn modelId="{D9601EDF-1444-4EAA-9022-3D5E1273A3DC}" type="presOf" srcId="{CED907F6-61BA-4AA4-B933-D0F8CEFE6749}" destId="{5733624F-D0F9-42D3-937F-9C91ACFD3B47}" srcOrd="0" destOrd="0" presId="urn:microsoft.com/office/officeart/2005/8/layout/matrix3"/>
    <dgm:cxn modelId="{FB518754-F163-47C4-B5B6-4B71BE7AFA58}" type="presParOf" srcId="{23A512F9-E7A4-4E30-BF74-A1301AAFE0D3}" destId="{276E8422-0A92-4EBE-9FE7-B3E3DC6750DD}" srcOrd="0" destOrd="0" presId="urn:microsoft.com/office/officeart/2005/8/layout/matrix3"/>
    <dgm:cxn modelId="{33FC9884-6550-4B9B-87F8-30A0DB8137BF}" type="presParOf" srcId="{23A512F9-E7A4-4E30-BF74-A1301AAFE0D3}" destId="{CB49AF64-85ED-4A9B-81ED-A24B468F68E4}" srcOrd="1" destOrd="0" presId="urn:microsoft.com/office/officeart/2005/8/layout/matrix3"/>
    <dgm:cxn modelId="{73BC229F-15DB-44BC-AF22-52937268263F}" type="presParOf" srcId="{23A512F9-E7A4-4E30-BF74-A1301AAFE0D3}" destId="{F7ABC34C-2966-4802-86AB-775A6D54702D}" srcOrd="2" destOrd="0" presId="urn:microsoft.com/office/officeart/2005/8/layout/matrix3"/>
    <dgm:cxn modelId="{7032CE15-45F5-4B6C-9DCC-D8EC2B79A3D7}" type="presParOf" srcId="{23A512F9-E7A4-4E30-BF74-A1301AAFE0D3}" destId="{5733624F-D0F9-42D3-937F-9C91ACFD3B47}" srcOrd="3" destOrd="0" presId="urn:microsoft.com/office/officeart/2005/8/layout/matrix3"/>
    <dgm:cxn modelId="{EFE07059-5154-4F1E-A96B-A8C25D8B0186}" type="presParOf" srcId="{23A512F9-E7A4-4E30-BF74-A1301AAFE0D3}" destId="{512BCA3F-F767-41A7-8155-533506A0FC1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E12322D1-5DD2-44AD-A797-06380C4322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2166224-F308-415D-9B97-E37AAA10682E}">
      <dgm:prSet/>
      <dgm:spPr/>
      <dgm:t>
        <a:bodyPr/>
        <a:lstStyle/>
        <a:p>
          <a:r>
            <a:rPr lang="uk-UA" b="0" i="0"/>
            <a:t>винайдення водного транспорту (плота, човна), приручення перших тварин</a:t>
          </a:r>
          <a:endParaRPr lang="uk-UA"/>
        </a:p>
      </dgm:t>
    </dgm:pt>
    <dgm:pt modelId="{50CF1ED8-E01A-48AA-B010-955E3E934332}" type="parTrans" cxnId="{5245C03A-7A69-4A00-8861-5B383F0F206F}">
      <dgm:prSet/>
      <dgm:spPr/>
      <dgm:t>
        <a:bodyPr/>
        <a:lstStyle/>
        <a:p>
          <a:endParaRPr lang="uk-UA"/>
        </a:p>
      </dgm:t>
    </dgm:pt>
    <dgm:pt modelId="{FCBD62CF-0A81-4626-AA66-C7C65C757FA8}" type="sibTrans" cxnId="{5245C03A-7A69-4A00-8861-5B383F0F206F}">
      <dgm:prSet/>
      <dgm:spPr/>
      <dgm:t>
        <a:bodyPr/>
        <a:lstStyle/>
        <a:p>
          <a:endParaRPr lang="uk-UA"/>
        </a:p>
      </dgm:t>
    </dgm:pt>
    <dgm:pt modelId="{7F6060FB-3585-4BC6-AC31-205C5176523C}">
      <dgm:prSet/>
      <dgm:spPr/>
      <dgm:t>
        <a:bodyPr/>
        <a:lstStyle/>
        <a:p>
          <a:r>
            <a:rPr lang="uk-UA" b="0" i="0" dirty="0"/>
            <a:t>перехід до осілого способу життя, приручення більшості свійських тварин</a:t>
          </a:r>
          <a:endParaRPr lang="uk-UA" dirty="0"/>
        </a:p>
      </dgm:t>
    </dgm:pt>
    <dgm:pt modelId="{D9488C86-6025-4519-BD10-70E0720206C7}" type="parTrans" cxnId="{7303234A-3089-4587-83B8-EAFCC8D85979}">
      <dgm:prSet/>
      <dgm:spPr/>
      <dgm:t>
        <a:bodyPr/>
        <a:lstStyle/>
        <a:p>
          <a:endParaRPr lang="uk-UA"/>
        </a:p>
      </dgm:t>
    </dgm:pt>
    <dgm:pt modelId="{010532F6-EB7B-4392-9E80-9985FD616014}" type="sibTrans" cxnId="{7303234A-3089-4587-83B8-EAFCC8D85979}">
      <dgm:prSet/>
      <dgm:spPr/>
      <dgm:t>
        <a:bodyPr/>
        <a:lstStyle/>
        <a:p>
          <a:endParaRPr lang="uk-UA"/>
        </a:p>
      </dgm:t>
    </dgm:pt>
    <dgm:pt modelId="{1B9D7BBD-1035-4EDB-86B9-92B0AE0C9657}">
      <dgm:prSet/>
      <dgm:spPr/>
      <dgm:t>
        <a:bodyPr/>
        <a:lstStyle/>
        <a:p>
          <a:r>
            <a:rPr lang="uk-UA" b="0" i="0"/>
            <a:t>використання перших знарядь праці, зародження мистецтва та релігійних уявлень</a:t>
          </a:r>
          <a:endParaRPr lang="uk-UA"/>
        </a:p>
      </dgm:t>
    </dgm:pt>
    <dgm:pt modelId="{9945CD43-2905-4B77-9562-A37ED25B216F}" type="parTrans" cxnId="{5857474F-6AEB-4BC8-BB01-0EC2CEADAB35}">
      <dgm:prSet/>
      <dgm:spPr/>
      <dgm:t>
        <a:bodyPr/>
        <a:lstStyle/>
        <a:p>
          <a:endParaRPr lang="uk-UA"/>
        </a:p>
      </dgm:t>
    </dgm:pt>
    <dgm:pt modelId="{3EC04F6B-B6A6-47E5-B13B-B87889948F3A}" type="sibTrans" cxnId="{5857474F-6AEB-4BC8-BB01-0EC2CEADAB35}">
      <dgm:prSet/>
      <dgm:spPr/>
      <dgm:t>
        <a:bodyPr/>
        <a:lstStyle/>
        <a:p>
          <a:endParaRPr lang="uk-UA"/>
        </a:p>
      </dgm:t>
    </dgm:pt>
    <dgm:pt modelId="{3ADA844F-0CFD-41CF-8C95-4EB447D0C4EA}">
      <dgm:prSet/>
      <dgm:spPr/>
      <dgm:t>
        <a:bodyPr/>
        <a:lstStyle/>
        <a:p>
          <a:r>
            <a:rPr lang="uk-UA" b="0" i="0"/>
            <a:t>витіснення каменю штучним матеріалом у виробництві знарядь праці, приручення коня</a:t>
          </a:r>
          <a:endParaRPr lang="uk-UA"/>
        </a:p>
      </dgm:t>
    </dgm:pt>
    <dgm:pt modelId="{31849CFF-3B7E-4B03-B2F7-DC02AF7D99A3}" type="parTrans" cxnId="{F4540ABF-999B-44BA-A3C5-318985DAC706}">
      <dgm:prSet/>
      <dgm:spPr/>
      <dgm:t>
        <a:bodyPr/>
        <a:lstStyle/>
        <a:p>
          <a:endParaRPr lang="uk-UA"/>
        </a:p>
      </dgm:t>
    </dgm:pt>
    <dgm:pt modelId="{E83DA847-29B2-4087-B728-C7FBB88E2B58}" type="sibTrans" cxnId="{F4540ABF-999B-44BA-A3C5-318985DAC706}">
      <dgm:prSet/>
      <dgm:spPr/>
      <dgm:t>
        <a:bodyPr/>
        <a:lstStyle/>
        <a:p>
          <a:endParaRPr lang="uk-UA"/>
        </a:p>
      </dgm:t>
    </dgm:pt>
    <dgm:pt modelId="{D3F0063E-FD94-4476-A701-FC8FB9F6A25A}">
      <dgm:prSet/>
      <dgm:spPr/>
      <dgm:t>
        <a:bodyPr/>
        <a:lstStyle/>
        <a:p>
          <a:r>
            <a:rPr lang="uk-UA" b="0" i="0" dirty="0"/>
            <a:t>використання плуга для обробки землі, панування кочівників у степовій частині України</a:t>
          </a:r>
          <a:endParaRPr lang="uk-UA" dirty="0"/>
        </a:p>
      </dgm:t>
    </dgm:pt>
    <dgm:pt modelId="{640C5C07-4776-42AD-B635-964C37AD4099}" type="parTrans" cxnId="{DD491D8E-D1C6-4D0D-B8E5-C15E02C93A42}">
      <dgm:prSet/>
      <dgm:spPr/>
      <dgm:t>
        <a:bodyPr/>
        <a:lstStyle/>
        <a:p>
          <a:endParaRPr lang="uk-UA"/>
        </a:p>
      </dgm:t>
    </dgm:pt>
    <dgm:pt modelId="{6E3B2C3D-ECED-4812-A8B6-8EB1F82BE018}" type="sibTrans" cxnId="{DD491D8E-D1C6-4D0D-B8E5-C15E02C93A42}">
      <dgm:prSet/>
      <dgm:spPr/>
      <dgm:t>
        <a:bodyPr/>
        <a:lstStyle/>
        <a:p>
          <a:endParaRPr lang="uk-UA"/>
        </a:p>
      </dgm:t>
    </dgm:pt>
    <dgm:pt modelId="{FE3CEB50-F2E6-4BC0-B311-5EBF52E65FEE}" type="pres">
      <dgm:prSet presAssocID="{E12322D1-5DD2-44AD-A797-06380C432271}" presName="linear" presStyleCnt="0">
        <dgm:presLayoutVars>
          <dgm:animLvl val="lvl"/>
          <dgm:resizeHandles val="exact"/>
        </dgm:presLayoutVars>
      </dgm:prSet>
      <dgm:spPr/>
    </dgm:pt>
    <dgm:pt modelId="{0D8421E2-9164-497A-95F6-228967E82C60}" type="pres">
      <dgm:prSet presAssocID="{E2166224-F308-415D-9B97-E37AAA10682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935E891-1BEA-4FDD-BA74-755C78FF1762}" type="pres">
      <dgm:prSet presAssocID="{FCBD62CF-0A81-4626-AA66-C7C65C757FA8}" presName="spacer" presStyleCnt="0"/>
      <dgm:spPr/>
    </dgm:pt>
    <dgm:pt modelId="{55EBC67F-F283-4072-BBE1-83BE3F845357}" type="pres">
      <dgm:prSet presAssocID="{7F6060FB-3585-4BC6-AC31-205C5176523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C332448-010E-4F76-82E3-BA508C003B16}" type="pres">
      <dgm:prSet presAssocID="{010532F6-EB7B-4392-9E80-9985FD616014}" presName="spacer" presStyleCnt="0"/>
      <dgm:spPr/>
    </dgm:pt>
    <dgm:pt modelId="{E1C05530-294B-4551-8550-BC0BBA6CABCB}" type="pres">
      <dgm:prSet presAssocID="{1B9D7BBD-1035-4EDB-86B9-92B0AE0C965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A9A8788-E073-4D3A-98EC-E6954A52E373}" type="pres">
      <dgm:prSet presAssocID="{3EC04F6B-B6A6-47E5-B13B-B87889948F3A}" presName="spacer" presStyleCnt="0"/>
      <dgm:spPr/>
    </dgm:pt>
    <dgm:pt modelId="{1140BB05-1EF5-4B8A-A2D3-7A224AB17099}" type="pres">
      <dgm:prSet presAssocID="{3ADA844F-0CFD-41CF-8C95-4EB447D0C4E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82E2C9A-046A-43C0-8298-0A9A044C3AA1}" type="pres">
      <dgm:prSet presAssocID="{E83DA847-29B2-4087-B728-C7FBB88E2B58}" presName="spacer" presStyleCnt="0"/>
      <dgm:spPr/>
    </dgm:pt>
    <dgm:pt modelId="{BF6CEBF8-B9C1-485F-B423-555B54831BBF}" type="pres">
      <dgm:prSet presAssocID="{D3F0063E-FD94-4476-A701-FC8FB9F6A25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8414405-5732-45E9-B9E5-D53D06D39F15}" type="presOf" srcId="{3ADA844F-0CFD-41CF-8C95-4EB447D0C4EA}" destId="{1140BB05-1EF5-4B8A-A2D3-7A224AB17099}" srcOrd="0" destOrd="0" presId="urn:microsoft.com/office/officeart/2005/8/layout/vList2"/>
    <dgm:cxn modelId="{AC804323-6034-4C09-B6E1-C9AB02018DE6}" type="presOf" srcId="{E12322D1-5DD2-44AD-A797-06380C432271}" destId="{FE3CEB50-F2E6-4BC0-B311-5EBF52E65FEE}" srcOrd="0" destOrd="0" presId="urn:microsoft.com/office/officeart/2005/8/layout/vList2"/>
    <dgm:cxn modelId="{5245C03A-7A69-4A00-8861-5B383F0F206F}" srcId="{E12322D1-5DD2-44AD-A797-06380C432271}" destId="{E2166224-F308-415D-9B97-E37AAA10682E}" srcOrd="0" destOrd="0" parTransId="{50CF1ED8-E01A-48AA-B010-955E3E934332}" sibTransId="{FCBD62CF-0A81-4626-AA66-C7C65C757FA8}"/>
    <dgm:cxn modelId="{7303234A-3089-4587-83B8-EAFCC8D85979}" srcId="{E12322D1-5DD2-44AD-A797-06380C432271}" destId="{7F6060FB-3585-4BC6-AC31-205C5176523C}" srcOrd="1" destOrd="0" parTransId="{D9488C86-6025-4519-BD10-70E0720206C7}" sibTransId="{010532F6-EB7B-4392-9E80-9985FD616014}"/>
    <dgm:cxn modelId="{5857474F-6AEB-4BC8-BB01-0EC2CEADAB35}" srcId="{E12322D1-5DD2-44AD-A797-06380C432271}" destId="{1B9D7BBD-1035-4EDB-86B9-92B0AE0C9657}" srcOrd="2" destOrd="0" parTransId="{9945CD43-2905-4B77-9562-A37ED25B216F}" sibTransId="{3EC04F6B-B6A6-47E5-B13B-B87889948F3A}"/>
    <dgm:cxn modelId="{DD491D8E-D1C6-4D0D-B8E5-C15E02C93A42}" srcId="{E12322D1-5DD2-44AD-A797-06380C432271}" destId="{D3F0063E-FD94-4476-A701-FC8FB9F6A25A}" srcOrd="4" destOrd="0" parTransId="{640C5C07-4776-42AD-B635-964C37AD4099}" sibTransId="{6E3B2C3D-ECED-4812-A8B6-8EB1F82BE018}"/>
    <dgm:cxn modelId="{5465DDB1-2884-4605-BB87-C5C97CFE7D48}" type="presOf" srcId="{7F6060FB-3585-4BC6-AC31-205C5176523C}" destId="{55EBC67F-F283-4072-BBE1-83BE3F845357}" srcOrd="0" destOrd="0" presId="urn:microsoft.com/office/officeart/2005/8/layout/vList2"/>
    <dgm:cxn modelId="{0D35D9B6-A0F8-43B9-944F-E37EDE5E3C56}" type="presOf" srcId="{E2166224-F308-415D-9B97-E37AAA10682E}" destId="{0D8421E2-9164-497A-95F6-228967E82C60}" srcOrd="0" destOrd="0" presId="urn:microsoft.com/office/officeart/2005/8/layout/vList2"/>
    <dgm:cxn modelId="{546AC8BD-2C72-4636-81EF-E0FE03B187E9}" type="presOf" srcId="{1B9D7BBD-1035-4EDB-86B9-92B0AE0C9657}" destId="{E1C05530-294B-4551-8550-BC0BBA6CABCB}" srcOrd="0" destOrd="0" presId="urn:microsoft.com/office/officeart/2005/8/layout/vList2"/>
    <dgm:cxn modelId="{F4540ABF-999B-44BA-A3C5-318985DAC706}" srcId="{E12322D1-5DD2-44AD-A797-06380C432271}" destId="{3ADA844F-0CFD-41CF-8C95-4EB447D0C4EA}" srcOrd="3" destOrd="0" parTransId="{31849CFF-3B7E-4B03-B2F7-DC02AF7D99A3}" sibTransId="{E83DA847-29B2-4087-B728-C7FBB88E2B58}"/>
    <dgm:cxn modelId="{373712C3-5886-40D1-B148-37AD5EAE7C4C}" type="presOf" srcId="{D3F0063E-FD94-4476-A701-FC8FB9F6A25A}" destId="{BF6CEBF8-B9C1-485F-B423-555B54831BBF}" srcOrd="0" destOrd="0" presId="urn:microsoft.com/office/officeart/2005/8/layout/vList2"/>
    <dgm:cxn modelId="{1706BD04-5F7D-43A0-B4B3-9B09E6554F89}" type="presParOf" srcId="{FE3CEB50-F2E6-4BC0-B311-5EBF52E65FEE}" destId="{0D8421E2-9164-497A-95F6-228967E82C60}" srcOrd="0" destOrd="0" presId="urn:microsoft.com/office/officeart/2005/8/layout/vList2"/>
    <dgm:cxn modelId="{88C20732-58BA-47A2-9B06-4CFD81EF9734}" type="presParOf" srcId="{FE3CEB50-F2E6-4BC0-B311-5EBF52E65FEE}" destId="{9935E891-1BEA-4FDD-BA74-755C78FF1762}" srcOrd="1" destOrd="0" presId="urn:microsoft.com/office/officeart/2005/8/layout/vList2"/>
    <dgm:cxn modelId="{A1EEB731-ADB6-4FD2-B5DC-FCB1C05B2821}" type="presParOf" srcId="{FE3CEB50-F2E6-4BC0-B311-5EBF52E65FEE}" destId="{55EBC67F-F283-4072-BBE1-83BE3F845357}" srcOrd="2" destOrd="0" presId="urn:microsoft.com/office/officeart/2005/8/layout/vList2"/>
    <dgm:cxn modelId="{CBDF51BF-4D8E-43CB-A6DE-FD56E61A1E0A}" type="presParOf" srcId="{FE3CEB50-F2E6-4BC0-B311-5EBF52E65FEE}" destId="{7C332448-010E-4F76-82E3-BA508C003B16}" srcOrd="3" destOrd="0" presId="urn:microsoft.com/office/officeart/2005/8/layout/vList2"/>
    <dgm:cxn modelId="{1F6C3C17-B899-4613-B79B-F8C592601716}" type="presParOf" srcId="{FE3CEB50-F2E6-4BC0-B311-5EBF52E65FEE}" destId="{E1C05530-294B-4551-8550-BC0BBA6CABCB}" srcOrd="4" destOrd="0" presId="urn:microsoft.com/office/officeart/2005/8/layout/vList2"/>
    <dgm:cxn modelId="{70EFB3F9-AFEC-48E0-BA03-F83FA0AC381A}" type="presParOf" srcId="{FE3CEB50-F2E6-4BC0-B311-5EBF52E65FEE}" destId="{5A9A8788-E073-4D3A-98EC-E6954A52E373}" srcOrd="5" destOrd="0" presId="urn:microsoft.com/office/officeart/2005/8/layout/vList2"/>
    <dgm:cxn modelId="{9DC5B1C8-B2F2-4331-BB53-85E5550D562A}" type="presParOf" srcId="{FE3CEB50-F2E6-4BC0-B311-5EBF52E65FEE}" destId="{1140BB05-1EF5-4B8A-A2D3-7A224AB17099}" srcOrd="6" destOrd="0" presId="urn:microsoft.com/office/officeart/2005/8/layout/vList2"/>
    <dgm:cxn modelId="{DAFDBDAB-FB7A-452D-8B5D-9DB43023C257}" type="presParOf" srcId="{FE3CEB50-F2E6-4BC0-B311-5EBF52E65FEE}" destId="{482E2C9A-046A-43C0-8298-0A9A044C3AA1}" srcOrd="7" destOrd="0" presId="urn:microsoft.com/office/officeart/2005/8/layout/vList2"/>
    <dgm:cxn modelId="{F9BB67FC-EC98-4447-9119-910F8F51F764}" type="presParOf" srcId="{FE3CEB50-F2E6-4BC0-B311-5EBF52E65FEE}" destId="{BF6CEBF8-B9C1-485F-B423-555B54831BB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604B2D89-895F-4518-976B-6F2FB71AEC2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3A1ADB9-953B-4402-87BB-982CAEF48F27}">
      <dgm:prSet/>
      <dgm:spPr/>
      <dgm:t>
        <a:bodyPr/>
        <a:lstStyle/>
        <a:p>
          <a:r>
            <a:rPr lang="uk-UA" b="0" i="0" dirty="0"/>
            <a:t>налагодження торговельних </a:t>
          </a:r>
          <a:r>
            <a:rPr lang="uk-UA" b="0" i="0" dirty="0" err="1"/>
            <a:t>зв’язків</a:t>
          </a:r>
          <a:r>
            <a:rPr lang="uk-UA" b="0" i="0" dirty="0"/>
            <a:t> із грецькими містами-колоніями</a:t>
          </a:r>
          <a:endParaRPr lang="uk-UA" dirty="0"/>
        </a:p>
      </dgm:t>
    </dgm:pt>
    <dgm:pt modelId="{FA4FCB9E-53C1-40F0-934A-C2B3D0855D48}" type="parTrans" cxnId="{75D7AF14-54DB-4923-B063-6EAAC532153E}">
      <dgm:prSet/>
      <dgm:spPr/>
      <dgm:t>
        <a:bodyPr/>
        <a:lstStyle/>
        <a:p>
          <a:endParaRPr lang="uk-UA"/>
        </a:p>
      </dgm:t>
    </dgm:pt>
    <dgm:pt modelId="{EE1314BA-01DB-49CB-B44F-D214986A2064}" type="sibTrans" cxnId="{75D7AF14-54DB-4923-B063-6EAAC532153E}">
      <dgm:prSet/>
      <dgm:spPr/>
      <dgm:t>
        <a:bodyPr/>
        <a:lstStyle/>
        <a:p>
          <a:endParaRPr lang="uk-UA"/>
        </a:p>
      </dgm:t>
    </dgm:pt>
    <dgm:pt modelId="{85956076-09FD-4B52-94ED-BD9434045ADB}">
      <dgm:prSet/>
      <dgm:spPr/>
      <dgm:t>
        <a:bodyPr/>
        <a:lstStyle/>
        <a:p>
          <a:r>
            <a:rPr lang="uk-UA" b="0" i="0"/>
            <a:t>утвердження монотеїстичної релігії</a:t>
          </a:r>
          <a:endParaRPr lang="uk-UA"/>
        </a:p>
      </dgm:t>
    </dgm:pt>
    <dgm:pt modelId="{A2AB910F-E716-4DBA-8DE4-CF3A3383BA0B}" type="parTrans" cxnId="{859A93DE-558C-4322-9D1B-F81B722E154D}">
      <dgm:prSet/>
      <dgm:spPr/>
      <dgm:t>
        <a:bodyPr/>
        <a:lstStyle/>
        <a:p>
          <a:endParaRPr lang="uk-UA"/>
        </a:p>
      </dgm:t>
    </dgm:pt>
    <dgm:pt modelId="{EA10E21B-62C1-4EF8-8049-1C699AFDB5DA}" type="sibTrans" cxnId="{859A93DE-558C-4322-9D1B-F81B722E154D}">
      <dgm:prSet/>
      <dgm:spPr/>
      <dgm:t>
        <a:bodyPr/>
        <a:lstStyle/>
        <a:p>
          <a:endParaRPr lang="uk-UA"/>
        </a:p>
      </dgm:t>
    </dgm:pt>
    <dgm:pt modelId="{697F77E8-5535-4597-8053-255B52385FA0}">
      <dgm:prSet/>
      <dgm:spPr/>
      <dgm:t>
        <a:bodyPr/>
        <a:lstStyle/>
        <a:p>
          <a:r>
            <a:rPr lang="uk-UA" b="0" i="0" dirty="0"/>
            <a:t>здійснення грабіжницьких походів проти Римської імперії</a:t>
          </a:r>
          <a:endParaRPr lang="uk-UA" dirty="0"/>
        </a:p>
      </dgm:t>
    </dgm:pt>
    <dgm:pt modelId="{8EACB128-884C-4965-AE63-09B1725C4AAF}" type="parTrans" cxnId="{48B130BE-1454-46E0-A39B-21AADD5CA39C}">
      <dgm:prSet/>
      <dgm:spPr/>
      <dgm:t>
        <a:bodyPr/>
        <a:lstStyle/>
        <a:p>
          <a:endParaRPr lang="uk-UA"/>
        </a:p>
      </dgm:t>
    </dgm:pt>
    <dgm:pt modelId="{6344079F-4E3D-4497-9AF6-E11874B76340}" type="sibTrans" cxnId="{48B130BE-1454-46E0-A39B-21AADD5CA39C}">
      <dgm:prSet/>
      <dgm:spPr/>
      <dgm:t>
        <a:bodyPr/>
        <a:lstStyle/>
        <a:p>
          <a:endParaRPr lang="uk-UA"/>
        </a:p>
      </dgm:t>
    </dgm:pt>
    <dgm:pt modelId="{F9AAF56C-486D-48D4-A765-779A24ECC382}" type="pres">
      <dgm:prSet presAssocID="{604B2D89-895F-4518-976B-6F2FB71AEC27}" presName="linear" presStyleCnt="0">
        <dgm:presLayoutVars>
          <dgm:animLvl val="lvl"/>
          <dgm:resizeHandles val="exact"/>
        </dgm:presLayoutVars>
      </dgm:prSet>
      <dgm:spPr/>
    </dgm:pt>
    <dgm:pt modelId="{06FA6DA1-D2A3-4DC8-A5AF-6E9FE9502415}" type="pres">
      <dgm:prSet presAssocID="{D3A1ADB9-953B-4402-87BB-982CAEF48F2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1F6F048-5041-4EFC-96F0-6DCD25D9B5B5}" type="pres">
      <dgm:prSet presAssocID="{EE1314BA-01DB-49CB-B44F-D214986A2064}" presName="spacer" presStyleCnt="0"/>
      <dgm:spPr/>
    </dgm:pt>
    <dgm:pt modelId="{1ED34130-ACBE-48D0-BDF1-34D10C9627F6}" type="pres">
      <dgm:prSet presAssocID="{85956076-09FD-4B52-94ED-BD9434045AD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64BC04-99A2-4112-BD9D-1DE32D28200F}" type="pres">
      <dgm:prSet presAssocID="{EA10E21B-62C1-4EF8-8049-1C699AFDB5DA}" presName="spacer" presStyleCnt="0"/>
      <dgm:spPr/>
    </dgm:pt>
    <dgm:pt modelId="{A84836F2-71DE-4FC5-A3BF-FA0D37D950B6}" type="pres">
      <dgm:prSet presAssocID="{697F77E8-5535-4597-8053-255B52385FA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5D7AF14-54DB-4923-B063-6EAAC532153E}" srcId="{604B2D89-895F-4518-976B-6F2FB71AEC27}" destId="{D3A1ADB9-953B-4402-87BB-982CAEF48F27}" srcOrd="0" destOrd="0" parTransId="{FA4FCB9E-53C1-40F0-934A-C2B3D0855D48}" sibTransId="{EE1314BA-01DB-49CB-B44F-D214986A2064}"/>
    <dgm:cxn modelId="{D1358D2B-8A70-46D6-8243-92F437D515F5}" type="presOf" srcId="{697F77E8-5535-4597-8053-255B52385FA0}" destId="{A84836F2-71DE-4FC5-A3BF-FA0D37D950B6}" srcOrd="0" destOrd="0" presId="urn:microsoft.com/office/officeart/2005/8/layout/vList2"/>
    <dgm:cxn modelId="{EC91414A-E733-4D4B-9A18-6ECC490E3D9B}" type="presOf" srcId="{85956076-09FD-4B52-94ED-BD9434045ADB}" destId="{1ED34130-ACBE-48D0-BDF1-34D10C9627F6}" srcOrd="0" destOrd="0" presId="urn:microsoft.com/office/officeart/2005/8/layout/vList2"/>
    <dgm:cxn modelId="{26200A9F-7839-480A-B189-893515C55596}" type="presOf" srcId="{604B2D89-895F-4518-976B-6F2FB71AEC27}" destId="{F9AAF56C-486D-48D4-A765-779A24ECC382}" srcOrd="0" destOrd="0" presId="urn:microsoft.com/office/officeart/2005/8/layout/vList2"/>
    <dgm:cxn modelId="{48B130BE-1454-46E0-A39B-21AADD5CA39C}" srcId="{604B2D89-895F-4518-976B-6F2FB71AEC27}" destId="{697F77E8-5535-4597-8053-255B52385FA0}" srcOrd="2" destOrd="0" parTransId="{8EACB128-884C-4965-AE63-09B1725C4AAF}" sibTransId="{6344079F-4E3D-4497-9AF6-E11874B76340}"/>
    <dgm:cxn modelId="{859A93DE-558C-4322-9D1B-F81B722E154D}" srcId="{604B2D89-895F-4518-976B-6F2FB71AEC27}" destId="{85956076-09FD-4B52-94ED-BD9434045ADB}" srcOrd="1" destOrd="0" parTransId="{A2AB910F-E716-4DBA-8DE4-CF3A3383BA0B}" sibTransId="{EA10E21B-62C1-4EF8-8049-1C699AFDB5DA}"/>
    <dgm:cxn modelId="{E48333F6-2FC1-4C90-8E10-5E36CB40C18A}" type="presOf" srcId="{D3A1ADB9-953B-4402-87BB-982CAEF48F27}" destId="{06FA6DA1-D2A3-4DC8-A5AF-6E9FE9502415}" srcOrd="0" destOrd="0" presId="urn:microsoft.com/office/officeart/2005/8/layout/vList2"/>
    <dgm:cxn modelId="{E7B12C38-2E93-4191-9E6F-15680ECFE945}" type="presParOf" srcId="{F9AAF56C-486D-48D4-A765-779A24ECC382}" destId="{06FA6DA1-D2A3-4DC8-A5AF-6E9FE9502415}" srcOrd="0" destOrd="0" presId="urn:microsoft.com/office/officeart/2005/8/layout/vList2"/>
    <dgm:cxn modelId="{DBFCA416-06CA-46C5-A905-C007F32F82A8}" type="presParOf" srcId="{F9AAF56C-486D-48D4-A765-779A24ECC382}" destId="{51F6F048-5041-4EFC-96F0-6DCD25D9B5B5}" srcOrd="1" destOrd="0" presId="urn:microsoft.com/office/officeart/2005/8/layout/vList2"/>
    <dgm:cxn modelId="{84E0EDF9-6F78-46E4-A06B-FE195C7B6E24}" type="presParOf" srcId="{F9AAF56C-486D-48D4-A765-779A24ECC382}" destId="{1ED34130-ACBE-48D0-BDF1-34D10C9627F6}" srcOrd="2" destOrd="0" presId="urn:microsoft.com/office/officeart/2005/8/layout/vList2"/>
    <dgm:cxn modelId="{45E42875-3947-4880-90F7-2B1007AF4032}" type="presParOf" srcId="{F9AAF56C-486D-48D4-A765-779A24ECC382}" destId="{8964BC04-99A2-4112-BD9D-1DE32D28200F}" srcOrd="3" destOrd="0" presId="urn:microsoft.com/office/officeart/2005/8/layout/vList2"/>
    <dgm:cxn modelId="{E57BCAAF-1EE6-430B-82B6-93BFB37000EF}" type="presParOf" srcId="{F9AAF56C-486D-48D4-A765-779A24ECC382}" destId="{A84836F2-71DE-4FC5-A3BF-FA0D37D950B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2EE8E038-60AB-46E6-9131-D8F1A1D153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C2FE27D-26BD-499F-B5E8-208860E8B24F}">
      <dgm:prSet/>
      <dgm:spPr/>
      <dgm:t>
        <a:bodyPr/>
        <a:lstStyle/>
        <a:p>
          <a:r>
            <a:rPr lang="ru-RU" b="0" i="0" dirty="0" err="1"/>
            <a:t>витіснення</a:t>
          </a:r>
          <a:r>
            <a:rPr lang="ru-RU" b="0" i="0" dirty="0"/>
            <a:t> на </a:t>
          </a:r>
          <a:r>
            <a:rPr lang="ru-RU" b="0" i="0" dirty="0" err="1"/>
            <a:t>Кримський</a:t>
          </a:r>
          <a:r>
            <a:rPr lang="ru-RU" b="0" i="0" dirty="0"/>
            <a:t> </a:t>
          </a:r>
          <a:r>
            <a:rPr lang="ru-RU" b="0" i="0" dirty="0" err="1"/>
            <a:t>півострів</a:t>
          </a:r>
          <a:r>
            <a:rPr lang="ru-RU" b="0" i="0" dirty="0"/>
            <a:t> </a:t>
          </a:r>
          <a:r>
            <a:rPr lang="ru-RU" b="0" i="0" dirty="0" err="1"/>
            <a:t>сарматськими</a:t>
          </a:r>
          <a:r>
            <a:rPr lang="ru-RU" b="0" i="0" dirty="0"/>
            <a:t> племенами</a:t>
          </a:r>
          <a:endParaRPr lang="uk-UA" dirty="0"/>
        </a:p>
      </dgm:t>
    </dgm:pt>
    <dgm:pt modelId="{71FF4121-F8E6-444D-BC20-D21257BA4186}" type="parTrans" cxnId="{0954D3DD-193A-4FFA-9628-0038DBCF1E21}">
      <dgm:prSet/>
      <dgm:spPr/>
      <dgm:t>
        <a:bodyPr/>
        <a:lstStyle/>
        <a:p>
          <a:endParaRPr lang="uk-UA"/>
        </a:p>
      </dgm:t>
    </dgm:pt>
    <dgm:pt modelId="{A47C0505-F202-4AF4-BB7D-0CA267F002DB}" type="sibTrans" cxnId="{0954D3DD-193A-4FFA-9628-0038DBCF1E21}">
      <dgm:prSet/>
      <dgm:spPr/>
      <dgm:t>
        <a:bodyPr/>
        <a:lstStyle/>
        <a:p>
          <a:endParaRPr lang="uk-UA"/>
        </a:p>
      </dgm:t>
    </dgm:pt>
    <dgm:pt modelId="{9D836E47-9002-4B01-9826-6FC908E86B1D}">
      <dgm:prSet/>
      <dgm:spPr/>
      <dgm:t>
        <a:bodyPr/>
        <a:lstStyle/>
        <a:p>
          <a:r>
            <a:rPr lang="ru-RU" b="0" i="0"/>
            <a:t>створення загонів важкоозброєної піхоти</a:t>
          </a:r>
          <a:endParaRPr lang="uk-UA"/>
        </a:p>
      </dgm:t>
    </dgm:pt>
    <dgm:pt modelId="{6D0D41B9-6292-47BE-92D3-0486B688AB05}" type="parTrans" cxnId="{4B28A2A7-4506-407A-BCB6-079B43C5780D}">
      <dgm:prSet/>
      <dgm:spPr/>
      <dgm:t>
        <a:bodyPr/>
        <a:lstStyle/>
        <a:p>
          <a:endParaRPr lang="uk-UA"/>
        </a:p>
      </dgm:t>
    </dgm:pt>
    <dgm:pt modelId="{F57E6115-D0F1-4D54-8ADD-6E79B0965AB5}" type="sibTrans" cxnId="{4B28A2A7-4506-407A-BCB6-079B43C5780D}">
      <dgm:prSet/>
      <dgm:spPr/>
      <dgm:t>
        <a:bodyPr/>
        <a:lstStyle/>
        <a:p>
          <a:endParaRPr lang="uk-UA"/>
        </a:p>
      </dgm:t>
    </dgm:pt>
    <dgm:pt modelId="{E563311B-D138-4970-9461-6672A1BB5A04}">
      <dgm:prSet/>
      <dgm:spPr/>
      <dgm:t>
        <a:bodyPr/>
        <a:lstStyle/>
        <a:p>
          <a:r>
            <a:rPr lang="ru-RU" b="0" i="0"/>
            <a:t>винайдення колісного транспорту</a:t>
          </a:r>
          <a:endParaRPr lang="uk-UA"/>
        </a:p>
      </dgm:t>
    </dgm:pt>
    <dgm:pt modelId="{B5615BC5-ECDA-4BA2-8993-11F61F99B970}" type="parTrans" cxnId="{1C6DED0E-8F9F-42A6-8037-D45CBBE232ED}">
      <dgm:prSet/>
      <dgm:spPr/>
      <dgm:t>
        <a:bodyPr/>
        <a:lstStyle/>
        <a:p>
          <a:endParaRPr lang="uk-UA"/>
        </a:p>
      </dgm:t>
    </dgm:pt>
    <dgm:pt modelId="{D5692D4C-EBD5-44F0-85D3-ACB02DF9E5DA}" type="sibTrans" cxnId="{1C6DED0E-8F9F-42A6-8037-D45CBBE232ED}">
      <dgm:prSet/>
      <dgm:spPr/>
      <dgm:t>
        <a:bodyPr/>
        <a:lstStyle/>
        <a:p>
          <a:endParaRPr lang="uk-UA"/>
        </a:p>
      </dgm:t>
    </dgm:pt>
    <dgm:pt modelId="{BF03F13A-CE47-4A44-B559-F5C2D1940017}">
      <dgm:prSet/>
      <dgm:spPr/>
      <dgm:t>
        <a:bodyPr/>
        <a:lstStyle/>
        <a:p>
          <a:r>
            <a:rPr lang="ru-RU" b="0" i="0" dirty="0" err="1"/>
            <a:t>панування</a:t>
          </a:r>
          <a:r>
            <a:rPr lang="ru-RU" b="0" i="0" dirty="0"/>
            <a:t> в </a:t>
          </a:r>
          <a:r>
            <a:rPr lang="ru-RU" b="0" i="0" dirty="0" err="1"/>
            <a:t>образотворчому</a:t>
          </a:r>
          <a:r>
            <a:rPr lang="ru-RU" b="0" i="0" dirty="0"/>
            <a:t> </a:t>
          </a:r>
          <a:r>
            <a:rPr lang="ru-RU" b="0" i="0" dirty="0" err="1"/>
            <a:t>мистецтві</a:t>
          </a:r>
          <a:r>
            <a:rPr lang="ru-RU" b="0" i="0" dirty="0"/>
            <a:t> «</a:t>
          </a:r>
          <a:r>
            <a:rPr lang="ru-RU" b="0" i="0" dirty="0" err="1"/>
            <a:t>звіриного</a:t>
          </a:r>
          <a:r>
            <a:rPr lang="ru-RU" b="0" i="0" dirty="0"/>
            <a:t> стилю»</a:t>
          </a:r>
          <a:endParaRPr lang="uk-UA" dirty="0"/>
        </a:p>
      </dgm:t>
    </dgm:pt>
    <dgm:pt modelId="{E4DAABE6-66C1-4BB7-9665-9240A44E998A}" type="parTrans" cxnId="{D080DAFA-CD4C-47A5-ACA9-847115B8E5D1}">
      <dgm:prSet/>
      <dgm:spPr/>
      <dgm:t>
        <a:bodyPr/>
        <a:lstStyle/>
        <a:p>
          <a:endParaRPr lang="uk-UA"/>
        </a:p>
      </dgm:t>
    </dgm:pt>
    <dgm:pt modelId="{47B38C09-4259-472D-A0D1-6BD10810E876}" type="sibTrans" cxnId="{D080DAFA-CD4C-47A5-ACA9-847115B8E5D1}">
      <dgm:prSet/>
      <dgm:spPr/>
      <dgm:t>
        <a:bodyPr/>
        <a:lstStyle/>
        <a:p>
          <a:endParaRPr lang="uk-UA"/>
        </a:p>
      </dgm:t>
    </dgm:pt>
    <dgm:pt modelId="{16169853-8C7A-461F-8311-D9F5F076AF15}" type="pres">
      <dgm:prSet presAssocID="{2EE8E038-60AB-46E6-9131-D8F1A1D15301}" presName="linear" presStyleCnt="0">
        <dgm:presLayoutVars>
          <dgm:animLvl val="lvl"/>
          <dgm:resizeHandles val="exact"/>
        </dgm:presLayoutVars>
      </dgm:prSet>
      <dgm:spPr/>
    </dgm:pt>
    <dgm:pt modelId="{659623D2-2B65-49BE-9BC1-BFB62A1D4359}" type="pres">
      <dgm:prSet presAssocID="{8C2FE27D-26BD-499F-B5E8-208860E8B24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9DC4BD0-4307-4E6F-A65B-8A0D89164E0C}" type="pres">
      <dgm:prSet presAssocID="{A47C0505-F202-4AF4-BB7D-0CA267F002DB}" presName="spacer" presStyleCnt="0"/>
      <dgm:spPr/>
    </dgm:pt>
    <dgm:pt modelId="{CA9C26EC-2C2A-49B2-AAC9-64EE0C12A5C0}" type="pres">
      <dgm:prSet presAssocID="{9D836E47-9002-4B01-9826-6FC908E86B1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845F74-2EEB-49A9-AF53-46EB98B97E9C}" type="pres">
      <dgm:prSet presAssocID="{F57E6115-D0F1-4D54-8ADD-6E79B0965AB5}" presName="spacer" presStyleCnt="0"/>
      <dgm:spPr/>
    </dgm:pt>
    <dgm:pt modelId="{7DB3E8AF-1DA4-41F1-BCD9-2D65D6C5BBD1}" type="pres">
      <dgm:prSet presAssocID="{E563311B-D138-4970-9461-6672A1BB5A0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78A1A7F-6284-4C4D-8BEA-603962829731}" type="pres">
      <dgm:prSet presAssocID="{D5692D4C-EBD5-44F0-85D3-ACB02DF9E5DA}" presName="spacer" presStyleCnt="0"/>
      <dgm:spPr/>
    </dgm:pt>
    <dgm:pt modelId="{5ACCE86D-21F2-4E83-8A1F-61C95AADD244}" type="pres">
      <dgm:prSet presAssocID="{BF03F13A-CE47-4A44-B559-F5C2D194001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C6DED0E-8F9F-42A6-8037-D45CBBE232ED}" srcId="{2EE8E038-60AB-46E6-9131-D8F1A1D15301}" destId="{E563311B-D138-4970-9461-6672A1BB5A04}" srcOrd="2" destOrd="0" parTransId="{B5615BC5-ECDA-4BA2-8993-11F61F99B970}" sibTransId="{D5692D4C-EBD5-44F0-85D3-ACB02DF9E5DA}"/>
    <dgm:cxn modelId="{3D646412-D5CC-46A4-827F-EE8C6689E35A}" type="presOf" srcId="{E563311B-D138-4970-9461-6672A1BB5A04}" destId="{7DB3E8AF-1DA4-41F1-BCD9-2D65D6C5BBD1}" srcOrd="0" destOrd="0" presId="urn:microsoft.com/office/officeart/2005/8/layout/vList2"/>
    <dgm:cxn modelId="{97B1DD21-B258-470A-A53F-65A2E7E03000}" type="presOf" srcId="{8C2FE27D-26BD-499F-B5E8-208860E8B24F}" destId="{659623D2-2B65-49BE-9BC1-BFB62A1D4359}" srcOrd="0" destOrd="0" presId="urn:microsoft.com/office/officeart/2005/8/layout/vList2"/>
    <dgm:cxn modelId="{69AF0F53-1FE1-4108-A1B9-5313457A15E1}" type="presOf" srcId="{2EE8E038-60AB-46E6-9131-D8F1A1D15301}" destId="{16169853-8C7A-461F-8311-D9F5F076AF15}" srcOrd="0" destOrd="0" presId="urn:microsoft.com/office/officeart/2005/8/layout/vList2"/>
    <dgm:cxn modelId="{4B28A2A7-4506-407A-BCB6-079B43C5780D}" srcId="{2EE8E038-60AB-46E6-9131-D8F1A1D15301}" destId="{9D836E47-9002-4B01-9826-6FC908E86B1D}" srcOrd="1" destOrd="0" parTransId="{6D0D41B9-6292-47BE-92D3-0486B688AB05}" sibTransId="{F57E6115-D0F1-4D54-8ADD-6E79B0965AB5}"/>
    <dgm:cxn modelId="{6A6318BA-589E-446B-B4B4-09FA1BC6314A}" type="presOf" srcId="{BF03F13A-CE47-4A44-B559-F5C2D1940017}" destId="{5ACCE86D-21F2-4E83-8A1F-61C95AADD244}" srcOrd="0" destOrd="0" presId="urn:microsoft.com/office/officeart/2005/8/layout/vList2"/>
    <dgm:cxn modelId="{F61313C0-C348-42FE-89BE-92E470EC0B4A}" type="presOf" srcId="{9D836E47-9002-4B01-9826-6FC908E86B1D}" destId="{CA9C26EC-2C2A-49B2-AAC9-64EE0C12A5C0}" srcOrd="0" destOrd="0" presId="urn:microsoft.com/office/officeart/2005/8/layout/vList2"/>
    <dgm:cxn modelId="{0954D3DD-193A-4FFA-9628-0038DBCF1E21}" srcId="{2EE8E038-60AB-46E6-9131-D8F1A1D15301}" destId="{8C2FE27D-26BD-499F-B5E8-208860E8B24F}" srcOrd="0" destOrd="0" parTransId="{71FF4121-F8E6-444D-BC20-D21257BA4186}" sibTransId="{A47C0505-F202-4AF4-BB7D-0CA267F002DB}"/>
    <dgm:cxn modelId="{D080DAFA-CD4C-47A5-ACA9-847115B8E5D1}" srcId="{2EE8E038-60AB-46E6-9131-D8F1A1D15301}" destId="{BF03F13A-CE47-4A44-B559-F5C2D1940017}" srcOrd="3" destOrd="0" parTransId="{E4DAABE6-66C1-4BB7-9665-9240A44E998A}" sibTransId="{47B38C09-4259-472D-A0D1-6BD10810E876}"/>
    <dgm:cxn modelId="{18EBB446-B46C-42CE-8300-B5BA6D537884}" type="presParOf" srcId="{16169853-8C7A-461F-8311-D9F5F076AF15}" destId="{659623D2-2B65-49BE-9BC1-BFB62A1D4359}" srcOrd="0" destOrd="0" presId="urn:microsoft.com/office/officeart/2005/8/layout/vList2"/>
    <dgm:cxn modelId="{C7D0D7C5-3C96-4DB8-9E9F-B217431E9CC5}" type="presParOf" srcId="{16169853-8C7A-461F-8311-D9F5F076AF15}" destId="{69DC4BD0-4307-4E6F-A65B-8A0D89164E0C}" srcOrd="1" destOrd="0" presId="urn:microsoft.com/office/officeart/2005/8/layout/vList2"/>
    <dgm:cxn modelId="{A18271BA-5D38-452B-A081-A0D3CCBE54E2}" type="presParOf" srcId="{16169853-8C7A-461F-8311-D9F5F076AF15}" destId="{CA9C26EC-2C2A-49B2-AAC9-64EE0C12A5C0}" srcOrd="2" destOrd="0" presId="urn:microsoft.com/office/officeart/2005/8/layout/vList2"/>
    <dgm:cxn modelId="{86CE9217-8143-4AC7-ABB0-ABE95D498BD0}" type="presParOf" srcId="{16169853-8C7A-461F-8311-D9F5F076AF15}" destId="{63845F74-2EEB-49A9-AF53-46EB98B97E9C}" srcOrd="3" destOrd="0" presId="urn:microsoft.com/office/officeart/2005/8/layout/vList2"/>
    <dgm:cxn modelId="{6FE99898-526A-4173-ABC7-6222A94B8AE6}" type="presParOf" srcId="{16169853-8C7A-461F-8311-D9F5F076AF15}" destId="{7DB3E8AF-1DA4-41F1-BCD9-2D65D6C5BBD1}" srcOrd="4" destOrd="0" presId="urn:microsoft.com/office/officeart/2005/8/layout/vList2"/>
    <dgm:cxn modelId="{AB6F8CDF-42B2-475C-A1B6-145CF7903172}" type="presParOf" srcId="{16169853-8C7A-461F-8311-D9F5F076AF15}" destId="{178A1A7F-6284-4C4D-8BEA-603962829731}" srcOrd="5" destOrd="0" presId="urn:microsoft.com/office/officeart/2005/8/layout/vList2"/>
    <dgm:cxn modelId="{4761FDD8-AE87-4185-B1CE-6C2C0737D462}" type="presParOf" srcId="{16169853-8C7A-461F-8311-D9F5F076AF15}" destId="{5ACCE86D-21F2-4E83-8A1F-61C95AADD24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214C1936-7A68-4965-A9BB-5888BE7259D5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A686DA3-AFFD-455B-A8C8-8475D7BD843B}">
      <dgm:prSet/>
      <dgm:spPr/>
      <dgm:t>
        <a:bodyPr/>
        <a:lstStyle/>
        <a:p>
          <a:r>
            <a:rPr lang="uk-UA" b="0" i="0"/>
            <a:t>трипільці</a:t>
          </a:r>
          <a:endParaRPr lang="uk-UA"/>
        </a:p>
      </dgm:t>
    </dgm:pt>
    <dgm:pt modelId="{A753F9B8-79EA-4BEA-9AD7-0071FA63FA8D}" type="sibTrans" cxnId="{F0F45056-4D44-4B2B-A0BE-F141F7065BD8}">
      <dgm:prSet/>
      <dgm:spPr/>
      <dgm:t>
        <a:bodyPr/>
        <a:lstStyle/>
        <a:p>
          <a:endParaRPr lang="uk-UA"/>
        </a:p>
      </dgm:t>
    </dgm:pt>
    <dgm:pt modelId="{F0806A1C-43BD-4D3D-8987-04050D24FD49}" type="parTrans" cxnId="{F0F45056-4D44-4B2B-A0BE-F141F7065BD8}">
      <dgm:prSet/>
      <dgm:spPr/>
      <dgm:t>
        <a:bodyPr/>
        <a:lstStyle/>
        <a:p>
          <a:endParaRPr lang="uk-UA"/>
        </a:p>
      </dgm:t>
    </dgm:pt>
    <dgm:pt modelId="{14211F5D-4CE3-4AAE-B2E6-587730BD83F1}">
      <dgm:prSet/>
      <dgm:spPr/>
      <dgm:t>
        <a:bodyPr/>
        <a:lstStyle/>
        <a:p>
          <a:r>
            <a:rPr lang="uk-UA" b="0" i="0"/>
            <a:t>скіфи</a:t>
          </a:r>
          <a:endParaRPr lang="uk-UA"/>
        </a:p>
      </dgm:t>
    </dgm:pt>
    <dgm:pt modelId="{D9D6CEBF-8443-4B2A-BB4E-17653B40263B}" type="sibTrans" cxnId="{CA737D4C-6CBE-4DA5-9EF1-4249C335770F}">
      <dgm:prSet/>
      <dgm:spPr/>
      <dgm:t>
        <a:bodyPr/>
        <a:lstStyle/>
        <a:p>
          <a:endParaRPr lang="uk-UA"/>
        </a:p>
      </dgm:t>
    </dgm:pt>
    <dgm:pt modelId="{0D74D06C-03B6-4AF4-8DD9-594348EE2421}" type="parTrans" cxnId="{CA737D4C-6CBE-4DA5-9EF1-4249C335770F}">
      <dgm:prSet/>
      <dgm:spPr/>
      <dgm:t>
        <a:bodyPr/>
        <a:lstStyle/>
        <a:p>
          <a:endParaRPr lang="uk-UA"/>
        </a:p>
      </dgm:t>
    </dgm:pt>
    <dgm:pt modelId="{3C7A3705-EADA-4CCE-B798-61777F448D60}">
      <dgm:prSet/>
      <dgm:spPr/>
      <dgm:t>
        <a:bodyPr/>
        <a:lstStyle/>
        <a:p>
          <a:r>
            <a:rPr lang="uk-UA" b="0" i="0" dirty="0" err="1"/>
            <a:t>кімерійці</a:t>
          </a:r>
          <a:endParaRPr lang="uk-UA" dirty="0"/>
        </a:p>
      </dgm:t>
    </dgm:pt>
    <dgm:pt modelId="{A902FC65-2A0A-40A5-9ACF-31D991A0D7A3}" type="sibTrans" cxnId="{A9107AED-5D46-4E8C-B8B2-A6615FDF5712}">
      <dgm:prSet/>
      <dgm:spPr/>
      <dgm:t>
        <a:bodyPr/>
        <a:lstStyle/>
        <a:p>
          <a:endParaRPr lang="uk-UA"/>
        </a:p>
      </dgm:t>
    </dgm:pt>
    <dgm:pt modelId="{2B09BFCE-E628-465F-BCFF-785E191AB8B2}" type="parTrans" cxnId="{A9107AED-5D46-4E8C-B8B2-A6615FDF5712}">
      <dgm:prSet/>
      <dgm:spPr/>
      <dgm:t>
        <a:bodyPr/>
        <a:lstStyle/>
        <a:p>
          <a:endParaRPr lang="uk-UA"/>
        </a:p>
      </dgm:t>
    </dgm:pt>
    <dgm:pt modelId="{D1C75A64-6F05-482A-80A2-4E2A02CAF957}">
      <dgm:prSet/>
      <dgm:spPr/>
      <dgm:t>
        <a:bodyPr/>
        <a:lstStyle/>
        <a:p>
          <a:r>
            <a:rPr lang="uk-UA" b="0" i="0" dirty="0"/>
            <a:t>сармати</a:t>
          </a:r>
          <a:endParaRPr lang="uk-UA" dirty="0"/>
        </a:p>
      </dgm:t>
    </dgm:pt>
    <dgm:pt modelId="{8B83B9CF-22C6-48AD-8863-7E4CCE5EC191}" type="sibTrans" cxnId="{1FF11DDE-D1B6-472E-A47A-B4C5E15A55E9}">
      <dgm:prSet/>
      <dgm:spPr/>
      <dgm:t>
        <a:bodyPr/>
        <a:lstStyle/>
        <a:p>
          <a:endParaRPr lang="uk-UA"/>
        </a:p>
      </dgm:t>
    </dgm:pt>
    <dgm:pt modelId="{ABE0B315-8D68-4EAF-ACEB-39F2B3ADDBE2}" type="parTrans" cxnId="{1FF11DDE-D1B6-472E-A47A-B4C5E15A55E9}">
      <dgm:prSet/>
      <dgm:spPr/>
      <dgm:t>
        <a:bodyPr/>
        <a:lstStyle/>
        <a:p>
          <a:endParaRPr lang="uk-UA"/>
        </a:p>
      </dgm:t>
    </dgm:pt>
    <dgm:pt modelId="{90A28CB1-1E19-4B24-A1AE-0642ECD43C23}" type="pres">
      <dgm:prSet presAssocID="{214C1936-7A68-4965-A9BB-5888BE7259D5}" presName="compositeShape" presStyleCnt="0">
        <dgm:presLayoutVars>
          <dgm:chMax val="7"/>
          <dgm:dir/>
          <dgm:resizeHandles val="exact"/>
        </dgm:presLayoutVars>
      </dgm:prSet>
      <dgm:spPr/>
    </dgm:pt>
    <dgm:pt modelId="{6D6FA826-C160-423B-A7FC-D6D50BB95223}" type="pres">
      <dgm:prSet presAssocID="{FA686DA3-AFFD-455B-A8C8-8475D7BD843B}" presName="circ1" presStyleLbl="vennNode1" presStyleIdx="0" presStyleCnt="4"/>
      <dgm:spPr/>
    </dgm:pt>
    <dgm:pt modelId="{3A38EE13-F76F-4D24-AD0D-AA5CC2484CE3}" type="pres">
      <dgm:prSet presAssocID="{FA686DA3-AFFD-455B-A8C8-8475D7BD843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5B1DD12-4CCE-4539-9E92-49C457C7856E}" type="pres">
      <dgm:prSet presAssocID="{14211F5D-4CE3-4AAE-B2E6-587730BD83F1}" presName="circ2" presStyleLbl="vennNode1" presStyleIdx="1" presStyleCnt="4"/>
      <dgm:spPr/>
    </dgm:pt>
    <dgm:pt modelId="{A65C535B-2F0C-4E15-BB3E-60C7C058105C}" type="pres">
      <dgm:prSet presAssocID="{14211F5D-4CE3-4AAE-B2E6-587730BD83F1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07EF759-6790-42BB-ABD0-F3EC066EF21A}" type="pres">
      <dgm:prSet presAssocID="{3C7A3705-EADA-4CCE-B798-61777F448D60}" presName="circ3" presStyleLbl="vennNode1" presStyleIdx="2" presStyleCnt="4"/>
      <dgm:spPr/>
    </dgm:pt>
    <dgm:pt modelId="{489FA8E1-0E4E-49C0-8659-3774F35E5708}" type="pres">
      <dgm:prSet presAssocID="{3C7A3705-EADA-4CCE-B798-61777F448D60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4405DA5-78A0-4BAD-8F8C-848BC83F7F53}" type="pres">
      <dgm:prSet presAssocID="{D1C75A64-6F05-482A-80A2-4E2A02CAF957}" presName="circ4" presStyleLbl="vennNode1" presStyleIdx="3" presStyleCnt="4"/>
      <dgm:spPr/>
    </dgm:pt>
    <dgm:pt modelId="{998BE4B2-D3D9-4620-BE8E-89388853A426}" type="pres">
      <dgm:prSet presAssocID="{D1C75A64-6F05-482A-80A2-4E2A02CAF957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9BCE871C-64B1-4233-91A9-CB90B5BD3B66}" type="presOf" srcId="{FA686DA3-AFFD-455B-A8C8-8475D7BD843B}" destId="{3A38EE13-F76F-4D24-AD0D-AA5CC2484CE3}" srcOrd="1" destOrd="0" presId="urn:microsoft.com/office/officeart/2005/8/layout/venn1"/>
    <dgm:cxn modelId="{5BA6FE47-33F8-4490-A067-90169D829F96}" type="presOf" srcId="{3C7A3705-EADA-4CCE-B798-61777F448D60}" destId="{489FA8E1-0E4E-49C0-8659-3774F35E5708}" srcOrd="1" destOrd="0" presId="urn:microsoft.com/office/officeart/2005/8/layout/venn1"/>
    <dgm:cxn modelId="{CA737D4C-6CBE-4DA5-9EF1-4249C335770F}" srcId="{214C1936-7A68-4965-A9BB-5888BE7259D5}" destId="{14211F5D-4CE3-4AAE-B2E6-587730BD83F1}" srcOrd="1" destOrd="0" parTransId="{0D74D06C-03B6-4AF4-8DD9-594348EE2421}" sibTransId="{D9D6CEBF-8443-4B2A-BB4E-17653B40263B}"/>
    <dgm:cxn modelId="{F0F45056-4D44-4B2B-A0BE-F141F7065BD8}" srcId="{214C1936-7A68-4965-A9BB-5888BE7259D5}" destId="{FA686DA3-AFFD-455B-A8C8-8475D7BD843B}" srcOrd="0" destOrd="0" parTransId="{F0806A1C-43BD-4D3D-8987-04050D24FD49}" sibTransId="{A753F9B8-79EA-4BEA-9AD7-0071FA63FA8D}"/>
    <dgm:cxn modelId="{56A53358-A43A-48E5-B41C-354FE5506F76}" type="presOf" srcId="{3C7A3705-EADA-4CCE-B798-61777F448D60}" destId="{707EF759-6790-42BB-ABD0-F3EC066EF21A}" srcOrd="0" destOrd="0" presId="urn:microsoft.com/office/officeart/2005/8/layout/venn1"/>
    <dgm:cxn modelId="{FD62A99B-92B7-48C9-9302-5E224937A0D8}" type="presOf" srcId="{14211F5D-4CE3-4AAE-B2E6-587730BD83F1}" destId="{C5B1DD12-4CCE-4539-9E92-49C457C7856E}" srcOrd="0" destOrd="0" presId="urn:microsoft.com/office/officeart/2005/8/layout/venn1"/>
    <dgm:cxn modelId="{589324CA-11EA-43B6-A4F4-8165F8F6ED15}" type="presOf" srcId="{D1C75A64-6F05-482A-80A2-4E2A02CAF957}" destId="{998BE4B2-D3D9-4620-BE8E-89388853A426}" srcOrd="1" destOrd="0" presId="urn:microsoft.com/office/officeart/2005/8/layout/venn1"/>
    <dgm:cxn modelId="{187BE7D8-5FD5-4837-B132-86EB9D36AF72}" type="presOf" srcId="{14211F5D-4CE3-4AAE-B2E6-587730BD83F1}" destId="{A65C535B-2F0C-4E15-BB3E-60C7C058105C}" srcOrd="1" destOrd="0" presId="urn:microsoft.com/office/officeart/2005/8/layout/venn1"/>
    <dgm:cxn modelId="{1FF11DDE-D1B6-472E-A47A-B4C5E15A55E9}" srcId="{214C1936-7A68-4965-A9BB-5888BE7259D5}" destId="{D1C75A64-6F05-482A-80A2-4E2A02CAF957}" srcOrd="3" destOrd="0" parTransId="{ABE0B315-8D68-4EAF-ACEB-39F2B3ADDBE2}" sibTransId="{8B83B9CF-22C6-48AD-8863-7E4CCE5EC191}"/>
    <dgm:cxn modelId="{D1F4F4EA-1A62-45D9-B793-DDB94EEF2477}" type="presOf" srcId="{FA686DA3-AFFD-455B-A8C8-8475D7BD843B}" destId="{6D6FA826-C160-423B-A7FC-D6D50BB95223}" srcOrd="0" destOrd="0" presId="urn:microsoft.com/office/officeart/2005/8/layout/venn1"/>
    <dgm:cxn modelId="{A9107AED-5D46-4E8C-B8B2-A6615FDF5712}" srcId="{214C1936-7A68-4965-A9BB-5888BE7259D5}" destId="{3C7A3705-EADA-4CCE-B798-61777F448D60}" srcOrd="2" destOrd="0" parTransId="{2B09BFCE-E628-465F-BCFF-785E191AB8B2}" sibTransId="{A902FC65-2A0A-40A5-9ACF-31D991A0D7A3}"/>
    <dgm:cxn modelId="{C550E5EF-CDD3-4103-81E0-C226DAE6034C}" type="presOf" srcId="{D1C75A64-6F05-482A-80A2-4E2A02CAF957}" destId="{14405DA5-78A0-4BAD-8F8C-848BC83F7F53}" srcOrd="0" destOrd="0" presId="urn:microsoft.com/office/officeart/2005/8/layout/venn1"/>
    <dgm:cxn modelId="{7067D6FD-4405-4A01-B5E7-0E8ED10DE7DC}" type="presOf" srcId="{214C1936-7A68-4965-A9BB-5888BE7259D5}" destId="{90A28CB1-1E19-4B24-A1AE-0642ECD43C23}" srcOrd="0" destOrd="0" presId="urn:microsoft.com/office/officeart/2005/8/layout/venn1"/>
    <dgm:cxn modelId="{FF8FD142-A183-45D9-844F-B18D3E30B632}" type="presParOf" srcId="{90A28CB1-1E19-4B24-A1AE-0642ECD43C23}" destId="{6D6FA826-C160-423B-A7FC-D6D50BB95223}" srcOrd="0" destOrd="0" presId="urn:microsoft.com/office/officeart/2005/8/layout/venn1"/>
    <dgm:cxn modelId="{E37B6416-E9D7-4911-A594-4A3A2BEA107D}" type="presParOf" srcId="{90A28CB1-1E19-4B24-A1AE-0642ECD43C23}" destId="{3A38EE13-F76F-4D24-AD0D-AA5CC2484CE3}" srcOrd="1" destOrd="0" presId="urn:microsoft.com/office/officeart/2005/8/layout/venn1"/>
    <dgm:cxn modelId="{E9C85690-C448-45B2-8BB9-FBEB0A503795}" type="presParOf" srcId="{90A28CB1-1E19-4B24-A1AE-0642ECD43C23}" destId="{C5B1DD12-4CCE-4539-9E92-49C457C7856E}" srcOrd="2" destOrd="0" presId="urn:microsoft.com/office/officeart/2005/8/layout/venn1"/>
    <dgm:cxn modelId="{65952D52-4440-4329-8F8E-24393D5D9412}" type="presParOf" srcId="{90A28CB1-1E19-4B24-A1AE-0642ECD43C23}" destId="{A65C535B-2F0C-4E15-BB3E-60C7C058105C}" srcOrd="3" destOrd="0" presId="urn:microsoft.com/office/officeart/2005/8/layout/venn1"/>
    <dgm:cxn modelId="{144BD497-D238-4CB7-971D-E6ADD636DB28}" type="presParOf" srcId="{90A28CB1-1E19-4B24-A1AE-0642ECD43C23}" destId="{707EF759-6790-42BB-ABD0-F3EC066EF21A}" srcOrd="4" destOrd="0" presId="urn:microsoft.com/office/officeart/2005/8/layout/venn1"/>
    <dgm:cxn modelId="{904EEFC0-03F0-46A0-9C0F-8BF840EA4B47}" type="presParOf" srcId="{90A28CB1-1E19-4B24-A1AE-0642ECD43C23}" destId="{489FA8E1-0E4E-49C0-8659-3774F35E5708}" srcOrd="5" destOrd="0" presId="urn:microsoft.com/office/officeart/2005/8/layout/venn1"/>
    <dgm:cxn modelId="{33F4DF3A-62A8-4E5F-A2F2-329F33E18458}" type="presParOf" srcId="{90A28CB1-1E19-4B24-A1AE-0642ECD43C23}" destId="{14405DA5-78A0-4BAD-8F8C-848BC83F7F53}" srcOrd="6" destOrd="0" presId="urn:microsoft.com/office/officeart/2005/8/layout/venn1"/>
    <dgm:cxn modelId="{53D823FD-9239-456E-B53E-CB8B6EEB294E}" type="presParOf" srcId="{90A28CB1-1E19-4B24-A1AE-0642ECD43C23}" destId="{998BE4B2-D3D9-4620-BE8E-89388853A426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ABE34573-B360-428F-B7E4-5BDA12478E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DD1988-87A2-4BC7-97F8-5A9FC3AC9665}">
      <dgm:prSet/>
      <dgm:spPr/>
      <dgm:t>
        <a:bodyPr/>
        <a:lstStyle/>
        <a:p>
          <a:r>
            <a:rPr lang="uk-UA" b="0" i="0" dirty="0"/>
            <a:t>Збудували перші </a:t>
          </a:r>
          <a:r>
            <a:rPr lang="uk-UA" b="0" i="0" dirty="0" err="1"/>
            <a:t>протоміста</a:t>
          </a:r>
          <a:r>
            <a:rPr lang="uk-UA" b="0" i="0" dirty="0"/>
            <a:t> на території України.</a:t>
          </a:r>
          <a:endParaRPr lang="uk-UA" dirty="0"/>
        </a:p>
      </dgm:t>
    </dgm:pt>
    <dgm:pt modelId="{5F71A1E9-3389-444C-A8A2-62515FB2ECEB}" type="parTrans" cxnId="{B4759304-AC89-40D7-A1FD-B2CCF41D58F1}">
      <dgm:prSet/>
      <dgm:spPr/>
      <dgm:t>
        <a:bodyPr/>
        <a:lstStyle/>
        <a:p>
          <a:endParaRPr lang="uk-UA"/>
        </a:p>
      </dgm:t>
    </dgm:pt>
    <dgm:pt modelId="{70FFD645-30FF-4D5F-A746-924315659BF4}" type="sibTrans" cxnId="{B4759304-AC89-40D7-A1FD-B2CCF41D58F1}">
      <dgm:prSet/>
      <dgm:spPr/>
      <dgm:t>
        <a:bodyPr/>
        <a:lstStyle/>
        <a:p>
          <a:endParaRPr lang="uk-UA"/>
        </a:p>
      </dgm:t>
    </dgm:pt>
    <dgm:pt modelId="{1E1EA108-37C6-4221-B07C-CB9A742428CA}">
      <dgm:prSet/>
      <dgm:spPr/>
      <dgm:t>
        <a:bodyPr/>
        <a:lstStyle/>
        <a:p>
          <a:r>
            <a:rPr lang="uk-UA" b="0" i="0" dirty="0"/>
            <a:t>Виготовляли перші залізні знаряддя праці та зброю на території України.</a:t>
          </a:r>
          <a:endParaRPr lang="uk-UA" dirty="0"/>
        </a:p>
      </dgm:t>
    </dgm:pt>
    <dgm:pt modelId="{79BD2E66-4200-42FD-861A-9E8FB68CC57B}" type="parTrans" cxnId="{07C9C94C-69CB-49B3-AD6E-0EDF625E33BF}">
      <dgm:prSet/>
      <dgm:spPr/>
      <dgm:t>
        <a:bodyPr/>
        <a:lstStyle/>
        <a:p>
          <a:endParaRPr lang="uk-UA"/>
        </a:p>
      </dgm:t>
    </dgm:pt>
    <dgm:pt modelId="{5A57D0F4-20CB-41B2-B1CC-2B46BE578051}" type="sibTrans" cxnId="{07C9C94C-69CB-49B3-AD6E-0EDF625E33BF}">
      <dgm:prSet/>
      <dgm:spPr/>
      <dgm:t>
        <a:bodyPr/>
        <a:lstStyle/>
        <a:p>
          <a:endParaRPr lang="uk-UA"/>
        </a:p>
      </dgm:t>
    </dgm:pt>
    <dgm:pt modelId="{97B03DAF-CE96-4505-9505-97965AD0B6DA}">
      <dgm:prSet/>
      <dgm:spPr/>
      <dgm:t>
        <a:bodyPr/>
        <a:lstStyle/>
        <a:p>
          <a:r>
            <a:rPr lang="uk-UA" b="0" i="0"/>
            <a:t>Створили характерну кераміку, прикрашену шнуровим орнаментом.</a:t>
          </a:r>
          <a:endParaRPr lang="uk-UA"/>
        </a:p>
      </dgm:t>
    </dgm:pt>
    <dgm:pt modelId="{6C5AD1B1-BD37-42FD-BCC9-E2A37F2E7C5B}" type="parTrans" cxnId="{39E0EE91-CB5C-4911-8B82-1DE025CCDB51}">
      <dgm:prSet/>
      <dgm:spPr/>
      <dgm:t>
        <a:bodyPr/>
        <a:lstStyle/>
        <a:p>
          <a:endParaRPr lang="uk-UA"/>
        </a:p>
      </dgm:t>
    </dgm:pt>
    <dgm:pt modelId="{496683CB-4900-419A-B620-6B21036FEC1B}" type="sibTrans" cxnId="{39E0EE91-CB5C-4911-8B82-1DE025CCDB51}">
      <dgm:prSet/>
      <dgm:spPr/>
      <dgm:t>
        <a:bodyPr/>
        <a:lstStyle/>
        <a:p>
          <a:endParaRPr lang="uk-UA"/>
        </a:p>
      </dgm:t>
    </dgm:pt>
    <dgm:pt modelId="{FCC49638-353A-4DE3-86E4-BD046820CA18}">
      <dgm:prSet/>
      <dgm:spPr/>
      <dgm:t>
        <a:bodyPr/>
        <a:lstStyle/>
        <a:p>
          <a:r>
            <a:rPr lang="uk-UA" b="0" i="0"/>
            <a:t>Здійснювали набіги на володіння Римської імперії.</a:t>
          </a:r>
          <a:endParaRPr lang="uk-UA"/>
        </a:p>
      </dgm:t>
    </dgm:pt>
    <dgm:pt modelId="{E3223829-13B8-4FF1-8A43-E8523493AC85}" type="parTrans" cxnId="{99EB6EC8-BA32-421A-92C2-49E316863E78}">
      <dgm:prSet/>
      <dgm:spPr/>
      <dgm:t>
        <a:bodyPr/>
        <a:lstStyle/>
        <a:p>
          <a:endParaRPr lang="uk-UA"/>
        </a:p>
      </dgm:t>
    </dgm:pt>
    <dgm:pt modelId="{188699ED-6E64-4EDA-92E9-951735CDDCFB}" type="sibTrans" cxnId="{99EB6EC8-BA32-421A-92C2-49E316863E78}">
      <dgm:prSet/>
      <dgm:spPr/>
      <dgm:t>
        <a:bodyPr/>
        <a:lstStyle/>
        <a:p>
          <a:endParaRPr lang="uk-UA"/>
        </a:p>
      </dgm:t>
    </dgm:pt>
    <dgm:pt modelId="{A551C1EC-26EC-488B-89EF-FDF7BB940422}">
      <dgm:prSet/>
      <dgm:spPr/>
      <dgm:t>
        <a:bodyPr/>
        <a:lstStyle/>
        <a:p>
          <a:r>
            <a:rPr lang="uk-UA" b="0" i="0" dirty="0"/>
            <a:t>Вели війну проти агресії перського царя Дарія І.</a:t>
          </a:r>
          <a:endParaRPr lang="uk-UA" dirty="0"/>
        </a:p>
      </dgm:t>
    </dgm:pt>
    <dgm:pt modelId="{FCD34A74-6BDD-47A9-9DF9-39738C8B475D}" type="parTrans" cxnId="{6FC51E05-BFDF-4DD0-8F78-1A02445E2951}">
      <dgm:prSet/>
      <dgm:spPr/>
      <dgm:t>
        <a:bodyPr/>
        <a:lstStyle/>
        <a:p>
          <a:endParaRPr lang="uk-UA"/>
        </a:p>
      </dgm:t>
    </dgm:pt>
    <dgm:pt modelId="{E48A62F2-0094-4D65-8045-44AE5279764D}" type="sibTrans" cxnId="{6FC51E05-BFDF-4DD0-8F78-1A02445E2951}">
      <dgm:prSet/>
      <dgm:spPr/>
      <dgm:t>
        <a:bodyPr/>
        <a:lstStyle/>
        <a:p>
          <a:endParaRPr lang="uk-UA"/>
        </a:p>
      </dgm:t>
    </dgm:pt>
    <dgm:pt modelId="{9DCC9504-E112-4189-AF43-D21187079039}" type="pres">
      <dgm:prSet presAssocID="{ABE34573-B360-428F-B7E4-5BDA12478E68}" presName="linear" presStyleCnt="0">
        <dgm:presLayoutVars>
          <dgm:animLvl val="lvl"/>
          <dgm:resizeHandles val="exact"/>
        </dgm:presLayoutVars>
      </dgm:prSet>
      <dgm:spPr/>
    </dgm:pt>
    <dgm:pt modelId="{D1FFD373-AF2C-4F26-8C4A-523E97615F37}" type="pres">
      <dgm:prSet presAssocID="{7EDD1988-87A2-4BC7-97F8-5A9FC3AC966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BDA7B2C-6086-4068-9A22-396080DF3583}" type="pres">
      <dgm:prSet presAssocID="{70FFD645-30FF-4D5F-A746-924315659BF4}" presName="spacer" presStyleCnt="0"/>
      <dgm:spPr/>
    </dgm:pt>
    <dgm:pt modelId="{F59E2D33-34CA-4389-AD61-86976A79A631}" type="pres">
      <dgm:prSet presAssocID="{1E1EA108-37C6-4221-B07C-CB9A742428C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CCBFF06-FD8B-4BCD-955D-17A5D5F678D5}" type="pres">
      <dgm:prSet presAssocID="{5A57D0F4-20CB-41B2-B1CC-2B46BE578051}" presName="spacer" presStyleCnt="0"/>
      <dgm:spPr/>
    </dgm:pt>
    <dgm:pt modelId="{15DFE6CE-1B37-4BFE-BEBE-E5FFA4AC255A}" type="pres">
      <dgm:prSet presAssocID="{97B03DAF-CE96-4505-9505-97965AD0B6D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AB3A4D2-8BA9-4121-A6C6-1362E1831C20}" type="pres">
      <dgm:prSet presAssocID="{496683CB-4900-419A-B620-6B21036FEC1B}" presName="spacer" presStyleCnt="0"/>
      <dgm:spPr/>
    </dgm:pt>
    <dgm:pt modelId="{7BD223B7-7630-4096-9A14-DBF3235EFE46}" type="pres">
      <dgm:prSet presAssocID="{FCC49638-353A-4DE3-86E4-BD046820CA1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F8DA447-5880-436B-8F95-2118C10B3A3D}" type="pres">
      <dgm:prSet presAssocID="{188699ED-6E64-4EDA-92E9-951735CDDCFB}" presName="spacer" presStyleCnt="0"/>
      <dgm:spPr/>
    </dgm:pt>
    <dgm:pt modelId="{D4460961-D099-4CAB-B729-ACE1C6BCB2CD}" type="pres">
      <dgm:prSet presAssocID="{A551C1EC-26EC-488B-89EF-FDF7BB94042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4759304-AC89-40D7-A1FD-B2CCF41D58F1}" srcId="{ABE34573-B360-428F-B7E4-5BDA12478E68}" destId="{7EDD1988-87A2-4BC7-97F8-5A9FC3AC9665}" srcOrd="0" destOrd="0" parTransId="{5F71A1E9-3389-444C-A8A2-62515FB2ECEB}" sibTransId="{70FFD645-30FF-4D5F-A746-924315659BF4}"/>
    <dgm:cxn modelId="{6FC51E05-BFDF-4DD0-8F78-1A02445E2951}" srcId="{ABE34573-B360-428F-B7E4-5BDA12478E68}" destId="{A551C1EC-26EC-488B-89EF-FDF7BB940422}" srcOrd="4" destOrd="0" parTransId="{FCD34A74-6BDD-47A9-9DF9-39738C8B475D}" sibTransId="{E48A62F2-0094-4D65-8045-44AE5279764D}"/>
    <dgm:cxn modelId="{07C9C94C-69CB-49B3-AD6E-0EDF625E33BF}" srcId="{ABE34573-B360-428F-B7E4-5BDA12478E68}" destId="{1E1EA108-37C6-4221-B07C-CB9A742428CA}" srcOrd="1" destOrd="0" parTransId="{79BD2E66-4200-42FD-861A-9E8FB68CC57B}" sibTransId="{5A57D0F4-20CB-41B2-B1CC-2B46BE578051}"/>
    <dgm:cxn modelId="{81036389-F55C-49A5-ABD6-3D0E964C124D}" type="presOf" srcId="{97B03DAF-CE96-4505-9505-97965AD0B6DA}" destId="{15DFE6CE-1B37-4BFE-BEBE-E5FFA4AC255A}" srcOrd="0" destOrd="0" presId="urn:microsoft.com/office/officeart/2005/8/layout/vList2"/>
    <dgm:cxn modelId="{39E0EE91-CB5C-4911-8B82-1DE025CCDB51}" srcId="{ABE34573-B360-428F-B7E4-5BDA12478E68}" destId="{97B03DAF-CE96-4505-9505-97965AD0B6DA}" srcOrd="2" destOrd="0" parTransId="{6C5AD1B1-BD37-42FD-BCC9-E2A37F2E7C5B}" sibTransId="{496683CB-4900-419A-B620-6B21036FEC1B}"/>
    <dgm:cxn modelId="{358DAC9E-DA11-44E3-A950-BB19BE272C1B}" type="presOf" srcId="{1E1EA108-37C6-4221-B07C-CB9A742428CA}" destId="{F59E2D33-34CA-4389-AD61-86976A79A631}" srcOrd="0" destOrd="0" presId="urn:microsoft.com/office/officeart/2005/8/layout/vList2"/>
    <dgm:cxn modelId="{D24A8DA7-25AE-4F26-B202-FDCDCA0DB383}" type="presOf" srcId="{ABE34573-B360-428F-B7E4-5BDA12478E68}" destId="{9DCC9504-E112-4189-AF43-D21187079039}" srcOrd="0" destOrd="0" presId="urn:microsoft.com/office/officeart/2005/8/layout/vList2"/>
    <dgm:cxn modelId="{C8C269C1-238F-473A-AE06-415092A73421}" type="presOf" srcId="{FCC49638-353A-4DE3-86E4-BD046820CA18}" destId="{7BD223B7-7630-4096-9A14-DBF3235EFE46}" srcOrd="0" destOrd="0" presId="urn:microsoft.com/office/officeart/2005/8/layout/vList2"/>
    <dgm:cxn modelId="{99EB6EC8-BA32-421A-92C2-49E316863E78}" srcId="{ABE34573-B360-428F-B7E4-5BDA12478E68}" destId="{FCC49638-353A-4DE3-86E4-BD046820CA18}" srcOrd="3" destOrd="0" parTransId="{E3223829-13B8-4FF1-8A43-E8523493AC85}" sibTransId="{188699ED-6E64-4EDA-92E9-951735CDDCFB}"/>
    <dgm:cxn modelId="{611311CD-7AEC-4740-8AE8-34490092A3FE}" type="presOf" srcId="{A551C1EC-26EC-488B-89EF-FDF7BB940422}" destId="{D4460961-D099-4CAB-B729-ACE1C6BCB2CD}" srcOrd="0" destOrd="0" presId="urn:microsoft.com/office/officeart/2005/8/layout/vList2"/>
    <dgm:cxn modelId="{11CD56D7-844E-4F6F-A00D-68B4352B4637}" type="presOf" srcId="{7EDD1988-87A2-4BC7-97F8-5A9FC3AC9665}" destId="{D1FFD373-AF2C-4F26-8C4A-523E97615F37}" srcOrd="0" destOrd="0" presId="urn:microsoft.com/office/officeart/2005/8/layout/vList2"/>
    <dgm:cxn modelId="{91EAA0BD-4E54-42F8-8ACE-58B46ADA339B}" type="presParOf" srcId="{9DCC9504-E112-4189-AF43-D21187079039}" destId="{D1FFD373-AF2C-4F26-8C4A-523E97615F37}" srcOrd="0" destOrd="0" presId="urn:microsoft.com/office/officeart/2005/8/layout/vList2"/>
    <dgm:cxn modelId="{CF117409-473F-4DE3-967F-814C7817E7FA}" type="presParOf" srcId="{9DCC9504-E112-4189-AF43-D21187079039}" destId="{7BDA7B2C-6086-4068-9A22-396080DF3583}" srcOrd="1" destOrd="0" presId="urn:microsoft.com/office/officeart/2005/8/layout/vList2"/>
    <dgm:cxn modelId="{EA9FB504-B221-462B-B993-D6D3A1CC009B}" type="presParOf" srcId="{9DCC9504-E112-4189-AF43-D21187079039}" destId="{F59E2D33-34CA-4389-AD61-86976A79A631}" srcOrd="2" destOrd="0" presId="urn:microsoft.com/office/officeart/2005/8/layout/vList2"/>
    <dgm:cxn modelId="{45C33FB9-EA41-476F-A8E2-0B2ADF59AEF4}" type="presParOf" srcId="{9DCC9504-E112-4189-AF43-D21187079039}" destId="{FCCBFF06-FD8B-4BCD-955D-17A5D5F678D5}" srcOrd="3" destOrd="0" presId="urn:microsoft.com/office/officeart/2005/8/layout/vList2"/>
    <dgm:cxn modelId="{300D86F6-1E60-473B-AF5D-CE48AAEB6FC5}" type="presParOf" srcId="{9DCC9504-E112-4189-AF43-D21187079039}" destId="{15DFE6CE-1B37-4BFE-BEBE-E5FFA4AC255A}" srcOrd="4" destOrd="0" presId="urn:microsoft.com/office/officeart/2005/8/layout/vList2"/>
    <dgm:cxn modelId="{7D67DAF4-3DD2-4376-862B-D01E7DD6FA35}" type="presParOf" srcId="{9DCC9504-E112-4189-AF43-D21187079039}" destId="{BAB3A4D2-8BA9-4121-A6C6-1362E1831C20}" srcOrd="5" destOrd="0" presId="urn:microsoft.com/office/officeart/2005/8/layout/vList2"/>
    <dgm:cxn modelId="{9BAFD7D7-B806-4B4C-8A19-4AB6F7DFDD74}" type="presParOf" srcId="{9DCC9504-E112-4189-AF43-D21187079039}" destId="{7BD223B7-7630-4096-9A14-DBF3235EFE46}" srcOrd="6" destOrd="0" presId="urn:microsoft.com/office/officeart/2005/8/layout/vList2"/>
    <dgm:cxn modelId="{610BB3F8-9F0D-48CB-9487-61DE614C8D04}" type="presParOf" srcId="{9DCC9504-E112-4189-AF43-D21187079039}" destId="{8F8DA447-5880-436B-8F95-2118C10B3A3D}" srcOrd="7" destOrd="0" presId="urn:microsoft.com/office/officeart/2005/8/layout/vList2"/>
    <dgm:cxn modelId="{1E02C5ED-C44E-498F-B8F5-5F52634B18FB}" type="presParOf" srcId="{9DCC9504-E112-4189-AF43-D21187079039}" destId="{D4460961-D099-4CAB-B729-ACE1C6BCB2C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DB3AAC6F-5FE4-46F6-9036-4B703A96D11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58BD13B-67DB-4113-ABD4-5E31FBE3A1D0}">
      <dgm:prSet/>
      <dgm:spPr/>
      <dgm:t>
        <a:bodyPr/>
        <a:lstStyle/>
        <a:p>
          <a:r>
            <a:rPr lang="uk-UA" b="0" i="0"/>
            <a:t>трипільців</a:t>
          </a:r>
          <a:endParaRPr lang="uk-UA"/>
        </a:p>
      </dgm:t>
    </dgm:pt>
    <dgm:pt modelId="{25665470-F4A0-45DC-8AB0-77ACA452734F}" type="parTrans" cxnId="{C2625286-7CFC-4512-8210-CB2718F6B04D}">
      <dgm:prSet/>
      <dgm:spPr/>
      <dgm:t>
        <a:bodyPr/>
        <a:lstStyle/>
        <a:p>
          <a:endParaRPr lang="uk-UA"/>
        </a:p>
      </dgm:t>
    </dgm:pt>
    <dgm:pt modelId="{1276CB53-62F0-4C31-97E7-26A7A6108154}" type="sibTrans" cxnId="{C2625286-7CFC-4512-8210-CB2718F6B04D}">
      <dgm:prSet/>
      <dgm:spPr/>
      <dgm:t>
        <a:bodyPr/>
        <a:lstStyle/>
        <a:p>
          <a:endParaRPr lang="uk-UA"/>
        </a:p>
      </dgm:t>
    </dgm:pt>
    <dgm:pt modelId="{DFE7A32A-17EF-4C5A-BFBE-CBC8A30ED3C3}">
      <dgm:prSet/>
      <dgm:spPr/>
      <dgm:t>
        <a:bodyPr/>
        <a:lstStyle/>
        <a:p>
          <a:r>
            <a:rPr lang="uk-UA" b="0" i="0"/>
            <a:t>кіммерійців</a:t>
          </a:r>
          <a:endParaRPr lang="uk-UA"/>
        </a:p>
      </dgm:t>
    </dgm:pt>
    <dgm:pt modelId="{ABB1380A-33EA-40EA-A221-1A3D55FDB824}" type="parTrans" cxnId="{5650DD4F-B4E4-43A2-AF00-73E66B028E4D}">
      <dgm:prSet/>
      <dgm:spPr/>
      <dgm:t>
        <a:bodyPr/>
        <a:lstStyle/>
        <a:p>
          <a:endParaRPr lang="uk-UA"/>
        </a:p>
      </dgm:t>
    </dgm:pt>
    <dgm:pt modelId="{09CF2350-DDCE-44CF-8D6E-6DAF8DE7E620}" type="sibTrans" cxnId="{5650DD4F-B4E4-43A2-AF00-73E66B028E4D}">
      <dgm:prSet/>
      <dgm:spPr/>
      <dgm:t>
        <a:bodyPr/>
        <a:lstStyle/>
        <a:p>
          <a:endParaRPr lang="uk-UA"/>
        </a:p>
      </dgm:t>
    </dgm:pt>
    <dgm:pt modelId="{968A60D0-062B-4291-B606-F3D9A15EE55B}">
      <dgm:prSet/>
      <dgm:spPr/>
      <dgm:t>
        <a:bodyPr/>
        <a:lstStyle/>
        <a:p>
          <a:r>
            <a:rPr lang="uk-UA" b="0" i="0" dirty="0"/>
            <a:t>скіфів</a:t>
          </a:r>
          <a:endParaRPr lang="uk-UA" dirty="0"/>
        </a:p>
      </dgm:t>
    </dgm:pt>
    <dgm:pt modelId="{9AA5CAED-EEFF-49D5-AAFF-61FEDCED43A4}" type="parTrans" cxnId="{38E9BC2C-99D0-46C9-9B6B-92B1AE33C613}">
      <dgm:prSet/>
      <dgm:spPr/>
      <dgm:t>
        <a:bodyPr/>
        <a:lstStyle/>
        <a:p>
          <a:endParaRPr lang="uk-UA"/>
        </a:p>
      </dgm:t>
    </dgm:pt>
    <dgm:pt modelId="{F47CC12D-D931-439E-8AF8-DEF79DDBC66D}" type="sibTrans" cxnId="{38E9BC2C-99D0-46C9-9B6B-92B1AE33C613}">
      <dgm:prSet/>
      <dgm:spPr/>
      <dgm:t>
        <a:bodyPr/>
        <a:lstStyle/>
        <a:p>
          <a:endParaRPr lang="uk-UA"/>
        </a:p>
      </dgm:t>
    </dgm:pt>
    <dgm:pt modelId="{338EF2DC-98B1-40C2-BD53-900D3833BF83}">
      <dgm:prSet/>
      <dgm:spPr/>
      <dgm:t>
        <a:bodyPr/>
        <a:lstStyle/>
        <a:p>
          <a:r>
            <a:rPr lang="uk-UA" b="0" i="0" dirty="0"/>
            <a:t>сарматів</a:t>
          </a:r>
          <a:endParaRPr lang="uk-UA" dirty="0"/>
        </a:p>
      </dgm:t>
    </dgm:pt>
    <dgm:pt modelId="{EBA704F9-945E-4888-810C-7940A85EB924}" type="parTrans" cxnId="{260B98BB-E691-4AA7-B503-45B78389316C}">
      <dgm:prSet/>
      <dgm:spPr/>
      <dgm:t>
        <a:bodyPr/>
        <a:lstStyle/>
        <a:p>
          <a:endParaRPr lang="uk-UA"/>
        </a:p>
      </dgm:t>
    </dgm:pt>
    <dgm:pt modelId="{EA33F073-500E-4511-831A-C447341898EA}" type="sibTrans" cxnId="{260B98BB-E691-4AA7-B503-45B78389316C}">
      <dgm:prSet/>
      <dgm:spPr/>
      <dgm:t>
        <a:bodyPr/>
        <a:lstStyle/>
        <a:p>
          <a:endParaRPr lang="uk-UA"/>
        </a:p>
      </dgm:t>
    </dgm:pt>
    <dgm:pt modelId="{C7D4D766-593F-4FBF-8E21-B5230C645917}" type="pres">
      <dgm:prSet presAssocID="{DB3AAC6F-5FE4-46F6-9036-4B703A96D116}" presName="matrix" presStyleCnt="0">
        <dgm:presLayoutVars>
          <dgm:chMax val="1"/>
          <dgm:dir/>
          <dgm:resizeHandles val="exact"/>
        </dgm:presLayoutVars>
      </dgm:prSet>
      <dgm:spPr/>
    </dgm:pt>
    <dgm:pt modelId="{A5A86876-ACE6-4DEC-99C3-1C43933F3B47}" type="pres">
      <dgm:prSet presAssocID="{DB3AAC6F-5FE4-46F6-9036-4B703A96D116}" presName="diamond" presStyleLbl="bgShp" presStyleIdx="0" presStyleCnt="1"/>
      <dgm:spPr/>
    </dgm:pt>
    <dgm:pt modelId="{937A6AC0-AA63-43B5-9F59-AFB3F4B049C9}" type="pres">
      <dgm:prSet presAssocID="{DB3AAC6F-5FE4-46F6-9036-4B703A96D11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E963E06-D8C2-4605-B5ED-5437D20751C5}" type="pres">
      <dgm:prSet presAssocID="{DB3AAC6F-5FE4-46F6-9036-4B703A96D11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7673B31-E0CD-456E-9B83-B07CAEF5953D}" type="pres">
      <dgm:prSet presAssocID="{DB3AAC6F-5FE4-46F6-9036-4B703A96D11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2F210A7-0BF7-4944-8232-0D0C992F58E7}" type="pres">
      <dgm:prSet presAssocID="{DB3AAC6F-5FE4-46F6-9036-4B703A96D11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EA78704-F53B-41D7-B2E9-3A7E0F390042}" type="presOf" srcId="{DB3AAC6F-5FE4-46F6-9036-4B703A96D116}" destId="{C7D4D766-593F-4FBF-8E21-B5230C645917}" srcOrd="0" destOrd="0" presId="urn:microsoft.com/office/officeart/2005/8/layout/matrix3"/>
    <dgm:cxn modelId="{0E3AD00A-BD9F-4132-B7AF-6CE580D17C12}" type="presOf" srcId="{DFE7A32A-17EF-4C5A-BFBE-CBC8A30ED3C3}" destId="{FE963E06-D8C2-4605-B5ED-5437D20751C5}" srcOrd="0" destOrd="0" presId="urn:microsoft.com/office/officeart/2005/8/layout/matrix3"/>
    <dgm:cxn modelId="{38E9BC2C-99D0-46C9-9B6B-92B1AE33C613}" srcId="{DB3AAC6F-5FE4-46F6-9036-4B703A96D116}" destId="{968A60D0-062B-4291-B606-F3D9A15EE55B}" srcOrd="2" destOrd="0" parTransId="{9AA5CAED-EEFF-49D5-AAFF-61FEDCED43A4}" sibTransId="{F47CC12D-D931-439E-8AF8-DEF79DDBC66D}"/>
    <dgm:cxn modelId="{5650DD4F-B4E4-43A2-AF00-73E66B028E4D}" srcId="{DB3AAC6F-5FE4-46F6-9036-4B703A96D116}" destId="{DFE7A32A-17EF-4C5A-BFBE-CBC8A30ED3C3}" srcOrd="1" destOrd="0" parTransId="{ABB1380A-33EA-40EA-A221-1A3D55FDB824}" sibTransId="{09CF2350-DDCE-44CF-8D6E-6DAF8DE7E620}"/>
    <dgm:cxn modelId="{C2625286-7CFC-4512-8210-CB2718F6B04D}" srcId="{DB3AAC6F-5FE4-46F6-9036-4B703A96D116}" destId="{758BD13B-67DB-4113-ABD4-5E31FBE3A1D0}" srcOrd="0" destOrd="0" parTransId="{25665470-F4A0-45DC-8AB0-77ACA452734F}" sibTransId="{1276CB53-62F0-4C31-97E7-26A7A6108154}"/>
    <dgm:cxn modelId="{260B98BB-E691-4AA7-B503-45B78389316C}" srcId="{DB3AAC6F-5FE4-46F6-9036-4B703A96D116}" destId="{338EF2DC-98B1-40C2-BD53-900D3833BF83}" srcOrd="3" destOrd="0" parTransId="{EBA704F9-945E-4888-810C-7940A85EB924}" sibTransId="{EA33F073-500E-4511-831A-C447341898EA}"/>
    <dgm:cxn modelId="{B4CBEAC9-1EF1-4292-A0B1-2C939F184921}" type="presOf" srcId="{758BD13B-67DB-4113-ABD4-5E31FBE3A1D0}" destId="{937A6AC0-AA63-43B5-9F59-AFB3F4B049C9}" srcOrd="0" destOrd="0" presId="urn:microsoft.com/office/officeart/2005/8/layout/matrix3"/>
    <dgm:cxn modelId="{C065B8D2-E3A0-41DD-90E7-589451523060}" type="presOf" srcId="{338EF2DC-98B1-40C2-BD53-900D3833BF83}" destId="{72F210A7-0BF7-4944-8232-0D0C992F58E7}" srcOrd="0" destOrd="0" presId="urn:microsoft.com/office/officeart/2005/8/layout/matrix3"/>
    <dgm:cxn modelId="{CD95F7ED-BC9B-41CD-A339-CD9B135558DC}" type="presOf" srcId="{968A60D0-062B-4291-B606-F3D9A15EE55B}" destId="{67673B31-E0CD-456E-9B83-B07CAEF5953D}" srcOrd="0" destOrd="0" presId="urn:microsoft.com/office/officeart/2005/8/layout/matrix3"/>
    <dgm:cxn modelId="{BE029F5C-A13B-4E28-923A-3813973420C6}" type="presParOf" srcId="{C7D4D766-593F-4FBF-8E21-B5230C645917}" destId="{A5A86876-ACE6-4DEC-99C3-1C43933F3B47}" srcOrd="0" destOrd="0" presId="urn:microsoft.com/office/officeart/2005/8/layout/matrix3"/>
    <dgm:cxn modelId="{B504D67F-A821-4C90-8F35-10957C335976}" type="presParOf" srcId="{C7D4D766-593F-4FBF-8E21-B5230C645917}" destId="{937A6AC0-AA63-43B5-9F59-AFB3F4B049C9}" srcOrd="1" destOrd="0" presId="urn:microsoft.com/office/officeart/2005/8/layout/matrix3"/>
    <dgm:cxn modelId="{CBA8D5E6-DDF2-45AD-B7F3-EB9BBB759583}" type="presParOf" srcId="{C7D4D766-593F-4FBF-8E21-B5230C645917}" destId="{FE963E06-D8C2-4605-B5ED-5437D20751C5}" srcOrd="2" destOrd="0" presId="urn:microsoft.com/office/officeart/2005/8/layout/matrix3"/>
    <dgm:cxn modelId="{667EF938-0FB3-4B98-9DB0-F00F5D0D62A4}" type="presParOf" srcId="{C7D4D766-593F-4FBF-8E21-B5230C645917}" destId="{67673B31-E0CD-456E-9B83-B07CAEF5953D}" srcOrd="3" destOrd="0" presId="urn:microsoft.com/office/officeart/2005/8/layout/matrix3"/>
    <dgm:cxn modelId="{0430E6DD-7B23-4B53-93B3-F1271E4D31C1}" type="presParOf" srcId="{C7D4D766-593F-4FBF-8E21-B5230C645917}" destId="{72F210A7-0BF7-4944-8232-0D0C992F58E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A0174B4B-E303-4214-A71A-8653EC6383E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0112C92-8DE0-40DE-8139-61E2D9B5C194}">
      <dgm:prSet/>
      <dgm:spPr/>
      <dgm:t>
        <a:bodyPr/>
        <a:lstStyle/>
        <a:p>
          <a:r>
            <a:rPr lang="uk-UA" b="0" i="0"/>
            <a:t>скіфи</a:t>
          </a:r>
          <a:endParaRPr lang="uk-UA"/>
        </a:p>
      </dgm:t>
    </dgm:pt>
    <dgm:pt modelId="{A274EE9F-B96C-4976-84C0-9C9A5FBC8C28}" type="parTrans" cxnId="{F979ADB6-4C78-4217-B8B7-9360E2CF9DE9}">
      <dgm:prSet/>
      <dgm:spPr/>
      <dgm:t>
        <a:bodyPr/>
        <a:lstStyle/>
        <a:p>
          <a:endParaRPr lang="uk-UA"/>
        </a:p>
      </dgm:t>
    </dgm:pt>
    <dgm:pt modelId="{5F7614B1-3971-40C6-B2B3-5694EC017DAC}" type="sibTrans" cxnId="{F979ADB6-4C78-4217-B8B7-9360E2CF9DE9}">
      <dgm:prSet/>
      <dgm:spPr/>
      <dgm:t>
        <a:bodyPr/>
        <a:lstStyle/>
        <a:p>
          <a:endParaRPr lang="uk-UA"/>
        </a:p>
      </dgm:t>
    </dgm:pt>
    <dgm:pt modelId="{4AA8ECA0-10D4-4EB9-AF52-33669AD3B3EE}">
      <dgm:prSet/>
      <dgm:spPr/>
      <dgm:t>
        <a:bodyPr/>
        <a:lstStyle/>
        <a:p>
          <a:r>
            <a:rPr lang="uk-UA" b="0" i="0"/>
            <a:t>гуни</a:t>
          </a:r>
          <a:endParaRPr lang="uk-UA"/>
        </a:p>
      </dgm:t>
    </dgm:pt>
    <dgm:pt modelId="{EEA27818-1826-4044-9A92-F5495CD914A5}" type="parTrans" cxnId="{CE83D278-D4FA-49D6-A3A3-AC37EEB22348}">
      <dgm:prSet/>
      <dgm:spPr/>
      <dgm:t>
        <a:bodyPr/>
        <a:lstStyle/>
        <a:p>
          <a:endParaRPr lang="uk-UA"/>
        </a:p>
      </dgm:t>
    </dgm:pt>
    <dgm:pt modelId="{AACE94AA-D7F6-4AF7-AA05-B2EB7717DB3A}" type="sibTrans" cxnId="{CE83D278-D4FA-49D6-A3A3-AC37EEB22348}">
      <dgm:prSet/>
      <dgm:spPr/>
      <dgm:t>
        <a:bodyPr/>
        <a:lstStyle/>
        <a:p>
          <a:endParaRPr lang="uk-UA"/>
        </a:p>
      </dgm:t>
    </dgm:pt>
    <dgm:pt modelId="{B6CF668D-6F05-4677-BC80-219DD67C62BD}">
      <dgm:prSet/>
      <dgm:spPr/>
      <dgm:t>
        <a:bodyPr/>
        <a:lstStyle/>
        <a:p>
          <a:r>
            <a:rPr lang="uk-UA" b="0" i="0" dirty="0"/>
            <a:t>кіммерійці</a:t>
          </a:r>
          <a:endParaRPr lang="uk-UA" dirty="0"/>
        </a:p>
      </dgm:t>
    </dgm:pt>
    <dgm:pt modelId="{C2458EC5-926E-42C3-B1D1-A2180DD8313A}" type="parTrans" cxnId="{39BD4084-1164-4B1E-AD2E-1D229CB505A2}">
      <dgm:prSet/>
      <dgm:spPr/>
      <dgm:t>
        <a:bodyPr/>
        <a:lstStyle/>
        <a:p>
          <a:endParaRPr lang="uk-UA"/>
        </a:p>
      </dgm:t>
    </dgm:pt>
    <dgm:pt modelId="{5341B616-1F07-413F-A681-8221BBE5C6D3}" type="sibTrans" cxnId="{39BD4084-1164-4B1E-AD2E-1D229CB505A2}">
      <dgm:prSet/>
      <dgm:spPr/>
      <dgm:t>
        <a:bodyPr/>
        <a:lstStyle/>
        <a:p>
          <a:endParaRPr lang="uk-UA"/>
        </a:p>
      </dgm:t>
    </dgm:pt>
    <dgm:pt modelId="{C3FCDC46-16E5-4AC4-B155-51D47E155AFB}">
      <dgm:prSet/>
      <dgm:spPr/>
      <dgm:t>
        <a:bodyPr/>
        <a:lstStyle/>
        <a:p>
          <a:r>
            <a:rPr lang="uk-UA" b="0" i="0" dirty="0"/>
            <a:t>сармати</a:t>
          </a:r>
          <a:endParaRPr lang="uk-UA" dirty="0"/>
        </a:p>
      </dgm:t>
    </dgm:pt>
    <dgm:pt modelId="{338665B9-5D68-4BAA-85E8-FA33A8EFBC78}" type="parTrans" cxnId="{36B2BC8B-EFC9-43D4-8E92-4A6D798F076C}">
      <dgm:prSet/>
      <dgm:spPr/>
      <dgm:t>
        <a:bodyPr/>
        <a:lstStyle/>
        <a:p>
          <a:endParaRPr lang="uk-UA"/>
        </a:p>
      </dgm:t>
    </dgm:pt>
    <dgm:pt modelId="{C403940E-18A2-440A-92FD-E9AD0662843B}" type="sibTrans" cxnId="{36B2BC8B-EFC9-43D4-8E92-4A6D798F076C}">
      <dgm:prSet/>
      <dgm:spPr/>
      <dgm:t>
        <a:bodyPr/>
        <a:lstStyle/>
        <a:p>
          <a:endParaRPr lang="uk-UA"/>
        </a:p>
      </dgm:t>
    </dgm:pt>
    <dgm:pt modelId="{6AA76902-E639-42E0-A44D-78D2CDFB8334}" type="pres">
      <dgm:prSet presAssocID="{A0174B4B-E303-4214-A71A-8653EC6383E7}" presName="vert0" presStyleCnt="0">
        <dgm:presLayoutVars>
          <dgm:dir/>
          <dgm:animOne val="branch"/>
          <dgm:animLvl val="lvl"/>
        </dgm:presLayoutVars>
      </dgm:prSet>
      <dgm:spPr/>
    </dgm:pt>
    <dgm:pt modelId="{36E53AA9-7C3A-42EE-9720-371315A8A5AC}" type="pres">
      <dgm:prSet presAssocID="{00112C92-8DE0-40DE-8139-61E2D9B5C194}" presName="thickLine" presStyleLbl="alignNode1" presStyleIdx="0" presStyleCnt="4"/>
      <dgm:spPr/>
    </dgm:pt>
    <dgm:pt modelId="{819C4EE1-48B2-42DC-8258-3F8D751BE3DB}" type="pres">
      <dgm:prSet presAssocID="{00112C92-8DE0-40DE-8139-61E2D9B5C194}" presName="horz1" presStyleCnt="0"/>
      <dgm:spPr/>
    </dgm:pt>
    <dgm:pt modelId="{4691B123-0CFB-4153-B9D3-709FCD9540EB}" type="pres">
      <dgm:prSet presAssocID="{00112C92-8DE0-40DE-8139-61E2D9B5C194}" presName="tx1" presStyleLbl="revTx" presStyleIdx="0" presStyleCnt="4"/>
      <dgm:spPr/>
    </dgm:pt>
    <dgm:pt modelId="{704A8341-F946-41BA-8271-7DC09ED0D408}" type="pres">
      <dgm:prSet presAssocID="{00112C92-8DE0-40DE-8139-61E2D9B5C194}" presName="vert1" presStyleCnt="0"/>
      <dgm:spPr/>
    </dgm:pt>
    <dgm:pt modelId="{15D2869F-861D-4A86-9FC6-EDFB079422A5}" type="pres">
      <dgm:prSet presAssocID="{4AA8ECA0-10D4-4EB9-AF52-33669AD3B3EE}" presName="thickLine" presStyleLbl="alignNode1" presStyleIdx="1" presStyleCnt="4"/>
      <dgm:spPr/>
    </dgm:pt>
    <dgm:pt modelId="{477D5F05-B1D3-4AFA-BD77-F101FC3B0369}" type="pres">
      <dgm:prSet presAssocID="{4AA8ECA0-10D4-4EB9-AF52-33669AD3B3EE}" presName="horz1" presStyleCnt="0"/>
      <dgm:spPr/>
    </dgm:pt>
    <dgm:pt modelId="{0C29C051-CA27-4205-A641-03666D2137F4}" type="pres">
      <dgm:prSet presAssocID="{4AA8ECA0-10D4-4EB9-AF52-33669AD3B3EE}" presName="tx1" presStyleLbl="revTx" presStyleIdx="1" presStyleCnt="4"/>
      <dgm:spPr/>
    </dgm:pt>
    <dgm:pt modelId="{27EDB04E-A11F-4768-B3DC-554F6092EBC2}" type="pres">
      <dgm:prSet presAssocID="{4AA8ECA0-10D4-4EB9-AF52-33669AD3B3EE}" presName="vert1" presStyleCnt="0"/>
      <dgm:spPr/>
    </dgm:pt>
    <dgm:pt modelId="{817C7E9F-2FF5-438B-9294-225E38B896E7}" type="pres">
      <dgm:prSet presAssocID="{B6CF668D-6F05-4677-BC80-219DD67C62BD}" presName="thickLine" presStyleLbl="alignNode1" presStyleIdx="2" presStyleCnt="4"/>
      <dgm:spPr/>
    </dgm:pt>
    <dgm:pt modelId="{88C45A0D-C1BE-48BE-B70D-10DB6B2B2C19}" type="pres">
      <dgm:prSet presAssocID="{B6CF668D-6F05-4677-BC80-219DD67C62BD}" presName="horz1" presStyleCnt="0"/>
      <dgm:spPr/>
    </dgm:pt>
    <dgm:pt modelId="{A6D5E787-2D28-4AE7-A773-1227C53E5111}" type="pres">
      <dgm:prSet presAssocID="{B6CF668D-6F05-4677-BC80-219DD67C62BD}" presName="tx1" presStyleLbl="revTx" presStyleIdx="2" presStyleCnt="4"/>
      <dgm:spPr/>
    </dgm:pt>
    <dgm:pt modelId="{40780346-85A6-41F6-A4C0-EFBB8AFC3699}" type="pres">
      <dgm:prSet presAssocID="{B6CF668D-6F05-4677-BC80-219DD67C62BD}" presName="vert1" presStyleCnt="0"/>
      <dgm:spPr/>
    </dgm:pt>
    <dgm:pt modelId="{9B736CEF-8B30-4306-A8FE-529565E369D0}" type="pres">
      <dgm:prSet presAssocID="{C3FCDC46-16E5-4AC4-B155-51D47E155AFB}" presName="thickLine" presStyleLbl="alignNode1" presStyleIdx="3" presStyleCnt="4"/>
      <dgm:spPr/>
    </dgm:pt>
    <dgm:pt modelId="{3BA9B838-76A5-4EDB-BBA2-7F07608423E5}" type="pres">
      <dgm:prSet presAssocID="{C3FCDC46-16E5-4AC4-B155-51D47E155AFB}" presName="horz1" presStyleCnt="0"/>
      <dgm:spPr/>
    </dgm:pt>
    <dgm:pt modelId="{16D9928C-343E-4253-A2EC-815B6F95F2B9}" type="pres">
      <dgm:prSet presAssocID="{C3FCDC46-16E5-4AC4-B155-51D47E155AFB}" presName="tx1" presStyleLbl="revTx" presStyleIdx="3" presStyleCnt="4"/>
      <dgm:spPr/>
    </dgm:pt>
    <dgm:pt modelId="{C3145111-2148-44E3-871D-792F9B270F1C}" type="pres">
      <dgm:prSet presAssocID="{C3FCDC46-16E5-4AC4-B155-51D47E155AFB}" presName="vert1" presStyleCnt="0"/>
      <dgm:spPr/>
    </dgm:pt>
  </dgm:ptLst>
  <dgm:cxnLst>
    <dgm:cxn modelId="{03E87064-B7A4-41BD-A660-DDD388DA252E}" type="presOf" srcId="{00112C92-8DE0-40DE-8139-61E2D9B5C194}" destId="{4691B123-0CFB-4153-B9D3-709FCD9540EB}" srcOrd="0" destOrd="0" presId="urn:microsoft.com/office/officeart/2008/layout/LinedList"/>
    <dgm:cxn modelId="{C41D7C4B-E9B0-4C91-AA2B-0A85FC5F4A28}" type="presOf" srcId="{B6CF668D-6F05-4677-BC80-219DD67C62BD}" destId="{A6D5E787-2D28-4AE7-A773-1227C53E5111}" srcOrd="0" destOrd="0" presId="urn:microsoft.com/office/officeart/2008/layout/LinedList"/>
    <dgm:cxn modelId="{32EEAF52-636A-4DAC-9BE8-E823DF00ED69}" type="presOf" srcId="{A0174B4B-E303-4214-A71A-8653EC6383E7}" destId="{6AA76902-E639-42E0-A44D-78D2CDFB8334}" srcOrd="0" destOrd="0" presId="urn:microsoft.com/office/officeart/2008/layout/LinedList"/>
    <dgm:cxn modelId="{CE83D278-D4FA-49D6-A3A3-AC37EEB22348}" srcId="{A0174B4B-E303-4214-A71A-8653EC6383E7}" destId="{4AA8ECA0-10D4-4EB9-AF52-33669AD3B3EE}" srcOrd="1" destOrd="0" parTransId="{EEA27818-1826-4044-9A92-F5495CD914A5}" sibTransId="{AACE94AA-D7F6-4AF7-AA05-B2EB7717DB3A}"/>
    <dgm:cxn modelId="{5BAE747F-4FFC-4929-ACE1-5A744E7FE5B2}" type="presOf" srcId="{C3FCDC46-16E5-4AC4-B155-51D47E155AFB}" destId="{16D9928C-343E-4253-A2EC-815B6F95F2B9}" srcOrd="0" destOrd="0" presId="urn:microsoft.com/office/officeart/2008/layout/LinedList"/>
    <dgm:cxn modelId="{39BD4084-1164-4B1E-AD2E-1D229CB505A2}" srcId="{A0174B4B-E303-4214-A71A-8653EC6383E7}" destId="{B6CF668D-6F05-4677-BC80-219DD67C62BD}" srcOrd="2" destOrd="0" parTransId="{C2458EC5-926E-42C3-B1D1-A2180DD8313A}" sibTransId="{5341B616-1F07-413F-A681-8221BBE5C6D3}"/>
    <dgm:cxn modelId="{39AD0185-DA4A-4BFF-A98C-8BD33CC77DAB}" type="presOf" srcId="{4AA8ECA0-10D4-4EB9-AF52-33669AD3B3EE}" destId="{0C29C051-CA27-4205-A641-03666D2137F4}" srcOrd="0" destOrd="0" presId="urn:microsoft.com/office/officeart/2008/layout/LinedList"/>
    <dgm:cxn modelId="{36B2BC8B-EFC9-43D4-8E92-4A6D798F076C}" srcId="{A0174B4B-E303-4214-A71A-8653EC6383E7}" destId="{C3FCDC46-16E5-4AC4-B155-51D47E155AFB}" srcOrd="3" destOrd="0" parTransId="{338665B9-5D68-4BAA-85E8-FA33A8EFBC78}" sibTransId="{C403940E-18A2-440A-92FD-E9AD0662843B}"/>
    <dgm:cxn modelId="{F979ADB6-4C78-4217-B8B7-9360E2CF9DE9}" srcId="{A0174B4B-E303-4214-A71A-8653EC6383E7}" destId="{00112C92-8DE0-40DE-8139-61E2D9B5C194}" srcOrd="0" destOrd="0" parTransId="{A274EE9F-B96C-4976-84C0-9C9A5FBC8C28}" sibTransId="{5F7614B1-3971-40C6-B2B3-5694EC017DAC}"/>
    <dgm:cxn modelId="{262C2936-5A08-4C75-B368-06139D326FBB}" type="presParOf" srcId="{6AA76902-E639-42E0-A44D-78D2CDFB8334}" destId="{36E53AA9-7C3A-42EE-9720-371315A8A5AC}" srcOrd="0" destOrd="0" presId="urn:microsoft.com/office/officeart/2008/layout/LinedList"/>
    <dgm:cxn modelId="{F0A0B2AA-0FFB-4BA2-9815-80D1B2BB064E}" type="presParOf" srcId="{6AA76902-E639-42E0-A44D-78D2CDFB8334}" destId="{819C4EE1-48B2-42DC-8258-3F8D751BE3DB}" srcOrd="1" destOrd="0" presId="urn:microsoft.com/office/officeart/2008/layout/LinedList"/>
    <dgm:cxn modelId="{36EFB8A7-3513-4E32-A4FE-3F1BB2891615}" type="presParOf" srcId="{819C4EE1-48B2-42DC-8258-3F8D751BE3DB}" destId="{4691B123-0CFB-4153-B9D3-709FCD9540EB}" srcOrd="0" destOrd="0" presId="urn:microsoft.com/office/officeart/2008/layout/LinedList"/>
    <dgm:cxn modelId="{BED8BBBD-394A-4556-9CD9-7D062901588C}" type="presParOf" srcId="{819C4EE1-48B2-42DC-8258-3F8D751BE3DB}" destId="{704A8341-F946-41BA-8271-7DC09ED0D408}" srcOrd="1" destOrd="0" presId="urn:microsoft.com/office/officeart/2008/layout/LinedList"/>
    <dgm:cxn modelId="{E2433C60-9AEC-4675-815B-890EF205C28D}" type="presParOf" srcId="{6AA76902-E639-42E0-A44D-78D2CDFB8334}" destId="{15D2869F-861D-4A86-9FC6-EDFB079422A5}" srcOrd="2" destOrd="0" presId="urn:microsoft.com/office/officeart/2008/layout/LinedList"/>
    <dgm:cxn modelId="{9393BF87-BA4E-4B93-B2C0-941D0C7DF44D}" type="presParOf" srcId="{6AA76902-E639-42E0-A44D-78D2CDFB8334}" destId="{477D5F05-B1D3-4AFA-BD77-F101FC3B0369}" srcOrd="3" destOrd="0" presId="urn:microsoft.com/office/officeart/2008/layout/LinedList"/>
    <dgm:cxn modelId="{139D34E7-C528-4F5B-A9A8-BAF57F98999B}" type="presParOf" srcId="{477D5F05-B1D3-4AFA-BD77-F101FC3B0369}" destId="{0C29C051-CA27-4205-A641-03666D2137F4}" srcOrd="0" destOrd="0" presId="urn:microsoft.com/office/officeart/2008/layout/LinedList"/>
    <dgm:cxn modelId="{6D294D6B-FE81-4848-972C-309065B60F33}" type="presParOf" srcId="{477D5F05-B1D3-4AFA-BD77-F101FC3B0369}" destId="{27EDB04E-A11F-4768-B3DC-554F6092EBC2}" srcOrd="1" destOrd="0" presId="urn:microsoft.com/office/officeart/2008/layout/LinedList"/>
    <dgm:cxn modelId="{01B519A1-D3AB-4485-86FD-4679C0CB1347}" type="presParOf" srcId="{6AA76902-E639-42E0-A44D-78D2CDFB8334}" destId="{817C7E9F-2FF5-438B-9294-225E38B896E7}" srcOrd="4" destOrd="0" presId="urn:microsoft.com/office/officeart/2008/layout/LinedList"/>
    <dgm:cxn modelId="{BD3BF08A-D963-4684-826D-52F63C9CD677}" type="presParOf" srcId="{6AA76902-E639-42E0-A44D-78D2CDFB8334}" destId="{88C45A0D-C1BE-48BE-B70D-10DB6B2B2C19}" srcOrd="5" destOrd="0" presId="urn:microsoft.com/office/officeart/2008/layout/LinedList"/>
    <dgm:cxn modelId="{C099C55A-86DD-4702-A7D1-979820C51C74}" type="presParOf" srcId="{88C45A0D-C1BE-48BE-B70D-10DB6B2B2C19}" destId="{A6D5E787-2D28-4AE7-A773-1227C53E5111}" srcOrd="0" destOrd="0" presId="urn:microsoft.com/office/officeart/2008/layout/LinedList"/>
    <dgm:cxn modelId="{9DB1480B-97C7-4A75-B412-9995C7D283E5}" type="presParOf" srcId="{88C45A0D-C1BE-48BE-B70D-10DB6B2B2C19}" destId="{40780346-85A6-41F6-A4C0-EFBB8AFC3699}" srcOrd="1" destOrd="0" presId="urn:microsoft.com/office/officeart/2008/layout/LinedList"/>
    <dgm:cxn modelId="{DACA785D-0B7D-42C0-BF6C-D95C917E4FD9}" type="presParOf" srcId="{6AA76902-E639-42E0-A44D-78D2CDFB8334}" destId="{9B736CEF-8B30-4306-A8FE-529565E369D0}" srcOrd="6" destOrd="0" presId="urn:microsoft.com/office/officeart/2008/layout/LinedList"/>
    <dgm:cxn modelId="{FF99644F-43E2-4D9B-90A3-47A89BCD0748}" type="presParOf" srcId="{6AA76902-E639-42E0-A44D-78D2CDFB8334}" destId="{3BA9B838-76A5-4EDB-BBA2-7F07608423E5}" srcOrd="7" destOrd="0" presId="urn:microsoft.com/office/officeart/2008/layout/LinedList"/>
    <dgm:cxn modelId="{11BE3F08-82A3-46BE-9081-CD0728BFF229}" type="presParOf" srcId="{3BA9B838-76A5-4EDB-BBA2-7F07608423E5}" destId="{16D9928C-343E-4253-A2EC-815B6F95F2B9}" srcOrd="0" destOrd="0" presId="urn:microsoft.com/office/officeart/2008/layout/LinedList"/>
    <dgm:cxn modelId="{E829A239-65BE-4D95-BD7E-648AF177A5EC}" type="presParOf" srcId="{3BA9B838-76A5-4EDB-BBA2-7F07608423E5}" destId="{C3145111-2148-44E3-871D-792F9B270F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2EBF9F25-3B15-4095-B983-1FBB994C138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754A04E-B4E2-47B0-9C34-EDA965AACE16}">
      <dgm:prSet/>
      <dgm:spPr/>
      <dgm:t>
        <a:bodyPr/>
        <a:lstStyle/>
        <a:p>
          <a:r>
            <a:rPr lang="ru-RU" b="0" i="0"/>
            <a:t>обидва варіанти правильні</a:t>
          </a:r>
          <a:endParaRPr lang="uk-UA"/>
        </a:p>
      </dgm:t>
    </dgm:pt>
    <dgm:pt modelId="{C7FC129C-B2C8-49B8-AD07-339B50B8CC0E}" type="parTrans" cxnId="{CA467971-89DD-4812-9E0A-48D95B2934FF}">
      <dgm:prSet/>
      <dgm:spPr/>
      <dgm:t>
        <a:bodyPr/>
        <a:lstStyle/>
        <a:p>
          <a:endParaRPr lang="uk-UA"/>
        </a:p>
      </dgm:t>
    </dgm:pt>
    <dgm:pt modelId="{FFC15AA8-32AF-4AB3-AD6B-C408D3227D24}" type="sibTrans" cxnId="{CA467971-89DD-4812-9E0A-48D95B2934FF}">
      <dgm:prSet/>
      <dgm:spPr/>
      <dgm:t>
        <a:bodyPr/>
        <a:lstStyle/>
        <a:p>
          <a:endParaRPr lang="uk-UA"/>
        </a:p>
      </dgm:t>
    </dgm:pt>
    <dgm:pt modelId="{9B998C6B-B444-4FD5-8845-0679B822E6C3}">
      <dgm:prSet/>
      <dgm:spPr/>
      <dgm:t>
        <a:bodyPr/>
        <a:lstStyle/>
        <a:p>
          <a:r>
            <a:rPr lang="ru-RU" b="0" i="0" dirty="0" err="1"/>
            <a:t>тільки</a:t>
          </a:r>
          <a:r>
            <a:rPr lang="ru-RU" b="0" i="0" dirty="0"/>
            <a:t> 1-й </a:t>
          </a:r>
          <a:r>
            <a:rPr lang="ru-RU" b="0" i="0" dirty="0" err="1"/>
            <a:t>варіант</a:t>
          </a:r>
          <a:r>
            <a:rPr lang="ru-RU" b="0" i="0" dirty="0"/>
            <a:t> </a:t>
          </a:r>
          <a:r>
            <a:rPr lang="ru-RU" b="0" i="0" dirty="0" err="1"/>
            <a:t>правильний</a:t>
          </a:r>
          <a:endParaRPr lang="uk-UA" dirty="0"/>
        </a:p>
      </dgm:t>
    </dgm:pt>
    <dgm:pt modelId="{624FA876-96C8-4A7D-A057-0F3F493CE7FC}" type="parTrans" cxnId="{270D4D88-A284-4CDE-9FBD-277DA87A1EEC}">
      <dgm:prSet/>
      <dgm:spPr/>
      <dgm:t>
        <a:bodyPr/>
        <a:lstStyle/>
        <a:p>
          <a:endParaRPr lang="uk-UA"/>
        </a:p>
      </dgm:t>
    </dgm:pt>
    <dgm:pt modelId="{A7E349B5-E81C-4AFF-88D4-A806CC5311F2}" type="sibTrans" cxnId="{270D4D88-A284-4CDE-9FBD-277DA87A1EEC}">
      <dgm:prSet/>
      <dgm:spPr/>
      <dgm:t>
        <a:bodyPr/>
        <a:lstStyle/>
        <a:p>
          <a:endParaRPr lang="uk-UA"/>
        </a:p>
      </dgm:t>
    </dgm:pt>
    <dgm:pt modelId="{80841B80-7914-4DF2-8D53-9F79955C4F39}">
      <dgm:prSet/>
      <dgm:spPr/>
      <dgm:t>
        <a:bodyPr/>
        <a:lstStyle/>
        <a:p>
          <a:r>
            <a:rPr lang="ru-RU" b="0" i="0"/>
            <a:t>тільки 2-й варіант правильний</a:t>
          </a:r>
          <a:endParaRPr lang="uk-UA"/>
        </a:p>
      </dgm:t>
    </dgm:pt>
    <dgm:pt modelId="{574045E4-AA85-4C3B-A427-AAA87D54D6FE}" type="parTrans" cxnId="{0394672F-2A37-44DF-A45F-2F4FFF8AAD77}">
      <dgm:prSet/>
      <dgm:spPr/>
      <dgm:t>
        <a:bodyPr/>
        <a:lstStyle/>
        <a:p>
          <a:endParaRPr lang="uk-UA"/>
        </a:p>
      </dgm:t>
    </dgm:pt>
    <dgm:pt modelId="{EB599A57-6DB7-4030-9AA9-99AA80860C3A}" type="sibTrans" cxnId="{0394672F-2A37-44DF-A45F-2F4FFF8AAD77}">
      <dgm:prSet/>
      <dgm:spPr/>
      <dgm:t>
        <a:bodyPr/>
        <a:lstStyle/>
        <a:p>
          <a:endParaRPr lang="uk-UA"/>
        </a:p>
      </dgm:t>
    </dgm:pt>
    <dgm:pt modelId="{F120B11A-B8BA-424D-995E-ACA095ABCD6D}">
      <dgm:prSet/>
      <dgm:spPr/>
      <dgm:t>
        <a:bodyPr/>
        <a:lstStyle/>
        <a:p>
          <a:r>
            <a:rPr lang="ru-RU" b="0" i="0" dirty="0" err="1"/>
            <a:t>обидва</a:t>
          </a:r>
          <a:r>
            <a:rPr lang="ru-RU" b="0" i="0" dirty="0"/>
            <a:t> </a:t>
          </a:r>
          <a:r>
            <a:rPr lang="ru-RU" b="0" i="0" dirty="0" err="1"/>
            <a:t>варіанти</a:t>
          </a:r>
          <a:r>
            <a:rPr lang="ru-RU" b="0" i="0" dirty="0"/>
            <a:t> не </a:t>
          </a:r>
          <a:r>
            <a:rPr lang="ru-RU" b="0" i="0" dirty="0" err="1"/>
            <a:t>правильні</a:t>
          </a:r>
          <a:endParaRPr lang="uk-UA" dirty="0"/>
        </a:p>
      </dgm:t>
    </dgm:pt>
    <dgm:pt modelId="{0E860DCD-A22A-4EC6-B10C-01A0FAB5B2BD}" type="parTrans" cxnId="{1707A9BE-56A8-4669-AD4E-825B08FA5EBB}">
      <dgm:prSet/>
      <dgm:spPr/>
      <dgm:t>
        <a:bodyPr/>
        <a:lstStyle/>
        <a:p>
          <a:endParaRPr lang="uk-UA"/>
        </a:p>
      </dgm:t>
    </dgm:pt>
    <dgm:pt modelId="{EA86C470-00F0-4ACD-AA1A-037CDCF1792A}" type="sibTrans" cxnId="{1707A9BE-56A8-4669-AD4E-825B08FA5EBB}">
      <dgm:prSet/>
      <dgm:spPr/>
      <dgm:t>
        <a:bodyPr/>
        <a:lstStyle/>
        <a:p>
          <a:endParaRPr lang="uk-UA"/>
        </a:p>
      </dgm:t>
    </dgm:pt>
    <dgm:pt modelId="{E6B47260-55F6-4206-BC14-B5A7F9B16101}" type="pres">
      <dgm:prSet presAssocID="{2EBF9F25-3B15-4095-B983-1FBB994C1381}" presName="linearFlow" presStyleCnt="0">
        <dgm:presLayoutVars>
          <dgm:dir/>
          <dgm:resizeHandles val="exact"/>
        </dgm:presLayoutVars>
      </dgm:prSet>
      <dgm:spPr/>
    </dgm:pt>
    <dgm:pt modelId="{3F9A1BED-9DC4-4845-9C21-E445049A010C}" type="pres">
      <dgm:prSet presAssocID="{D754A04E-B4E2-47B0-9C34-EDA965AACE16}" presName="composite" presStyleCnt="0"/>
      <dgm:spPr/>
    </dgm:pt>
    <dgm:pt modelId="{255CD0AC-8142-4DCE-AF6B-566FA0F268DA}" type="pres">
      <dgm:prSet presAssocID="{D754A04E-B4E2-47B0-9C34-EDA965AACE16}" presName="imgShp" presStyleLbl="fgImgPlace1" presStyleIdx="0" presStyleCnt="4"/>
      <dgm:spPr/>
    </dgm:pt>
    <dgm:pt modelId="{F4EFCDF8-4F3E-42FA-956E-D8F6CECFFBBD}" type="pres">
      <dgm:prSet presAssocID="{D754A04E-B4E2-47B0-9C34-EDA965AACE16}" presName="txShp" presStyleLbl="node1" presStyleIdx="0" presStyleCnt="4">
        <dgm:presLayoutVars>
          <dgm:bulletEnabled val="1"/>
        </dgm:presLayoutVars>
      </dgm:prSet>
      <dgm:spPr/>
    </dgm:pt>
    <dgm:pt modelId="{F3543A96-9ECA-4A7A-B2DA-22DE66A9F5EF}" type="pres">
      <dgm:prSet presAssocID="{FFC15AA8-32AF-4AB3-AD6B-C408D3227D24}" presName="spacing" presStyleCnt="0"/>
      <dgm:spPr/>
    </dgm:pt>
    <dgm:pt modelId="{6AAD8E0D-6D61-48D9-8C70-9FF1B167B6BC}" type="pres">
      <dgm:prSet presAssocID="{9B998C6B-B444-4FD5-8845-0679B822E6C3}" presName="composite" presStyleCnt="0"/>
      <dgm:spPr/>
    </dgm:pt>
    <dgm:pt modelId="{7121AF3B-4555-4019-B1AF-C2F63BB33F7E}" type="pres">
      <dgm:prSet presAssocID="{9B998C6B-B444-4FD5-8845-0679B822E6C3}" presName="imgShp" presStyleLbl="fgImgPlace1" presStyleIdx="1" presStyleCnt="4"/>
      <dgm:spPr/>
    </dgm:pt>
    <dgm:pt modelId="{85466DFF-5A3D-44E6-BFFF-AA8713755922}" type="pres">
      <dgm:prSet presAssocID="{9B998C6B-B444-4FD5-8845-0679B822E6C3}" presName="txShp" presStyleLbl="node1" presStyleIdx="1" presStyleCnt="4">
        <dgm:presLayoutVars>
          <dgm:bulletEnabled val="1"/>
        </dgm:presLayoutVars>
      </dgm:prSet>
      <dgm:spPr/>
    </dgm:pt>
    <dgm:pt modelId="{30A377F7-AEC6-4012-BF3F-C0DC1C5B5CC7}" type="pres">
      <dgm:prSet presAssocID="{A7E349B5-E81C-4AFF-88D4-A806CC5311F2}" presName="spacing" presStyleCnt="0"/>
      <dgm:spPr/>
    </dgm:pt>
    <dgm:pt modelId="{C0AE9E71-F1A5-4D2F-861B-03A26AB33BFD}" type="pres">
      <dgm:prSet presAssocID="{80841B80-7914-4DF2-8D53-9F79955C4F39}" presName="composite" presStyleCnt="0"/>
      <dgm:spPr/>
    </dgm:pt>
    <dgm:pt modelId="{6479DF77-2715-4985-AAA9-ABF83FDA5CB7}" type="pres">
      <dgm:prSet presAssocID="{80841B80-7914-4DF2-8D53-9F79955C4F39}" presName="imgShp" presStyleLbl="fgImgPlace1" presStyleIdx="2" presStyleCnt="4"/>
      <dgm:spPr/>
    </dgm:pt>
    <dgm:pt modelId="{E37A0983-3122-494D-8F62-811175B31685}" type="pres">
      <dgm:prSet presAssocID="{80841B80-7914-4DF2-8D53-9F79955C4F39}" presName="txShp" presStyleLbl="node1" presStyleIdx="2" presStyleCnt="4">
        <dgm:presLayoutVars>
          <dgm:bulletEnabled val="1"/>
        </dgm:presLayoutVars>
      </dgm:prSet>
      <dgm:spPr/>
    </dgm:pt>
    <dgm:pt modelId="{A9862EB6-43D5-4328-9309-B4AB4EDDEEDB}" type="pres">
      <dgm:prSet presAssocID="{EB599A57-6DB7-4030-9AA9-99AA80860C3A}" presName="spacing" presStyleCnt="0"/>
      <dgm:spPr/>
    </dgm:pt>
    <dgm:pt modelId="{F1905099-7195-45FE-9712-84D9A8D4872E}" type="pres">
      <dgm:prSet presAssocID="{F120B11A-B8BA-424D-995E-ACA095ABCD6D}" presName="composite" presStyleCnt="0"/>
      <dgm:spPr/>
    </dgm:pt>
    <dgm:pt modelId="{8D6CCB59-69EC-499C-8542-997F999E8018}" type="pres">
      <dgm:prSet presAssocID="{F120B11A-B8BA-424D-995E-ACA095ABCD6D}" presName="imgShp" presStyleLbl="fgImgPlace1" presStyleIdx="3" presStyleCnt="4"/>
      <dgm:spPr/>
    </dgm:pt>
    <dgm:pt modelId="{5400B30A-A27E-427F-ABF9-25C7CCA431A7}" type="pres">
      <dgm:prSet presAssocID="{F120B11A-B8BA-424D-995E-ACA095ABCD6D}" presName="txShp" presStyleLbl="node1" presStyleIdx="3" presStyleCnt="4">
        <dgm:presLayoutVars>
          <dgm:bulletEnabled val="1"/>
        </dgm:presLayoutVars>
      </dgm:prSet>
      <dgm:spPr/>
    </dgm:pt>
  </dgm:ptLst>
  <dgm:cxnLst>
    <dgm:cxn modelId="{0394672F-2A37-44DF-A45F-2F4FFF8AAD77}" srcId="{2EBF9F25-3B15-4095-B983-1FBB994C1381}" destId="{80841B80-7914-4DF2-8D53-9F79955C4F39}" srcOrd="2" destOrd="0" parTransId="{574045E4-AA85-4C3B-A427-AAA87D54D6FE}" sibTransId="{EB599A57-6DB7-4030-9AA9-99AA80860C3A}"/>
    <dgm:cxn modelId="{CA467971-89DD-4812-9E0A-48D95B2934FF}" srcId="{2EBF9F25-3B15-4095-B983-1FBB994C1381}" destId="{D754A04E-B4E2-47B0-9C34-EDA965AACE16}" srcOrd="0" destOrd="0" parTransId="{C7FC129C-B2C8-49B8-AD07-339B50B8CC0E}" sibTransId="{FFC15AA8-32AF-4AB3-AD6B-C408D3227D24}"/>
    <dgm:cxn modelId="{D89B8A86-E5A8-4793-90D8-53AF3D837CE0}" type="presOf" srcId="{F120B11A-B8BA-424D-995E-ACA095ABCD6D}" destId="{5400B30A-A27E-427F-ABF9-25C7CCA431A7}" srcOrd="0" destOrd="0" presId="urn:microsoft.com/office/officeart/2005/8/layout/vList3"/>
    <dgm:cxn modelId="{270D4D88-A284-4CDE-9FBD-277DA87A1EEC}" srcId="{2EBF9F25-3B15-4095-B983-1FBB994C1381}" destId="{9B998C6B-B444-4FD5-8845-0679B822E6C3}" srcOrd="1" destOrd="0" parTransId="{624FA876-96C8-4A7D-A057-0F3F493CE7FC}" sibTransId="{A7E349B5-E81C-4AFF-88D4-A806CC5311F2}"/>
    <dgm:cxn modelId="{1707A9BE-56A8-4669-AD4E-825B08FA5EBB}" srcId="{2EBF9F25-3B15-4095-B983-1FBB994C1381}" destId="{F120B11A-B8BA-424D-995E-ACA095ABCD6D}" srcOrd="3" destOrd="0" parTransId="{0E860DCD-A22A-4EC6-B10C-01A0FAB5B2BD}" sibTransId="{EA86C470-00F0-4ACD-AA1A-037CDCF1792A}"/>
    <dgm:cxn modelId="{562110C4-AB73-4A5E-9D53-E38067E44B18}" type="presOf" srcId="{80841B80-7914-4DF2-8D53-9F79955C4F39}" destId="{E37A0983-3122-494D-8F62-811175B31685}" srcOrd="0" destOrd="0" presId="urn:microsoft.com/office/officeart/2005/8/layout/vList3"/>
    <dgm:cxn modelId="{833F5DD5-BF4B-4BA7-8D2E-939861AFE495}" type="presOf" srcId="{2EBF9F25-3B15-4095-B983-1FBB994C1381}" destId="{E6B47260-55F6-4206-BC14-B5A7F9B16101}" srcOrd="0" destOrd="0" presId="urn:microsoft.com/office/officeart/2005/8/layout/vList3"/>
    <dgm:cxn modelId="{8BF9EBE1-D44F-45EC-993F-E51B645F4A88}" type="presOf" srcId="{9B998C6B-B444-4FD5-8845-0679B822E6C3}" destId="{85466DFF-5A3D-44E6-BFFF-AA8713755922}" srcOrd="0" destOrd="0" presId="urn:microsoft.com/office/officeart/2005/8/layout/vList3"/>
    <dgm:cxn modelId="{AA75FBF1-7178-4BB3-96EE-1D18D6336692}" type="presOf" srcId="{D754A04E-B4E2-47B0-9C34-EDA965AACE16}" destId="{F4EFCDF8-4F3E-42FA-956E-D8F6CECFFBBD}" srcOrd="0" destOrd="0" presId="urn:microsoft.com/office/officeart/2005/8/layout/vList3"/>
    <dgm:cxn modelId="{3DE32045-40EE-407C-833C-6E91D06ECD53}" type="presParOf" srcId="{E6B47260-55F6-4206-BC14-B5A7F9B16101}" destId="{3F9A1BED-9DC4-4845-9C21-E445049A010C}" srcOrd="0" destOrd="0" presId="urn:microsoft.com/office/officeart/2005/8/layout/vList3"/>
    <dgm:cxn modelId="{BEA9D9BF-E420-499F-A67C-DB25E9C043F1}" type="presParOf" srcId="{3F9A1BED-9DC4-4845-9C21-E445049A010C}" destId="{255CD0AC-8142-4DCE-AF6B-566FA0F268DA}" srcOrd="0" destOrd="0" presId="urn:microsoft.com/office/officeart/2005/8/layout/vList3"/>
    <dgm:cxn modelId="{2DEBC17A-F4B7-4F08-AA65-D4DFE7FB0BDB}" type="presParOf" srcId="{3F9A1BED-9DC4-4845-9C21-E445049A010C}" destId="{F4EFCDF8-4F3E-42FA-956E-D8F6CECFFBBD}" srcOrd="1" destOrd="0" presId="urn:microsoft.com/office/officeart/2005/8/layout/vList3"/>
    <dgm:cxn modelId="{AA83A254-3E93-408E-9747-A5E5877F686F}" type="presParOf" srcId="{E6B47260-55F6-4206-BC14-B5A7F9B16101}" destId="{F3543A96-9ECA-4A7A-B2DA-22DE66A9F5EF}" srcOrd="1" destOrd="0" presId="urn:microsoft.com/office/officeart/2005/8/layout/vList3"/>
    <dgm:cxn modelId="{7415DF13-A6A5-4AE2-AF29-748F6135ED65}" type="presParOf" srcId="{E6B47260-55F6-4206-BC14-B5A7F9B16101}" destId="{6AAD8E0D-6D61-48D9-8C70-9FF1B167B6BC}" srcOrd="2" destOrd="0" presId="urn:microsoft.com/office/officeart/2005/8/layout/vList3"/>
    <dgm:cxn modelId="{15739650-786E-416C-9142-8EB4678F7B45}" type="presParOf" srcId="{6AAD8E0D-6D61-48D9-8C70-9FF1B167B6BC}" destId="{7121AF3B-4555-4019-B1AF-C2F63BB33F7E}" srcOrd="0" destOrd="0" presId="urn:microsoft.com/office/officeart/2005/8/layout/vList3"/>
    <dgm:cxn modelId="{BF434EE9-744C-4E8F-9576-86A5C21F4469}" type="presParOf" srcId="{6AAD8E0D-6D61-48D9-8C70-9FF1B167B6BC}" destId="{85466DFF-5A3D-44E6-BFFF-AA8713755922}" srcOrd="1" destOrd="0" presId="urn:microsoft.com/office/officeart/2005/8/layout/vList3"/>
    <dgm:cxn modelId="{99C15CB2-109F-4B4E-BB3C-30DEF97D05EA}" type="presParOf" srcId="{E6B47260-55F6-4206-BC14-B5A7F9B16101}" destId="{30A377F7-AEC6-4012-BF3F-C0DC1C5B5CC7}" srcOrd="3" destOrd="0" presId="urn:microsoft.com/office/officeart/2005/8/layout/vList3"/>
    <dgm:cxn modelId="{FB114E5F-BF71-4208-A3FB-4DA78D8776BB}" type="presParOf" srcId="{E6B47260-55F6-4206-BC14-B5A7F9B16101}" destId="{C0AE9E71-F1A5-4D2F-861B-03A26AB33BFD}" srcOrd="4" destOrd="0" presId="urn:microsoft.com/office/officeart/2005/8/layout/vList3"/>
    <dgm:cxn modelId="{ABC3A191-1EAB-4F0A-9B44-55E58E7FBF34}" type="presParOf" srcId="{C0AE9E71-F1A5-4D2F-861B-03A26AB33BFD}" destId="{6479DF77-2715-4985-AAA9-ABF83FDA5CB7}" srcOrd="0" destOrd="0" presId="urn:microsoft.com/office/officeart/2005/8/layout/vList3"/>
    <dgm:cxn modelId="{D06C737A-6C7B-43C5-9CB4-DCA8D477D477}" type="presParOf" srcId="{C0AE9E71-F1A5-4D2F-861B-03A26AB33BFD}" destId="{E37A0983-3122-494D-8F62-811175B31685}" srcOrd="1" destOrd="0" presId="urn:microsoft.com/office/officeart/2005/8/layout/vList3"/>
    <dgm:cxn modelId="{05ACA3A4-1E24-4D9C-AEA0-693AD9D9DA69}" type="presParOf" srcId="{E6B47260-55F6-4206-BC14-B5A7F9B16101}" destId="{A9862EB6-43D5-4328-9309-B4AB4EDDEEDB}" srcOrd="5" destOrd="0" presId="urn:microsoft.com/office/officeart/2005/8/layout/vList3"/>
    <dgm:cxn modelId="{3A197B01-ABBD-491E-9342-72B44A5E4B5D}" type="presParOf" srcId="{E6B47260-55F6-4206-BC14-B5A7F9B16101}" destId="{F1905099-7195-45FE-9712-84D9A8D4872E}" srcOrd="6" destOrd="0" presId="urn:microsoft.com/office/officeart/2005/8/layout/vList3"/>
    <dgm:cxn modelId="{96E560FC-DC59-4FDA-86D8-7C317E5E0F41}" type="presParOf" srcId="{F1905099-7195-45FE-9712-84D9A8D4872E}" destId="{8D6CCB59-69EC-499C-8542-997F999E8018}" srcOrd="0" destOrd="0" presId="urn:microsoft.com/office/officeart/2005/8/layout/vList3"/>
    <dgm:cxn modelId="{61ECAEC1-2D3C-4779-8448-E338FA827C75}" type="presParOf" srcId="{F1905099-7195-45FE-9712-84D9A8D4872E}" destId="{5400B30A-A27E-427F-ABF9-25C7CCA431A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A7814F86-D177-4A87-898A-54BA9D54555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1C0C166-63D3-449F-A634-6E57AD1ACF86}">
      <dgm:prSet/>
      <dgm:spPr/>
      <dgm:t>
        <a:bodyPr/>
        <a:lstStyle/>
        <a:p>
          <a:r>
            <a:rPr lang="uk-UA" b="0" i="0"/>
            <a:t>кіммерійців.</a:t>
          </a:r>
          <a:endParaRPr lang="uk-UA"/>
        </a:p>
      </dgm:t>
    </dgm:pt>
    <dgm:pt modelId="{144A5E2B-6444-4B9F-811A-E40E2013D21D}" type="parTrans" cxnId="{7CDADA98-85B0-4D9E-8DDF-E0F0ABD3EFBB}">
      <dgm:prSet/>
      <dgm:spPr/>
      <dgm:t>
        <a:bodyPr/>
        <a:lstStyle/>
        <a:p>
          <a:endParaRPr lang="uk-UA"/>
        </a:p>
      </dgm:t>
    </dgm:pt>
    <dgm:pt modelId="{F69FFF58-748C-4EAB-B168-88B1DD0DF55E}" type="sibTrans" cxnId="{7CDADA98-85B0-4D9E-8DDF-E0F0ABD3EFBB}">
      <dgm:prSet/>
      <dgm:spPr/>
      <dgm:t>
        <a:bodyPr/>
        <a:lstStyle/>
        <a:p>
          <a:endParaRPr lang="uk-UA"/>
        </a:p>
      </dgm:t>
    </dgm:pt>
    <dgm:pt modelId="{1079A891-FB97-4960-BA50-E6B67BBF193D}">
      <dgm:prSet/>
      <dgm:spPr/>
      <dgm:t>
        <a:bodyPr/>
        <a:lstStyle/>
        <a:p>
          <a:r>
            <a:rPr lang="uk-UA" b="0" i="0"/>
            <a:t>сарматів.</a:t>
          </a:r>
          <a:endParaRPr lang="uk-UA"/>
        </a:p>
      </dgm:t>
    </dgm:pt>
    <dgm:pt modelId="{DC839CB1-3731-4367-B838-DF5F861CCCB9}" type="parTrans" cxnId="{D418FBD5-C464-4B7E-9180-EC5208053D43}">
      <dgm:prSet/>
      <dgm:spPr/>
      <dgm:t>
        <a:bodyPr/>
        <a:lstStyle/>
        <a:p>
          <a:endParaRPr lang="uk-UA"/>
        </a:p>
      </dgm:t>
    </dgm:pt>
    <dgm:pt modelId="{4C5A5164-EAE8-45EA-9179-D608634A1B84}" type="sibTrans" cxnId="{D418FBD5-C464-4B7E-9180-EC5208053D43}">
      <dgm:prSet/>
      <dgm:spPr/>
      <dgm:t>
        <a:bodyPr/>
        <a:lstStyle/>
        <a:p>
          <a:endParaRPr lang="uk-UA"/>
        </a:p>
      </dgm:t>
    </dgm:pt>
    <dgm:pt modelId="{AC6E1718-F3B5-480A-B0DE-311ABB5102E3}">
      <dgm:prSet/>
      <dgm:spPr/>
      <dgm:t>
        <a:bodyPr/>
        <a:lstStyle/>
        <a:p>
          <a:r>
            <a:rPr lang="uk-UA" b="0" i="0" dirty="0"/>
            <a:t>готів.</a:t>
          </a:r>
          <a:endParaRPr lang="uk-UA" dirty="0"/>
        </a:p>
      </dgm:t>
    </dgm:pt>
    <dgm:pt modelId="{5B3EF944-CE1F-47EA-8AA3-C8CC26EC6078}" type="parTrans" cxnId="{5B54BA74-28BE-4B35-BA36-33212678E7A1}">
      <dgm:prSet/>
      <dgm:spPr/>
      <dgm:t>
        <a:bodyPr/>
        <a:lstStyle/>
        <a:p>
          <a:endParaRPr lang="uk-UA"/>
        </a:p>
      </dgm:t>
    </dgm:pt>
    <dgm:pt modelId="{7E5F537E-6E79-4BEB-8C5D-62C70A9C7C3C}" type="sibTrans" cxnId="{5B54BA74-28BE-4B35-BA36-33212678E7A1}">
      <dgm:prSet/>
      <dgm:spPr/>
      <dgm:t>
        <a:bodyPr/>
        <a:lstStyle/>
        <a:p>
          <a:endParaRPr lang="uk-UA"/>
        </a:p>
      </dgm:t>
    </dgm:pt>
    <dgm:pt modelId="{EA735206-B8BF-4F5A-BC91-CB19A926CF76}">
      <dgm:prSet/>
      <dgm:spPr/>
      <dgm:t>
        <a:bodyPr/>
        <a:lstStyle/>
        <a:p>
          <a:r>
            <a:rPr lang="uk-UA" b="0" i="0" dirty="0"/>
            <a:t>гунів.</a:t>
          </a:r>
          <a:endParaRPr lang="uk-UA" dirty="0"/>
        </a:p>
      </dgm:t>
    </dgm:pt>
    <dgm:pt modelId="{A0297D76-8031-4C36-9A52-E54369F56692}" type="parTrans" cxnId="{0AE8C394-8433-49B5-A27E-218E22163591}">
      <dgm:prSet/>
      <dgm:spPr/>
      <dgm:t>
        <a:bodyPr/>
        <a:lstStyle/>
        <a:p>
          <a:endParaRPr lang="uk-UA"/>
        </a:p>
      </dgm:t>
    </dgm:pt>
    <dgm:pt modelId="{773C80AC-BE93-4C28-93A6-8325D3FEAFCC}" type="sibTrans" cxnId="{0AE8C394-8433-49B5-A27E-218E22163591}">
      <dgm:prSet/>
      <dgm:spPr/>
      <dgm:t>
        <a:bodyPr/>
        <a:lstStyle/>
        <a:p>
          <a:endParaRPr lang="uk-UA"/>
        </a:p>
      </dgm:t>
    </dgm:pt>
    <dgm:pt modelId="{92141239-8319-44EB-BF14-ECDBC7FC892C}" type="pres">
      <dgm:prSet presAssocID="{A7814F86-D177-4A87-898A-54BA9D545556}" presName="linear" presStyleCnt="0">
        <dgm:presLayoutVars>
          <dgm:animLvl val="lvl"/>
          <dgm:resizeHandles val="exact"/>
        </dgm:presLayoutVars>
      </dgm:prSet>
      <dgm:spPr/>
    </dgm:pt>
    <dgm:pt modelId="{7793A6C7-9D90-4B61-AABF-6B869F6132CB}" type="pres">
      <dgm:prSet presAssocID="{81C0C166-63D3-449F-A634-6E57AD1ACF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A304CC3-36D9-44AB-AA34-5F5B6D79DB52}" type="pres">
      <dgm:prSet presAssocID="{F69FFF58-748C-4EAB-B168-88B1DD0DF55E}" presName="spacer" presStyleCnt="0"/>
      <dgm:spPr/>
    </dgm:pt>
    <dgm:pt modelId="{7FB3FC06-D7F3-4146-81B7-9A14FB5C155B}" type="pres">
      <dgm:prSet presAssocID="{1079A891-FB97-4960-BA50-E6B67BBF19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1EC8087-EB58-476F-A59D-9291A6A3D5F1}" type="pres">
      <dgm:prSet presAssocID="{4C5A5164-EAE8-45EA-9179-D608634A1B84}" presName="spacer" presStyleCnt="0"/>
      <dgm:spPr/>
    </dgm:pt>
    <dgm:pt modelId="{787A174C-B25E-4E44-96D1-90235CAAEB65}" type="pres">
      <dgm:prSet presAssocID="{AC6E1718-F3B5-480A-B0DE-311ABB5102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0BB15ED-CA55-4896-8EA2-B399C35326C9}" type="pres">
      <dgm:prSet presAssocID="{7E5F537E-6E79-4BEB-8C5D-62C70A9C7C3C}" presName="spacer" presStyleCnt="0"/>
      <dgm:spPr/>
    </dgm:pt>
    <dgm:pt modelId="{97D30195-75E5-4FA3-BA1F-7B98F1990249}" type="pres">
      <dgm:prSet presAssocID="{EA735206-B8BF-4F5A-BC91-CB19A926CF7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BEB1D02-BE78-4110-B8C4-A1DB8DD43744}" type="presOf" srcId="{1079A891-FB97-4960-BA50-E6B67BBF193D}" destId="{7FB3FC06-D7F3-4146-81B7-9A14FB5C155B}" srcOrd="0" destOrd="0" presId="urn:microsoft.com/office/officeart/2005/8/layout/vList2"/>
    <dgm:cxn modelId="{61EA4250-0975-4389-9C2B-70B09A1D0A4F}" type="presOf" srcId="{81C0C166-63D3-449F-A634-6E57AD1ACF86}" destId="{7793A6C7-9D90-4B61-AABF-6B869F6132CB}" srcOrd="0" destOrd="0" presId="urn:microsoft.com/office/officeart/2005/8/layout/vList2"/>
    <dgm:cxn modelId="{5B54BA74-28BE-4B35-BA36-33212678E7A1}" srcId="{A7814F86-D177-4A87-898A-54BA9D545556}" destId="{AC6E1718-F3B5-480A-B0DE-311ABB5102E3}" srcOrd="2" destOrd="0" parTransId="{5B3EF944-CE1F-47EA-8AA3-C8CC26EC6078}" sibTransId="{7E5F537E-6E79-4BEB-8C5D-62C70A9C7C3C}"/>
    <dgm:cxn modelId="{74A19794-59BC-4B44-95F7-73B3A2C46E79}" type="presOf" srcId="{EA735206-B8BF-4F5A-BC91-CB19A926CF76}" destId="{97D30195-75E5-4FA3-BA1F-7B98F1990249}" srcOrd="0" destOrd="0" presId="urn:microsoft.com/office/officeart/2005/8/layout/vList2"/>
    <dgm:cxn modelId="{0AE8C394-8433-49B5-A27E-218E22163591}" srcId="{A7814F86-D177-4A87-898A-54BA9D545556}" destId="{EA735206-B8BF-4F5A-BC91-CB19A926CF76}" srcOrd="3" destOrd="0" parTransId="{A0297D76-8031-4C36-9A52-E54369F56692}" sibTransId="{773C80AC-BE93-4C28-93A6-8325D3FEAFCC}"/>
    <dgm:cxn modelId="{7CDADA98-85B0-4D9E-8DDF-E0F0ABD3EFBB}" srcId="{A7814F86-D177-4A87-898A-54BA9D545556}" destId="{81C0C166-63D3-449F-A634-6E57AD1ACF86}" srcOrd="0" destOrd="0" parTransId="{144A5E2B-6444-4B9F-811A-E40E2013D21D}" sibTransId="{F69FFF58-748C-4EAB-B168-88B1DD0DF55E}"/>
    <dgm:cxn modelId="{F82AA1B0-4982-46AD-B3F9-3FB8C6DCFF0C}" type="presOf" srcId="{AC6E1718-F3B5-480A-B0DE-311ABB5102E3}" destId="{787A174C-B25E-4E44-96D1-90235CAAEB65}" srcOrd="0" destOrd="0" presId="urn:microsoft.com/office/officeart/2005/8/layout/vList2"/>
    <dgm:cxn modelId="{D418FBD5-C464-4B7E-9180-EC5208053D43}" srcId="{A7814F86-D177-4A87-898A-54BA9D545556}" destId="{1079A891-FB97-4960-BA50-E6B67BBF193D}" srcOrd="1" destOrd="0" parTransId="{DC839CB1-3731-4367-B838-DF5F861CCCB9}" sibTransId="{4C5A5164-EAE8-45EA-9179-D608634A1B84}"/>
    <dgm:cxn modelId="{9894AADB-60EE-4B6F-A86E-68B437ABA7B3}" type="presOf" srcId="{A7814F86-D177-4A87-898A-54BA9D545556}" destId="{92141239-8319-44EB-BF14-ECDBC7FC892C}" srcOrd="0" destOrd="0" presId="urn:microsoft.com/office/officeart/2005/8/layout/vList2"/>
    <dgm:cxn modelId="{1F1AFFC5-9E4A-4504-97F8-11C9D03DF1CF}" type="presParOf" srcId="{92141239-8319-44EB-BF14-ECDBC7FC892C}" destId="{7793A6C7-9D90-4B61-AABF-6B869F6132CB}" srcOrd="0" destOrd="0" presId="urn:microsoft.com/office/officeart/2005/8/layout/vList2"/>
    <dgm:cxn modelId="{DDD8F9DB-502B-4DF1-A334-8CAC34BF52F3}" type="presParOf" srcId="{92141239-8319-44EB-BF14-ECDBC7FC892C}" destId="{CA304CC3-36D9-44AB-AA34-5F5B6D79DB52}" srcOrd="1" destOrd="0" presId="urn:microsoft.com/office/officeart/2005/8/layout/vList2"/>
    <dgm:cxn modelId="{2BC83F1C-6726-4A58-ACBA-DB7E94AE9B7D}" type="presParOf" srcId="{92141239-8319-44EB-BF14-ECDBC7FC892C}" destId="{7FB3FC06-D7F3-4146-81B7-9A14FB5C155B}" srcOrd="2" destOrd="0" presId="urn:microsoft.com/office/officeart/2005/8/layout/vList2"/>
    <dgm:cxn modelId="{5F81A115-7466-4602-B4D7-F401DCD99B27}" type="presParOf" srcId="{92141239-8319-44EB-BF14-ECDBC7FC892C}" destId="{51EC8087-EB58-476F-A59D-9291A6A3D5F1}" srcOrd="3" destOrd="0" presId="urn:microsoft.com/office/officeart/2005/8/layout/vList2"/>
    <dgm:cxn modelId="{DA88271E-4E44-4405-B228-F1B7BE8739D8}" type="presParOf" srcId="{92141239-8319-44EB-BF14-ECDBC7FC892C}" destId="{787A174C-B25E-4E44-96D1-90235CAAEB65}" srcOrd="4" destOrd="0" presId="urn:microsoft.com/office/officeart/2005/8/layout/vList2"/>
    <dgm:cxn modelId="{626D6CAA-A55A-4AB2-B332-E799EE6A96F7}" type="presParOf" srcId="{92141239-8319-44EB-BF14-ECDBC7FC892C}" destId="{50BB15ED-CA55-4896-8EA2-B399C35326C9}" srcOrd="5" destOrd="0" presId="urn:microsoft.com/office/officeart/2005/8/layout/vList2"/>
    <dgm:cxn modelId="{7CA119F7-CF8F-4061-AA88-9C7E586EAA93}" type="presParOf" srcId="{92141239-8319-44EB-BF14-ECDBC7FC892C}" destId="{97D30195-75E5-4FA3-BA1F-7B98F199024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FF988D18-9C65-40C6-9A4E-5DB6A8DE30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4CD8EC0-AA0F-4CC4-83ED-86FD5939BFAA}">
      <dgm:prSet/>
      <dgm:spPr/>
      <dgm:t>
        <a:bodyPr/>
        <a:lstStyle/>
        <a:p>
          <a:r>
            <a:rPr lang="ru-RU" b="0" i="0"/>
            <a:t>Антського царства.</a:t>
          </a:r>
          <a:endParaRPr lang="uk-UA"/>
        </a:p>
      </dgm:t>
    </dgm:pt>
    <dgm:pt modelId="{8AD8BF14-8ED7-4F04-A4E4-B3B20A5AC346}" type="parTrans" cxnId="{2A41CD4E-5A7C-4FAF-AAE8-28E213621683}">
      <dgm:prSet/>
      <dgm:spPr/>
      <dgm:t>
        <a:bodyPr/>
        <a:lstStyle/>
        <a:p>
          <a:endParaRPr lang="uk-UA"/>
        </a:p>
      </dgm:t>
    </dgm:pt>
    <dgm:pt modelId="{99FA236A-CC52-4E1C-BFC6-8649D9F3F518}" type="sibTrans" cxnId="{2A41CD4E-5A7C-4FAF-AAE8-28E213621683}">
      <dgm:prSet/>
      <dgm:spPr/>
      <dgm:t>
        <a:bodyPr/>
        <a:lstStyle/>
        <a:p>
          <a:endParaRPr lang="uk-UA"/>
        </a:p>
      </dgm:t>
    </dgm:pt>
    <dgm:pt modelId="{1B253EF1-71BF-45F1-B6BB-7735500DBE3F}">
      <dgm:prSet/>
      <dgm:spPr/>
      <dgm:t>
        <a:bodyPr/>
        <a:lstStyle/>
        <a:p>
          <a:r>
            <a:rPr lang="ru-RU" b="0" i="0"/>
            <a:t>Великої Скіфії.</a:t>
          </a:r>
          <a:endParaRPr lang="uk-UA"/>
        </a:p>
      </dgm:t>
    </dgm:pt>
    <dgm:pt modelId="{296456CA-6D98-4E58-B540-A01265F1CCBE}" type="parTrans" cxnId="{5A84FAF6-0645-4158-A12A-6F40B752154D}">
      <dgm:prSet/>
      <dgm:spPr/>
      <dgm:t>
        <a:bodyPr/>
        <a:lstStyle/>
        <a:p>
          <a:endParaRPr lang="uk-UA"/>
        </a:p>
      </dgm:t>
    </dgm:pt>
    <dgm:pt modelId="{198C8A2A-5C3E-4E69-9568-7A4A7E9EB084}" type="sibTrans" cxnId="{5A84FAF6-0645-4158-A12A-6F40B752154D}">
      <dgm:prSet/>
      <dgm:spPr/>
      <dgm:t>
        <a:bodyPr/>
        <a:lstStyle/>
        <a:p>
          <a:endParaRPr lang="uk-UA"/>
        </a:p>
      </dgm:t>
    </dgm:pt>
    <dgm:pt modelId="{A86EEC54-123F-48E8-9BB1-9389B4560F02}">
      <dgm:prSet/>
      <dgm:spPr/>
      <dgm:t>
        <a:bodyPr/>
        <a:lstStyle/>
        <a:p>
          <a:r>
            <a:rPr lang="ru-RU" b="0" i="0"/>
            <a:t>Боспорського царства.</a:t>
          </a:r>
          <a:endParaRPr lang="uk-UA"/>
        </a:p>
      </dgm:t>
    </dgm:pt>
    <dgm:pt modelId="{E085DB38-766F-429E-ADD1-6154D58E3936}" type="parTrans" cxnId="{E7B90373-FBDA-46EA-AD54-AC87FDD856B6}">
      <dgm:prSet/>
      <dgm:spPr/>
      <dgm:t>
        <a:bodyPr/>
        <a:lstStyle/>
        <a:p>
          <a:endParaRPr lang="uk-UA"/>
        </a:p>
      </dgm:t>
    </dgm:pt>
    <dgm:pt modelId="{77F775D2-667F-4C70-9AFF-D1D63651EBE7}" type="sibTrans" cxnId="{E7B90373-FBDA-46EA-AD54-AC87FDD856B6}">
      <dgm:prSet/>
      <dgm:spPr/>
      <dgm:t>
        <a:bodyPr/>
        <a:lstStyle/>
        <a:p>
          <a:endParaRPr lang="uk-UA"/>
        </a:p>
      </dgm:t>
    </dgm:pt>
    <dgm:pt modelId="{403287CF-EFFF-4BAB-B60B-C94FF48B618F}">
      <dgm:prSet/>
      <dgm:spPr/>
      <dgm:t>
        <a:bodyPr/>
        <a:lstStyle/>
        <a:p>
          <a:r>
            <a:rPr lang="ru-RU" b="0" i="0"/>
            <a:t>Трипільської культури.</a:t>
          </a:r>
          <a:endParaRPr lang="uk-UA"/>
        </a:p>
      </dgm:t>
    </dgm:pt>
    <dgm:pt modelId="{293C66FE-4D28-4BCB-A15B-2F67C0086A3F}" type="parTrans" cxnId="{D40EE31E-095D-48E1-99DA-1B201744F545}">
      <dgm:prSet/>
      <dgm:spPr/>
      <dgm:t>
        <a:bodyPr/>
        <a:lstStyle/>
        <a:p>
          <a:endParaRPr lang="uk-UA"/>
        </a:p>
      </dgm:t>
    </dgm:pt>
    <dgm:pt modelId="{EDD8D795-1FF3-4089-9CB0-DE2830E7E3B9}" type="sibTrans" cxnId="{D40EE31E-095D-48E1-99DA-1B201744F545}">
      <dgm:prSet/>
      <dgm:spPr/>
      <dgm:t>
        <a:bodyPr/>
        <a:lstStyle/>
        <a:p>
          <a:endParaRPr lang="uk-UA"/>
        </a:p>
      </dgm:t>
    </dgm:pt>
    <dgm:pt modelId="{525D12C4-D8DF-4306-88D3-DCBBB0CA29AE}" type="pres">
      <dgm:prSet presAssocID="{FF988D18-9C65-40C6-9A4E-5DB6A8DE308C}" presName="linear" presStyleCnt="0">
        <dgm:presLayoutVars>
          <dgm:animLvl val="lvl"/>
          <dgm:resizeHandles val="exact"/>
        </dgm:presLayoutVars>
      </dgm:prSet>
      <dgm:spPr/>
    </dgm:pt>
    <dgm:pt modelId="{41E84DAF-7FA9-4CC0-ABE3-5718A15C0749}" type="pres">
      <dgm:prSet presAssocID="{F4CD8EC0-AA0F-4CC4-83ED-86FD5939BF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5CE6F58-D15C-4812-9FC3-9B74C8256675}" type="pres">
      <dgm:prSet presAssocID="{99FA236A-CC52-4E1C-BFC6-8649D9F3F518}" presName="spacer" presStyleCnt="0"/>
      <dgm:spPr/>
    </dgm:pt>
    <dgm:pt modelId="{749199E8-A180-4853-A1D0-54758AD5C8FE}" type="pres">
      <dgm:prSet presAssocID="{1B253EF1-71BF-45F1-B6BB-7735500DBE3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1119013-77CC-4188-B81C-4F1ABB9BC06D}" type="pres">
      <dgm:prSet presAssocID="{198C8A2A-5C3E-4E69-9568-7A4A7E9EB084}" presName="spacer" presStyleCnt="0"/>
      <dgm:spPr/>
    </dgm:pt>
    <dgm:pt modelId="{7ECE165A-1AE8-442B-A2FC-6935B04FC236}" type="pres">
      <dgm:prSet presAssocID="{A86EEC54-123F-48E8-9BB1-9389B4560F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A9E43D4-8366-4FC1-93AD-99D96C23A0E0}" type="pres">
      <dgm:prSet presAssocID="{77F775D2-667F-4C70-9AFF-D1D63651EBE7}" presName="spacer" presStyleCnt="0"/>
      <dgm:spPr/>
    </dgm:pt>
    <dgm:pt modelId="{0E09DA9C-82BD-47C6-8ABF-B3F7310A9072}" type="pres">
      <dgm:prSet presAssocID="{403287CF-EFFF-4BAB-B60B-C94FF48B61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2505415-3BB4-4BA6-B780-84C41EC1596F}" type="presOf" srcId="{1B253EF1-71BF-45F1-B6BB-7735500DBE3F}" destId="{749199E8-A180-4853-A1D0-54758AD5C8FE}" srcOrd="0" destOrd="0" presId="urn:microsoft.com/office/officeart/2005/8/layout/vList2"/>
    <dgm:cxn modelId="{D40EE31E-095D-48E1-99DA-1B201744F545}" srcId="{FF988D18-9C65-40C6-9A4E-5DB6A8DE308C}" destId="{403287CF-EFFF-4BAB-B60B-C94FF48B618F}" srcOrd="3" destOrd="0" parTransId="{293C66FE-4D28-4BCB-A15B-2F67C0086A3F}" sibTransId="{EDD8D795-1FF3-4089-9CB0-DE2830E7E3B9}"/>
    <dgm:cxn modelId="{79C50625-BE32-4C5A-802E-4F8E070F6572}" type="presOf" srcId="{A86EEC54-123F-48E8-9BB1-9389B4560F02}" destId="{7ECE165A-1AE8-442B-A2FC-6935B04FC236}" srcOrd="0" destOrd="0" presId="urn:microsoft.com/office/officeart/2005/8/layout/vList2"/>
    <dgm:cxn modelId="{2A41CD4E-5A7C-4FAF-AAE8-28E213621683}" srcId="{FF988D18-9C65-40C6-9A4E-5DB6A8DE308C}" destId="{F4CD8EC0-AA0F-4CC4-83ED-86FD5939BFAA}" srcOrd="0" destOrd="0" parTransId="{8AD8BF14-8ED7-4F04-A4E4-B3B20A5AC346}" sibTransId="{99FA236A-CC52-4E1C-BFC6-8649D9F3F518}"/>
    <dgm:cxn modelId="{E7B90373-FBDA-46EA-AD54-AC87FDD856B6}" srcId="{FF988D18-9C65-40C6-9A4E-5DB6A8DE308C}" destId="{A86EEC54-123F-48E8-9BB1-9389B4560F02}" srcOrd="2" destOrd="0" parTransId="{E085DB38-766F-429E-ADD1-6154D58E3936}" sibTransId="{77F775D2-667F-4C70-9AFF-D1D63651EBE7}"/>
    <dgm:cxn modelId="{F204A18E-2B44-44A0-BD31-AA5DE6E0696B}" type="presOf" srcId="{403287CF-EFFF-4BAB-B60B-C94FF48B618F}" destId="{0E09DA9C-82BD-47C6-8ABF-B3F7310A9072}" srcOrd="0" destOrd="0" presId="urn:microsoft.com/office/officeart/2005/8/layout/vList2"/>
    <dgm:cxn modelId="{EF1123AB-6F31-4F05-94A5-C471CA15CD25}" type="presOf" srcId="{F4CD8EC0-AA0F-4CC4-83ED-86FD5939BFAA}" destId="{41E84DAF-7FA9-4CC0-ABE3-5718A15C0749}" srcOrd="0" destOrd="0" presId="urn:microsoft.com/office/officeart/2005/8/layout/vList2"/>
    <dgm:cxn modelId="{5A84FAF6-0645-4158-A12A-6F40B752154D}" srcId="{FF988D18-9C65-40C6-9A4E-5DB6A8DE308C}" destId="{1B253EF1-71BF-45F1-B6BB-7735500DBE3F}" srcOrd="1" destOrd="0" parTransId="{296456CA-6D98-4E58-B540-A01265F1CCBE}" sibTransId="{198C8A2A-5C3E-4E69-9568-7A4A7E9EB084}"/>
    <dgm:cxn modelId="{78F524FC-5771-4838-9B47-29CFFCFF2E43}" type="presOf" srcId="{FF988D18-9C65-40C6-9A4E-5DB6A8DE308C}" destId="{525D12C4-D8DF-4306-88D3-DCBBB0CA29AE}" srcOrd="0" destOrd="0" presId="urn:microsoft.com/office/officeart/2005/8/layout/vList2"/>
    <dgm:cxn modelId="{DEAFC803-45A5-4983-BB0D-8AF5311F9FD7}" type="presParOf" srcId="{525D12C4-D8DF-4306-88D3-DCBBB0CA29AE}" destId="{41E84DAF-7FA9-4CC0-ABE3-5718A15C0749}" srcOrd="0" destOrd="0" presId="urn:microsoft.com/office/officeart/2005/8/layout/vList2"/>
    <dgm:cxn modelId="{BB7E7FB1-0CF0-4295-9BD0-6CE5DB81E7C6}" type="presParOf" srcId="{525D12C4-D8DF-4306-88D3-DCBBB0CA29AE}" destId="{F5CE6F58-D15C-4812-9FC3-9B74C8256675}" srcOrd="1" destOrd="0" presId="urn:microsoft.com/office/officeart/2005/8/layout/vList2"/>
    <dgm:cxn modelId="{370C347C-C4FE-4843-BFFD-92BD97CA4BB1}" type="presParOf" srcId="{525D12C4-D8DF-4306-88D3-DCBBB0CA29AE}" destId="{749199E8-A180-4853-A1D0-54758AD5C8FE}" srcOrd="2" destOrd="0" presId="urn:microsoft.com/office/officeart/2005/8/layout/vList2"/>
    <dgm:cxn modelId="{7C02605D-63DC-4D95-853D-2E9A5DA520EA}" type="presParOf" srcId="{525D12C4-D8DF-4306-88D3-DCBBB0CA29AE}" destId="{61119013-77CC-4188-B81C-4F1ABB9BC06D}" srcOrd="3" destOrd="0" presId="urn:microsoft.com/office/officeart/2005/8/layout/vList2"/>
    <dgm:cxn modelId="{47E06CDD-71AF-43A1-B04C-4AD604B537FA}" type="presParOf" srcId="{525D12C4-D8DF-4306-88D3-DCBBB0CA29AE}" destId="{7ECE165A-1AE8-442B-A2FC-6935B04FC236}" srcOrd="4" destOrd="0" presId="urn:microsoft.com/office/officeart/2005/8/layout/vList2"/>
    <dgm:cxn modelId="{F59D319E-55FE-4347-8582-24C1872A8A1F}" type="presParOf" srcId="{525D12C4-D8DF-4306-88D3-DCBBB0CA29AE}" destId="{AA9E43D4-8366-4FC1-93AD-99D96C23A0E0}" srcOrd="5" destOrd="0" presId="urn:microsoft.com/office/officeart/2005/8/layout/vList2"/>
    <dgm:cxn modelId="{94F052AF-9CF4-4010-AC3B-40E3E9440E9D}" type="presParOf" srcId="{525D12C4-D8DF-4306-88D3-DCBBB0CA29AE}" destId="{0E09DA9C-82BD-47C6-8ABF-B3F7310A907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D84834B9-8AEA-4E6B-B0F1-659306A3C34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BD2510F-346A-47EF-9AD3-D9056000C8BE}">
      <dgm:prSet/>
      <dgm:spPr/>
      <dgm:t>
        <a:bodyPr/>
        <a:lstStyle/>
        <a:p>
          <a:r>
            <a:rPr lang="ru-RU" b="0" i="0"/>
            <a:t>окреслити територію Антського царства.</a:t>
          </a:r>
          <a:endParaRPr lang="uk-UA"/>
        </a:p>
      </dgm:t>
    </dgm:pt>
    <dgm:pt modelId="{117411C4-FC4B-4E60-B3E1-055292A2EAD8}" type="parTrans" cxnId="{22A0EFA8-5860-4891-85F4-69FC5F1AD918}">
      <dgm:prSet/>
      <dgm:spPr/>
      <dgm:t>
        <a:bodyPr/>
        <a:lstStyle/>
        <a:p>
          <a:endParaRPr lang="uk-UA"/>
        </a:p>
      </dgm:t>
    </dgm:pt>
    <dgm:pt modelId="{FB6D70ED-D114-4273-9B1A-DD7CCCAF720C}" type="sibTrans" cxnId="{22A0EFA8-5860-4891-85F4-69FC5F1AD918}">
      <dgm:prSet/>
      <dgm:spPr/>
      <dgm:t>
        <a:bodyPr/>
        <a:lstStyle/>
        <a:p>
          <a:endParaRPr lang="uk-UA"/>
        </a:p>
      </dgm:t>
    </dgm:pt>
    <dgm:pt modelId="{B2F86243-700E-4DD7-8453-593D9F0123D8}">
      <dgm:prSet/>
      <dgm:spPr/>
      <dgm:t>
        <a:bodyPr/>
        <a:lstStyle/>
        <a:p>
          <a:r>
            <a:rPr lang="ru-RU" b="0" i="0"/>
            <a:t>указати основний шлях грецької колонізації.</a:t>
          </a:r>
          <a:endParaRPr lang="uk-UA"/>
        </a:p>
      </dgm:t>
    </dgm:pt>
    <dgm:pt modelId="{29231C94-4039-4747-A094-284ED6CC7786}" type="parTrans" cxnId="{5CD5107E-968F-4C18-BEE8-913B6E07913D}">
      <dgm:prSet/>
      <dgm:spPr/>
      <dgm:t>
        <a:bodyPr/>
        <a:lstStyle/>
        <a:p>
          <a:endParaRPr lang="uk-UA"/>
        </a:p>
      </dgm:t>
    </dgm:pt>
    <dgm:pt modelId="{CCB821A5-8EE0-4831-9E3D-AEA9A758456A}" type="sibTrans" cxnId="{5CD5107E-968F-4C18-BEE8-913B6E07913D}">
      <dgm:prSet/>
      <dgm:spPr/>
      <dgm:t>
        <a:bodyPr/>
        <a:lstStyle/>
        <a:p>
          <a:endParaRPr lang="uk-UA"/>
        </a:p>
      </dgm:t>
    </dgm:pt>
    <dgm:pt modelId="{F99486FF-51E5-439B-B5A6-2C54C12872A8}">
      <dgm:prSet/>
      <dgm:spPr/>
      <dgm:t>
        <a:bodyPr/>
        <a:lstStyle/>
        <a:p>
          <a:r>
            <a:rPr lang="ru-RU" b="0" i="0"/>
            <a:t>визначити межі розселення племен трипільської культури.</a:t>
          </a:r>
          <a:endParaRPr lang="uk-UA"/>
        </a:p>
      </dgm:t>
    </dgm:pt>
    <dgm:pt modelId="{BCC89E60-5FC7-46DF-BF5F-D7C5D6AE98D0}" type="parTrans" cxnId="{BE6B9866-EF49-4B4B-8619-24AF568D689C}">
      <dgm:prSet/>
      <dgm:spPr/>
      <dgm:t>
        <a:bodyPr/>
        <a:lstStyle/>
        <a:p>
          <a:endParaRPr lang="uk-UA"/>
        </a:p>
      </dgm:t>
    </dgm:pt>
    <dgm:pt modelId="{A66BCA08-2F97-4E6D-9885-4A8D57CBB1E8}" type="sibTrans" cxnId="{BE6B9866-EF49-4B4B-8619-24AF568D689C}">
      <dgm:prSet/>
      <dgm:spPr/>
      <dgm:t>
        <a:bodyPr/>
        <a:lstStyle/>
        <a:p>
          <a:endParaRPr lang="uk-UA"/>
        </a:p>
      </dgm:t>
    </dgm:pt>
    <dgm:pt modelId="{B85909CA-1B81-4E42-B95A-B2D57E5C8DDD}">
      <dgm:prSet/>
      <dgm:spPr/>
      <dgm:t>
        <a:bodyPr/>
        <a:lstStyle/>
        <a:p>
          <a:r>
            <a:rPr lang="ru-RU" b="0" i="0"/>
            <a:t>указати територію Боспорського царства.</a:t>
          </a:r>
          <a:endParaRPr lang="uk-UA"/>
        </a:p>
      </dgm:t>
    </dgm:pt>
    <dgm:pt modelId="{9EADF204-3FF9-4C36-98A7-8BDDD22DC0CD}" type="parTrans" cxnId="{02C0F524-48B4-483B-9032-BD954C8F51DF}">
      <dgm:prSet/>
      <dgm:spPr/>
      <dgm:t>
        <a:bodyPr/>
        <a:lstStyle/>
        <a:p>
          <a:endParaRPr lang="uk-UA"/>
        </a:p>
      </dgm:t>
    </dgm:pt>
    <dgm:pt modelId="{6B0FBCF4-3057-4593-BFA3-F8F2075F4F60}" type="sibTrans" cxnId="{02C0F524-48B4-483B-9032-BD954C8F51DF}">
      <dgm:prSet/>
      <dgm:spPr/>
      <dgm:t>
        <a:bodyPr/>
        <a:lstStyle/>
        <a:p>
          <a:endParaRPr lang="uk-UA"/>
        </a:p>
      </dgm:t>
    </dgm:pt>
    <dgm:pt modelId="{C5062399-0276-43C6-8E8C-F97476B012D6}">
      <dgm:prSet/>
      <dgm:spPr/>
      <dgm:t>
        <a:bodyPr/>
        <a:lstStyle/>
        <a:p>
          <a:r>
            <a:rPr lang="ru-RU" b="0" i="0"/>
            <a:t>окреслити територію Великої Скіфії.</a:t>
          </a:r>
          <a:endParaRPr lang="uk-UA"/>
        </a:p>
      </dgm:t>
    </dgm:pt>
    <dgm:pt modelId="{20D40CB1-8B22-4F74-84BB-3DFF2114E448}" type="parTrans" cxnId="{FD5E864A-62B4-4F71-8280-3D029D0958DE}">
      <dgm:prSet/>
      <dgm:spPr/>
      <dgm:t>
        <a:bodyPr/>
        <a:lstStyle/>
        <a:p>
          <a:endParaRPr lang="uk-UA"/>
        </a:p>
      </dgm:t>
    </dgm:pt>
    <dgm:pt modelId="{CED0A018-5979-499F-BC8E-F9F2760E9E59}" type="sibTrans" cxnId="{FD5E864A-62B4-4F71-8280-3D029D0958DE}">
      <dgm:prSet/>
      <dgm:spPr/>
      <dgm:t>
        <a:bodyPr/>
        <a:lstStyle/>
        <a:p>
          <a:endParaRPr lang="uk-UA"/>
        </a:p>
      </dgm:t>
    </dgm:pt>
    <dgm:pt modelId="{B8B3CB9D-A89F-4AE3-8AEA-91BA7B25F61E}">
      <dgm:prSet/>
      <dgm:spPr/>
      <dgm:t>
        <a:bodyPr/>
        <a:lstStyle/>
        <a:p>
          <a:r>
            <a:rPr lang="ru-RU" b="0" i="0"/>
            <a:t>указати напрямок походу перського царя Дарія І.</a:t>
          </a:r>
          <a:endParaRPr lang="uk-UA"/>
        </a:p>
      </dgm:t>
    </dgm:pt>
    <dgm:pt modelId="{37C84CCC-0AB3-451E-934D-941EE5A63A83}" type="parTrans" cxnId="{4DC58ADA-6F90-43D1-ABD1-72CBF4D65CF0}">
      <dgm:prSet/>
      <dgm:spPr/>
      <dgm:t>
        <a:bodyPr/>
        <a:lstStyle/>
        <a:p>
          <a:endParaRPr lang="uk-UA"/>
        </a:p>
      </dgm:t>
    </dgm:pt>
    <dgm:pt modelId="{17FC73C0-8C1A-45E5-A3A8-B4474D45DAF9}" type="sibTrans" cxnId="{4DC58ADA-6F90-43D1-ABD1-72CBF4D65CF0}">
      <dgm:prSet/>
      <dgm:spPr/>
      <dgm:t>
        <a:bodyPr/>
        <a:lstStyle/>
        <a:p>
          <a:endParaRPr lang="uk-UA"/>
        </a:p>
      </dgm:t>
    </dgm:pt>
    <dgm:pt modelId="{EBA1253C-31A6-4F00-94B2-F93CBB2C3A24}">
      <dgm:prSet/>
      <dgm:spPr/>
      <dgm:t>
        <a:bodyPr/>
        <a:lstStyle/>
        <a:p>
          <a:r>
            <a:rPr lang="ru-RU" b="0" i="0"/>
            <a:t>визначити торговельний шлях «із варяг у греки».</a:t>
          </a:r>
          <a:endParaRPr lang="uk-UA"/>
        </a:p>
      </dgm:t>
    </dgm:pt>
    <dgm:pt modelId="{8185F18C-C6B6-4F84-A1D6-D7835B80030C}" type="parTrans" cxnId="{6DE17684-34C4-4F48-A477-1B111613B227}">
      <dgm:prSet/>
      <dgm:spPr/>
      <dgm:t>
        <a:bodyPr/>
        <a:lstStyle/>
        <a:p>
          <a:endParaRPr lang="uk-UA"/>
        </a:p>
      </dgm:t>
    </dgm:pt>
    <dgm:pt modelId="{AA3E5A1C-AE29-48C3-BAC4-1D49A427076C}" type="sibTrans" cxnId="{6DE17684-34C4-4F48-A477-1B111613B227}">
      <dgm:prSet/>
      <dgm:spPr/>
      <dgm:t>
        <a:bodyPr/>
        <a:lstStyle/>
        <a:p>
          <a:endParaRPr lang="uk-UA"/>
        </a:p>
      </dgm:t>
    </dgm:pt>
    <dgm:pt modelId="{C34A0AC9-4C02-435D-8C62-8E99517295FB}" type="pres">
      <dgm:prSet presAssocID="{D84834B9-8AEA-4E6B-B0F1-659306A3C34D}" presName="linear" presStyleCnt="0">
        <dgm:presLayoutVars>
          <dgm:animLvl val="lvl"/>
          <dgm:resizeHandles val="exact"/>
        </dgm:presLayoutVars>
      </dgm:prSet>
      <dgm:spPr/>
    </dgm:pt>
    <dgm:pt modelId="{593F6CCC-3629-43FF-AB08-C5BFD8F7A105}" type="pres">
      <dgm:prSet presAssocID="{BBD2510F-346A-47EF-9AD3-D9056000C8B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760CDF7-DFF9-48EF-B7F2-6BCAEE2826B5}" type="pres">
      <dgm:prSet presAssocID="{FB6D70ED-D114-4273-9B1A-DD7CCCAF720C}" presName="spacer" presStyleCnt="0"/>
      <dgm:spPr/>
    </dgm:pt>
    <dgm:pt modelId="{42C2AD72-5007-4851-840D-122D074D0F5C}" type="pres">
      <dgm:prSet presAssocID="{B2F86243-700E-4DD7-8453-593D9F0123D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A39A481-7AC5-435C-9336-9C1C292FB417}" type="pres">
      <dgm:prSet presAssocID="{CCB821A5-8EE0-4831-9E3D-AEA9A758456A}" presName="spacer" presStyleCnt="0"/>
      <dgm:spPr/>
    </dgm:pt>
    <dgm:pt modelId="{25D3A393-0A79-4EBE-92D0-D19F9C83D594}" type="pres">
      <dgm:prSet presAssocID="{F99486FF-51E5-439B-B5A6-2C54C12872A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4CBE936B-7B51-4D3F-9E22-03C808576480}" type="pres">
      <dgm:prSet presAssocID="{A66BCA08-2F97-4E6D-9885-4A8D57CBB1E8}" presName="spacer" presStyleCnt="0"/>
      <dgm:spPr/>
    </dgm:pt>
    <dgm:pt modelId="{6E7C065B-36D3-4888-86EC-F73468BB6A34}" type="pres">
      <dgm:prSet presAssocID="{B85909CA-1B81-4E42-B95A-B2D57E5C8DDD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5BEBC9C-343B-4A83-816D-3B13908B19C3}" type="pres">
      <dgm:prSet presAssocID="{6B0FBCF4-3057-4593-BFA3-F8F2075F4F60}" presName="spacer" presStyleCnt="0"/>
      <dgm:spPr/>
    </dgm:pt>
    <dgm:pt modelId="{7FBD0490-C7A0-422A-9DFB-493708F85B94}" type="pres">
      <dgm:prSet presAssocID="{C5062399-0276-43C6-8E8C-F97476B012D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9DB0C681-6172-433D-80F8-80368398FF01}" type="pres">
      <dgm:prSet presAssocID="{CED0A018-5979-499F-BC8E-F9F2760E9E59}" presName="spacer" presStyleCnt="0"/>
      <dgm:spPr/>
    </dgm:pt>
    <dgm:pt modelId="{9D227F9B-12DB-4F3C-91EC-DF028EC5384B}" type="pres">
      <dgm:prSet presAssocID="{B8B3CB9D-A89F-4AE3-8AEA-91BA7B25F61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3ECC1FC-75A8-4D69-915F-459DF93D876B}" type="pres">
      <dgm:prSet presAssocID="{17FC73C0-8C1A-45E5-A3A8-B4474D45DAF9}" presName="spacer" presStyleCnt="0"/>
      <dgm:spPr/>
    </dgm:pt>
    <dgm:pt modelId="{04393104-82D1-4AB3-8BAA-0195AC6399F9}" type="pres">
      <dgm:prSet presAssocID="{EBA1253C-31A6-4F00-94B2-F93CBB2C3A2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02C0F524-48B4-483B-9032-BD954C8F51DF}" srcId="{D84834B9-8AEA-4E6B-B0F1-659306A3C34D}" destId="{B85909CA-1B81-4E42-B95A-B2D57E5C8DDD}" srcOrd="3" destOrd="0" parTransId="{9EADF204-3FF9-4C36-98A7-8BDDD22DC0CD}" sibTransId="{6B0FBCF4-3057-4593-BFA3-F8F2075F4F60}"/>
    <dgm:cxn modelId="{5A2D6C5D-8B98-41BF-A699-772565AF1616}" type="presOf" srcId="{BBD2510F-346A-47EF-9AD3-D9056000C8BE}" destId="{593F6CCC-3629-43FF-AB08-C5BFD8F7A105}" srcOrd="0" destOrd="0" presId="urn:microsoft.com/office/officeart/2005/8/layout/vList2"/>
    <dgm:cxn modelId="{BE6B9866-EF49-4B4B-8619-24AF568D689C}" srcId="{D84834B9-8AEA-4E6B-B0F1-659306A3C34D}" destId="{F99486FF-51E5-439B-B5A6-2C54C12872A8}" srcOrd="2" destOrd="0" parTransId="{BCC89E60-5FC7-46DF-BF5F-D7C5D6AE98D0}" sibTransId="{A66BCA08-2F97-4E6D-9885-4A8D57CBB1E8}"/>
    <dgm:cxn modelId="{FD5E864A-62B4-4F71-8280-3D029D0958DE}" srcId="{D84834B9-8AEA-4E6B-B0F1-659306A3C34D}" destId="{C5062399-0276-43C6-8E8C-F97476B012D6}" srcOrd="4" destOrd="0" parTransId="{20D40CB1-8B22-4F74-84BB-3DFF2114E448}" sibTransId="{CED0A018-5979-499F-BC8E-F9F2760E9E59}"/>
    <dgm:cxn modelId="{1BA8E554-DB54-4E3C-A341-83FA6D1804E5}" type="presOf" srcId="{B85909CA-1B81-4E42-B95A-B2D57E5C8DDD}" destId="{6E7C065B-36D3-4888-86EC-F73468BB6A34}" srcOrd="0" destOrd="0" presId="urn:microsoft.com/office/officeart/2005/8/layout/vList2"/>
    <dgm:cxn modelId="{5CD5107E-968F-4C18-BEE8-913B6E07913D}" srcId="{D84834B9-8AEA-4E6B-B0F1-659306A3C34D}" destId="{B2F86243-700E-4DD7-8453-593D9F0123D8}" srcOrd="1" destOrd="0" parTransId="{29231C94-4039-4747-A094-284ED6CC7786}" sibTransId="{CCB821A5-8EE0-4831-9E3D-AEA9A758456A}"/>
    <dgm:cxn modelId="{6DE17684-34C4-4F48-A477-1B111613B227}" srcId="{D84834B9-8AEA-4E6B-B0F1-659306A3C34D}" destId="{EBA1253C-31A6-4F00-94B2-F93CBB2C3A24}" srcOrd="6" destOrd="0" parTransId="{8185F18C-C6B6-4F84-A1D6-D7835B80030C}" sibTransId="{AA3E5A1C-AE29-48C3-BAC4-1D49A427076C}"/>
    <dgm:cxn modelId="{41ECC893-AD3A-4AD9-BF5C-0BD11AAD8651}" type="presOf" srcId="{B8B3CB9D-A89F-4AE3-8AEA-91BA7B25F61E}" destId="{9D227F9B-12DB-4F3C-91EC-DF028EC5384B}" srcOrd="0" destOrd="0" presId="urn:microsoft.com/office/officeart/2005/8/layout/vList2"/>
    <dgm:cxn modelId="{22A0EFA8-5860-4891-85F4-69FC5F1AD918}" srcId="{D84834B9-8AEA-4E6B-B0F1-659306A3C34D}" destId="{BBD2510F-346A-47EF-9AD3-D9056000C8BE}" srcOrd="0" destOrd="0" parTransId="{117411C4-FC4B-4E60-B3E1-055292A2EAD8}" sibTransId="{FB6D70ED-D114-4273-9B1A-DD7CCCAF720C}"/>
    <dgm:cxn modelId="{6AEDC7D0-0014-44AA-A953-8225110F2541}" type="presOf" srcId="{EBA1253C-31A6-4F00-94B2-F93CBB2C3A24}" destId="{04393104-82D1-4AB3-8BAA-0195AC6399F9}" srcOrd="0" destOrd="0" presId="urn:microsoft.com/office/officeart/2005/8/layout/vList2"/>
    <dgm:cxn modelId="{4DC58ADA-6F90-43D1-ABD1-72CBF4D65CF0}" srcId="{D84834B9-8AEA-4E6B-B0F1-659306A3C34D}" destId="{B8B3CB9D-A89F-4AE3-8AEA-91BA7B25F61E}" srcOrd="5" destOrd="0" parTransId="{37C84CCC-0AB3-451E-934D-941EE5A63A83}" sibTransId="{17FC73C0-8C1A-45E5-A3A8-B4474D45DAF9}"/>
    <dgm:cxn modelId="{8E1ADBDA-180A-4625-89FA-38E42E7C0A9E}" type="presOf" srcId="{F99486FF-51E5-439B-B5A6-2C54C12872A8}" destId="{25D3A393-0A79-4EBE-92D0-D19F9C83D594}" srcOrd="0" destOrd="0" presId="urn:microsoft.com/office/officeart/2005/8/layout/vList2"/>
    <dgm:cxn modelId="{0FA5ECDC-F616-4AEE-856B-5A8D51E01804}" type="presOf" srcId="{C5062399-0276-43C6-8E8C-F97476B012D6}" destId="{7FBD0490-C7A0-422A-9DFB-493708F85B94}" srcOrd="0" destOrd="0" presId="urn:microsoft.com/office/officeart/2005/8/layout/vList2"/>
    <dgm:cxn modelId="{D6E778E1-8B89-435C-86C6-0BBFA535BDEA}" type="presOf" srcId="{B2F86243-700E-4DD7-8453-593D9F0123D8}" destId="{42C2AD72-5007-4851-840D-122D074D0F5C}" srcOrd="0" destOrd="0" presId="urn:microsoft.com/office/officeart/2005/8/layout/vList2"/>
    <dgm:cxn modelId="{A4B1C4F4-84B7-4713-AFBD-CD68CB6C075D}" type="presOf" srcId="{D84834B9-8AEA-4E6B-B0F1-659306A3C34D}" destId="{C34A0AC9-4C02-435D-8C62-8E99517295FB}" srcOrd="0" destOrd="0" presId="urn:microsoft.com/office/officeart/2005/8/layout/vList2"/>
    <dgm:cxn modelId="{9EBA1D9E-C763-4CE7-99BA-5CFC4D64FF13}" type="presParOf" srcId="{C34A0AC9-4C02-435D-8C62-8E99517295FB}" destId="{593F6CCC-3629-43FF-AB08-C5BFD8F7A105}" srcOrd="0" destOrd="0" presId="urn:microsoft.com/office/officeart/2005/8/layout/vList2"/>
    <dgm:cxn modelId="{5D1F5BB6-E2B4-4699-9442-3E5D6898516E}" type="presParOf" srcId="{C34A0AC9-4C02-435D-8C62-8E99517295FB}" destId="{E760CDF7-DFF9-48EF-B7F2-6BCAEE2826B5}" srcOrd="1" destOrd="0" presId="urn:microsoft.com/office/officeart/2005/8/layout/vList2"/>
    <dgm:cxn modelId="{0301DE0F-2950-49A8-98AD-BD0D14DE858C}" type="presParOf" srcId="{C34A0AC9-4C02-435D-8C62-8E99517295FB}" destId="{42C2AD72-5007-4851-840D-122D074D0F5C}" srcOrd="2" destOrd="0" presId="urn:microsoft.com/office/officeart/2005/8/layout/vList2"/>
    <dgm:cxn modelId="{9825570A-69F6-4743-BA35-9982989332E2}" type="presParOf" srcId="{C34A0AC9-4C02-435D-8C62-8E99517295FB}" destId="{6A39A481-7AC5-435C-9336-9C1C292FB417}" srcOrd="3" destOrd="0" presId="urn:microsoft.com/office/officeart/2005/8/layout/vList2"/>
    <dgm:cxn modelId="{33BD32ED-09A8-4BFB-B73E-081183D7E574}" type="presParOf" srcId="{C34A0AC9-4C02-435D-8C62-8E99517295FB}" destId="{25D3A393-0A79-4EBE-92D0-D19F9C83D594}" srcOrd="4" destOrd="0" presId="urn:microsoft.com/office/officeart/2005/8/layout/vList2"/>
    <dgm:cxn modelId="{20167E79-84DD-443F-BE6F-38125800498A}" type="presParOf" srcId="{C34A0AC9-4C02-435D-8C62-8E99517295FB}" destId="{4CBE936B-7B51-4D3F-9E22-03C808576480}" srcOrd="5" destOrd="0" presId="urn:microsoft.com/office/officeart/2005/8/layout/vList2"/>
    <dgm:cxn modelId="{D42CE4A6-8B3A-4FB4-B5A9-50C821C8BEEF}" type="presParOf" srcId="{C34A0AC9-4C02-435D-8C62-8E99517295FB}" destId="{6E7C065B-36D3-4888-86EC-F73468BB6A34}" srcOrd="6" destOrd="0" presId="urn:microsoft.com/office/officeart/2005/8/layout/vList2"/>
    <dgm:cxn modelId="{21D47977-6058-499F-9924-02270EAC7872}" type="presParOf" srcId="{C34A0AC9-4C02-435D-8C62-8E99517295FB}" destId="{65BEBC9C-343B-4A83-816D-3B13908B19C3}" srcOrd="7" destOrd="0" presId="urn:microsoft.com/office/officeart/2005/8/layout/vList2"/>
    <dgm:cxn modelId="{5B726CBF-7738-49E8-99D5-3E56AC50BDF2}" type="presParOf" srcId="{C34A0AC9-4C02-435D-8C62-8E99517295FB}" destId="{7FBD0490-C7A0-422A-9DFB-493708F85B94}" srcOrd="8" destOrd="0" presId="urn:microsoft.com/office/officeart/2005/8/layout/vList2"/>
    <dgm:cxn modelId="{AAF8899D-7341-4A63-92D0-0E19268A4D3D}" type="presParOf" srcId="{C34A0AC9-4C02-435D-8C62-8E99517295FB}" destId="{9DB0C681-6172-433D-80F8-80368398FF01}" srcOrd="9" destOrd="0" presId="urn:microsoft.com/office/officeart/2005/8/layout/vList2"/>
    <dgm:cxn modelId="{B3EEA03A-6019-4D42-AA7E-B38CF161DEFA}" type="presParOf" srcId="{C34A0AC9-4C02-435D-8C62-8E99517295FB}" destId="{9D227F9B-12DB-4F3C-91EC-DF028EC5384B}" srcOrd="10" destOrd="0" presId="urn:microsoft.com/office/officeart/2005/8/layout/vList2"/>
    <dgm:cxn modelId="{6AEF04CE-9E26-48E6-A8E3-53AD9307294C}" type="presParOf" srcId="{C34A0AC9-4C02-435D-8C62-8E99517295FB}" destId="{A3ECC1FC-75A8-4D69-915F-459DF93D876B}" srcOrd="11" destOrd="0" presId="urn:microsoft.com/office/officeart/2005/8/layout/vList2"/>
    <dgm:cxn modelId="{3497E56B-0556-4532-BDCD-F39F35161813}" type="presParOf" srcId="{C34A0AC9-4C02-435D-8C62-8E99517295FB}" destId="{04393104-82D1-4AB3-8BAA-0195AC6399F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F2CC1C89-4D7E-4322-A2E1-EF18AD4AD2C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F39B84C-D8F6-4751-A30D-6772008DFBAF}">
      <dgm:prSet/>
      <dgm:spPr/>
      <dgm:t>
        <a:bodyPr/>
        <a:lstStyle/>
        <a:p>
          <a:r>
            <a:rPr lang="uk-UA" b="0" i="0"/>
            <a:t>Сарматії.</a:t>
          </a:r>
          <a:endParaRPr lang="uk-UA"/>
        </a:p>
      </dgm:t>
    </dgm:pt>
    <dgm:pt modelId="{19336142-A0DC-4B99-B4D7-71D16CBF54EA}" type="parTrans" cxnId="{C11AF8FF-F657-4DA1-8CF7-8E6D4F6F0F87}">
      <dgm:prSet/>
      <dgm:spPr/>
      <dgm:t>
        <a:bodyPr/>
        <a:lstStyle/>
        <a:p>
          <a:endParaRPr lang="uk-UA"/>
        </a:p>
      </dgm:t>
    </dgm:pt>
    <dgm:pt modelId="{5EFE1D8D-22D3-46BF-93F4-2D126C62CA64}" type="sibTrans" cxnId="{C11AF8FF-F657-4DA1-8CF7-8E6D4F6F0F87}">
      <dgm:prSet/>
      <dgm:spPr/>
      <dgm:t>
        <a:bodyPr/>
        <a:lstStyle/>
        <a:p>
          <a:endParaRPr lang="uk-UA"/>
        </a:p>
      </dgm:t>
    </dgm:pt>
    <dgm:pt modelId="{7AC19798-DD2F-4561-92F7-67A2A7455986}">
      <dgm:prSet/>
      <dgm:spPr/>
      <dgm:t>
        <a:bodyPr/>
        <a:lstStyle/>
        <a:p>
          <a:r>
            <a:rPr lang="uk-UA" b="0" i="0"/>
            <a:t>Кіммерії.</a:t>
          </a:r>
          <a:endParaRPr lang="uk-UA"/>
        </a:p>
      </dgm:t>
    </dgm:pt>
    <dgm:pt modelId="{D18BA4C9-A4FE-412A-8EDF-16EC696A4097}" type="parTrans" cxnId="{236B4B87-CC46-45BA-A11E-752CDBE8CE7C}">
      <dgm:prSet/>
      <dgm:spPr/>
      <dgm:t>
        <a:bodyPr/>
        <a:lstStyle/>
        <a:p>
          <a:endParaRPr lang="uk-UA"/>
        </a:p>
      </dgm:t>
    </dgm:pt>
    <dgm:pt modelId="{E6A92273-AB8C-4C02-9ACE-D9D2CD472101}" type="sibTrans" cxnId="{236B4B87-CC46-45BA-A11E-752CDBE8CE7C}">
      <dgm:prSet/>
      <dgm:spPr/>
      <dgm:t>
        <a:bodyPr/>
        <a:lstStyle/>
        <a:p>
          <a:endParaRPr lang="uk-UA"/>
        </a:p>
      </dgm:t>
    </dgm:pt>
    <dgm:pt modelId="{46294993-2B39-4D62-8188-D0C1B249DBFE}">
      <dgm:prSet/>
      <dgm:spPr/>
      <dgm:t>
        <a:bodyPr/>
        <a:lstStyle/>
        <a:p>
          <a:r>
            <a:rPr lang="uk-UA" b="0" i="0"/>
            <a:t>Малої Скіфії.</a:t>
          </a:r>
          <a:endParaRPr lang="uk-UA"/>
        </a:p>
      </dgm:t>
    </dgm:pt>
    <dgm:pt modelId="{BE7E9E32-3895-4541-A8F3-CC6172C9DA73}" type="parTrans" cxnId="{50C2DC5C-C4DA-4B11-BF67-697D3CE271C5}">
      <dgm:prSet/>
      <dgm:spPr/>
      <dgm:t>
        <a:bodyPr/>
        <a:lstStyle/>
        <a:p>
          <a:endParaRPr lang="uk-UA"/>
        </a:p>
      </dgm:t>
    </dgm:pt>
    <dgm:pt modelId="{63FB0353-09AE-45D0-ACDA-BE9B3DA49EE8}" type="sibTrans" cxnId="{50C2DC5C-C4DA-4B11-BF67-697D3CE271C5}">
      <dgm:prSet/>
      <dgm:spPr/>
      <dgm:t>
        <a:bodyPr/>
        <a:lstStyle/>
        <a:p>
          <a:endParaRPr lang="uk-UA"/>
        </a:p>
      </dgm:t>
    </dgm:pt>
    <dgm:pt modelId="{8CB832E4-D9F1-4370-B6EE-DB76DBE4230D}">
      <dgm:prSet/>
      <dgm:spPr/>
      <dgm:t>
        <a:bodyPr/>
        <a:lstStyle/>
        <a:p>
          <a:r>
            <a:rPr lang="uk-UA" b="0" i="0"/>
            <a:t>Боспорського царства</a:t>
          </a:r>
          <a:endParaRPr lang="uk-UA"/>
        </a:p>
      </dgm:t>
    </dgm:pt>
    <dgm:pt modelId="{912CD6ED-83F7-4C1B-A431-F2ED7E2BA50B}" type="parTrans" cxnId="{E0947536-59C3-4F4B-9D0C-E6465B37DC43}">
      <dgm:prSet/>
      <dgm:spPr/>
      <dgm:t>
        <a:bodyPr/>
        <a:lstStyle/>
        <a:p>
          <a:endParaRPr lang="uk-UA"/>
        </a:p>
      </dgm:t>
    </dgm:pt>
    <dgm:pt modelId="{FE20E7B5-7943-42C5-B412-0EC1D08003D9}" type="sibTrans" cxnId="{E0947536-59C3-4F4B-9D0C-E6465B37DC43}">
      <dgm:prSet/>
      <dgm:spPr/>
      <dgm:t>
        <a:bodyPr/>
        <a:lstStyle/>
        <a:p>
          <a:endParaRPr lang="uk-UA"/>
        </a:p>
      </dgm:t>
    </dgm:pt>
    <dgm:pt modelId="{C805CC52-DDAF-4F28-8AF9-5A630256AA5F}" type="pres">
      <dgm:prSet presAssocID="{F2CC1C89-4D7E-4322-A2E1-EF18AD4AD2CB}" presName="linearFlow" presStyleCnt="0">
        <dgm:presLayoutVars>
          <dgm:dir/>
          <dgm:resizeHandles val="exact"/>
        </dgm:presLayoutVars>
      </dgm:prSet>
      <dgm:spPr/>
    </dgm:pt>
    <dgm:pt modelId="{34648CFD-542F-45B2-AAF7-0CBA100C60E0}" type="pres">
      <dgm:prSet presAssocID="{1F39B84C-D8F6-4751-A30D-6772008DFBAF}" presName="composite" presStyleCnt="0"/>
      <dgm:spPr/>
    </dgm:pt>
    <dgm:pt modelId="{6ED5D7A4-5B05-430A-871E-D26C3C3A26DF}" type="pres">
      <dgm:prSet presAssocID="{1F39B84C-D8F6-4751-A30D-6772008DFBAF}" presName="imgShp" presStyleLbl="fgImgPlace1" presStyleIdx="0" presStyleCnt="4"/>
      <dgm:spPr/>
    </dgm:pt>
    <dgm:pt modelId="{E9B6D27B-6AE8-4790-AE34-A408AE5DDF42}" type="pres">
      <dgm:prSet presAssocID="{1F39B84C-D8F6-4751-A30D-6772008DFBAF}" presName="txShp" presStyleLbl="node1" presStyleIdx="0" presStyleCnt="4">
        <dgm:presLayoutVars>
          <dgm:bulletEnabled val="1"/>
        </dgm:presLayoutVars>
      </dgm:prSet>
      <dgm:spPr/>
    </dgm:pt>
    <dgm:pt modelId="{BA3DB569-FFE7-4772-B9A1-F1632F616085}" type="pres">
      <dgm:prSet presAssocID="{5EFE1D8D-22D3-46BF-93F4-2D126C62CA64}" presName="spacing" presStyleCnt="0"/>
      <dgm:spPr/>
    </dgm:pt>
    <dgm:pt modelId="{1ECEEF7C-E081-438C-A3EE-7A6F50AB318D}" type="pres">
      <dgm:prSet presAssocID="{7AC19798-DD2F-4561-92F7-67A2A7455986}" presName="composite" presStyleCnt="0"/>
      <dgm:spPr/>
    </dgm:pt>
    <dgm:pt modelId="{525ED2F0-A814-43CF-ACEC-964DCD1637A0}" type="pres">
      <dgm:prSet presAssocID="{7AC19798-DD2F-4561-92F7-67A2A7455986}" presName="imgShp" presStyleLbl="fgImgPlace1" presStyleIdx="1" presStyleCnt="4"/>
      <dgm:spPr/>
    </dgm:pt>
    <dgm:pt modelId="{4A1D048A-3970-4C93-82BE-CB4AE8B85725}" type="pres">
      <dgm:prSet presAssocID="{7AC19798-DD2F-4561-92F7-67A2A7455986}" presName="txShp" presStyleLbl="node1" presStyleIdx="1" presStyleCnt="4">
        <dgm:presLayoutVars>
          <dgm:bulletEnabled val="1"/>
        </dgm:presLayoutVars>
      </dgm:prSet>
      <dgm:spPr/>
    </dgm:pt>
    <dgm:pt modelId="{D82A7791-4761-4288-9222-8475A36D3F94}" type="pres">
      <dgm:prSet presAssocID="{E6A92273-AB8C-4C02-9ACE-D9D2CD472101}" presName="spacing" presStyleCnt="0"/>
      <dgm:spPr/>
    </dgm:pt>
    <dgm:pt modelId="{B18BF679-E214-4BB0-96B6-6383ACC0412F}" type="pres">
      <dgm:prSet presAssocID="{46294993-2B39-4D62-8188-D0C1B249DBFE}" presName="composite" presStyleCnt="0"/>
      <dgm:spPr/>
    </dgm:pt>
    <dgm:pt modelId="{78E3E526-01F8-4C01-85B1-E6C334D9D92F}" type="pres">
      <dgm:prSet presAssocID="{46294993-2B39-4D62-8188-D0C1B249DBFE}" presName="imgShp" presStyleLbl="fgImgPlace1" presStyleIdx="2" presStyleCnt="4"/>
      <dgm:spPr/>
    </dgm:pt>
    <dgm:pt modelId="{97596529-37C0-4FDF-996B-4887B2F7E98E}" type="pres">
      <dgm:prSet presAssocID="{46294993-2B39-4D62-8188-D0C1B249DBFE}" presName="txShp" presStyleLbl="node1" presStyleIdx="2" presStyleCnt="4">
        <dgm:presLayoutVars>
          <dgm:bulletEnabled val="1"/>
        </dgm:presLayoutVars>
      </dgm:prSet>
      <dgm:spPr/>
    </dgm:pt>
    <dgm:pt modelId="{6679B20B-8574-493A-9D5F-AA998DE205BB}" type="pres">
      <dgm:prSet presAssocID="{63FB0353-09AE-45D0-ACDA-BE9B3DA49EE8}" presName="spacing" presStyleCnt="0"/>
      <dgm:spPr/>
    </dgm:pt>
    <dgm:pt modelId="{1D1028B8-AC09-48B3-A8FB-A332690DF976}" type="pres">
      <dgm:prSet presAssocID="{8CB832E4-D9F1-4370-B6EE-DB76DBE4230D}" presName="composite" presStyleCnt="0"/>
      <dgm:spPr/>
    </dgm:pt>
    <dgm:pt modelId="{7AEA7C4D-B982-4235-838C-6041ECF97814}" type="pres">
      <dgm:prSet presAssocID="{8CB832E4-D9F1-4370-B6EE-DB76DBE4230D}" presName="imgShp" presStyleLbl="fgImgPlace1" presStyleIdx="3" presStyleCnt="4"/>
      <dgm:spPr/>
    </dgm:pt>
    <dgm:pt modelId="{FAE6B69F-D26D-4FE2-82C3-0835B337D7D8}" type="pres">
      <dgm:prSet presAssocID="{8CB832E4-D9F1-4370-B6EE-DB76DBE4230D}" presName="txShp" presStyleLbl="node1" presStyleIdx="3" presStyleCnt="4">
        <dgm:presLayoutVars>
          <dgm:bulletEnabled val="1"/>
        </dgm:presLayoutVars>
      </dgm:prSet>
      <dgm:spPr/>
    </dgm:pt>
  </dgm:ptLst>
  <dgm:cxnLst>
    <dgm:cxn modelId="{E0947536-59C3-4F4B-9D0C-E6465B37DC43}" srcId="{F2CC1C89-4D7E-4322-A2E1-EF18AD4AD2CB}" destId="{8CB832E4-D9F1-4370-B6EE-DB76DBE4230D}" srcOrd="3" destOrd="0" parTransId="{912CD6ED-83F7-4C1B-A431-F2ED7E2BA50B}" sibTransId="{FE20E7B5-7943-42C5-B412-0EC1D08003D9}"/>
    <dgm:cxn modelId="{AF51D63A-29DB-46E3-98D3-0AFAAC686E55}" type="presOf" srcId="{7AC19798-DD2F-4561-92F7-67A2A7455986}" destId="{4A1D048A-3970-4C93-82BE-CB4AE8B85725}" srcOrd="0" destOrd="0" presId="urn:microsoft.com/office/officeart/2005/8/layout/vList3"/>
    <dgm:cxn modelId="{50C2DC5C-C4DA-4B11-BF67-697D3CE271C5}" srcId="{F2CC1C89-4D7E-4322-A2E1-EF18AD4AD2CB}" destId="{46294993-2B39-4D62-8188-D0C1B249DBFE}" srcOrd="2" destOrd="0" parTransId="{BE7E9E32-3895-4541-A8F3-CC6172C9DA73}" sibTransId="{63FB0353-09AE-45D0-ACDA-BE9B3DA49EE8}"/>
    <dgm:cxn modelId="{5D4FAC6E-0E27-44A9-97BC-4BA71C4ACFEA}" type="presOf" srcId="{46294993-2B39-4D62-8188-D0C1B249DBFE}" destId="{97596529-37C0-4FDF-996B-4887B2F7E98E}" srcOrd="0" destOrd="0" presId="urn:microsoft.com/office/officeart/2005/8/layout/vList3"/>
    <dgm:cxn modelId="{7C070770-7BEE-48D2-A1C0-8F2D93FA65A5}" type="presOf" srcId="{8CB832E4-D9F1-4370-B6EE-DB76DBE4230D}" destId="{FAE6B69F-D26D-4FE2-82C3-0835B337D7D8}" srcOrd="0" destOrd="0" presId="urn:microsoft.com/office/officeart/2005/8/layout/vList3"/>
    <dgm:cxn modelId="{236B4B87-CC46-45BA-A11E-752CDBE8CE7C}" srcId="{F2CC1C89-4D7E-4322-A2E1-EF18AD4AD2CB}" destId="{7AC19798-DD2F-4561-92F7-67A2A7455986}" srcOrd="1" destOrd="0" parTransId="{D18BA4C9-A4FE-412A-8EDF-16EC696A4097}" sibTransId="{E6A92273-AB8C-4C02-9ACE-D9D2CD472101}"/>
    <dgm:cxn modelId="{A7F629A1-E542-4AD9-8F75-43B3DBE2E1F1}" type="presOf" srcId="{1F39B84C-D8F6-4751-A30D-6772008DFBAF}" destId="{E9B6D27B-6AE8-4790-AE34-A408AE5DDF42}" srcOrd="0" destOrd="0" presId="urn:microsoft.com/office/officeart/2005/8/layout/vList3"/>
    <dgm:cxn modelId="{A4DF90BA-F015-4DC6-BE38-DFD64C52C4E2}" type="presOf" srcId="{F2CC1C89-4D7E-4322-A2E1-EF18AD4AD2CB}" destId="{C805CC52-DDAF-4F28-8AF9-5A630256AA5F}" srcOrd="0" destOrd="0" presId="urn:microsoft.com/office/officeart/2005/8/layout/vList3"/>
    <dgm:cxn modelId="{C11AF8FF-F657-4DA1-8CF7-8E6D4F6F0F87}" srcId="{F2CC1C89-4D7E-4322-A2E1-EF18AD4AD2CB}" destId="{1F39B84C-D8F6-4751-A30D-6772008DFBAF}" srcOrd="0" destOrd="0" parTransId="{19336142-A0DC-4B99-B4D7-71D16CBF54EA}" sibTransId="{5EFE1D8D-22D3-46BF-93F4-2D126C62CA64}"/>
    <dgm:cxn modelId="{6F5E65F2-9579-42AB-911F-183557482D05}" type="presParOf" srcId="{C805CC52-DDAF-4F28-8AF9-5A630256AA5F}" destId="{34648CFD-542F-45B2-AAF7-0CBA100C60E0}" srcOrd="0" destOrd="0" presId="urn:microsoft.com/office/officeart/2005/8/layout/vList3"/>
    <dgm:cxn modelId="{A596B2EF-8D5C-4E9D-B490-D1883F5BA663}" type="presParOf" srcId="{34648CFD-542F-45B2-AAF7-0CBA100C60E0}" destId="{6ED5D7A4-5B05-430A-871E-D26C3C3A26DF}" srcOrd="0" destOrd="0" presId="urn:microsoft.com/office/officeart/2005/8/layout/vList3"/>
    <dgm:cxn modelId="{436DC3A6-6DDF-4024-82E2-7857828DEDAD}" type="presParOf" srcId="{34648CFD-542F-45B2-AAF7-0CBA100C60E0}" destId="{E9B6D27B-6AE8-4790-AE34-A408AE5DDF42}" srcOrd="1" destOrd="0" presId="urn:microsoft.com/office/officeart/2005/8/layout/vList3"/>
    <dgm:cxn modelId="{C003D682-1D34-4E69-B7B9-9245466D72F2}" type="presParOf" srcId="{C805CC52-DDAF-4F28-8AF9-5A630256AA5F}" destId="{BA3DB569-FFE7-4772-B9A1-F1632F616085}" srcOrd="1" destOrd="0" presId="urn:microsoft.com/office/officeart/2005/8/layout/vList3"/>
    <dgm:cxn modelId="{134C52FD-6462-42C1-AA80-2A466625F009}" type="presParOf" srcId="{C805CC52-DDAF-4F28-8AF9-5A630256AA5F}" destId="{1ECEEF7C-E081-438C-A3EE-7A6F50AB318D}" srcOrd="2" destOrd="0" presId="urn:microsoft.com/office/officeart/2005/8/layout/vList3"/>
    <dgm:cxn modelId="{F0764635-75A0-4E4D-960E-0592DD765554}" type="presParOf" srcId="{1ECEEF7C-E081-438C-A3EE-7A6F50AB318D}" destId="{525ED2F0-A814-43CF-ACEC-964DCD1637A0}" srcOrd="0" destOrd="0" presId="urn:microsoft.com/office/officeart/2005/8/layout/vList3"/>
    <dgm:cxn modelId="{D94A557A-771E-4B3A-BC05-6CAA3C6845E9}" type="presParOf" srcId="{1ECEEF7C-E081-438C-A3EE-7A6F50AB318D}" destId="{4A1D048A-3970-4C93-82BE-CB4AE8B85725}" srcOrd="1" destOrd="0" presId="urn:microsoft.com/office/officeart/2005/8/layout/vList3"/>
    <dgm:cxn modelId="{5D6DF427-E5F1-4C95-85AF-0F5B1BC4E072}" type="presParOf" srcId="{C805CC52-DDAF-4F28-8AF9-5A630256AA5F}" destId="{D82A7791-4761-4288-9222-8475A36D3F94}" srcOrd="3" destOrd="0" presId="urn:microsoft.com/office/officeart/2005/8/layout/vList3"/>
    <dgm:cxn modelId="{8A1B465B-74BC-486A-A89B-0E2AEFB5C4EF}" type="presParOf" srcId="{C805CC52-DDAF-4F28-8AF9-5A630256AA5F}" destId="{B18BF679-E214-4BB0-96B6-6383ACC0412F}" srcOrd="4" destOrd="0" presId="urn:microsoft.com/office/officeart/2005/8/layout/vList3"/>
    <dgm:cxn modelId="{6BAB83AD-157B-428C-819D-5003B93D3B8C}" type="presParOf" srcId="{B18BF679-E214-4BB0-96B6-6383ACC0412F}" destId="{78E3E526-01F8-4C01-85B1-E6C334D9D92F}" srcOrd="0" destOrd="0" presId="urn:microsoft.com/office/officeart/2005/8/layout/vList3"/>
    <dgm:cxn modelId="{2568832F-D9AF-44E5-A2B3-A41DB5B062ED}" type="presParOf" srcId="{B18BF679-E214-4BB0-96B6-6383ACC0412F}" destId="{97596529-37C0-4FDF-996B-4887B2F7E98E}" srcOrd="1" destOrd="0" presId="urn:microsoft.com/office/officeart/2005/8/layout/vList3"/>
    <dgm:cxn modelId="{AE548DB9-A94B-4606-94C5-FD6BB43B4CC0}" type="presParOf" srcId="{C805CC52-DDAF-4F28-8AF9-5A630256AA5F}" destId="{6679B20B-8574-493A-9D5F-AA998DE205BB}" srcOrd="5" destOrd="0" presId="urn:microsoft.com/office/officeart/2005/8/layout/vList3"/>
    <dgm:cxn modelId="{02BA722B-1FA0-4DB0-9019-682CFFEFB8CA}" type="presParOf" srcId="{C805CC52-DDAF-4F28-8AF9-5A630256AA5F}" destId="{1D1028B8-AC09-48B3-A8FB-A332690DF976}" srcOrd="6" destOrd="0" presId="urn:microsoft.com/office/officeart/2005/8/layout/vList3"/>
    <dgm:cxn modelId="{4128D57D-C0B5-43DC-841E-326F9D538BE6}" type="presParOf" srcId="{1D1028B8-AC09-48B3-A8FB-A332690DF976}" destId="{7AEA7C4D-B982-4235-838C-6041ECF97814}" srcOrd="0" destOrd="0" presId="urn:microsoft.com/office/officeart/2005/8/layout/vList3"/>
    <dgm:cxn modelId="{607B8DD6-BFCA-476C-90F9-D66EA90ABA52}" type="presParOf" srcId="{1D1028B8-AC09-48B3-A8FB-A332690DF976}" destId="{FAE6B69F-D26D-4FE2-82C3-0835B337D7D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394706C0-4631-42A7-8F0E-405386E51F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52CF03E-3CF5-4F1C-8677-1D1CF3F4AE0B}">
      <dgm:prSet/>
      <dgm:spPr/>
      <dgm:t>
        <a:bodyPr/>
        <a:lstStyle/>
        <a:p>
          <a:r>
            <a:rPr lang="uk-UA" b="0" i="0"/>
            <a:t>пошуком нових могутніх союзників для боротьби проти Персії.</a:t>
          </a:r>
          <a:endParaRPr lang="uk-UA"/>
        </a:p>
      </dgm:t>
    </dgm:pt>
    <dgm:pt modelId="{27A4DA5F-0C50-4F6D-87D0-F0D30291FD6B}" type="parTrans" cxnId="{A3B9396C-6ABD-4ACD-8F75-A617872CB8A5}">
      <dgm:prSet/>
      <dgm:spPr/>
      <dgm:t>
        <a:bodyPr/>
        <a:lstStyle/>
        <a:p>
          <a:endParaRPr lang="uk-UA"/>
        </a:p>
      </dgm:t>
    </dgm:pt>
    <dgm:pt modelId="{96289F51-5EF9-487F-83E9-09637A904FF7}" type="sibTrans" cxnId="{A3B9396C-6ABD-4ACD-8F75-A617872CB8A5}">
      <dgm:prSet/>
      <dgm:spPr/>
      <dgm:t>
        <a:bodyPr/>
        <a:lstStyle/>
        <a:p>
          <a:endParaRPr lang="uk-UA"/>
        </a:p>
      </dgm:t>
    </dgm:pt>
    <dgm:pt modelId="{FFAD989C-506A-479A-B150-14462326E15E}">
      <dgm:prSet/>
      <dgm:spPr/>
      <dgm:t>
        <a:bodyPr/>
        <a:lstStyle/>
        <a:p>
          <a:r>
            <a:rPr lang="uk-UA" b="0" i="0"/>
            <a:t>нестачею рабів у метрополії, освоєнням нових ринків работоргівлі.</a:t>
          </a:r>
          <a:endParaRPr lang="uk-UA"/>
        </a:p>
      </dgm:t>
    </dgm:pt>
    <dgm:pt modelId="{5AAF6A50-571E-4450-9F16-A0F710170701}" type="parTrans" cxnId="{C5624F7E-7261-47DE-B75E-5D719FB57895}">
      <dgm:prSet/>
      <dgm:spPr/>
      <dgm:t>
        <a:bodyPr/>
        <a:lstStyle/>
        <a:p>
          <a:endParaRPr lang="uk-UA"/>
        </a:p>
      </dgm:t>
    </dgm:pt>
    <dgm:pt modelId="{DFCF6761-3155-4DE7-A67F-E4991B718763}" type="sibTrans" cxnId="{C5624F7E-7261-47DE-B75E-5D719FB57895}">
      <dgm:prSet/>
      <dgm:spPr/>
      <dgm:t>
        <a:bodyPr/>
        <a:lstStyle/>
        <a:p>
          <a:endParaRPr lang="uk-UA"/>
        </a:p>
      </dgm:t>
    </dgm:pt>
    <dgm:pt modelId="{0E0E5FBD-7362-40AA-A7BF-76C0EBFD1069}">
      <dgm:prSet/>
      <dgm:spPr/>
      <dgm:t>
        <a:bodyPr/>
        <a:lstStyle/>
        <a:p>
          <a:r>
            <a:rPr lang="uk-UA" b="0" i="0"/>
            <a:t>занепадом ремесла та сільського господарства материкової Греції.</a:t>
          </a:r>
          <a:endParaRPr lang="uk-UA"/>
        </a:p>
      </dgm:t>
    </dgm:pt>
    <dgm:pt modelId="{8348B91D-5A5F-477F-8672-B35D15BE410C}" type="parTrans" cxnId="{A37285BF-C0C4-4F7A-AD76-B600401BDE9F}">
      <dgm:prSet/>
      <dgm:spPr/>
      <dgm:t>
        <a:bodyPr/>
        <a:lstStyle/>
        <a:p>
          <a:endParaRPr lang="uk-UA"/>
        </a:p>
      </dgm:t>
    </dgm:pt>
    <dgm:pt modelId="{5D399166-7B86-46A8-88E9-3092F5B0ECA5}" type="sibTrans" cxnId="{A37285BF-C0C4-4F7A-AD76-B600401BDE9F}">
      <dgm:prSet/>
      <dgm:spPr/>
      <dgm:t>
        <a:bodyPr/>
        <a:lstStyle/>
        <a:p>
          <a:endParaRPr lang="uk-UA"/>
        </a:p>
      </dgm:t>
    </dgm:pt>
    <dgm:pt modelId="{989F8EA3-1ED2-4AAC-9ED0-803B35D0B783}">
      <dgm:prSet/>
      <dgm:spPr/>
      <dgm:t>
        <a:bodyPr/>
        <a:lstStyle/>
        <a:p>
          <a:r>
            <a:rPr lang="uk-UA" b="0" i="0"/>
            <a:t>демографічним вибухом, перенаселенням і нестачею землі в метрополії</a:t>
          </a:r>
          <a:endParaRPr lang="uk-UA"/>
        </a:p>
      </dgm:t>
    </dgm:pt>
    <dgm:pt modelId="{261E7BE7-4840-42CE-99EC-065749EC2946}" type="parTrans" cxnId="{56CC75D8-353E-404F-9063-8208574505C8}">
      <dgm:prSet/>
      <dgm:spPr/>
      <dgm:t>
        <a:bodyPr/>
        <a:lstStyle/>
        <a:p>
          <a:endParaRPr lang="uk-UA"/>
        </a:p>
      </dgm:t>
    </dgm:pt>
    <dgm:pt modelId="{070A8A86-CD57-49E5-8CA9-08CB42D5D1D1}" type="sibTrans" cxnId="{56CC75D8-353E-404F-9063-8208574505C8}">
      <dgm:prSet/>
      <dgm:spPr/>
      <dgm:t>
        <a:bodyPr/>
        <a:lstStyle/>
        <a:p>
          <a:endParaRPr lang="uk-UA"/>
        </a:p>
      </dgm:t>
    </dgm:pt>
    <dgm:pt modelId="{CC20625C-7423-4B3E-88D7-BF2539A3CC00}" type="pres">
      <dgm:prSet presAssocID="{394706C0-4631-42A7-8F0E-405386E51F24}" presName="linear" presStyleCnt="0">
        <dgm:presLayoutVars>
          <dgm:animLvl val="lvl"/>
          <dgm:resizeHandles val="exact"/>
        </dgm:presLayoutVars>
      </dgm:prSet>
      <dgm:spPr/>
    </dgm:pt>
    <dgm:pt modelId="{475BCEA5-C388-471D-97F2-4AF601E16348}" type="pres">
      <dgm:prSet presAssocID="{852CF03E-3CF5-4F1C-8677-1D1CF3F4AE0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A1EAE42-4D07-4F2B-9370-998298BF871B}" type="pres">
      <dgm:prSet presAssocID="{96289F51-5EF9-487F-83E9-09637A904FF7}" presName="spacer" presStyleCnt="0"/>
      <dgm:spPr/>
    </dgm:pt>
    <dgm:pt modelId="{7FF01241-5B3F-4B26-B8C4-542C8D20F22B}" type="pres">
      <dgm:prSet presAssocID="{FFAD989C-506A-479A-B150-14462326E15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ED2B20-32E1-402A-8A4B-68A9C320E2EC}" type="pres">
      <dgm:prSet presAssocID="{DFCF6761-3155-4DE7-A67F-E4991B718763}" presName="spacer" presStyleCnt="0"/>
      <dgm:spPr/>
    </dgm:pt>
    <dgm:pt modelId="{9909496B-8CF7-4BB5-864B-FA13BA14DBD7}" type="pres">
      <dgm:prSet presAssocID="{0E0E5FBD-7362-40AA-A7BF-76C0EBFD106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898951-27C2-43A3-B1F5-40BFD2A9E042}" type="pres">
      <dgm:prSet presAssocID="{5D399166-7B86-46A8-88E9-3092F5B0ECA5}" presName="spacer" presStyleCnt="0"/>
      <dgm:spPr/>
    </dgm:pt>
    <dgm:pt modelId="{1CB64470-4BA2-4E9A-941A-AC743F455325}" type="pres">
      <dgm:prSet presAssocID="{989F8EA3-1ED2-4AAC-9ED0-803B35D0B7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4E55B47-E9CC-4D5A-B807-32B1D86FD0AC}" type="presOf" srcId="{852CF03E-3CF5-4F1C-8677-1D1CF3F4AE0B}" destId="{475BCEA5-C388-471D-97F2-4AF601E16348}" srcOrd="0" destOrd="0" presId="urn:microsoft.com/office/officeart/2005/8/layout/vList2"/>
    <dgm:cxn modelId="{A3B9396C-6ABD-4ACD-8F75-A617872CB8A5}" srcId="{394706C0-4631-42A7-8F0E-405386E51F24}" destId="{852CF03E-3CF5-4F1C-8677-1D1CF3F4AE0B}" srcOrd="0" destOrd="0" parTransId="{27A4DA5F-0C50-4F6D-87D0-F0D30291FD6B}" sibTransId="{96289F51-5EF9-487F-83E9-09637A904FF7}"/>
    <dgm:cxn modelId="{2897794C-5612-4015-95B9-33F710E947A4}" type="presOf" srcId="{394706C0-4631-42A7-8F0E-405386E51F24}" destId="{CC20625C-7423-4B3E-88D7-BF2539A3CC00}" srcOrd="0" destOrd="0" presId="urn:microsoft.com/office/officeart/2005/8/layout/vList2"/>
    <dgm:cxn modelId="{C5624F7E-7261-47DE-B75E-5D719FB57895}" srcId="{394706C0-4631-42A7-8F0E-405386E51F24}" destId="{FFAD989C-506A-479A-B150-14462326E15E}" srcOrd="1" destOrd="0" parTransId="{5AAF6A50-571E-4450-9F16-A0F710170701}" sibTransId="{DFCF6761-3155-4DE7-A67F-E4991B718763}"/>
    <dgm:cxn modelId="{A37285BF-C0C4-4F7A-AD76-B600401BDE9F}" srcId="{394706C0-4631-42A7-8F0E-405386E51F24}" destId="{0E0E5FBD-7362-40AA-A7BF-76C0EBFD1069}" srcOrd="2" destOrd="0" parTransId="{8348B91D-5A5F-477F-8672-B35D15BE410C}" sibTransId="{5D399166-7B86-46A8-88E9-3092F5B0ECA5}"/>
    <dgm:cxn modelId="{387BC9C2-3CCD-4E57-856E-BE595EEDE38E}" type="presOf" srcId="{0E0E5FBD-7362-40AA-A7BF-76C0EBFD1069}" destId="{9909496B-8CF7-4BB5-864B-FA13BA14DBD7}" srcOrd="0" destOrd="0" presId="urn:microsoft.com/office/officeart/2005/8/layout/vList2"/>
    <dgm:cxn modelId="{980BB7C3-6B17-4711-BD48-4A9C6583246C}" type="presOf" srcId="{FFAD989C-506A-479A-B150-14462326E15E}" destId="{7FF01241-5B3F-4B26-B8C4-542C8D20F22B}" srcOrd="0" destOrd="0" presId="urn:microsoft.com/office/officeart/2005/8/layout/vList2"/>
    <dgm:cxn modelId="{56CC75D8-353E-404F-9063-8208574505C8}" srcId="{394706C0-4631-42A7-8F0E-405386E51F24}" destId="{989F8EA3-1ED2-4AAC-9ED0-803B35D0B783}" srcOrd="3" destOrd="0" parTransId="{261E7BE7-4840-42CE-99EC-065749EC2946}" sibTransId="{070A8A86-CD57-49E5-8CA9-08CB42D5D1D1}"/>
    <dgm:cxn modelId="{23D20EF1-F263-49B2-B195-D619A7E80F25}" type="presOf" srcId="{989F8EA3-1ED2-4AAC-9ED0-803B35D0B783}" destId="{1CB64470-4BA2-4E9A-941A-AC743F455325}" srcOrd="0" destOrd="0" presId="urn:microsoft.com/office/officeart/2005/8/layout/vList2"/>
    <dgm:cxn modelId="{FDCFDF1B-5252-400B-9010-6CDDDAE0ABB4}" type="presParOf" srcId="{CC20625C-7423-4B3E-88D7-BF2539A3CC00}" destId="{475BCEA5-C388-471D-97F2-4AF601E16348}" srcOrd="0" destOrd="0" presId="urn:microsoft.com/office/officeart/2005/8/layout/vList2"/>
    <dgm:cxn modelId="{B4B693BA-DA2B-4431-B238-BD41B9FD6C57}" type="presParOf" srcId="{CC20625C-7423-4B3E-88D7-BF2539A3CC00}" destId="{8A1EAE42-4D07-4F2B-9370-998298BF871B}" srcOrd="1" destOrd="0" presId="urn:microsoft.com/office/officeart/2005/8/layout/vList2"/>
    <dgm:cxn modelId="{5A760977-AF00-46F9-BE54-358A29595D25}" type="presParOf" srcId="{CC20625C-7423-4B3E-88D7-BF2539A3CC00}" destId="{7FF01241-5B3F-4B26-B8C4-542C8D20F22B}" srcOrd="2" destOrd="0" presId="urn:microsoft.com/office/officeart/2005/8/layout/vList2"/>
    <dgm:cxn modelId="{B47237C8-92FE-4896-A4CB-F1A04A6BBCD1}" type="presParOf" srcId="{CC20625C-7423-4B3E-88D7-BF2539A3CC00}" destId="{00ED2B20-32E1-402A-8A4B-68A9C320E2EC}" srcOrd="3" destOrd="0" presId="urn:microsoft.com/office/officeart/2005/8/layout/vList2"/>
    <dgm:cxn modelId="{AF1C57FA-8DD8-439B-A275-1EC24F1E5BCC}" type="presParOf" srcId="{CC20625C-7423-4B3E-88D7-BF2539A3CC00}" destId="{9909496B-8CF7-4BB5-864B-FA13BA14DBD7}" srcOrd="4" destOrd="0" presId="urn:microsoft.com/office/officeart/2005/8/layout/vList2"/>
    <dgm:cxn modelId="{41BF4633-2BA1-4B5C-A955-29F3A5FE29C7}" type="presParOf" srcId="{CC20625C-7423-4B3E-88D7-BF2539A3CC00}" destId="{03898951-27C2-43A3-B1F5-40BFD2A9E042}" srcOrd="5" destOrd="0" presId="urn:microsoft.com/office/officeart/2005/8/layout/vList2"/>
    <dgm:cxn modelId="{D5DACCA1-F583-4BE6-BC77-2D99837CB22F}" type="presParOf" srcId="{CC20625C-7423-4B3E-88D7-BF2539A3CC00}" destId="{1CB64470-4BA2-4E9A-941A-AC743F45532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3DB42EAB-8D88-46FB-9C72-B83A0A4BA02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86A7D33-EF8E-488F-B85D-2E8C282B19C4}">
      <dgm:prSet/>
      <dgm:spPr/>
      <dgm:t>
        <a:bodyPr/>
        <a:lstStyle/>
        <a:p>
          <a:r>
            <a:rPr lang="uk-UA" b="0" i="0"/>
            <a:t>Тіра</a:t>
          </a:r>
          <a:endParaRPr lang="uk-UA"/>
        </a:p>
      </dgm:t>
    </dgm:pt>
    <dgm:pt modelId="{1C2E271B-2B87-4EB9-8744-4A2829DF3146}" type="parTrans" cxnId="{FD8DBFD3-E141-480B-8F49-9886B83C1503}">
      <dgm:prSet/>
      <dgm:spPr/>
      <dgm:t>
        <a:bodyPr/>
        <a:lstStyle/>
        <a:p>
          <a:endParaRPr lang="uk-UA"/>
        </a:p>
      </dgm:t>
    </dgm:pt>
    <dgm:pt modelId="{77258611-64D2-4405-B311-A8AD877D5640}" type="sibTrans" cxnId="{FD8DBFD3-E141-480B-8F49-9886B83C1503}">
      <dgm:prSet/>
      <dgm:spPr/>
      <dgm:t>
        <a:bodyPr/>
        <a:lstStyle/>
        <a:p>
          <a:endParaRPr lang="uk-UA"/>
        </a:p>
      </dgm:t>
    </dgm:pt>
    <dgm:pt modelId="{5C9A8C7D-AF11-4852-B00D-31F39321BA94}">
      <dgm:prSet/>
      <dgm:spPr/>
      <dgm:t>
        <a:bodyPr/>
        <a:lstStyle/>
        <a:p>
          <a:r>
            <a:rPr lang="uk-UA" b="0" i="0"/>
            <a:t>Херсонес</a:t>
          </a:r>
          <a:endParaRPr lang="uk-UA"/>
        </a:p>
      </dgm:t>
    </dgm:pt>
    <dgm:pt modelId="{DCB34BCA-11F2-4814-9261-C42C51E0DD2C}" type="parTrans" cxnId="{FC848C28-E7C4-4F59-9682-C92EF2B1C919}">
      <dgm:prSet/>
      <dgm:spPr/>
      <dgm:t>
        <a:bodyPr/>
        <a:lstStyle/>
        <a:p>
          <a:endParaRPr lang="uk-UA"/>
        </a:p>
      </dgm:t>
    </dgm:pt>
    <dgm:pt modelId="{A8F472D7-EBAE-4673-8180-72F8D3736E26}" type="sibTrans" cxnId="{FC848C28-E7C4-4F59-9682-C92EF2B1C919}">
      <dgm:prSet/>
      <dgm:spPr/>
      <dgm:t>
        <a:bodyPr/>
        <a:lstStyle/>
        <a:p>
          <a:endParaRPr lang="uk-UA"/>
        </a:p>
      </dgm:t>
    </dgm:pt>
    <dgm:pt modelId="{6BCF70FE-C5A2-4CAB-9373-6DA4C4A94F82}">
      <dgm:prSet/>
      <dgm:spPr/>
      <dgm:t>
        <a:bodyPr/>
        <a:lstStyle/>
        <a:p>
          <a:r>
            <a:rPr lang="uk-UA" b="0" i="0"/>
            <a:t>Ольвія</a:t>
          </a:r>
          <a:endParaRPr lang="uk-UA"/>
        </a:p>
      </dgm:t>
    </dgm:pt>
    <dgm:pt modelId="{06420D90-3CEE-4B7E-99CF-02456ED4601A}" type="parTrans" cxnId="{156C4082-B999-4E78-A1D2-BA9392B1C59C}">
      <dgm:prSet/>
      <dgm:spPr/>
      <dgm:t>
        <a:bodyPr/>
        <a:lstStyle/>
        <a:p>
          <a:endParaRPr lang="uk-UA"/>
        </a:p>
      </dgm:t>
    </dgm:pt>
    <dgm:pt modelId="{D68E6CC1-02C4-4F92-9199-11CDF14702DC}" type="sibTrans" cxnId="{156C4082-B999-4E78-A1D2-BA9392B1C59C}">
      <dgm:prSet/>
      <dgm:spPr/>
      <dgm:t>
        <a:bodyPr/>
        <a:lstStyle/>
        <a:p>
          <a:endParaRPr lang="uk-UA"/>
        </a:p>
      </dgm:t>
    </dgm:pt>
    <dgm:pt modelId="{1DD8C80E-39B5-457A-9390-61B3FA309D12}">
      <dgm:prSet/>
      <dgm:spPr/>
      <dgm:t>
        <a:bodyPr/>
        <a:lstStyle/>
        <a:p>
          <a:r>
            <a:rPr lang="uk-UA" b="0" i="0"/>
            <a:t>Фанагорія</a:t>
          </a:r>
          <a:endParaRPr lang="uk-UA"/>
        </a:p>
      </dgm:t>
    </dgm:pt>
    <dgm:pt modelId="{5DDC66EC-22BB-4069-B94A-57152943519B}" type="parTrans" cxnId="{EC3DB13A-F97A-4A97-B0C6-1328AD399B8F}">
      <dgm:prSet/>
      <dgm:spPr/>
      <dgm:t>
        <a:bodyPr/>
        <a:lstStyle/>
        <a:p>
          <a:endParaRPr lang="uk-UA"/>
        </a:p>
      </dgm:t>
    </dgm:pt>
    <dgm:pt modelId="{362BA3A1-6638-4CA9-B5D8-0B2E4D873ABB}" type="sibTrans" cxnId="{EC3DB13A-F97A-4A97-B0C6-1328AD399B8F}">
      <dgm:prSet/>
      <dgm:spPr/>
      <dgm:t>
        <a:bodyPr/>
        <a:lstStyle/>
        <a:p>
          <a:endParaRPr lang="uk-UA"/>
        </a:p>
      </dgm:t>
    </dgm:pt>
    <dgm:pt modelId="{93622A69-D3A1-45DE-A986-CA5A1D6AC98B}" type="pres">
      <dgm:prSet presAssocID="{3DB42EAB-8D88-46FB-9C72-B83A0A4BA02E}" presName="matrix" presStyleCnt="0">
        <dgm:presLayoutVars>
          <dgm:chMax val="1"/>
          <dgm:dir/>
          <dgm:resizeHandles val="exact"/>
        </dgm:presLayoutVars>
      </dgm:prSet>
      <dgm:spPr/>
    </dgm:pt>
    <dgm:pt modelId="{614A0429-72DC-41D3-A0EC-CC3237582B16}" type="pres">
      <dgm:prSet presAssocID="{3DB42EAB-8D88-46FB-9C72-B83A0A4BA02E}" presName="diamond" presStyleLbl="bgShp" presStyleIdx="0" presStyleCnt="1"/>
      <dgm:spPr/>
    </dgm:pt>
    <dgm:pt modelId="{EC059D93-75A3-406F-A511-7E673ABFDBB3}" type="pres">
      <dgm:prSet presAssocID="{3DB42EAB-8D88-46FB-9C72-B83A0A4BA02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CDA4B92-3A5C-45D8-AFAE-E949C4E147A9}" type="pres">
      <dgm:prSet presAssocID="{3DB42EAB-8D88-46FB-9C72-B83A0A4BA02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A22189E-CE00-4972-8F5E-7F154B72D176}" type="pres">
      <dgm:prSet presAssocID="{3DB42EAB-8D88-46FB-9C72-B83A0A4BA02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D560E2C-40E1-442D-9709-2AC8A024C6A1}" type="pres">
      <dgm:prSet presAssocID="{3DB42EAB-8D88-46FB-9C72-B83A0A4BA02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3B26122-DE37-48FE-A4DD-8F31B5EB00DE}" type="presOf" srcId="{3DB42EAB-8D88-46FB-9C72-B83A0A4BA02E}" destId="{93622A69-D3A1-45DE-A986-CA5A1D6AC98B}" srcOrd="0" destOrd="0" presId="urn:microsoft.com/office/officeart/2005/8/layout/matrix3"/>
    <dgm:cxn modelId="{FC848C28-E7C4-4F59-9682-C92EF2B1C919}" srcId="{3DB42EAB-8D88-46FB-9C72-B83A0A4BA02E}" destId="{5C9A8C7D-AF11-4852-B00D-31F39321BA94}" srcOrd="1" destOrd="0" parTransId="{DCB34BCA-11F2-4814-9261-C42C51E0DD2C}" sibTransId="{A8F472D7-EBAE-4673-8180-72F8D3736E26}"/>
    <dgm:cxn modelId="{EC3DB13A-F97A-4A97-B0C6-1328AD399B8F}" srcId="{3DB42EAB-8D88-46FB-9C72-B83A0A4BA02E}" destId="{1DD8C80E-39B5-457A-9390-61B3FA309D12}" srcOrd="3" destOrd="0" parTransId="{5DDC66EC-22BB-4069-B94A-57152943519B}" sibTransId="{362BA3A1-6638-4CA9-B5D8-0B2E4D873ABB}"/>
    <dgm:cxn modelId="{4692AF40-C14C-4C84-B8ED-F0E254B59633}" type="presOf" srcId="{5C9A8C7D-AF11-4852-B00D-31F39321BA94}" destId="{DCDA4B92-3A5C-45D8-AFAE-E949C4E147A9}" srcOrd="0" destOrd="0" presId="urn:microsoft.com/office/officeart/2005/8/layout/matrix3"/>
    <dgm:cxn modelId="{64A5616C-A4D4-4022-B6BD-86065DD38C88}" type="presOf" srcId="{6BCF70FE-C5A2-4CAB-9373-6DA4C4A94F82}" destId="{7A22189E-CE00-4972-8F5E-7F154B72D176}" srcOrd="0" destOrd="0" presId="urn:microsoft.com/office/officeart/2005/8/layout/matrix3"/>
    <dgm:cxn modelId="{156C4082-B999-4E78-A1D2-BA9392B1C59C}" srcId="{3DB42EAB-8D88-46FB-9C72-B83A0A4BA02E}" destId="{6BCF70FE-C5A2-4CAB-9373-6DA4C4A94F82}" srcOrd="2" destOrd="0" parTransId="{06420D90-3CEE-4B7E-99CF-02456ED4601A}" sibTransId="{D68E6CC1-02C4-4F92-9199-11CDF14702DC}"/>
    <dgm:cxn modelId="{2121C489-E5B5-494C-B070-29870AC38A0E}" type="presOf" srcId="{086A7D33-EF8E-488F-B85D-2E8C282B19C4}" destId="{EC059D93-75A3-406F-A511-7E673ABFDBB3}" srcOrd="0" destOrd="0" presId="urn:microsoft.com/office/officeart/2005/8/layout/matrix3"/>
    <dgm:cxn modelId="{238934C2-BAB6-4872-A657-CCB0803D6A59}" type="presOf" srcId="{1DD8C80E-39B5-457A-9390-61B3FA309D12}" destId="{8D560E2C-40E1-442D-9709-2AC8A024C6A1}" srcOrd="0" destOrd="0" presId="urn:microsoft.com/office/officeart/2005/8/layout/matrix3"/>
    <dgm:cxn modelId="{FD8DBFD3-E141-480B-8F49-9886B83C1503}" srcId="{3DB42EAB-8D88-46FB-9C72-B83A0A4BA02E}" destId="{086A7D33-EF8E-488F-B85D-2E8C282B19C4}" srcOrd="0" destOrd="0" parTransId="{1C2E271B-2B87-4EB9-8744-4A2829DF3146}" sibTransId="{77258611-64D2-4405-B311-A8AD877D5640}"/>
    <dgm:cxn modelId="{161D5472-9A78-49BE-9719-768727584BEB}" type="presParOf" srcId="{93622A69-D3A1-45DE-A986-CA5A1D6AC98B}" destId="{614A0429-72DC-41D3-A0EC-CC3237582B16}" srcOrd="0" destOrd="0" presId="urn:microsoft.com/office/officeart/2005/8/layout/matrix3"/>
    <dgm:cxn modelId="{B6358C18-4D46-453F-AFAD-AE6D364D696D}" type="presParOf" srcId="{93622A69-D3A1-45DE-A986-CA5A1D6AC98B}" destId="{EC059D93-75A3-406F-A511-7E673ABFDBB3}" srcOrd="1" destOrd="0" presId="urn:microsoft.com/office/officeart/2005/8/layout/matrix3"/>
    <dgm:cxn modelId="{5F4138F4-4AD9-4641-ADC3-A5D80B7F1B79}" type="presParOf" srcId="{93622A69-D3A1-45DE-A986-CA5A1D6AC98B}" destId="{DCDA4B92-3A5C-45D8-AFAE-E949C4E147A9}" srcOrd="2" destOrd="0" presId="urn:microsoft.com/office/officeart/2005/8/layout/matrix3"/>
    <dgm:cxn modelId="{857EC793-A387-4F08-9F46-3403AC0A3195}" type="presParOf" srcId="{93622A69-D3A1-45DE-A986-CA5A1D6AC98B}" destId="{7A22189E-CE00-4972-8F5E-7F154B72D176}" srcOrd="3" destOrd="0" presId="urn:microsoft.com/office/officeart/2005/8/layout/matrix3"/>
    <dgm:cxn modelId="{4C0D2D1F-72D3-415A-9874-9662C5ABFFA9}" type="presParOf" srcId="{93622A69-D3A1-45DE-A986-CA5A1D6AC98B}" destId="{8D560E2C-40E1-442D-9709-2AC8A024C6A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398D5827-1D62-42C5-ABC7-154359B4B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9FA1F8C-10B2-4F13-93CC-082A4BEC9E54}">
      <dgm:prSet/>
      <dgm:spPr/>
      <dgm:t>
        <a:bodyPr/>
        <a:lstStyle/>
        <a:p>
          <a:r>
            <a:rPr lang="uk-UA" b="0" i="0"/>
            <a:t>державно-політична незалежність колоній від метрополій</a:t>
          </a:r>
          <a:endParaRPr lang="uk-UA"/>
        </a:p>
      </dgm:t>
    </dgm:pt>
    <dgm:pt modelId="{8D1E51B9-3AF1-43D0-BCD1-A162BBBE2629}" type="parTrans" cxnId="{7811C086-DCAB-488E-B663-057D3964D8B5}">
      <dgm:prSet/>
      <dgm:spPr/>
      <dgm:t>
        <a:bodyPr/>
        <a:lstStyle/>
        <a:p>
          <a:endParaRPr lang="uk-UA"/>
        </a:p>
      </dgm:t>
    </dgm:pt>
    <dgm:pt modelId="{B9294EBC-45CF-4AF8-95FD-BB21AA0BF3FA}" type="sibTrans" cxnId="{7811C086-DCAB-488E-B663-057D3964D8B5}">
      <dgm:prSet/>
      <dgm:spPr/>
      <dgm:t>
        <a:bodyPr/>
        <a:lstStyle/>
        <a:p>
          <a:endParaRPr lang="uk-UA"/>
        </a:p>
      </dgm:t>
    </dgm:pt>
    <dgm:pt modelId="{B5A76041-7F07-400B-8E12-F2D34FC209EF}">
      <dgm:prSet/>
      <dgm:spPr/>
      <dgm:t>
        <a:bodyPr/>
        <a:lstStyle/>
        <a:p>
          <a:r>
            <a:rPr lang="uk-UA" b="0" i="0"/>
            <a:t>федеративне об’єднання всіх міст-держав навколо Ольвії</a:t>
          </a:r>
          <a:endParaRPr lang="uk-UA"/>
        </a:p>
      </dgm:t>
    </dgm:pt>
    <dgm:pt modelId="{E8FF56BD-811C-4E07-A029-2C581E7308F7}" type="parTrans" cxnId="{FE621117-0621-4970-A05E-6F80037ABA6E}">
      <dgm:prSet/>
      <dgm:spPr/>
      <dgm:t>
        <a:bodyPr/>
        <a:lstStyle/>
        <a:p>
          <a:endParaRPr lang="uk-UA"/>
        </a:p>
      </dgm:t>
    </dgm:pt>
    <dgm:pt modelId="{051215B6-E7C3-47C5-BECC-1CE07B02F645}" type="sibTrans" cxnId="{FE621117-0621-4970-A05E-6F80037ABA6E}">
      <dgm:prSet/>
      <dgm:spPr/>
      <dgm:t>
        <a:bodyPr/>
        <a:lstStyle/>
        <a:p>
          <a:endParaRPr lang="uk-UA"/>
        </a:p>
      </dgm:t>
    </dgm:pt>
    <dgm:pt modelId="{2017CA4B-0325-4129-875A-FA4DCB3E145B}">
      <dgm:prSet/>
      <dgm:spPr/>
      <dgm:t>
        <a:bodyPr/>
        <a:lstStyle/>
        <a:p>
          <a:r>
            <a:rPr lang="uk-UA" b="0" i="0"/>
            <a:t>карбування єдиної монети для новозаснованих колоній</a:t>
          </a:r>
          <a:endParaRPr lang="uk-UA"/>
        </a:p>
      </dgm:t>
    </dgm:pt>
    <dgm:pt modelId="{B9B00B96-0C5D-4523-A9FF-F50E79B261C0}" type="parTrans" cxnId="{A572170E-7A08-4DB6-8B2D-631407E25DB9}">
      <dgm:prSet/>
      <dgm:spPr/>
      <dgm:t>
        <a:bodyPr/>
        <a:lstStyle/>
        <a:p>
          <a:endParaRPr lang="uk-UA"/>
        </a:p>
      </dgm:t>
    </dgm:pt>
    <dgm:pt modelId="{F24BE5A9-3C81-4F71-88D7-6DF34ADBB0C9}" type="sibTrans" cxnId="{A572170E-7A08-4DB6-8B2D-631407E25DB9}">
      <dgm:prSet/>
      <dgm:spPr/>
      <dgm:t>
        <a:bodyPr/>
        <a:lstStyle/>
        <a:p>
          <a:endParaRPr lang="uk-UA"/>
        </a:p>
      </dgm:t>
    </dgm:pt>
    <dgm:pt modelId="{FE860EC2-F8DE-48C3-A314-C6EB90360143}">
      <dgm:prSet/>
      <dgm:spPr/>
      <dgm:t>
        <a:bodyPr/>
        <a:lstStyle/>
        <a:p>
          <a:r>
            <a:rPr lang="uk-UA" b="0" i="0"/>
            <a:t>військова залежність міст-держав від місцевих племен</a:t>
          </a:r>
          <a:endParaRPr lang="uk-UA"/>
        </a:p>
      </dgm:t>
    </dgm:pt>
    <dgm:pt modelId="{3CBCE9FE-E32E-4112-A9D6-6C90D328EDAE}" type="parTrans" cxnId="{16E27311-431D-4766-A0EE-A4663D5DB841}">
      <dgm:prSet/>
      <dgm:spPr/>
      <dgm:t>
        <a:bodyPr/>
        <a:lstStyle/>
        <a:p>
          <a:endParaRPr lang="uk-UA"/>
        </a:p>
      </dgm:t>
    </dgm:pt>
    <dgm:pt modelId="{01589EEB-5C18-4F8A-9826-1A0CE68ADEAE}" type="sibTrans" cxnId="{16E27311-431D-4766-A0EE-A4663D5DB841}">
      <dgm:prSet/>
      <dgm:spPr/>
      <dgm:t>
        <a:bodyPr/>
        <a:lstStyle/>
        <a:p>
          <a:endParaRPr lang="uk-UA"/>
        </a:p>
      </dgm:t>
    </dgm:pt>
    <dgm:pt modelId="{A0C5A384-E736-48C4-B8CE-323017EFBB6B}" type="pres">
      <dgm:prSet presAssocID="{398D5827-1D62-42C5-ABC7-154359B4BF5B}" presName="linear" presStyleCnt="0">
        <dgm:presLayoutVars>
          <dgm:animLvl val="lvl"/>
          <dgm:resizeHandles val="exact"/>
        </dgm:presLayoutVars>
      </dgm:prSet>
      <dgm:spPr/>
    </dgm:pt>
    <dgm:pt modelId="{1837B8DF-7752-4DE5-BA8D-E2AC8A1E28B8}" type="pres">
      <dgm:prSet presAssocID="{79FA1F8C-10B2-4F13-93CC-082A4BEC9E5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EC24046-54E6-41A5-866D-9A1715567B1E}" type="pres">
      <dgm:prSet presAssocID="{B9294EBC-45CF-4AF8-95FD-BB21AA0BF3FA}" presName="spacer" presStyleCnt="0"/>
      <dgm:spPr/>
    </dgm:pt>
    <dgm:pt modelId="{ADA325BC-DF1E-40D0-9D53-558C875A1BCE}" type="pres">
      <dgm:prSet presAssocID="{B5A76041-7F07-400B-8E12-F2D34FC209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CCB580C-C212-40FA-A31F-1C2CF160FC84}" type="pres">
      <dgm:prSet presAssocID="{051215B6-E7C3-47C5-BECC-1CE07B02F645}" presName="spacer" presStyleCnt="0"/>
      <dgm:spPr/>
    </dgm:pt>
    <dgm:pt modelId="{F6BB33DA-4177-4041-A6EA-92772A23B993}" type="pres">
      <dgm:prSet presAssocID="{2017CA4B-0325-4129-875A-FA4DCB3E145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0872F31-06AD-44F9-9717-B558EF9FD356}" type="pres">
      <dgm:prSet presAssocID="{F24BE5A9-3C81-4F71-88D7-6DF34ADBB0C9}" presName="spacer" presStyleCnt="0"/>
      <dgm:spPr/>
    </dgm:pt>
    <dgm:pt modelId="{8094761A-32A0-4D0C-8EEF-BD3C26636F5C}" type="pres">
      <dgm:prSet presAssocID="{FE860EC2-F8DE-48C3-A314-C6EB9036014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72170E-7A08-4DB6-8B2D-631407E25DB9}" srcId="{398D5827-1D62-42C5-ABC7-154359B4BF5B}" destId="{2017CA4B-0325-4129-875A-FA4DCB3E145B}" srcOrd="2" destOrd="0" parTransId="{B9B00B96-0C5D-4523-A9FF-F50E79B261C0}" sibTransId="{F24BE5A9-3C81-4F71-88D7-6DF34ADBB0C9}"/>
    <dgm:cxn modelId="{16E27311-431D-4766-A0EE-A4663D5DB841}" srcId="{398D5827-1D62-42C5-ABC7-154359B4BF5B}" destId="{FE860EC2-F8DE-48C3-A314-C6EB90360143}" srcOrd="3" destOrd="0" parTransId="{3CBCE9FE-E32E-4112-A9D6-6C90D328EDAE}" sibTransId="{01589EEB-5C18-4F8A-9826-1A0CE68ADEAE}"/>
    <dgm:cxn modelId="{FE621117-0621-4970-A05E-6F80037ABA6E}" srcId="{398D5827-1D62-42C5-ABC7-154359B4BF5B}" destId="{B5A76041-7F07-400B-8E12-F2D34FC209EF}" srcOrd="1" destOrd="0" parTransId="{E8FF56BD-811C-4E07-A029-2C581E7308F7}" sibTransId="{051215B6-E7C3-47C5-BECC-1CE07B02F645}"/>
    <dgm:cxn modelId="{F442293F-30C5-4349-B316-F236ED6C1370}" type="presOf" srcId="{FE860EC2-F8DE-48C3-A314-C6EB90360143}" destId="{8094761A-32A0-4D0C-8EEF-BD3C26636F5C}" srcOrd="0" destOrd="0" presId="urn:microsoft.com/office/officeart/2005/8/layout/vList2"/>
    <dgm:cxn modelId="{0E0C1A53-4766-471B-B2D3-5AA1C67E05F6}" type="presOf" srcId="{2017CA4B-0325-4129-875A-FA4DCB3E145B}" destId="{F6BB33DA-4177-4041-A6EA-92772A23B993}" srcOrd="0" destOrd="0" presId="urn:microsoft.com/office/officeart/2005/8/layout/vList2"/>
    <dgm:cxn modelId="{A386587C-570F-435D-9098-004B2E3771C5}" type="presOf" srcId="{B5A76041-7F07-400B-8E12-F2D34FC209EF}" destId="{ADA325BC-DF1E-40D0-9D53-558C875A1BCE}" srcOrd="0" destOrd="0" presId="urn:microsoft.com/office/officeart/2005/8/layout/vList2"/>
    <dgm:cxn modelId="{7FE77D82-51E2-46F2-9C3F-559D1EB7E31F}" type="presOf" srcId="{398D5827-1D62-42C5-ABC7-154359B4BF5B}" destId="{A0C5A384-E736-48C4-B8CE-323017EFBB6B}" srcOrd="0" destOrd="0" presId="urn:microsoft.com/office/officeart/2005/8/layout/vList2"/>
    <dgm:cxn modelId="{7811C086-DCAB-488E-B663-057D3964D8B5}" srcId="{398D5827-1D62-42C5-ABC7-154359B4BF5B}" destId="{79FA1F8C-10B2-4F13-93CC-082A4BEC9E54}" srcOrd="0" destOrd="0" parTransId="{8D1E51B9-3AF1-43D0-BCD1-A162BBBE2629}" sibTransId="{B9294EBC-45CF-4AF8-95FD-BB21AA0BF3FA}"/>
    <dgm:cxn modelId="{6A592188-039B-4FA2-944D-D4D82806275C}" type="presOf" srcId="{79FA1F8C-10B2-4F13-93CC-082A4BEC9E54}" destId="{1837B8DF-7752-4DE5-BA8D-E2AC8A1E28B8}" srcOrd="0" destOrd="0" presId="urn:microsoft.com/office/officeart/2005/8/layout/vList2"/>
    <dgm:cxn modelId="{F9928403-FA04-421C-872C-AB176E1059AF}" type="presParOf" srcId="{A0C5A384-E736-48C4-B8CE-323017EFBB6B}" destId="{1837B8DF-7752-4DE5-BA8D-E2AC8A1E28B8}" srcOrd="0" destOrd="0" presId="urn:microsoft.com/office/officeart/2005/8/layout/vList2"/>
    <dgm:cxn modelId="{9DA25E01-728E-4550-B5E9-BA4D61EF549E}" type="presParOf" srcId="{A0C5A384-E736-48C4-B8CE-323017EFBB6B}" destId="{5EC24046-54E6-41A5-866D-9A1715567B1E}" srcOrd="1" destOrd="0" presId="urn:microsoft.com/office/officeart/2005/8/layout/vList2"/>
    <dgm:cxn modelId="{ECFF9ED9-85E0-4F90-9ED2-57B474D322FF}" type="presParOf" srcId="{A0C5A384-E736-48C4-B8CE-323017EFBB6B}" destId="{ADA325BC-DF1E-40D0-9D53-558C875A1BCE}" srcOrd="2" destOrd="0" presId="urn:microsoft.com/office/officeart/2005/8/layout/vList2"/>
    <dgm:cxn modelId="{DC0A6DB8-C3C5-4C07-8A6D-664148BFBA43}" type="presParOf" srcId="{A0C5A384-E736-48C4-B8CE-323017EFBB6B}" destId="{ACCB580C-C212-40FA-A31F-1C2CF160FC84}" srcOrd="3" destOrd="0" presId="urn:microsoft.com/office/officeart/2005/8/layout/vList2"/>
    <dgm:cxn modelId="{8864A081-F0A3-454B-B742-5D32EFB983D5}" type="presParOf" srcId="{A0C5A384-E736-48C4-B8CE-323017EFBB6B}" destId="{F6BB33DA-4177-4041-A6EA-92772A23B993}" srcOrd="4" destOrd="0" presId="urn:microsoft.com/office/officeart/2005/8/layout/vList2"/>
    <dgm:cxn modelId="{99643A71-5393-449A-B036-B7C078A4622A}" type="presParOf" srcId="{A0C5A384-E736-48C4-B8CE-323017EFBB6B}" destId="{10872F31-06AD-44F9-9717-B558EF9FD356}" srcOrd="5" destOrd="0" presId="urn:microsoft.com/office/officeart/2005/8/layout/vList2"/>
    <dgm:cxn modelId="{722FFE8A-278F-43B1-AFD8-370197EEED5A}" type="presParOf" srcId="{A0C5A384-E736-48C4-B8CE-323017EFBB6B}" destId="{8094761A-32A0-4D0C-8EEF-BD3C26636F5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23116D4F-FD18-4AC6-B6A0-BBA5E07738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AC4FE09-18C3-4793-A97C-0B16DC36ED5B}">
      <dgm:prSet/>
      <dgm:spPr/>
      <dgm:t>
        <a:bodyPr/>
        <a:lstStyle/>
        <a:p>
          <a:r>
            <a:rPr lang="uk-UA" b="0" i="0"/>
            <a:t>воєнно-стратегічні</a:t>
          </a:r>
          <a:endParaRPr lang="uk-UA"/>
        </a:p>
      </dgm:t>
    </dgm:pt>
    <dgm:pt modelId="{444911CD-832D-4211-A00E-E5E43B42644C}" type="parTrans" cxnId="{A58584FA-1158-433B-918B-18791F7D1B26}">
      <dgm:prSet/>
      <dgm:spPr/>
      <dgm:t>
        <a:bodyPr/>
        <a:lstStyle/>
        <a:p>
          <a:endParaRPr lang="uk-UA"/>
        </a:p>
      </dgm:t>
    </dgm:pt>
    <dgm:pt modelId="{3870F251-79BB-4BCA-90C3-C263CB050C58}" type="sibTrans" cxnId="{A58584FA-1158-433B-918B-18791F7D1B26}">
      <dgm:prSet/>
      <dgm:spPr/>
      <dgm:t>
        <a:bodyPr/>
        <a:lstStyle/>
        <a:p>
          <a:endParaRPr lang="uk-UA"/>
        </a:p>
      </dgm:t>
    </dgm:pt>
    <dgm:pt modelId="{FFAC988D-6A09-48BD-92D5-DC67389C4837}">
      <dgm:prSet/>
      <dgm:spPr/>
      <dgm:t>
        <a:bodyPr/>
        <a:lstStyle/>
        <a:p>
          <a:r>
            <a:rPr lang="uk-UA" b="0" i="0"/>
            <a:t>суспільно-політичні</a:t>
          </a:r>
          <a:endParaRPr lang="uk-UA"/>
        </a:p>
      </dgm:t>
    </dgm:pt>
    <dgm:pt modelId="{AC4BCF06-0464-42BC-8B23-FA59AE8A90AA}" type="parTrans" cxnId="{B6721B47-FE0E-43E8-ADB5-0A6F0F742898}">
      <dgm:prSet/>
      <dgm:spPr/>
      <dgm:t>
        <a:bodyPr/>
        <a:lstStyle/>
        <a:p>
          <a:endParaRPr lang="uk-UA"/>
        </a:p>
      </dgm:t>
    </dgm:pt>
    <dgm:pt modelId="{FF92765D-4723-4751-BB90-94748DD5969D}" type="sibTrans" cxnId="{B6721B47-FE0E-43E8-ADB5-0A6F0F742898}">
      <dgm:prSet/>
      <dgm:spPr/>
      <dgm:t>
        <a:bodyPr/>
        <a:lstStyle/>
        <a:p>
          <a:endParaRPr lang="uk-UA"/>
        </a:p>
      </dgm:t>
    </dgm:pt>
    <dgm:pt modelId="{CB4A9892-484D-4C1D-90D6-CA30522A86CE}">
      <dgm:prSet/>
      <dgm:spPr/>
      <dgm:t>
        <a:bodyPr/>
        <a:lstStyle/>
        <a:p>
          <a:r>
            <a:rPr lang="uk-UA" b="0" i="0"/>
            <a:t>культурно-ідеологічні</a:t>
          </a:r>
          <a:endParaRPr lang="uk-UA"/>
        </a:p>
      </dgm:t>
    </dgm:pt>
    <dgm:pt modelId="{F8D6276F-DAAD-4C9D-8EB6-AC5BD16BF34D}" type="parTrans" cxnId="{364BE95F-1962-448A-A450-E54F39586293}">
      <dgm:prSet/>
      <dgm:spPr/>
      <dgm:t>
        <a:bodyPr/>
        <a:lstStyle/>
        <a:p>
          <a:endParaRPr lang="uk-UA"/>
        </a:p>
      </dgm:t>
    </dgm:pt>
    <dgm:pt modelId="{D4F44C75-A5EC-43E7-9859-058683D140DA}" type="sibTrans" cxnId="{364BE95F-1962-448A-A450-E54F39586293}">
      <dgm:prSet/>
      <dgm:spPr/>
      <dgm:t>
        <a:bodyPr/>
        <a:lstStyle/>
        <a:p>
          <a:endParaRPr lang="uk-UA"/>
        </a:p>
      </dgm:t>
    </dgm:pt>
    <dgm:pt modelId="{E82ABFE4-469D-40A8-BB43-0E3AE45B7AA1}">
      <dgm:prSet/>
      <dgm:spPr/>
      <dgm:t>
        <a:bodyPr/>
        <a:lstStyle/>
        <a:p>
          <a:r>
            <a:rPr lang="uk-UA" b="0" i="0"/>
            <a:t>соціально-економічні</a:t>
          </a:r>
          <a:endParaRPr lang="uk-UA"/>
        </a:p>
      </dgm:t>
    </dgm:pt>
    <dgm:pt modelId="{3B0F05EA-B010-46A6-86DA-BE5ACFC59B7A}" type="parTrans" cxnId="{72328487-6CA1-49F8-B061-C39BD9DE1ABD}">
      <dgm:prSet/>
      <dgm:spPr/>
      <dgm:t>
        <a:bodyPr/>
        <a:lstStyle/>
        <a:p>
          <a:endParaRPr lang="uk-UA"/>
        </a:p>
      </dgm:t>
    </dgm:pt>
    <dgm:pt modelId="{05D381D8-2B2F-43E3-8B88-BD9EE47AE9C7}" type="sibTrans" cxnId="{72328487-6CA1-49F8-B061-C39BD9DE1ABD}">
      <dgm:prSet/>
      <dgm:spPr/>
      <dgm:t>
        <a:bodyPr/>
        <a:lstStyle/>
        <a:p>
          <a:endParaRPr lang="uk-UA"/>
        </a:p>
      </dgm:t>
    </dgm:pt>
    <dgm:pt modelId="{B48B0010-CB5D-4DF2-9371-EFAA68F8ECC0}" type="pres">
      <dgm:prSet presAssocID="{23116D4F-FD18-4AC6-B6A0-BBA5E07738E6}" presName="linear" presStyleCnt="0">
        <dgm:presLayoutVars>
          <dgm:animLvl val="lvl"/>
          <dgm:resizeHandles val="exact"/>
        </dgm:presLayoutVars>
      </dgm:prSet>
      <dgm:spPr/>
    </dgm:pt>
    <dgm:pt modelId="{945A8A95-9AD9-4D14-B408-70B5CC2F8A34}" type="pres">
      <dgm:prSet presAssocID="{5AC4FE09-18C3-4793-A97C-0B16DC36ED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DFD409-24C1-475C-A1C6-A890F8A00E19}" type="pres">
      <dgm:prSet presAssocID="{3870F251-79BB-4BCA-90C3-C263CB050C58}" presName="spacer" presStyleCnt="0"/>
      <dgm:spPr/>
    </dgm:pt>
    <dgm:pt modelId="{2950DD5A-8324-4059-BF27-D7C79AC03EFC}" type="pres">
      <dgm:prSet presAssocID="{FFAC988D-6A09-48BD-92D5-DC67389C483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84ED166-5101-4F2C-8845-2CC821592549}" type="pres">
      <dgm:prSet presAssocID="{FF92765D-4723-4751-BB90-94748DD5969D}" presName="spacer" presStyleCnt="0"/>
      <dgm:spPr/>
    </dgm:pt>
    <dgm:pt modelId="{488425D4-2C9E-43C9-8CAA-48F2947DA30A}" type="pres">
      <dgm:prSet presAssocID="{CB4A9892-484D-4C1D-90D6-CA30522A86C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B051C1-1011-4DA3-8CBC-45E843124321}" type="pres">
      <dgm:prSet presAssocID="{D4F44C75-A5EC-43E7-9859-058683D140DA}" presName="spacer" presStyleCnt="0"/>
      <dgm:spPr/>
    </dgm:pt>
    <dgm:pt modelId="{3402289C-672E-4BEB-8623-356EB516E065}" type="pres">
      <dgm:prSet presAssocID="{E82ABFE4-469D-40A8-BB43-0E3AE45B7AA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F40C817-9ABF-42AE-A42B-8B03DB889097}" type="presOf" srcId="{E82ABFE4-469D-40A8-BB43-0E3AE45B7AA1}" destId="{3402289C-672E-4BEB-8623-356EB516E065}" srcOrd="0" destOrd="0" presId="urn:microsoft.com/office/officeart/2005/8/layout/vList2"/>
    <dgm:cxn modelId="{364BE95F-1962-448A-A450-E54F39586293}" srcId="{23116D4F-FD18-4AC6-B6A0-BBA5E07738E6}" destId="{CB4A9892-484D-4C1D-90D6-CA30522A86CE}" srcOrd="2" destOrd="0" parTransId="{F8D6276F-DAAD-4C9D-8EB6-AC5BD16BF34D}" sibTransId="{D4F44C75-A5EC-43E7-9859-058683D140DA}"/>
    <dgm:cxn modelId="{B6721B47-FE0E-43E8-ADB5-0A6F0F742898}" srcId="{23116D4F-FD18-4AC6-B6A0-BBA5E07738E6}" destId="{FFAC988D-6A09-48BD-92D5-DC67389C4837}" srcOrd="1" destOrd="0" parTransId="{AC4BCF06-0464-42BC-8B23-FA59AE8A90AA}" sibTransId="{FF92765D-4723-4751-BB90-94748DD5969D}"/>
    <dgm:cxn modelId="{72328487-6CA1-49F8-B061-C39BD9DE1ABD}" srcId="{23116D4F-FD18-4AC6-B6A0-BBA5E07738E6}" destId="{E82ABFE4-469D-40A8-BB43-0E3AE45B7AA1}" srcOrd="3" destOrd="0" parTransId="{3B0F05EA-B010-46A6-86DA-BE5ACFC59B7A}" sibTransId="{05D381D8-2B2F-43E3-8B88-BD9EE47AE9C7}"/>
    <dgm:cxn modelId="{EFB3698F-0C83-4620-B6E5-16FB533DBC23}" type="presOf" srcId="{23116D4F-FD18-4AC6-B6A0-BBA5E07738E6}" destId="{B48B0010-CB5D-4DF2-9371-EFAA68F8ECC0}" srcOrd="0" destOrd="0" presId="urn:microsoft.com/office/officeart/2005/8/layout/vList2"/>
    <dgm:cxn modelId="{2501DC98-5302-443D-888F-08141C920FC1}" type="presOf" srcId="{FFAC988D-6A09-48BD-92D5-DC67389C4837}" destId="{2950DD5A-8324-4059-BF27-D7C79AC03EFC}" srcOrd="0" destOrd="0" presId="urn:microsoft.com/office/officeart/2005/8/layout/vList2"/>
    <dgm:cxn modelId="{A5A10B99-7906-4DD2-A593-254B79692539}" type="presOf" srcId="{5AC4FE09-18C3-4793-A97C-0B16DC36ED5B}" destId="{945A8A95-9AD9-4D14-B408-70B5CC2F8A34}" srcOrd="0" destOrd="0" presId="urn:microsoft.com/office/officeart/2005/8/layout/vList2"/>
    <dgm:cxn modelId="{2AD7B8B1-F173-45C6-8856-3E157F78EF40}" type="presOf" srcId="{CB4A9892-484D-4C1D-90D6-CA30522A86CE}" destId="{488425D4-2C9E-43C9-8CAA-48F2947DA30A}" srcOrd="0" destOrd="0" presId="urn:microsoft.com/office/officeart/2005/8/layout/vList2"/>
    <dgm:cxn modelId="{A58584FA-1158-433B-918B-18791F7D1B26}" srcId="{23116D4F-FD18-4AC6-B6A0-BBA5E07738E6}" destId="{5AC4FE09-18C3-4793-A97C-0B16DC36ED5B}" srcOrd="0" destOrd="0" parTransId="{444911CD-832D-4211-A00E-E5E43B42644C}" sibTransId="{3870F251-79BB-4BCA-90C3-C263CB050C58}"/>
    <dgm:cxn modelId="{70EB6D6E-AEC3-475E-8471-76D1893E7554}" type="presParOf" srcId="{B48B0010-CB5D-4DF2-9371-EFAA68F8ECC0}" destId="{945A8A95-9AD9-4D14-B408-70B5CC2F8A34}" srcOrd="0" destOrd="0" presId="urn:microsoft.com/office/officeart/2005/8/layout/vList2"/>
    <dgm:cxn modelId="{A1C425DD-0144-4168-90E5-D06207B862A4}" type="presParOf" srcId="{B48B0010-CB5D-4DF2-9371-EFAA68F8ECC0}" destId="{27DFD409-24C1-475C-A1C6-A890F8A00E19}" srcOrd="1" destOrd="0" presId="urn:microsoft.com/office/officeart/2005/8/layout/vList2"/>
    <dgm:cxn modelId="{0B1B5D57-BE7B-4B3F-B2ED-F6EE69C1F1E7}" type="presParOf" srcId="{B48B0010-CB5D-4DF2-9371-EFAA68F8ECC0}" destId="{2950DD5A-8324-4059-BF27-D7C79AC03EFC}" srcOrd="2" destOrd="0" presId="urn:microsoft.com/office/officeart/2005/8/layout/vList2"/>
    <dgm:cxn modelId="{85EF0C47-B677-41F2-9E3D-B95E0287B37C}" type="presParOf" srcId="{B48B0010-CB5D-4DF2-9371-EFAA68F8ECC0}" destId="{384ED166-5101-4F2C-8845-2CC821592549}" srcOrd="3" destOrd="0" presId="urn:microsoft.com/office/officeart/2005/8/layout/vList2"/>
    <dgm:cxn modelId="{A1F70DC4-9B1B-495C-84BF-3246D0FD1A00}" type="presParOf" srcId="{B48B0010-CB5D-4DF2-9371-EFAA68F8ECC0}" destId="{488425D4-2C9E-43C9-8CAA-48F2947DA30A}" srcOrd="4" destOrd="0" presId="urn:microsoft.com/office/officeart/2005/8/layout/vList2"/>
    <dgm:cxn modelId="{A80F1E45-FA4F-4537-A8B4-CC92F663FE43}" type="presParOf" srcId="{B48B0010-CB5D-4DF2-9371-EFAA68F8ECC0}" destId="{79B051C1-1011-4DA3-8CBC-45E843124321}" srcOrd="5" destOrd="0" presId="urn:microsoft.com/office/officeart/2005/8/layout/vList2"/>
    <dgm:cxn modelId="{E21FDA3D-CDA7-42F3-8EE4-A329491D662B}" type="presParOf" srcId="{B48B0010-CB5D-4DF2-9371-EFAA68F8ECC0}" destId="{3402289C-672E-4BEB-8623-356EB516E06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01CDCE86-A3C3-4874-891F-EEA6BDB2D7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53DAB9D-0123-4EDE-899E-3F29E1632EFE}">
      <dgm:prSet/>
      <dgm:spPr/>
      <dgm:t>
        <a:bodyPr/>
        <a:lstStyle/>
        <a:p>
          <a:r>
            <a:rPr lang="uk-UA" b="0" i="0"/>
            <a:t>племен скіфів і сарматів.</a:t>
          </a:r>
          <a:endParaRPr lang="uk-UA"/>
        </a:p>
      </dgm:t>
    </dgm:pt>
    <dgm:pt modelId="{21493816-C356-49CD-86DA-F7CE84CE4275}" type="parTrans" cxnId="{0554B829-BA1B-4323-8CDC-F6E659D74BD4}">
      <dgm:prSet/>
      <dgm:spPr/>
      <dgm:t>
        <a:bodyPr/>
        <a:lstStyle/>
        <a:p>
          <a:endParaRPr lang="uk-UA"/>
        </a:p>
      </dgm:t>
    </dgm:pt>
    <dgm:pt modelId="{790133F9-831E-4701-8D0E-E73232F5B867}" type="sibTrans" cxnId="{0554B829-BA1B-4323-8CDC-F6E659D74BD4}">
      <dgm:prSet/>
      <dgm:spPr/>
      <dgm:t>
        <a:bodyPr/>
        <a:lstStyle/>
        <a:p>
          <a:endParaRPr lang="uk-UA"/>
        </a:p>
      </dgm:t>
    </dgm:pt>
    <dgm:pt modelId="{99264DB9-23AD-4733-BB88-6D02C0C5CB74}">
      <dgm:prSet/>
      <dgm:spPr/>
      <dgm:t>
        <a:bodyPr/>
        <a:lstStyle/>
        <a:p>
          <a:r>
            <a:rPr lang="uk-UA" b="0" i="0"/>
            <a:t>населення Київської держави (Русі-України).</a:t>
          </a:r>
          <a:endParaRPr lang="uk-UA"/>
        </a:p>
      </dgm:t>
    </dgm:pt>
    <dgm:pt modelId="{3DDCE7E9-E8C3-47DB-B4A4-2C0E9542F1B5}" type="parTrans" cxnId="{3D480398-B84A-42BD-A09B-0DCE49988D47}">
      <dgm:prSet/>
      <dgm:spPr/>
      <dgm:t>
        <a:bodyPr/>
        <a:lstStyle/>
        <a:p>
          <a:endParaRPr lang="uk-UA"/>
        </a:p>
      </dgm:t>
    </dgm:pt>
    <dgm:pt modelId="{169B0D68-6423-4322-8B47-2C5DDA1F5BCC}" type="sibTrans" cxnId="{3D480398-B84A-42BD-A09B-0DCE49988D47}">
      <dgm:prSet/>
      <dgm:spPr/>
      <dgm:t>
        <a:bodyPr/>
        <a:lstStyle/>
        <a:p>
          <a:endParaRPr lang="uk-UA"/>
        </a:p>
      </dgm:t>
    </dgm:pt>
    <dgm:pt modelId="{F5BC5B4A-5B92-4687-89A3-6EE5D26FB6A7}">
      <dgm:prSet/>
      <dgm:spPr/>
      <dgm:t>
        <a:bodyPr/>
        <a:lstStyle/>
        <a:p>
          <a:r>
            <a:rPr lang="uk-UA" b="0" i="0"/>
            <a:t>племен трипільської культури.</a:t>
          </a:r>
          <a:endParaRPr lang="uk-UA"/>
        </a:p>
      </dgm:t>
    </dgm:pt>
    <dgm:pt modelId="{6D722514-FC5B-46C5-AB96-79D972AAF14E}" type="parTrans" cxnId="{55631BEB-E22D-45F0-9952-145B1DA801CD}">
      <dgm:prSet/>
      <dgm:spPr/>
      <dgm:t>
        <a:bodyPr/>
        <a:lstStyle/>
        <a:p>
          <a:endParaRPr lang="uk-UA"/>
        </a:p>
      </dgm:t>
    </dgm:pt>
    <dgm:pt modelId="{0F7FDE6F-E77F-4623-BDAD-60585ED64DE5}" type="sibTrans" cxnId="{55631BEB-E22D-45F0-9952-145B1DA801CD}">
      <dgm:prSet/>
      <dgm:spPr/>
      <dgm:t>
        <a:bodyPr/>
        <a:lstStyle/>
        <a:p>
          <a:endParaRPr lang="uk-UA"/>
        </a:p>
      </dgm:t>
    </dgm:pt>
    <dgm:pt modelId="{237FD823-12F4-4E7E-BF15-1EF54EBB58D3}">
      <dgm:prSet/>
      <dgm:spPr/>
      <dgm:t>
        <a:bodyPr/>
        <a:lstStyle/>
        <a:p>
          <a:r>
            <a:rPr lang="uk-UA" b="0" i="0"/>
            <a:t>мешканців грецьких міст-держав Північного Причорномор’я.</a:t>
          </a:r>
          <a:endParaRPr lang="uk-UA"/>
        </a:p>
      </dgm:t>
    </dgm:pt>
    <dgm:pt modelId="{FA2E5E2E-1253-4C6B-9AD5-65228F3D7DE0}" type="parTrans" cxnId="{ED068DBE-E800-4B3A-B4C2-AD4988C935BB}">
      <dgm:prSet/>
      <dgm:spPr/>
      <dgm:t>
        <a:bodyPr/>
        <a:lstStyle/>
        <a:p>
          <a:endParaRPr lang="uk-UA"/>
        </a:p>
      </dgm:t>
    </dgm:pt>
    <dgm:pt modelId="{5238820F-235C-4281-8596-2B4DBB5206BC}" type="sibTrans" cxnId="{ED068DBE-E800-4B3A-B4C2-AD4988C935BB}">
      <dgm:prSet/>
      <dgm:spPr/>
      <dgm:t>
        <a:bodyPr/>
        <a:lstStyle/>
        <a:p>
          <a:endParaRPr lang="uk-UA"/>
        </a:p>
      </dgm:t>
    </dgm:pt>
    <dgm:pt modelId="{EE352D82-76FB-414D-8123-799AB12B78EC}" type="pres">
      <dgm:prSet presAssocID="{01CDCE86-A3C3-4874-891F-EEA6BDB2D737}" presName="linear" presStyleCnt="0">
        <dgm:presLayoutVars>
          <dgm:animLvl val="lvl"/>
          <dgm:resizeHandles val="exact"/>
        </dgm:presLayoutVars>
      </dgm:prSet>
      <dgm:spPr/>
    </dgm:pt>
    <dgm:pt modelId="{9F23D89E-A649-48CF-8055-D53D0CF7116B}" type="pres">
      <dgm:prSet presAssocID="{853DAB9D-0123-4EDE-899E-3F29E1632E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C71530-EC69-450A-B3F2-5A83A8946FAE}" type="pres">
      <dgm:prSet presAssocID="{790133F9-831E-4701-8D0E-E73232F5B867}" presName="spacer" presStyleCnt="0"/>
      <dgm:spPr/>
    </dgm:pt>
    <dgm:pt modelId="{7E0BB25C-67C3-45D7-B255-E8054FFDF414}" type="pres">
      <dgm:prSet presAssocID="{99264DB9-23AD-4733-BB88-6D02C0C5CB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2B7D8BC-A9C2-4F02-ABEF-4C41B0F94C73}" type="pres">
      <dgm:prSet presAssocID="{169B0D68-6423-4322-8B47-2C5DDA1F5BCC}" presName="spacer" presStyleCnt="0"/>
      <dgm:spPr/>
    </dgm:pt>
    <dgm:pt modelId="{C0951A06-774E-44F1-87CF-C7175765F393}" type="pres">
      <dgm:prSet presAssocID="{F5BC5B4A-5B92-4687-89A3-6EE5D26FB6A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9DC726-5AF1-4793-8174-C2B5FCE3DD29}" type="pres">
      <dgm:prSet presAssocID="{0F7FDE6F-E77F-4623-BDAD-60585ED64DE5}" presName="spacer" presStyleCnt="0"/>
      <dgm:spPr/>
    </dgm:pt>
    <dgm:pt modelId="{AB7DA5DE-5927-4D6A-823A-B283B86AA5F9}" type="pres">
      <dgm:prSet presAssocID="{237FD823-12F4-4E7E-BF15-1EF54EBB58D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554B829-BA1B-4323-8CDC-F6E659D74BD4}" srcId="{01CDCE86-A3C3-4874-891F-EEA6BDB2D737}" destId="{853DAB9D-0123-4EDE-899E-3F29E1632EFE}" srcOrd="0" destOrd="0" parTransId="{21493816-C356-49CD-86DA-F7CE84CE4275}" sibTransId="{790133F9-831E-4701-8D0E-E73232F5B867}"/>
    <dgm:cxn modelId="{70BD9530-105E-4BC2-B149-2C67EC968BFB}" type="presOf" srcId="{01CDCE86-A3C3-4874-891F-EEA6BDB2D737}" destId="{EE352D82-76FB-414D-8123-799AB12B78EC}" srcOrd="0" destOrd="0" presId="urn:microsoft.com/office/officeart/2005/8/layout/vList2"/>
    <dgm:cxn modelId="{096E3042-4C24-4E83-8259-20793F9F9155}" type="presOf" srcId="{99264DB9-23AD-4733-BB88-6D02C0C5CB74}" destId="{7E0BB25C-67C3-45D7-B255-E8054FFDF414}" srcOrd="0" destOrd="0" presId="urn:microsoft.com/office/officeart/2005/8/layout/vList2"/>
    <dgm:cxn modelId="{3D480398-B84A-42BD-A09B-0DCE49988D47}" srcId="{01CDCE86-A3C3-4874-891F-EEA6BDB2D737}" destId="{99264DB9-23AD-4733-BB88-6D02C0C5CB74}" srcOrd="1" destOrd="0" parTransId="{3DDCE7E9-E8C3-47DB-B4A4-2C0E9542F1B5}" sibTransId="{169B0D68-6423-4322-8B47-2C5DDA1F5BCC}"/>
    <dgm:cxn modelId="{90E0DAB9-7CCC-4A33-A271-B70607B7C5BE}" type="presOf" srcId="{F5BC5B4A-5B92-4687-89A3-6EE5D26FB6A7}" destId="{C0951A06-774E-44F1-87CF-C7175765F393}" srcOrd="0" destOrd="0" presId="urn:microsoft.com/office/officeart/2005/8/layout/vList2"/>
    <dgm:cxn modelId="{ED068DBE-E800-4B3A-B4C2-AD4988C935BB}" srcId="{01CDCE86-A3C3-4874-891F-EEA6BDB2D737}" destId="{237FD823-12F4-4E7E-BF15-1EF54EBB58D3}" srcOrd="3" destOrd="0" parTransId="{FA2E5E2E-1253-4C6B-9AD5-65228F3D7DE0}" sibTransId="{5238820F-235C-4281-8596-2B4DBB5206BC}"/>
    <dgm:cxn modelId="{ED2ADECA-66D2-41E4-BEFD-FE4B2E1856FC}" type="presOf" srcId="{237FD823-12F4-4E7E-BF15-1EF54EBB58D3}" destId="{AB7DA5DE-5927-4D6A-823A-B283B86AA5F9}" srcOrd="0" destOrd="0" presId="urn:microsoft.com/office/officeart/2005/8/layout/vList2"/>
    <dgm:cxn modelId="{903DB7D0-6C24-4EB0-977C-B70C0C04E48F}" type="presOf" srcId="{853DAB9D-0123-4EDE-899E-3F29E1632EFE}" destId="{9F23D89E-A649-48CF-8055-D53D0CF7116B}" srcOrd="0" destOrd="0" presId="urn:microsoft.com/office/officeart/2005/8/layout/vList2"/>
    <dgm:cxn modelId="{55631BEB-E22D-45F0-9952-145B1DA801CD}" srcId="{01CDCE86-A3C3-4874-891F-EEA6BDB2D737}" destId="{F5BC5B4A-5B92-4687-89A3-6EE5D26FB6A7}" srcOrd="2" destOrd="0" parTransId="{6D722514-FC5B-46C5-AB96-79D972AAF14E}" sibTransId="{0F7FDE6F-E77F-4623-BDAD-60585ED64DE5}"/>
    <dgm:cxn modelId="{38206352-9A3A-4E11-988B-9ADBDE09F05B}" type="presParOf" srcId="{EE352D82-76FB-414D-8123-799AB12B78EC}" destId="{9F23D89E-A649-48CF-8055-D53D0CF7116B}" srcOrd="0" destOrd="0" presId="urn:microsoft.com/office/officeart/2005/8/layout/vList2"/>
    <dgm:cxn modelId="{CF8D0448-4D03-4B2D-918F-5F1E0D598178}" type="presParOf" srcId="{EE352D82-76FB-414D-8123-799AB12B78EC}" destId="{B8C71530-EC69-450A-B3F2-5A83A8946FAE}" srcOrd="1" destOrd="0" presId="urn:microsoft.com/office/officeart/2005/8/layout/vList2"/>
    <dgm:cxn modelId="{0FAF34B7-7682-4CDB-8B8C-B23B4949BCF3}" type="presParOf" srcId="{EE352D82-76FB-414D-8123-799AB12B78EC}" destId="{7E0BB25C-67C3-45D7-B255-E8054FFDF414}" srcOrd="2" destOrd="0" presId="urn:microsoft.com/office/officeart/2005/8/layout/vList2"/>
    <dgm:cxn modelId="{4EDF24CB-CE68-4F27-A8C7-B9D1703B3AAD}" type="presParOf" srcId="{EE352D82-76FB-414D-8123-799AB12B78EC}" destId="{82B7D8BC-A9C2-4F02-ABEF-4C41B0F94C73}" srcOrd="3" destOrd="0" presId="urn:microsoft.com/office/officeart/2005/8/layout/vList2"/>
    <dgm:cxn modelId="{F2EDFAB2-16B6-46ED-8CAA-1B265A9CF2FA}" type="presParOf" srcId="{EE352D82-76FB-414D-8123-799AB12B78EC}" destId="{C0951A06-774E-44F1-87CF-C7175765F393}" srcOrd="4" destOrd="0" presId="urn:microsoft.com/office/officeart/2005/8/layout/vList2"/>
    <dgm:cxn modelId="{27FD13C0-4012-4196-A729-1ADF591CF745}" type="presParOf" srcId="{EE352D82-76FB-414D-8123-799AB12B78EC}" destId="{279DC726-5AF1-4793-8174-C2B5FCE3DD29}" srcOrd="5" destOrd="0" presId="urn:microsoft.com/office/officeart/2005/8/layout/vList2"/>
    <dgm:cxn modelId="{6AEEF656-AC70-4F36-B757-D1C1F08BD03D}" type="presParOf" srcId="{EE352D82-76FB-414D-8123-799AB12B78EC}" destId="{AB7DA5DE-5927-4D6A-823A-B283B86AA5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F40C706D-A556-477F-BC73-B9A112290D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D1B2AF1-B782-4D34-BE95-CA1E0F8788E4}">
      <dgm:prSet/>
      <dgm:spPr/>
      <dgm:t>
        <a:bodyPr/>
        <a:lstStyle/>
        <a:p>
          <a:r>
            <a:rPr lang="uk-UA" b="0" i="0"/>
            <a:t>панування сарматів у Причорноморських степах</a:t>
          </a:r>
          <a:endParaRPr lang="uk-UA"/>
        </a:p>
      </dgm:t>
    </dgm:pt>
    <dgm:pt modelId="{1B604949-3BE4-4794-84FB-FD9A7A05FAEF}" type="parTrans" cxnId="{3011645B-9622-4999-B344-080B0E92726B}">
      <dgm:prSet/>
      <dgm:spPr/>
      <dgm:t>
        <a:bodyPr/>
        <a:lstStyle/>
        <a:p>
          <a:endParaRPr lang="uk-UA"/>
        </a:p>
      </dgm:t>
    </dgm:pt>
    <dgm:pt modelId="{6726B2FE-BB10-452B-BBFC-E4B098A2C4E1}" type="sibTrans" cxnId="{3011645B-9622-4999-B344-080B0E92726B}">
      <dgm:prSet/>
      <dgm:spPr/>
      <dgm:t>
        <a:bodyPr/>
        <a:lstStyle/>
        <a:p>
          <a:endParaRPr lang="uk-UA"/>
        </a:p>
      </dgm:t>
    </dgm:pt>
    <dgm:pt modelId="{DF1DE585-FA11-43D5-B3D7-0530B27C1F74}">
      <dgm:prSet/>
      <dgm:spPr/>
      <dgm:t>
        <a:bodyPr/>
        <a:lstStyle/>
        <a:p>
          <a:r>
            <a:rPr lang="uk-UA" b="0" i="0"/>
            <a:t>Велике розселення слов'ян</a:t>
          </a:r>
          <a:endParaRPr lang="uk-UA"/>
        </a:p>
      </dgm:t>
    </dgm:pt>
    <dgm:pt modelId="{1CE45430-B373-47A0-A108-5BFFF6819C6E}" type="parTrans" cxnId="{6FF6B343-7521-4EC6-8A66-E0114D44AF83}">
      <dgm:prSet/>
      <dgm:spPr/>
      <dgm:t>
        <a:bodyPr/>
        <a:lstStyle/>
        <a:p>
          <a:endParaRPr lang="uk-UA"/>
        </a:p>
      </dgm:t>
    </dgm:pt>
    <dgm:pt modelId="{EF75465C-AF4F-493B-A5E0-98203927CE66}" type="sibTrans" cxnId="{6FF6B343-7521-4EC6-8A66-E0114D44AF83}">
      <dgm:prSet/>
      <dgm:spPr/>
      <dgm:t>
        <a:bodyPr/>
        <a:lstStyle/>
        <a:p>
          <a:endParaRPr lang="uk-UA"/>
        </a:p>
      </dgm:t>
    </dgm:pt>
    <dgm:pt modelId="{A8C50037-0682-4277-B4A8-F46FCBD7427D}">
      <dgm:prSet/>
      <dgm:spPr/>
      <dgm:t>
        <a:bodyPr/>
        <a:lstStyle/>
        <a:p>
          <a:r>
            <a:rPr lang="uk-UA" b="0" i="0"/>
            <a:t>початок грецької колонізації Північного Причорномор'я</a:t>
          </a:r>
          <a:endParaRPr lang="uk-UA"/>
        </a:p>
      </dgm:t>
    </dgm:pt>
    <dgm:pt modelId="{6B0694C7-4F2C-4F8B-A0FA-82FE33C36A58}" type="parTrans" cxnId="{4E1BF32D-47E6-4E6C-A28D-34C5BE639272}">
      <dgm:prSet/>
      <dgm:spPr/>
      <dgm:t>
        <a:bodyPr/>
        <a:lstStyle/>
        <a:p>
          <a:endParaRPr lang="uk-UA"/>
        </a:p>
      </dgm:t>
    </dgm:pt>
    <dgm:pt modelId="{5143DC33-496A-44B5-94BD-0E56E8E64F4D}" type="sibTrans" cxnId="{4E1BF32D-47E6-4E6C-A28D-34C5BE639272}">
      <dgm:prSet/>
      <dgm:spPr/>
      <dgm:t>
        <a:bodyPr/>
        <a:lstStyle/>
        <a:p>
          <a:endParaRPr lang="uk-UA"/>
        </a:p>
      </dgm:t>
    </dgm:pt>
    <dgm:pt modelId="{2F7EE16C-FDB3-452D-A5FA-BC66354AFE5E}">
      <dgm:prSet/>
      <dgm:spPr/>
      <dgm:t>
        <a:bodyPr/>
        <a:lstStyle/>
        <a:p>
          <a:r>
            <a:rPr lang="uk-UA" b="0" i="0"/>
            <a:t>розселення племен трипільської культури на території України</a:t>
          </a:r>
          <a:endParaRPr lang="uk-UA"/>
        </a:p>
      </dgm:t>
    </dgm:pt>
    <dgm:pt modelId="{B6DF5301-9D01-4D70-ADA4-6870C4F42EFA}" type="parTrans" cxnId="{B7105F42-C8D4-4BA6-B20C-DACE866D82ED}">
      <dgm:prSet/>
      <dgm:spPr/>
      <dgm:t>
        <a:bodyPr/>
        <a:lstStyle/>
        <a:p>
          <a:endParaRPr lang="uk-UA"/>
        </a:p>
      </dgm:t>
    </dgm:pt>
    <dgm:pt modelId="{DEEA5211-8043-4DE0-B1D4-F720A04CAF20}" type="sibTrans" cxnId="{B7105F42-C8D4-4BA6-B20C-DACE866D82ED}">
      <dgm:prSet/>
      <dgm:spPr/>
      <dgm:t>
        <a:bodyPr/>
        <a:lstStyle/>
        <a:p>
          <a:endParaRPr lang="uk-UA"/>
        </a:p>
      </dgm:t>
    </dgm:pt>
    <dgm:pt modelId="{1BE037F5-0EEF-457E-913B-28D8BC671058}" type="pres">
      <dgm:prSet presAssocID="{F40C706D-A556-477F-BC73-B9A112290D6A}" presName="linear" presStyleCnt="0">
        <dgm:presLayoutVars>
          <dgm:animLvl val="lvl"/>
          <dgm:resizeHandles val="exact"/>
        </dgm:presLayoutVars>
      </dgm:prSet>
      <dgm:spPr/>
    </dgm:pt>
    <dgm:pt modelId="{221CBF6F-8566-493C-AC48-3D2D975AEE10}" type="pres">
      <dgm:prSet presAssocID="{2D1B2AF1-B782-4D34-BE95-CA1E0F8788E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3DC5E18-4D3A-4938-877C-67BF14FF7372}" type="pres">
      <dgm:prSet presAssocID="{6726B2FE-BB10-452B-BBFC-E4B098A2C4E1}" presName="spacer" presStyleCnt="0"/>
      <dgm:spPr/>
    </dgm:pt>
    <dgm:pt modelId="{C6BF94F9-DC39-43D6-A15B-925E5DE9C15B}" type="pres">
      <dgm:prSet presAssocID="{DF1DE585-FA11-43D5-B3D7-0530B27C1F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0F4C691-CBA1-4F3D-99F4-D7A5CCFE7BA5}" type="pres">
      <dgm:prSet presAssocID="{EF75465C-AF4F-493B-A5E0-98203927CE66}" presName="spacer" presStyleCnt="0"/>
      <dgm:spPr/>
    </dgm:pt>
    <dgm:pt modelId="{5278DE49-5BC0-4312-86E7-4EB3800C6950}" type="pres">
      <dgm:prSet presAssocID="{A8C50037-0682-4277-B4A8-F46FCBD7427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892C59-81A9-4217-8210-CE6EDC1CE860}" type="pres">
      <dgm:prSet presAssocID="{5143DC33-496A-44B5-94BD-0E56E8E64F4D}" presName="spacer" presStyleCnt="0"/>
      <dgm:spPr/>
    </dgm:pt>
    <dgm:pt modelId="{58F8BE32-E891-4306-B1D8-94F9384755BC}" type="pres">
      <dgm:prSet presAssocID="{2F7EE16C-FDB3-452D-A5FA-BC66354AFE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B56822B-64D0-43BC-A587-CE607D62F729}" type="presOf" srcId="{2F7EE16C-FDB3-452D-A5FA-BC66354AFE5E}" destId="{58F8BE32-E891-4306-B1D8-94F9384755BC}" srcOrd="0" destOrd="0" presId="urn:microsoft.com/office/officeart/2005/8/layout/vList2"/>
    <dgm:cxn modelId="{4E1BF32D-47E6-4E6C-A28D-34C5BE639272}" srcId="{F40C706D-A556-477F-BC73-B9A112290D6A}" destId="{A8C50037-0682-4277-B4A8-F46FCBD7427D}" srcOrd="2" destOrd="0" parTransId="{6B0694C7-4F2C-4F8B-A0FA-82FE33C36A58}" sibTransId="{5143DC33-496A-44B5-94BD-0E56E8E64F4D}"/>
    <dgm:cxn modelId="{039E9A36-3146-4061-BC14-FC6820999D5E}" type="presOf" srcId="{F40C706D-A556-477F-BC73-B9A112290D6A}" destId="{1BE037F5-0EEF-457E-913B-28D8BC671058}" srcOrd="0" destOrd="0" presId="urn:microsoft.com/office/officeart/2005/8/layout/vList2"/>
    <dgm:cxn modelId="{3011645B-9622-4999-B344-080B0E92726B}" srcId="{F40C706D-A556-477F-BC73-B9A112290D6A}" destId="{2D1B2AF1-B782-4D34-BE95-CA1E0F8788E4}" srcOrd="0" destOrd="0" parTransId="{1B604949-3BE4-4794-84FB-FD9A7A05FAEF}" sibTransId="{6726B2FE-BB10-452B-BBFC-E4B098A2C4E1}"/>
    <dgm:cxn modelId="{B7105F42-C8D4-4BA6-B20C-DACE866D82ED}" srcId="{F40C706D-A556-477F-BC73-B9A112290D6A}" destId="{2F7EE16C-FDB3-452D-A5FA-BC66354AFE5E}" srcOrd="3" destOrd="0" parTransId="{B6DF5301-9D01-4D70-ADA4-6870C4F42EFA}" sibTransId="{DEEA5211-8043-4DE0-B1D4-F720A04CAF20}"/>
    <dgm:cxn modelId="{6FF6B343-7521-4EC6-8A66-E0114D44AF83}" srcId="{F40C706D-A556-477F-BC73-B9A112290D6A}" destId="{DF1DE585-FA11-43D5-B3D7-0530B27C1F74}" srcOrd="1" destOrd="0" parTransId="{1CE45430-B373-47A0-A108-5BFFF6819C6E}" sibTransId="{EF75465C-AF4F-493B-A5E0-98203927CE66}"/>
    <dgm:cxn modelId="{FC5A79C1-7CFE-4964-B438-53DF0F13D8D7}" type="presOf" srcId="{A8C50037-0682-4277-B4A8-F46FCBD7427D}" destId="{5278DE49-5BC0-4312-86E7-4EB3800C6950}" srcOrd="0" destOrd="0" presId="urn:microsoft.com/office/officeart/2005/8/layout/vList2"/>
    <dgm:cxn modelId="{8DAB6CE3-9C25-48FC-94F2-8B61E62EA689}" type="presOf" srcId="{2D1B2AF1-B782-4D34-BE95-CA1E0F8788E4}" destId="{221CBF6F-8566-493C-AC48-3D2D975AEE10}" srcOrd="0" destOrd="0" presId="urn:microsoft.com/office/officeart/2005/8/layout/vList2"/>
    <dgm:cxn modelId="{40BB96ED-F79F-46C8-907A-6C38AEADA460}" type="presOf" srcId="{DF1DE585-FA11-43D5-B3D7-0530B27C1F74}" destId="{C6BF94F9-DC39-43D6-A15B-925E5DE9C15B}" srcOrd="0" destOrd="0" presId="urn:microsoft.com/office/officeart/2005/8/layout/vList2"/>
    <dgm:cxn modelId="{5576D686-1787-4C44-8D18-4B05CB980FF9}" type="presParOf" srcId="{1BE037F5-0EEF-457E-913B-28D8BC671058}" destId="{221CBF6F-8566-493C-AC48-3D2D975AEE10}" srcOrd="0" destOrd="0" presId="urn:microsoft.com/office/officeart/2005/8/layout/vList2"/>
    <dgm:cxn modelId="{6B186270-1C63-4F96-85F9-41B45B36E494}" type="presParOf" srcId="{1BE037F5-0EEF-457E-913B-28D8BC671058}" destId="{33DC5E18-4D3A-4938-877C-67BF14FF7372}" srcOrd="1" destOrd="0" presId="urn:microsoft.com/office/officeart/2005/8/layout/vList2"/>
    <dgm:cxn modelId="{8884162C-0CE8-4E8F-A113-BF5460DF0D15}" type="presParOf" srcId="{1BE037F5-0EEF-457E-913B-28D8BC671058}" destId="{C6BF94F9-DC39-43D6-A15B-925E5DE9C15B}" srcOrd="2" destOrd="0" presId="urn:microsoft.com/office/officeart/2005/8/layout/vList2"/>
    <dgm:cxn modelId="{7E3B4B51-74E3-40C8-AC2E-776980E009D4}" type="presParOf" srcId="{1BE037F5-0EEF-457E-913B-28D8BC671058}" destId="{70F4C691-CBA1-4F3D-99F4-D7A5CCFE7BA5}" srcOrd="3" destOrd="0" presId="urn:microsoft.com/office/officeart/2005/8/layout/vList2"/>
    <dgm:cxn modelId="{21B801FF-F872-4BDA-A9C9-E4E26ABE2A8A}" type="presParOf" srcId="{1BE037F5-0EEF-457E-913B-28D8BC671058}" destId="{5278DE49-5BC0-4312-86E7-4EB3800C6950}" srcOrd="4" destOrd="0" presId="urn:microsoft.com/office/officeart/2005/8/layout/vList2"/>
    <dgm:cxn modelId="{E9EE7414-3155-4BCF-B9C6-F525F65196B3}" type="presParOf" srcId="{1BE037F5-0EEF-457E-913B-28D8BC671058}" destId="{1C892C59-81A9-4217-8210-CE6EDC1CE860}" srcOrd="5" destOrd="0" presId="urn:microsoft.com/office/officeart/2005/8/layout/vList2"/>
    <dgm:cxn modelId="{6BF3E9CC-283E-4DB1-8886-AE6965BE2C71}" type="presParOf" srcId="{1BE037F5-0EEF-457E-913B-28D8BC671058}" destId="{58F8BE32-E891-4306-B1D8-94F9384755B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4357511B-23D5-4CBE-9F33-19B6F6FD5C3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8BC88AE-36BA-48C2-8DB6-7F59F93543F2}">
      <dgm:prSet/>
      <dgm:spPr/>
      <dgm:t>
        <a:bodyPr/>
        <a:lstStyle/>
        <a:p>
          <a:r>
            <a:rPr lang="uk-UA" b="0" i="0"/>
            <a:t>формування загонів важкоозброєної кінноти</a:t>
          </a:r>
          <a:endParaRPr lang="uk-UA"/>
        </a:p>
      </dgm:t>
    </dgm:pt>
    <dgm:pt modelId="{1CBEE207-7113-4C32-8EDE-3D6F0EA096DF}" type="parTrans" cxnId="{817E8B61-6AC4-4B00-96A2-AD0B113BCFB4}">
      <dgm:prSet/>
      <dgm:spPr/>
      <dgm:t>
        <a:bodyPr/>
        <a:lstStyle/>
        <a:p>
          <a:endParaRPr lang="uk-UA"/>
        </a:p>
      </dgm:t>
    </dgm:pt>
    <dgm:pt modelId="{B9015E09-2E26-43E3-8E8B-97687CC4FC24}" type="sibTrans" cxnId="{817E8B61-6AC4-4B00-96A2-AD0B113BCFB4}">
      <dgm:prSet/>
      <dgm:spPr/>
      <dgm:t>
        <a:bodyPr/>
        <a:lstStyle/>
        <a:p>
          <a:endParaRPr lang="uk-UA"/>
        </a:p>
      </dgm:t>
    </dgm:pt>
    <dgm:pt modelId="{75D34624-D236-4E19-B6CA-4B19456D0541}">
      <dgm:prSet/>
      <dgm:spPr/>
      <dgm:t>
        <a:bodyPr/>
        <a:lstStyle/>
        <a:p>
          <a:r>
            <a:rPr lang="uk-UA" b="0" i="0"/>
            <a:t>витіснення кіммерійців на Кримський півострів</a:t>
          </a:r>
          <a:endParaRPr lang="uk-UA"/>
        </a:p>
      </dgm:t>
    </dgm:pt>
    <dgm:pt modelId="{6BF94C97-94C7-469A-8E47-878594D7A1B8}" type="parTrans" cxnId="{DBF298AD-9702-4FD5-9EF6-CA8CC46B2E47}">
      <dgm:prSet/>
      <dgm:spPr/>
      <dgm:t>
        <a:bodyPr/>
        <a:lstStyle/>
        <a:p>
          <a:endParaRPr lang="uk-UA"/>
        </a:p>
      </dgm:t>
    </dgm:pt>
    <dgm:pt modelId="{72C48214-5913-410E-B2E1-1B13C0055CF3}" type="sibTrans" cxnId="{DBF298AD-9702-4FD5-9EF6-CA8CC46B2E47}">
      <dgm:prSet/>
      <dgm:spPr/>
      <dgm:t>
        <a:bodyPr/>
        <a:lstStyle/>
        <a:p>
          <a:endParaRPr lang="uk-UA"/>
        </a:p>
      </dgm:t>
    </dgm:pt>
    <dgm:pt modelId="{A294A717-C610-4305-B9FA-600B6AB64339}">
      <dgm:prSet/>
      <dgm:spPr/>
      <dgm:t>
        <a:bodyPr/>
        <a:lstStyle/>
        <a:p>
          <a:r>
            <a:rPr lang="uk-UA" b="0" i="0"/>
            <a:t>поширення християнства серед панівної верстви суспільства</a:t>
          </a:r>
          <a:endParaRPr lang="uk-UA"/>
        </a:p>
      </dgm:t>
    </dgm:pt>
    <dgm:pt modelId="{8DBC2623-5778-4389-85A9-C1523351A0AE}" type="parTrans" cxnId="{F3B3194C-F311-445F-9593-9B4FA49867E9}">
      <dgm:prSet/>
      <dgm:spPr/>
      <dgm:t>
        <a:bodyPr/>
        <a:lstStyle/>
        <a:p>
          <a:endParaRPr lang="uk-UA"/>
        </a:p>
      </dgm:t>
    </dgm:pt>
    <dgm:pt modelId="{F26B0B4C-37AC-4346-B66D-2B86252F5EC9}" type="sibTrans" cxnId="{F3B3194C-F311-445F-9593-9B4FA49867E9}">
      <dgm:prSet/>
      <dgm:spPr/>
      <dgm:t>
        <a:bodyPr/>
        <a:lstStyle/>
        <a:p>
          <a:endParaRPr lang="uk-UA"/>
        </a:p>
      </dgm:t>
    </dgm:pt>
    <dgm:pt modelId="{8AED0D0B-3AC3-4559-8E7C-1CC84890F187}">
      <dgm:prSet/>
      <dgm:spPr/>
      <dgm:t>
        <a:bodyPr/>
        <a:lstStyle/>
        <a:p>
          <a:r>
            <a:rPr lang="uk-UA" b="0" i="0"/>
            <a:t>збереження пережитків матріархату</a:t>
          </a:r>
          <a:endParaRPr lang="uk-UA"/>
        </a:p>
      </dgm:t>
    </dgm:pt>
    <dgm:pt modelId="{41F4F5A9-311B-416E-91FB-ACD3797D2C49}" type="parTrans" cxnId="{97849CFD-F246-4CC5-97BB-48997AAA7654}">
      <dgm:prSet/>
      <dgm:spPr/>
      <dgm:t>
        <a:bodyPr/>
        <a:lstStyle/>
        <a:p>
          <a:endParaRPr lang="uk-UA"/>
        </a:p>
      </dgm:t>
    </dgm:pt>
    <dgm:pt modelId="{6B0398CC-5A44-423A-AFF2-3021A9956AC4}" type="sibTrans" cxnId="{97849CFD-F246-4CC5-97BB-48997AAA7654}">
      <dgm:prSet/>
      <dgm:spPr/>
      <dgm:t>
        <a:bodyPr/>
        <a:lstStyle/>
        <a:p>
          <a:endParaRPr lang="uk-UA"/>
        </a:p>
      </dgm:t>
    </dgm:pt>
    <dgm:pt modelId="{5F113274-5876-4314-B9F2-4D416AD914F9}" type="pres">
      <dgm:prSet presAssocID="{4357511B-23D5-4CBE-9F33-19B6F6FD5C3A}" presName="linear" presStyleCnt="0">
        <dgm:presLayoutVars>
          <dgm:animLvl val="lvl"/>
          <dgm:resizeHandles val="exact"/>
        </dgm:presLayoutVars>
      </dgm:prSet>
      <dgm:spPr/>
    </dgm:pt>
    <dgm:pt modelId="{CD1E6C82-4227-4ADF-87AD-D6A7CAB94B7F}" type="pres">
      <dgm:prSet presAssocID="{88BC88AE-36BA-48C2-8DB6-7F59F93543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CCEB3E4-5674-40DD-9A0E-0870CB7BBC38}" type="pres">
      <dgm:prSet presAssocID="{B9015E09-2E26-43E3-8E8B-97687CC4FC24}" presName="spacer" presStyleCnt="0"/>
      <dgm:spPr/>
    </dgm:pt>
    <dgm:pt modelId="{9974BA7B-448C-4C99-90B9-B15855DFE24D}" type="pres">
      <dgm:prSet presAssocID="{75D34624-D236-4E19-B6CA-4B19456D05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E9FB40-DF49-42AF-A7BD-62DDCE3EB08F}" type="pres">
      <dgm:prSet presAssocID="{72C48214-5913-410E-B2E1-1B13C0055CF3}" presName="spacer" presStyleCnt="0"/>
      <dgm:spPr/>
    </dgm:pt>
    <dgm:pt modelId="{093F4265-86A0-4F5C-9F98-0A8B8084961D}" type="pres">
      <dgm:prSet presAssocID="{A294A717-C610-4305-B9FA-600B6AB6433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4DC7FB3-07E8-4BA9-B248-F20B92E6E785}" type="pres">
      <dgm:prSet presAssocID="{F26B0B4C-37AC-4346-B66D-2B86252F5EC9}" presName="spacer" presStyleCnt="0"/>
      <dgm:spPr/>
    </dgm:pt>
    <dgm:pt modelId="{8A4C94FA-CEFD-4788-A742-1B0921BA7375}" type="pres">
      <dgm:prSet presAssocID="{8AED0D0B-3AC3-4559-8E7C-1CC84890F18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D092A00-8FF7-4074-AD77-A56642481909}" type="presOf" srcId="{8AED0D0B-3AC3-4559-8E7C-1CC84890F187}" destId="{8A4C94FA-CEFD-4788-A742-1B0921BA7375}" srcOrd="0" destOrd="0" presId="urn:microsoft.com/office/officeart/2005/8/layout/vList2"/>
    <dgm:cxn modelId="{13470216-5402-4456-A372-16CA36A330E4}" type="presOf" srcId="{A294A717-C610-4305-B9FA-600B6AB64339}" destId="{093F4265-86A0-4F5C-9F98-0A8B8084961D}" srcOrd="0" destOrd="0" presId="urn:microsoft.com/office/officeart/2005/8/layout/vList2"/>
    <dgm:cxn modelId="{817E8B61-6AC4-4B00-96A2-AD0B113BCFB4}" srcId="{4357511B-23D5-4CBE-9F33-19B6F6FD5C3A}" destId="{88BC88AE-36BA-48C2-8DB6-7F59F93543F2}" srcOrd="0" destOrd="0" parTransId="{1CBEE207-7113-4C32-8EDE-3D6F0EA096DF}" sibTransId="{B9015E09-2E26-43E3-8E8B-97687CC4FC24}"/>
    <dgm:cxn modelId="{F3B3194C-F311-445F-9593-9B4FA49867E9}" srcId="{4357511B-23D5-4CBE-9F33-19B6F6FD5C3A}" destId="{A294A717-C610-4305-B9FA-600B6AB64339}" srcOrd="2" destOrd="0" parTransId="{8DBC2623-5778-4389-85A9-C1523351A0AE}" sibTransId="{F26B0B4C-37AC-4346-B66D-2B86252F5EC9}"/>
    <dgm:cxn modelId="{97A31E4F-FD61-465C-BA5F-DEE7DBD4DE97}" type="presOf" srcId="{88BC88AE-36BA-48C2-8DB6-7F59F93543F2}" destId="{CD1E6C82-4227-4ADF-87AD-D6A7CAB94B7F}" srcOrd="0" destOrd="0" presId="urn:microsoft.com/office/officeart/2005/8/layout/vList2"/>
    <dgm:cxn modelId="{6F15704F-D9FF-428F-99E4-4D6E8BD8F580}" type="presOf" srcId="{75D34624-D236-4E19-B6CA-4B19456D0541}" destId="{9974BA7B-448C-4C99-90B9-B15855DFE24D}" srcOrd="0" destOrd="0" presId="urn:microsoft.com/office/officeart/2005/8/layout/vList2"/>
    <dgm:cxn modelId="{D8CFCD74-28FC-4467-9C98-32C61FBC9990}" type="presOf" srcId="{4357511B-23D5-4CBE-9F33-19B6F6FD5C3A}" destId="{5F113274-5876-4314-B9F2-4D416AD914F9}" srcOrd="0" destOrd="0" presId="urn:microsoft.com/office/officeart/2005/8/layout/vList2"/>
    <dgm:cxn modelId="{DBF298AD-9702-4FD5-9EF6-CA8CC46B2E47}" srcId="{4357511B-23D5-4CBE-9F33-19B6F6FD5C3A}" destId="{75D34624-D236-4E19-B6CA-4B19456D0541}" srcOrd="1" destOrd="0" parTransId="{6BF94C97-94C7-469A-8E47-878594D7A1B8}" sibTransId="{72C48214-5913-410E-B2E1-1B13C0055CF3}"/>
    <dgm:cxn modelId="{97849CFD-F246-4CC5-97BB-48997AAA7654}" srcId="{4357511B-23D5-4CBE-9F33-19B6F6FD5C3A}" destId="{8AED0D0B-3AC3-4559-8E7C-1CC84890F187}" srcOrd="3" destOrd="0" parTransId="{41F4F5A9-311B-416E-91FB-ACD3797D2C49}" sibTransId="{6B0398CC-5A44-423A-AFF2-3021A9956AC4}"/>
    <dgm:cxn modelId="{E9B15A72-84A4-42A3-9D74-1A13312FE46C}" type="presParOf" srcId="{5F113274-5876-4314-B9F2-4D416AD914F9}" destId="{CD1E6C82-4227-4ADF-87AD-D6A7CAB94B7F}" srcOrd="0" destOrd="0" presId="urn:microsoft.com/office/officeart/2005/8/layout/vList2"/>
    <dgm:cxn modelId="{79E5C62B-44CD-4D9F-82C9-DC20663DF17B}" type="presParOf" srcId="{5F113274-5876-4314-B9F2-4D416AD914F9}" destId="{6CCEB3E4-5674-40DD-9A0E-0870CB7BBC38}" srcOrd="1" destOrd="0" presId="urn:microsoft.com/office/officeart/2005/8/layout/vList2"/>
    <dgm:cxn modelId="{EA1AFFAD-4B02-4746-82EF-350F6205FCA5}" type="presParOf" srcId="{5F113274-5876-4314-B9F2-4D416AD914F9}" destId="{9974BA7B-448C-4C99-90B9-B15855DFE24D}" srcOrd="2" destOrd="0" presId="urn:microsoft.com/office/officeart/2005/8/layout/vList2"/>
    <dgm:cxn modelId="{3285C90B-EA38-40A7-BA70-D5274BFD0C3C}" type="presParOf" srcId="{5F113274-5876-4314-B9F2-4D416AD914F9}" destId="{36E9FB40-DF49-42AF-A7BD-62DDCE3EB08F}" srcOrd="3" destOrd="0" presId="urn:microsoft.com/office/officeart/2005/8/layout/vList2"/>
    <dgm:cxn modelId="{6A9D1B0A-6B6D-4887-A0DA-DE36D4E5F571}" type="presParOf" srcId="{5F113274-5876-4314-B9F2-4D416AD914F9}" destId="{093F4265-86A0-4F5C-9F98-0A8B8084961D}" srcOrd="4" destOrd="0" presId="urn:microsoft.com/office/officeart/2005/8/layout/vList2"/>
    <dgm:cxn modelId="{B45F594E-E199-4CC6-9F0E-DC915A800E5F}" type="presParOf" srcId="{5F113274-5876-4314-B9F2-4D416AD914F9}" destId="{C4DC7FB3-07E8-4BA9-B248-F20B92E6E785}" srcOrd="5" destOrd="0" presId="urn:microsoft.com/office/officeart/2005/8/layout/vList2"/>
    <dgm:cxn modelId="{8208B61E-38AA-464E-9164-A382EB21975D}" type="presParOf" srcId="{5F113274-5876-4314-B9F2-4D416AD914F9}" destId="{8A4C94FA-CEFD-4788-A742-1B0921BA737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F60B7A92-0C74-41D8-8435-B8A88BD7D9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84CE160-CA77-42B5-B1AF-457243FD47F0}">
      <dgm:prSet/>
      <dgm:spPr/>
      <dgm:t>
        <a:bodyPr/>
        <a:lstStyle/>
        <a:p>
          <a:r>
            <a:rPr lang="uk-UA" b="0" i="0"/>
            <a:t>грабіжницькі напади на придунайські провінції Римської імперії</a:t>
          </a:r>
          <a:endParaRPr lang="uk-UA"/>
        </a:p>
      </dgm:t>
    </dgm:pt>
    <dgm:pt modelId="{80FC2748-9AEE-40CB-B02F-0EF566EF51D5}" type="parTrans" cxnId="{A628EAB4-B69B-4241-B9A6-EA9E1AE6535F}">
      <dgm:prSet/>
      <dgm:spPr/>
      <dgm:t>
        <a:bodyPr/>
        <a:lstStyle/>
        <a:p>
          <a:endParaRPr lang="uk-UA"/>
        </a:p>
      </dgm:t>
    </dgm:pt>
    <dgm:pt modelId="{F07F8B1D-A1DD-4944-BF0F-BC11BF74645F}" type="sibTrans" cxnId="{A628EAB4-B69B-4241-B9A6-EA9E1AE6535F}">
      <dgm:prSet/>
      <dgm:spPr/>
      <dgm:t>
        <a:bodyPr/>
        <a:lstStyle/>
        <a:p>
          <a:endParaRPr lang="uk-UA"/>
        </a:p>
      </dgm:t>
    </dgm:pt>
    <dgm:pt modelId="{29C00119-D0E2-4DF1-8119-D188C5162802}">
      <dgm:prSet/>
      <dgm:spPr/>
      <dgm:t>
        <a:bodyPr/>
        <a:lstStyle/>
        <a:p>
          <a:r>
            <a:rPr lang="uk-UA" b="0" i="0"/>
            <a:t>створення рабовласницької держави</a:t>
          </a:r>
          <a:endParaRPr lang="uk-UA"/>
        </a:p>
      </dgm:t>
    </dgm:pt>
    <dgm:pt modelId="{24D3BF45-E67F-4ED8-BD2A-61E322BEB806}" type="parTrans" cxnId="{37EF6AD4-A2BA-4231-A4E4-A8EF81FCD37D}">
      <dgm:prSet/>
      <dgm:spPr/>
      <dgm:t>
        <a:bodyPr/>
        <a:lstStyle/>
        <a:p>
          <a:endParaRPr lang="uk-UA"/>
        </a:p>
      </dgm:t>
    </dgm:pt>
    <dgm:pt modelId="{8C1714AD-4757-418D-B39E-F0FCC392EB93}" type="sibTrans" cxnId="{37EF6AD4-A2BA-4231-A4E4-A8EF81FCD37D}">
      <dgm:prSet/>
      <dgm:spPr/>
      <dgm:t>
        <a:bodyPr/>
        <a:lstStyle/>
        <a:p>
          <a:endParaRPr lang="uk-UA"/>
        </a:p>
      </dgm:t>
    </dgm:pt>
    <dgm:pt modelId="{07488EE6-5585-43FF-BC72-39B690783924}">
      <dgm:prSet/>
      <dgm:spPr/>
      <dgm:t>
        <a:bodyPr/>
        <a:lstStyle/>
        <a:p>
          <a:r>
            <a:rPr lang="uk-UA" b="0" i="0"/>
            <a:t>ведення осілого способу життя</a:t>
          </a:r>
          <a:endParaRPr lang="uk-UA"/>
        </a:p>
      </dgm:t>
    </dgm:pt>
    <dgm:pt modelId="{582BE334-1B55-4C12-93FA-E25537A3A703}" type="parTrans" cxnId="{0386EDD7-40EB-47CF-A0BD-85AAF9A7742D}">
      <dgm:prSet/>
      <dgm:spPr/>
      <dgm:t>
        <a:bodyPr/>
        <a:lstStyle/>
        <a:p>
          <a:endParaRPr lang="uk-UA"/>
        </a:p>
      </dgm:t>
    </dgm:pt>
    <dgm:pt modelId="{E9802B72-3B35-44A9-9230-58F44252EACF}" type="sibTrans" cxnId="{0386EDD7-40EB-47CF-A0BD-85AAF9A7742D}">
      <dgm:prSet/>
      <dgm:spPr/>
      <dgm:t>
        <a:bodyPr/>
        <a:lstStyle/>
        <a:p>
          <a:endParaRPr lang="uk-UA"/>
        </a:p>
      </dgm:t>
    </dgm:pt>
    <dgm:pt modelId="{5C9E1AA9-9018-4599-81A0-474A267FBDD8}" type="pres">
      <dgm:prSet presAssocID="{F60B7A92-0C74-41D8-8435-B8A88BD7D921}" presName="linear" presStyleCnt="0">
        <dgm:presLayoutVars>
          <dgm:animLvl val="lvl"/>
          <dgm:resizeHandles val="exact"/>
        </dgm:presLayoutVars>
      </dgm:prSet>
      <dgm:spPr/>
    </dgm:pt>
    <dgm:pt modelId="{E020B3A4-905C-4B60-9033-F4D3F4AEC191}" type="pres">
      <dgm:prSet presAssocID="{484CE160-CA77-42B5-B1AF-457243FD47F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6D19ED8-CAEB-49D6-AC40-71156DA01DC4}" type="pres">
      <dgm:prSet presAssocID="{F07F8B1D-A1DD-4944-BF0F-BC11BF74645F}" presName="spacer" presStyleCnt="0"/>
      <dgm:spPr/>
    </dgm:pt>
    <dgm:pt modelId="{F3719BC0-3D9C-45F4-9E50-F7C653AC4F07}" type="pres">
      <dgm:prSet presAssocID="{29C00119-D0E2-4DF1-8119-D188C516280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39B4A38-F4CC-42EE-B873-41D2810E6AAC}" type="pres">
      <dgm:prSet presAssocID="{8C1714AD-4757-418D-B39E-F0FCC392EB93}" presName="spacer" presStyleCnt="0"/>
      <dgm:spPr/>
    </dgm:pt>
    <dgm:pt modelId="{25027691-C130-4C9C-9800-ADF6E0018395}" type="pres">
      <dgm:prSet presAssocID="{07488EE6-5585-43FF-BC72-39B69078392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9A2F032-4EB9-48A1-A6C2-91275E6F1300}" type="presOf" srcId="{07488EE6-5585-43FF-BC72-39B690783924}" destId="{25027691-C130-4C9C-9800-ADF6E0018395}" srcOrd="0" destOrd="0" presId="urn:microsoft.com/office/officeart/2005/8/layout/vList2"/>
    <dgm:cxn modelId="{B50C6F36-6FD3-4B2A-A947-C280BEA6E78C}" type="presOf" srcId="{484CE160-CA77-42B5-B1AF-457243FD47F0}" destId="{E020B3A4-905C-4B60-9033-F4D3F4AEC191}" srcOrd="0" destOrd="0" presId="urn:microsoft.com/office/officeart/2005/8/layout/vList2"/>
    <dgm:cxn modelId="{780F755E-8630-4435-AD15-460CA08E2F0F}" type="presOf" srcId="{F60B7A92-0C74-41D8-8435-B8A88BD7D921}" destId="{5C9E1AA9-9018-4599-81A0-474A267FBDD8}" srcOrd="0" destOrd="0" presId="urn:microsoft.com/office/officeart/2005/8/layout/vList2"/>
    <dgm:cxn modelId="{A628EAB4-B69B-4241-B9A6-EA9E1AE6535F}" srcId="{F60B7A92-0C74-41D8-8435-B8A88BD7D921}" destId="{484CE160-CA77-42B5-B1AF-457243FD47F0}" srcOrd="0" destOrd="0" parTransId="{80FC2748-9AEE-40CB-B02F-0EF566EF51D5}" sibTransId="{F07F8B1D-A1DD-4944-BF0F-BC11BF74645F}"/>
    <dgm:cxn modelId="{37EF6AD4-A2BA-4231-A4E4-A8EF81FCD37D}" srcId="{F60B7A92-0C74-41D8-8435-B8A88BD7D921}" destId="{29C00119-D0E2-4DF1-8119-D188C5162802}" srcOrd="1" destOrd="0" parTransId="{24D3BF45-E67F-4ED8-BD2A-61E322BEB806}" sibTransId="{8C1714AD-4757-418D-B39E-F0FCC392EB93}"/>
    <dgm:cxn modelId="{0386EDD7-40EB-47CF-A0BD-85AAF9A7742D}" srcId="{F60B7A92-0C74-41D8-8435-B8A88BD7D921}" destId="{07488EE6-5585-43FF-BC72-39B690783924}" srcOrd="2" destOrd="0" parTransId="{582BE334-1B55-4C12-93FA-E25537A3A703}" sibTransId="{E9802B72-3B35-44A9-9230-58F44252EACF}"/>
    <dgm:cxn modelId="{6E882EE0-4E84-4CC4-A876-E05135134491}" type="presOf" srcId="{29C00119-D0E2-4DF1-8119-D188C5162802}" destId="{F3719BC0-3D9C-45F4-9E50-F7C653AC4F07}" srcOrd="0" destOrd="0" presId="urn:microsoft.com/office/officeart/2005/8/layout/vList2"/>
    <dgm:cxn modelId="{67D67259-1E4D-42EA-9C34-DC694FD663CF}" type="presParOf" srcId="{5C9E1AA9-9018-4599-81A0-474A267FBDD8}" destId="{E020B3A4-905C-4B60-9033-F4D3F4AEC191}" srcOrd="0" destOrd="0" presId="urn:microsoft.com/office/officeart/2005/8/layout/vList2"/>
    <dgm:cxn modelId="{5DBE1FF7-6A86-40FD-AB12-FD88BD58459F}" type="presParOf" srcId="{5C9E1AA9-9018-4599-81A0-474A267FBDD8}" destId="{86D19ED8-CAEB-49D6-AC40-71156DA01DC4}" srcOrd="1" destOrd="0" presId="urn:microsoft.com/office/officeart/2005/8/layout/vList2"/>
    <dgm:cxn modelId="{8FFFAE4D-E321-4128-AB10-D513F996A7E8}" type="presParOf" srcId="{5C9E1AA9-9018-4599-81A0-474A267FBDD8}" destId="{F3719BC0-3D9C-45F4-9E50-F7C653AC4F07}" srcOrd="2" destOrd="0" presId="urn:microsoft.com/office/officeart/2005/8/layout/vList2"/>
    <dgm:cxn modelId="{4E2600CB-F628-4B3D-A8AA-7CA600CE8CBC}" type="presParOf" srcId="{5C9E1AA9-9018-4599-81A0-474A267FBDD8}" destId="{039B4A38-F4CC-42EE-B873-41D2810E6AAC}" srcOrd="3" destOrd="0" presId="urn:microsoft.com/office/officeart/2005/8/layout/vList2"/>
    <dgm:cxn modelId="{57CDF6E8-F062-4502-9B89-68CB37DD09C8}" type="presParOf" srcId="{5C9E1AA9-9018-4599-81A0-474A267FBDD8}" destId="{25027691-C130-4C9C-9800-ADF6E001839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7F8BD4F0-4FB3-4D8E-8ACE-1876F514843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EA790BE-447C-4D48-8EB4-0F9215EB4A54}">
      <dgm:prSet/>
      <dgm:spPr/>
      <dgm:t>
        <a:bodyPr/>
        <a:lstStyle/>
        <a:p>
          <a:r>
            <a:rPr lang="ru-RU" b="0" i="0"/>
            <a:t>Велике розселення слов'ян</a:t>
          </a:r>
          <a:endParaRPr lang="uk-UA"/>
        </a:p>
      </dgm:t>
    </dgm:pt>
    <dgm:pt modelId="{1186EDC2-6DE9-40EE-A9C4-D9518890D4FA}" type="parTrans" cxnId="{DCFF7194-A85E-4F09-80EC-C6E627F7C718}">
      <dgm:prSet/>
      <dgm:spPr/>
      <dgm:t>
        <a:bodyPr/>
        <a:lstStyle/>
        <a:p>
          <a:endParaRPr lang="uk-UA"/>
        </a:p>
      </dgm:t>
    </dgm:pt>
    <dgm:pt modelId="{D6B4ED86-7FAA-430A-B949-814689ABB04E}" type="sibTrans" cxnId="{DCFF7194-A85E-4F09-80EC-C6E627F7C718}">
      <dgm:prSet/>
      <dgm:spPr/>
      <dgm:t>
        <a:bodyPr/>
        <a:lstStyle/>
        <a:p>
          <a:endParaRPr lang="uk-UA"/>
        </a:p>
      </dgm:t>
    </dgm:pt>
    <dgm:pt modelId="{74DEA4B1-9C9E-4F4E-A2B3-A734BADB1FE9}">
      <dgm:prSet/>
      <dgm:spPr/>
      <dgm:t>
        <a:bodyPr/>
        <a:lstStyle/>
        <a:p>
          <a:r>
            <a:rPr lang="ru-RU" b="0" i="0"/>
            <a:t>Велика грецька колонізація</a:t>
          </a:r>
          <a:endParaRPr lang="uk-UA"/>
        </a:p>
      </dgm:t>
    </dgm:pt>
    <dgm:pt modelId="{21EEE959-D117-454A-AA30-F9318A7F4141}" type="parTrans" cxnId="{6E692BBE-F33C-4A89-BBFF-5445CFE3B0BE}">
      <dgm:prSet/>
      <dgm:spPr/>
      <dgm:t>
        <a:bodyPr/>
        <a:lstStyle/>
        <a:p>
          <a:endParaRPr lang="uk-UA"/>
        </a:p>
      </dgm:t>
    </dgm:pt>
    <dgm:pt modelId="{B6303B32-0CAC-4C3B-B6EF-A55CED9B0616}" type="sibTrans" cxnId="{6E692BBE-F33C-4A89-BBFF-5445CFE3B0BE}">
      <dgm:prSet/>
      <dgm:spPr/>
      <dgm:t>
        <a:bodyPr/>
        <a:lstStyle/>
        <a:p>
          <a:endParaRPr lang="uk-UA"/>
        </a:p>
      </dgm:t>
    </dgm:pt>
    <dgm:pt modelId="{15E3ABF3-F575-4F90-8A5D-F9AA93DF12ED}">
      <dgm:prSet/>
      <dgm:spPr/>
      <dgm:t>
        <a:bodyPr/>
        <a:lstStyle/>
        <a:p>
          <a:r>
            <a:rPr lang="ru-RU" b="0" i="0"/>
            <a:t>розпад Великої Скіфії</a:t>
          </a:r>
          <a:endParaRPr lang="uk-UA"/>
        </a:p>
      </dgm:t>
    </dgm:pt>
    <dgm:pt modelId="{8388C041-294A-4342-B045-917F57FA0149}" type="parTrans" cxnId="{AFFDECCE-F274-477F-A316-286CC0554FC3}">
      <dgm:prSet/>
      <dgm:spPr/>
      <dgm:t>
        <a:bodyPr/>
        <a:lstStyle/>
        <a:p>
          <a:endParaRPr lang="uk-UA"/>
        </a:p>
      </dgm:t>
    </dgm:pt>
    <dgm:pt modelId="{977DD827-CF74-4F96-91F2-EEC5C02D7418}" type="sibTrans" cxnId="{AFFDECCE-F274-477F-A316-286CC0554FC3}">
      <dgm:prSet/>
      <dgm:spPr/>
      <dgm:t>
        <a:bodyPr/>
        <a:lstStyle/>
        <a:p>
          <a:endParaRPr lang="uk-UA"/>
        </a:p>
      </dgm:t>
    </dgm:pt>
    <dgm:pt modelId="{8B24778A-6823-4669-B1BB-646F02FBEDB0}">
      <dgm:prSet/>
      <dgm:spPr/>
      <dgm:t>
        <a:bodyPr/>
        <a:lstStyle/>
        <a:p>
          <a:r>
            <a:rPr lang="ru-RU" b="0" i="0"/>
            <a:t>Велике переселення народів</a:t>
          </a:r>
          <a:endParaRPr lang="uk-UA"/>
        </a:p>
      </dgm:t>
    </dgm:pt>
    <dgm:pt modelId="{DE8AD1C6-DEDC-467D-9E80-7AB9F6B3E5B8}" type="parTrans" cxnId="{C38408E9-6923-4A98-83C6-50AE069569D0}">
      <dgm:prSet/>
      <dgm:spPr/>
      <dgm:t>
        <a:bodyPr/>
        <a:lstStyle/>
        <a:p>
          <a:endParaRPr lang="uk-UA"/>
        </a:p>
      </dgm:t>
    </dgm:pt>
    <dgm:pt modelId="{584C43F8-7789-4048-A412-73C862900429}" type="sibTrans" cxnId="{C38408E9-6923-4A98-83C6-50AE069569D0}">
      <dgm:prSet/>
      <dgm:spPr/>
      <dgm:t>
        <a:bodyPr/>
        <a:lstStyle/>
        <a:p>
          <a:endParaRPr lang="uk-UA"/>
        </a:p>
      </dgm:t>
    </dgm:pt>
    <dgm:pt modelId="{041BCE4B-9753-46D5-B00B-4BAE27B5843E}" type="pres">
      <dgm:prSet presAssocID="{7F8BD4F0-4FB3-4D8E-8ACE-1876F5148433}" presName="linear" presStyleCnt="0">
        <dgm:presLayoutVars>
          <dgm:animLvl val="lvl"/>
          <dgm:resizeHandles val="exact"/>
        </dgm:presLayoutVars>
      </dgm:prSet>
      <dgm:spPr/>
    </dgm:pt>
    <dgm:pt modelId="{E5CFC01A-3B5A-46F0-8BCE-ABAB247034AA}" type="pres">
      <dgm:prSet presAssocID="{4EA790BE-447C-4D48-8EB4-0F9215EB4A5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57F2A40-5456-4622-8E57-FCA9E2E812DF}" type="pres">
      <dgm:prSet presAssocID="{D6B4ED86-7FAA-430A-B949-814689ABB04E}" presName="spacer" presStyleCnt="0"/>
      <dgm:spPr/>
    </dgm:pt>
    <dgm:pt modelId="{7A112C32-32F7-45A6-8DDD-F25EF507B4DA}" type="pres">
      <dgm:prSet presAssocID="{74DEA4B1-9C9E-4F4E-A2B3-A734BADB1FE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B6D2D08-531E-4D82-9CD3-F132E16B7E66}" type="pres">
      <dgm:prSet presAssocID="{B6303B32-0CAC-4C3B-B6EF-A55CED9B0616}" presName="spacer" presStyleCnt="0"/>
      <dgm:spPr/>
    </dgm:pt>
    <dgm:pt modelId="{7B6EAF79-64CE-4D49-9654-FF5B196BEA5B}" type="pres">
      <dgm:prSet presAssocID="{15E3ABF3-F575-4F90-8A5D-F9AA93DF12E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83A32F-91CC-4503-9C21-A569B6D924D4}" type="pres">
      <dgm:prSet presAssocID="{977DD827-CF74-4F96-91F2-EEC5C02D7418}" presName="spacer" presStyleCnt="0"/>
      <dgm:spPr/>
    </dgm:pt>
    <dgm:pt modelId="{54C57C04-B027-46FA-9CCD-785A62A716C7}" type="pres">
      <dgm:prSet presAssocID="{8B24778A-6823-4669-B1BB-646F02FBEDB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5D39501-31A4-47D5-A409-4E325CBD904B}" type="presOf" srcId="{7F8BD4F0-4FB3-4D8E-8ACE-1876F5148433}" destId="{041BCE4B-9753-46D5-B00B-4BAE27B5843E}" srcOrd="0" destOrd="0" presId="urn:microsoft.com/office/officeart/2005/8/layout/vList2"/>
    <dgm:cxn modelId="{892BE418-60CC-48F3-A699-28C102F082A0}" type="presOf" srcId="{74DEA4B1-9C9E-4F4E-A2B3-A734BADB1FE9}" destId="{7A112C32-32F7-45A6-8DDD-F25EF507B4DA}" srcOrd="0" destOrd="0" presId="urn:microsoft.com/office/officeart/2005/8/layout/vList2"/>
    <dgm:cxn modelId="{DCFF7194-A85E-4F09-80EC-C6E627F7C718}" srcId="{7F8BD4F0-4FB3-4D8E-8ACE-1876F5148433}" destId="{4EA790BE-447C-4D48-8EB4-0F9215EB4A54}" srcOrd="0" destOrd="0" parTransId="{1186EDC2-6DE9-40EE-A9C4-D9518890D4FA}" sibTransId="{D6B4ED86-7FAA-430A-B949-814689ABB04E}"/>
    <dgm:cxn modelId="{82A44C96-B593-47C1-905F-D42D8DDFBE2F}" type="presOf" srcId="{8B24778A-6823-4669-B1BB-646F02FBEDB0}" destId="{54C57C04-B027-46FA-9CCD-785A62A716C7}" srcOrd="0" destOrd="0" presId="urn:microsoft.com/office/officeart/2005/8/layout/vList2"/>
    <dgm:cxn modelId="{79DC2BBD-E068-4F37-ABD3-E96BE77329B8}" type="presOf" srcId="{4EA790BE-447C-4D48-8EB4-0F9215EB4A54}" destId="{E5CFC01A-3B5A-46F0-8BCE-ABAB247034AA}" srcOrd="0" destOrd="0" presId="urn:microsoft.com/office/officeart/2005/8/layout/vList2"/>
    <dgm:cxn modelId="{6E692BBE-F33C-4A89-BBFF-5445CFE3B0BE}" srcId="{7F8BD4F0-4FB3-4D8E-8ACE-1876F5148433}" destId="{74DEA4B1-9C9E-4F4E-A2B3-A734BADB1FE9}" srcOrd="1" destOrd="0" parTransId="{21EEE959-D117-454A-AA30-F9318A7F4141}" sibTransId="{B6303B32-0CAC-4C3B-B6EF-A55CED9B0616}"/>
    <dgm:cxn modelId="{AFFDECCE-F274-477F-A316-286CC0554FC3}" srcId="{7F8BD4F0-4FB3-4D8E-8ACE-1876F5148433}" destId="{15E3ABF3-F575-4F90-8A5D-F9AA93DF12ED}" srcOrd="2" destOrd="0" parTransId="{8388C041-294A-4342-B045-917F57FA0149}" sibTransId="{977DD827-CF74-4F96-91F2-EEC5C02D7418}"/>
    <dgm:cxn modelId="{C38408E9-6923-4A98-83C6-50AE069569D0}" srcId="{7F8BD4F0-4FB3-4D8E-8ACE-1876F5148433}" destId="{8B24778A-6823-4669-B1BB-646F02FBEDB0}" srcOrd="3" destOrd="0" parTransId="{DE8AD1C6-DEDC-467D-9E80-7AB9F6B3E5B8}" sibTransId="{584C43F8-7789-4048-A412-73C862900429}"/>
    <dgm:cxn modelId="{D78AF4FC-17DC-4F85-B80B-F31EEFECE51D}" type="presOf" srcId="{15E3ABF3-F575-4F90-8A5D-F9AA93DF12ED}" destId="{7B6EAF79-64CE-4D49-9654-FF5B196BEA5B}" srcOrd="0" destOrd="0" presId="urn:microsoft.com/office/officeart/2005/8/layout/vList2"/>
    <dgm:cxn modelId="{EE5FF4AC-BF7F-438C-86CA-CA1BAC407564}" type="presParOf" srcId="{041BCE4B-9753-46D5-B00B-4BAE27B5843E}" destId="{E5CFC01A-3B5A-46F0-8BCE-ABAB247034AA}" srcOrd="0" destOrd="0" presId="urn:microsoft.com/office/officeart/2005/8/layout/vList2"/>
    <dgm:cxn modelId="{EF70EEB1-5FB9-4EBB-9796-9550CA4E30C4}" type="presParOf" srcId="{041BCE4B-9753-46D5-B00B-4BAE27B5843E}" destId="{C57F2A40-5456-4622-8E57-FCA9E2E812DF}" srcOrd="1" destOrd="0" presId="urn:microsoft.com/office/officeart/2005/8/layout/vList2"/>
    <dgm:cxn modelId="{840D5AD3-16DB-4354-99C1-FAA2F001C4A7}" type="presParOf" srcId="{041BCE4B-9753-46D5-B00B-4BAE27B5843E}" destId="{7A112C32-32F7-45A6-8DDD-F25EF507B4DA}" srcOrd="2" destOrd="0" presId="urn:microsoft.com/office/officeart/2005/8/layout/vList2"/>
    <dgm:cxn modelId="{8D8590CC-98BC-4C50-896F-25F915284909}" type="presParOf" srcId="{041BCE4B-9753-46D5-B00B-4BAE27B5843E}" destId="{FB6D2D08-531E-4D82-9CD3-F132E16B7E66}" srcOrd="3" destOrd="0" presId="urn:microsoft.com/office/officeart/2005/8/layout/vList2"/>
    <dgm:cxn modelId="{92F6F1E3-E5A4-406A-8432-51782477D4BE}" type="presParOf" srcId="{041BCE4B-9753-46D5-B00B-4BAE27B5843E}" destId="{7B6EAF79-64CE-4D49-9654-FF5B196BEA5B}" srcOrd="4" destOrd="0" presId="urn:microsoft.com/office/officeart/2005/8/layout/vList2"/>
    <dgm:cxn modelId="{A1D650FF-0273-4F8E-B4B4-9B442CEA81D9}" type="presParOf" srcId="{041BCE4B-9753-46D5-B00B-4BAE27B5843E}" destId="{0383A32F-91CC-4503-9C21-A569B6D924D4}" srcOrd="5" destOrd="0" presId="urn:microsoft.com/office/officeart/2005/8/layout/vList2"/>
    <dgm:cxn modelId="{1D11F2EB-F8BE-4A45-BBC6-479A78215A09}" type="presParOf" srcId="{041BCE4B-9753-46D5-B00B-4BAE27B5843E}" destId="{54C57C04-B027-46FA-9CCD-785A62A716C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36C7AD00-6ED3-43BF-9947-49FA040022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C1AECB6-0E81-41BA-B3E8-692B0A7B14EF}">
      <dgm:prSet/>
      <dgm:spPr/>
      <dgm:t>
        <a:bodyPr/>
        <a:lstStyle/>
        <a:p>
          <a:r>
            <a:rPr lang="uk-UA" b="0" i="0"/>
            <a:t>І ст. до н. е. — І ст. н. е.</a:t>
          </a:r>
          <a:endParaRPr lang="uk-UA"/>
        </a:p>
      </dgm:t>
    </dgm:pt>
    <dgm:pt modelId="{70937FB0-0658-4563-BB24-EDB75B480CE7}" type="parTrans" cxnId="{363233C4-C8E4-4D2D-985A-7845F39C16D2}">
      <dgm:prSet/>
      <dgm:spPr/>
      <dgm:t>
        <a:bodyPr/>
        <a:lstStyle/>
        <a:p>
          <a:endParaRPr lang="uk-UA"/>
        </a:p>
      </dgm:t>
    </dgm:pt>
    <dgm:pt modelId="{B4760910-DDE6-4324-BCFA-A1CFED0F3E84}" type="sibTrans" cxnId="{363233C4-C8E4-4D2D-985A-7845F39C16D2}">
      <dgm:prSet/>
      <dgm:spPr/>
      <dgm:t>
        <a:bodyPr/>
        <a:lstStyle/>
        <a:p>
          <a:endParaRPr lang="uk-UA"/>
        </a:p>
      </dgm:t>
    </dgm:pt>
    <dgm:pt modelId="{FDB48368-F901-4FF3-8EB8-F973AE030C65}">
      <dgm:prSet/>
      <dgm:spPr/>
      <dgm:t>
        <a:bodyPr/>
        <a:lstStyle/>
        <a:p>
          <a:r>
            <a:rPr lang="uk-UA" b="0" i="0"/>
            <a:t>І–ІІ ст.</a:t>
          </a:r>
          <a:endParaRPr lang="uk-UA"/>
        </a:p>
      </dgm:t>
    </dgm:pt>
    <dgm:pt modelId="{3110188D-693A-41F5-829D-EB29838D3AA8}" type="parTrans" cxnId="{F1A40359-935A-47EF-B6F1-19438231705F}">
      <dgm:prSet/>
      <dgm:spPr/>
      <dgm:t>
        <a:bodyPr/>
        <a:lstStyle/>
        <a:p>
          <a:endParaRPr lang="uk-UA"/>
        </a:p>
      </dgm:t>
    </dgm:pt>
    <dgm:pt modelId="{CF3C18DF-17C4-4362-BD11-D4753EEB58B9}" type="sibTrans" cxnId="{F1A40359-935A-47EF-B6F1-19438231705F}">
      <dgm:prSet/>
      <dgm:spPr/>
      <dgm:t>
        <a:bodyPr/>
        <a:lstStyle/>
        <a:p>
          <a:endParaRPr lang="uk-UA"/>
        </a:p>
      </dgm:t>
    </dgm:pt>
    <dgm:pt modelId="{7EC36E47-8FBE-4354-9202-EC804C05215A}">
      <dgm:prSet/>
      <dgm:spPr/>
      <dgm:t>
        <a:bodyPr/>
        <a:lstStyle/>
        <a:p>
          <a:r>
            <a:rPr lang="uk-UA" b="0" i="0"/>
            <a:t>ІІІ–</a:t>
          </a:r>
          <a:r>
            <a:rPr lang="en-US" b="0" i="0"/>
            <a:t>IV </a:t>
          </a:r>
          <a:r>
            <a:rPr lang="uk-UA" b="0" i="0"/>
            <a:t>ст.</a:t>
          </a:r>
          <a:endParaRPr lang="uk-UA"/>
        </a:p>
      </dgm:t>
    </dgm:pt>
    <dgm:pt modelId="{0F6129D2-2193-4C6D-8707-CE872C5A8F9E}" type="parTrans" cxnId="{F3733D71-A7C3-4842-9203-916E7B122783}">
      <dgm:prSet/>
      <dgm:spPr/>
      <dgm:t>
        <a:bodyPr/>
        <a:lstStyle/>
        <a:p>
          <a:endParaRPr lang="uk-UA"/>
        </a:p>
      </dgm:t>
    </dgm:pt>
    <dgm:pt modelId="{9622CDA6-2621-4BDA-9FE8-FF39EB8885F6}" type="sibTrans" cxnId="{F3733D71-A7C3-4842-9203-916E7B122783}">
      <dgm:prSet/>
      <dgm:spPr/>
      <dgm:t>
        <a:bodyPr/>
        <a:lstStyle/>
        <a:p>
          <a:endParaRPr lang="uk-UA"/>
        </a:p>
      </dgm:t>
    </dgm:pt>
    <dgm:pt modelId="{5036DF0D-00BB-460C-92F4-E99113320B0B}">
      <dgm:prSet/>
      <dgm:spPr/>
      <dgm:t>
        <a:bodyPr/>
        <a:lstStyle/>
        <a:p>
          <a:r>
            <a:rPr lang="en-US" b="0" i="0"/>
            <a:t>V–VII </a:t>
          </a:r>
          <a:r>
            <a:rPr lang="uk-UA" b="0" i="0"/>
            <a:t>ст.</a:t>
          </a:r>
          <a:endParaRPr lang="uk-UA"/>
        </a:p>
      </dgm:t>
    </dgm:pt>
    <dgm:pt modelId="{B0B6EEAF-77A5-43EE-BB86-ADC0A47C045F}" type="parTrans" cxnId="{D6910B6B-9BF4-4A1D-9153-1407090B7273}">
      <dgm:prSet/>
      <dgm:spPr/>
      <dgm:t>
        <a:bodyPr/>
        <a:lstStyle/>
        <a:p>
          <a:endParaRPr lang="uk-UA"/>
        </a:p>
      </dgm:t>
    </dgm:pt>
    <dgm:pt modelId="{853572EF-2FA3-4807-8B5D-C697249873EF}" type="sibTrans" cxnId="{D6910B6B-9BF4-4A1D-9153-1407090B7273}">
      <dgm:prSet/>
      <dgm:spPr/>
      <dgm:t>
        <a:bodyPr/>
        <a:lstStyle/>
        <a:p>
          <a:endParaRPr lang="uk-UA"/>
        </a:p>
      </dgm:t>
    </dgm:pt>
    <dgm:pt modelId="{5F26573A-7DBD-457F-97AD-0E978DD4DEB3}" type="pres">
      <dgm:prSet presAssocID="{36C7AD00-6ED3-43BF-9947-49FA0400225E}" presName="linear" presStyleCnt="0">
        <dgm:presLayoutVars>
          <dgm:animLvl val="lvl"/>
          <dgm:resizeHandles val="exact"/>
        </dgm:presLayoutVars>
      </dgm:prSet>
      <dgm:spPr/>
    </dgm:pt>
    <dgm:pt modelId="{BE90A92E-E5A5-42C8-8115-68B95E9B13C1}" type="pres">
      <dgm:prSet presAssocID="{9C1AECB6-0E81-41BA-B3E8-692B0A7B14E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D77DDEC-54D5-4E67-AC46-EE896901DAF4}" type="pres">
      <dgm:prSet presAssocID="{B4760910-DDE6-4324-BCFA-A1CFED0F3E84}" presName="spacer" presStyleCnt="0"/>
      <dgm:spPr/>
    </dgm:pt>
    <dgm:pt modelId="{988086B7-072D-41F3-9D95-AB4FEBE379CE}" type="pres">
      <dgm:prSet presAssocID="{FDB48368-F901-4FF3-8EB8-F973AE030C6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4FC3706-1BDB-4984-975F-80AC5A775503}" type="pres">
      <dgm:prSet presAssocID="{CF3C18DF-17C4-4362-BD11-D4753EEB58B9}" presName="spacer" presStyleCnt="0"/>
      <dgm:spPr/>
    </dgm:pt>
    <dgm:pt modelId="{6B0D35A2-25F4-42BF-B678-97797C18A7EB}" type="pres">
      <dgm:prSet presAssocID="{7EC36E47-8FBE-4354-9202-EC804C05215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7358E73-1011-41A4-94DB-B1D460FD9F4D}" type="pres">
      <dgm:prSet presAssocID="{9622CDA6-2621-4BDA-9FE8-FF39EB8885F6}" presName="spacer" presStyleCnt="0"/>
      <dgm:spPr/>
    </dgm:pt>
    <dgm:pt modelId="{6BABFA69-6DC9-4FF2-823A-B9851BF9C602}" type="pres">
      <dgm:prSet presAssocID="{5036DF0D-00BB-460C-92F4-E99113320B0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4FE2D04-2D6D-4B29-9E3F-A8A0939E09FD}" type="presOf" srcId="{FDB48368-F901-4FF3-8EB8-F973AE030C65}" destId="{988086B7-072D-41F3-9D95-AB4FEBE379CE}" srcOrd="0" destOrd="0" presId="urn:microsoft.com/office/officeart/2005/8/layout/vList2"/>
    <dgm:cxn modelId="{7D9FBA25-42FB-4B1B-AEEC-189AF76EB7B6}" type="presOf" srcId="{7EC36E47-8FBE-4354-9202-EC804C05215A}" destId="{6B0D35A2-25F4-42BF-B678-97797C18A7EB}" srcOrd="0" destOrd="0" presId="urn:microsoft.com/office/officeart/2005/8/layout/vList2"/>
    <dgm:cxn modelId="{D6910B6B-9BF4-4A1D-9153-1407090B7273}" srcId="{36C7AD00-6ED3-43BF-9947-49FA0400225E}" destId="{5036DF0D-00BB-460C-92F4-E99113320B0B}" srcOrd="3" destOrd="0" parTransId="{B0B6EEAF-77A5-43EE-BB86-ADC0A47C045F}" sibTransId="{853572EF-2FA3-4807-8B5D-C697249873EF}"/>
    <dgm:cxn modelId="{F3733D71-A7C3-4842-9203-916E7B122783}" srcId="{36C7AD00-6ED3-43BF-9947-49FA0400225E}" destId="{7EC36E47-8FBE-4354-9202-EC804C05215A}" srcOrd="2" destOrd="0" parTransId="{0F6129D2-2193-4C6D-8707-CE872C5A8F9E}" sibTransId="{9622CDA6-2621-4BDA-9FE8-FF39EB8885F6}"/>
    <dgm:cxn modelId="{F1A40359-935A-47EF-B6F1-19438231705F}" srcId="{36C7AD00-6ED3-43BF-9947-49FA0400225E}" destId="{FDB48368-F901-4FF3-8EB8-F973AE030C65}" srcOrd="1" destOrd="0" parTransId="{3110188D-693A-41F5-829D-EB29838D3AA8}" sibTransId="{CF3C18DF-17C4-4362-BD11-D4753EEB58B9}"/>
    <dgm:cxn modelId="{D767769A-7BE9-4A5C-9312-3AFE2C58A6E7}" type="presOf" srcId="{9C1AECB6-0E81-41BA-B3E8-692B0A7B14EF}" destId="{BE90A92E-E5A5-42C8-8115-68B95E9B13C1}" srcOrd="0" destOrd="0" presId="urn:microsoft.com/office/officeart/2005/8/layout/vList2"/>
    <dgm:cxn modelId="{A04DB4AC-952A-49B4-B0FB-D0EB1D4F2ABE}" type="presOf" srcId="{36C7AD00-6ED3-43BF-9947-49FA0400225E}" destId="{5F26573A-7DBD-457F-97AD-0E978DD4DEB3}" srcOrd="0" destOrd="0" presId="urn:microsoft.com/office/officeart/2005/8/layout/vList2"/>
    <dgm:cxn modelId="{DA6A25C1-E368-43D0-B276-ADBAB3510409}" type="presOf" srcId="{5036DF0D-00BB-460C-92F4-E99113320B0B}" destId="{6BABFA69-6DC9-4FF2-823A-B9851BF9C602}" srcOrd="0" destOrd="0" presId="urn:microsoft.com/office/officeart/2005/8/layout/vList2"/>
    <dgm:cxn modelId="{363233C4-C8E4-4D2D-985A-7845F39C16D2}" srcId="{36C7AD00-6ED3-43BF-9947-49FA0400225E}" destId="{9C1AECB6-0E81-41BA-B3E8-692B0A7B14EF}" srcOrd="0" destOrd="0" parTransId="{70937FB0-0658-4563-BB24-EDB75B480CE7}" sibTransId="{B4760910-DDE6-4324-BCFA-A1CFED0F3E84}"/>
    <dgm:cxn modelId="{866C46A1-30B2-4712-A1CD-84A0F7CBA005}" type="presParOf" srcId="{5F26573A-7DBD-457F-97AD-0E978DD4DEB3}" destId="{BE90A92E-E5A5-42C8-8115-68B95E9B13C1}" srcOrd="0" destOrd="0" presId="urn:microsoft.com/office/officeart/2005/8/layout/vList2"/>
    <dgm:cxn modelId="{79E8C51D-BDB3-42BB-9414-6D06CC07BA95}" type="presParOf" srcId="{5F26573A-7DBD-457F-97AD-0E978DD4DEB3}" destId="{1D77DDEC-54D5-4E67-AC46-EE896901DAF4}" srcOrd="1" destOrd="0" presId="urn:microsoft.com/office/officeart/2005/8/layout/vList2"/>
    <dgm:cxn modelId="{33936948-AC8C-438F-8ADA-83FCEDA81FC7}" type="presParOf" srcId="{5F26573A-7DBD-457F-97AD-0E978DD4DEB3}" destId="{988086B7-072D-41F3-9D95-AB4FEBE379CE}" srcOrd="2" destOrd="0" presId="urn:microsoft.com/office/officeart/2005/8/layout/vList2"/>
    <dgm:cxn modelId="{DC57B755-4979-46AA-8174-7CB32D7F2EDF}" type="presParOf" srcId="{5F26573A-7DBD-457F-97AD-0E978DD4DEB3}" destId="{24FC3706-1BDB-4984-975F-80AC5A775503}" srcOrd="3" destOrd="0" presId="urn:microsoft.com/office/officeart/2005/8/layout/vList2"/>
    <dgm:cxn modelId="{6048140A-FBA9-497D-BB1B-0886A946B169}" type="presParOf" srcId="{5F26573A-7DBD-457F-97AD-0E978DD4DEB3}" destId="{6B0D35A2-25F4-42BF-B678-97797C18A7EB}" srcOrd="4" destOrd="0" presId="urn:microsoft.com/office/officeart/2005/8/layout/vList2"/>
    <dgm:cxn modelId="{80013E95-BDAA-48CC-BB7E-3026C2238BE0}" type="presParOf" srcId="{5F26573A-7DBD-457F-97AD-0E978DD4DEB3}" destId="{77358E73-1011-41A4-94DB-B1D460FD9F4D}" srcOrd="5" destOrd="0" presId="urn:microsoft.com/office/officeart/2005/8/layout/vList2"/>
    <dgm:cxn modelId="{9EFB91D4-3387-444A-ABE2-D7E7EEFC56EE}" type="presParOf" srcId="{5F26573A-7DBD-457F-97AD-0E978DD4DEB3}" destId="{6BABFA69-6DC9-4FF2-823A-B9851BF9C60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6A1DD642-EA7F-43F3-B964-3DBDD8A27D5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418D49C-D395-4A27-9B6B-4D4C0D835310}">
      <dgm:prSet/>
      <dgm:spPr/>
      <dgm:t>
        <a:bodyPr/>
        <a:lstStyle/>
        <a:p>
          <a:r>
            <a:rPr lang="en-US" b="0" i="0"/>
            <a:t>I–IV </a:t>
          </a:r>
          <a:r>
            <a:rPr lang="uk-UA" b="0" i="0"/>
            <a:t>ст.</a:t>
          </a:r>
          <a:endParaRPr lang="uk-UA"/>
        </a:p>
      </dgm:t>
    </dgm:pt>
    <dgm:pt modelId="{9B898A7F-06ED-4B5E-A4F7-016D0D35F448}" type="parTrans" cxnId="{8A4DC487-0714-4C86-9789-0843B72BA1BA}">
      <dgm:prSet/>
      <dgm:spPr/>
      <dgm:t>
        <a:bodyPr/>
        <a:lstStyle/>
        <a:p>
          <a:endParaRPr lang="uk-UA"/>
        </a:p>
      </dgm:t>
    </dgm:pt>
    <dgm:pt modelId="{7AE2E5EE-7D1C-45D3-8B68-8397FAA91809}" type="sibTrans" cxnId="{8A4DC487-0714-4C86-9789-0843B72BA1BA}">
      <dgm:prSet/>
      <dgm:spPr/>
      <dgm:t>
        <a:bodyPr/>
        <a:lstStyle/>
        <a:p>
          <a:endParaRPr lang="uk-UA"/>
        </a:p>
      </dgm:t>
    </dgm:pt>
    <dgm:pt modelId="{184B4A18-ABC0-4F01-8E99-ED39071DD846}">
      <dgm:prSet/>
      <dgm:spPr/>
      <dgm:t>
        <a:bodyPr/>
        <a:lstStyle/>
        <a:p>
          <a:r>
            <a:rPr lang="en-US" b="0" i="0"/>
            <a:t>V–VII </a:t>
          </a:r>
          <a:r>
            <a:rPr lang="uk-UA" b="0" i="0"/>
            <a:t>ст.</a:t>
          </a:r>
          <a:endParaRPr lang="uk-UA"/>
        </a:p>
      </dgm:t>
    </dgm:pt>
    <dgm:pt modelId="{00C3C69C-5DF4-4B0B-A379-52BBD0A52A1F}" type="parTrans" cxnId="{E0764C6F-F436-4396-AB1F-CFFD3E5E41FC}">
      <dgm:prSet/>
      <dgm:spPr/>
      <dgm:t>
        <a:bodyPr/>
        <a:lstStyle/>
        <a:p>
          <a:endParaRPr lang="uk-UA"/>
        </a:p>
      </dgm:t>
    </dgm:pt>
    <dgm:pt modelId="{515DF3B7-A02D-40BC-A82C-C186EC617F52}" type="sibTrans" cxnId="{E0764C6F-F436-4396-AB1F-CFFD3E5E41FC}">
      <dgm:prSet/>
      <dgm:spPr/>
      <dgm:t>
        <a:bodyPr/>
        <a:lstStyle/>
        <a:p>
          <a:endParaRPr lang="uk-UA"/>
        </a:p>
      </dgm:t>
    </dgm:pt>
    <dgm:pt modelId="{A8645AD3-8387-4366-BA35-D97861EC51AD}">
      <dgm:prSet/>
      <dgm:spPr/>
      <dgm:t>
        <a:bodyPr/>
        <a:lstStyle/>
        <a:p>
          <a:r>
            <a:rPr lang="en-US" b="0" i="0"/>
            <a:t>VII</a:t>
          </a:r>
          <a:r>
            <a:rPr lang="uk-UA" b="0" i="0"/>
            <a:t>І–</a:t>
          </a:r>
          <a:r>
            <a:rPr lang="en-US" b="0" i="0"/>
            <a:t>IX </a:t>
          </a:r>
          <a:r>
            <a:rPr lang="uk-UA" b="0" i="0"/>
            <a:t>ст.</a:t>
          </a:r>
          <a:endParaRPr lang="uk-UA"/>
        </a:p>
      </dgm:t>
    </dgm:pt>
    <dgm:pt modelId="{38622733-AE57-457F-80B9-60FCCF1C14B1}" type="parTrans" cxnId="{EC08A07D-3DD6-4997-B237-91616E4E6B0C}">
      <dgm:prSet/>
      <dgm:spPr/>
      <dgm:t>
        <a:bodyPr/>
        <a:lstStyle/>
        <a:p>
          <a:endParaRPr lang="uk-UA"/>
        </a:p>
      </dgm:t>
    </dgm:pt>
    <dgm:pt modelId="{DC208929-D034-45D7-9D9D-BB6203E5B850}" type="sibTrans" cxnId="{EC08A07D-3DD6-4997-B237-91616E4E6B0C}">
      <dgm:prSet/>
      <dgm:spPr/>
      <dgm:t>
        <a:bodyPr/>
        <a:lstStyle/>
        <a:p>
          <a:endParaRPr lang="uk-UA"/>
        </a:p>
      </dgm:t>
    </dgm:pt>
    <dgm:pt modelId="{DA618879-72A8-4E9F-B9A5-A177FACEF5C5}">
      <dgm:prSet/>
      <dgm:spPr/>
      <dgm:t>
        <a:bodyPr/>
        <a:lstStyle/>
        <a:p>
          <a:r>
            <a:rPr lang="en-US" b="0" i="0"/>
            <a:t>X–XI </a:t>
          </a:r>
          <a:r>
            <a:rPr lang="uk-UA" b="0" i="0"/>
            <a:t>ст.</a:t>
          </a:r>
          <a:endParaRPr lang="uk-UA"/>
        </a:p>
      </dgm:t>
    </dgm:pt>
    <dgm:pt modelId="{C0BE5C3B-1A06-4A34-8D15-A0184FE92C2F}" type="parTrans" cxnId="{1919304E-7C7C-45D4-9C5F-6B496907CA45}">
      <dgm:prSet/>
      <dgm:spPr/>
      <dgm:t>
        <a:bodyPr/>
        <a:lstStyle/>
        <a:p>
          <a:endParaRPr lang="uk-UA"/>
        </a:p>
      </dgm:t>
    </dgm:pt>
    <dgm:pt modelId="{7EC470A7-CB56-46E8-9D64-B85B3D7DA7FB}" type="sibTrans" cxnId="{1919304E-7C7C-45D4-9C5F-6B496907CA45}">
      <dgm:prSet/>
      <dgm:spPr/>
      <dgm:t>
        <a:bodyPr/>
        <a:lstStyle/>
        <a:p>
          <a:endParaRPr lang="uk-UA"/>
        </a:p>
      </dgm:t>
    </dgm:pt>
    <dgm:pt modelId="{3303935E-6C1A-4139-897B-9030C5D2627E}" type="pres">
      <dgm:prSet presAssocID="{6A1DD642-EA7F-43F3-B964-3DBDD8A27D5D}" presName="matrix" presStyleCnt="0">
        <dgm:presLayoutVars>
          <dgm:chMax val="1"/>
          <dgm:dir/>
          <dgm:resizeHandles val="exact"/>
        </dgm:presLayoutVars>
      </dgm:prSet>
      <dgm:spPr/>
    </dgm:pt>
    <dgm:pt modelId="{02172B46-71E3-46D9-9735-2C93FD81BC5D}" type="pres">
      <dgm:prSet presAssocID="{6A1DD642-EA7F-43F3-B964-3DBDD8A27D5D}" presName="diamond" presStyleLbl="bgShp" presStyleIdx="0" presStyleCnt="1"/>
      <dgm:spPr/>
    </dgm:pt>
    <dgm:pt modelId="{17C3F658-673E-4FE5-B683-AFA0C76156B0}" type="pres">
      <dgm:prSet presAssocID="{6A1DD642-EA7F-43F3-B964-3DBDD8A27D5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2E241C-75A6-4802-9633-6EA3C1F21451}" type="pres">
      <dgm:prSet presAssocID="{6A1DD642-EA7F-43F3-B964-3DBDD8A27D5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4FE4504-5AE5-42E7-8B81-F5D48851947D}" type="pres">
      <dgm:prSet presAssocID="{6A1DD642-EA7F-43F3-B964-3DBDD8A27D5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52BEB6B-6803-43AF-831F-EB9B76403672}" type="pres">
      <dgm:prSet presAssocID="{6A1DD642-EA7F-43F3-B964-3DBDD8A27D5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D971D20-9709-48ED-A1D3-40242F4B647C}" type="presOf" srcId="{184B4A18-ABC0-4F01-8E99-ED39071DD846}" destId="{292E241C-75A6-4802-9633-6EA3C1F21451}" srcOrd="0" destOrd="0" presId="urn:microsoft.com/office/officeart/2005/8/layout/matrix3"/>
    <dgm:cxn modelId="{1919304E-7C7C-45D4-9C5F-6B496907CA45}" srcId="{6A1DD642-EA7F-43F3-B964-3DBDD8A27D5D}" destId="{DA618879-72A8-4E9F-B9A5-A177FACEF5C5}" srcOrd="3" destOrd="0" parTransId="{C0BE5C3B-1A06-4A34-8D15-A0184FE92C2F}" sibTransId="{7EC470A7-CB56-46E8-9D64-B85B3D7DA7FB}"/>
    <dgm:cxn modelId="{E0764C6F-F436-4396-AB1F-CFFD3E5E41FC}" srcId="{6A1DD642-EA7F-43F3-B964-3DBDD8A27D5D}" destId="{184B4A18-ABC0-4F01-8E99-ED39071DD846}" srcOrd="1" destOrd="0" parTransId="{00C3C69C-5DF4-4B0B-A379-52BBD0A52A1F}" sibTransId="{515DF3B7-A02D-40BC-A82C-C186EC617F52}"/>
    <dgm:cxn modelId="{EC08A07D-3DD6-4997-B237-91616E4E6B0C}" srcId="{6A1DD642-EA7F-43F3-B964-3DBDD8A27D5D}" destId="{A8645AD3-8387-4366-BA35-D97861EC51AD}" srcOrd="2" destOrd="0" parTransId="{38622733-AE57-457F-80B9-60FCCF1C14B1}" sibTransId="{DC208929-D034-45D7-9D9D-BB6203E5B850}"/>
    <dgm:cxn modelId="{8A4DC487-0714-4C86-9789-0843B72BA1BA}" srcId="{6A1DD642-EA7F-43F3-B964-3DBDD8A27D5D}" destId="{3418D49C-D395-4A27-9B6B-4D4C0D835310}" srcOrd="0" destOrd="0" parTransId="{9B898A7F-06ED-4B5E-A4F7-016D0D35F448}" sibTransId="{7AE2E5EE-7D1C-45D3-8B68-8397FAA91809}"/>
    <dgm:cxn modelId="{FA00B48A-2F7B-4438-ADB7-8361A693AE22}" type="presOf" srcId="{6A1DD642-EA7F-43F3-B964-3DBDD8A27D5D}" destId="{3303935E-6C1A-4139-897B-9030C5D2627E}" srcOrd="0" destOrd="0" presId="urn:microsoft.com/office/officeart/2005/8/layout/matrix3"/>
    <dgm:cxn modelId="{1B3253AE-BB77-4244-989F-281AA299D01C}" type="presOf" srcId="{3418D49C-D395-4A27-9B6B-4D4C0D835310}" destId="{17C3F658-673E-4FE5-B683-AFA0C76156B0}" srcOrd="0" destOrd="0" presId="urn:microsoft.com/office/officeart/2005/8/layout/matrix3"/>
    <dgm:cxn modelId="{E028ECE2-BA1F-4502-AD10-7051B064ACC9}" type="presOf" srcId="{A8645AD3-8387-4366-BA35-D97861EC51AD}" destId="{84FE4504-5AE5-42E7-8B81-F5D48851947D}" srcOrd="0" destOrd="0" presId="urn:microsoft.com/office/officeart/2005/8/layout/matrix3"/>
    <dgm:cxn modelId="{129552E9-00F1-413F-84F3-0FD29B434156}" type="presOf" srcId="{DA618879-72A8-4E9F-B9A5-A177FACEF5C5}" destId="{F52BEB6B-6803-43AF-831F-EB9B76403672}" srcOrd="0" destOrd="0" presId="urn:microsoft.com/office/officeart/2005/8/layout/matrix3"/>
    <dgm:cxn modelId="{200CCD65-B6F2-44DE-BD52-33FA1761576E}" type="presParOf" srcId="{3303935E-6C1A-4139-897B-9030C5D2627E}" destId="{02172B46-71E3-46D9-9735-2C93FD81BC5D}" srcOrd="0" destOrd="0" presId="urn:microsoft.com/office/officeart/2005/8/layout/matrix3"/>
    <dgm:cxn modelId="{9C34BC13-F186-44B8-A575-EC300B0E27C4}" type="presParOf" srcId="{3303935E-6C1A-4139-897B-9030C5D2627E}" destId="{17C3F658-673E-4FE5-B683-AFA0C76156B0}" srcOrd="1" destOrd="0" presId="urn:microsoft.com/office/officeart/2005/8/layout/matrix3"/>
    <dgm:cxn modelId="{AD619408-524A-40A6-B4F9-185A7E091C33}" type="presParOf" srcId="{3303935E-6C1A-4139-897B-9030C5D2627E}" destId="{292E241C-75A6-4802-9633-6EA3C1F21451}" srcOrd="2" destOrd="0" presId="urn:microsoft.com/office/officeart/2005/8/layout/matrix3"/>
    <dgm:cxn modelId="{BD3C4111-6723-4DA3-B6A3-F2E4A82974E3}" type="presParOf" srcId="{3303935E-6C1A-4139-897B-9030C5D2627E}" destId="{84FE4504-5AE5-42E7-8B81-F5D48851947D}" srcOrd="3" destOrd="0" presId="urn:microsoft.com/office/officeart/2005/8/layout/matrix3"/>
    <dgm:cxn modelId="{6D416D13-C11B-4818-8767-485F7763C667}" type="presParOf" srcId="{3303935E-6C1A-4139-897B-9030C5D2627E}" destId="{F52BEB6B-6803-43AF-831F-EB9B7640367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0C8B9D09-F218-4F1D-849A-EDD98F89AE7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B43D34-C96C-46D8-8FCF-E161705D531E}">
      <dgm:prSet/>
      <dgm:spPr/>
      <dgm:t>
        <a:bodyPr/>
        <a:lstStyle/>
        <a:p>
          <a:r>
            <a:rPr lang="uk-UA" b="0" i="0"/>
            <a:t>Велике розселення слов'ян.</a:t>
          </a:r>
          <a:endParaRPr lang="uk-UA"/>
        </a:p>
      </dgm:t>
    </dgm:pt>
    <dgm:pt modelId="{2A143611-C873-4BB5-954E-00DA5DAD7BBB}" type="parTrans" cxnId="{478035E8-3DF1-456E-A406-ACCAA3F64F4A}">
      <dgm:prSet/>
      <dgm:spPr/>
      <dgm:t>
        <a:bodyPr/>
        <a:lstStyle/>
        <a:p>
          <a:endParaRPr lang="uk-UA"/>
        </a:p>
      </dgm:t>
    </dgm:pt>
    <dgm:pt modelId="{63FCD615-7E32-4887-9001-3540184868DC}" type="sibTrans" cxnId="{478035E8-3DF1-456E-A406-ACCAA3F64F4A}">
      <dgm:prSet/>
      <dgm:spPr/>
      <dgm:t>
        <a:bodyPr/>
        <a:lstStyle/>
        <a:p>
          <a:endParaRPr lang="uk-UA"/>
        </a:p>
      </dgm:t>
    </dgm:pt>
    <dgm:pt modelId="{3DC355ED-676A-45A7-93E5-14AB63EC8945}">
      <dgm:prSet/>
      <dgm:spPr/>
      <dgm:t>
        <a:bodyPr/>
        <a:lstStyle/>
        <a:p>
          <a:r>
            <a:rPr lang="uk-UA" b="0" i="0"/>
            <a:t>походи перших київських князів.</a:t>
          </a:r>
          <a:endParaRPr lang="uk-UA"/>
        </a:p>
      </dgm:t>
    </dgm:pt>
    <dgm:pt modelId="{C380BB9F-4B1A-43A0-83C2-25799A801AC5}" type="parTrans" cxnId="{9D0C3430-4422-48A0-8FBC-231705B35079}">
      <dgm:prSet/>
      <dgm:spPr/>
      <dgm:t>
        <a:bodyPr/>
        <a:lstStyle/>
        <a:p>
          <a:endParaRPr lang="uk-UA"/>
        </a:p>
      </dgm:t>
    </dgm:pt>
    <dgm:pt modelId="{773265B8-ADAF-44A4-8A46-6C020FAE92FF}" type="sibTrans" cxnId="{9D0C3430-4422-48A0-8FBC-231705B35079}">
      <dgm:prSet/>
      <dgm:spPr/>
      <dgm:t>
        <a:bodyPr/>
        <a:lstStyle/>
        <a:p>
          <a:endParaRPr lang="uk-UA"/>
        </a:p>
      </dgm:t>
    </dgm:pt>
    <dgm:pt modelId="{523CC8B0-4BEF-416F-84CC-9BA4A629CB89}">
      <dgm:prSet/>
      <dgm:spPr/>
      <dgm:t>
        <a:bodyPr/>
        <a:lstStyle/>
        <a:p>
          <a:r>
            <a:rPr lang="uk-UA" b="0" i="0"/>
            <a:t>основні шляхи грецької колонізації.</a:t>
          </a:r>
          <a:endParaRPr lang="uk-UA"/>
        </a:p>
      </dgm:t>
    </dgm:pt>
    <dgm:pt modelId="{30046401-B212-44F4-9863-055659271E65}" type="parTrans" cxnId="{0C561A1B-85F9-46C3-A6B5-FDCA65AA394A}">
      <dgm:prSet/>
      <dgm:spPr/>
      <dgm:t>
        <a:bodyPr/>
        <a:lstStyle/>
        <a:p>
          <a:endParaRPr lang="uk-UA"/>
        </a:p>
      </dgm:t>
    </dgm:pt>
    <dgm:pt modelId="{7C7CE910-3A34-4C30-BCEC-184D9FE09826}" type="sibTrans" cxnId="{0C561A1B-85F9-46C3-A6B5-FDCA65AA394A}">
      <dgm:prSet/>
      <dgm:spPr/>
      <dgm:t>
        <a:bodyPr/>
        <a:lstStyle/>
        <a:p>
          <a:endParaRPr lang="uk-UA"/>
        </a:p>
      </dgm:t>
    </dgm:pt>
    <dgm:pt modelId="{7370B293-5352-48B8-B2A5-F3A5A6FA86D8}">
      <dgm:prSet/>
      <dgm:spPr/>
      <dgm:t>
        <a:bodyPr/>
        <a:lstStyle/>
        <a:p>
          <a:r>
            <a:rPr lang="uk-UA" b="0" i="0"/>
            <a:t>військово-торговельні експедиції варягів.</a:t>
          </a:r>
          <a:endParaRPr lang="uk-UA"/>
        </a:p>
      </dgm:t>
    </dgm:pt>
    <dgm:pt modelId="{5069232B-31CE-4AD1-B49C-C334F448C1C9}" type="parTrans" cxnId="{081510C7-26FE-4D65-821D-E60770AFA7A3}">
      <dgm:prSet/>
      <dgm:spPr/>
      <dgm:t>
        <a:bodyPr/>
        <a:lstStyle/>
        <a:p>
          <a:endParaRPr lang="uk-UA"/>
        </a:p>
      </dgm:t>
    </dgm:pt>
    <dgm:pt modelId="{E25373A2-BB6E-462E-BCC1-8DCBBA85068B}" type="sibTrans" cxnId="{081510C7-26FE-4D65-821D-E60770AFA7A3}">
      <dgm:prSet/>
      <dgm:spPr/>
      <dgm:t>
        <a:bodyPr/>
        <a:lstStyle/>
        <a:p>
          <a:endParaRPr lang="uk-UA"/>
        </a:p>
      </dgm:t>
    </dgm:pt>
    <dgm:pt modelId="{E48EF178-A59A-4439-A106-1910A6A78B1C}" type="pres">
      <dgm:prSet presAssocID="{0C8B9D09-F218-4F1D-849A-EDD98F89AE7E}" presName="linear" presStyleCnt="0">
        <dgm:presLayoutVars>
          <dgm:animLvl val="lvl"/>
          <dgm:resizeHandles val="exact"/>
        </dgm:presLayoutVars>
      </dgm:prSet>
      <dgm:spPr/>
    </dgm:pt>
    <dgm:pt modelId="{C7137F88-9D15-4E25-A902-EF5DF395DF41}" type="pres">
      <dgm:prSet presAssocID="{D5B43D34-C96C-46D8-8FCF-E161705D531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ABAFBC5-5FE4-4618-9947-EF3B6AF243D4}" type="pres">
      <dgm:prSet presAssocID="{63FCD615-7E32-4887-9001-3540184868DC}" presName="spacer" presStyleCnt="0"/>
      <dgm:spPr/>
    </dgm:pt>
    <dgm:pt modelId="{485D4A1C-68F3-4859-A00E-79F710F41227}" type="pres">
      <dgm:prSet presAssocID="{3DC355ED-676A-45A7-93E5-14AB63EC89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5D4B9E-CC80-4C99-80EE-742097473EB1}" type="pres">
      <dgm:prSet presAssocID="{773265B8-ADAF-44A4-8A46-6C020FAE92FF}" presName="spacer" presStyleCnt="0"/>
      <dgm:spPr/>
    </dgm:pt>
    <dgm:pt modelId="{888A9279-76DB-43E2-86A2-BB286B65DFD1}" type="pres">
      <dgm:prSet presAssocID="{523CC8B0-4BEF-416F-84CC-9BA4A629CB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DC8973-43E4-4087-A140-F0BAD8312C82}" type="pres">
      <dgm:prSet presAssocID="{7C7CE910-3A34-4C30-BCEC-184D9FE09826}" presName="spacer" presStyleCnt="0"/>
      <dgm:spPr/>
    </dgm:pt>
    <dgm:pt modelId="{6CBB18A6-D73D-4E0D-98C5-3CEFB8D6C365}" type="pres">
      <dgm:prSet presAssocID="{7370B293-5352-48B8-B2A5-F3A5A6FA86D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C561A1B-85F9-46C3-A6B5-FDCA65AA394A}" srcId="{0C8B9D09-F218-4F1D-849A-EDD98F89AE7E}" destId="{523CC8B0-4BEF-416F-84CC-9BA4A629CB89}" srcOrd="2" destOrd="0" parTransId="{30046401-B212-44F4-9863-055659271E65}" sibTransId="{7C7CE910-3A34-4C30-BCEC-184D9FE09826}"/>
    <dgm:cxn modelId="{CFB3212E-C25D-4ED8-988F-594FB4CECCAD}" type="presOf" srcId="{D5B43D34-C96C-46D8-8FCF-E161705D531E}" destId="{C7137F88-9D15-4E25-A902-EF5DF395DF41}" srcOrd="0" destOrd="0" presId="urn:microsoft.com/office/officeart/2005/8/layout/vList2"/>
    <dgm:cxn modelId="{9D0C3430-4422-48A0-8FBC-231705B35079}" srcId="{0C8B9D09-F218-4F1D-849A-EDD98F89AE7E}" destId="{3DC355ED-676A-45A7-93E5-14AB63EC8945}" srcOrd="1" destOrd="0" parTransId="{C380BB9F-4B1A-43A0-83C2-25799A801AC5}" sibTransId="{773265B8-ADAF-44A4-8A46-6C020FAE92FF}"/>
    <dgm:cxn modelId="{4761A6A6-7A31-423B-B375-2CD6476EDC2E}" type="presOf" srcId="{523CC8B0-4BEF-416F-84CC-9BA4A629CB89}" destId="{888A9279-76DB-43E2-86A2-BB286B65DFD1}" srcOrd="0" destOrd="0" presId="urn:microsoft.com/office/officeart/2005/8/layout/vList2"/>
    <dgm:cxn modelId="{2CC09FA8-9056-44BB-916F-986FE313E58A}" type="presOf" srcId="{3DC355ED-676A-45A7-93E5-14AB63EC8945}" destId="{485D4A1C-68F3-4859-A00E-79F710F41227}" srcOrd="0" destOrd="0" presId="urn:microsoft.com/office/officeart/2005/8/layout/vList2"/>
    <dgm:cxn modelId="{01BB61BD-99CC-4C80-A9BC-7FFC808F9022}" type="presOf" srcId="{7370B293-5352-48B8-B2A5-F3A5A6FA86D8}" destId="{6CBB18A6-D73D-4E0D-98C5-3CEFB8D6C365}" srcOrd="0" destOrd="0" presId="urn:microsoft.com/office/officeart/2005/8/layout/vList2"/>
    <dgm:cxn modelId="{081510C7-26FE-4D65-821D-E60770AFA7A3}" srcId="{0C8B9D09-F218-4F1D-849A-EDD98F89AE7E}" destId="{7370B293-5352-48B8-B2A5-F3A5A6FA86D8}" srcOrd="3" destOrd="0" parTransId="{5069232B-31CE-4AD1-B49C-C334F448C1C9}" sibTransId="{E25373A2-BB6E-462E-BCC1-8DCBBA85068B}"/>
    <dgm:cxn modelId="{B4BAB0E6-DAF3-4F4B-8E2C-C4EA8816C25D}" type="presOf" srcId="{0C8B9D09-F218-4F1D-849A-EDD98F89AE7E}" destId="{E48EF178-A59A-4439-A106-1910A6A78B1C}" srcOrd="0" destOrd="0" presId="urn:microsoft.com/office/officeart/2005/8/layout/vList2"/>
    <dgm:cxn modelId="{478035E8-3DF1-456E-A406-ACCAA3F64F4A}" srcId="{0C8B9D09-F218-4F1D-849A-EDD98F89AE7E}" destId="{D5B43D34-C96C-46D8-8FCF-E161705D531E}" srcOrd="0" destOrd="0" parTransId="{2A143611-C873-4BB5-954E-00DA5DAD7BBB}" sibTransId="{63FCD615-7E32-4887-9001-3540184868DC}"/>
    <dgm:cxn modelId="{02C6B9CB-F0DE-4121-BE56-57BECCCB2758}" type="presParOf" srcId="{E48EF178-A59A-4439-A106-1910A6A78B1C}" destId="{C7137F88-9D15-4E25-A902-EF5DF395DF41}" srcOrd="0" destOrd="0" presId="urn:microsoft.com/office/officeart/2005/8/layout/vList2"/>
    <dgm:cxn modelId="{DDA8CAC4-C520-42C7-A4D1-21096830CDE3}" type="presParOf" srcId="{E48EF178-A59A-4439-A106-1910A6A78B1C}" destId="{8ABAFBC5-5FE4-4618-9947-EF3B6AF243D4}" srcOrd="1" destOrd="0" presId="urn:microsoft.com/office/officeart/2005/8/layout/vList2"/>
    <dgm:cxn modelId="{D22D18D1-4CCA-4B11-B89E-2B3FAC22B319}" type="presParOf" srcId="{E48EF178-A59A-4439-A106-1910A6A78B1C}" destId="{485D4A1C-68F3-4859-A00E-79F710F41227}" srcOrd="2" destOrd="0" presId="urn:microsoft.com/office/officeart/2005/8/layout/vList2"/>
    <dgm:cxn modelId="{5BE0F934-DFBA-4A7F-AD1B-6B43C97EC9EE}" type="presParOf" srcId="{E48EF178-A59A-4439-A106-1910A6A78B1C}" destId="{3C5D4B9E-CC80-4C99-80EE-742097473EB1}" srcOrd="3" destOrd="0" presId="urn:microsoft.com/office/officeart/2005/8/layout/vList2"/>
    <dgm:cxn modelId="{106C86C9-F383-4CC2-9CB7-58CAE2D8FD8F}" type="presParOf" srcId="{E48EF178-A59A-4439-A106-1910A6A78B1C}" destId="{888A9279-76DB-43E2-86A2-BB286B65DFD1}" srcOrd="4" destOrd="0" presId="urn:microsoft.com/office/officeart/2005/8/layout/vList2"/>
    <dgm:cxn modelId="{192609AC-D536-4F46-AC06-8985DA09D9F4}" type="presParOf" srcId="{E48EF178-A59A-4439-A106-1910A6A78B1C}" destId="{43DC8973-43E4-4087-A140-F0BAD8312C82}" srcOrd="5" destOrd="0" presId="urn:microsoft.com/office/officeart/2005/8/layout/vList2"/>
    <dgm:cxn modelId="{A5FEEE7D-DE63-4C84-9058-4B538D1DEA36}" type="presParOf" srcId="{E48EF178-A59A-4439-A106-1910A6A78B1C}" destId="{6CBB18A6-D73D-4E0D-98C5-3CEFB8D6C36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5227686C-4AB3-459C-AA4B-7E8EF230867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F1E02C6-BF83-4092-A650-B752535A2142}">
      <dgm:prSet/>
      <dgm:spPr/>
      <dgm:t>
        <a:bodyPr/>
        <a:lstStyle/>
        <a:p>
          <a:r>
            <a:rPr lang="ru-RU" b="0" i="0"/>
            <a:t>венеди</a:t>
          </a:r>
          <a:endParaRPr lang="uk-UA"/>
        </a:p>
      </dgm:t>
    </dgm:pt>
    <dgm:pt modelId="{6FEC4B2F-8C82-4026-91C9-A141258FB6BA}" type="parTrans" cxnId="{0A56A9A7-6AFF-4CC5-9F39-DDBC9A0F5E53}">
      <dgm:prSet/>
      <dgm:spPr/>
      <dgm:t>
        <a:bodyPr/>
        <a:lstStyle/>
        <a:p>
          <a:endParaRPr lang="uk-UA"/>
        </a:p>
      </dgm:t>
    </dgm:pt>
    <dgm:pt modelId="{B146E7F3-14A6-4EB2-BFB0-796C82A5396A}" type="sibTrans" cxnId="{0A56A9A7-6AFF-4CC5-9F39-DDBC9A0F5E53}">
      <dgm:prSet/>
      <dgm:spPr/>
      <dgm:t>
        <a:bodyPr/>
        <a:lstStyle/>
        <a:p>
          <a:endParaRPr lang="uk-UA"/>
        </a:p>
      </dgm:t>
    </dgm:pt>
    <dgm:pt modelId="{A22D15C6-B2FE-4D04-A732-FF18196442C7}">
      <dgm:prSet/>
      <dgm:spPr/>
      <dgm:t>
        <a:bodyPr/>
        <a:lstStyle/>
        <a:p>
          <a:r>
            <a:rPr lang="ru-RU" b="0" i="0"/>
            <a:t>алани</a:t>
          </a:r>
          <a:endParaRPr lang="uk-UA"/>
        </a:p>
      </dgm:t>
    </dgm:pt>
    <dgm:pt modelId="{1D85115C-5BB7-486C-A098-3440834066FD}" type="parTrans" cxnId="{49855DD9-426F-4298-9A2F-BDB428B62E18}">
      <dgm:prSet/>
      <dgm:spPr/>
      <dgm:t>
        <a:bodyPr/>
        <a:lstStyle/>
        <a:p>
          <a:endParaRPr lang="uk-UA"/>
        </a:p>
      </dgm:t>
    </dgm:pt>
    <dgm:pt modelId="{6081EB28-EF95-49B8-A524-976C23455F38}" type="sibTrans" cxnId="{49855DD9-426F-4298-9A2F-BDB428B62E18}">
      <dgm:prSet/>
      <dgm:spPr/>
      <dgm:t>
        <a:bodyPr/>
        <a:lstStyle/>
        <a:p>
          <a:endParaRPr lang="uk-UA"/>
        </a:p>
      </dgm:t>
    </dgm:pt>
    <dgm:pt modelId="{06BBB967-45C9-462A-950B-F4CBE891AA2F}">
      <dgm:prSet/>
      <dgm:spPr/>
      <dgm:t>
        <a:bodyPr/>
        <a:lstStyle/>
        <a:p>
          <a:r>
            <a:rPr lang="ru-RU" b="0" i="0"/>
            <a:t>готи</a:t>
          </a:r>
          <a:endParaRPr lang="uk-UA"/>
        </a:p>
      </dgm:t>
    </dgm:pt>
    <dgm:pt modelId="{A3614105-F652-4F41-9C10-93D12777A244}" type="parTrans" cxnId="{9B8E6679-BB8D-437F-9DE1-286A398365C8}">
      <dgm:prSet/>
      <dgm:spPr/>
      <dgm:t>
        <a:bodyPr/>
        <a:lstStyle/>
        <a:p>
          <a:endParaRPr lang="uk-UA"/>
        </a:p>
      </dgm:t>
    </dgm:pt>
    <dgm:pt modelId="{5F8A8113-BEE2-4E34-A77E-2D29C6909769}" type="sibTrans" cxnId="{9B8E6679-BB8D-437F-9DE1-286A398365C8}">
      <dgm:prSet/>
      <dgm:spPr/>
      <dgm:t>
        <a:bodyPr/>
        <a:lstStyle/>
        <a:p>
          <a:endParaRPr lang="uk-UA"/>
        </a:p>
      </dgm:t>
    </dgm:pt>
    <dgm:pt modelId="{0B798CB5-BDEB-4C9F-8E7E-D95EBD9A9129}">
      <dgm:prSet/>
      <dgm:spPr/>
      <dgm:t>
        <a:bodyPr/>
        <a:lstStyle/>
        <a:p>
          <a:r>
            <a:rPr lang="ru-RU" b="0" i="0"/>
            <a:t>анти</a:t>
          </a:r>
          <a:endParaRPr lang="uk-UA"/>
        </a:p>
      </dgm:t>
    </dgm:pt>
    <dgm:pt modelId="{2814992E-5A69-4F9B-B9D9-524D4F35F87F}" type="parTrans" cxnId="{362F886D-39A4-4569-A195-E54203E0D0E0}">
      <dgm:prSet/>
      <dgm:spPr/>
      <dgm:t>
        <a:bodyPr/>
        <a:lstStyle/>
        <a:p>
          <a:endParaRPr lang="uk-UA"/>
        </a:p>
      </dgm:t>
    </dgm:pt>
    <dgm:pt modelId="{34B2F1D6-FBBB-476B-8956-6B3CC4237471}" type="sibTrans" cxnId="{362F886D-39A4-4569-A195-E54203E0D0E0}">
      <dgm:prSet/>
      <dgm:spPr/>
      <dgm:t>
        <a:bodyPr/>
        <a:lstStyle/>
        <a:p>
          <a:endParaRPr lang="uk-UA"/>
        </a:p>
      </dgm:t>
    </dgm:pt>
    <dgm:pt modelId="{02A002F5-F5ED-497D-A329-FFC5C90266F6}">
      <dgm:prSet/>
      <dgm:spPr/>
      <dgm:t>
        <a:bodyPr/>
        <a:lstStyle/>
        <a:p>
          <a:r>
            <a:rPr lang="ru-RU" b="0" i="0"/>
            <a:t>роксолани</a:t>
          </a:r>
          <a:endParaRPr lang="uk-UA"/>
        </a:p>
      </dgm:t>
    </dgm:pt>
    <dgm:pt modelId="{21DCBC7D-4A93-424D-B418-4E1BF6A07658}" type="parTrans" cxnId="{A4B5004A-D0B2-47C2-92F0-864B5C80325E}">
      <dgm:prSet/>
      <dgm:spPr/>
      <dgm:t>
        <a:bodyPr/>
        <a:lstStyle/>
        <a:p>
          <a:endParaRPr lang="uk-UA"/>
        </a:p>
      </dgm:t>
    </dgm:pt>
    <dgm:pt modelId="{419A7057-654A-4D67-AC89-FC3EFC316148}" type="sibTrans" cxnId="{A4B5004A-D0B2-47C2-92F0-864B5C80325E}">
      <dgm:prSet/>
      <dgm:spPr/>
      <dgm:t>
        <a:bodyPr/>
        <a:lstStyle/>
        <a:p>
          <a:endParaRPr lang="uk-UA"/>
        </a:p>
      </dgm:t>
    </dgm:pt>
    <dgm:pt modelId="{E2220005-8057-4EE2-8664-C891204012F1}">
      <dgm:prSet/>
      <dgm:spPr/>
      <dgm:t>
        <a:bodyPr/>
        <a:lstStyle/>
        <a:p>
          <a:r>
            <a:rPr lang="ru-RU" b="0" i="0"/>
            <a:t>авари</a:t>
          </a:r>
          <a:endParaRPr lang="uk-UA"/>
        </a:p>
      </dgm:t>
    </dgm:pt>
    <dgm:pt modelId="{827AA932-E986-4D60-AE85-6018612AD78C}" type="parTrans" cxnId="{1518AD3D-028E-431B-8E55-AF98726FB539}">
      <dgm:prSet/>
      <dgm:spPr/>
      <dgm:t>
        <a:bodyPr/>
        <a:lstStyle/>
        <a:p>
          <a:endParaRPr lang="uk-UA"/>
        </a:p>
      </dgm:t>
    </dgm:pt>
    <dgm:pt modelId="{266B4A37-CBF0-417F-BE97-CC25DA882156}" type="sibTrans" cxnId="{1518AD3D-028E-431B-8E55-AF98726FB539}">
      <dgm:prSet/>
      <dgm:spPr/>
      <dgm:t>
        <a:bodyPr/>
        <a:lstStyle/>
        <a:p>
          <a:endParaRPr lang="uk-UA"/>
        </a:p>
      </dgm:t>
    </dgm:pt>
    <dgm:pt modelId="{701F6554-A68E-40E9-9A37-8532B46F9B56}">
      <dgm:prSet/>
      <dgm:spPr/>
      <dgm:t>
        <a:bodyPr/>
        <a:lstStyle/>
        <a:p>
          <a:r>
            <a:rPr lang="ru-RU" b="0" i="0"/>
            <a:t>склавини</a:t>
          </a:r>
          <a:endParaRPr lang="uk-UA"/>
        </a:p>
      </dgm:t>
    </dgm:pt>
    <dgm:pt modelId="{F868F1DB-90E6-4AA1-98D3-F053F24A0D80}" type="parTrans" cxnId="{4E169FE2-82C2-4560-B6DE-B94D46BFBC7E}">
      <dgm:prSet/>
      <dgm:spPr/>
      <dgm:t>
        <a:bodyPr/>
        <a:lstStyle/>
        <a:p>
          <a:endParaRPr lang="uk-UA"/>
        </a:p>
      </dgm:t>
    </dgm:pt>
    <dgm:pt modelId="{C1F80273-29BE-43A3-8369-04DBA6F2CBE0}" type="sibTrans" cxnId="{4E169FE2-82C2-4560-B6DE-B94D46BFBC7E}">
      <dgm:prSet/>
      <dgm:spPr/>
      <dgm:t>
        <a:bodyPr/>
        <a:lstStyle/>
        <a:p>
          <a:endParaRPr lang="uk-UA"/>
        </a:p>
      </dgm:t>
    </dgm:pt>
    <dgm:pt modelId="{4FB10EF3-E790-44FE-B8D1-717532C90C72}" type="pres">
      <dgm:prSet presAssocID="{5227686C-4AB3-459C-AA4B-7E8EF2308679}" presName="compositeShape" presStyleCnt="0">
        <dgm:presLayoutVars>
          <dgm:chMax val="7"/>
          <dgm:dir/>
          <dgm:resizeHandles val="exact"/>
        </dgm:presLayoutVars>
      </dgm:prSet>
      <dgm:spPr/>
    </dgm:pt>
    <dgm:pt modelId="{0B1524BE-C686-4512-9875-2A8D4F82A994}" type="pres">
      <dgm:prSet presAssocID="{BF1E02C6-BF83-4092-A650-B752535A2142}" presName="circ1" presStyleLbl="vennNode1" presStyleIdx="0" presStyleCnt="7"/>
      <dgm:spPr/>
    </dgm:pt>
    <dgm:pt modelId="{C4EFB879-BBC7-4BA9-98B9-6D67CC65EEB9}" type="pres">
      <dgm:prSet presAssocID="{BF1E02C6-BF83-4092-A650-B752535A214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EBAB7DE-2916-4FB3-B2F1-26CEE68BAF2E}" type="pres">
      <dgm:prSet presAssocID="{A22D15C6-B2FE-4D04-A732-FF18196442C7}" presName="circ2" presStyleLbl="vennNode1" presStyleIdx="1" presStyleCnt="7"/>
      <dgm:spPr/>
    </dgm:pt>
    <dgm:pt modelId="{B0700D14-7B6E-4FC1-BD44-808D928FDA30}" type="pres">
      <dgm:prSet presAssocID="{A22D15C6-B2FE-4D04-A732-FF18196442C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F9043B1-BB74-42F9-A275-0FAB7C0EADFD}" type="pres">
      <dgm:prSet presAssocID="{06BBB967-45C9-462A-950B-F4CBE891AA2F}" presName="circ3" presStyleLbl="vennNode1" presStyleIdx="2" presStyleCnt="7"/>
      <dgm:spPr/>
    </dgm:pt>
    <dgm:pt modelId="{C9EBBDA5-FE70-46FC-8198-9CF5A066969E}" type="pres">
      <dgm:prSet presAssocID="{06BBB967-45C9-462A-950B-F4CBE891AA2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4973D8C-EBA5-4414-8E3D-6FDD150568AB}" type="pres">
      <dgm:prSet presAssocID="{0B798CB5-BDEB-4C9F-8E7E-D95EBD9A9129}" presName="circ4" presStyleLbl="vennNode1" presStyleIdx="3" presStyleCnt="7"/>
      <dgm:spPr/>
    </dgm:pt>
    <dgm:pt modelId="{B8B820BF-DDDD-4ED7-9519-3D80353252BB}" type="pres">
      <dgm:prSet presAssocID="{0B798CB5-BDEB-4C9F-8E7E-D95EBD9A9129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86E805A-E2AE-4C41-B679-97C4D17A102B}" type="pres">
      <dgm:prSet presAssocID="{02A002F5-F5ED-497D-A329-FFC5C90266F6}" presName="circ5" presStyleLbl="vennNode1" presStyleIdx="4" presStyleCnt="7"/>
      <dgm:spPr/>
    </dgm:pt>
    <dgm:pt modelId="{4F557823-B191-46F1-9ADB-EF4609B9631B}" type="pres">
      <dgm:prSet presAssocID="{02A002F5-F5ED-497D-A329-FFC5C90266F6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BAD58FD-9C8C-40C7-95B3-2A8562FBDE06}" type="pres">
      <dgm:prSet presAssocID="{E2220005-8057-4EE2-8664-C891204012F1}" presName="circ6" presStyleLbl="vennNode1" presStyleIdx="5" presStyleCnt="7"/>
      <dgm:spPr/>
    </dgm:pt>
    <dgm:pt modelId="{C83F9DAD-23E2-47B4-AFB4-DA1740E5F664}" type="pres">
      <dgm:prSet presAssocID="{E2220005-8057-4EE2-8664-C891204012F1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BAD010C-19C7-4BC8-BD1B-93F9C6DFF556}" type="pres">
      <dgm:prSet presAssocID="{701F6554-A68E-40E9-9A37-8532B46F9B56}" presName="circ7" presStyleLbl="vennNode1" presStyleIdx="6" presStyleCnt="7"/>
      <dgm:spPr/>
    </dgm:pt>
    <dgm:pt modelId="{785AA050-B181-4A51-BBFA-E999B04A1CF9}" type="pres">
      <dgm:prSet presAssocID="{701F6554-A68E-40E9-9A37-8532B46F9B56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25C7EB20-BE6C-43E9-9805-1F09B0F6F4DE}" type="presOf" srcId="{0B798CB5-BDEB-4C9F-8E7E-D95EBD9A9129}" destId="{B8B820BF-DDDD-4ED7-9519-3D80353252BB}" srcOrd="0" destOrd="0" presId="urn:microsoft.com/office/officeart/2005/8/layout/venn1"/>
    <dgm:cxn modelId="{23199D30-76A0-4C6B-8757-803DE9B89C4F}" type="presOf" srcId="{06BBB967-45C9-462A-950B-F4CBE891AA2F}" destId="{C9EBBDA5-FE70-46FC-8198-9CF5A066969E}" srcOrd="0" destOrd="0" presId="urn:microsoft.com/office/officeart/2005/8/layout/venn1"/>
    <dgm:cxn modelId="{15A6AA30-1D9F-4064-B608-4B6085D9A2E7}" type="presOf" srcId="{A22D15C6-B2FE-4D04-A732-FF18196442C7}" destId="{B0700D14-7B6E-4FC1-BD44-808D928FDA30}" srcOrd="0" destOrd="0" presId="urn:microsoft.com/office/officeart/2005/8/layout/venn1"/>
    <dgm:cxn modelId="{1518AD3D-028E-431B-8E55-AF98726FB539}" srcId="{5227686C-4AB3-459C-AA4B-7E8EF2308679}" destId="{E2220005-8057-4EE2-8664-C891204012F1}" srcOrd="5" destOrd="0" parTransId="{827AA932-E986-4D60-AE85-6018612AD78C}" sibTransId="{266B4A37-CBF0-417F-BE97-CC25DA882156}"/>
    <dgm:cxn modelId="{ED50115E-05CC-4954-A035-FF905B98E6F2}" type="presOf" srcId="{701F6554-A68E-40E9-9A37-8532B46F9B56}" destId="{785AA050-B181-4A51-BBFA-E999B04A1CF9}" srcOrd="0" destOrd="0" presId="urn:microsoft.com/office/officeart/2005/8/layout/venn1"/>
    <dgm:cxn modelId="{5C39AD42-CFF1-46F9-9306-360CE4810B0E}" type="presOf" srcId="{E2220005-8057-4EE2-8664-C891204012F1}" destId="{C83F9DAD-23E2-47B4-AFB4-DA1740E5F664}" srcOrd="0" destOrd="0" presId="urn:microsoft.com/office/officeart/2005/8/layout/venn1"/>
    <dgm:cxn modelId="{6E948249-29C6-4121-AD13-87AED3166E64}" type="presOf" srcId="{BF1E02C6-BF83-4092-A650-B752535A2142}" destId="{C4EFB879-BBC7-4BA9-98B9-6D67CC65EEB9}" srcOrd="0" destOrd="0" presId="urn:microsoft.com/office/officeart/2005/8/layout/venn1"/>
    <dgm:cxn modelId="{A4B5004A-D0B2-47C2-92F0-864B5C80325E}" srcId="{5227686C-4AB3-459C-AA4B-7E8EF2308679}" destId="{02A002F5-F5ED-497D-A329-FFC5C90266F6}" srcOrd="4" destOrd="0" parTransId="{21DCBC7D-4A93-424D-B418-4E1BF6A07658}" sibTransId="{419A7057-654A-4D67-AC89-FC3EFC316148}"/>
    <dgm:cxn modelId="{362F886D-39A4-4569-A195-E54203E0D0E0}" srcId="{5227686C-4AB3-459C-AA4B-7E8EF2308679}" destId="{0B798CB5-BDEB-4C9F-8E7E-D95EBD9A9129}" srcOrd="3" destOrd="0" parTransId="{2814992E-5A69-4F9B-B9D9-524D4F35F87F}" sibTransId="{34B2F1D6-FBBB-476B-8956-6B3CC4237471}"/>
    <dgm:cxn modelId="{430D9373-4297-4293-816A-B170D00E129C}" type="presOf" srcId="{02A002F5-F5ED-497D-A329-FFC5C90266F6}" destId="{4F557823-B191-46F1-9ADB-EF4609B9631B}" srcOrd="0" destOrd="0" presId="urn:microsoft.com/office/officeart/2005/8/layout/venn1"/>
    <dgm:cxn modelId="{9B8E6679-BB8D-437F-9DE1-286A398365C8}" srcId="{5227686C-4AB3-459C-AA4B-7E8EF2308679}" destId="{06BBB967-45C9-462A-950B-F4CBE891AA2F}" srcOrd="2" destOrd="0" parTransId="{A3614105-F652-4F41-9C10-93D12777A244}" sibTransId="{5F8A8113-BEE2-4E34-A77E-2D29C6909769}"/>
    <dgm:cxn modelId="{0A56A9A7-6AFF-4CC5-9F39-DDBC9A0F5E53}" srcId="{5227686C-4AB3-459C-AA4B-7E8EF2308679}" destId="{BF1E02C6-BF83-4092-A650-B752535A2142}" srcOrd="0" destOrd="0" parTransId="{6FEC4B2F-8C82-4026-91C9-A141258FB6BA}" sibTransId="{B146E7F3-14A6-4EB2-BFB0-796C82A5396A}"/>
    <dgm:cxn modelId="{8C0460C7-83C5-4DBD-A01F-F3035B1B5741}" type="presOf" srcId="{5227686C-4AB3-459C-AA4B-7E8EF2308679}" destId="{4FB10EF3-E790-44FE-B8D1-717532C90C72}" srcOrd="0" destOrd="0" presId="urn:microsoft.com/office/officeart/2005/8/layout/venn1"/>
    <dgm:cxn modelId="{49855DD9-426F-4298-9A2F-BDB428B62E18}" srcId="{5227686C-4AB3-459C-AA4B-7E8EF2308679}" destId="{A22D15C6-B2FE-4D04-A732-FF18196442C7}" srcOrd="1" destOrd="0" parTransId="{1D85115C-5BB7-486C-A098-3440834066FD}" sibTransId="{6081EB28-EF95-49B8-A524-976C23455F38}"/>
    <dgm:cxn modelId="{4E169FE2-82C2-4560-B6DE-B94D46BFBC7E}" srcId="{5227686C-4AB3-459C-AA4B-7E8EF2308679}" destId="{701F6554-A68E-40E9-9A37-8532B46F9B56}" srcOrd="6" destOrd="0" parTransId="{F868F1DB-90E6-4AA1-98D3-F053F24A0D80}" sibTransId="{C1F80273-29BE-43A3-8369-04DBA6F2CBE0}"/>
    <dgm:cxn modelId="{BF431EB3-CB85-4DD1-892C-37154D5D0403}" type="presParOf" srcId="{4FB10EF3-E790-44FE-B8D1-717532C90C72}" destId="{0B1524BE-C686-4512-9875-2A8D4F82A994}" srcOrd="0" destOrd="0" presId="urn:microsoft.com/office/officeart/2005/8/layout/venn1"/>
    <dgm:cxn modelId="{43B0EC0F-03C1-421F-A788-391D6423626D}" type="presParOf" srcId="{4FB10EF3-E790-44FE-B8D1-717532C90C72}" destId="{C4EFB879-BBC7-4BA9-98B9-6D67CC65EEB9}" srcOrd="1" destOrd="0" presId="urn:microsoft.com/office/officeart/2005/8/layout/venn1"/>
    <dgm:cxn modelId="{BFE7E623-420A-4C09-954C-E4C8FE7BDA04}" type="presParOf" srcId="{4FB10EF3-E790-44FE-B8D1-717532C90C72}" destId="{5EBAB7DE-2916-4FB3-B2F1-26CEE68BAF2E}" srcOrd="2" destOrd="0" presId="urn:microsoft.com/office/officeart/2005/8/layout/venn1"/>
    <dgm:cxn modelId="{478D1684-4345-443E-8AF7-E14906C4CB85}" type="presParOf" srcId="{4FB10EF3-E790-44FE-B8D1-717532C90C72}" destId="{B0700D14-7B6E-4FC1-BD44-808D928FDA30}" srcOrd="3" destOrd="0" presId="urn:microsoft.com/office/officeart/2005/8/layout/venn1"/>
    <dgm:cxn modelId="{F1EB8453-7BFB-4B63-A419-750E55E64BC0}" type="presParOf" srcId="{4FB10EF3-E790-44FE-B8D1-717532C90C72}" destId="{1F9043B1-BB74-42F9-A275-0FAB7C0EADFD}" srcOrd="4" destOrd="0" presId="urn:microsoft.com/office/officeart/2005/8/layout/venn1"/>
    <dgm:cxn modelId="{8C8D4114-BC89-4061-9D59-A9A75D26B6DA}" type="presParOf" srcId="{4FB10EF3-E790-44FE-B8D1-717532C90C72}" destId="{C9EBBDA5-FE70-46FC-8198-9CF5A066969E}" srcOrd="5" destOrd="0" presId="urn:microsoft.com/office/officeart/2005/8/layout/venn1"/>
    <dgm:cxn modelId="{CD360187-4E10-4200-8E19-34AA54DD7F7D}" type="presParOf" srcId="{4FB10EF3-E790-44FE-B8D1-717532C90C72}" destId="{44973D8C-EBA5-4414-8E3D-6FDD150568AB}" srcOrd="6" destOrd="0" presId="urn:microsoft.com/office/officeart/2005/8/layout/venn1"/>
    <dgm:cxn modelId="{AE646A13-F955-4975-9F71-6B4EE2BAEA00}" type="presParOf" srcId="{4FB10EF3-E790-44FE-B8D1-717532C90C72}" destId="{B8B820BF-DDDD-4ED7-9519-3D80353252BB}" srcOrd="7" destOrd="0" presId="urn:microsoft.com/office/officeart/2005/8/layout/venn1"/>
    <dgm:cxn modelId="{9D934D84-DF8D-42DB-961D-732C8B5E0047}" type="presParOf" srcId="{4FB10EF3-E790-44FE-B8D1-717532C90C72}" destId="{086E805A-E2AE-4C41-B679-97C4D17A102B}" srcOrd="8" destOrd="0" presId="urn:microsoft.com/office/officeart/2005/8/layout/venn1"/>
    <dgm:cxn modelId="{94E012B3-C456-4B65-B902-19360861599B}" type="presParOf" srcId="{4FB10EF3-E790-44FE-B8D1-717532C90C72}" destId="{4F557823-B191-46F1-9ADB-EF4609B9631B}" srcOrd="9" destOrd="0" presId="urn:microsoft.com/office/officeart/2005/8/layout/venn1"/>
    <dgm:cxn modelId="{2A3E69B8-13C7-4A59-A5F7-0258A8343963}" type="presParOf" srcId="{4FB10EF3-E790-44FE-B8D1-717532C90C72}" destId="{DBAD58FD-9C8C-40C7-95B3-2A8562FBDE06}" srcOrd="10" destOrd="0" presId="urn:microsoft.com/office/officeart/2005/8/layout/venn1"/>
    <dgm:cxn modelId="{2EF5C2E2-DA4D-4613-BBE7-9C6CDC0EE3CB}" type="presParOf" srcId="{4FB10EF3-E790-44FE-B8D1-717532C90C72}" destId="{C83F9DAD-23E2-47B4-AFB4-DA1740E5F664}" srcOrd="11" destOrd="0" presId="urn:microsoft.com/office/officeart/2005/8/layout/venn1"/>
    <dgm:cxn modelId="{1C0B9E48-C543-4A98-9E52-2B582AFA42BC}" type="presParOf" srcId="{4FB10EF3-E790-44FE-B8D1-717532C90C72}" destId="{7BAD010C-19C7-4BC8-BD1B-93F9C6DFF556}" srcOrd="12" destOrd="0" presId="urn:microsoft.com/office/officeart/2005/8/layout/venn1"/>
    <dgm:cxn modelId="{794882C1-1502-4638-9637-E0405196AA2C}" type="presParOf" srcId="{4FB10EF3-E790-44FE-B8D1-717532C90C72}" destId="{785AA050-B181-4A51-BBFA-E999B04A1CF9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C6408A0A-E71B-4E8B-B563-B9AA41AD55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A9C23B4-4D6B-4200-8A68-810B078C0A0E}">
      <dgm:prSet/>
      <dgm:spPr/>
      <dgm:t>
        <a:bodyPr/>
        <a:lstStyle/>
        <a:p>
          <a:r>
            <a:rPr lang="uk-UA" b="0" i="0"/>
            <a:t>венеди</a:t>
          </a:r>
          <a:endParaRPr lang="uk-UA"/>
        </a:p>
      </dgm:t>
    </dgm:pt>
    <dgm:pt modelId="{78D43CDF-5D04-4BC3-8096-E36662B57511}" type="parTrans" cxnId="{F7DBBD0D-2C52-414C-9845-877F74AFFCCF}">
      <dgm:prSet/>
      <dgm:spPr/>
      <dgm:t>
        <a:bodyPr/>
        <a:lstStyle/>
        <a:p>
          <a:endParaRPr lang="uk-UA"/>
        </a:p>
      </dgm:t>
    </dgm:pt>
    <dgm:pt modelId="{2BF4D0F0-A104-447B-BB20-EBC2F02A3D26}" type="sibTrans" cxnId="{F7DBBD0D-2C52-414C-9845-877F74AFFCCF}">
      <dgm:prSet/>
      <dgm:spPr/>
      <dgm:t>
        <a:bodyPr/>
        <a:lstStyle/>
        <a:p>
          <a:endParaRPr lang="uk-UA"/>
        </a:p>
      </dgm:t>
    </dgm:pt>
    <dgm:pt modelId="{93748732-DE5B-47F8-829E-492F337878BA}">
      <dgm:prSet/>
      <dgm:spPr/>
      <dgm:t>
        <a:bodyPr/>
        <a:lstStyle/>
        <a:p>
          <a:r>
            <a:rPr lang="uk-UA" b="0" i="0"/>
            <a:t>анти</a:t>
          </a:r>
          <a:endParaRPr lang="uk-UA"/>
        </a:p>
      </dgm:t>
    </dgm:pt>
    <dgm:pt modelId="{21E2DE73-2070-47AF-990A-61F13E60BA39}" type="parTrans" cxnId="{E089AFC6-572B-401B-A632-38744EA945F0}">
      <dgm:prSet/>
      <dgm:spPr/>
      <dgm:t>
        <a:bodyPr/>
        <a:lstStyle/>
        <a:p>
          <a:endParaRPr lang="uk-UA"/>
        </a:p>
      </dgm:t>
    </dgm:pt>
    <dgm:pt modelId="{B3B38A64-8646-4DDF-BF18-86CFAFA63BB6}" type="sibTrans" cxnId="{E089AFC6-572B-401B-A632-38744EA945F0}">
      <dgm:prSet/>
      <dgm:spPr/>
      <dgm:t>
        <a:bodyPr/>
        <a:lstStyle/>
        <a:p>
          <a:endParaRPr lang="uk-UA"/>
        </a:p>
      </dgm:t>
    </dgm:pt>
    <dgm:pt modelId="{77B54350-D7C4-4F1D-ACD7-C7E8704E4228}">
      <dgm:prSet/>
      <dgm:spPr/>
      <dgm:t>
        <a:bodyPr/>
        <a:lstStyle/>
        <a:p>
          <a:r>
            <a:rPr lang="uk-UA" b="0" i="0"/>
            <a:t>поляни</a:t>
          </a:r>
          <a:endParaRPr lang="uk-UA"/>
        </a:p>
      </dgm:t>
    </dgm:pt>
    <dgm:pt modelId="{C5E18F93-3231-4311-97B1-0A9137D9FF62}" type="parTrans" cxnId="{4522C568-410A-4B75-8D7C-EFA5813377FF}">
      <dgm:prSet/>
      <dgm:spPr/>
      <dgm:t>
        <a:bodyPr/>
        <a:lstStyle/>
        <a:p>
          <a:endParaRPr lang="uk-UA"/>
        </a:p>
      </dgm:t>
    </dgm:pt>
    <dgm:pt modelId="{050C5CF1-A8F2-484A-97C9-B08F341E9884}" type="sibTrans" cxnId="{4522C568-410A-4B75-8D7C-EFA5813377FF}">
      <dgm:prSet/>
      <dgm:spPr/>
      <dgm:t>
        <a:bodyPr/>
        <a:lstStyle/>
        <a:p>
          <a:endParaRPr lang="uk-UA"/>
        </a:p>
      </dgm:t>
    </dgm:pt>
    <dgm:pt modelId="{1C3EE944-9371-404B-BF2E-339A77669DA2}">
      <dgm:prSet/>
      <dgm:spPr/>
      <dgm:t>
        <a:bodyPr/>
        <a:lstStyle/>
        <a:p>
          <a:r>
            <a:rPr lang="uk-UA" b="0" i="0"/>
            <a:t>руси</a:t>
          </a:r>
          <a:endParaRPr lang="uk-UA"/>
        </a:p>
      </dgm:t>
    </dgm:pt>
    <dgm:pt modelId="{6F44350C-FEB6-4CEF-A4A8-A84B24A9FB54}" type="parTrans" cxnId="{08FBEDE4-8951-4775-A72A-D72C3F9BB66F}">
      <dgm:prSet/>
      <dgm:spPr/>
      <dgm:t>
        <a:bodyPr/>
        <a:lstStyle/>
        <a:p>
          <a:endParaRPr lang="uk-UA"/>
        </a:p>
      </dgm:t>
    </dgm:pt>
    <dgm:pt modelId="{4804129C-4F30-4183-8C34-91842DCD4E63}" type="sibTrans" cxnId="{08FBEDE4-8951-4775-A72A-D72C3F9BB66F}">
      <dgm:prSet/>
      <dgm:spPr/>
      <dgm:t>
        <a:bodyPr/>
        <a:lstStyle/>
        <a:p>
          <a:endParaRPr lang="uk-UA"/>
        </a:p>
      </dgm:t>
    </dgm:pt>
    <dgm:pt modelId="{6E08459A-A3A4-4B80-BD91-BBF39B63A51F}" type="pres">
      <dgm:prSet presAssocID="{C6408A0A-E71B-4E8B-B563-B9AA41AD5551}" presName="linear" presStyleCnt="0">
        <dgm:presLayoutVars>
          <dgm:animLvl val="lvl"/>
          <dgm:resizeHandles val="exact"/>
        </dgm:presLayoutVars>
      </dgm:prSet>
      <dgm:spPr/>
    </dgm:pt>
    <dgm:pt modelId="{8EEC27FE-1945-4124-B2D3-D35D71F2E79D}" type="pres">
      <dgm:prSet presAssocID="{8A9C23B4-4D6B-4200-8A68-810B078C0A0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6CA5E2D-C075-4C15-BD72-8C1D7A31EFA8}" type="pres">
      <dgm:prSet presAssocID="{2BF4D0F0-A104-447B-BB20-EBC2F02A3D26}" presName="spacer" presStyleCnt="0"/>
      <dgm:spPr/>
    </dgm:pt>
    <dgm:pt modelId="{29ECA82D-A41A-4D49-AD9B-0DAD8AC37488}" type="pres">
      <dgm:prSet presAssocID="{93748732-DE5B-47F8-829E-492F337878B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953DDAE-5F7D-4E50-8E42-F798FAB06978}" type="pres">
      <dgm:prSet presAssocID="{B3B38A64-8646-4DDF-BF18-86CFAFA63BB6}" presName="spacer" presStyleCnt="0"/>
      <dgm:spPr/>
    </dgm:pt>
    <dgm:pt modelId="{9D64CE34-8832-4EFC-A44D-35BFE7D8C96A}" type="pres">
      <dgm:prSet presAssocID="{77B54350-D7C4-4F1D-ACD7-C7E8704E42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F9874E8-DE64-43ED-9DAD-4B43EFD40F0E}" type="pres">
      <dgm:prSet presAssocID="{050C5CF1-A8F2-484A-97C9-B08F341E9884}" presName="spacer" presStyleCnt="0"/>
      <dgm:spPr/>
    </dgm:pt>
    <dgm:pt modelId="{7AC7C1F8-F080-47FB-A5F7-312571A3F53F}" type="pres">
      <dgm:prSet presAssocID="{1C3EE944-9371-404B-BF2E-339A77669DA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7DBBD0D-2C52-414C-9845-877F74AFFCCF}" srcId="{C6408A0A-E71B-4E8B-B563-B9AA41AD5551}" destId="{8A9C23B4-4D6B-4200-8A68-810B078C0A0E}" srcOrd="0" destOrd="0" parTransId="{78D43CDF-5D04-4BC3-8096-E36662B57511}" sibTransId="{2BF4D0F0-A104-447B-BB20-EBC2F02A3D26}"/>
    <dgm:cxn modelId="{9E9B731C-CA9E-4B42-BB7F-71943F4F2E62}" type="presOf" srcId="{77B54350-D7C4-4F1D-ACD7-C7E8704E4228}" destId="{9D64CE34-8832-4EFC-A44D-35BFE7D8C96A}" srcOrd="0" destOrd="0" presId="urn:microsoft.com/office/officeart/2005/8/layout/vList2"/>
    <dgm:cxn modelId="{4522C568-410A-4B75-8D7C-EFA5813377FF}" srcId="{C6408A0A-E71B-4E8B-B563-B9AA41AD5551}" destId="{77B54350-D7C4-4F1D-ACD7-C7E8704E4228}" srcOrd="2" destOrd="0" parTransId="{C5E18F93-3231-4311-97B1-0A9137D9FF62}" sibTransId="{050C5CF1-A8F2-484A-97C9-B08F341E9884}"/>
    <dgm:cxn modelId="{CC8A947F-0CB6-44C0-A8B5-966A1F30515A}" type="presOf" srcId="{8A9C23B4-4D6B-4200-8A68-810B078C0A0E}" destId="{8EEC27FE-1945-4124-B2D3-D35D71F2E79D}" srcOrd="0" destOrd="0" presId="urn:microsoft.com/office/officeart/2005/8/layout/vList2"/>
    <dgm:cxn modelId="{71BC929B-3410-4B00-98D0-06757203C993}" type="presOf" srcId="{C6408A0A-E71B-4E8B-B563-B9AA41AD5551}" destId="{6E08459A-A3A4-4B80-BD91-BBF39B63A51F}" srcOrd="0" destOrd="0" presId="urn:microsoft.com/office/officeart/2005/8/layout/vList2"/>
    <dgm:cxn modelId="{271C7EA1-00E2-45A3-8542-BA024720660E}" type="presOf" srcId="{93748732-DE5B-47F8-829E-492F337878BA}" destId="{29ECA82D-A41A-4D49-AD9B-0DAD8AC37488}" srcOrd="0" destOrd="0" presId="urn:microsoft.com/office/officeart/2005/8/layout/vList2"/>
    <dgm:cxn modelId="{951144BB-C885-4FE6-B79A-6CDD8623AEF1}" type="presOf" srcId="{1C3EE944-9371-404B-BF2E-339A77669DA2}" destId="{7AC7C1F8-F080-47FB-A5F7-312571A3F53F}" srcOrd="0" destOrd="0" presId="urn:microsoft.com/office/officeart/2005/8/layout/vList2"/>
    <dgm:cxn modelId="{E089AFC6-572B-401B-A632-38744EA945F0}" srcId="{C6408A0A-E71B-4E8B-B563-B9AA41AD5551}" destId="{93748732-DE5B-47F8-829E-492F337878BA}" srcOrd="1" destOrd="0" parTransId="{21E2DE73-2070-47AF-990A-61F13E60BA39}" sibTransId="{B3B38A64-8646-4DDF-BF18-86CFAFA63BB6}"/>
    <dgm:cxn modelId="{08FBEDE4-8951-4775-A72A-D72C3F9BB66F}" srcId="{C6408A0A-E71B-4E8B-B563-B9AA41AD5551}" destId="{1C3EE944-9371-404B-BF2E-339A77669DA2}" srcOrd="3" destOrd="0" parTransId="{6F44350C-FEB6-4CEF-A4A8-A84B24A9FB54}" sibTransId="{4804129C-4F30-4183-8C34-91842DCD4E63}"/>
    <dgm:cxn modelId="{60EEA0CF-F0E5-43D8-8963-F619A4A975BB}" type="presParOf" srcId="{6E08459A-A3A4-4B80-BD91-BBF39B63A51F}" destId="{8EEC27FE-1945-4124-B2D3-D35D71F2E79D}" srcOrd="0" destOrd="0" presId="urn:microsoft.com/office/officeart/2005/8/layout/vList2"/>
    <dgm:cxn modelId="{58D21252-7F5A-4330-8A3F-F8278CBF6D3B}" type="presParOf" srcId="{6E08459A-A3A4-4B80-BD91-BBF39B63A51F}" destId="{A6CA5E2D-C075-4C15-BD72-8C1D7A31EFA8}" srcOrd="1" destOrd="0" presId="urn:microsoft.com/office/officeart/2005/8/layout/vList2"/>
    <dgm:cxn modelId="{85F1F79B-0EBF-40D7-B802-47A9E1531666}" type="presParOf" srcId="{6E08459A-A3A4-4B80-BD91-BBF39B63A51F}" destId="{29ECA82D-A41A-4D49-AD9B-0DAD8AC37488}" srcOrd="2" destOrd="0" presId="urn:microsoft.com/office/officeart/2005/8/layout/vList2"/>
    <dgm:cxn modelId="{D8DB41FB-8936-47FC-A31A-4D9DDC3681B5}" type="presParOf" srcId="{6E08459A-A3A4-4B80-BD91-BBF39B63A51F}" destId="{7953DDAE-5F7D-4E50-8E42-F798FAB06978}" srcOrd="3" destOrd="0" presId="urn:microsoft.com/office/officeart/2005/8/layout/vList2"/>
    <dgm:cxn modelId="{E93F25D8-FC71-4C0F-8623-B2BE35467921}" type="presParOf" srcId="{6E08459A-A3A4-4B80-BD91-BBF39B63A51F}" destId="{9D64CE34-8832-4EFC-A44D-35BFE7D8C96A}" srcOrd="4" destOrd="0" presId="urn:microsoft.com/office/officeart/2005/8/layout/vList2"/>
    <dgm:cxn modelId="{3251880B-C9EF-45A4-8557-2F3EF8D8C3F9}" type="presParOf" srcId="{6E08459A-A3A4-4B80-BD91-BBF39B63A51F}" destId="{EF9874E8-DE64-43ED-9DAD-4B43EFD40F0E}" srcOrd="5" destOrd="0" presId="urn:microsoft.com/office/officeart/2005/8/layout/vList2"/>
    <dgm:cxn modelId="{46012333-34C5-45AC-A4A2-C2F5CC9BE164}" type="presParOf" srcId="{6E08459A-A3A4-4B80-BD91-BBF39B63A51F}" destId="{7AC7C1F8-F080-47FB-A5F7-312571A3F53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D613E1B6-47B1-48BD-8DE6-E2FE160101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D6CFBD9-5C23-4CFE-AAFA-56AD55DB92DF}">
      <dgm:prSet/>
      <dgm:spPr/>
      <dgm:t>
        <a:bodyPr/>
        <a:lstStyle/>
        <a:p>
          <a:r>
            <a:rPr lang="ru-RU" b="0" i="0"/>
            <a:t>оволоділи землями Балканського півострова.</a:t>
          </a:r>
          <a:endParaRPr lang="uk-UA"/>
        </a:p>
      </dgm:t>
    </dgm:pt>
    <dgm:pt modelId="{FE096650-FC28-4BA0-9078-77348354B423}" type="parTrans" cxnId="{D4F913A0-8C47-47C0-AF99-3329DA4B6D01}">
      <dgm:prSet/>
      <dgm:spPr/>
      <dgm:t>
        <a:bodyPr/>
        <a:lstStyle/>
        <a:p>
          <a:endParaRPr lang="uk-UA"/>
        </a:p>
      </dgm:t>
    </dgm:pt>
    <dgm:pt modelId="{4CFAC2E6-1B54-4F21-A023-45995AA4DC22}" type="sibTrans" cxnId="{D4F913A0-8C47-47C0-AF99-3329DA4B6D01}">
      <dgm:prSet/>
      <dgm:spPr/>
      <dgm:t>
        <a:bodyPr/>
        <a:lstStyle/>
        <a:p>
          <a:endParaRPr lang="uk-UA"/>
        </a:p>
      </dgm:t>
    </dgm:pt>
    <dgm:pt modelId="{C84254D3-5219-4C12-9826-73A78FC5234B}">
      <dgm:prSet/>
      <dgm:spPr/>
      <dgm:t>
        <a:bodyPr/>
        <a:lstStyle/>
        <a:p>
          <a:r>
            <a:rPr lang="ru-RU" b="0" i="0"/>
            <a:t>позбулися залежності від сарматів у Причорномор’ї.</a:t>
          </a:r>
          <a:endParaRPr lang="uk-UA"/>
        </a:p>
      </dgm:t>
    </dgm:pt>
    <dgm:pt modelId="{66565BD4-52AB-452F-B70C-2A29B0BD2726}" type="parTrans" cxnId="{BB9D08A5-F215-4CE8-8F09-43CA7BFCED8A}">
      <dgm:prSet/>
      <dgm:spPr/>
      <dgm:t>
        <a:bodyPr/>
        <a:lstStyle/>
        <a:p>
          <a:endParaRPr lang="uk-UA"/>
        </a:p>
      </dgm:t>
    </dgm:pt>
    <dgm:pt modelId="{F892934E-85E3-4377-8CFE-6B8D16E0A984}" type="sibTrans" cxnId="{BB9D08A5-F215-4CE8-8F09-43CA7BFCED8A}">
      <dgm:prSet/>
      <dgm:spPr/>
      <dgm:t>
        <a:bodyPr/>
        <a:lstStyle/>
        <a:p>
          <a:endParaRPr lang="uk-UA"/>
        </a:p>
      </dgm:t>
    </dgm:pt>
    <dgm:pt modelId="{B9400CD7-2A32-4F69-B0FE-147CAFBE82DB}">
      <dgm:prSet/>
      <dgm:spPr/>
      <dgm:t>
        <a:bodyPr/>
        <a:lstStyle/>
        <a:p>
          <a:r>
            <a:rPr lang="ru-RU" b="0" i="0"/>
            <a:t>створили між Доном і Карпатами могутню державу.</a:t>
          </a:r>
          <a:endParaRPr lang="uk-UA"/>
        </a:p>
      </dgm:t>
    </dgm:pt>
    <dgm:pt modelId="{7FDE5E45-3C1E-4F82-A659-8C7C7AC766E0}" type="parTrans" cxnId="{79F7AF8B-FA60-487C-8F60-0AB62C6B1BBB}">
      <dgm:prSet/>
      <dgm:spPr/>
      <dgm:t>
        <a:bodyPr/>
        <a:lstStyle/>
        <a:p>
          <a:endParaRPr lang="uk-UA"/>
        </a:p>
      </dgm:t>
    </dgm:pt>
    <dgm:pt modelId="{BEC38504-D292-4901-A363-FDD637936C7C}" type="sibTrans" cxnId="{79F7AF8B-FA60-487C-8F60-0AB62C6B1BBB}">
      <dgm:prSet/>
      <dgm:spPr/>
      <dgm:t>
        <a:bodyPr/>
        <a:lstStyle/>
        <a:p>
          <a:endParaRPr lang="uk-UA"/>
        </a:p>
      </dgm:t>
    </dgm:pt>
    <dgm:pt modelId="{19E47EAD-874A-4D05-B7EB-EC679617D9B9}">
      <dgm:prSet/>
      <dgm:spPr/>
      <dgm:t>
        <a:bodyPr/>
        <a:lstStyle/>
        <a:p>
          <a:r>
            <a:rPr lang="ru-RU" b="0" i="0"/>
            <a:t>витіснили племена готів на узбережжя Балтійського моря.</a:t>
          </a:r>
          <a:endParaRPr lang="uk-UA"/>
        </a:p>
      </dgm:t>
    </dgm:pt>
    <dgm:pt modelId="{2A85D3D9-0E89-4B58-B3AC-4AFD6B98C85B}" type="parTrans" cxnId="{AB092824-9E79-447F-8C75-8519C790D7D5}">
      <dgm:prSet/>
      <dgm:spPr/>
      <dgm:t>
        <a:bodyPr/>
        <a:lstStyle/>
        <a:p>
          <a:endParaRPr lang="uk-UA"/>
        </a:p>
      </dgm:t>
    </dgm:pt>
    <dgm:pt modelId="{3F89D434-A4D2-4D23-A9CA-3D6359B0DB1C}" type="sibTrans" cxnId="{AB092824-9E79-447F-8C75-8519C790D7D5}">
      <dgm:prSet/>
      <dgm:spPr/>
      <dgm:t>
        <a:bodyPr/>
        <a:lstStyle/>
        <a:p>
          <a:endParaRPr lang="uk-UA"/>
        </a:p>
      </dgm:t>
    </dgm:pt>
    <dgm:pt modelId="{6830F7D6-F479-4F4E-9080-A43DD357116D}" type="pres">
      <dgm:prSet presAssocID="{D613E1B6-47B1-48BD-8DE6-E2FE160101BE}" presName="linear" presStyleCnt="0">
        <dgm:presLayoutVars>
          <dgm:animLvl val="lvl"/>
          <dgm:resizeHandles val="exact"/>
        </dgm:presLayoutVars>
      </dgm:prSet>
      <dgm:spPr/>
    </dgm:pt>
    <dgm:pt modelId="{503584FD-6039-429D-9660-01461DEABA0B}" type="pres">
      <dgm:prSet presAssocID="{1D6CFBD9-5C23-4CFE-AAFA-56AD55DB92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949B5D-5BAE-4E01-9483-9078405D3229}" type="pres">
      <dgm:prSet presAssocID="{4CFAC2E6-1B54-4F21-A023-45995AA4DC22}" presName="spacer" presStyleCnt="0"/>
      <dgm:spPr/>
    </dgm:pt>
    <dgm:pt modelId="{A6F65043-ED0F-4EEB-AC4A-E9AADFFDFCF8}" type="pres">
      <dgm:prSet presAssocID="{C84254D3-5219-4C12-9826-73A78FC5234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BE6B0C4-6486-49F0-8F39-DC8632697746}" type="pres">
      <dgm:prSet presAssocID="{F892934E-85E3-4377-8CFE-6B8D16E0A984}" presName="spacer" presStyleCnt="0"/>
      <dgm:spPr/>
    </dgm:pt>
    <dgm:pt modelId="{308B82CB-61A3-4987-91AC-AB9932FB6B57}" type="pres">
      <dgm:prSet presAssocID="{B9400CD7-2A32-4F69-B0FE-147CAFBE82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8541C26-6383-4E8D-A820-92CFB3B82F29}" type="pres">
      <dgm:prSet presAssocID="{BEC38504-D292-4901-A363-FDD637936C7C}" presName="spacer" presStyleCnt="0"/>
      <dgm:spPr/>
    </dgm:pt>
    <dgm:pt modelId="{ECC644D9-8F36-4B64-92EE-449A604BFBAF}" type="pres">
      <dgm:prSet presAssocID="{19E47EAD-874A-4D05-B7EB-EC679617D9B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B092824-9E79-447F-8C75-8519C790D7D5}" srcId="{D613E1B6-47B1-48BD-8DE6-E2FE160101BE}" destId="{19E47EAD-874A-4D05-B7EB-EC679617D9B9}" srcOrd="3" destOrd="0" parTransId="{2A85D3D9-0E89-4B58-B3AC-4AFD6B98C85B}" sibTransId="{3F89D434-A4D2-4D23-A9CA-3D6359B0DB1C}"/>
    <dgm:cxn modelId="{C65F7142-BEF2-42FB-A1DD-1EF4E4685B7F}" type="presOf" srcId="{1D6CFBD9-5C23-4CFE-AAFA-56AD55DB92DF}" destId="{503584FD-6039-429D-9660-01461DEABA0B}" srcOrd="0" destOrd="0" presId="urn:microsoft.com/office/officeart/2005/8/layout/vList2"/>
    <dgm:cxn modelId="{EB2A9054-B869-44EA-A229-7CECC1520EB8}" type="presOf" srcId="{C84254D3-5219-4C12-9826-73A78FC5234B}" destId="{A6F65043-ED0F-4EEB-AC4A-E9AADFFDFCF8}" srcOrd="0" destOrd="0" presId="urn:microsoft.com/office/officeart/2005/8/layout/vList2"/>
    <dgm:cxn modelId="{79F7AF8B-FA60-487C-8F60-0AB62C6B1BBB}" srcId="{D613E1B6-47B1-48BD-8DE6-E2FE160101BE}" destId="{B9400CD7-2A32-4F69-B0FE-147CAFBE82DB}" srcOrd="2" destOrd="0" parTransId="{7FDE5E45-3C1E-4F82-A659-8C7C7AC766E0}" sibTransId="{BEC38504-D292-4901-A363-FDD637936C7C}"/>
    <dgm:cxn modelId="{D4F913A0-8C47-47C0-AF99-3329DA4B6D01}" srcId="{D613E1B6-47B1-48BD-8DE6-E2FE160101BE}" destId="{1D6CFBD9-5C23-4CFE-AAFA-56AD55DB92DF}" srcOrd="0" destOrd="0" parTransId="{FE096650-FC28-4BA0-9078-77348354B423}" sibTransId="{4CFAC2E6-1B54-4F21-A023-45995AA4DC22}"/>
    <dgm:cxn modelId="{439262A3-BF6F-498E-882B-266814147F19}" type="presOf" srcId="{19E47EAD-874A-4D05-B7EB-EC679617D9B9}" destId="{ECC644D9-8F36-4B64-92EE-449A604BFBAF}" srcOrd="0" destOrd="0" presId="urn:microsoft.com/office/officeart/2005/8/layout/vList2"/>
    <dgm:cxn modelId="{BB9D08A5-F215-4CE8-8F09-43CA7BFCED8A}" srcId="{D613E1B6-47B1-48BD-8DE6-E2FE160101BE}" destId="{C84254D3-5219-4C12-9826-73A78FC5234B}" srcOrd="1" destOrd="0" parTransId="{66565BD4-52AB-452F-B70C-2A29B0BD2726}" sibTransId="{F892934E-85E3-4377-8CFE-6B8D16E0A984}"/>
    <dgm:cxn modelId="{CD00A0AC-6F64-4B4A-887E-0956466FC8C3}" type="presOf" srcId="{B9400CD7-2A32-4F69-B0FE-147CAFBE82DB}" destId="{308B82CB-61A3-4987-91AC-AB9932FB6B57}" srcOrd="0" destOrd="0" presId="urn:microsoft.com/office/officeart/2005/8/layout/vList2"/>
    <dgm:cxn modelId="{392A53F2-F509-4885-A076-CC4E0A3686F4}" type="presOf" srcId="{D613E1B6-47B1-48BD-8DE6-E2FE160101BE}" destId="{6830F7D6-F479-4F4E-9080-A43DD357116D}" srcOrd="0" destOrd="0" presId="urn:microsoft.com/office/officeart/2005/8/layout/vList2"/>
    <dgm:cxn modelId="{C9E7C114-57A5-4C5C-B85D-F70F36F54C90}" type="presParOf" srcId="{6830F7D6-F479-4F4E-9080-A43DD357116D}" destId="{503584FD-6039-429D-9660-01461DEABA0B}" srcOrd="0" destOrd="0" presId="urn:microsoft.com/office/officeart/2005/8/layout/vList2"/>
    <dgm:cxn modelId="{DD5DF689-6630-47EB-BA9B-DA236152E77B}" type="presParOf" srcId="{6830F7D6-F479-4F4E-9080-A43DD357116D}" destId="{54949B5D-5BAE-4E01-9483-9078405D3229}" srcOrd="1" destOrd="0" presId="urn:microsoft.com/office/officeart/2005/8/layout/vList2"/>
    <dgm:cxn modelId="{4FDFBF63-6DDA-4C02-ADDE-7883BDA71542}" type="presParOf" srcId="{6830F7D6-F479-4F4E-9080-A43DD357116D}" destId="{A6F65043-ED0F-4EEB-AC4A-E9AADFFDFCF8}" srcOrd="2" destOrd="0" presId="urn:microsoft.com/office/officeart/2005/8/layout/vList2"/>
    <dgm:cxn modelId="{F3FE73CE-E945-4DB0-9008-D50E49A93EA6}" type="presParOf" srcId="{6830F7D6-F479-4F4E-9080-A43DD357116D}" destId="{DBE6B0C4-6486-49F0-8F39-DC8632697746}" srcOrd="3" destOrd="0" presId="urn:microsoft.com/office/officeart/2005/8/layout/vList2"/>
    <dgm:cxn modelId="{EB7B2727-53E5-4BC9-A410-9D7A1BAC9A6E}" type="presParOf" srcId="{6830F7D6-F479-4F4E-9080-A43DD357116D}" destId="{308B82CB-61A3-4987-91AC-AB9932FB6B57}" srcOrd="4" destOrd="0" presId="urn:microsoft.com/office/officeart/2005/8/layout/vList2"/>
    <dgm:cxn modelId="{2254DD82-3F7F-410C-AE16-C906D520764D}" type="presParOf" srcId="{6830F7D6-F479-4F4E-9080-A43DD357116D}" destId="{38541C26-6383-4E8D-A820-92CFB3B82F29}" srcOrd="5" destOrd="0" presId="urn:microsoft.com/office/officeart/2005/8/layout/vList2"/>
    <dgm:cxn modelId="{3657375C-B9FE-40D1-BE7F-60AE2BDE66C5}" type="presParOf" srcId="{6830F7D6-F479-4F4E-9080-A43DD357116D}" destId="{ECC644D9-8F36-4B64-92EE-449A604BFBA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B01D2-4B82-40B6-86F4-DD3B0FDC7802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палеоліту.</a:t>
          </a:r>
          <a:endParaRPr lang="uk-UA" sz="3400" kern="1200"/>
        </a:p>
      </dsp:txBody>
      <dsp:txXfrm>
        <a:off x="39809" y="71698"/>
        <a:ext cx="4720982" cy="735872"/>
      </dsp:txXfrm>
    </dsp:sp>
    <dsp:sp modelId="{37353F2A-C461-4C9B-9E19-BB05AE02F21F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мезоліту.</a:t>
          </a:r>
          <a:endParaRPr lang="uk-UA" sz="3400" kern="1200" dirty="0"/>
        </a:p>
      </dsp:txBody>
      <dsp:txXfrm>
        <a:off x="39809" y="985109"/>
        <a:ext cx="4720982" cy="735872"/>
      </dsp:txXfrm>
    </dsp:sp>
    <dsp:sp modelId="{5FA3FD94-0738-4EEB-A5DC-21B720129924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неоліту.</a:t>
          </a:r>
          <a:endParaRPr lang="uk-UA" sz="3400" kern="1200"/>
        </a:p>
      </dsp:txBody>
      <dsp:txXfrm>
        <a:off x="39809" y="1898519"/>
        <a:ext cx="4720982" cy="735872"/>
      </dsp:txXfrm>
    </dsp:sp>
    <dsp:sp modelId="{8DF9F15D-881B-49E9-920D-AD1826709A83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енеоліту.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430B7-61FD-48E8-8204-A77DE8CDCF23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2 млн років тому.</a:t>
          </a:r>
          <a:endParaRPr lang="uk-UA" sz="3400" kern="1200"/>
        </a:p>
      </dsp:txBody>
      <dsp:txXfrm>
        <a:off x="39809" y="71698"/>
        <a:ext cx="4720982" cy="735872"/>
      </dsp:txXfrm>
    </dsp:sp>
    <dsp:sp modelId="{EBF843E2-8DD2-47EB-A4E0-435D64CD9AEA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1 млн </a:t>
          </a:r>
          <a:r>
            <a:rPr lang="ru-RU" sz="3400" b="0" i="0" kern="1200" dirty="0" err="1"/>
            <a:t>років</a:t>
          </a:r>
          <a:r>
            <a:rPr lang="ru-RU" sz="3400" b="0" i="0" kern="1200" dirty="0"/>
            <a:t> тому.</a:t>
          </a:r>
          <a:endParaRPr lang="uk-UA" sz="3400" kern="1200" dirty="0"/>
        </a:p>
      </dsp:txBody>
      <dsp:txXfrm>
        <a:off x="39809" y="985109"/>
        <a:ext cx="4720982" cy="735872"/>
      </dsp:txXfrm>
    </dsp:sp>
    <dsp:sp modelId="{176070D5-0C3E-4178-A7F1-F752D6DD6155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500 тис. </a:t>
          </a:r>
          <a:r>
            <a:rPr lang="ru-RU" sz="3400" b="0" i="0" kern="1200" dirty="0" err="1"/>
            <a:t>років</a:t>
          </a:r>
          <a:r>
            <a:rPr lang="ru-RU" sz="3400" b="0" i="0" kern="1200" dirty="0"/>
            <a:t> тому.</a:t>
          </a:r>
          <a:endParaRPr lang="uk-UA" sz="3400" kern="1200" dirty="0"/>
        </a:p>
      </dsp:txBody>
      <dsp:txXfrm>
        <a:off x="39809" y="1898519"/>
        <a:ext cx="4720982" cy="735872"/>
      </dsp:txXfrm>
    </dsp:sp>
    <dsp:sp modelId="{8CA263CC-FA54-4B2D-8EC3-8699EDDA5DE1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250 тис. </a:t>
          </a:r>
          <a:r>
            <a:rPr lang="ru-RU" sz="3400" b="0" i="0" kern="1200" dirty="0" err="1"/>
            <a:t>років</a:t>
          </a:r>
          <a:r>
            <a:rPr lang="ru-RU" sz="3400" b="0" i="0" kern="1200" dirty="0"/>
            <a:t> тому.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FFC826-8B17-4149-A305-44B0943464EA}">
      <dsp:nvSpPr>
        <dsp:cNvPr id="0" name=""/>
        <dsp:cNvSpPr/>
      </dsp:nvSpPr>
      <dsp:spPr>
        <a:xfrm>
          <a:off x="3292474" y="0"/>
          <a:ext cx="3594100" cy="35941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AD9C2-7ECF-48B3-BF4C-5E78003DA085}">
      <dsp:nvSpPr>
        <dsp:cNvPr id="0" name=""/>
        <dsp:cNvSpPr/>
      </dsp:nvSpPr>
      <dsp:spPr>
        <a:xfrm>
          <a:off x="3633914" y="341439"/>
          <a:ext cx="1401699" cy="14016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палеоліту.</a:t>
          </a:r>
          <a:endParaRPr lang="uk-UA" sz="1900" kern="1200"/>
        </a:p>
      </dsp:txBody>
      <dsp:txXfrm>
        <a:off x="3702339" y="409864"/>
        <a:ext cx="1264849" cy="1264849"/>
      </dsp:txXfrm>
    </dsp:sp>
    <dsp:sp modelId="{C3BA5F69-402A-4508-9FE6-2D24E075AF6A}">
      <dsp:nvSpPr>
        <dsp:cNvPr id="0" name=""/>
        <dsp:cNvSpPr/>
      </dsp:nvSpPr>
      <dsp:spPr>
        <a:xfrm>
          <a:off x="5143436" y="341439"/>
          <a:ext cx="1401699" cy="14016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мезоліту.</a:t>
          </a:r>
          <a:endParaRPr lang="uk-UA" sz="1900" kern="1200"/>
        </a:p>
      </dsp:txBody>
      <dsp:txXfrm>
        <a:off x="5211861" y="409864"/>
        <a:ext cx="1264849" cy="1264849"/>
      </dsp:txXfrm>
    </dsp:sp>
    <dsp:sp modelId="{1811E981-85D1-4676-B45C-AA4A40500DE6}">
      <dsp:nvSpPr>
        <dsp:cNvPr id="0" name=""/>
        <dsp:cNvSpPr/>
      </dsp:nvSpPr>
      <dsp:spPr>
        <a:xfrm>
          <a:off x="3633914" y="1850961"/>
          <a:ext cx="1401699" cy="14016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енеоліту.</a:t>
          </a:r>
          <a:endParaRPr lang="uk-UA" sz="1900" kern="1200" dirty="0"/>
        </a:p>
      </dsp:txBody>
      <dsp:txXfrm>
        <a:off x="3702339" y="1919386"/>
        <a:ext cx="1264849" cy="1264849"/>
      </dsp:txXfrm>
    </dsp:sp>
    <dsp:sp modelId="{5776D72F-AF22-4EF2-AE82-1FA6269B6FB6}">
      <dsp:nvSpPr>
        <dsp:cNvPr id="0" name=""/>
        <dsp:cNvSpPr/>
      </dsp:nvSpPr>
      <dsp:spPr>
        <a:xfrm>
          <a:off x="5143436" y="1850961"/>
          <a:ext cx="1401699" cy="14016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неоліту.</a:t>
          </a:r>
          <a:endParaRPr lang="uk-UA" sz="1900" kern="1200" dirty="0"/>
        </a:p>
      </dsp:txBody>
      <dsp:txXfrm>
        <a:off x="5211861" y="1919386"/>
        <a:ext cx="1264849" cy="12648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B53E5E-A69A-456D-B57A-A0F877ED5370}">
      <dsp:nvSpPr>
        <dsp:cNvPr id="0" name=""/>
        <dsp:cNvSpPr/>
      </dsp:nvSpPr>
      <dsp:spPr>
        <a:xfrm>
          <a:off x="0" y="0"/>
          <a:ext cx="480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EF698-4F12-45F5-BDBB-FD36921C2537}">
      <dsp:nvSpPr>
        <dsp:cNvPr id="0" name=""/>
        <dsp:cNvSpPr/>
      </dsp:nvSpPr>
      <dsp:spPr>
        <a:xfrm>
          <a:off x="0" y="0"/>
          <a:ext cx="4800600" cy="90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/>
            <a:t>палеоліт</a:t>
          </a:r>
          <a:endParaRPr lang="uk-UA" sz="4100" kern="1200"/>
        </a:p>
      </dsp:txBody>
      <dsp:txXfrm>
        <a:off x="0" y="0"/>
        <a:ext cx="4800600" cy="904874"/>
      </dsp:txXfrm>
    </dsp:sp>
    <dsp:sp modelId="{0CFFF83A-739A-4FEE-84D0-507D9ADB4E02}">
      <dsp:nvSpPr>
        <dsp:cNvPr id="0" name=""/>
        <dsp:cNvSpPr/>
      </dsp:nvSpPr>
      <dsp:spPr>
        <a:xfrm>
          <a:off x="0" y="904874"/>
          <a:ext cx="480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CFDB9-1DC1-43FE-ABFC-026EE5C36420}">
      <dsp:nvSpPr>
        <dsp:cNvPr id="0" name=""/>
        <dsp:cNvSpPr/>
      </dsp:nvSpPr>
      <dsp:spPr>
        <a:xfrm>
          <a:off x="0" y="904874"/>
          <a:ext cx="4800600" cy="90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dirty="0"/>
            <a:t>мезоліт</a:t>
          </a:r>
          <a:endParaRPr lang="uk-UA" sz="4100" kern="1200" dirty="0"/>
        </a:p>
      </dsp:txBody>
      <dsp:txXfrm>
        <a:off x="0" y="904874"/>
        <a:ext cx="4800600" cy="904874"/>
      </dsp:txXfrm>
    </dsp:sp>
    <dsp:sp modelId="{0E04E2CC-E32C-4940-A191-7070F001F703}">
      <dsp:nvSpPr>
        <dsp:cNvPr id="0" name=""/>
        <dsp:cNvSpPr/>
      </dsp:nvSpPr>
      <dsp:spPr>
        <a:xfrm>
          <a:off x="0" y="1809749"/>
          <a:ext cx="480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87631-9C2C-4AFC-AEC0-2CF99BB3A7F9}">
      <dsp:nvSpPr>
        <dsp:cNvPr id="0" name=""/>
        <dsp:cNvSpPr/>
      </dsp:nvSpPr>
      <dsp:spPr>
        <a:xfrm>
          <a:off x="0" y="1809749"/>
          <a:ext cx="4800600" cy="90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dirty="0"/>
            <a:t>неоліт</a:t>
          </a:r>
          <a:endParaRPr lang="uk-UA" sz="4100" kern="1200" dirty="0"/>
        </a:p>
      </dsp:txBody>
      <dsp:txXfrm>
        <a:off x="0" y="1809749"/>
        <a:ext cx="4800600" cy="904874"/>
      </dsp:txXfrm>
    </dsp:sp>
    <dsp:sp modelId="{C01A7C96-697F-4524-BE01-CC28FE6C2742}">
      <dsp:nvSpPr>
        <dsp:cNvPr id="0" name=""/>
        <dsp:cNvSpPr/>
      </dsp:nvSpPr>
      <dsp:spPr>
        <a:xfrm>
          <a:off x="0" y="2714625"/>
          <a:ext cx="480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4F9C37-A50D-4FEF-8B65-27AD9DBFAB99}">
      <dsp:nvSpPr>
        <dsp:cNvPr id="0" name=""/>
        <dsp:cNvSpPr/>
      </dsp:nvSpPr>
      <dsp:spPr>
        <a:xfrm>
          <a:off x="0" y="2714624"/>
          <a:ext cx="4800600" cy="90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dirty="0"/>
            <a:t>бронзовий вік</a:t>
          </a:r>
          <a:endParaRPr lang="uk-UA" sz="4100" kern="1200" dirty="0"/>
        </a:p>
      </dsp:txBody>
      <dsp:txXfrm>
        <a:off x="0" y="2714624"/>
        <a:ext cx="4800600" cy="9048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ADEA67-0080-4B77-8AA3-E1525FB3AD8C}">
      <dsp:nvSpPr>
        <dsp:cNvPr id="0" name=""/>
        <dsp:cNvSpPr/>
      </dsp:nvSpPr>
      <dsp:spPr>
        <a:xfrm>
          <a:off x="0" y="2118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винайдення водного транспорту (плота, човна),приручення перших тварин</a:t>
          </a:r>
          <a:endParaRPr lang="uk-UA" sz="1700" kern="1200"/>
        </a:p>
      </dsp:txBody>
      <dsp:txXfrm>
        <a:off x="33012" y="54192"/>
        <a:ext cx="4734576" cy="610236"/>
      </dsp:txXfrm>
    </dsp:sp>
    <dsp:sp modelId="{091DB8E4-7DC0-41D1-85DF-5FA4998AD817}">
      <dsp:nvSpPr>
        <dsp:cNvPr id="0" name=""/>
        <dsp:cNvSpPr/>
      </dsp:nvSpPr>
      <dsp:spPr>
        <a:xfrm>
          <a:off x="0" y="74640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перехід до осілого способу життя, приручення більшості свійських тварин</a:t>
          </a:r>
          <a:endParaRPr lang="uk-UA" sz="1700" kern="1200" dirty="0"/>
        </a:p>
      </dsp:txBody>
      <dsp:txXfrm>
        <a:off x="33012" y="779412"/>
        <a:ext cx="4734576" cy="610236"/>
      </dsp:txXfrm>
    </dsp:sp>
    <dsp:sp modelId="{EAA0DC46-BAB9-4C2A-9B35-55D996DF9C96}">
      <dsp:nvSpPr>
        <dsp:cNvPr id="0" name=""/>
        <dsp:cNvSpPr/>
      </dsp:nvSpPr>
      <dsp:spPr>
        <a:xfrm>
          <a:off x="0" y="147162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використання перших знарядь праці, зародження мистецтва та релігійних уявлень</a:t>
          </a:r>
          <a:endParaRPr lang="uk-UA" sz="1700" kern="1200"/>
        </a:p>
      </dsp:txBody>
      <dsp:txXfrm>
        <a:off x="33012" y="1504632"/>
        <a:ext cx="4734576" cy="610236"/>
      </dsp:txXfrm>
    </dsp:sp>
    <dsp:sp modelId="{2535ACE7-DE59-42C8-A357-A515F18A7E7A}">
      <dsp:nvSpPr>
        <dsp:cNvPr id="0" name=""/>
        <dsp:cNvSpPr/>
      </dsp:nvSpPr>
      <dsp:spPr>
        <a:xfrm>
          <a:off x="0" y="219684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витіснення каменю штучним матеріалом у виробництві знарядь праці, приручення коня</a:t>
          </a:r>
          <a:endParaRPr lang="uk-UA" sz="1700" kern="1200"/>
        </a:p>
      </dsp:txBody>
      <dsp:txXfrm>
        <a:off x="33012" y="2229852"/>
        <a:ext cx="4734576" cy="610236"/>
      </dsp:txXfrm>
    </dsp:sp>
    <dsp:sp modelId="{AA256108-4696-442D-BDF3-D22E4420802F}">
      <dsp:nvSpPr>
        <dsp:cNvPr id="0" name=""/>
        <dsp:cNvSpPr/>
      </dsp:nvSpPr>
      <dsp:spPr>
        <a:xfrm>
          <a:off x="0" y="292206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використання плуга для обробки землі, панування кочівників у степовій частині України</a:t>
          </a:r>
          <a:endParaRPr lang="uk-UA" sz="1700" kern="1200" dirty="0"/>
        </a:p>
      </dsp:txBody>
      <dsp:txXfrm>
        <a:off x="33012" y="2955072"/>
        <a:ext cx="4734576" cy="6102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F5CE9-6731-45C0-8447-176C8DF0EDED}">
      <dsp:nvSpPr>
        <dsp:cNvPr id="0" name=""/>
        <dsp:cNvSpPr/>
      </dsp:nvSpPr>
      <dsp:spPr>
        <a:xfrm>
          <a:off x="590549" y="0"/>
          <a:ext cx="3619500" cy="3619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34A2F0-C7C7-461E-BAE5-CDE192053231}">
      <dsp:nvSpPr>
        <dsp:cNvPr id="0" name=""/>
        <dsp:cNvSpPr/>
      </dsp:nvSpPr>
      <dsp:spPr>
        <a:xfrm>
          <a:off x="93440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Кирилівка</a:t>
          </a:r>
          <a:endParaRPr lang="uk-UA" sz="1900" kern="1200" dirty="0"/>
        </a:p>
      </dsp:txBody>
      <dsp:txXfrm>
        <a:off x="1003311" y="412761"/>
        <a:ext cx="1273787" cy="1273787"/>
      </dsp:txXfrm>
    </dsp:sp>
    <dsp:sp modelId="{E5C27F15-30D0-4127-9279-C0F84C1D9B31}">
      <dsp:nvSpPr>
        <dsp:cNvPr id="0" name=""/>
        <dsp:cNvSpPr/>
      </dsp:nvSpPr>
      <dsp:spPr>
        <a:xfrm>
          <a:off x="245459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Киїк-Коба</a:t>
          </a:r>
          <a:endParaRPr lang="uk-UA" sz="1900" kern="1200"/>
        </a:p>
      </dsp:txBody>
      <dsp:txXfrm>
        <a:off x="2523501" y="412761"/>
        <a:ext cx="1273787" cy="1273787"/>
      </dsp:txXfrm>
    </dsp:sp>
    <dsp:sp modelId="{15BEBDA9-151F-4B9A-8543-3932489229C6}">
      <dsp:nvSpPr>
        <dsp:cNvPr id="0" name=""/>
        <dsp:cNvSpPr/>
      </dsp:nvSpPr>
      <dsp:spPr>
        <a:xfrm>
          <a:off x="93440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Королеве</a:t>
          </a:r>
          <a:endParaRPr lang="uk-UA" sz="1900" kern="1200"/>
        </a:p>
      </dsp:txBody>
      <dsp:txXfrm>
        <a:off x="1003311" y="1932951"/>
        <a:ext cx="1273787" cy="1273787"/>
      </dsp:txXfrm>
    </dsp:sp>
    <dsp:sp modelId="{A029CE10-19A3-4ADF-844C-AC065002C6FA}">
      <dsp:nvSpPr>
        <dsp:cNvPr id="0" name=""/>
        <dsp:cNvSpPr/>
      </dsp:nvSpPr>
      <dsp:spPr>
        <a:xfrm>
          <a:off x="245459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 err="1"/>
            <a:t>Мізин</a:t>
          </a:r>
          <a:endParaRPr lang="uk-UA" sz="1900" kern="1200" dirty="0"/>
        </a:p>
      </dsp:txBody>
      <dsp:txXfrm>
        <a:off x="2523501" y="1932951"/>
        <a:ext cx="1273787" cy="12737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4131FB-C750-45D8-8D37-A2AF5BB3F822}">
      <dsp:nvSpPr>
        <dsp:cNvPr id="0" name=""/>
        <dsp:cNvSpPr/>
      </dsp:nvSpPr>
      <dsp:spPr>
        <a:xfrm>
          <a:off x="590549" y="0"/>
          <a:ext cx="3619500" cy="3619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713EE-2154-4C3A-B29B-264D59AFD126}">
      <dsp:nvSpPr>
        <dsp:cNvPr id="0" name=""/>
        <dsp:cNvSpPr/>
      </dsp:nvSpPr>
      <dsp:spPr>
        <a:xfrm>
          <a:off x="93440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5900" b="0" i="0" kern="1200" dirty="0"/>
            <a:t>1</a:t>
          </a:r>
          <a:endParaRPr lang="uk-UA" sz="5900" kern="1200" dirty="0"/>
        </a:p>
      </dsp:txBody>
      <dsp:txXfrm>
        <a:off x="1003311" y="412761"/>
        <a:ext cx="1273787" cy="1273787"/>
      </dsp:txXfrm>
    </dsp:sp>
    <dsp:sp modelId="{A4A13F99-0EEA-4448-B3D2-F8D9FF8821E2}">
      <dsp:nvSpPr>
        <dsp:cNvPr id="0" name=""/>
        <dsp:cNvSpPr/>
      </dsp:nvSpPr>
      <dsp:spPr>
        <a:xfrm>
          <a:off x="245459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5900" b="0" i="0" kern="1200" dirty="0"/>
            <a:t>2</a:t>
          </a:r>
          <a:endParaRPr lang="uk-UA" sz="5900" kern="1200" dirty="0"/>
        </a:p>
      </dsp:txBody>
      <dsp:txXfrm>
        <a:off x="2523501" y="412761"/>
        <a:ext cx="1273787" cy="1273787"/>
      </dsp:txXfrm>
    </dsp:sp>
    <dsp:sp modelId="{F819452E-9168-41BF-9ABD-128FDF774B98}">
      <dsp:nvSpPr>
        <dsp:cNvPr id="0" name=""/>
        <dsp:cNvSpPr/>
      </dsp:nvSpPr>
      <dsp:spPr>
        <a:xfrm>
          <a:off x="93440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5900" b="0" i="0" kern="1200"/>
            <a:t>3</a:t>
          </a:r>
          <a:endParaRPr lang="uk-UA" sz="5900" kern="1200"/>
        </a:p>
      </dsp:txBody>
      <dsp:txXfrm>
        <a:off x="1003311" y="1932951"/>
        <a:ext cx="1273787" cy="1273787"/>
      </dsp:txXfrm>
    </dsp:sp>
    <dsp:sp modelId="{9C60B59C-A1CB-4214-8D57-0F5CA60182A3}">
      <dsp:nvSpPr>
        <dsp:cNvPr id="0" name=""/>
        <dsp:cNvSpPr/>
      </dsp:nvSpPr>
      <dsp:spPr>
        <a:xfrm>
          <a:off x="245459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5900" b="0" i="0" kern="1200" dirty="0"/>
            <a:t>4</a:t>
          </a:r>
          <a:endParaRPr lang="uk-UA" sz="5900" kern="1200" dirty="0"/>
        </a:p>
      </dsp:txBody>
      <dsp:txXfrm>
        <a:off x="2523501" y="1932951"/>
        <a:ext cx="1273787" cy="12737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482ABA-FFE8-4326-A8D0-0103D63BDB93}">
      <dsp:nvSpPr>
        <dsp:cNvPr id="0" name=""/>
        <dsp:cNvSpPr/>
      </dsp:nvSpPr>
      <dsp:spPr>
        <a:xfrm>
          <a:off x="0" y="369570"/>
          <a:ext cx="2880360" cy="288036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DC713-539A-469B-80E3-365BF0055692}">
      <dsp:nvSpPr>
        <dsp:cNvPr id="0" name=""/>
        <dsp:cNvSpPr/>
      </dsp:nvSpPr>
      <dsp:spPr>
        <a:xfrm>
          <a:off x="1440180" y="369570"/>
          <a:ext cx="3360420" cy="288036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Якою</a:t>
          </a:r>
          <a:r>
            <a:rPr lang="ru-RU" sz="1900" b="0" i="0" kern="1200" dirty="0"/>
            <a:t> цифрою на </a:t>
          </a:r>
          <a:r>
            <a:rPr lang="ru-RU" sz="1900" b="0" i="0" kern="1200" dirty="0" err="1"/>
            <a:t>картосхемі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позначено</a:t>
          </a:r>
          <a:r>
            <a:rPr lang="ru-RU" sz="1900" b="0" i="0" kern="1200" dirty="0"/>
            <a:t> стоянку, де археологи </a:t>
          </a:r>
          <a:r>
            <a:rPr lang="ru-RU" sz="1900" b="0" i="0" kern="1200" dirty="0" err="1"/>
            <a:t>знайшли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пам’ятку</a:t>
          </a:r>
          <a:r>
            <a:rPr lang="ru-RU" sz="1900" b="0" i="0" kern="1200" dirty="0"/>
            <a:t>, </a:t>
          </a:r>
          <a:r>
            <a:rPr lang="ru-RU" sz="1900" b="0" i="0" kern="1200" dirty="0" err="1"/>
            <a:t>зображену</a:t>
          </a:r>
          <a:r>
            <a:rPr lang="ru-RU" sz="1900" b="0" i="0" kern="1200" dirty="0"/>
            <a:t> на фото?</a:t>
          </a:r>
          <a:endParaRPr lang="uk-UA" sz="1900" kern="1200" dirty="0"/>
        </a:p>
      </dsp:txBody>
      <dsp:txXfrm>
        <a:off x="1440180" y="369570"/>
        <a:ext cx="1680210" cy="2880360"/>
      </dsp:txXfrm>
    </dsp:sp>
    <dsp:sp modelId="{539F39C2-1791-457A-8EAF-9FADC48837B2}">
      <dsp:nvSpPr>
        <dsp:cNvPr id="0" name=""/>
        <dsp:cNvSpPr/>
      </dsp:nvSpPr>
      <dsp:spPr>
        <a:xfrm>
          <a:off x="3120390" y="369570"/>
          <a:ext cx="1680210" cy="2880360"/>
        </a:xfrm>
        <a:prstGeom prst="rect">
          <a:avLst/>
        </a:prstGeom>
        <a:noFill/>
        <a:ln w="12700" cap="flat" cmpd="sng" algn="in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4000" b="0" i="0" kern="1200" dirty="0"/>
            <a:t>1</a:t>
          </a:r>
          <a:endParaRPr lang="uk-UA" sz="4000" kern="1200" dirty="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4000" b="0" i="0" kern="1200"/>
            <a:t>2</a:t>
          </a:r>
          <a:endParaRPr lang="uk-UA" sz="4000" kern="120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4000" b="0" i="0" kern="1200" dirty="0"/>
            <a:t>3</a:t>
          </a:r>
          <a:endParaRPr lang="uk-UA" sz="4000" kern="1200" dirty="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4000" b="0" i="0" kern="1200" dirty="0"/>
            <a:t>4</a:t>
          </a:r>
          <a:endParaRPr lang="uk-UA" sz="4000" kern="1200" dirty="0"/>
        </a:p>
      </dsp:txBody>
      <dsp:txXfrm>
        <a:off x="3120390" y="369570"/>
        <a:ext cx="1680210" cy="28803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A1960-7B08-4BF7-BF48-A882D761E31C}">
      <dsp:nvSpPr>
        <dsp:cNvPr id="0" name=""/>
        <dsp:cNvSpPr/>
      </dsp:nvSpPr>
      <dsp:spPr>
        <a:xfrm>
          <a:off x="0" y="50573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використання залізних знарядь праці.</a:t>
          </a:r>
          <a:endParaRPr lang="uk-UA" sz="2100" kern="1200"/>
        </a:p>
      </dsp:txBody>
      <dsp:txXfrm>
        <a:off x="40724" y="91297"/>
        <a:ext cx="4719152" cy="752780"/>
      </dsp:txXfrm>
    </dsp:sp>
    <dsp:sp modelId="{0A4E5340-6144-4072-A85B-BCD1CE2F9F3A}">
      <dsp:nvSpPr>
        <dsp:cNvPr id="0" name=""/>
        <dsp:cNvSpPr/>
      </dsp:nvSpPr>
      <dsp:spPr>
        <a:xfrm>
          <a:off x="0" y="945281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упровадження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трипільної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системи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землеробства</a:t>
          </a:r>
          <a:r>
            <a:rPr lang="ru-RU" sz="2100" b="0" i="0" kern="1200" dirty="0"/>
            <a:t>.</a:t>
          </a:r>
          <a:endParaRPr lang="uk-UA" sz="2100" kern="1200" dirty="0"/>
        </a:p>
      </dsp:txBody>
      <dsp:txXfrm>
        <a:off x="40724" y="986005"/>
        <a:ext cx="4719152" cy="752780"/>
      </dsp:txXfrm>
    </dsp:sp>
    <dsp:sp modelId="{BA765A37-7269-4923-9A18-B61A5BD4EAEA}">
      <dsp:nvSpPr>
        <dsp:cNvPr id="0" name=""/>
        <dsp:cNvSpPr/>
      </dsp:nvSpPr>
      <dsp:spPr>
        <a:xfrm>
          <a:off x="0" y="1839990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виготовлення орнаментованого керамічного посуду.</a:t>
          </a:r>
          <a:endParaRPr lang="uk-UA" sz="2100" kern="1200"/>
        </a:p>
      </dsp:txBody>
      <dsp:txXfrm>
        <a:off x="40724" y="1880714"/>
        <a:ext cx="4719152" cy="752780"/>
      </dsp:txXfrm>
    </dsp:sp>
    <dsp:sp modelId="{C0255F67-35A7-478C-A6F1-C912FEB2224F}">
      <dsp:nvSpPr>
        <dsp:cNvPr id="0" name=""/>
        <dsp:cNvSpPr/>
      </dsp:nvSpPr>
      <dsp:spPr>
        <a:xfrm>
          <a:off x="0" y="2734698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катакомбне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поховання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представників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племінної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знаті</a:t>
          </a:r>
          <a:r>
            <a:rPr lang="ru-RU" sz="2100" b="0" i="0" kern="1200" dirty="0"/>
            <a:t>.</a:t>
          </a:r>
          <a:endParaRPr lang="uk-UA" sz="2100" kern="1200" dirty="0"/>
        </a:p>
      </dsp:txBody>
      <dsp:txXfrm>
        <a:off x="40724" y="2775422"/>
        <a:ext cx="4719152" cy="7527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ABF68-F092-41B9-953B-B90013A83DA5}">
      <dsp:nvSpPr>
        <dsp:cNvPr id="0" name=""/>
        <dsp:cNvSpPr/>
      </dsp:nvSpPr>
      <dsp:spPr>
        <a:xfrm>
          <a:off x="590549" y="0"/>
          <a:ext cx="3619500" cy="3619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F4CFE5-148A-4E1E-A79D-D7A4275FD9AE}">
      <dsp:nvSpPr>
        <dsp:cNvPr id="0" name=""/>
        <dsp:cNvSpPr/>
      </dsp:nvSpPr>
      <dsp:spPr>
        <a:xfrm>
          <a:off x="93440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палеоліту</a:t>
          </a:r>
          <a:endParaRPr lang="uk-UA" sz="2000" kern="1200" dirty="0"/>
        </a:p>
      </dsp:txBody>
      <dsp:txXfrm>
        <a:off x="1003311" y="412761"/>
        <a:ext cx="1273787" cy="1273787"/>
      </dsp:txXfrm>
    </dsp:sp>
    <dsp:sp modelId="{ED087025-E669-4B3A-A0C7-A9CF17CE5985}">
      <dsp:nvSpPr>
        <dsp:cNvPr id="0" name=""/>
        <dsp:cNvSpPr/>
      </dsp:nvSpPr>
      <dsp:spPr>
        <a:xfrm>
          <a:off x="245459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мезоліту</a:t>
          </a:r>
          <a:endParaRPr lang="uk-UA" sz="2000" kern="1200"/>
        </a:p>
      </dsp:txBody>
      <dsp:txXfrm>
        <a:off x="2523501" y="412761"/>
        <a:ext cx="1273787" cy="1273787"/>
      </dsp:txXfrm>
    </dsp:sp>
    <dsp:sp modelId="{05B194E7-6B72-4E8F-AE74-C850C537C844}">
      <dsp:nvSpPr>
        <dsp:cNvPr id="0" name=""/>
        <dsp:cNvSpPr/>
      </dsp:nvSpPr>
      <dsp:spPr>
        <a:xfrm>
          <a:off x="93440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неоліту</a:t>
          </a:r>
          <a:endParaRPr lang="uk-UA" sz="2000" kern="1200"/>
        </a:p>
      </dsp:txBody>
      <dsp:txXfrm>
        <a:off x="1003311" y="1932951"/>
        <a:ext cx="1273787" cy="1273787"/>
      </dsp:txXfrm>
    </dsp:sp>
    <dsp:sp modelId="{3B08DB4A-2EDC-4840-9BA0-7F9DBCE3D73D}">
      <dsp:nvSpPr>
        <dsp:cNvPr id="0" name=""/>
        <dsp:cNvSpPr/>
      </dsp:nvSpPr>
      <dsp:spPr>
        <a:xfrm>
          <a:off x="245459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енеоліту</a:t>
          </a:r>
          <a:endParaRPr lang="uk-UA" sz="2000" kern="1200" dirty="0"/>
        </a:p>
      </dsp:txBody>
      <dsp:txXfrm>
        <a:off x="2523501" y="1932951"/>
        <a:ext cx="1273787" cy="127378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6C5C8E-B6BB-4B98-9D6B-0D8BDADA42D5}">
      <dsp:nvSpPr>
        <dsp:cNvPr id="0" name=""/>
        <dsp:cNvSpPr/>
      </dsp:nvSpPr>
      <dsp:spPr>
        <a:xfrm>
          <a:off x="0" y="4827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перехід людини до осілого способу життя</a:t>
          </a:r>
          <a:endParaRPr lang="uk-UA" sz="2100" kern="1200"/>
        </a:p>
      </dsp:txBody>
      <dsp:txXfrm>
        <a:off x="40780" y="89050"/>
        <a:ext cx="4719040" cy="753819"/>
      </dsp:txXfrm>
    </dsp:sp>
    <dsp:sp modelId="{1DC199A3-34B5-4CA1-823D-47829E9AEA5B}">
      <dsp:nvSpPr>
        <dsp:cNvPr id="0" name=""/>
        <dsp:cNvSpPr/>
      </dsp:nvSpPr>
      <dsp:spPr>
        <a:xfrm>
          <a:off x="0" y="94413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криза та </a:t>
          </a:r>
          <a:r>
            <a:rPr lang="ru-RU" sz="2100" b="0" i="0" kern="1200" dirty="0" err="1"/>
            <a:t>занепад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рибальства</a:t>
          </a:r>
          <a:r>
            <a:rPr lang="ru-RU" sz="2100" b="0" i="0" kern="1200" dirty="0"/>
            <a:t> й </a:t>
          </a:r>
          <a:r>
            <a:rPr lang="ru-RU" sz="2100" b="0" i="0" kern="1200" dirty="0" err="1"/>
            <a:t>збиральництва</a:t>
          </a:r>
          <a:endParaRPr lang="uk-UA" sz="2100" kern="1200" dirty="0"/>
        </a:p>
      </dsp:txBody>
      <dsp:txXfrm>
        <a:off x="40780" y="984910"/>
        <a:ext cx="4719040" cy="753819"/>
      </dsp:txXfrm>
    </dsp:sp>
    <dsp:sp modelId="{FD0278E7-DFD3-41C0-B72D-838A5561F684}">
      <dsp:nvSpPr>
        <dsp:cNvPr id="0" name=""/>
        <dsp:cNvSpPr/>
      </dsp:nvSpPr>
      <dsp:spPr>
        <a:xfrm>
          <a:off x="0" y="183999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суттєве зростання продуктивності праці мисливців</a:t>
          </a:r>
          <a:endParaRPr lang="uk-UA" sz="2100" kern="1200"/>
        </a:p>
      </dsp:txBody>
      <dsp:txXfrm>
        <a:off x="40780" y="1880770"/>
        <a:ext cx="4719040" cy="753819"/>
      </dsp:txXfrm>
    </dsp:sp>
    <dsp:sp modelId="{4F85484C-82E0-4F19-B00C-3AB6B99CB564}">
      <dsp:nvSpPr>
        <dsp:cNvPr id="0" name=""/>
        <dsp:cNvSpPr/>
      </dsp:nvSpPr>
      <dsp:spPr>
        <a:xfrm>
          <a:off x="0" y="273585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утвердження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відтворюючих</a:t>
          </a:r>
          <a:r>
            <a:rPr lang="ru-RU" sz="2100" b="0" i="0" kern="1200" dirty="0"/>
            <a:t> форм </a:t>
          </a:r>
          <a:r>
            <a:rPr lang="ru-RU" sz="2100" b="0" i="0" kern="1200" dirty="0" err="1"/>
            <a:t>господарювання</a:t>
          </a:r>
          <a:endParaRPr lang="uk-UA" sz="2100" kern="1200" dirty="0"/>
        </a:p>
      </dsp:txBody>
      <dsp:txXfrm>
        <a:off x="40780" y="2776630"/>
        <a:ext cx="4719040" cy="75381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D28907-977D-486D-B932-78AADB245A4D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палеоліту.</a:t>
          </a:r>
          <a:endParaRPr lang="uk-UA" sz="3400" kern="1200" dirty="0"/>
        </a:p>
      </dsp:txBody>
      <dsp:txXfrm>
        <a:off x="39809" y="71698"/>
        <a:ext cx="4720982" cy="735872"/>
      </dsp:txXfrm>
    </dsp:sp>
    <dsp:sp modelId="{8278983B-1BE6-496B-A233-06CAEAF969B5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мезоліту.</a:t>
          </a:r>
          <a:endParaRPr lang="uk-UA" sz="3400" kern="1200"/>
        </a:p>
      </dsp:txBody>
      <dsp:txXfrm>
        <a:off x="39809" y="985109"/>
        <a:ext cx="4720982" cy="735872"/>
      </dsp:txXfrm>
    </dsp:sp>
    <dsp:sp modelId="{5B266EBA-6A73-43DC-9FC9-B2CDA62BA8A2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неоліту.</a:t>
          </a:r>
          <a:endParaRPr lang="uk-UA" sz="3400" kern="1200" dirty="0"/>
        </a:p>
      </dsp:txBody>
      <dsp:txXfrm>
        <a:off x="39809" y="1898519"/>
        <a:ext cx="4720982" cy="735872"/>
      </dsp:txXfrm>
    </dsp:sp>
    <dsp:sp modelId="{C906A4A5-0686-46B9-90DF-9CD734C95E70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енеоліту.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FED1A-C4BE-4D98-B25A-DBB9DB22725E}">
      <dsp:nvSpPr>
        <dsp:cNvPr id="0" name=""/>
        <dsp:cNvSpPr/>
      </dsp:nvSpPr>
      <dsp:spPr>
        <a:xfrm>
          <a:off x="0" y="50573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початком використання металів.</a:t>
          </a:r>
          <a:endParaRPr lang="uk-UA" sz="2100" kern="1200"/>
        </a:p>
      </dsp:txBody>
      <dsp:txXfrm>
        <a:off x="40724" y="91297"/>
        <a:ext cx="4719152" cy="752780"/>
      </dsp:txXfrm>
    </dsp:sp>
    <dsp:sp modelId="{69C47390-F6B3-4954-B4F4-12FA325F1864}">
      <dsp:nvSpPr>
        <dsp:cNvPr id="0" name=""/>
        <dsp:cNvSpPr/>
      </dsp:nvSpPr>
      <dsp:spPr>
        <a:xfrm>
          <a:off x="0" y="945281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відкриттям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перших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законів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фізики</a:t>
          </a:r>
          <a:r>
            <a:rPr lang="ru-RU" sz="2100" b="0" i="0" kern="1200" dirty="0"/>
            <a:t>.</a:t>
          </a:r>
          <a:endParaRPr lang="uk-UA" sz="2100" kern="1200" dirty="0"/>
        </a:p>
      </dsp:txBody>
      <dsp:txXfrm>
        <a:off x="40724" y="986005"/>
        <a:ext cx="4719152" cy="752780"/>
      </dsp:txXfrm>
    </dsp:sp>
    <dsp:sp modelId="{99CFD3C0-AB69-44F1-9935-8220F9CCC29E}">
      <dsp:nvSpPr>
        <dsp:cNvPr id="0" name=""/>
        <dsp:cNvSpPr/>
      </dsp:nvSpPr>
      <dsp:spPr>
        <a:xfrm>
          <a:off x="0" y="1839990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змінами природно-кліматичних умов.</a:t>
          </a:r>
          <a:endParaRPr lang="uk-UA" sz="2100" kern="1200"/>
        </a:p>
      </dsp:txBody>
      <dsp:txXfrm>
        <a:off x="40724" y="1880714"/>
        <a:ext cx="4719152" cy="752780"/>
      </dsp:txXfrm>
    </dsp:sp>
    <dsp:sp modelId="{5133CE4F-06C8-4972-A4CA-EEF81DD70192}">
      <dsp:nvSpPr>
        <dsp:cNvPr id="0" name=""/>
        <dsp:cNvSpPr/>
      </dsp:nvSpPr>
      <dsp:spPr>
        <a:xfrm>
          <a:off x="0" y="2734698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появою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кроманьйонця</a:t>
          </a:r>
          <a:r>
            <a:rPr lang="ru-RU" sz="2100" b="0" i="0" kern="1200" dirty="0"/>
            <a:t> – </a:t>
          </a:r>
          <a:r>
            <a:rPr lang="ru-RU" sz="2100" b="0" i="0" kern="1200" dirty="0" err="1"/>
            <a:t>людини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розумної</a:t>
          </a:r>
          <a:endParaRPr lang="uk-UA" sz="2100" kern="1200" dirty="0"/>
        </a:p>
      </dsp:txBody>
      <dsp:txXfrm>
        <a:off x="40724" y="2775422"/>
        <a:ext cx="4719152" cy="75278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DB2E2-2DA9-483A-A976-0E3F71AA8A86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палеоліт</a:t>
          </a:r>
          <a:endParaRPr lang="uk-UA" sz="3400" kern="1200"/>
        </a:p>
      </dsp:txBody>
      <dsp:txXfrm>
        <a:off x="39809" y="71698"/>
        <a:ext cx="4720982" cy="735872"/>
      </dsp:txXfrm>
    </dsp:sp>
    <dsp:sp modelId="{EFED21E3-8F85-4617-A21C-B67FD29518BC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мезоліт</a:t>
          </a:r>
          <a:endParaRPr lang="uk-UA" sz="3400" kern="1200"/>
        </a:p>
      </dsp:txBody>
      <dsp:txXfrm>
        <a:off x="39809" y="985109"/>
        <a:ext cx="4720982" cy="735872"/>
      </dsp:txXfrm>
    </dsp:sp>
    <dsp:sp modelId="{975E734C-B34E-4E27-8ACE-7F2F4D44D5FA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неоліт</a:t>
          </a:r>
          <a:endParaRPr lang="uk-UA" sz="3400" kern="1200" dirty="0"/>
        </a:p>
      </dsp:txBody>
      <dsp:txXfrm>
        <a:off x="39809" y="1898519"/>
        <a:ext cx="4720982" cy="735872"/>
      </dsp:txXfrm>
    </dsp:sp>
    <dsp:sp modelId="{5EEFA8DD-5265-4A1B-8CCF-CE81C3E2C7A6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бронзовий вік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6AB3F-9212-4553-B49F-EEEDD1519207}">
      <dsp:nvSpPr>
        <dsp:cNvPr id="0" name=""/>
        <dsp:cNvSpPr/>
      </dsp:nvSpPr>
      <dsp:spPr>
        <a:xfrm rot="10800000">
          <a:off x="988831" y="1039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палеоліту</a:t>
          </a:r>
          <a:endParaRPr lang="uk-UA" sz="3400" kern="1200" dirty="0"/>
        </a:p>
      </dsp:txBody>
      <dsp:txXfrm rot="10800000">
        <a:off x="1173562" y="1039"/>
        <a:ext cx="3007668" cy="738924"/>
      </dsp:txXfrm>
    </dsp:sp>
    <dsp:sp modelId="{ECDFEECD-842C-4EE1-A058-0A8D661D611E}">
      <dsp:nvSpPr>
        <dsp:cNvPr id="0" name=""/>
        <dsp:cNvSpPr/>
      </dsp:nvSpPr>
      <dsp:spPr>
        <a:xfrm>
          <a:off x="619369" y="1039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8BF6B9-83F5-43BE-AFA4-E02FEA978E73}">
      <dsp:nvSpPr>
        <dsp:cNvPr id="0" name=""/>
        <dsp:cNvSpPr/>
      </dsp:nvSpPr>
      <dsp:spPr>
        <a:xfrm rot="10800000">
          <a:off x="988831" y="960538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мезоліту</a:t>
          </a:r>
          <a:endParaRPr lang="uk-UA" sz="3400" kern="1200" dirty="0"/>
        </a:p>
      </dsp:txBody>
      <dsp:txXfrm rot="10800000">
        <a:off x="1173562" y="960538"/>
        <a:ext cx="3007668" cy="738924"/>
      </dsp:txXfrm>
    </dsp:sp>
    <dsp:sp modelId="{E2D4D80A-9700-49DD-86E1-EED17482C0C4}">
      <dsp:nvSpPr>
        <dsp:cNvPr id="0" name=""/>
        <dsp:cNvSpPr/>
      </dsp:nvSpPr>
      <dsp:spPr>
        <a:xfrm>
          <a:off x="619369" y="960538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7689A3-F101-4A79-A784-397F6EBDECF7}">
      <dsp:nvSpPr>
        <dsp:cNvPr id="0" name=""/>
        <dsp:cNvSpPr/>
      </dsp:nvSpPr>
      <dsp:spPr>
        <a:xfrm rot="10800000">
          <a:off x="988831" y="1920037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неоліту</a:t>
          </a:r>
          <a:endParaRPr lang="uk-UA" sz="3400" kern="1200"/>
        </a:p>
      </dsp:txBody>
      <dsp:txXfrm rot="10800000">
        <a:off x="1173562" y="1920037"/>
        <a:ext cx="3007668" cy="738924"/>
      </dsp:txXfrm>
    </dsp:sp>
    <dsp:sp modelId="{4E1CBEB2-9FEC-4E2F-BF75-C39E8CAF3E32}">
      <dsp:nvSpPr>
        <dsp:cNvPr id="0" name=""/>
        <dsp:cNvSpPr/>
      </dsp:nvSpPr>
      <dsp:spPr>
        <a:xfrm>
          <a:off x="619369" y="1920037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15B74-9132-426C-A0E5-48A687D5B564}">
      <dsp:nvSpPr>
        <dsp:cNvPr id="0" name=""/>
        <dsp:cNvSpPr/>
      </dsp:nvSpPr>
      <dsp:spPr>
        <a:xfrm rot="10800000">
          <a:off x="988831" y="2879536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енеоліту</a:t>
          </a:r>
          <a:endParaRPr lang="uk-UA" sz="3400" kern="1200" dirty="0"/>
        </a:p>
      </dsp:txBody>
      <dsp:txXfrm rot="10800000">
        <a:off x="1173562" y="2879536"/>
        <a:ext cx="3007668" cy="738924"/>
      </dsp:txXfrm>
    </dsp:sp>
    <dsp:sp modelId="{FC6E2396-5343-47A8-B667-CC40006BFE41}">
      <dsp:nvSpPr>
        <dsp:cNvPr id="0" name=""/>
        <dsp:cNvSpPr/>
      </dsp:nvSpPr>
      <dsp:spPr>
        <a:xfrm>
          <a:off x="619369" y="2879536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B8801A-134A-488E-B866-1895000887E5}">
      <dsp:nvSpPr>
        <dsp:cNvPr id="0" name=""/>
        <dsp:cNvSpPr/>
      </dsp:nvSpPr>
      <dsp:spPr>
        <a:xfrm>
          <a:off x="0" y="50573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Виготовлення керамічного посуду.</a:t>
          </a:r>
          <a:endParaRPr lang="uk-UA" sz="2100" kern="1200"/>
        </a:p>
      </dsp:txBody>
      <dsp:txXfrm>
        <a:off x="40724" y="91297"/>
        <a:ext cx="4719152" cy="752780"/>
      </dsp:txXfrm>
    </dsp:sp>
    <dsp:sp modelId="{AA161323-18B3-466C-9C25-2C9CEC8CCE1B}">
      <dsp:nvSpPr>
        <dsp:cNvPr id="0" name=""/>
        <dsp:cNvSpPr/>
      </dsp:nvSpPr>
      <dsp:spPr>
        <a:xfrm>
          <a:off x="0" y="945281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Вихід торгівлі за межі окремих племен.</a:t>
          </a:r>
          <a:endParaRPr lang="uk-UA" sz="2100" kern="1200" dirty="0"/>
        </a:p>
      </dsp:txBody>
      <dsp:txXfrm>
        <a:off x="40724" y="986005"/>
        <a:ext cx="4719152" cy="752780"/>
      </dsp:txXfrm>
    </dsp:sp>
    <dsp:sp modelId="{86EDD846-6EEE-42F3-8C97-22B7904DC891}">
      <dsp:nvSpPr>
        <dsp:cNvPr id="0" name=""/>
        <dsp:cNvSpPr/>
      </dsp:nvSpPr>
      <dsp:spPr>
        <a:xfrm>
          <a:off x="0" y="1839990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Відокремлення ремесла від землеробства.</a:t>
          </a:r>
          <a:endParaRPr lang="uk-UA" sz="2100" kern="1200"/>
        </a:p>
      </dsp:txBody>
      <dsp:txXfrm>
        <a:off x="40724" y="1880714"/>
        <a:ext cx="4719152" cy="752780"/>
      </dsp:txXfrm>
    </dsp:sp>
    <dsp:sp modelId="{2073F2D7-61C7-43A6-96CF-A206702B89C6}">
      <dsp:nvSpPr>
        <dsp:cNvPr id="0" name=""/>
        <dsp:cNvSpPr/>
      </dsp:nvSpPr>
      <dsp:spPr>
        <a:xfrm>
          <a:off x="0" y="2734698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Початок виготовлення знарядь праці із заліза.</a:t>
          </a:r>
          <a:endParaRPr lang="uk-UA" sz="2100" kern="1200" dirty="0"/>
        </a:p>
      </dsp:txBody>
      <dsp:txXfrm>
        <a:off x="40724" y="2775422"/>
        <a:ext cx="4719152" cy="75278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C5F23-0EE7-45F6-80F8-909F304051DE}">
      <dsp:nvSpPr>
        <dsp:cNvPr id="0" name=""/>
        <dsp:cNvSpPr/>
      </dsp:nvSpPr>
      <dsp:spPr>
        <a:xfrm>
          <a:off x="138112" y="904875"/>
          <a:ext cx="2714625" cy="271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1506A-C5E9-4426-9782-DDAE3AEFED2F}">
      <dsp:nvSpPr>
        <dsp:cNvPr id="0" name=""/>
        <dsp:cNvSpPr/>
      </dsp:nvSpPr>
      <dsp:spPr>
        <a:xfrm>
          <a:off x="526077" y="1292840"/>
          <a:ext cx="1938694" cy="19386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F2BAB-D22C-4DC9-83FB-110B2B77954E}">
      <dsp:nvSpPr>
        <dsp:cNvPr id="0" name=""/>
        <dsp:cNvSpPr/>
      </dsp:nvSpPr>
      <dsp:spPr>
        <a:xfrm>
          <a:off x="913816" y="1680579"/>
          <a:ext cx="1163216" cy="116321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6E5D6-DC30-4AE6-BB46-4E65277B0E5D}">
      <dsp:nvSpPr>
        <dsp:cNvPr id="0" name=""/>
        <dsp:cNvSpPr/>
      </dsp:nvSpPr>
      <dsp:spPr>
        <a:xfrm>
          <a:off x="1301555" y="2068318"/>
          <a:ext cx="387738" cy="3877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C3A8A9-D29A-47E2-8B55-B604FCC7ABA1}">
      <dsp:nvSpPr>
        <dsp:cNvPr id="0" name=""/>
        <dsp:cNvSpPr/>
      </dsp:nvSpPr>
      <dsp:spPr>
        <a:xfrm>
          <a:off x="3305175" y="0"/>
          <a:ext cx="1357312" cy="649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палеоліту.</a:t>
          </a:r>
          <a:endParaRPr lang="uk-UA" sz="2000" kern="1200"/>
        </a:p>
      </dsp:txBody>
      <dsp:txXfrm>
        <a:off x="3305175" y="0"/>
        <a:ext cx="1357312" cy="649247"/>
      </dsp:txXfrm>
    </dsp:sp>
    <dsp:sp modelId="{F7EA59E9-F263-4735-878B-C741A04A8786}">
      <dsp:nvSpPr>
        <dsp:cNvPr id="0" name=""/>
        <dsp:cNvSpPr/>
      </dsp:nvSpPr>
      <dsp:spPr>
        <a:xfrm>
          <a:off x="2965846" y="324623"/>
          <a:ext cx="3393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62F166-7EE5-4852-ABDE-C0EDBCC5F465}">
      <dsp:nvSpPr>
        <dsp:cNvPr id="0" name=""/>
        <dsp:cNvSpPr/>
      </dsp:nvSpPr>
      <dsp:spPr>
        <a:xfrm rot="5400000">
          <a:off x="1260157" y="538400"/>
          <a:ext cx="1918335" cy="1493043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84E36-C896-4988-AF80-8B821AE4D3B2}">
      <dsp:nvSpPr>
        <dsp:cNvPr id="0" name=""/>
        <dsp:cNvSpPr/>
      </dsp:nvSpPr>
      <dsp:spPr>
        <a:xfrm>
          <a:off x="3305175" y="649247"/>
          <a:ext cx="1357312" cy="649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мезоліту.</a:t>
          </a:r>
          <a:endParaRPr lang="uk-UA" sz="2000" kern="1200" dirty="0"/>
        </a:p>
      </dsp:txBody>
      <dsp:txXfrm>
        <a:off x="3305175" y="649247"/>
        <a:ext cx="1357312" cy="649247"/>
      </dsp:txXfrm>
    </dsp:sp>
    <dsp:sp modelId="{6D70EC7D-9F2B-4CCC-B282-08F81FAB474F}">
      <dsp:nvSpPr>
        <dsp:cNvPr id="0" name=""/>
        <dsp:cNvSpPr/>
      </dsp:nvSpPr>
      <dsp:spPr>
        <a:xfrm>
          <a:off x="2965846" y="973871"/>
          <a:ext cx="3393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BCD341-B798-4639-A4ED-7EFC6A0A5FC9}">
      <dsp:nvSpPr>
        <dsp:cNvPr id="0" name=""/>
        <dsp:cNvSpPr/>
      </dsp:nvSpPr>
      <dsp:spPr>
        <a:xfrm rot="5400000">
          <a:off x="1592246" y="1177016"/>
          <a:ext cx="1575387" cy="116955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32F552-D07E-48CD-97A9-0372A6B7BD45}">
      <dsp:nvSpPr>
        <dsp:cNvPr id="0" name=""/>
        <dsp:cNvSpPr/>
      </dsp:nvSpPr>
      <dsp:spPr>
        <a:xfrm>
          <a:off x="3305175" y="1298495"/>
          <a:ext cx="1357312" cy="649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неоліту.</a:t>
          </a:r>
          <a:endParaRPr lang="uk-UA" sz="2000" kern="1200" dirty="0"/>
        </a:p>
      </dsp:txBody>
      <dsp:txXfrm>
        <a:off x="3305175" y="1298495"/>
        <a:ext cx="1357312" cy="649247"/>
      </dsp:txXfrm>
    </dsp:sp>
    <dsp:sp modelId="{69938B3F-A761-45DB-95E1-7ACD1629DA02}">
      <dsp:nvSpPr>
        <dsp:cNvPr id="0" name=""/>
        <dsp:cNvSpPr/>
      </dsp:nvSpPr>
      <dsp:spPr>
        <a:xfrm>
          <a:off x="2965846" y="1623119"/>
          <a:ext cx="3393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4FE2AB-AD7D-4E62-85E1-2829A134A40A}">
      <dsp:nvSpPr>
        <dsp:cNvPr id="0" name=""/>
        <dsp:cNvSpPr/>
      </dsp:nvSpPr>
      <dsp:spPr>
        <a:xfrm rot="5400000">
          <a:off x="1913703" y="1772197"/>
          <a:ext cx="1201674" cy="90261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AD3D1D-A3A5-4D64-80F9-6FE6D600FE69}">
      <dsp:nvSpPr>
        <dsp:cNvPr id="0" name=""/>
        <dsp:cNvSpPr/>
      </dsp:nvSpPr>
      <dsp:spPr>
        <a:xfrm>
          <a:off x="3305175" y="1947743"/>
          <a:ext cx="1357312" cy="649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енеоліту.</a:t>
          </a:r>
          <a:endParaRPr lang="uk-UA" sz="2000" kern="1200" dirty="0"/>
        </a:p>
      </dsp:txBody>
      <dsp:txXfrm>
        <a:off x="3305175" y="1947743"/>
        <a:ext cx="1357312" cy="649247"/>
      </dsp:txXfrm>
    </dsp:sp>
    <dsp:sp modelId="{66F61017-2DC5-4219-B22D-9092DC3FA655}">
      <dsp:nvSpPr>
        <dsp:cNvPr id="0" name=""/>
        <dsp:cNvSpPr/>
      </dsp:nvSpPr>
      <dsp:spPr>
        <a:xfrm>
          <a:off x="2965846" y="2272367"/>
          <a:ext cx="3393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650547-4A0E-4359-BAC0-32509FE45867}">
      <dsp:nvSpPr>
        <dsp:cNvPr id="0" name=""/>
        <dsp:cNvSpPr/>
      </dsp:nvSpPr>
      <dsp:spPr>
        <a:xfrm rot="5400000">
          <a:off x="2235929" y="2369731"/>
          <a:ext cx="825969" cy="63069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737964-42B8-40EB-8EF5-A5C760DC55AA}">
      <dsp:nvSpPr>
        <dsp:cNvPr id="0" name=""/>
        <dsp:cNvSpPr/>
      </dsp:nvSpPr>
      <dsp:spPr>
        <a:xfrm>
          <a:off x="0" y="50573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виконані</a:t>
          </a:r>
          <a:r>
            <a:rPr lang="ru-RU" sz="2100" b="0" i="0" kern="1200" dirty="0"/>
            <a:t> в «</a:t>
          </a:r>
          <a:r>
            <a:rPr lang="ru-RU" sz="2100" b="0" i="0" kern="1200" dirty="0" err="1"/>
            <a:t>звіриному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стилі</a:t>
          </a:r>
          <a:r>
            <a:rPr lang="ru-RU" sz="2100" b="0" i="0" kern="1200" dirty="0"/>
            <a:t>»</a:t>
          </a:r>
          <a:endParaRPr lang="uk-UA" sz="2100" kern="1200" dirty="0"/>
        </a:p>
      </dsp:txBody>
      <dsp:txXfrm>
        <a:off x="40724" y="91297"/>
        <a:ext cx="4719152" cy="752780"/>
      </dsp:txXfrm>
    </dsp:sp>
    <dsp:sp modelId="{84E05299-18D1-494A-A7DC-5DCE3E462911}">
      <dsp:nvSpPr>
        <dsp:cNvPr id="0" name=""/>
        <dsp:cNvSpPr/>
      </dsp:nvSpPr>
      <dsp:spPr>
        <a:xfrm>
          <a:off x="0" y="945281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створені</a:t>
          </a:r>
          <a:r>
            <a:rPr lang="ru-RU" sz="2100" b="0" i="0" kern="1200" dirty="0"/>
            <a:t> в добу </a:t>
          </a:r>
          <a:r>
            <a:rPr lang="ru-RU" sz="2100" b="0" i="0" kern="1200" dirty="0" err="1"/>
            <a:t>раннього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залізного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віку</a:t>
          </a:r>
          <a:endParaRPr lang="uk-UA" sz="2100" kern="1200" dirty="0"/>
        </a:p>
      </dsp:txBody>
      <dsp:txXfrm>
        <a:off x="40724" y="986005"/>
        <a:ext cx="4719152" cy="752780"/>
      </dsp:txXfrm>
    </dsp:sp>
    <dsp:sp modelId="{9374F57E-8A16-402E-A83F-96A8CDCCCB20}">
      <dsp:nvSpPr>
        <dsp:cNvPr id="0" name=""/>
        <dsp:cNvSpPr/>
      </dsp:nvSpPr>
      <dsp:spPr>
        <a:xfrm>
          <a:off x="0" y="1839990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належать майстрам трипільської культури</a:t>
          </a:r>
          <a:endParaRPr lang="uk-UA" sz="2100" kern="1200"/>
        </a:p>
      </dsp:txBody>
      <dsp:txXfrm>
        <a:off x="40724" y="1880714"/>
        <a:ext cx="4719152" cy="752780"/>
      </dsp:txXfrm>
    </dsp:sp>
    <dsp:sp modelId="{FEF75273-58A1-4B14-A6F1-6CAF7AD6BED6}">
      <dsp:nvSpPr>
        <dsp:cNvPr id="0" name=""/>
        <dsp:cNvSpPr/>
      </dsp:nvSpPr>
      <dsp:spPr>
        <a:xfrm>
          <a:off x="0" y="2734698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представляють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мистецтво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кочових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народів</a:t>
          </a:r>
          <a:endParaRPr lang="uk-UA" sz="2100" kern="1200" dirty="0"/>
        </a:p>
      </dsp:txBody>
      <dsp:txXfrm>
        <a:off x="40724" y="2775422"/>
        <a:ext cx="4719152" cy="75278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8B904-C840-431C-90FB-E6B7E800054C}">
      <dsp:nvSpPr>
        <dsp:cNvPr id="0" name=""/>
        <dsp:cNvSpPr/>
      </dsp:nvSpPr>
      <dsp:spPr>
        <a:xfrm>
          <a:off x="0" y="50573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носіїв Трипільської культури.</a:t>
          </a:r>
          <a:endParaRPr lang="uk-UA" sz="2100" kern="1200"/>
        </a:p>
      </dsp:txBody>
      <dsp:txXfrm>
        <a:off x="40724" y="91297"/>
        <a:ext cx="4719152" cy="752780"/>
      </dsp:txXfrm>
    </dsp:sp>
    <dsp:sp modelId="{C214D37E-A4FF-47F6-A1F6-2FA873909B74}">
      <dsp:nvSpPr>
        <dsp:cNvPr id="0" name=""/>
        <dsp:cNvSpPr/>
      </dsp:nvSpPr>
      <dsp:spPr>
        <a:xfrm>
          <a:off x="0" y="945281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вождів кіммерійських кочових племен.</a:t>
          </a:r>
          <a:endParaRPr lang="uk-UA" sz="2100" kern="1200" dirty="0"/>
        </a:p>
      </dsp:txBody>
      <dsp:txXfrm>
        <a:off x="40724" y="986005"/>
        <a:ext cx="4719152" cy="752780"/>
      </dsp:txXfrm>
    </dsp:sp>
    <dsp:sp modelId="{ED3E0BD6-3F4A-4118-8817-D813B1D0B8D6}">
      <dsp:nvSpPr>
        <dsp:cNvPr id="0" name=""/>
        <dsp:cNvSpPr/>
      </dsp:nvSpPr>
      <dsp:spPr>
        <a:xfrm>
          <a:off x="0" y="1839990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мешканців античних міст Північного Причорномор’я.</a:t>
          </a:r>
          <a:endParaRPr lang="uk-UA" sz="2100" kern="1200" dirty="0"/>
        </a:p>
      </dsp:txBody>
      <dsp:txXfrm>
        <a:off x="40724" y="1880714"/>
        <a:ext cx="4719152" cy="752780"/>
      </dsp:txXfrm>
    </dsp:sp>
    <dsp:sp modelId="{37D28863-C6A9-41E8-AE93-C6C4D8ACD544}">
      <dsp:nvSpPr>
        <dsp:cNvPr id="0" name=""/>
        <dsp:cNvSpPr/>
      </dsp:nvSpPr>
      <dsp:spPr>
        <a:xfrm>
          <a:off x="0" y="2734698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князів східнослов’янських племінних союзів.</a:t>
          </a:r>
          <a:endParaRPr lang="uk-UA" sz="2100" kern="1200" dirty="0"/>
        </a:p>
      </dsp:txBody>
      <dsp:txXfrm>
        <a:off x="40724" y="2775422"/>
        <a:ext cx="4719152" cy="75278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5FED4C-02AC-43AB-86C9-86481D20FC60}">
      <dsp:nvSpPr>
        <dsp:cNvPr id="0" name=""/>
        <dsp:cNvSpPr/>
      </dsp:nvSpPr>
      <dsp:spPr>
        <a:xfrm>
          <a:off x="0" y="84179"/>
          <a:ext cx="4800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dirty="0" err="1"/>
            <a:t>грецького</a:t>
          </a:r>
          <a:r>
            <a:rPr lang="ru-RU" sz="3300" b="0" i="0" kern="1200" dirty="0"/>
            <a:t> аристократа.</a:t>
          </a:r>
          <a:endParaRPr lang="uk-UA" sz="3300" kern="1200" dirty="0"/>
        </a:p>
      </dsp:txBody>
      <dsp:txXfrm>
        <a:off x="38638" y="122817"/>
        <a:ext cx="4723324" cy="714229"/>
      </dsp:txXfrm>
    </dsp:sp>
    <dsp:sp modelId="{BF49E090-A455-4AB3-B1D9-654AEA068822}">
      <dsp:nvSpPr>
        <dsp:cNvPr id="0" name=""/>
        <dsp:cNvSpPr/>
      </dsp:nvSpPr>
      <dsp:spPr>
        <a:xfrm>
          <a:off x="0" y="970725"/>
          <a:ext cx="4800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кіммерійського вождя.</a:t>
          </a:r>
          <a:endParaRPr lang="uk-UA" sz="3300" kern="1200"/>
        </a:p>
      </dsp:txBody>
      <dsp:txXfrm>
        <a:off x="38638" y="1009363"/>
        <a:ext cx="4723324" cy="714229"/>
      </dsp:txXfrm>
    </dsp:sp>
    <dsp:sp modelId="{BF1BE850-54EC-42F9-BDD9-B31414CE7E8B}">
      <dsp:nvSpPr>
        <dsp:cNvPr id="0" name=""/>
        <dsp:cNvSpPr/>
      </dsp:nvSpPr>
      <dsp:spPr>
        <a:xfrm>
          <a:off x="0" y="1857270"/>
          <a:ext cx="4800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слов’янського князя.</a:t>
          </a:r>
          <a:endParaRPr lang="uk-UA" sz="3300" kern="1200"/>
        </a:p>
      </dsp:txBody>
      <dsp:txXfrm>
        <a:off x="38638" y="1895908"/>
        <a:ext cx="4723324" cy="714229"/>
      </dsp:txXfrm>
    </dsp:sp>
    <dsp:sp modelId="{909EE94D-DA93-42D6-9C47-36869362CB16}">
      <dsp:nvSpPr>
        <dsp:cNvPr id="0" name=""/>
        <dsp:cNvSpPr/>
      </dsp:nvSpPr>
      <dsp:spPr>
        <a:xfrm>
          <a:off x="0" y="2743815"/>
          <a:ext cx="4800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dirty="0" err="1"/>
            <a:t>скіфського</a:t>
          </a:r>
          <a:r>
            <a:rPr lang="ru-RU" sz="3300" b="0" i="0" kern="1200" dirty="0"/>
            <a:t> царя.</a:t>
          </a:r>
          <a:endParaRPr lang="uk-UA" sz="3300" kern="1200" dirty="0"/>
        </a:p>
      </dsp:txBody>
      <dsp:txXfrm>
        <a:off x="38638" y="2782453"/>
        <a:ext cx="4723324" cy="71422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C02D1B-5EF5-4208-86AC-ED5B695B9E19}">
      <dsp:nvSpPr>
        <dsp:cNvPr id="0" name=""/>
        <dsp:cNvSpPr/>
      </dsp:nvSpPr>
      <dsp:spPr>
        <a:xfrm>
          <a:off x="590549" y="0"/>
          <a:ext cx="3619500" cy="3619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0B8F4-E13E-453B-958A-7C6B774B28B4}">
      <dsp:nvSpPr>
        <dsp:cNvPr id="0" name=""/>
        <dsp:cNvSpPr/>
      </dsp:nvSpPr>
      <dsp:spPr>
        <a:xfrm>
          <a:off x="93440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скіфів.</a:t>
          </a:r>
          <a:endParaRPr lang="uk-UA" sz="1600" kern="1200"/>
        </a:p>
      </dsp:txBody>
      <dsp:txXfrm>
        <a:off x="1003311" y="412761"/>
        <a:ext cx="1273787" cy="1273787"/>
      </dsp:txXfrm>
    </dsp:sp>
    <dsp:sp modelId="{C0563CB9-8745-4101-AC1F-CE4BAB3E78ED}">
      <dsp:nvSpPr>
        <dsp:cNvPr id="0" name=""/>
        <dsp:cNvSpPr/>
      </dsp:nvSpPr>
      <dsp:spPr>
        <a:xfrm>
          <a:off x="245459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греків.</a:t>
          </a:r>
          <a:endParaRPr lang="uk-UA" sz="1600" kern="1200"/>
        </a:p>
      </dsp:txBody>
      <dsp:txXfrm>
        <a:off x="2523501" y="412761"/>
        <a:ext cx="1273787" cy="1273787"/>
      </dsp:txXfrm>
    </dsp:sp>
    <dsp:sp modelId="{EC5B9DF6-E636-41F5-817E-F3E9C8760A15}">
      <dsp:nvSpPr>
        <dsp:cNvPr id="0" name=""/>
        <dsp:cNvSpPr/>
      </dsp:nvSpPr>
      <dsp:spPr>
        <a:xfrm>
          <a:off x="93440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сарматів.</a:t>
          </a:r>
          <a:endParaRPr lang="uk-UA" sz="1600" kern="1200"/>
        </a:p>
      </dsp:txBody>
      <dsp:txXfrm>
        <a:off x="1003311" y="1932951"/>
        <a:ext cx="1273787" cy="1273787"/>
      </dsp:txXfrm>
    </dsp:sp>
    <dsp:sp modelId="{6339BFA1-5C4F-4E84-8920-8FD162E42901}">
      <dsp:nvSpPr>
        <dsp:cNvPr id="0" name=""/>
        <dsp:cNvSpPr/>
      </dsp:nvSpPr>
      <dsp:spPr>
        <a:xfrm>
          <a:off x="245459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кіммерійців.</a:t>
          </a:r>
          <a:endParaRPr lang="uk-UA" sz="1600" kern="1200" dirty="0"/>
        </a:p>
      </dsp:txBody>
      <dsp:txXfrm>
        <a:off x="2523501" y="1932951"/>
        <a:ext cx="1273787" cy="127378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527C6-8723-4471-A99C-8590A29CA227}">
      <dsp:nvSpPr>
        <dsp:cNvPr id="0" name=""/>
        <dsp:cNvSpPr/>
      </dsp:nvSpPr>
      <dsp:spPr>
        <a:xfrm>
          <a:off x="1134561" y="25302"/>
          <a:ext cx="1315741" cy="13157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kern="1200" dirty="0"/>
            <a:t>1</a:t>
          </a:r>
        </a:p>
      </dsp:txBody>
      <dsp:txXfrm>
        <a:off x="1286377" y="202421"/>
        <a:ext cx="1012109" cy="417495"/>
      </dsp:txXfrm>
    </dsp:sp>
    <dsp:sp modelId="{CB938EC0-6219-43D2-85E5-0A0073427474}">
      <dsp:nvSpPr>
        <dsp:cNvPr id="0" name=""/>
        <dsp:cNvSpPr/>
      </dsp:nvSpPr>
      <dsp:spPr>
        <a:xfrm>
          <a:off x="1716523" y="607265"/>
          <a:ext cx="1315741" cy="13157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kern="1200"/>
            <a:t>2</a:t>
          </a:r>
        </a:p>
      </dsp:txBody>
      <dsp:txXfrm>
        <a:off x="2425000" y="759081"/>
        <a:ext cx="506054" cy="1012109"/>
      </dsp:txXfrm>
    </dsp:sp>
    <dsp:sp modelId="{99D2EE0D-0AAA-40E6-BF92-D5A50DC8CAD2}">
      <dsp:nvSpPr>
        <dsp:cNvPr id="0" name=""/>
        <dsp:cNvSpPr/>
      </dsp:nvSpPr>
      <dsp:spPr>
        <a:xfrm>
          <a:off x="1134561" y="1189228"/>
          <a:ext cx="1315741" cy="13157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kern="1200"/>
            <a:t>3</a:t>
          </a:r>
        </a:p>
      </dsp:txBody>
      <dsp:txXfrm>
        <a:off x="1286377" y="1910356"/>
        <a:ext cx="1012109" cy="417495"/>
      </dsp:txXfrm>
    </dsp:sp>
    <dsp:sp modelId="{C65EA63F-DDA4-4C22-BF3F-79488A0412C8}">
      <dsp:nvSpPr>
        <dsp:cNvPr id="0" name=""/>
        <dsp:cNvSpPr/>
      </dsp:nvSpPr>
      <dsp:spPr>
        <a:xfrm>
          <a:off x="552598" y="607265"/>
          <a:ext cx="1315741" cy="13157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kern="1200" dirty="0"/>
            <a:t>4</a:t>
          </a:r>
        </a:p>
      </dsp:txBody>
      <dsp:txXfrm>
        <a:off x="653809" y="759081"/>
        <a:ext cx="506054" cy="101210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AC0AB-3944-46FF-93D5-3EF26935AD41}">
      <dsp:nvSpPr>
        <dsp:cNvPr id="0" name=""/>
        <dsp:cNvSpPr/>
      </dsp:nvSpPr>
      <dsp:spPr>
        <a:xfrm>
          <a:off x="0" y="554790"/>
          <a:ext cx="4800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"Скіфо-сарматська доба"</a:t>
          </a:r>
          <a:endParaRPr lang="uk-UA" sz="2400" kern="1200"/>
        </a:p>
      </dsp:txBody>
      <dsp:txXfrm>
        <a:off x="28100" y="582890"/>
        <a:ext cx="4744400" cy="519439"/>
      </dsp:txXfrm>
    </dsp:sp>
    <dsp:sp modelId="{426CD3DF-70C0-4761-998A-4FBF55E4C220}">
      <dsp:nvSpPr>
        <dsp:cNvPr id="0" name=""/>
        <dsp:cNvSpPr/>
      </dsp:nvSpPr>
      <dsp:spPr>
        <a:xfrm>
          <a:off x="0" y="1199550"/>
          <a:ext cx="4800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"Дивосвіт Трипілля"</a:t>
          </a:r>
          <a:endParaRPr lang="uk-UA" sz="2400" kern="1200"/>
        </a:p>
      </dsp:txBody>
      <dsp:txXfrm>
        <a:off x="28100" y="1227650"/>
        <a:ext cx="4744400" cy="519439"/>
      </dsp:txXfrm>
    </dsp:sp>
    <dsp:sp modelId="{EC8E0FDD-9358-49C3-8310-7B50C2D5FA1A}">
      <dsp:nvSpPr>
        <dsp:cNvPr id="0" name=""/>
        <dsp:cNvSpPr/>
      </dsp:nvSpPr>
      <dsp:spPr>
        <a:xfrm>
          <a:off x="0" y="1844310"/>
          <a:ext cx="4800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"Язичництво давніх слов’ян"</a:t>
          </a:r>
          <a:endParaRPr lang="uk-UA" sz="2400" kern="1200" dirty="0"/>
        </a:p>
      </dsp:txBody>
      <dsp:txXfrm>
        <a:off x="28100" y="1872410"/>
        <a:ext cx="4744400" cy="519439"/>
      </dsp:txXfrm>
    </dsp:sp>
    <dsp:sp modelId="{A4F6E33C-D5A2-48D7-B8A1-192D11A2FC95}">
      <dsp:nvSpPr>
        <dsp:cNvPr id="0" name=""/>
        <dsp:cNvSpPr/>
      </dsp:nvSpPr>
      <dsp:spPr>
        <a:xfrm>
          <a:off x="0" y="2489070"/>
          <a:ext cx="4800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"Ювелірні шедеври Київської Русі"</a:t>
          </a:r>
          <a:endParaRPr lang="uk-UA" sz="2400" kern="1200" dirty="0"/>
        </a:p>
      </dsp:txBody>
      <dsp:txXfrm>
        <a:off x="28100" y="2517170"/>
        <a:ext cx="4744400" cy="51943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19617-9A3E-4EE7-9B28-6D6CA5272624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ісламу.</a:t>
          </a:r>
          <a:endParaRPr lang="uk-UA" sz="3400" kern="1200" dirty="0"/>
        </a:p>
      </dsp:txBody>
      <dsp:txXfrm>
        <a:off x="39809" y="71698"/>
        <a:ext cx="4720982" cy="735872"/>
      </dsp:txXfrm>
    </dsp:sp>
    <dsp:sp modelId="{522D3502-6B85-4D5F-B12F-3C39D002389B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язичництва.</a:t>
          </a:r>
          <a:endParaRPr lang="uk-UA" sz="3400" kern="1200" dirty="0"/>
        </a:p>
      </dsp:txBody>
      <dsp:txXfrm>
        <a:off x="39809" y="985109"/>
        <a:ext cx="4720982" cy="735872"/>
      </dsp:txXfrm>
    </dsp:sp>
    <dsp:sp modelId="{E2F5E328-6CC4-42E6-AB08-6D3BC9FB45E0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буддизму.</a:t>
          </a:r>
          <a:endParaRPr lang="uk-UA" sz="3400" kern="1200"/>
        </a:p>
      </dsp:txBody>
      <dsp:txXfrm>
        <a:off x="39809" y="1898519"/>
        <a:ext cx="4720982" cy="735872"/>
      </dsp:txXfrm>
    </dsp:sp>
    <dsp:sp modelId="{4FD0DEA2-E73F-4D14-866F-A3EBFA943B7E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християнства.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07131-8417-4999-8D08-025B42721559}">
      <dsp:nvSpPr>
        <dsp:cNvPr id="0" name=""/>
        <dsp:cNvSpPr/>
      </dsp:nvSpPr>
      <dsp:spPr>
        <a:xfrm>
          <a:off x="0" y="4827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відокремлення скотарства від землеробства</a:t>
          </a:r>
          <a:endParaRPr lang="uk-UA" sz="2100" kern="1200"/>
        </a:p>
      </dsp:txBody>
      <dsp:txXfrm>
        <a:off x="40780" y="89050"/>
        <a:ext cx="4719040" cy="753819"/>
      </dsp:txXfrm>
    </dsp:sp>
    <dsp:sp modelId="{53C38CEE-63E4-4EA3-8723-00D0D213BA6A}">
      <dsp:nvSpPr>
        <dsp:cNvPr id="0" name=""/>
        <dsp:cNvSpPr/>
      </dsp:nvSpPr>
      <dsp:spPr>
        <a:xfrm>
          <a:off x="0" y="94413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поява мистецтва та релігійних уявлень</a:t>
          </a:r>
          <a:endParaRPr lang="uk-UA" sz="2100" kern="1200" dirty="0"/>
        </a:p>
      </dsp:txBody>
      <dsp:txXfrm>
        <a:off x="40780" y="984910"/>
        <a:ext cx="4719040" cy="753819"/>
      </dsp:txXfrm>
    </dsp:sp>
    <dsp:sp modelId="{2A477BF1-1800-4C8B-BE43-3E820E7FF930}">
      <dsp:nvSpPr>
        <dsp:cNvPr id="0" name=""/>
        <dsp:cNvSpPr/>
      </dsp:nvSpPr>
      <dsp:spPr>
        <a:xfrm>
          <a:off x="0" y="183999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перехід до відтворюючих форм господарювання</a:t>
          </a:r>
          <a:endParaRPr lang="uk-UA" sz="2100" kern="1200"/>
        </a:p>
      </dsp:txBody>
      <dsp:txXfrm>
        <a:off x="40780" y="1880770"/>
        <a:ext cx="4719040" cy="753819"/>
      </dsp:txXfrm>
    </dsp:sp>
    <dsp:sp modelId="{F57D5B68-9456-465A-AC99-EFD6A5D7E457}">
      <dsp:nvSpPr>
        <dsp:cNvPr id="0" name=""/>
        <dsp:cNvSpPr/>
      </dsp:nvSpPr>
      <dsp:spPr>
        <a:xfrm>
          <a:off x="0" y="273585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опанування </a:t>
          </a:r>
          <a:r>
            <a:rPr lang="uk-UA" sz="2100" b="0" i="0" kern="1200" dirty="0" err="1"/>
            <a:t>мікролітичної</a:t>
          </a:r>
          <a:r>
            <a:rPr lang="uk-UA" sz="2100" b="0" i="0" kern="1200" dirty="0"/>
            <a:t> техніки обробки каменю</a:t>
          </a:r>
          <a:endParaRPr lang="uk-UA" sz="2100" kern="1200" dirty="0"/>
        </a:p>
      </dsp:txBody>
      <dsp:txXfrm>
        <a:off x="40780" y="2776630"/>
        <a:ext cx="4719040" cy="753819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D06A4-33F8-4E61-B9AA-282DD8B800D2}">
      <dsp:nvSpPr>
        <dsp:cNvPr id="0" name=""/>
        <dsp:cNvSpPr/>
      </dsp:nvSpPr>
      <dsp:spPr>
        <a:xfrm rot="10800000">
          <a:off x="950157" y="383"/>
          <a:ext cx="3192399" cy="58422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629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палеоліт</a:t>
          </a:r>
          <a:endParaRPr lang="uk-UA" sz="2500" kern="1200"/>
        </a:p>
      </dsp:txBody>
      <dsp:txXfrm rot="10800000">
        <a:off x="1096214" y="383"/>
        <a:ext cx="3046342" cy="584229"/>
      </dsp:txXfrm>
    </dsp:sp>
    <dsp:sp modelId="{C763DBA7-9A0D-4446-B4AD-A18CCE638659}">
      <dsp:nvSpPr>
        <dsp:cNvPr id="0" name=""/>
        <dsp:cNvSpPr/>
      </dsp:nvSpPr>
      <dsp:spPr>
        <a:xfrm>
          <a:off x="658043" y="383"/>
          <a:ext cx="584229" cy="58422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CFE7EC-0405-48B1-862B-F269FE5E81DD}">
      <dsp:nvSpPr>
        <dsp:cNvPr id="0" name=""/>
        <dsp:cNvSpPr/>
      </dsp:nvSpPr>
      <dsp:spPr>
        <a:xfrm rot="10800000">
          <a:off x="950157" y="759009"/>
          <a:ext cx="3192399" cy="58422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629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мезоліт</a:t>
          </a:r>
          <a:endParaRPr lang="uk-UA" sz="2500" kern="1200" dirty="0"/>
        </a:p>
      </dsp:txBody>
      <dsp:txXfrm rot="10800000">
        <a:off x="1096214" y="759009"/>
        <a:ext cx="3046342" cy="584229"/>
      </dsp:txXfrm>
    </dsp:sp>
    <dsp:sp modelId="{2DB29A9C-C60D-4C94-8CD7-7600698FCC10}">
      <dsp:nvSpPr>
        <dsp:cNvPr id="0" name=""/>
        <dsp:cNvSpPr/>
      </dsp:nvSpPr>
      <dsp:spPr>
        <a:xfrm>
          <a:off x="658043" y="759009"/>
          <a:ext cx="584229" cy="58422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28CDA-22AB-4761-8BFA-D7721A1E98CF}">
      <dsp:nvSpPr>
        <dsp:cNvPr id="0" name=""/>
        <dsp:cNvSpPr/>
      </dsp:nvSpPr>
      <dsp:spPr>
        <a:xfrm rot="10800000">
          <a:off x="950157" y="1517635"/>
          <a:ext cx="3192399" cy="58422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629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неоліт</a:t>
          </a:r>
          <a:endParaRPr lang="uk-UA" sz="2500" kern="1200"/>
        </a:p>
      </dsp:txBody>
      <dsp:txXfrm rot="10800000">
        <a:off x="1096214" y="1517635"/>
        <a:ext cx="3046342" cy="584229"/>
      </dsp:txXfrm>
    </dsp:sp>
    <dsp:sp modelId="{A39DC79E-90CC-4DB5-A3BC-F59809855C62}">
      <dsp:nvSpPr>
        <dsp:cNvPr id="0" name=""/>
        <dsp:cNvSpPr/>
      </dsp:nvSpPr>
      <dsp:spPr>
        <a:xfrm>
          <a:off x="658043" y="1517635"/>
          <a:ext cx="584229" cy="58422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689F0-60C1-42FA-B521-B88E815143AD}">
      <dsp:nvSpPr>
        <dsp:cNvPr id="0" name=""/>
        <dsp:cNvSpPr/>
      </dsp:nvSpPr>
      <dsp:spPr>
        <a:xfrm rot="10800000">
          <a:off x="950157" y="2276261"/>
          <a:ext cx="3192399" cy="58422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629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енеоліт</a:t>
          </a:r>
          <a:endParaRPr lang="uk-UA" sz="2500" kern="1200"/>
        </a:p>
      </dsp:txBody>
      <dsp:txXfrm rot="10800000">
        <a:off x="1096214" y="2276261"/>
        <a:ext cx="3046342" cy="584229"/>
      </dsp:txXfrm>
    </dsp:sp>
    <dsp:sp modelId="{040F51C3-9E31-4591-BD61-66A2B4A506D4}">
      <dsp:nvSpPr>
        <dsp:cNvPr id="0" name=""/>
        <dsp:cNvSpPr/>
      </dsp:nvSpPr>
      <dsp:spPr>
        <a:xfrm>
          <a:off x="658043" y="2276261"/>
          <a:ext cx="584229" cy="58422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87308-5462-449D-B15B-708CD2B716AA}">
      <dsp:nvSpPr>
        <dsp:cNvPr id="0" name=""/>
        <dsp:cNvSpPr/>
      </dsp:nvSpPr>
      <dsp:spPr>
        <a:xfrm rot="10800000">
          <a:off x="950157" y="3034887"/>
          <a:ext cx="3192399" cy="58422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629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ранній залізний вік</a:t>
          </a:r>
          <a:endParaRPr lang="uk-UA" sz="2500" kern="1200" dirty="0"/>
        </a:p>
      </dsp:txBody>
      <dsp:txXfrm rot="10800000">
        <a:off x="1096214" y="3034887"/>
        <a:ext cx="3046342" cy="584229"/>
      </dsp:txXfrm>
    </dsp:sp>
    <dsp:sp modelId="{AB03DC40-8A78-4D49-B862-EDC66FF9D506}">
      <dsp:nvSpPr>
        <dsp:cNvPr id="0" name=""/>
        <dsp:cNvSpPr/>
      </dsp:nvSpPr>
      <dsp:spPr>
        <a:xfrm>
          <a:off x="658043" y="3034887"/>
          <a:ext cx="584229" cy="58422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BFAA8-C187-402F-A400-1EAB678CA619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скотарство</a:t>
          </a:r>
          <a:endParaRPr lang="uk-UA" sz="3400" kern="1200" dirty="0"/>
        </a:p>
      </dsp:txBody>
      <dsp:txXfrm>
        <a:off x="39809" y="71698"/>
        <a:ext cx="4720982" cy="735872"/>
      </dsp:txXfrm>
    </dsp:sp>
    <dsp:sp modelId="{50DAE126-22D9-4386-B974-41EA4A1C08E8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рибальство</a:t>
          </a:r>
          <a:endParaRPr lang="uk-UA" sz="3400" kern="1200" dirty="0"/>
        </a:p>
      </dsp:txBody>
      <dsp:txXfrm>
        <a:off x="39809" y="985109"/>
        <a:ext cx="4720982" cy="735872"/>
      </dsp:txXfrm>
    </dsp:sp>
    <dsp:sp modelId="{51B9AD8F-95C2-4992-A3F7-F39F704CE657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збиральництво</a:t>
          </a:r>
          <a:endParaRPr lang="uk-UA" sz="3400" kern="1200"/>
        </a:p>
      </dsp:txBody>
      <dsp:txXfrm>
        <a:off x="39809" y="1898519"/>
        <a:ext cx="4720982" cy="735872"/>
      </dsp:txXfrm>
    </dsp:sp>
    <dsp:sp modelId="{B40011A1-397F-4568-806E-42491D470FA4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землеробство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669F25-3660-40CD-BDDF-9A051F716A8C}">
      <dsp:nvSpPr>
        <dsp:cNvPr id="0" name=""/>
        <dsp:cNvSpPr/>
      </dsp:nvSpPr>
      <dsp:spPr>
        <a:xfrm>
          <a:off x="0" y="4827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поглиблення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першого</a:t>
          </a:r>
          <a:r>
            <a:rPr lang="ru-RU" sz="2100" b="0" i="0" kern="1200" dirty="0"/>
            <a:t> великого </a:t>
          </a:r>
          <a:r>
            <a:rPr lang="ru-RU" sz="2100" b="0" i="0" kern="1200" dirty="0" err="1"/>
            <a:t>суспільного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поділу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праці</a:t>
          </a:r>
          <a:endParaRPr lang="uk-UA" sz="2100" kern="1200" dirty="0"/>
        </a:p>
      </dsp:txBody>
      <dsp:txXfrm>
        <a:off x="40780" y="89050"/>
        <a:ext cx="4719040" cy="753819"/>
      </dsp:txXfrm>
    </dsp:sp>
    <dsp:sp modelId="{7F58ADA5-F301-4C84-B13E-E123A01E15DA}">
      <dsp:nvSpPr>
        <dsp:cNvPr id="0" name=""/>
        <dsp:cNvSpPr/>
      </dsp:nvSpPr>
      <dsp:spPr>
        <a:xfrm>
          <a:off x="0" y="94413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удосконалення привласнювальних форм господарювання</a:t>
          </a:r>
          <a:endParaRPr lang="uk-UA" sz="2100" kern="1200"/>
        </a:p>
      </dsp:txBody>
      <dsp:txXfrm>
        <a:off x="40780" y="984910"/>
        <a:ext cx="4719040" cy="753819"/>
      </dsp:txXfrm>
    </dsp:sp>
    <dsp:sp modelId="{161ACAB8-FD07-4616-BFF2-9D3802CA7E3D}">
      <dsp:nvSpPr>
        <dsp:cNvPr id="0" name=""/>
        <dsp:cNvSpPr/>
      </dsp:nvSpPr>
      <dsp:spPr>
        <a:xfrm>
          <a:off x="0" y="183999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розвиток різних форм землеробства й скотарства</a:t>
          </a:r>
          <a:endParaRPr lang="uk-UA" sz="2100" kern="1200"/>
        </a:p>
      </dsp:txBody>
      <dsp:txXfrm>
        <a:off x="40780" y="1880770"/>
        <a:ext cx="4719040" cy="753819"/>
      </dsp:txXfrm>
    </dsp:sp>
    <dsp:sp modelId="{3EB412AC-4D8C-45E4-B894-DBFADC83C550}">
      <dsp:nvSpPr>
        <dsp:cNvPr id="0" name=""/>
        <dsp:cNvSpPr/>
      </dsp:nvSpPr>
      <dsp:spPr>
        <a:xfrm>
          <a:off x="0" y="273585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формування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кочового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господарства</a:t>
          </a:r>
          <a:endParaRPr lang="uk-UA" sz="2100" kern="1200" dirty="0"/>
        </a:p>
      </dsp:txBody>
      <dsp:txXfrm>
        <a:off x="40780" y="2776630"/>
        <a:ext cx="4719040" cy="753819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8CC7E2-3F7C-4465-B703-B2616343BC76}">
      <dsp:nvSpPr>
        <dsp:cNvPr id="0" name=""/>
        <dsp:cNvSpPr/>
      </dsp:nvSpPr>
      <dsp:spPr>
        <a:xfrm>
          <a:off x="0" y="30950"/>
          <a:ext cx="4800600" cy="17341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землеробство, скотарство, рибальство</a:t>
          </a:r>
          <a:endParaRPr lang="uk-UA" sz="3100" kern="1200"/>
        </a:p>
      </dsp:txBody>
      <dsp:txXfrm>
        <a:off x="84655" y="115605"/>
        <a:ext cx="4631290" cy="1564849"/>
      </dsp:txXfrm>
    </dsp:sp>
    <dsp:sp modelId="{986D7247-947F-4892-809D-41FA1FAB3118}">
      <dsp:nvSpPr>
        <dsp:cNvPr id="0" name=""/>
        <dsp:cNvSpPr/>
      </dsp:nvSpPr>
      <dsp:spPr>
        <a:xfrm>
          <a:off x="0" y="1854390"/>
          <a:ext cx="4800600" cy="17341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dirty="0" err="1"/>
            <a:t>мисливство</a:t>
          </a:r>
          <a:r>
            <a:rPr lang="ru-RU" sz="3100" b="0" i="0" kern="1200" dirty="0"/>
            <a:t>, </a:t>
          </a:r>
          <a:r>
            <a:rPr lang="ru-RU" sz="3100" b="0" i="0" kern="1200" dirty="0" err="1"/>
            <a:t>збиральництво</a:t>
          </a:r>
          <a:r>
            <a:rPr lang="ru-RU" sz="3100" b="0" i="0" kern="1200" dirty="0"/>
            <a:t>, </a:t>
          </a:r>
          <a:r>
            <a:rPr lang="ru-RU" sz="3100" b="0" i="0" kern="1200" dirty="0" err="1"/>
            <a:t>рибальство</a:t>
          </a:r>
          <a:endParaRPr lang="uk-UA" sz="3100" kern="1200" dirty="0"/>
        </a:p>
      </dsp:txBody>
      <dsp:txXfrm>
        <a:off x="84655" y="1939045"/>
        <a:ext cx="4631290" cy="1564849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AAEE4-2658-499B-9AEF-45B163E68C0D}">
      <dsp:nvSpPr>
        <dsp:cNvPr id="0" name=""/>
        <dsp:cNvSpPr/>
      </dsp:nvSpPr>
      <dsp:spPr>
        <a:xfrm>
          <a:off x="0" y="3989"/>
          <a:ext cx="4800600" cy="1759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 err="1"/>
            <a:t>збиральництво</a:t>
          </a:r>
          <a:r>
            <a:rPr lang="ru-RU" sz="3200" b="0" i="0" kern="1200" dirty="0"/>
            <a:t>, </a:t>
          </a:r>
          <a:r>
            <a:rPr lang="ru-RU" sz="3200" b="0" i="0" kern="1200" dirty="0" err="1"/>
            <a:t>тваринництво</a:t>
          </a:r>
          <a:r>
            <a:rPr lang="ru-RU" sz="3200" b="0" i="0" kern="1200" dirty="0"/>
            <a:t>, </a:t>
          </a:r>
          <a:r>
            <a:rPr lang="ru-RU" sz="3200" b="0" i="0" kern="1200" dirty="0" err="1"/>
            <a:t>рибальство</a:t>
          </a:r>
          <a:endParaRPr lang="uk-UA" sz="3200" kern="1200" dirty="0"/>
        </a:p>
      </dsp:txBody>
      <dsp:txXfrm>
        <a:off x="85900" y="89889"/>
        <a:ext cx="4628800" cy="1587880"/>
      </dsp:txXfrm>
    </dsp:sp>
    <dsp:sp modelId="{1D410AA7-D9CB-428B-9301-EA90D1B988CF}">
      <dsp:nvSpPr>
        <dsp:cNvPr id="0" name=""/>
        <dsp:cNvSpPr/>
      </dsp:nvSpPr>
      <dsp:spPr>
        <a:xfrm>
          <a:off x="0" y="1855830"/>
          <a:ext cx="4800600" cy="1759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 err="1"/>
            <a:t>землеробство</a:t>
          </a:r>
          <a:r>
            <a:rPr lang="ru-RU" sz="3200" b="0" i="0" kern="1200" dirty="0"/>
            <a:t>, </a:t>
          </a:r>
          <a:r>
            <a:rPr lang="ru-RU" sz="3200" b="0" i="0" kern="1200" dirty="0" err="1"/>
            <a:t>збиральництво</a:t>
          </a:r>
          <a:r>
            <a:rPr lang="ru-RU" sz="3200" b="0" i="0" kern="1200" dirty="0"/>
            <a:t>, </a:t>
          </a:r>
          <a:r>
            <a:rPr lang="ru-RU" sz="3200" b="0" i="0" kern="1200" dirty="0" err="1"/>
            <a:t>мисливство</a:t>
          </a:r>
          <a:endParaRPr lang="uk-UA" sz="3200" kern="1200" dirty="0"/>
        </a:p>
      </dsp:txBody>
      <dsp:txXfrm>
        <a:off x="85900" y="1941730"/>
        <a:ext cx="4628800" cy="158788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AFBC97-5266-450D-862B-BB48DBA435BD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палеоліту.</a:t>
          </a:r>
          <a:endParaRPr lang="uk-UA" sz="3400" kern="1200"/>
        </a:p>
      </dsp:txBody>
      <dsp:txXfrm>
        <a:off x="39809" y="71698"/>
        <a:ext cx="4720982" cy="735872"/>
      </dsp:txXfrm>
    </dsp:sp>
    <dsp:sp modelId="{E95EB804-2B79-45CD-8263-0561D5BFE3B8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мезоліту.</a:t>
          </a:r>
          <a:endParaRPr lang="uk-UA" sz="3400" kern="1200" dirty="0"/>
        </a:p>
      </dsp:txBody>
      <dsp:txXfrm>
        <a:off x="39809" y="985109"/>
        <a:ext cx="4720982" cy="735872"/>
      </dsp:txXfrm>
    </dsp:sp>
    <dsp:sp modelId="{0779DB0F-C95F-4040-A155-6759E40D5854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неоліту.</a:t>
          </a:r>
          <a:endParaRPr lang="uk-UA" sz="3400" kern="1200"/>
        </a:p>
      </dsp:txBody>
      <dsp:txXfrm>
        <a:off x="39809" y="1898519"/>
        <a:ext cx="4720982" cy="735872"/>
      </dsp:txXfrm>
    </dsp:sp>
    <dsp:sp modelId="{025413BB-664D-43A7-924C-1E8F1A4BDA29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енеоліту.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967CAB-167E-4CCE-B672-5E50B9AA41D8}">
      <dsp:nvSpPr>
        <dsp:cNvPr id="0" name=""/>
        <dsp:cNvSpPr/>
      </dsp:nvSpPr>
      <dsp:spPr>
        <a:xfrm>
          <a:off x="590549" y="0"/>
          <a:ext cx="3619500" cy="3619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C2762-4670-455A-8634-48EB30D6D1D5}">
      <dsp:nvSpPr>
        <dsp:cNvPr id="0" name=""/>
        <dsp:cNvSpPr/>
      </dsp:nvSpPr>
      <dsp:spPr>
        <a:xfrm>
          <a:off x="93440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палеоліт</a:t>
          </a:r>
          <a:endParaRPr lang="uk-UA" sz="1900" kern="1200"/>
        </a:p>
      </dsp:txBody>
      <dsp:txXfrm>
        <a:off x="1003311" y="412761"/>
        <a:ext cx="1273787" cy="1273787"/>
      </dsp:txXfrm>
    </dsp:sp>
    <dsp:sp modelId="{075F5CF1-42EB-436C-8037-E6D3BA235DA8}">
      <dsp:nvSpPr>
        <dsp:cNvPr id="0" name=""/>
        <dsp:cNvSpPr/>
      </dsp:nvSpPr>
      <dsp:spPr>
        <a:xfrm>
          <a:off x="245459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мезоліт</a:t>
          </a:r>
          <a:endParaRPr lang="uk-UA" sz="1900" kern="1200" dirty="0"/>
        </a:p>
      </dsp:txBody>
      <dsp:txXfrm>
        <a:off x="2523501" y="412761"/>
        <a:ext cx="1273787" cy="1273787"/>
      </dsp:txXfrm>
    </dsp:sp>
    <dsp:sp modelId="{DA85482F-B94D-4F32-87E4-A6D71512C1EF}">
      <dsp:nvSpPr>
        <dsp:cNvPr id="0" name=""/>
        <dsp:cNvSpPr/>
      </dsp:nvSpPr>
      <dsp:spPr>
        <a:xfrm>
          <a:off x="93440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неоліт</a:t>
          </a:r>
          <a:endParaRPr lang="uk-UA" sz="1900" kern="1200" dirty="0"/>
        </a:p>
      </dsp:txBody>
      <dsp:txXfrm>
        <a:off x="1003311" y="1932951"/>
        <a:ext cx="1273787" cy="1273787"/>
      </dsp:txXfrm>
    </dsp:sp>
    <dsp:sp modelId="{DA2E6BA4-7666-459C-B28F-586B39F820C3}">
      <dsp:nvSpPr>
        <dsp:cNvPr id="0" name=""/>
        <dsp:cNvSpPr/>
      </dsp:nvSpPr>
      <dsp:spPr>
        <a:xfrm>
          <a:off x="245459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бронзовий вік</a:t>
          </a:r>
          <a:endParaRPr lang="uk-UA" sz="1900" kern="1200" dirty="0"/>
        </a:p>
      </dsp:txBody>
      <dsp:txXfrm>
        <a:off x="2523501" y="1932951"/>
        <a:ext cx="1273787" cy="1273787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60C1A5-0B65-4720-A30E-3C6A1C5EF316}">
      <dsp:nvSpPr>
        <dsp:cNvPr id="0" name=""/>
        <dsp:cNvSpPr/>
      </dsp:nvSpPr>
      <dsp:spPr>
        <a:xfrm>
          <a:off x="590549" y="0"/>
          <a:ext cx="3619500" cy="3619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2BD422-92C0-4233-9A1B-FCF724A79A8B}">
      <dsp:nvSpPr>
        <dsp:cNvPr id="0" name=""/>
        <dsp:cNvSpPr/>
      </dsp:nvSpPr>
      <dsp:spPr>
        <a:xfrm>
          <a:off x="93440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палеоліту.</a:t>
          </a:r>
          <a:endParaRPr lang="uk-UA" sz="1900" kern="1200"/>
        </a:p>
      </dsp:txBody>
      <dsp:txXfrm>
        <a:off x="1003311" y="412761"/>
        <a:ext cx="1273787" cy="1273787"/>
      </dsp:txXfrm>
    </dsp:sp>
    <dsp:sp modelId="{623F8CA3-FEA9-4559-A49F-07867CEE9CFD}">
      <dsp:nvSpPr>
        <dsp:cNvPr id="0" name=""/>
        <dsp:cNvSpPr/>
      </dsp:nvSpPr>
      <dsp:spPr>
        <a:xfrm>
          <a:off x="245459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мезоліту.</a:t>
          </a:r>
          <a:endParaRPr lang="uk-UA" sz="1900" kern="1200"/>
        </a:p>
      </dsp:txBody>
      <dsp:txXfrm>
        <a:off x="2523501" y="412761"/>
        <a:ext cx="1273787" cy="1273787"/>
      </dsp:txXfrm>
    </dsp:sp>
    <dsp:sp modelId="{B94D60D7-1C3C-433D-9C98-9A0B6BBB7EA4}">
      <dsp:nvSpPr>
        <dsp:cNvPr id="0" name=""/>
        <dsp:cNvSpPr/>
      </dsp:nvSpPr>
      <dsp:spPr>
        <a:xfrm>
          <a:off x="93440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неоліту.</a:t>
          </a:r>
          <a:endParaRPr lang="uk-UA" sz="1900" kern="1200" dirty="0"/>
        </a:p>
      </dsp:txBody>
      <dsp:txXfrm>
        <a:off x="1003311" y="1932951"/>
        <a:ext cx="1273787" cy="1273787"/>
      </dsp:txXfrm>
    </dsp:sp>
    <dsp:sp modelId="{E33CF6E3-40E1-4C3F-9615-181BDB5D291C}">
      <dsp:nvSpPr>
        <dsp:cNvPr id="0" name=""/>
        <dsp:cNvSpPr/>
      </dsp:nvSpPr>
      <dsp:spPr>
        <a:xfrm>
          <a:off x="245459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енеоліту.</a:t>
          </a:r>
          <a:endParaRPr lang="uk-UA" sz="1900" kern="1200" dirty="0"/>
        </a:p>
      </dsp:txBody>
      <dsp:txXfrm>
        <a:off x="2523501" y="1932951"/>
        <a:ext cx="1273787" cy="1273787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8749A-7258-4A3C-A566-ECFB787ED3EC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кіммерійців</a:t>
          </a:r>
          <a:endParaRPr lang="uk-UA" sz="3400" kern="1200"/>
        </a:p>
      </dsp:txBody>
      <dsp:txXfrm>
        <a:off x="39809" y="71698"/>
        <a:ext cx="4720982" cy="735872"/>
      </dsp:txXfrm>
    </dsp:sp>
    <dsp:sp modelId="{CBF88F28-BB62-4FDD-B461-6418F03FE744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царських скіфів</a:t>
          </a:r>
          <a:endParaRPr lang="uk-UA" sz="3400" kern="1200" dirty="0"/>
        </a:p>
      </dsp:txBody>
      <dsp:txXfrm>
        <a:off x="39809" y="985109"/>
        <a:ext cx="4720982" cy="735872"/>
      </dsp:txXfrm>
    </dsp:sp>
    <dsp:sp modelId="{3A768B73-7E93-48A5-8D3C-41E322EE6BC4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давніх слов’ян</a:t>
          </a:r>
          <a:endParaRPr lang="uk-UA" sz="3400" kern="1200"/>
        </a:p>
      </dsp:txBody>
      <dsp:txXfrm>
        <a:off x="39809" y="1898519"/>
        <a:ext cx="4720982" cy="735872"/>
      </dsp:txXfrm>
    </dsp:sp>
    <dsp:sp modelId="{53D95AA1-B439-42A3-A2F4-0B97B0B97FEA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трипільців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0FC4F0-B4BC-4E3C-92C0-6CD8D5D2A8A7}">
      <dsp:nvSpPr>
        <dsp:cNvPr id="0" name=""/>
        <dsp:cNvSpPr/>
      </dsp:nvSpPr>
      <dsp:spPr>
        <a:xfrm>
          <a:off x="0" y="56161"/>
          <a:ext cx="11292706" cy="8736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Укажіть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житло</a:t>
          </a:r>
          <a:r>
            <a:rPr lang="ru-RU" sz="2200" b="0" i="0" kern="1200" dirty="0"/>
            <a:t>, </a:t>
          </a:r>
          <a:r>
            <a:rPr lang="ru-RU" sz="2200" b="0" i="0" kern="1200" dirty="0" err="1"/>
            <a:t>характерне</a:t>
          </a:r>
          <a:r>
            <a:rPr lang="ru-RU" sz="2200" b="0" i="0" kern="1200" dirty="0"/>
            <a:t> для племен, </a:t>
          </a:r>
          <a:r>
            <a:rPr lang="ru-RU" sz="2200" b="0" i="0" kern="1200" dirty="0" err="1"/>
            <a:t>межі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розселення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яких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позначено</a:t>
          </a:r>
          <a:r>
            <a:rPr lang="ru-RU" sz="2200" b="0" i="0" kern="1200" dirty="0"/>
            <a:t> на </a:t>
          </a:r>
          <a:r>
            <a:rPr lang="ru-RU" sz="2200" b="0" i="0" kern="1200" dirty="0" err="1"/>
            <a:t>картосхемі</a:t>
          </a:r>
          <a:r>
            <a:rPr lang="ru-RU" sz="2200" b="0" i="0" kern="1200" dirty="0"/>
            <a:t>.</a:t>
          </a:r>
          <a:endParaRPr lang="uk-UA" sz="2200" kern="1200" dirty="0"/>
        </a:p>
      </dsp:txBody>
      <dsp:txXfrm>
        <a:off x="42650" y="98811"/>
        <a:ext cx="11207406" cy="788387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691D3-DA79-4AA9-AE9C-4B1F5B96E62E}">
      <dsp:nvSpPr>
        <dsp:cNvPr id="0" name=""/>
        <dsp:cNvSpPr/>
      </dsp:nvSpPr>
      <dsp:spPr>
        <a:xfrm>
          <a:off x="590549" y="0"/>
          <a:ext cx="3619500" cy="3619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DBCF7-60C9-453D-AB75-8548C559B8CE}">
      <dsp:nvSpPr>
        <dsp:cNvPr id="0" name=""/>
        <dsp:cNvSpPr/>
      </dsp:nvSpPr>
      <dsp:spPr>
        <a:xfrm>
          <a:off x="93440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палеоліт</a:t>
          </a:r>
          <a:endParaRPr lang="uk-UA" sz="2300" kern="1200"/>
        </a:p>
      </dsp:txBody>
      <dsp:txXfrm>
        <a:off x="1003311" y="412761"/>
        <a:ext cx="1273787" cy="1273787"/>
      </dsp:txXfrm>
    </dsp:sp>
    <dsp:sp modelId="{5B207B8B-CA83-4C8B-BD86-4B1736CDF818}">
      <dsp:nvSpPr>
        <dsp:cNvPr id="0" name=""/>
        <dsp:cNvSpPr/>
      </dsp:nvSpPr>
      <dsp:spPr>
        <a:xfrm>
          <a:off x="245459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мезоліт</a:t>
          </a:r>
          <a:endParaRPr lang="uk-UA" sz="2300" kern="1200" dirty="0"/>
        </a:p>
      </dsp:txBody>
      <dsp:txXfrm>
        <a:off x="2523501" y="412761"/>
        <a:ext cx="1273787" cy="1273787"/>
      </dsp:txXfrm>
    </dsp:sp>
    <dsp:sp modelId="{A18C55AD-7D3C-404C-AFE2-AF5564E3CA1C}">
      <dsp:nvSpPr>
        <dsp:cNvPr id="0" name=""/>
        <dsp:cNvSpPr/>
      </dsp:nvSpPr>
      <dsp:spPr>
        <a:xfrm>
          <a:off x="93440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неоліт</a:t>
          </a:r>
          <a:endParaRPr lang="uk-UA" sz="2300" kern="1200"/>
        </a:p>
      </dsp:txBody>
      <dsp:txXfrm>
        <a:off x="1003311" y="1932951"/>
        <a:ext cx="1273787" cy="1273787"/>
      </dsp:txXfrm>
    </dsp:sp>
    <dsp:sp modelId="{4DF565C6-659F-483D-93C7-E2B8793DCC0C}">
      <dsp:nvSpPr>
        <dsp:cNvPr id="0" name=""/>
        <dsp:cNvSpPr/>
      </dsp:nvSpPr>
      <dsp:spPr>
        <a:xfrm>
          <a:off x="245459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енеоліт</a:t>
          </a:r>
          <a:endParaRPr lang="uk-UA" sz="2300" kern="1200" dirty="0"/>
        </a:p>
      </dsp:txBody>
      <dsp:txXfrm>
        <a:off x="2523501" y="1932951"/>
        <a:ext cx="1273787" cy="1273787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944643-2BEB-4F25-8BAC-6F72AF6FBAF0}">
      <dsp:nvSpPr>
        <dsp:cNvPr id="0" name=""/>
        <dsp:cNvSpPr/>
      </dsp:nvSpPr>
      <dsp:spPr>
        <a:xfrm>
          <a:off x="0" y="363854"/>
          <a:ext cx="4800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виготовлення перших знарядь праці</a:t>
          </a:r>
          <a:endParaRPr lang="uk-UA" sz="2200" kern="1200"/>
        </a:p>
      </dsp:txBody>
      <dsp:txXfrm>
        <a:off x="25759" y="389613"/>
        <a:ext cx="4749082" cy="476152"/>
      </dsp:txXfrm>
    </dsp:sp>
    <dsp:sp modelId="{33813E13-9D11-4C28-A3D1-1DAF0112DAA6}">
      <dsp:nvSpPr>
        <dsp:cNvPr id="0" name=""/>
        <dsp:cNvSpPr/>
      </dsp:nvSpPr>
      <dsp:spPr>
        <a:xfrm>
          <a:off x="0" y="954885"/>
          <a:ext cx="4800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винайдення рибальства</a:t>
          </a:r>
          <a:endParaRPr lang="uk-UA" sz="2200" kern="1200"/>
        </a:p>
      </dsp:txBody>
      <dsp:txXfrm>
        <a:off x="25759" y="980644"/>
        <a:ext cx="4749082" cy="476152"/>
      </dsp:txXfrm>
    </dsp:sp>
    <dsp:sp modelId="{40CC6BE9-EA63-4764-A73F-06FD44985A83}">
      <dsp:nvSpPr>
        <dsp:cNvPr id="0" name=""/>
        <dsp:cNvSpPr/>
      </dsp:nvSpPr>
      <dsp:spPr>
        <a:xfrm>
          <a:off x="0" y="1545915"/>
          <a:ext cx="4800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початок обробки міді</a:t>
          </a:r>
          <a:endParaRPr lang="uk-UA" sz="2200" kern="1200"/>
        </a:p>
      </dsp:txBody>
      <dsp:txXfrm>
        <a:off x="25759" y="1571674"/>
        <a:ext cx="4749082" cy="476152"/>
      </dsp:txXfrm>
    </dsp:sp>
    <dsp:sp modelId="{DD486484-7E1B-42B1-B0DC-F98422148383}">
      <dsp:nvSpPr>
        <dsp:cNvPr id="0" name=""/>
        <dsp:cNvSpPr/>
      </dsp:nvSpPr>
      <dsp:spPr>
        <a:xfrm>
          <a:off x="0" y="2136945"/>
          <a:ext cx="4800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винайдення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кераміки</a:t>
          </a:r>
          <a:endParaRPr lang="uk-UA" sz="2200" kern="1200" dirty="0"/>
        </a:p>
      </dsp:txBody>
      <dsp:txXfrm>
        <a:off x="25759" y="2162704"/>
        <a:ext cx="4749082" cy="476152"/>
      </dsp:txXfrm>
    </dsp:sp>
    <dsp:sp modelId="{4ECC0A82-FEE2-4349-8186-562C474ABF7B}">
      <dsp:nvSpPr>
        <dsp:cNvPr id="0" name=""/>
        <dsp:cNvSpPr/>
      </dsp:nvSpPr>
      <dsp:spPr>
        <a:xfrm>
          <a:off x="0" y="2727975"/>
          <a:ext cx="4800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використання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залізних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знарядь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праці</a:t>
          </a:r>
          <a:endParaRPr lang="uk-UA" sz="2200" kern="1200" dirty="0"/>
        </a:p>
      </dsp:txBody>
      <dsp:txXfrm>
        <a:off x="25759" y="2753734"/>
        <a:ext cx="4749082" cy="47615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0E5425-56C6-4858-8FDB-54ED58CA4DA0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Ольвія</a:t>
          </a:r>
          <a:endParaRPr lang="uk-UA" sz="3400" kern="1200" dirty="0"/>
        </a:p>
      </dsp:txBody>
      <dsp:txXfrm>
        <a:off x="39809" y="71698"/>
        <a:ext cx="4720982" cy="735872"/>
      </dsp:txXfrm>
    </dsp:sp>
    <dsp:sp modelId="{7285AB7C-9F7F-4938-A685-004F5078B713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Пантікапей</a:t>
          </a:r>
          <a:endParaRPr lang="uk-UA" sz="3400" kern="1200" dirty="0"/>
        </a:p>
      </dsp:txBody>
      <dsp:txXfrm>
        <a:off x="39809" y="985109"/>
        <a:ext cx="4720982" cy="735872"/>
      </dsp:txXfrm>
    </dsp:sp>
    <dsp:sp modelId="{F3488C6E-59A4-4295-92DD-C09CECA02198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Херсонес</a:t>
          </a:r>
          <a:endParaRPr lang="uk-UA" sz="3400" kern="1200"/>
        </a:p>
      </dsp:txBody>
      <dsp:txXfrm>
        <a:off x="39809" y="1898519"/>
        <a:ext cx="4720982" cy="735872"/>
      </dsp:txXfrm>
    </dsp:sp>
    <dsp:sp modelId="{C5B838BA-8E6F-4CAB-AB8D-98E679FC5854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 err="1"/>
            <a:t>Тіра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30C394-FA0D-4208-93EB-7E0D94D09AC0}">
      <dsp:nvSpPr>
        <dsp:cNvPr id="0" name=""/>
        <dsp:cNvSpPr/>
      </dsp:nvSpPr>
      <dsp:spPr>
        <a:xfrm>
          <a:off x="0" y="50573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скіфського поселення Південної Таврії.</a:t>
          </a:r>
          <a:endParaRPr lang="uk-UA" sz="2100" kern="1200"/>
        </a:p>
      </dsp:txBody>
      <dsp:txXfrm>
        <a:off x="40724" y="91297"/>
        <a:ext cx="4719152" cy="752780"/>
      </dsp:txXfrm>
    </dsp:sp>
    <dsp:sp modelId="{A0B6874E-2260-489C-8E5D-50D9E46B9449}">
      <dsp:nvSpPr>
        <dsp:cNvPr id="0" name=""/>
        <dsp:cNvSpPr/>
      </dsp:nvSpPr>
      <dsp:spPr>
        <a:xfrm>
          <a:off x="0" y="945281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античного міста Північного Причорномор’я.</a:t>
          </a:r>
          <a:endParaRPr lang="uk-UA" sz="2100" kern="1200" dirty="0"/>
        </a:p>
      </dsp:txBody>
      <dsp:txXfrm>
        <a:off x="40724" y="986005"/>
        <a:ext cx="4719152" cy="752780"/>
      </dsp:txXfrm>
    </dsp:sp>
    <dsp:sp modelId="{B95A673D-ACC9-403A-BA9A-19307FD38FEB}">
      <dsp:nvSpPr>
        <dsp:cNvPr id="0" name=""/>
        <dsp:cNvSpPr/>
      </dsp:nvSpPr>
      <dsp:spPr>
        <a:xfrm>
          <a:off x="0" y="1839990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варязької торговельної факторії Прибалтійського регіону.</a:t>
          </a:r>
          <a:endParaRPr lang="uk-UA" sz="2100" kern="1200"/>
        </a:p>
      </dsp:txBody>
      <dsp:txXfrm>
        <a:off x="40724" y="1880714"/>
        <a:ext cx="4719152" cy="752780"/>
      </dsp:txXfrm>
    </dsp:sp>
    <dsp:sp modelId="{9CFF0167-D3B5-421A-984F-30200F41F01A}">
      <dsp:nvSpPr>
        <dsp:cNvPr id="0" name=""/>
        <dsp:cNvSpPr/>
      </dsp:nvSpPr>
      <dsp:spPr>
        <a:xfrm>
          <a:off x="0" y="2734698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слов’янського городища середнього Подніпров’я.</a:t>
          </a:r>
          <a:endParaRPr lang="uk-UA" sz="2100" kern="1200" dirty="0"/>
        </a:p>
      </dsp:txBody>
      <dsp:txXfrm>
        <a:off x="40724" y="2775422"/>
        <a:ext cx="4719152" cy="752780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52CE6-5860-43D8-A1CB-8879792D517D}">
      <dsp:nvSpPr>
        <dsp:cNvPr id="0" name=""/>
        <dsp:cNvSpPr/>
      </dsp:nvSpPr>
      <dsp:spPr>
        <a:xfrm>
          <a:off x="0" y="58350"/>
          <a:ext cx="4800600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 err="1"/>
            <a:t>орнаментація</a:t>
          </a:r>
          <a:r>
            <a:rPr lang="ru-RU" sz="2800" b="0" i="0" kern="1200" dirty="0"/>
            <a:t> </a:t>
          </a:r>
          <a:r>
            <a:rPr lang="ru-RU" sz="2800" b="0" i="0" kern="1200" dirty="0" err="1"/>
            <a:t>керамічного</a:t>
          </a:r>
          <a:r>
            <a:rPr lang="ru-RU" sz="2800" b="0" i="0" kern="1200" dirty="0"/>
            <a:t> посуду</a:t>
          </a:r>
          <a:endParaRPr lang="uk-UA" sz="2800" kern="1200" dirty="0"/>
        </a:p>
      </dsp:txBody>
      <dsp:txXfrm>
        <a:off x="54373" y="112723"/>
        <a:ext cx="4691854" cy="1005094"/>
      </dsp:txXfrm>
    </dsp:sp>
    <dsp:sp modelId="{963184A1-8A89-4451-B971-8679C8A42F57}">
      <dsp:nvSpPr>
        <dsp:cNvPr id="0" name=""/>
        <dsp:cNvSpPr/>
      </dsp:nvSpPr>
      <dsp:spPr>
        <a:xfrm>
          <a:off x="0" y="1252830"/>
          <a:ext cx="4800600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 err="1"/>
            <a:t>здійснення</a:t>
          </a:r>
          <a:r>
            <a:rPr lang="ru-RU" sz="2800" b="0" i="0" kern="1200" dirty="0"/>
            <a:t> </a:t>
          </a:r>
          <a:r>
            <a:rPr lang="ru-RU" sz="2800" b="0" i="0" kern="1200" dirty="0" err="1"/>
            <a:t>грабіжницьких</a:t>
          </a:r>
          <a:r>
            <a:rPr lang="ru-RU" sz="2800" b="0" i="0" kern="1200" dirty="0"/>
            <a:t> </a:t>
          </a:r>
          <a:r>
            <a:rPr lang="ru-RU" sz="2800" b="0" i="0" kern="1200" dirty="0" err="1"/>
            <a:t>набігів</a:t>
          </a:r>
          <a:endParaRPr lang="uk-UA" sz="2800" kern="1200" dirty="0"/>
        </a:p>
      </dsp:txBody>
      <dsp:txXfrm>
        <a:off x="54373" y="1307203"/>
        <a:ext cx="4691854" cy="1005094"/>
      </dsp:txXfrm>
    </dsp:sp>
    <dsp:sp modelId="{E0114F52-26E7-490F-BFFD-6A3B745A7C3D}">
      <dsp:nvSpPr>
        <dsp:cNvPr id="0" name=""/>
        <dsp:cNvSpPr/>
      </dsp:nvSpPr>
      <dsp:spPr>
        <a:xfrm>
          <a:off x="0" y="2447310"/>
          <a:ext cx="4800600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 err="1"/>
            <a:t>ведення</a:t>
          </a:r>
          <a:r>
            <a:rPr lang="ru-RU" sz="2800" b="0" i="0" kern="1200" dirty="0"/>
            <a:t> </a:t>
          </a:r>
          <a:r>
            <a:rPr lang="ru-RU" sz="2800" b="0" i="0" kern="1200" dirty="0" err="1"/>
            <a:t>кочового</a:t>
          </a:r>
          <a:r>
            <a:rPr lang="ru-RU" sz="2800" b="0" i="0" kern="1200" dirty="0"/>
            <a:t> </a:t>
          </a:r>
          <a:r>
            <a:rPr lang="ru-RU" sz="2800" b="0" i="0" kern="1200" dirty="0" err="1"/>
            <a:t>скотарства</a:t>
          </a:r>
          <a:endParaRPr lang="uk-UA" sz="2800" kern="1200" dirty="0"/>
        </a:p>
      </dsp:txBody>
      <dsp:txXfrm>
        <a:off x="54373" y="2501683"/>
        <a:ext cx="4691854" cy="1005094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63F73-551E-4744-9C3A-19B6FB53A1EF}">
      <dsp:nvSpPr>
        <dsp:cNvPr id="0" name=""/>
        <dsp:cNvSpPr/>
      </dsp:nvSpPr>
      <dsp:spPr>
        <a:xfrm>
          <a:off x="0" y="711660"/>
          <a:ext cx="4800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осілий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спосіб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життя</a:t>
          </a:r>
          <a:endParaRPr lang="uk-UA" sz="2100" kern="1200" dirty="0"/>
        </a:p>
      </dsp:txBody>
      <dsp:txXfrm>
        <a:off x="24588" y="736248"/>
        <a:ext cx="4751424" cy="454509"/>
      </dsp:txXfrm>
    </dsp:sp>
    <dsp:sp modelId="{A0FFDFBB-128B-4000-BBAC-6355E4AF92D1}">
      <dsp:nvSpPr>
        <dsp:cNvPr id="0" name=""/>
        <dsp:cNvSpPr/>
      </dsp:nvSpPr>
      <dsp:spPr>
        <a:xfrm>
          <a:off x="0" y="1275825"/>
          <a:ext cx="4800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виготовлення бронзових знарядь праці</a:t>
          </a:r>
          <a:endParaRPr lang="uk-UA" sz="2100" kern="1200"/>
        </a:p>
      </dsp:txBody>
      <dsp:txXfrm>
        <a:off x="24588" y="1300413"/>
        <a:ext cx="4751424" cy="454509"/>
      </dsp:txXfrm>
    </dsp:sp>
    <dsp:sp modelId="{7BB62C1F-7F30-4D82-B07A-E383B47BCF89}">
      <dsp:nvSpPr>
        <dsp:cNvPr id="0" name=""/>
        <dsp:cNvSpPr/>
      </dsp:nvSpPr>
      <dsp:spPr>
        <a:xfrm>
          <a:off x="0" y="1839990"/>
          <a:ext cx="4800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будівництво укріплених міст</a:t>
          </a:r>
          <a:endParaRPr lang="uk-UA" sz="2100" kern="1200"/>
        </a:p>
      </dsp:txBody>
      <dsp:txXfrm>
        <a:off x="24588" y="1864578"/>
        <a:ext cx="4751424" cy="454509"/>
      </dsp:txXfrm>
    </dsp:sp>
    <dsp:sp modelId="{3AB5146D-E44D-46FE-8163-7DA6B02E1379}">
      <dsp:nvSpPr>
        <dsp:cNvPr id="0" name=""/>
        <dsp:cNvSpPr/>
      </dsp:nvSpPr>
      <dsp:spPr>
        <a:xfrm>
          <a:off x="0" y="2404155"/>
          <a:ext cx="4800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ведення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орного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землеробства</a:t>
          </a:r>
          <a:endParaRPr lang="uk-UA" sz="2100" kern="1200" dirty="0"/>
        </a:p>
      </dsp:txBody>
      <dsp:txXfrm>
        <a:off x="24588" y="2428743"/>
        <a:ext cx="4751424" cy="454509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6FB1ED-FCC7-4B04-ADE7-FA67DBDA069F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гуни.</a:t>
          </a:r>
          <a:endParaRPr lang="uk-UA" sz="3400" kern="1200"/>
        </a:p>
      </dsp:txBody>
      <dsp:txXfrm>
        <a:off x="39809" y="71698"/>
        <a:ext cx="4720982" cy="735872"/>
      </dsp:txXfrm>
    </dsp:sp>
    <dsp:sp modelId="{C2ED4B07-9E87-4C81-A3CF-9A93D84B0A0D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скіфи.</a:t>
          </a:r>
          <a:endParaRPr lang="uk-UA" sz="3400" kern="1200"/>
        </a:p>
      </dsp:txBody>
      <dsp:txXfrm>
        <a:off x="39809" y="985109"/>
        <a:ext cx="4720982" cy="735872"/>
      </dsp:txXfrm>
    </dsp:sp>
    <dsp:sp modelId="{2E2E807C-6470-44A9-9037-B3075BBBDC6D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сармати.</a:t>
          </a:r>
          <a:endParaRPr lang="uk-UA" sz="3400" kern="1200" dirty="0"/>
        </a:p>
      </dsp:txBody>
      <dsp:txXfrm>
        <a:off x="39809" y="1898519"/>
        <a:ext cx="4720982" cy="735872"/>
      </dsp:txXfrm>
    </dsp:sp>
    <dsp:sp modelId="{5236942B-7EB2-4B5F-859F-EFEE67C85C4E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кіммерійці.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ED636-AE20-4A1E-B908-AEF600A2AE52}">
      <dsp:nvSpPr>
        <dsp:cNvPr id="0" name=""/>
        <dsp:cNvSpPr/>
      </dsp:nvSpPr>
      <dsp:spPr>
        <a:xfrm>
          <a:off x="0" y="50573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здійснювали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грабіжницькі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набіги</a:t>
          </a:r>
          <a:r>
            <a:rPr lang="ru-RU" sz="2100" b="0" i="0" kern="1200" dirty="0"/>
            <a:t>.</a:t>
          </a:r>
          <a:endParaRPr lang="uk-UA" sz="2100" kern="1200" dirty="0"/>
        </a:p>
      </dsp:txBody>
      <dsp:txXfrm>
        <a:off x="40724" y="91297"/>
        <a:ext cx="4719152" cy="752780"/>
      </dsp:txXfrm>
    </dsp:sp>
    <dsp:sp modelId="{0151AE5E-E485-4751-AD55-BA54E14823E0}">
      <dsp:nvSpPr>
        <dsp:cNvPr id="0" name=""/>
        <dsp:cNvSpPr/>
      </dsp:nvSpPr>
      <dsp:spPr>
        <a:xfrm>
          <a:off x="0" y="945281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засновували торговельні факторії.</a:t>
          </a:r>
          <a:endParaRPr lang="uk-UA" sz="2100" kern="1200"/>
        </a:p>
      </dsp:txBody>
      <dsp:txXfrm>
        <a:off x="40724" y="986005"/>
        <a:ext cx="4719152" cy="752780"/>
      </dsp:txXfrm>
    </dsp:sp>
    <dsp:sp modelId="{39F9FF4D-B03C-49D0-9E37-BBE612151CC7}">
      <dsp:nvSpPr>
        <dsp:cNvPr id="0" name=""/>
        <dsp:cNvSpPr/>
      </dsp:nvSpPr>
      <dsp:spPr>
        <a:xfrm>
          <a:off x="0" y="1839990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зводили систему прикордонних укріплень – валів.</a:t>
          </a:r>
          <a:endParaRPr lang="uk-UA" sz="2100" kern="1200"/>
        </a:p>
      </dsp:txBody>
      <dsp:txXfrm>
        <a:off x="40724" y="1880714"/>
        <a:ext cx="4719152" cy="752780"/>
      </dsp:txXfrm>
    </dsp:sp>
    <dsp:sp modelId="{7D71B53E-06EA-49F0-8763-173A7B39CF01}">
      <dsp:nvSpPr>
        <dsp:cNvPr id="0" name=""/>
        <dsp:cNvSpPr/>
      </dsp:nvSpPr>
      <dsp:spPr>
        <a:xfrm>
          <a:off x="0" y="2734698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освоювали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нові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території</a:t>
          </a:r>
          <a:r>
            <a:rPr lang="ru-RU" sz="2100" b="0" i="0" kern="1200" dirty="0"/>
            <a:t> для </a:t>
          </a:r>
          <a:r>
            <a:rPr lang="ru-RU" sz="2100" b="0" i="0" kern="1200" dirty="0" err="1"/>
            <a:t>розвитку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землеробства</a:t>
          </a:r>
          <a:r>
            <a:rPr lang="ru-RU" sz="2100" b="0" i="0" kern="1200" dirty="0"/>
            <a:t>.</a:t>
          </a:r>
          <a:endParaRPr lang="uk-UA" sz="2100" kern="1200" dirty="0"/>
        </a:p>
      </dsp:txBody>
      <dsp:txXfrm>
        <a:off x="40724" y="2775422"/>
        <a:ext cx="4719152" cy="75278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EFB18A-DFBC-45C6-9BB0-D2EAC5FC9C68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скіфів.</a:t>
          </a:r>
          <a:endParaRPr lang="uk-UA" sz="3400" kern="1200"/>
        </a:p>
      </dsp:txBody>
      <dsp:txXfrm>
        <a:off x="39809" y="71698"/>
        <a:ext cx="4720982" cy="735872"/>
      </dsp:txXfrm>
    </dsp:sp>
    <dsp:sp modelId="{719A8056-8592-4CD6-A98A-427DDDA877EC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сарматів.</a:t>
          </a:r>
          <a:endParaRPr lang="uk-UA" sz="3400" kern="1200" dirty="0"/>
        </a:p>
      </dsp:txBody>
      <dsp:txXfrm>
        <a:off x="39809" y="985109"/>
        <a:ext cx="4720982" cy="735872"/>
      </dsp:txXfrm>
    </dsp:sp>
    <dsp:sp modelId="{AB4852ED-C980-4F0A-800D-FD2748EC03F6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трипільців.</a:t>
          </a:r>
          <a:endParaRPr lang="uk-UA" sz="3400" kern="1200"/>
        </a:p>
      </dsp:txBody>
      <dsp:txXfrm>
        <a:off x="39809" y="1898519"/>
        <a:ext cx="4720982" cy="735872"/>
      </dsp:txXfrm>
    </dsp:sp>
    <dsp:sp modelId="{25E48EAF-05FD-4F4C-8755-428C3F9C85C6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кіммерійців.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52EA8-86DE-46EF-A7D4-F0FD1FD3AED0}">
      <dsp:nvSpPr>
        <dsp:cNvPr id="0" name=""/>
        <dsp:cNvSpPr/>
      </dsp:nvSpPr>
      <dsp:spPr>
        <a:xfrm rot="10800000">
          <a:off x="988831" y="1039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суспільно-політичні</a:t>
          </a:r>
          <a:endParaRPr lang="uk-UA" sz="2100" kern="1200" dirty="0"/>
        </a:p>
      </dsp:txBody>
      <dsp:txXfrm rot="10800000">
        <a:off x="1173562" y="1039"/>
        <a:ext cx="3007668" cy="738924"/>
      </dsp:txXfrm>
    </dsp:sp>
    <dsp:sp modelId="{CFF2A563-3CD0-4F55-B9E8-1961873ECDBE}">
      <dsp:nvSpPr>
        <dsp:cNvPr id="0" name=""/>
        <dsp:cNvSpPr/>
      </dsp:nvSpPr>
      <dsp:spPr>
        <a:xfrm>
          <a:off x="619369" y="1039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0F0633-1E36-4FEE-BE48-E52EF763BD8B}">
      <dsp:nvSpPr>
        <dsp:cNvPr id="0" name=""/>
        <dsp:cNvSpPr/>
      </dsp:nvSpPr>
      <dsp:spPr>
        <a:xfrm rot="10800000">
          <a:off x="988831" y="960538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культурно-ідеологічні</a:t>
          </a:r>
          <a:endParaRPr lang="uk-UA" sz="2100" kern="1200"/>
        </a:p>
      </dsp:txBody>
      <dsp:txXfrm rot="10800000">
        <a:off x="1173562" y="960538"/>
        <a:ext cx="3007668" cy="738924"/>
      </dsp:txXfrm>
    </dsp:sp>
    <dsp:sp modelId="{EF89CF47-9964-4AD2-97D4-931B335A66A5}">
      <dsp:nvSpPr>
        <dsp:cNvPr id="0" name=""/>
        <dsp:cNvSpPr/>
      </dsp:nvSpPr>
      <dsp:spPr>
        <a:xfrm>
          <a:off x="619369" y="960538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3F99B7-0651-4911-9FDB-A73211C47AC1}">
      <dsp:nvSpPr>
        <dsp:cNvPr id="0" name=""/>
        <dsp:cNvSpPr/>
      </dsp:nvSpPr>
      <dsp:spPr>
        <a:xfrm rot="10800000">
          <a:off x="988831" y="1920037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соціально-економічні</a:t>
          </a:r>
          <a:endParaRPr lang="uk-UA" sz="2100" kern="1200"/>
        </a:p>
      </dsp:txBody>
      <dsp:txXfrm rot="10800000">
        <a:off x="1173562" y="1920037"/>
        <a:ext cx="3007668" cy="738924"/>
      </dsp:txXfrm>
    </dsp:sp>
    <dsp:sp modelId="{DC81ECD0-896A-4CF1-B78F-AEC8E12812AC}">
      <dsp:nvSpPr>
        <dsp:cNvPr id="0" name=""/>
        <dsp:cNvSpPr/>
      </dsp:nvSpPr>
      <dsp:spPr>
        <a:xfrm>
          <a:off x="619369" y="1920037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126F43-10A7-4CED-805C-F6FB61C2C49C}">
      <dsp:nvSpPr>
        <dsp:cNvPr id="0" name=""/>
        <dsp:cNvSpPr/>
      </dsp:nvSpPr>
      <dsp:spPr>
        <a:xfrm rot="10800000">
          <a:off x="988831" y="2879536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воєнно-стратегічні</a:t>
          </a:r>
          <a:endParaRPr lang="uk-UA" sz="2100" kern="1200" dirty="0"/>
        </a:p>
      </dsp:txBody>
      <dsp:txXfrm rot="10800000">
        <a:off x="1173562" y="2879536"/>
        <a:ext cx="3007668" cy="738924"/>
      </dsp:txXfrm>
    </dsp:sp>
    <dsp:sp modelId="{4B8410B5-DD51-4D0C-B7F0-DE31386621E8}">
      <dsp:nvSpPr>
        <dsp:cNvPr id="0" name=""/>
        <dsp:cNvSpPr/>
      </dsp:nvSpPr>
      <dsp:spPr>
        <a:xfrm>
          <a:off x="619369" y="2879536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E8422-0A92-4EBE-9FE7-B3E3DC6750DD}">
      <dsp:nvSpPr>
        <dsp:cNvPr id="0" name=""/>
        <dsp:cNvSpPr/>
      </dsp:nvSpPr>
      <dsp:spPr>
        <a:xfrm>
          <a:off x="590549" y="0"/>
          <a:ext cx="3619500" cy="3619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9AF64-85ED-4A9B-81ED-A24B468F68E4}">
      <dsp:nvSpPr>
        <dsp:cNvPr id="0" name=""/>
        <dsp:cNvSpPr/>
      </dsp:nvSpPr>
      <dsp:spPr>
        <a:xfrm>
          <a:off x="93440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палеоліт</a:t>
          </a:r>
          <a:endParaRPr lang="uk-UA" sz="1900" kern="1200"/>
        </a:p>
      </dsp:txBody>
      <dsp:txXfrm>
        <a:off x="1003311" y="412761"/>
        <a:ext cx="1273787" cy="1273787"/>
      </dsp:txXfrm>
    </dsp:sp>
    <dsp:sp modelId="{F7ABC34C-2966-4802-86AB-775A6D54702D}">
      <dsp:nvSpPr>
        <dsp:cNvPr id="0" name=""/>
        <dsp:cNvSpPr/>
      </dsp:nvSpPr>
      <dsp:spPr>
        <a:xfrm>
          <a:off x="245459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мезоліт</a:t>
          </a:r>
          <a:endParaRPr lang="uk-UA" sz="1900" kern="1200" dirty="0"/>
        </a:p>
      </dsp:txBody>
      <dsp:txXfrm>
        <a:off x="2523501" y="412761"/>
        <a:ext cx="1273787" cy="1273787"/>
      </dsp:txXfrm>
    </dsp:sp>
    <dsp:sp modelId="{5733624F-D0F9-42D3-937F-9C91ACFD3B47}">
      <dsp:nvSpPr>
        <dsp:cNvPr id="0" name=""/>
        <dsp:cNvSpPr/>
      </dsp:nvSpPr>
      <dsp:spPr>
        <a:xfrm>
          <a:off x="93440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неоліт</a:t>
          </a:r>
          <a:endParaRPr lang="uk-UA" sz="1900" kern="1200"/>
        </a:p>
      </dsp:txBody>
      <dsp:txXfrm>
        <a:off x="1003311" y="1932951"/>
        <a:ext cx="1273787" cy="1273787"/>
      </dsp:txXfrm>
    </dsp:sp>
    <dsp:sp modelId="{512BCA3F-F767-41A7-8155-533506A0FC11}">
      <dsp:nvSpPr>
        <dsp:cNvPr id="0" name=""/>
        <dsp:cNvSpPr/>
      </dsp:nvSpPr>
      <dsp:spPr>
        <a:xfrm>
          <a:off x="245459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бронзовий вік</a:t>
          </a:r>
          <a:endParaRPr lang="uk-UA" sz="1900" kern="1200" dirty="0"/>
        </a:p>
      </dsp:txBody>
      <dsp:txXfrm>
        <a:off x="2523501" y="1932951"/>
        <a:ext cx="1273787" cy="1273787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421E2-9164-497A-95F6-228967E82C60}">
      <dsp:nvSpPr>
        <dsp:cNvPr id="0" name=""/>
        <dsp:cNvSpPr/>
      </dsp:nvSpPr>
      <dsp:spPr>
        <a:xfrm>
          <a:off x="0" y="2118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винайдення водного транспорту (плота, човна), приручення перших тварин</a:t>
          </a:r>
          <a:endParaRPr lang="uk-UA" sz="1700" kern="1200"/>
        </a:p>
      </dsp:txBody>
      <dsp:txXfrm>
        <a:off x="33012" y="54192"/>
        <a:ext cx="4734576" cy="610236"/>
      </dsp:txXfrm>
    </dsp:sp>
    <dsp:sp modelId="{55EBC67F-F283-4072-BBE1-83BE3F845357}">
      <dsp:nvSpPr>
        <dsp:cNvPr id="0" name=""/>
        <dsp:cNvSpPr/>
      </dsp:nvSpPr>
      <dsp:spPr>
        <a:xfrm>
          <a:off x="0" y="74640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перехід до осілого способу життя, приручення більшості свійських тварин</a:t>
          </a:r>
          <a:endParaRPr lang="uk-UA" sz="1700" kern="1200" dirty="0"/>
        </a:p>
      </dsp:txBody>
      <dsp:txXfrm>
        <a:off x="33012" y="779412"/>
        <a:ext cx="4734576" cy="610236"/>
      </dsp:txXfrm>
    </dsp:sp>
    <dsp:sp modelId="{E1C05530-294B-4551-8550-BC0BBA6CABCB}">
      <dsp:nvSpPr>
        <dsp:cNvPr id="0" name=""/>
        <dsp:cNvSpPr/>
      </dsp:nvSpPr>
      <dsp:spPr>
        <a:xfrm>
          <a:off x="0" y="147162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використання перших знарядь праці, зародження мистецтва та релігійних уявлень</a:t>
          </a:r>
          <a:endParaRPr lang="uk-UA" sz="1700" kern="1200"/>
        </a:p>
      </dsp:txBody>
      <dsp:txXfrm>
        <a:off x="33012" y="1504632"/>
        <a:ext cx="4734576" cy="610236"/>
      </dsp:txXfrm>
    </dsp:sp>
    <dsp:sp modelId="{1140BB05-1EF5-4B8A-A2D3-7A224AB17099}">
      <dsp:nvSpPr>
        <dsp:cNvPr id="0" name=""/>
        <dsp:cNvSpPr/>
      </dsp:nvSpPr>
      <dsp:spPr>
        <a:xfrm>
          <a:off x="0" y="219684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витіснення каменю штучним матеріалом у виробництві знарядь праці, приручення коня</a:t>
          </a:r>
          <a:endParaRPr lang="uk-UA" sz="1700" kern="1200"/>
        </a:p>
      </dsp:txBody>
      <dsp:txXfrm>
        <a:off x="33012" y="2229852"/>
        <a:ext cx="4734576" cy="610236"/>
      </dsp:txXfrm>
    </dsp:sp>
    <dsp:sp modelId="{BF6CEBF8-B9C1-485F-B423-555B54831BBF}">
      <dsp:nvSpPr>
        <dsp:cNvPr id="0" name=""/>
        <dsp:cNvSpPr/>
      </dsp:nvSpPr>
      <dsp:spPr>
        <a:xfrm>
          <a:off x="0" y="292206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використання плуга для обробки землі, панування кочівників у степовій частині України</a:t>
          </a:r>
          <a:endParaRPr lang="uk-UA" sz="1700" kern="1200" dirty="0"/>
        </a:p>
      </dsp:txBody>
      <dsp:txXfrm>
        <a:off x="33012" y="2955072"/>
        <a:ext cx="4734576" cy="610236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A6DA1-D2A3-4DC8-A5AF-6E9FE9502415}">
      <dsp:nvSpPr>
        <dsp:cNvPr id="0" name=""/>
        <dsp:cNvSpPr/>
      </dsp:nvSpPr>
      <dsp:spPr>
        <a:xfrm>
          <a:off x="0" y="433649"/>
          <a:ext cx="4800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налагодження торговельних </a:t>
          </a:r>
          <a:r>
            <a:rPr lang="uk-UA" sz="2200" b="0" i="0" kern="1200" dirty="0" err="1"/>
            <a:t>зв’язків</a:t>
          </a:r>
          <a:r>
            <a:rPr lang="uk-UA" sz="2200" b="0" i="0" kern="1200" dirty="0"/>
            <a:t> із грецькими містами-колоніями</a:t>
          </a:r>
          <a:endParaRPr lang="uk-UA" sz="2200" kern="1200" dirty="0"/>
        </a:p>
      </dsp:txBody>
      <dsp:txXfrm>
        <a:off x="42722" y="476371"/>
        <a:ext cx="4715156" cy="789716"/>
      </dsp:txXfrm>
    </dsp:sp>
    <dsp:sp modelId="{1ED34130-ACBE-48D0-BDF1-34D10C9627F6}">
      <dsp:nvSpPr>
        <dsp:cNvPr id="0" name=""/>
        <dsp:cNvSpPr/>
      </dsp:nvSpPr>
      <dsp:spPr>
        <a:xfrm>
          <a:off x="0" y="1372169"/>
          <a:ext cx="4800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утвердження монотеїстичної релігії</a:t>
          </a:r>
          <a:endParaRPr lang="uk-UA" sz="2200" kern="1200"/>
        </a:p>
      </dsp:txBody>
      <dsp:txXfrm>
        <a:off x="42722" y="1414891"/>
        <a:ext cx="4715156" cy="789716"/>
      </dsp:txXfrm>
    </dsp:sp>
    <dsp:sp modelId="{A84836F2-71DE-4FC5-A3BF-FA0D37D950B6}">
      <dsp:nvSpPr>
        <dsp:cNvPr id="0" name=""/>
        <dsp:cNvSpPr/>
      </dsp:nvSpPr>
      <dsp:spPr>
        <a:xfrm>
          <a:off x="0" y="2310690"/>
          <a:ext cx="4800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здійснення грабіжницьких походів проти Римської імперії</a:t>
          </a:r>
          <a:endParaRPr lang="uk-UA" sz="2200" kern="1200" dirty="0"/>
        </a:p>
      </dsp:txBody>
      <dsp:txXfrm>
        <a:off x="42722" y="2353412"/>
        <a:ext cx="4715156" cy="789716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623D2-2B65-49BE-9BC1-BFB62A1D4359}">
      <dsp:nvSpPr>
        <dsp:cNvPr id="0" name=""/>
        <dsp:cNvSpPr/>
      </dsp:nvSpPr>
      <dsp:spPr>
        <a:xfrm>
          <a:off x="0" y="4827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витіснення</a:t>
          </a:r>
          <a:r>
            <a:rPr lang="ru-RU" sz="2100" b="0" i="0" kern="1200" dirty="0"/>
            <a:t> на </a:t>
          </a:r>
          <a:r>
            <a:rPr lang="ru-RU" sz="2100" b="0" i="0" kern="1200" dirty="0" err="1"/>
            <a:t>Кримський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півострів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сарматськими</a:t>
          </a:r>
          <a:r>
            <a:rPr lang="ru-RU" sz="2100" b="0" i="0" kern="1200" dirty="0"/>
            <a:t> племенами</a:t>
          </a:r>
          <a:endParaRPr lang="uk-UA" sz="2100" kern="1200" dirty="0"/>
        </a:p>
      </dsp:txBody>
      <dsp:txXfrm>
        <a:off x="40780" y="89050"/>
        <a:ext cx="4719040" cy="753819"/>
      </dsp:txXfrm>
    </dsp:sp>
    <dsp:sp modelId="{CA9C26EC-2C2A-49B2-AAC9-64EE0C12A5C0}">
      <dsp:nvSpPr>
        <dsp:cNvPr id="0" name=""/>
        <dsp:cNvSpPr/>
      </dsp:nvSpPr>
      <dsp:spPr>
        <a:xfrm>
          <a:off x="0" y="94413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створення загонів важкоозброєної піхоти</a:t>
          </a:r>
          <a:endParaRPr lang="uk-UA" sz="2100" kern="1200"/>
        </a:p>
      </dsp:txBody>
      <dsp:txXfrm>
        <a:off x="40780" y="984910"/>
        <a:ext cx="4719040" cy="753819"/>
      </dsp:txXfrm>
    </dsp:sp>
    <dsp:sp modelId="{7DB3E8AF-1DA4-41F1-BCD9-2D65D6C5BBD1}">
      <dsp:nvSpPr>
        <dsp:cNvPr id="0" name=""/>
        <dsp:cNvSpPr/>
      </dsp:nvSpPr>
      <dsp:spPr>
        <a:xfrm>
          <a:off x="0" y="183999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винайдення колісного транспорту</a:t>
          </a:r>
          <a:endParaRPr lang="uk-UA" sz="2100" kern="1200"/>
        </a:p>
      </dsp:txBody>
      <dsp:txXfrm>
        <a:off x="40780" y="1880770"/>
        <a:ext cx="4719040" cy="753819"/>
      </dsp:txXfrm>
    </dsp:sp>
    <dsp:sp modelId="{5ACCE86D-21F2-4E83-8A1F-61C95AADD244}">
      <dsp:nvSpPr>
        <dsp:cNvPr id="0" name=""/>
        <dsp:cNvSpPr/>
      </dsp:nvSpPr>
      <dsp:spPr>
        <a:xfrm>
          <a:off x="0" y="273585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панування</a:t>
          </a:r>
          <a:r>
            <a:rPr lang="ru-RU" sz="2100" b="0" i="0" kern="1200" dirty="0"/>
            <a:t> в </a:t>
          </a:r>
          <a:r>
            <a:rPr lang="ru-RU" sz="2100" b="0" i="0" kern="1200" dirty="0" err="1"/>
            <a:t>образотворчому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мистецтві</a:t>
          </a:r>
          <a:r>
            <a:rPr lang="ru-RU" sz="2100" b="0" i="0" kern="1200" dirty="0"/>
            <a:t> «</a:t>
          </a:r>
          <a:r>
            <a:rPr lang="ru-RU" sz="2100" b="0" i="0" kern="1200" dirty="0" err="1"/>
            <a:t>звіриного</a:t>
          </a:r>
          <a:r>
            <a:rPr lang="ru-RU" sz="2100" b="0" i="0" kern="1200" dirty="0"/>
            <a:t> стилю»</a:t>
          </a:r>
          <a:endParaRPr lang="uk-UA" sz="2100" kern="1200" dirty="0"/>
        </a:p>
      </dsp:txBody>
      <dsp:txXfrm>
        <a:off x="40780" y="2776630"/>
        <a:ext cx="4719040" cy="753819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FA826-C160-423B-A7FC-D6D50BB95223}">
      <dsp:nvSpPr>
        <dsp:cNvPr id="0" name=""/>
        <dsp:cNvSpPr/>
      </dsp:nvSpPr>
      <dsp:spPr>
        <a:xfrm>
          <a:off x="1459229" y="36194"/>
          <a:ext cx="1882140" cy="18821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трипільці</a:t>
          </a:r>
          <a:endParaRPr lang="uk-UA" sz="1600" kern="1200"/>
        </a:p>
      </dsp:txBody>
      <dsp:txXfrm>
        <a:off x="1676399" y="289559"/>
        <a:ext cx="1447800" cy="597217"/>
      </dsp:txXfrm>
    </dsp:sp>
    <dsp:sp modelId="{C5B1DD12-4CCE-4539-9E92-49C457C7856E}">
      <dsp:nvSpPr>
        <dsp:cNvPr id="0" name=""/>
        <dsp:cNvSpPr/>
      </dsp:nvSpPr>
      <dsp:spPr>
        <a:xfrm>
          <a:off x="2291715" y="868679"/>
          <a:ext cx="1882140" cy="18821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скіфи</a:t>
          </a:r>
          <a:endParaRPr lang="uk-UA" sz="1600" kern="1200"/>
        </a:p>
      </dsp:txBody>
      <dsp:txXfrm>
        <a:off x="3305175" y="1085849"/>
        <a:ext cx="723900" cy="1447800"/>
      </dsp:txXfrm>
    </dsp:sp>
    <dsp:sp modelId="{707EF759-6790-42BB-ABD0-F3EC066EF21A}">
      <dsp:nvSpPr>
        <dsp:cNvPr id="0" name=""/>
        <dsp:cNvSpPr/>
      </dsp:nvSpPr>
      <dsp:spPr>
        <a:xfrm>
          <a:off x="1459229" y="1701165"/>
          <a:ext cx="1882140" cy="18821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 err="1"/>
            <a:t>кімерійці</a:t>
          </a:r>
          <a:endParaRPr lang="uk-UA" sz="1600" kern="1200" dirty="0"/>
        </a:p>
      </dsp:txBody>
      <dsp:txXfrm>
        <a:off x="1676399" y="2732722"/>
        <a:ext cx="1447800" cy="597217"/>
      </dsp:txXfrm>
    </dsp:sp>
    <dsp:sp modelId="{14405DA5-78A0-4BAD-8F8C-848BC83F7F53}">
      <dsp:nvSpPr>
        <dsp:cNvPr id="0" name=""/>
        <dsp:cNvSpPr/>
      </dsp:nvSpPr>
      <dsp:spPr>
        <a:xfrm>
          <a:off x="626744" y="868679"/>
          <a:ext cx="1882140" cy="18821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сармати</a:t>
          </a:r>
          <a:endParaRPr lang="uk-UA" sz="1600" kern="1200" dirty="0"/>
        </a:p>
      </dsp:txBody>
      <dsp:txXfrm>
        <a:off x="771524" y="1085849"/>
        <a:ext cx="723900" cy="1447800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FD373-AF2C-4F26-8C4A-523E97615F37}">
      <dsp:nvSpPr>
        <dsp:cNvPr id="0" name=""/>
        <dsp:cNvSpPr/>
      </dsp:nvSpPr>
      <dsp:spPr>
        <a:xfrm>
          <a:off x="0" y="2118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Збудували перші </a:t>
          </a:r>
          <a:r>
            <a:rPr lang="uk-UA" sz="1700" b="0" i="0" kern="1200" dirty="0" err="1"/>
            <a:t>протоміста</a:t>
          </a:r>
          <a:r>
            <a:rPr lang="uk-UA" sz="1700" b="0" i="0" kern="1200" dirty="0"/>
            <a:t> на території України.</a:t>
          </a:r>
          <a:endParaRPr lang="uk-UA" sz="1700" kern="1200" dirty="0"/>
        </a:p>
      </dsp:txBody>
      <dsp:txXfrm>
        <a:off x="33012" y="54192"/>
        <a:ext cx="4734576" cy="610236"/>
      </dsp:txXfrm>
    </dsp:sp>
    <dsp:sp modelId="{F59E2D33-34CA-4389-AD61-86976A79A631}">
      <dsp:nvSpPr>
        <dsp:cNvPr id="0" name=""/>
        <dsp:cNvSpPr/>
      </dsp:nvSpPr>
      <dsp:spPr>
        <a:xfrm>
          <a:off x="0" y="74640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Виготовляли перші залізні знаряддя праці та зброю на території України.</a:t>
          </a:r>
          <a:endParaRPr lang="uk-UA" sz="1700" kern="1200" dirty="0"/>
        </a:p>
      </dsp:txBody>
      <dsp:txXfrm>
        <a:off x="33012" y="779412"/>
        <a:ext cx="4734576" cy="610236"/>
      </dsp:txXfrm>
    </dsp:sp>
    <dsp:sp modelId="{15DFE6CE-1B37-4BFE-BEBE-E5FFA4AC255A}">
      <dsp:nvSpPr>
        <dsp:cNvPr id="0" name=""/>
        <dsp:cNvSpPr/>
      </dsp:nvSpPr>
      <dsp:spPr>
        <a:xfrm>
          <a:off x="0" y="147162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Створили характерну кераміку, прикрашену шнуровим орнаментом.</a:t>
          </a:r>
          <a:endParaRPr lang="uk-UA" sz="1700" kern="1200"/>
        </a:p>
      </dsp:txBody>
      <dsp:txXfrm>
        <a:off x="33012" y="1504632"/>
        <a:ext cx="4734576" cy="610236"/>
      </dsp:txXfrm>
    </dsp:sp>
    <dsp:sp modelId="{7BD223B7-7630-4096-9A14-DBF3235EFE46}">
      <dsp:nvSpPr>
        <dsp:cNvPr id="0" name=""/>
        <dsp:cNvSpPr/>
      </dsp:nvSpPr>
      <dsp:spPr>
        <a:xfrm>
          <a:off x="0" y="219684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Здійснювали набіги на володіння Римської імперії.</a:t>
          </a:r>
          <a:endParaRPr lang="uk-UA" sz="1700" kern="1200"/>
        </a:p>
      </dsp:txBody>
      <dsp:txXfrm>
        <a:off x="33012" y="2229852"/>
        <a:ext cx="4734576" cy="610236"/>
      </dsp:txXfrm>
    </dsp:sp>
    <dsp:sp modelId="{D4460961-D099-4CAB-B729-ACE1C6BCB2CD}">
      <dsp:nvSpPr>
        <dsp:cNvPr id="0" name=""/>
        <dsp:cNvSpPr/>
      </dsp:nvSpPr>
      <dsp:spPr>
        <a:xfrm>
          <a:off x="0" y="2922060"/>
          <a:ext cx="48006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Вели війну проти агресії перського царя Дарія І.</a:t>
          </a:r>
          <a:endParaRPr lang="uk-UA" sz="1700" kern="1200" dirty="0"/>
        </a:p>
      </dsp:txBody>
      <dsp:txXfrm>
        <a:off x="33012" y="2955072"/>
        <a:ext cx="4734576" cy="610236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86876-ACE6-4DEC-99C3-1C43933F3B47}">
      <dsp:nvSpPr>
        <dsp:cNvPr id="0" name=""/>
        <dsp:cNvSpPr/>
      </dsp:nvSpPr>
      <dsp:spPr>
        <a:xfrm>
          <a:off x="590549" y="0"/>
          <a:ext cx="3619500" cy="3619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7A6AC0-AA63-43B5-9F59-AFB3F4B049C9}">
      <dsp:nvSpPr>
        <dsp:cNvPr id="0" name=""/>
        <dsp:cNvSpPr/>
      </dsp:nvSpPr>
      <dsp:spPr>
        <a:xfrm>
          <a:off x="93440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трипільців</a:t>
          </a:r>
          <a:endParaRPr lang="uk-UA" sz="1700" kern="1200"/>
        </a:p>
      </dsp:txBody>
      <dsp:txXfrm>
        <a:off x="1003311" y="412761"/>
        <a:ext cx="1273787" cy="1273787"/>
      </dsp:txXfrm>
    </dsp:sp>
    <dsp:sp modelId="{FE963E06-D8C2-4605-B5ED-5437D20751C5}">
      <dsp:nvSpPr>
        <dsp:cNvPr id="0" name=""/>
        <dsp:cNvSpPr/>
      </dsp:nvSpPr>
      <dsp:spPr>
        <a:xfrm>
          <a:off x="245459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кіммерійців</a:t>
          </a:r>
          <a:endParaRPr lang="uk-UA" sz="1700" kern="1200"/>
        </a:p>
      </dsp:txBody>
      <dsp:txXfrm>
        <a:off x="2523501" y="412761"/>
        <a:ext cx="1273787" cy="1273787"/>
      </dsp:txXfrm>
    </dsp:sp>
    <dsp:sp modelId="{67673B31-E0CD-456E-9B83-B07CAEF5953D}">
      <dsp:nvSpPr>
        <dsp:cNvPr id="0" name=""/>
        <dsp:cNvSpPr/>
      </dsp:nvSpPr>
      <dsp:spPr>
        <a:xfrm>
          <a:off x="93440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скіфів</a:t>
          </a:r>
          <a:endParaRPr lang="uk-UA" sz="1700" kern="1200" dirty="0"/>
        </a:p>
      </dsp:txBody>
      <dsp:txXfrm>
        <a:off x="1003311" y="1932951"/>
        <a:ext cx="1273787" cy="1273787"/>
      </dsp:txXfrm>
    </dsp:sp>
    <dsp:sp modelId="{72F210A7-0BF7-4944-8232-0D0C992F58E7}">
      <dsp:nvSpPr>
        <dsp:cNvPr id="0" name=""/>
        <dsp:cNvSpPr/>
      </dsp:nvSpPr>
      <dsp:spPr>
        <a:xfrm>
          <a:off x="245459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сарматів</a:t>
          </a:r>
          <a:endParaRPr lang="uk-UA" sz="1700" kern="1200" dirty="0"/>
        </a:p>
      </dsp:txBody>
      <dsp:txXfrm>
        <a:off x="2523501" y="1932951"/>
        <a:ext cx="1273787" cy="1273787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53AA9-7C3A-42EE-9720-371315A8A5AC}">
      <dsp:nvSpPr>
        <dsp:cNvPr id="0" name=""/>
        <dsp:cNvSpPr/>
      </dsp:nvSpPr>
      <dsp:spPr>
        <a:xfrm>
          <a:off x="0" y="0"/>
          <a:ext cx="480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1B123-0CFB-4153-B9D3-709FCD9540EB}">
      <dsp:nvSpPr>
        <dsp:cNvPr id="0" name=""/>
        <dsp:cNvSpPr/>
      </dsp:nvSpPr>
      <dsp:spPr>
        <a:xfrm>
          <a:off x="0" y="0"/>
          <a:ext cx="4800600" cy="90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/>
            <a:t>скіфи</a:t>
          </a:r>
          <a:endParaRPr lang="uk-UA" sz="4100" kern="1200"/>
        </a:p>
      </dsp:txBody>
      <dsp:txXfrm>
        <a:off x="0" y="0"/>
        <a:ext cx="4800600" cy="904874"/>
      </dsp:txXfrm>
    </dsp:sp>
    <dsp:sp modelId="{15D2869F-861D-4A86-9FC6-EDFB079422A5}">
      <dsp:nvSpPr>
        <dsp:cNvPr id="0" name=""/>
        <dsp:cNvSpPr/>
      </dsp:nvSpPr>
      <dsp:spPr>
        <a:xfrm>
          <a:off x="0" y="904874"/>
          <a:ext cx="480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29C051-CA27-4205-A641-03666D2137F4}">
      <dsp:nvSpPr>
        <dsp:cNvPr id="0" name=""/>
        <dsp:cNvSpPr/>
      </dsp:nvSpPr>
      <dsp:spPr>
        <a:xfrm>
          <a:off x="0" y="904874"/>
          <a:ext cx="4800600" cy="90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/>
            <a:t>гуни</a:t>
          </a:r>
          <a:endParaRPr lang="uk-UA" sz="4100" kern="1200"/>
        </a:p>
      </dsp:txBody>
      <dsp:txXfrm>
        <a:off x="0" y="904874"/>
        <a:ext cx="4800600" cy="904874"/>
      </dsp:txXfrm>
    </dsp:sp>
    <dsp:sp modelId="{817C7E9F-2FF5-438B-9294-225E38B896E7}">
      <dsp:nvSpPr>
        <dsp:cNvPr id="0" name=""/>
        <dsp:cNvSpPr/>
      </dsp:nvSpPr>
      <dsp:spPr>
        <a:xfrm>
          <a:off x="0" y="1809749"/>
          <a:ext cx="480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5E787-2D28-4AE7-A773-1227C53E5111}">
      <dsp:nvSpPr>
        <dsp:cNvPr id="0" name=""/>
        <dsp:cNvSpPr/>
      </dsp:nvSpPr>
      <dsp:spPr>
        <a:xfrm>
          <a:off x="0" y="1809749"/>
          <a:ext cx="4800600" cy="90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dirty="0"/>
            <a:t>кіммерійці</a:t>
          </a:r>
          <a:endParaRPr lang="uk-UA" sz="4100" kern="1200" dirty="0"/>
        </a:p>
      </dsp:txBody>
      <dsp:txXfrm>
        <a:off x="0" y="1809749"/>
        <a:ext cx="4800600" cy="904874"/>
      </dsp:txXfrm>
    </dsp:sp>
    <dsp:sp modelId="{9B736CEF-8B30-4306-A8FE-529565E369D0}">
      <dsp:nvSpPr>
        <dsp:cNvPr id="0" name=""/>
        <dsp:cNvSpPr/>
      </dsp:nvSpPr>
      <dsp:spPr>
        <a:xfrm>
          <a:off x="0" y="2714625"/>
          <a:ext cx="4800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D9928C-343E-4253-A2EC-815B6F95F2B9}">
      <dsp:nvSpPr>
        <dsp:cNvPr id="0" name=""/>
        <dsp:cNvSpPr/>
      </dsp:nvSpPr>
      <dsp:spPr>
        <a:xfrm>
          <a:off x="0" y="2714624"/>
          <a:ext cx="4800600" cy="904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dirty="0"/>
            <a:t>сармати</a:t>
          </a:r>
          <a:endParaRPr lang="uk-UA" sz="4100" kern="1200" dirty="0"/>
        </a:p>
      </dsp:txBody>
      <dsp:txXfrm>
        <a:off x="0" y="2714624"/>
        <a:ext cx="4800600" cy="904874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EFCDF8-4F3E-42FA-956E-D8F6CECFFBBD}">
      <dsp:nvSpPr>
        <dsp:cNvPr id="0" name=""/>
        <dsp:cNvSpPr/>
      </dsp:nvSpPr>
      <dsp:spPr>
        <a:xfrm rot="10800000">
          <a:off x="988831" y="1039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обидва варіанти правильні</a:t>
          </a:r>
          <a:endParaRPr lang="uk-UA" sz="2000" kern="1200"/>
        </a:p>
      </dsp:txBody>
      <dsp:txXfrm rot="10800000">
        <a:off x="1173562" y="1039"/>
        <a:ext cx="3007668" cy="738924"/>
      </dsp:txXfrm>
    </dsp:sp>
    <dsp:sp modelId="{255CD0AC-8142-4DCE-AF6B-566FA0F268DA}">
      <dsp:nvSpPr>
        <dsp:cNvPr id="0" name=""/>
        <dsp:cNvSpPr/>
      </dsp:nvSpPr>
      <dsp:spPr>
        <a:xfrm>
          <a:off x="619369" y="1039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466DFF-5A3D-44E6-BFFF-AA8713755922}">
      <dsp:nvSpPr>
        <dsp:cNvPr id="0" name=""/>
        <dsp:cNvSpPr/>
      </dsp:nvSpPr>
      <dsp:spPr>
        <a:xfrm rot="10800000">
          <a:off x="988831" y="960538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тільки</a:t>
          </a:r>
          <a:r>
            <a:rPr lang="ru-RU" sz="2000" b="0" i="0" kern="1200" dirty="0"/>
            <a:t> 1-й </a:t>
          </a:r>
          <a:r>
            <a:rPr lang="ru-RU" sz="2000" b="0" i="0" kern="1200" dirty="0" err="1"/>
            <a:t>варіант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правильний</a:t>
          </a:r>
          <a:endParaRPr lang="uk-UA" sz="2000" kern="1200" dirty="0"/>
        </a:p>
      </dsp:txBody>
      <dsp:txXfrm rot="10800000">
        <a:off x="1173562" y="960538"/>
        <a:ext cx="3007668" cy="738924"/>
      </dsp:txXfrm>
    </dsp:sp>
    <dsp:sp modelId="{7121AF3B-4555-4019-B1AF-C2F63BB33F7E}">
      <dsp:nvSpPr>
        <dsp:cNvPr id="0" name=""/>
        <dsp:cNvSpPr/>
      </dsp:nvSpPr>
      <dsp:spPr>
        <a:xfrm>
          <a:off x="619369" y="960538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7A0983-3122-494D-8F62-811175B31685}">
      <dsp:nvSpPr>
        <dsp:cNvPr id="0" name=""/>
        <dsp:cNvSpPr/>
      </dsp:nvSpPr>
      <dsp:spPr>
        <a:xfrm rot="10800000">
          <a:off x="988831" y="1920037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тільки 2-й варіант правильний</a:t>
          </a:r>
          <a:endParaRPr lang="uk-UA" sz="2000" kern="1200"/>
        </a:p>
      </dsp:txBody>
      <dsp:txXfrm rot="10800000">
        <a:off x="1173562" y="1920037"/>
        <a:ext cx="3007668" cy="738924"/>
      </dsp:txXfrm>
    </dsp:sp>
    <dsp:sp modelId="{6479DF77-2715-4985-AAA9-ABF83FDA5CB7}">
      <dsp:nvSpPr>
        <dsp:cNvPr id="0" name=""/>
        <dsp:cNvSpPr/>
      </dsp:nvSpPr>
      <dsp:spPr>
        <a:xfrm>
          <a:off x="619369" y="1920037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00B30A-A27E-427F-ABF9-25C7CCA431A7}">
      <dsp:nvSpPr>
        <dsp:cNvPr id="0" name=""/>
        <dsp:cNvSpPr/>
      </dsp:nvSpPr>
      <dsp:spPr>
        <a:xfrm rot="10800000">
          <a:off x="988831" y="2879536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обидва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варіанти</a:t>
          </a:r>
          <a:r>
            <a:rPr lang="ru-RU" sz="2000" b="0" i="0" kern="1200" dirty="0"/>
            <a:t> не </a:t>
          </a:r>
          <a:r>
            <a:rPr lang="ru-RU" sz="2000" b="0" i="0" kern="1200" dirty="0" err="1"/>
            <a:t>правильні</a:t>
          </a:r>
          <a:endParaRPr lang="uk-UA" sz="2000" kern="1200" dirty="0"/>
        </a:p>
      </dsp:txBody>
      <dsp:txXfrm rot="10800000">
        <a:off x="1173562" y="2879536"/>
        <a:ext cx="3007668" cy="738924"/>
      </dsp:txXfrm>
    </dsp:sp>
    <dsp:sp modelId="{8D6CCB59-69EC-499C-8542-997F999E8018}">
      <dsp:nvSpPr>
        <dsp:cNvPr id="0" name=""/>
        <dsp:cNvSpPr/>
      </dsp:nvSpPr>
      <dsp:spPr>
        <a:xfrm>
          <a:off x="619369" y="2879536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3A6C7-9D90-4B61-AABF-6B869F6132CB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кіммерійців.</a:t>
          </a:r>
          <a:endParaRPr lang="uk-UA" sz="3400" kern="1200"/>
        </a:p>
      </dsp:txBody>
      <dsp:txXfrm>
        <a:off x="39809" y="71698"/>
        <a:ext cx="4720982" cy="735872"/>
      </dsp:txXfrm>
    </dsp:sp>
    <dsp:sp modelId="{7FB3FC06-D7F3-4146-81B7-9A14FB5C155B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сарматів.</a:t>
          </a:r>
          <a:endParaRPr lang="uk-UA" sz="3400" kern="1200"/>
        </a:p>
      </dsp:txBody>
      <dsp:txXfrm>
        <a:off x="39809" y="985109"/>
        <a:ext cx="4720982" cy="735872"/>
      </dsp:txXfrm>
    </dsp:sp>
    <dsp:sp modelId="{787A174C-B25E-4E44-96D1-90235CAAEB65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готів.</a:t>
          </a:r>
          <a:endParaRPr lang="uk-UA" sz="3400" kern="1200" dirty="0"/>
        </a:p>
      </dsp:txBody>
      <dsp:txXfrm>
        <a:off x="39809" y="1898519"/>
        <a:ext cx="4720982" cy="735872"/>
      </dsp:txXfrm>
    </dsp:sp>
    <dsp:sp modelId="{97D30195-75E5-4FA3-BA1F-7B98F1990249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гунів.</a:t>
          </a:r>
          <a:endParaRPr lang="uk-UA" sz="3400" kern="1200" dirty="0"/>
        </a:p>
      </dsp:txBody>
      <dsp:txXfrm>
        <a:off x="39809" y="2811929"/>
        <a:ext cx="4720982" cy="735872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84DAF-7FA9-4CC0-ABE3-5718A15C0749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Антського царства.</a:t>
          </a:r>
          <a:endParaRPr lang="uk-UA" sz="3400" kern="1200"/>
        </a:p>
      </dsp:txBody>
      <dsp:txXfrm>
        <a:off x="39809" y="71698"/>
        <a:ext cx="4720982" cy="735872"/>
      </dsp:txXfrm>
    </dsp:sp>
    <dsp:sp modelId="{749199E8-A180-4853-A1D0-54758AD5C8FE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Великої Скіфії.</a:t>
          </a:r>
          <a:endParaRPr lang="uk-UA" sz="3400" kern="1200"/>
        </a:p>
      </dsp:txBody>
      <dsp:txXfrm>
        <a:off x="39809" y="985109"/>
        <a:ext cx="4720982" cy="735872"/>
      </dsp:txXfrm>
    </dsp:sp>
    <dsp:sp modelId="{7ECE165A-1AE8-442B-A2FC-6935B04FC236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Боспорського царства.</a:t>
          </a:r>
          <a:endParaRPr lang="uk-UA" sz="3400" kern="1200"/>
        </a:p>
      </dsp:txBody>
      <dsp:txXfrm>
        <a:off x="39809" y="1898519"/>
        <a:ext cx="4720982" cy="735872"/>
      </dsp:txXfrm>
    </dsp:sp>
    <dsp:sp modelId="{0E09DA9C-82BD-47C6-8ABF-B3F7310A9072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Трипільської культури.</a:t>
          </a:r>
          <a:endParaRPr lang="uk-UA" sz="3400" kern="1200"/>
        </a:p>
      </dsp:txBody>
      <dsp:txXfrm>
        <a:off x="39809" y="2811929"/>
        <a:ext cx="4720982" cy="735872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F6CCC-3629-43FF-AB08-C5BFD8F7A105}">
      <dsp:nvSpPr>
        <dsp:cNvPr id="0" name=""/>
        <dsp:cNvSpPr/>
      </dsp:nvSpPr>
      <dsp:spPr>
        <a:xfrm>
          <a:off x="0" y="513525"/>
          <a:ext cx="480060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окреслити територію Антського царства.</a:t>
          </a:r>
          <a:endParaRPr lang="uk-UA" sz="1400" kern="1200"/>
        </a:p>
      </dsp:txBody>
      <dsp:txXfrm>
        <a:off x="16392" y="529917"/>
        <a:ext cx="4767816" cy="303006"/>
      </dsp:txXfrm>
    </dsp:sp>
    <dsp:sp modelId="{42C2AD72-5007-4851-840D-122D074D0F5C}">
      <dsp:nvSpPr>
        <dsp:cNvPr id="0" name=""/>
        <dsp:cNvSpPr/>
      </dsp:nvSpPr>
      <dsp:spPr>
        <a:xfrm>
          <a:off x="0" y="889635"/>
          <a:ext cx="480060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указати основний шлях грецької колонізації.</a:t>
          </a:r>
          <a:endParaRPr lang="uk-UA" sz="1400" kern="1200"/>
        </a:p>
      </dsp:txBody>
      <dsp:txXfrm>
        <a:off x="16392" y="906027"/>
        <a:ext cx="4767816" cy="303006"/>
      </dsp:txXfrm>
    </dsp:sp>
    <dsp:sp modelId="{25D3A393-0A79-4EBE-92D0-D19F9C83D594}">
      <dsp:nvSpPr>
        <dsp:cNvPr id="0" name=""/>
        <dsp:cNvSpPr/>
      </dsp:nvSpPr>
      <dsp:spPr>
        <a:xfrm>
          <a:off x="0" y="1265745"/>
          <a:ext cx="480060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визначити межі розселення племен трипільської культури.</a:t>
          </a:r>
          <a:endParaRPr lang="uk-UA" sz="1400" kern="1200"/>
        </a:p>
      </dsp:txBody>
      <dsp:txXfrm>
        <a:off x="16392" y="1282137"/>
        <a:ext cx="4767816" cy="303006"/>
      </dsp:txXfrm>
    </dsp:sp>
    <dsp:sp modelId="{6E7C065B-36D3-4888-86EC-F73468BB6A34}">
      <dsp:nvSpPr>
        <dsp:cNvPr id="0" name=""/>
        <dsp:cNvSpPr/>
      </dsp:nvSpPr>
      <dsp:spPr>
        <a:xfrm>
          <a:off x="0" y="1641855"/>
          <a:ext cx="480060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указати територію Боспорського царства.</a:t>
          </a:r>
          <a:endParaRPr lang="uk-UA" sz="1400" kern="1200"/>
        </a:p>
      </dsp:txBody>
      <dsp:txXfrm>
        <a:off x="16392" y="1658247"/>
        <a:ext cx="4767816" cy="303006"/>
      </dsp:txXfrm>
    </dsp:sp>
    <dsp:sp modelId="{7FBD0490-C7A0-422A-9DFB-493708F85B94}">
      <dsp:nvSpPr>
        <dsp:cNvPr id="0" name=""/>
        <dsp:cNvSpPr/>
      </dsp:nvSpPr>
      <dsp:spPr>
        <a:xfrm>
          <a:off x="0" y="2017965"/>
          <a:ext cx="480060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окреслити територію Великої Скіфії.</a:t>
          </a:r>
          <a:endParaRPr lang="uk-UA" sz="1400" kern="1200"/>
        </a:p>
      </dsp:txBody>
      <dsp:txXfrm>
        <a:off x="16392" y="2034357"/>
        <a:ext cx="4767816" cy="303006"/>
      </dsp:txXfrm>
    </dsp:sp>
    <dsp:sp modelId="{9D227F9B-12DB-4F3C-91EC-DF028EC5384B}">
      <dsp:nvSpPr>
        <dsp:cNvPr id="0" name=""/>
        <dsp:cNvSpPr/>
      </dsp:nvSpPr>
      <dsp:spPr>
        <a:xfrm>
          <a:off x="0" y="2394075"/>
          <a:ext cx="480060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указати напрямок походу перського царя Дарія І.</a:t>
          </a:r>
          <a:endParaRPr lang="uk-UA" sz="1400" kern="1200"/>
        </a:p>
      </dsp:txBody>
      <dsp:txXfrm>
        <a:off x="16392" y="2410467"/>
        <a:ext cx="4767816" cy="303006"/>
      </dsp:txXfrm>
    </dsp:sp>
    <dsp:sp modelId="{04393104-82D1-4AB3-8BAA-0195AC6399F9}">
      <dsp:nvSpPr>
        <dsp:cNvPr id="0" name=""/>
        <dsp:cNvSpPr/>
      </dsp:nvSpPr>
      <dsp:spPr>
        <a:xfrm>
          <a:off x="0" y="2770185"/>
          <a:ext cx="480060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визначити торговельний шлях «із варяг у греки».</a:t>
          </a:r>
          <a:endParaRPr lang="uk-UA" sz="1400" kern="1200"/>
        </a:p>
      </dsp:txBody>
      <dsp:txXfrm>
        <a:off x="16392" y="2786577"/>
        <a:ext cx="4767816" cy="303006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B6D27B-6AE8-4790-AE34-A408AE5DDF42}">
      <dsp:nvSpPr>
        <dsp:cNvPr id="0" name=""/>
        <dsp:cNvSpPr/>
      </dsp:nvSpPr>
      <dsp:spPr>
        <a:xfrm rot="10800000">
          <a:off x="988831" y="1039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Сарматії.</a:t>
          </a:r>
          <a:endParaRPr lang="uk-UA" sz="2000" kern="1200"/>
        </a:p>
      </dsp:txBody>
      <dsp:txXfrm rot="10800000">
        <a:off x="1173562" y="1039"/>
        <a:ext cx="3007668" cy="738924"/>
      </dsp:txXfrm>
    </dsp:sp>
    <dsp:sp modelId="{6ED5D7A4-5B05-430A-871E-D26C3C3A26DF}">
      <dsp:nvSpPr>
        <dsp:cNvPr id="0" name=""/>
        <dsp:cNvSpPr/>
      </dsp:nvSpPr>
      <dsp:spPr>
        <a:xfrm>
          <a:off x="619369" y="1039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1D048A-3970-4C93-82BE-CB4AE8B85725}">
      <dsp:nvSpPr>
        <dsp:cNvPr id="0" name=""/>
        <dsp:cNvSpPr/>
      </dsp:nvSpPr>
      <dsp:spPr>
        <a:xfrm rot="10800000">
          <a:off x="988831" y="960538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Кіммерії.</a:t>
          </a:r>
          <a:endParaRPr lang="uk-UA" sz="2000" kern="1200"/>
        </a:p>
      </dsp:txBody>
      <dsp:txXfrm rot="10800000">
        <a:off x="1173562" y="960538"/>
        <a:ext cx="3007668" cy="738924"/>
      </dsp:txXfrm>
    </dsp:sp>
    <dsp:sp modelId="{525ED2F0-A814-43CF-ACEC-964DCD1637A0}">
      <dsp:nvSpPr>
        <dsp:cNvPr id="0" name=""/>
        <dsp:cNvSpPr/>
      </dsp:nvSpPr>
      <dsp:spPr>
        <a:xfrm>
          <a:off x="619369" y="960538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96529-37C0-4FDF-996B-4887B2F7E98E}">
      <dsp:nvSpPr>
        <dsp:cNvPr id="0" name=""/>
        <dsp:cNvSpPr/>
      </dsp:nvSpPr>
      <dsp:spPr>
        <a:xfrm rot="10800000">
          <a:off x="988831" y="1920037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Малої Скіфії.</a:t>
          </a:r>
          <a:endParaRPr lang="uk-UA" sz="2000" kern="1200"/>
        </a:p>
      </dsp:txBody>
      <dsp:txXfrm rot="10800000">
        <a:off x="1173562" y="1920037"/>
        <a:ext cx="3007668" cy="738924"/>
      </dsp:txXfrm>
    </dsp:sp>
    <dsp:sp modelId="{78E3E526-01F8-4C01-85B1-E6C334D9D92F}">
      <dsp:nvSpPr>
        <dsp:cNvPr id="0" name=""/>
        <dsp:cNvSpPr/>
      </dsp:nvSpPr>
      <dsp:spPr>
        <a:xfrm>
          <a:off x="619369" y="1920037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E6B69F-D26D-4FE2-82C3-0835B337D7D8}">
      <dsp:nvSpPr>
        <dsp:cNvPr id="0" name=""/>
        <dsp:cNvSpPr/>
      </dsp:nvSpPr>
      <dsp:spPr>
        <a:xfrm rot="10800000">
          <a:off x="988831" y="2879536"/>
          <a:ext cx="3192399" cy="73892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845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Боспорського царства</a:t>
          </a:r>
          <a:endParaRPr lang="uk-UA" sz="2000" kern="1200"/>
        </a:p>
      </dsp:txBody>
      <dsp:txXfrm rot="10800000">
        <a:off x="1173562" y="2879536"/>
        <a:ext cx="3007668" cy="738924"/>
      </dsp:txXfrm>
    </dsp:sp>
    <dsp:sp modelId="{7AEA7C4D-B982-4235-838C-6041ECF97814}">
      <dsp:nvSpPr>
        <dsp:cNvPr id="0" name=""/>
        <dsp:cNvSpPr/>
      </dsp:nvSpPr>
      <dsp:spPr>
        <a:xfrm>
          <a:off x="619369" y="2879536"/>
          <a:ext cx="738924" cy="7389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5BCEA5-C388-471D-97F2-4AF601E16348}">
      <dsp:nvSpPr>
        <dsp:cNvPr id="0" name=""/>
        <dsp:cNvSpPr/>
      </dsp:nvSpPr>
      <dsp:spPr>
        <a:xfrm>
          <a:off x="0" y="216029"/>
          <a:ext cx="48006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пошуком нових могутніх союзників для боротьби проти Персії.</a:t>
          </a:r>
          <a:endParaRPr lang="uk-UA" sz="1900" kern="1200"/>
        </a:p>
      </dsp:txBody>
      <dsp:txXfrm>
        <a:off x="36896" y="252925"/>
        <a:ext cx="4726808" cy="682028"/>
      </dsp:txXfrm>
    </dsp:sp>
    <dsp:sp modelId="{7FF01241-5B3F-4B26-B8C4-542C8D20F22B}">
      <dsp:nvSpPr>
        <dsp:cNvPr id="0" name=""/>
        <dsp:cNvSpPr/>
      </dsp:nvSpPr>
      <dsp:spPr>
        <a:xfrm>
          <a:off x="0" y="1026570"/>
          <a:ext cx="48006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нестачею рабів у метрополії, освоєнням нових ринків работоргівлі.</a:t>
          </a:r>
          <a:endParaRPr lang="uk-UA" sz="1900" kern="1200"/>
        </a:p>
      </dsp:txBody>
      <dsp:txXfrm>
        <a:off x="36896" y="1063466"/>
        <a:ext cx="4726808" cy="682028"/>
      </dsp:txXfrm>
    </dsp:sp>
    <dsp:sp modelId="{9909496B-8CF7-4BB5-864B-FA13BA14DBD7}">
      <dsp:nvSpPr>
        <dsp:cNvPr id="0" name=""/>
        <dsp:cNvSpPr/>
      </dsp:nvSpPr>
      <dsp:spPr>
        <a:xfrm>
          <a:off x="0" y="1837110"/>
          <a:ext cx="48006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занепадом ремесла та сільського господарства материкової Греції.</a:t>
          </a:r>
          <a:endParaRPr lang="uk-UA" sz="1900" kern="1200"/>
        </a:p>
      </dsp:txBody>
      <dsp:txXfrm>
        <a:off x="36896" y="1874006"/>
        <a:ext cx="4726808" cy="682028"/>
      </dsp:txXfrm>
    </dsp:sp>
    <dsp:sp modelId="{1CB64470-4BA2-4E9A-941A-AC743F455325}">
      <dsp:nvSpPr>
        <dsp:cNvPr id="0" name=""/>
        <dsp:cNvSpPr/>
      </dsp:nvSpPr>
      <dsp:spPr>
        <a:xfrm>
          <a:off x="0" y="2647650"/>
          <a:ext cx="48006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демографічним вибухом, перенаселенням і нестачею землі в метрополії</a:t>
          </a:r>
          <a:endParaRPr lang="uk-UA" sz="1900" kern="1200"/>
        </a:p>
      </dsp:txBody>
      <dsp:txXfrm>
        <a:off x="36896" y="2684546"/>
        <a:ext cx="4726808" cy="682028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4A0429-72DC-41D3-A0EC-CC3237582B16}">
      <dsp:nvSpPr>
        <dsp:cNvPr id="0" name=""/>
        <dsp:cNvSpPr/>
      </dsp:nvSpPr>
      <dsp:spPr>
        <a:xfrm>
          <a:off x="590549" y="0"/>
          <a:ext cx="3619500" cy="3619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59D93-75A3-406F-A511-7E673ABFDBB3}">
      <dsp:nvSpPr>
        <dsp:cNvPr id="0" name=""/>
        <dsp:cNvSpPr/>
      </dsp:nvSpPr>
      <dsp:spPr>
        <a:xfrm>
          <a:off x="93440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Тіра</a:t>
          </a:r>
          <a:endParaRPr lang="uk-UA" sz="1900" kern="1200"/>
        </a:p>
      </dsp:txBody>
      <dsp:txXfrm>
        <a:off x="1003311" y="412761"/>
        <a:ext cx="1273787" cy="1273787"/>
      </dsp:txXfrm>
    </dsp:sp>
    <dsp:sp modelId="{DCDA4B92-3A5C-45D8-AFAE-E949C4E147A9}">
      <dsp:nvSpPr>
        <dsp:cNvPr id="0" name=""/>
        <dsp:cNvSpPr/>
      </dsp:nvSpPr>
      <dsp:spPr>
        <a:xfrm>
          <a:off x="245459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Херсонес</a:t>
          </a:r>
          <a:endParaRPr lang="uk-UA" sz="1900" kern="1200"/>
        </a:p>
      </dsp:txBody>
      <dsp:txXfrm>
        <a:off x="2523501" y="412761"/>
        <a:ext cx="1273787" cy="1273787"/>
      </dsp:txXfrm>
    </dsp:sp>
    <dsp:sp modelId="{7A22189E-CE00-4972-8F5E-7F154B72D176}">
      <dsp:nvSpPr>
        <dsp:cNvPr id="0" name=""/>
        <dsp:cNvSpPr/>
      </dsp:nvSpPr>
      <dsp:spPr>
        <a:xfrm>
          <a:off x="93440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Ольвія</a:t>
          </a:r>
          <a:endParaRPr lang="uk-UA" sz="1900" kern="1200"/>
        </a:p>
      </dsp:txBody>
      <dsp:txXfrm>
        <a:off x="1003311" y="1932951"/>
        <a:ext cx="1273787" cy="1273787"/>
      </dsp:txXfrm>
    </dsp:sp>
    <dsp:sp modelId="{8D560E2C-40E1-442D-9709-2AC8A024C6A1}">
      <dsp:nvSpPr>
        <dsp:cNvPr id="0" name=""/>
        <dsp:cNvSpPr/>
      </dsp:nvSpPr>
      <dsp:spPr>
        <a:xfrm>
          <a:off x="245459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Фанагорія</a:t>
          </a:r>
          <a:endParaRPr lang="uk-UA" sz="1900" kern="1200"/>
        </a:p>
      </dsp:txBody>
      <dsp:txXfrm>
        <a:off x="2523501" y="1932951"/>
        <a:ext cx="1273787" cy="1273787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37B8DF-7752-4DE5-BA8D-E2AC8A1E28B8}">
      <dsp:nvSpPr>
        <dsp:cNvPr id="0" name=""/>
        <dsp:cNvSpPr/>
      </dsp:nvSpPr>
      <dsp:spPr>
        <a:xfrm>
          <a:off x="0" y="4827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державно-політична незалежність колоній від метрополій</a:t>
          </a:r>
          <a:endParaRPr lang="uk-UA" sz="2100" kern="1200"/>
        </a:p>
      </dsp:txBody>
      <dsp:txXfrm>
        <a:off x="40780" y="89050"/>
        <a:ext cx="4719040" cy="753819"/>
      </dsp:txXfrm>
    </dsp:sp>
    <dsp:sp modelId="{ADA325BC-DF1E-40D0-9D53-558C875A1BCE}">
      <dsp:nvSpPr>
        <dsp:cNvPr id="0" name=""/>
        <dsp:cNvSpPr/>
      </dsp:nvSpPr>
      <dsp:spPr>
        <a:xfrm>
          <a:off x="0" y="94413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федеративне об’єднання всіх міст-держав навколо Ольвії</a:t>
          </a:r>
          <a:endParaRPr lang="uk-UA" sz="2100" kern="1200"/>
        </a:p>
      </dsp:txBody>
      <dsp:txXfrm>
        <a:off x="40780" y="984910"/>
        <a:ext cx="4719040" cy="753819"/>
      </dsp:txXfrm>
    </dsp:sp>
    <dsp:sp modelId="{F6BB33DA-4177-4041-A6EA-92772A23B993}">
      <dsp:nvSpPr>
        <dsp:cNvPr id="0" name=""/>
        <dsp:cNvSpPr/>
      </dsp:nvSpPr>
      <dsp:spPr>
        <a:xfrm>
          <a:off x="0" y="183999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карбування єдиної монети для новозаснованих колоній</a:t>
          </a:r>
          <a:endParaRPr lang="uk-UA" sz="2100" kern="1200"/>
        </a:p>
      </dsp:txBody>
      <dsp:txXfrm>
        <a:off x="40780" y="1880770"/>
        <a:ext cx="4719040" cy="753819"/>
      </dsp:txXfrm>
    </dsp:sp>
    <dsp:sp modelId="{8094761A-32A0-4D0C-8EEF-BD3C26636F5C}">
      <dsp:nvSpPr>
        <dsp:cNvPr id="0" name=""/>
        <dsp:cNvSpPr/>
      </dsp:nvSpPr>
      <dsp:spPr>
        <a:xfrm>
          <a:off x="0" y="273585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військова залежність міст-держав від місцевих племен</a:t>
          </a:r>
          <a:endParaRPr lang="uk-UA" sz="2100" kern="1200"/>
        </a:p>
      </dsp:txBody>
      <dsp:txXfrm>
        <a:off x="40780" y="2776630"/>
        <a:ext cx="4719040" cy="753819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A8A95-9AD9-4D14-B408-70B5CC2F8A34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воєнно-стратегічні</a:t>
          </a:r>
          <a:endParaRPr lang="uk-UA" sz="3400" kern="1200"/>
        </a:p>
      </dsp:txBody>
      <dsp:txXfrm>
        <a:off x="39809" y="71698"/>
        <a:ext cx="4720982" cy="735872"/>
      </dsp:txXfrm>
    </dsp:sp>
    <dsp:sp modelId="{2950DD5A-8324-4059-BF27-D7C79AC03EFC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суспільно-політичні</a:t>
          </a:r>
          <a:endParaRPr lang="uk-UA" sz="3400" kern="1200"/>
        </a:p>
      </dsp:txBody>
      <dsp:txXfrm>
        <a:off x="39809" y="985109"/>
        <a:ext cx="4720982" cy="735872"/>
      </dsp:txXfrm>
    </dsp:sp>
    <dsp:sp modelId="{488425D4-2C9E-43C9-8CAA-48F2947DA30A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культурно-ідеологічні</a:t>
          </a:r>
          <a:endParaRPr lang="uk-UA" sz="3400" kern="1200"/>
        </a:p>
      </dsp:txBody>
      <dsp:txXfrm>
        <a:off x="39809" y="1898519"/>
        <a:ext cx="4720982" cy="735872"/>
      </dsp:txXfrm>
    </dsp:sp>
    <dsp:sp modelId="{3402289C-672E-4BEB-8623-356EB516E065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соціально-економічні</a:t>
          </a:r>
          <a:endParaRPr lang="uk-UA" sz="3400" kern="1200"/>
        </a:p>
      </dsp:txBody>
      <dsp:txXfrm>
        <a:off x="39809" y="2811929"/>
        <a:ext cx="4720982" cy="735872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23D89E-A649-48CF-8055-D53D0CF7116B}">
      <dsp:nvSpPr>
        <dsp:cNvPr id="0" name=""/>
        <dsp:cNvSpPr/>
      </dsp:nvSpPr>
      <dsp:spPr>
        <a:xfrm>
          <a:off x="0" y="50573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племен скіфів і сарматів.</a:t>
          </a:r>
          <a:endParaRPr lang="uk-UA" sz="2100" kern="1200"/>
        </a:p>
      </dsp:txBody>
      <dsp:txXfrm>
        <a:off x="40724" y="91297"/>
        <a:ext cx="4719152" cy="752780"/>
      </dsp:txXfrm>
    </dsp:sp>
    <dsp:sp modelId="{7E0BB25C-67C3-45D7-B255-E8054FFDF414}">
      <dsp:nvSpPr>
        <dsp:cNvPr id="0" name=""/>
        <dsp:cNvSpPr/>
      </dsp:nvSpPr>
      <dsp:spPr>
        <a:xfrm>
          <a:off x="0" y="945281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населення Київської держави (Русі-України).</a:t>
          </a:r>
          <a:endParaRPr lang="uk-UA" sz="2100" kern="1200"/>
        </a:p>
      </dsp:txBody>
      <dsp:txXfrm>
        <a:off x="40724" y="986005"/>
        <a:ext cx="4719152" cy="752780"/>
      </dsp:txXfrm>
    </dsp:sp>
    <dsp:sp modelId="{C0951A06-774E-44F1-87CF-C7175765F393}">
      <dsp:nvSpPr>
        <dsp:cNvPr id="0" name=""/>
        <dsp:cNvSpPr/>
      </dsp:nvSpPr>
      <dsp:spPr>
        <a:xfrm>
          <a:off x="0" y="1839990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племен трипільської культури.</a:t>
          </a:r>
          <a:endParaRPr lang="uk-UA" sz="2100" kern="1200"/>
        </a:p>
      </dsp:txBody>
      <dsp:txXfrm>
        <a:off x="40724" y="1880714"/>
        <a:ext cx="4719152" cy="752780"/>
      </dsp:txXfrm>
    </dsp:sp>
    <dsp:sp modelId="{AB7DA5DE-5927-4D6A-823A-B283B86AA5F9}">
      <dsp:nvSpPr>
        <dsp:cNvPr id="0" name=""/>
        <dsp:cNvSpPr/>
      </dsp:nvSpPr>
      <dsp:spPr>
        <a:xfrm>
          <a:off x="0" y="2734698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мешканців грецьких міст-держав Північного Причорномор’я.</a:t>
          </a:r>
          <a:endParaRPr lang="uk-UA" sz="2100" kern="1200"/>
        </a:p>
      </dsp:txBody>
      <dsp:txXfrm>
        <a:off x="40724" y="2775422"/>
        <a:ext cx="4719152" cy="752780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1CBF6F-8566-493C-AC48-3D2D975AEE10}">
      <dsp:nvSpPr>
        <dsp:cNvPr id="0" name=""/>
        <dsp:cNvSpPr/>
      </dsp:nvSpPr>
      <dsp:spPr>
        <a:xfrm>
          <a:off x="0" y="4827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панування сарматів у Причорноморських степах</a:t>
          </a:r>
          <a:endParaRPr lang="uk-UA" sz="2100" kern="1200"/>
        </a:p>
      </dsp:txBody>
      <dsp:txXfrm>
        <a:off x="40780" y="89050"/>
        <a:ext cx="4719040" cy="753819"/>
      </dsp:txXfrm>
    </dsp:sp>
    <dsp:sp modelId="{C6BF94F9-DC39-43D6-A15B-925E5DE9C15B}">
      <dsp:nvSpPr>
        <dsp:cNvPr id="0" name=""/>
        <dsp:cNvSpPr/>
      </dsp:nvSpPr>
      <dsp:spPr>
        <a:xfrm>
          <a:off x="0" y="94413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Велике розселення слов'ян</a:t>
          </a:r>
          <a:endParaRPr lang="uk-UA" sz="2100" kern="1200"/>
        </a:p>
      </dsp:txBody>
      <dsp:txXfrm>
        <a:off x="40780" y="984910"/>
        <a:ext cx="4719040" cy="753819"/>
      </dsp:txXfrm>
    </dsp:sp>
    <dsp:sp modelId="{5278DE49-5BC0-4312-86E7-4EB3800C6950}">
      <dsp:nvSpPr>
        <dsp:cNvPr id="0" name=""/>
        <dsp:cNvSpPr/>
      </dsp:nvSpPr>
      <dsp:spPr>
        <a:xfrm>
          <a:off x="0" y="183999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початок грецької колонізації Північного Причорномор'я</a:t>
          </a:r>
          <a:endParaRPr lang="uk-UA" sz="2100" kern="1200"/>
        </a:p>
      </dsp:txBody>
      <dsp:txXfrm>
        <a:off x="40780" y="1880770"/>
        <a:ext cx="4719040" cy="753819"/>
      </dsp:txXfrm>
    </dsp:sp>
    <dsp:sp modelId="{58F8BE32-E891-4306-B1D8-94F9384755BC}">
      <dsp:nvSpPr>
        <dsp:cNvPr id="0" name=""/>
        <dsp:cNvSpPr/>
      </dsp:nvSpPr>
      <dsp:spPr>
        <a:xfrm>
          <a:off x="0" y="273585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розселення племен трипільської культури на території України</a:t>
          </a:r>
          <a:endParaRPr lang="uk-UA" sz="2100" kern="1200"/>
        </a:p>
      </dsp:txBody>
      <dsp:txXfrm>
        <a:off x="40780" y="2776630"/>
        <a:ext cx="4719040" cy="753819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1E6C82-4227-4ADF-87AD-D6A7CAB94B7F}">
      <dsp:nvSpPr>
        <dsp:cNvPr id="0" name=""/>
        <dsp:cNvSpPr/>
      </dsp:nvSpPr>
      <dsp:spPr>
        <a:xfrm>
          <a:off x="0" y="4827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формування загонів важкоозброєної кінноти</a:t>
          </a:r>
          <a:endParaRPr lang="uk-UA" sz="2100" kern="1200"/>
        </a:p>
      </dsp:txBody>
      <dsp:txXfrm>
        <a:off x="40780" y="89050"/>
        <a:ext cx="4719040" cy="753819"/>
      </dsp:txXfrm>
    </dsp:sp>
    <dsp:sp modelId="{9974BA7B-448C-4C99-90B9-B15855DFE24D}">
      <dsp:nvSpPr>
        <dsp:cNvPr id="0" name=""/>
        <dsp:cNvSpPr/>
      </dsp:nvSpPr>
      <dsp:spPr>
        <a:xfrm>
          <a:off x="0" y="94413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витіснення кіммерійців на Кримський півострів</a:t>
          </a:r>
          <a:endParaRPr lang="uk-UA" sz="2100" kern="1200"/>
        </a:p>
      </dsp:txBody>
      <dsp:txXfrm>
        <a:off x="40780" y="984910"/>
        <a:ext cx="4719040" cy="753819"/>
      </dsp:txXfrm>
    </dsp:sp>
    <dsp:sp modelId="{093F4265-86A0-4F5C-9F98-0A8B8084961D}">
      <dsp:nvSpPr>
        <dsp:cNvPr id="0" name=""/>
        <dsp:cNvSpPr/>
      </dsp:nvSpPr>
      <dsp:spPr>
        <a:xfrm>
          <a:off x="0" y="183999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поширення християнства серед панівної верстви суспільства</a:t>
          </a:r>
          <a:endParaRPr lang="uk-UA" sz="2100" kern="1200"/>
        </a:p>
      </dsp:txBody>
      <dsp:txXfrm>
        <a:off x="40780" y="1880770"/>
        <a:ext cx="4719040" cy="753819"/>
      </dsp:txXfrm>
    </dsp:sp>
    <dsp:sp modelId="{8A4C94FA-CEFD-4788-A742-1B0921BA7375}">
      <dsp:nvSpPr>
        <dsp:cNvPr id="0" name=""/>
        <dsp:cNvSpPr/>
      </dsp:nvSpPr>
      <dsp:spPr>
        <a:xfrm>
          <a:off x="0" y="273585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збереження пережитків матріархату</a:t>
          </a:r>
          <a:endParaRPr lang="uk-UA" sz="2100" kern="1200"/>
        </a:p>
      </dsp:txBody>
      <dsp:txXfrm>
        <a:off x="40780" y="2776630"/>
        <a:ext cx="4719040" cy="753819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20B3A4-905C-4B60-9033-F4D3F4AEC191}">
      <dsp:nvSpPr>
        <dsp:cNvPr id="0" name=""/>
        <dsp:cNvSpPr/>
      </dsp:nvSpPr>
      <dsp:spPr>
        <a:xfrm>
          <a:off x="0" y="49620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грабіжницькі напади на придунайські провінції Римської імперії</a:t>
          </a:r>
          <a:endParaRPr lang="uk-UA" sz="2100" kern="1200"/>
        </a:p>
      </dsp:txBody>
      <dsp:txXfrm>
        <a:off x="40780" y="536980"/>
        <a:ext cx="4719040" cy="753819"/>
      </dsp:txXfrm>
    </dsp:sp>
    <dsp:sp modelId="{F3719BC0-3D9C-45F4-9E50-F7C653AC4F07}">
      <dsp:nvSpPr>
        <dsp:cNvPr id="0" name=""/>
        <dsp:cNvSpPr/>
      </dsp:nvSpPr>
      <dsp:spPr>
        <a:xfrm>
          <a:off x="0" y="139206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створення рабовласницької держави</a:t>
          </a:r>
          <a:endParaRPr lang="uk-UA" sz="2100" kern="1200"/>
        </a:p>
      </dsp:txBody>
      <dsp:txXfrm>
        <a:off x="40780" y="1432840"/>
        <a:ext cx="4719040" cy="753819"/>
      </dsp:txXfrm>
    </dsp:sp>
    <dsp:sp modelId="{25027691-C130-4C9C-9800-ADF6E0018395}">
      <dsp:nvSpPr>
        <dsp:cNvPr id="0" name=""/>
        <dsp:cNvSpPr/>
      </dsp:nvSpPr>
      <dsp:spPr>
        <a:xfrm>
          <a:off x="0" y="228792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ведення осілого способу життя</a:t>
          </a:r>
          <a:endParaRPr lang="uk-UA" sz="2100" kern="1200"/>
        </a:p>
      </dsp:txBody>
      <dsp:txXfrm>
        <a:off x="40780" y="2328700"/>
        <a:ext cx="4719040" cy="753819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CFC01A-3B5A-46F0-8BCE-ABAB247034AA}">
      <dsp:nvSpPr>
        <dsp:cNvPr id="0" name=""/>
        <dsp:cNvSpPr/>
      </dsp:nvSpPr>
      <dsp:spPr>
        <a:xfrm>
          <a:off x="0" y="345630"/>
          <a:ext cx="4800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Велике розселення слов'ян</a:t>
          </a:r>
          <a:endParaRPr lang="uk-UA" sz="2800" kern="1200"/>
        </a:p>
      </dsp:txBody>
      <dsp:txXfrm>
        <a:off x="32784" y="378414"/>
        <a:ext cx="4735032" cy="606012"/>
      </dsp:txXfrm>
    </dsp:sp>
    <dsp:sp modelId="{7A112C32-32F7-45A6-8DDD-F25EF507B4DA}">
      <dsp:nvSpPr>
        <dsp:cNvPr id="0" name=""/>
        <dsp:cNvSpPr/>
      </dsp:nvSpPr>
      <dsp:spPr>
        <a:xfrm>
          <a:off x="0" y="1097850"/>
          <a:ext cx="4800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Велика грецька колонізація</a:t>
          </a:r>
          <a:endParaRPr lang="uk-UA" sz="2800" kern="1200"/>
        </a:p>
      </dsp:txBody>
      <dsp:txXfrm>
        <a:off x="32784" y="1130634"/>
        <a:ext cx="4735032" cy="606012"/>
      </dsp:txXfrm>
    </dsp:sp>
    <dsp:sp modelId="{7B6EAF79-64CE-4D49-9654-FF5B196BEA5B}">
      <dsp:nvSpPr>
        <dsp:cNvPr id="0" name=""/>
        <dsp:cNvSpPr/>
      </dsp:nvSpPr>
      <dsp:spPr>
        <a:xfrm>
          <a:off x="0" y="1850070"/>
          <a:ext cx="4800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розпад Великої Скіфії</a:t>
          </a:r>
          <a:endParaRPr lang="uk-UA" sz="2800" kern="1200"/>
        </a:p>
      </dsp:txBody>
      <dsp:txXfrm>
        <a:off x="32784" y="1882854"/>
        <a:ext cx="4735032" cy="606012"/>
      </dsp:txXfrm>
    </dsp:sp>
    <dsp:sp modelId="{54C57C04-B027-46FA-9CCD-785A62A716C7}">
      <dsp:nvSpPr>
        <dsp:cNvPr id="0" name=""/>
        <dsp:cNvSpPr/>
      </dsp:nvSpPr>
      <dsp:spPr>
        <a:xfrm>
          <a:off x="0" y="2602290"/>
          <a:ext cx="4800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Велике переселення народів</a:t>
          </a:r>
          <a:endParaRPr lang="uk-UA" sz="2800" kern="1200"/>
        </a:p>
      </dsp:txBody>
      <dsp:txXfrm>
        <a:off x="32784" y="2635074"/>
        <a:ext cx="4735032" cy="606012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0A92E-E5A5-42C8-8115-68B95E9B13C1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І ст. до н. е. — І ст. н. е.</a:t>
          </a:r>
          <a:endParaRPr lang="uk-UA" sz="3400" kern="1200"/>
        </a:p>
      </dsp:txBody>
      <dsp:txXfrm>
        <a:off x="39809" y="71698"/>
        <a:ext cx="4720982" cy="735872"/>
      </dsp:txXfrm>
    </dsp:sp>
    <dsp:sp modelId="{988086B7-072D-41F3-9D95-AB4FEBE379CE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І–ІІ ст.</a:t>
          </a:r>
          <a:endParaRPr lang="uk-UA" sz="3400" kern="1200"/>
        </a:p>
      </dsp:txBody>
      <dsp:txXfrm>
        <a:off x="39809" y="985109"/>
        <a:ext cx="4720982" cy="735872"/>
      </dsp:txXfrm>
    </dsp:sp>
    <dsp:sp modelId="{6B0D35A2-25F4-42BF-B678-97797C18A7EB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ІІІ–</a:t>
          </a:r>
          <a:r>
            <a:rPr lang="en-US" sz="3400" b="0" i="0" kern="1200"/>
            <a:t>IV </a:t>
          </a:r>
          <a:r>
            <a:rPr lang="uk-UA" sz="3400" b="0" i="0" kern="1200"/>
            <a:t>ст.</a:t>
          </a:r>
          <a:endParaRPr lang="uk-UA" sz="3400" kern="1200"/>
        </a:p>
      </dsp:txBody>
      <dsp:txXfrm>
        <a:off x="39809" y="1898519"/>
        <a:ext cx="4720982" cy="735872"/>
      </dsp:txXfrm>
    </dsp:sp>
    <dsp:sp modelId="{6BABFA69-6DC9-4FF2-823A-B9851BF9C602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V–VII </a:t>
          </a:r>
          <a:r>
            <a:rPr lang="uk-UA" sz="3400" b="0" i="0" kern="1200"/>
            <a:t>ст.</a:t>
          </a:r>
          <a:endParaRPr lang="uk-UA" sz="3400" kern="1200"/>
        </a:p>
      </dsp:txBody>
      <dsp:txXfrm>
        <a:off x="39809" y="2811929"/>
        <a:ext cx="4720982" cy="735872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72B46-71E3-46D9-9735-2C93FD81BC5D}">
      <dsp:nvSpPr>
        <dsp:cNvPr id="0" name=""/>
        <dsp:cNvSpPr/>
      </dsp:nvSpPr>
      <dsp:spPr>
        <a:xfrm>
          <a:off x="590549" y="0"/>
          <a:ext cx="3619500" cy="3619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C3F658-673E-4FE5-B683-AFA0C76156B0}">
      <dsp:nvSpPr>
        <dsp:cNvPr id="0" name=""/>
        <dsp:cNvSpPr/>
      </dsp:nvSpPr>
      <dsp:spPr>
        <a:xfrm>
          <a:off x="93440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I–IV </a:t>
          </a:r>
          <a:r>
            <a:rPr lang="uk-UA" sz="3400" b="0" i="0" kern="1200"/>
            <a:t>ст.</a:t>
          </a:r>
          <a:endParaRPr lang="uk-UA" sz="3400" kern="1200"/>
        </a:p>
      </dsp:txBody>
      <dsp:txXfrm>
        <a:off x="1003311" y="412761"/>
        <a:ext cx="1273787" cy="1273787"/>
      </dsp:txXfrm>
    </dsp:sp>
    <dsp:sp modelId="{292E241C-75A6-4802-9633-6EA3C1F21451}">
      <dsp:nvSpPr>
        <dsp:cNvPr id="0" name=""/>
        <dsp:cNvSpPr/>
      </dsp:nvSpPr>
      <dsp:spPr>
        <a:xfrm>
          <a:off x="2454592" y="34385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V–VII </a:t>
          </a:r>
          <a:r>
            <a:rPr lang="uk-UA" sz="3400" b="0" i="0" kern="1200"/>
            <a:t>ст.</a:t>
          </a:r>
          <a:endParaRPr lang="uk-UA" sz="3400" kern="1200"/>
        </a:p>
      </dsp:txBody>
      <dsp:txXfrm>
        <a:off x="2523501" y="412761"/>
        <a:ext cx="1273787" cy="1273787"/>
      </dsp:txXfrm>
    </dsp:sp>
    <dsp:sp modelId="{84FE4504-5AE5-42E7-8B81-F5D48851947D}">
      <dsp:nvSpPr>
        <dsp:cNvPr id="0" name=""/>
        <dsp:cNvSpPr/>
      </dsp:nvSpPr>
      <dsp:spPr>
        <a:xfrm>
          <a:off x="93440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VII</a:t>
          </a:r>
          <a:r>
            <a:rPr lang="uk-UA" sz="3400" b="0" i="0" kern="1200"/>
            <a:t>І–</a:t>
          </a:r>
          <a:r>
            <a:rPr lang="en-US" sz="3400" b="0" i="0" kern="1200"/>
            <a:t>IX </a:t>
          </a:r>
          <a:r>
            <a:rPr lang="uk-UA" sz="3400" b="0" i="0" kern="1200"/>
            <a:t>ст.</a:t>
          </a:r>
          <a:endParaRPr lang="uk-UA" sz="3400" kern="1200"/>
        </a:p>
      </dsp:txBody>
      <dsp:txXfrm>
        <a:off x="1003311" y="1932951"/>
        <a:ext cx="1273787" cy="1273787"/>
      </dsp:txXfrm>
    </dsp:sp>
    <dsp:sp modelId="{F52BEB6B-6803-43AF-831F-EB9B76403672}">
      <dsp:nvSpPr>
        <dsp:cNvPr id="0" name=""/>
        <dsp:cNvSpPr/>
      </dsp:nvSpPr>
      <dsp:spPr>
        <a:xfrm>
          <a:off x="2454592" y="1864042"/>
          <a:ext cx="1411605" cy="14116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X–XI </a:t>
          </a:r>
          <a:r>
            <a:rPr lang="uk-UA" sz="3400" b="0" i="0" kern="1200"/>
            <a:t>ст.</a:t>
          </a:r>
          <a:endParaRPr lang="uk-UA" sz="3400" kern="1200"/>
        </a:p>
      </dsp:txBody>
      <dsp:txXfrm>
        <a:off x="2523501" y="1932951"/>
        <a:ext cx="1273787" cy="1273787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37F88-9D15-4E25-A902-EF5DF395DF41}">
      <dsp:nvSpPr>
        <dsp:cNvPr id="0" name=""/>
        <dsp:cNvSpPr/>
      </dsp:nvSpPr>
      <dsp:spPr>
        <a:xfrm>
          <a:off x="0" y="50573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Велике розселення слов'ян.</a:t>
          </a:r>
          <a:endParaRPr lang="uk-UA" sz="2100" kern="1200"/>
        </a:p>
      </dsp:txBody>
      <dsp:txXfrm>
        <a:off x="40724" y="91297"/>
        <a:ext cx="4719152" cy="752780"/>
      </dsp:txXfrm>
    </dsp:sp>
    <dsp:sp modelId="{485D4A1C-68F3-4859-A00E-79F710F41227}">
      <dsp:nvSpPr>
        <dsp:cNvPr id="0" name=""/>
        <dsp:cNvSpPr/>
      </dsp:nvSpPr>
      <dsp:spPr>
        <a:xfrm>
          <a:off x="0" y="945281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походи перших київських князів.</a:t>
          </a:r>
          <a:endParaRPr lang="uk-UA" sz="2100" kern="1200"/>
        </a:p>
      </dsp:txBody>
      <dsp:txXfrm>
        <a:off x="40724" y="986005"/>
        <a:ext cx="4719152" cy="752780"/>
      </dsp:txXfrm>
    </dsp:sp>
    <dsp:sp modelId="{888A9279-76DB-43E2-86A2-BB286B65DFD1}">
      <dsp:nvSpPr>
        <dsp:cNvPr id="0" name=""/>
        <dsp:cNvSpPr/>
      </dsp:nvSpPr>
      <dsp:spPr>
        <a:xfrm>
          <a:off x="0" y="1839990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основні шляхи грецької колонізації.</a:t>
          </a:r>
          <a:endParaRPr lang="uk-UA" sz="2100" kern="1200"/>
        </a:p>
      </dsp:txBody>
      <dsp:txXfrm>
        <a:off x="40724" y="1880714"/>
        <a:ext cx="4719152" cy="752780"/>
      </dsp:txXfrm>
    </dsp:sp>
    <dsp:sp modelId="{6CBB18A6-D73D-4E0D-98C5-3CEFB8D6C365}">
      <dsp:nvSpPr>
        <dsp:cNvPr id="0" name=""/>
        <dsp:cNvSpPr/>
      </dsp:nvSpPr>
      <dsp:spPr>
        <a:xfrm>
          <a:off x="0" y="2734698"/>
          <a:ext cx="480060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військово-торговельні експедиції варягів.</a:t>
          </a:r>
          <a:endParaRPr lang="uk-UA" sz="2100" kern="1200"/>
        </a:p>
      </dsp:txBody>
      <dsp:txXfrm>
        <a:off x="40724" y="2775422"/>
        <a:ext cx="4719152" cy="752780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524BE-C686-4512-9875-2A8D4F82A994}">
      <dsp:nvSpPr>
        <dsp:cNvPr id="0" name=""/>
        <dsp:cNvSpPr/>
      </dsp:nvSpPr>
      <dsp:spPr>
        <a:xfrm>
          <a:off x="1824227" y="942886"/>
          <a:ext cx="1152144" cy="115228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4EFB879-BBC7-4BA9-98B9-6D67CC65EEB9}">
      <dsp:nvSpPr>
        <dsp:cNvPr id="0" name=""/>
        <dsp:cNvSpPr/>
      </dsp:nvSpPr>
      <dsp:spPr>
        <a:xfrm>
          <a:off x="1740217" y="43524"/>
          <a:ext cx="1320165" cy="70649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венеди</a:t>
          </a:r>
          <a:endParaRPr lang="uk-UA" sz="2200" kern="1200"/>
        </a:p>
      </dsp:txBody>
      <dsp:txXfrm>
        <a:off x="1740217" y="43524"/>
        <a:ext cx="1320165" cy="706490"/>
      </dsp:txXfrm>
    </dsp:sp>
    <dsp:sp modelId="{5EBAB7DE-2916-4FB3-B2F1-26CEE68BAF2E}">
      <dsp:nvSpPr>
        <dsp:cNvPr id="0" name=""/>
        <dsp:cNvSpPr/>
      </dsp:nvSpPr>
      <dsp:spPr>
        <a:xfrm>
          <a:off x="2162190" y="1105379"/>
          <a:ext cx="1152144" cy="115228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0700D14-7B6E-4FC1-BD44-808D928FDA30}">
      <dsp:nvSpPr>
        <dsp:cNvPr id="0" name=""/>
        <dsp:cNvSpPr/>
      </dsp:nvSpPr>
      <dsp:spPr>
        <a:xfrm>
          <a:off x="3456431" y="714690"/>
          <a:ext cx="1248156" cy="77713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алани</a:t>
          </a:r>
          <a:endParaRPr lang="uk-UA" sz="2200" kern="1200"/>
        </a:p>
      </dsp:txBody>
      <dsp:txXfrm>
        <a:off x="3456431" y="714690"/>
        <a:ext cx="1248156" cy="777139"/>
      </dsp:txXfrm>
    </dsp:sp>
    <dsp:sp modelId="{1F9043B1-BB74-42F9-A275-0FAB7C0EADFD}">
      <dsp:nvSpPr>
        <dsp:cNvPr id="0" name=""/>
        <dsp:cNvSpPr/>
      </dsp:nvSpPr>
      <dsp:spPr>
        <a:xfrm>
          <a:off x="2245240" y="1470988"/>
          <a:ext cx="1152144" cy="115228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9EBBDA5-FE70-46FC-8198-9CF5A066969E}">
      <dsp:nvSpPr>
        <dsp:cNvPr id="0" name=""/>
        <dsp:cNvSpPr/>
      </dsp:nvSpPr>
      <dsp:spPr>
        <a:xfrm>
          <a:off x="3576447" y="1703776"/>
          <a:ext cx="1224153" cy="83012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готи</a:t>
          </a:r>
          <a:endParaRPr lang="uk-UA" sz="2200" kern="1200"/>
        </a:p>
      </dsp:txBody>
      <dsp:txXfrm>
        <a:off x="3576447" y="1703776"/>
        <a:ext cx="1224153" cy="830125"/>
      </dsp:txXfrm>
    </dsp:sp>
    <dsp:sp modelId="{44973D8C-EBA5-4414-8E3D-6FDD150568AB}">
      <dsp:nvSpPr>
        <dsp:cNvPr id="0" name=""/>
        <dsp:cNvSpPr/>
      </dsp:nvSpPr>
      <dsp:spPr>
        <a:xfrm>
          <a:off x="2011451" y="1764181"/>
          <a:ext cx="1152144" cy="115228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8B820BF-DDDD-4ED7-9519-3D80353252BB}">
      <dsp:nvSpPr>
        <dsp:cNvPr id="0" name=""/>
        <dsp:cNvSpPr/>
      </dsp:nvSpPr>
      <dsp:spPr>
        <a:xfrm>
          <a:off x="3048381" y="2816498"/>
          <a:ext cx="1320165" cy="75947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анти</a:t>
          </a:r>
          <a:endParaRPr lang="uk-UA" sz="2200" kern="1200"/>
        </a:p>
      </dsp:txBody>
      <dsp:txXfrm>
        <a:off x="3048381" y="2816498"/>
        <a:ext cx="1320165" cy="759476"/>
      </dsp:txXfrm>
    </dsp:sp>
    <dsp:sp modelId="{086E805A-E2AE-4C41-B679-97C4D17A102B}">
      <dsp:nvSpPr>
        <dsp:cNvPr id="0" name=""/>
        <dsp:cNvSpPr/>
      </dsp:nvSpPr>
      <dsp:spPr>
        <a:xfrm>
          <a:off x="1637004" y="1764181"/>
          <a:ext cx="1152144" cy="115228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F557823-B191-46F1-9ADB-EF4609B9631B}">
      <dsp:nvSpPr>
        <dsp:cNvPr id="0" name=""/>
        <dsp:cNvSpPr/>
      </dsp:nvSpPr>
      <dsp:spPr>
        <a:xfrm>
          <a:off x="432053" y="2816498"/>
          <a:ext cx="1320165" cy="75947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роксолани</a:t>
          </a:r>
          <a:endParaRPr lang="uk-UA" sz="2200" kern="1200"/>
        </a:p>
      </dsp:txBody>
      <dsp:txXfrm>
        <a:off x="432053" y="2816498"/>
        <a:ext cx="1320165" cy="759476"/>
      </dsp:txXfrm>
    </dsp:sp>
    <dsp:sp modelId="{DBAD58FD-9C8C-40C7-95B3-2A8562FBDE06}">
      <dsp:nvSpPr>
        <dsp:cNvPr id="0" name=""/>
        <dsp:cNvSpPr/>
      </dsp:nvSpPr>
      <dsp:spPr>
        <a:xfrm>
          <a:off x="1403215" y="1470988"/>
          <a:ext cx="1152144" cy="115228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83F9DAD-23E2-47B4-AFB4-DA1740E5F664}">
      <dsp:nvSpPr>
        <dsp:cNvPr id="0" name=""/>
        <dsp:cNvSpPr/>
      </dsp:nvSpPr>
      <dsp:spPr>
        <a:xfrm>
          <a:off x="0" y="1703776"/>
          <a:ext cx="1224153" cy="83012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авари</a:t>
          </a:r>
          <a:endParaRPr lang="uk-UA" sz="2200" kern="1200"/>
        </a:p>
      </dsp:txBody>
      <dsp:txXfrm>
        <a:off x="0" y="1703776"/>
        <a:ext cx="1224153" cy="830125"/>
      </dsp:txXfrm>
    </dsp:sp>
    <dsp:sp modelId="{7BAD010C-19C7-4BC8-BD1B-93F9C6DFF556}">
      <dsp:nvSpPr>
        <dsp:cNvPr id="0" name=""/>
        <dsp:cNvSpPr/>
      </dsp:nvSpPr>
      <dsp:spPr>
        <a:xfrm>
          <a:off x="1486265" y="1105379"/>
          <a:ext cx="1152144" cy="115228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85AA050-B181-4A51-BBFA-E999B04A1CF9}">
      <dsp:nvSpPr>
        <dsp:cNvPr id="0" name=""/>
        <dsp:cNvSpPr/>
      </dsp:nvSpPr>
      <dsp:spPr>
        <a:xfrm>
          <a:off x="96011" y="714690"/>
          <a:ext cx="1248156" cy="77713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склавини</a:t>
          </a:r>
          <a:endParaRPr lang="uk-UA" sz="2200" kern="1200"/>
        </a:p>
      </dsp:txBody>
      <dsp:txXfrm>
        <a:off x="96011" y="714690"/>
        <a:ext cx="1248156" cy="777139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EC27FE-1945-4124-B2D3-D35D71F2E79D}">
      <dsp:nvSpPr>
        <dsp:cNvPr id="0" name=""/>
        <dsp:cNvSpPr/>
      </dsp:nvSpPr>
      <dsp:spPr>
        <a:xfrm>
          <a:off x="0" y="31889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венеди</a:t>
          </a:r>
          <a:endParaRPr lang="uk-UA" sz="3400" kern="1200"/>
        </a:p>
      </dsp:txBody>
      <dsp:txXfrm>
        <a:off x="39809" y="71698"/>
        <a:ext cx="4720982" cy="735872"/>
      </dsp:txXfrm>
    </dsp:sp>
    <dsp:sp modelId="{29ECA82D-A41A-4D49-AD9B-0DAD8AC37488}">
      <dsp:nvSpPr>
        <dsp:cNvPr id="0" name=""/>
        <dsp:cNvSpPr/>
      </dsp:nvSpPr>
      <dsp:spPr>
        <a:xfrm>
          <a:off x="0" y="94530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анти</a:t>
          </a:r>
          <a:endParaRPr lang="uk-UA" sz="3400" kern="1200"/>
        </a:p>
      </dsp:txBody>
      <dsp:txXfrm>
        <a:off x="39809" y="985109"/>
        <a:ext cx="4720982" cy="735872"/>
      </dsp:txXfrm>
    </dsp:sp>
    <dsp:sp modelId="{9D64CE34-8832-4EFC-A44D-35BFE7D8C96A}">
      <dsp:nvSpPr>
        <dsp:cNvPr id="0" name=""/>
        <dsp:cNvSpPr/>
      </dsp:nvSpPr>
      <dsp:spPr>
        <a:xfrm>
          <a:off x="0" y="185871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поляни</a:t>
          </a:r>
          <a:endParaRPr lang="uk-UA" sz="3400" kern="1200"/>
        </a:p>
      </dsp:txBody>
      <dsp:txXfrm>
        <a:off x="39809" y="1898519"/>
        <a:ext cx="4720982" cy="735872"/>
      </dsp:txXfrm>
    </dsp:sp>
    <dsp:sp modelId="{7AC7C1F8-F080-47FB-A5F7-312571A3F53F}">
      <dsp:nvSpPr>
        <dsp:cNvPr id="0" name=""/>
        <dsp:cNvSpPr/>
      </dsp:nvSpPr>
      <dsp:spPr>
        <a:xfrm>
          <a:off x="0" y="2772120"/>
          <a:ext cx="48006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руси</a:t>
          </a:r>
          <a:endParaRPr lang="uk-UA" sz="3400" kern="1200"/>
        </a:p>
      </dsp:txBody>
      <dsp:txXfrm>
        <a:off x="39809" y="2811929"/>
        <a:ext cx="4720982" cy="735872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3584FD-6039-429D-9660-01461DEABA0B}">
      <dsp:nvSpPr>
        <dsp:cNvPr id="0" name=""/>
        <dsp:cNvSpPr/>
      </dsp:nvSpPr>
      <dsp:spPr>
        <a:xfrm>
          <a:off x="0" y="4827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оволоділи землями Балканського півострова.</a:t>
          </a:r>
          <a:endParaRPr lang="uk-UA" sz="2100" kern="1200"/>
        </a:p>
      </dsp:txBody>
      <dsp:txXfrm>
        <a:off x="40780" y="89050"/>
        <a:ext cx="4719040" cy="753819"/>
      </dsp:txXfrm>
    </dsp:sp>
    <dsp:sp modelId="{A6F65043-ED0F-4EEB-AC4A-E9AADFFDFCF8}">
      <dsp:nvSpPr>
        <dsp:cNvPr id="0" name=""/>
        <dsp:cNvSpPr/>
      </dsp:nvSpPr>
      <dsp:spPr>
        <a:xfrm>
          <a:off x="0" y="94413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позбулися залежності від сарматів у Причорномор’ї.</a:t>
          </a:r>
          <a:endParaRPr lang="uk-UA" sz="2100" kern="1200"/>
        </a:p>
      </dsp:txBody>
      <dsp:txXfrm>
        <a:off x="40780" y="984910"/>
        <a:ext cx="4719040" cy="753819"/>
      </dsp:txXfrm>
    </dsp:sp>
    <dsp:sp modelId="{308B82CB-61A3-4987-91AC-AB9932FB6B57}">
      <dsp:nvSpPr>
        <dsp:cNvPr id="0" name=""/>
        <dsp:cNvSpPr/>
      </dsp:nvSpPr>
      <dsp:spPr>
        <a:xfrm>
          <a:off x="0" y="183999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створили між Доном і Карпатами могутню державу.</a:t>
          </a:r>
          <a:endParaRPr lang="uk-UA" sz="2100" kern="1200"/>
        </a:p>
      </dsp:txBody>
      <dsp:txXfrm>
        <a:off x="40780" y="1880770"/>
        <a:ext cx="4719040" cy="753819"/>
      </dsp:txXfrm>
    </dsp:sp>
    <dsp:sp modelId="{ECC644D9-8F36-4B64-92EE-449A604BFBAF}">
      <dsp:nvSpPr>
        <dsp:cNvPr id="0" name=""/>
        <dsp:cNvSpPr/>
      </dsp:nvSpPr>
      <dsp:spPr>
        <a:xfrm>
          <a:off x="0" y="2735850"/>
          <a:ext cx="4800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витіснили племена готів на узбережжя Балтійського моря.</a:t>
          </a:r>
          <a:endParaRPr lang="uk-UA" sz="2100" kern="1200"/>
        </a:p>
      </dsp:txBody>
      <dsp:txXfrm>
        <a:off x="40780" y="2776630"/>
        <a:ext cx="4719040" cy="75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0662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975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09093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14655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72692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8469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6043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25287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65680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8208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3190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A072AA8-67CC-4F8B-85AB-735DE616F527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D749752-7B6A-4841-9E29-6D9221B9DB94}" type="slidenum">
              <a:rPr lang="uk-UA" smtClean="0"/>
              <a:t>‹№›</a:t>
            </a:fld>
            <a:endParaRPr lang="uk-UA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85203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8.jpe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3" Type="http://schemas.openxmlformats.org/officeDocument/2006/relationships/image" Target="../media/image18.jpeg"/><Relationship Id="rId7" Type="http://schemas.openxmlformats.org/officeDocument/2006/relationships/diagramColors" Target="../diagrams/colors22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22.xml"/><Relationship Id="rId5" Type="http://schemas.openxmlformats.org/officeDocument/2006/relationships/diagramLayout" Target="../diagrams/layout22.xml"/><Relationship Id="rId4" Type="http://schemas.openxmlformats.org/officeDocument/2006/relationships/diagramData" Target="../diagrams/data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28.jpe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6.xml"/><Relationship Id="rId3" Type="http://schemas.openxmlformats.org/officeDocument/2006/relationships/diagramLayout" Target="../diagrams/layout25.xml"/><Relationship Id="rId7" Type="http://schemas.openxmlformats.org/officeDocument/2006/relationships/diagramData" Target="../diagrams/data26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11" Type="http://schemas.microsoft.com/office/2007/relationships/diagramDrawing" Target="../diagrams/drawing26.xml"/><Relationship Id="rId5" Type="http://schemas.openxmlformats.org/officeDocument/2006/relationships/diagramColors" Target="../diagrams/colors25.xml"/><Relationship Id="rId10" Type="http://schemas.openxmlformats.org/officeDocument/2006/relationships/diagramColors" Target="../diagrams/colors26.xml"/><Relationship Id="rId4" Type="http://schemas.openxmlformats.org/officeDocument/2006/relationships/diagramQuickStyle" Target="../diagrams/quickStyle25.xml"/><Relationship Id="rId9" Type="http://schemas.openxmlformats.org/officeDocument/2006/relationships/diagramQuickStyle" Target="../diagrams/quickStyle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0.xml"/><Relationship Id="rId3" Type="http://schemas.openxmlformats.org/officeDocument/2006/relationships/diagramLayout" Target="../diagrams/layout29.xml"/><Relationship Id="rId7" Type="http://schemas.openxmlformats.org/officeDocument/2006/relationships/diagramData" Target="../diagrams/data30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11" Type="http://schemas.microsoft.com/office/2007/relationships/diagramDrawing" Target="../diagrams/drawing30.xml"/><Relationship Id="rId5" Type="http://schemas.openxmlformats.org/officeDocument/2006/relationships/diagramColors" Target="../diagrams/colors29.xml"/><Relationship Id="rId10" Type="http://schemas.openxmlformats.org/officeDocument/2006/relationships/diagramColors" Target="../diagrams/colors30.xml"/><Relationship Id="rId4" Type="http://schemas.openxmlformats.org/officeDocument/2006/relationships/diagramQuickStyle" Target="../diagrams/quickStyle29.xml"/><Relationship Id="rId9" Type="http://schemas.openxmlformats.org/officeDocument/2006/relationships/diagramQuickStyle" Target="../diagrams/quickStyl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5.xml"/><Relationship Id="rId11" Type="http://schemas.openxmlformats.org/officeDocument/2006/relationships/image" Target="../media/image36.jpeg"/><Relationship Id="rId5" Type="http://schemas.openxmlformats.org/officeDocument/2006/relationships/diagramQuickStyle" Target="../diagrams/quickStyle35.xml"/><Relationship Id="rId10" Type="http://schemas.openxmlformats.org/officeDocument/2006/relationships/image" Target="../media/image35.jpeg"/><Relationship Id="rId4" Type="http://schemas.openxmlformats.org/officeDocument/2006/relationships/diagramLayout" Target="../diagrams/layout35.xml"/><Relationship Id="rId9" Type="http://schemas.openxmlformats.org/officeDocument/2006/relationships/image" Target="../media/image34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7.xml"/><Relationship Id="rId3" Type="http://schemas.openxmlformats.org/officeDocument/2006/relationships/diagramLayout" Target="../diagrams/layout36.xml"/><Relationship Id="rId7" Type="http://schemas.openxmlformats.org/officeDocument/2006/relationships/diagramData" Target="../diagrams/data37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11" Type="http://schemas.microsoft.com/office/2007/relationships/diagramDrawing" Target="../diagrams/drawing37.xml"/><Relationship Id="rId5" Type="http://schemas.openxmlformats.org/officeDocument/2006/relationships/diagramColors" Target="../diagrams/colors36.xml"/><Relationship Id="rId10" Type="http://schemas.openxmlformats.org/officeDocument/2006/relationships/diagramColors" Target="../diagrams/colors37.xml"/><Relationship Id="rId4" Type="http://schemas.openxmlformats.org/officeDocument/2006/relationships/diagramQuickStyle" Target="../diagrams/quickStyle36.xml"/><Relationship Id="rId9" Type="http://schemas.openxmlformats.org/officeDocument/2006/relationships/diagramQuickStyle" Target="../diagrams/quickStyle3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1.xml"/><Relationship Id="rId3" Type="http://schemas.openxmlformats.org/officeDocument/2006/relationships/diagramLayout" Target="../diagrams/layout40.xml"/><Relationship Id="rId7" Type="http://schemas.openxmlformats.org/officeDocument/2006/relationships/diagramData" Target="../diagrams/data41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11" Type="http://schemas.microsoft.com/office/2007/relationships/diagramDrawing" Target="../diagrams/drawing41.xml"/><Relationship Id="rId5" Type="http://schemas.openxmlformats.org/officeDocument/2006/relationships/diagramColors" Target="../diagrams/colors40.xml"/><Relationship Id="rId10" Type="http://schemas.openxmlformats.org/officeDocument/2006/relationships/diagramColors" Target="../diagrams/colors41.xml"/><Relationship Id="rId4" Type="http://schemas.openxmlformats.org/officeDocument/2006/relationships/diagramQuickStyle" Target="../diagrams/quickStyle40.xml"/><Relationship Id="rId9" Type="http://schemas.openxmlformats.org/officeDocument/2006/relationships/diagramQuickStyle" Target="../diagrams/quickStyle4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7.xml"/><Relationship Id="rId3" Type="http://schemas.openxmlformats.org/officeDocument/2006/relationships/diagramLayout" Target="../diagrams/layout46.xml"/><Relationship Id="rId7" Type="http://schemas.openxmlformats.org/officeDocument/2006/relationships/diagramData" Target="../diagrams/data47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11" Type="http://schemas.microsoft.com/office/2007/relationships/diagramDrawing" Target="../diagrams/drawing47.xml"/><Relationship Id="rId5" Type="http://schemas.openxmlformats.org/officeDocument/2006/relationships/diagramColors" Target="../diagrams/colors46.xml"/><Relationship Id="rId10" Type="http://schemas.openxmlformats.org/officeDocument/2006/relationships/diagramColors" Target="../diagrams/colors47.xml"/><Relationship Id="rId4" Type="http://schemas.openxmlformats.org/officeDocument/2006/relationships/diagramQuickStyle" Target="../diagrams/quickStyle46.xml"/><Relationship Id="rId9" Type="http://schemas.openxmlformats.org/officeDocument/2006/relationships/diagramQuickStyle" Target="../diagrams/quickStyle4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9.xml"/><Relationship Id="rId3" Type="http://schemas.openxmlformats.org/officeDocument/2006/relationships/diagramLayout" Target="../diagrams/layout48.xml"/><Relationship Id="rId7" Type="http://schemas.openxmlformats.org/officeDocument/2006/relationships/diagramData" Target="../diagrams/data49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11" Type="http://schemas.microsoft.com/office/2007/relationships/diagramDrawing" Target="../diagrams/drawing49.xml"/><Relationship Id="rId5" Type="http://schemas.openxmlformats.org/officeDocument/2006/relationships/diagramColors" Target="../diagrams/colors48.xml"/><Relationship Id="rId10" Type="http://schemas.openxmlformats.org/officeDocument/2006/relationships/diagramColors" Target="../diagrams/colors49.xml"/><Relationship Id="rId4" Type="http://schemas.openxmlformats.org/officeDocument/2006/relationships/diagramQuickStyle" Target="../diagrams/quickStyle48.xml"/><Relationship Id="rId9" Type="http://schemas.openxmlformats.org/officeDocument/2006/relationships/diagramQuickStyle" Target="../diagrams/quickStyle4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1.xml"/><Relationship Id="rId3" Type="http://schemas.openxmlformats.org/officeDocument/2006/relationships/diagramLayout" Target="../diagrams/layout50.xml"/><Relationship Id="rId7" Type="http://schemas.openxmlformats.org/officeDocument/2006/relationships/diagramData" Target="../diagrams/data51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11" Type="http://schemas.microsoft.com/office/2007/relationships/diagramDrawing" Target="../diagrams/drawing51.xml"/><Relationship Id="rId5" Type="http://schemas.openxmlformats.org/officeDocument/2006/relationships/diagramColors" Target="../diagrams/colors50.xml"/><Relationship Id="rId10" Type="http://schemas.openxmlformats.org/officeDocument/2006/relationships/diagramColors" Target="../diagrams/colors51.xml"/><Relationship Id="rId4" Type="http://schemas.openxmlformats.org/officeDocument/2006/relationships/diagramQuickStyle" Target="../diagrams/quickStyle50.xml"/><Relationship Id="rId9" Type="http://schemas.openxmlformats.org/officeDocument/2006/relationships/diagramQuickStyle" Target="../diagrams/quickStyle5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2.xml"/><Relationship Id="rId7" Type="http://schemas.microsoft.com/office/2007/relationships/diagramDrawing" Target="../diagrams/drawing52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2.xml"/><Relationship Id="rId5" Type="http://schemas.openxmlformats.org/officeDocument/2006/relationships/diagramQuickStyle" Target="../diagrams/quickStyle52.xml"/><Relationship Id="rId4" Type="http://schemas.openxmlformats.org/officeDocument/2006/relationships/diagramLayout" Target="../diagrams/layout5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5.xml"/><Relationship Id="rId7" Type="http://schemas.microsoft.com/office/2007/relationships/diagramDrawing" Target="../diagrams/drawing55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5.xml"/><Relationship Id="rId5" Type="http://schemas.openxmlformats.org/officeDocument/2006/relationships/diagramQuickStyle" Target="../diagrams/quickStyle55.xml"/><Relationship Id="rId4" Type="http://schemas.openxmlformats.org/officeDocument/2006/relationships/diagramLayout" Target="../diagrams/layout5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6.xml"/><Relationship Id="rId7" Type="http://schemas.microsoft.com/office/2007/relationships/diagramDrawing" Target="../diagrams/drawing56.xm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6.xml"/><Relationship Id="rId5" Type="http://schemas.openxmlformats.org/officeDocument/2006/relationships/diagramQuickStyle" Target="../diagrams/quickStyle56.xml"/><Relationship Id="rId4" Type="http://schemas.openxmlformats.org/officeDocument/2006/relationships/diagramLayout" Target="../diagrams/layout5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7.xml"/><Relationship Id="rId7" Type="http://schemas.microsoft.com/office/2007/relationships/diagramDrawing" Target="../diagrams/drawing57.xml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7.xml"/><Relationship Id="rId5" Type="http://schemas.openxmlformats.org/officeDocument/2006/relationships/diagramQuickStyle" Target="../diagrams/quickStyle57.xml"/><Relationship Id="rId4" Type="http://schemas.openxmlformats.org/officeDocument/2006/relationships/diagramLayout" Target="../diagrams/layout5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8.xml"/><Relationship Id="rId7" Type="http://schemas.microsoft.com/office/2007/relationships/diagramDrawing" Target="../diagrams/drawing58.xm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8.xml"/><Relationship Id="rId5" Type="http://schemas.openxmlformats.org/officeDocument/2006/relationships/diagramQuickStyle" Target="../diagrams/quickStyle58.xml"/><Relationship Id="rId4" Type="http://schemas.openxmlformats.org/officeDocument/2006/relationships/diagramLayout" Target="../diagrams/layout5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6.xml"/><Relationship Id="rId3" Type="http://schemas.openxmlformats.org/officeDocument/2006/relationships/diagramLayout" Target="../diagrams/layout65.xml"/><Relationship Id="rId7" Type="http://schemas.openxmlformats.org/officeDocument/2006/relationships/diagramData" Target="../diagrams/data66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5.xml"/><Relationship Id="rId11" Type="http://schemas.microsoft.com/office/2007/relationships/diagramDrawing" Target="../diagrams/drawing66.xml"/><Relationship Id="rId5" Type="http://schemas.openxmlformats.org/officeDocument/2006/relationships/diagramColors" Target="../diagrams/colors65.xml"/><Relationship Id="rId10" Type="http://schemas.openxmlformats.org/officeDocument/2006/relationships/diagramColors" Target="../diagrams/colors66.xml"/><Relationship Id="rId4" Type="http://schemas.openxmlformats.org/officeDocument/2006/relationships/diagramQuickStyle" Target="../diagrams/quickStyle65.xml"/><Relationship Id="rId9" Type="http://schemas.openxmlformats.org/officeDocument/2006/relationships/diagramQuickStyle" Target="../diagrams/quickStyle6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9.xml"/><Relationship Id="rId7" Type="http://schemas.microsoft.com/office/2007/relationships/diagramDrawing" Target="../diagrams/drawing69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9.xml"/><Relationship Id="rId5" Type="http://schemas.openxmlformats.org/officeDocument/2006/relationships/diagramQuickStyle" Target="../diagrams/quickStyle69.xml"/><Relationship Id="rId4" Type="http://schemas.openxmlformats.org/officeDocument/2006/relationships/diagramLayout" Target="../diagrams/layout6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0.xml"/><Relationship Id="rId7" Type="http://schemas.microsoft.com/office/2007/relationships/diagramDrawing" Target="../diagrams/drawing70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0.xml"/><Relationship Id="rId5" Type="http://schemas.openxmlformats.org/officeDocument/2006/relationships/diagramQuickStyle" Target="../diagrams/quickStyle70.xml"/><Relationship Id="rId4" Type="http://schemas.openxmlformats.org/officeDocument/2006/relationships/diagramLayout" Target="../diagrams/layout7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1C47A-3BAC-B316-D8E4-2A2FAF9E4F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Стародавня історія України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885F072-C080-A65C-B286-C931A14275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0115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EE790-3D0E-C03E-05B2-5DF51092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Залюднення</a:t>
            </a:r>
            <a:r>
              <a:rPr lang="ru-RU" dirty="0"/>
              <a:t> </a:t>
            </a:r>
            <a:r>
              <a:rPr lang="ru-RU" dirty="0" err="1"/>
              <a:t>території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розпочалося</a:t>
            </a:r>
            <a:r>
              <a:rPr lang="ru-RU" dirty="0"/>
              <a:t> в </a:t>
            </a:r>
            <a:r>
              <a:rPr lang="ru-RU" dirty="0" err="1"/>
              <a:t>період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DEB0952-306D-3E78-0CBF-0086C4E6E61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59606281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623AEFC-6598-DD7E-2C45-8D40AE20A1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70967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B1466E-8E55-377B-6C8B-0688CB1C4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Первісна</a:t>
            </a:r>
            <a:r>
              <a:rPr lang="ru-RU" dirty="0"/>
              <a:t> </a:t>
            </a:r>
            <a:r>
              <a:rPr lang="ru-RU" dirty="0" err="1"/>
              <a:t>людина</a:t>
            </a:r>
            <a:r>
              <a:rPr lang="ru-RU" dirty="0"/>
              <a:t> </a:t>
            </a:r>
            <a:r>
              <a:rPr lang="ru-RU" dirty="0" err="1"/>
              <a:t>з’явилася</a:t>
            </a:r>
            <a:r>
              <a:rPr lang="ru-RU" dirty="0"/>
              <a:t> на </a:t>
            </a:r>
            <a:r>
              <a:rPr lang="ru-RU" dirty="0" err="1"/>
              <a:t>території</a:t>
            </a:r>
            <a:r>
              <a:rPr lang="ru-RU" dirty="0"/>
              <a:t> </a:t>
            </a:r>
            <a:r>
              <a:rPr lang="ru-RU" dirty="0" err="1"/>
              <a:t>сучасної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близько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B9ED3AA-67BD-D6DA-2081-37A462463F7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35187858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0982239-C295-0630-DC8C-BC5C4AA45F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8087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6D27DE-7419-DD3A-DF1B-69C5892E0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Поява</a:t>
            </a:r>
            <a:r>
              <a:rPr lang="ru-RU" dirty="0"/>
              <a:t> </a:t>
            </a:r>
            <a:r>
              <a:rPr lang="ru-RU" dirty="0" err="1"/>
              <a:t>першого</a:t>
            </a:r>
            <a:r>
              <a:rPr lang="ru-RU" dirty="0"/>
              <a:t> </a:t>
            </a:r>
            <a:r>
              <a:rPr lang="ru-RU" dirty="0" err="1"/>
              <a:t>керамічного</a:t>
            </a:r>
            <a:r>
              <a:rPr lang="ru-RU" dirty="0"/>
              <a:t> посуду - </a:t>
            </a:r>
            <a:r>
              <a:rPr lang="ru-RU" dirty="0" err="1"/>
              <a:t>це</a:t>
            </a:r>
            <a:r>
              <a:rPr lang="ru-RU" dirty="0"/>
              <a:t> характерна риса </a:t>
            </a:r>
            <a:r>
              <a:rPr lang="ru-RU" dirty="0" err="1"/>
              <a:t>епохи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AD32874F-952B-976B-BFB6-849BCD6E32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497212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370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3B382-EF56-AF17-C695-D48FA3DC4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dirty="0"/>
              <a:t>Установіть відповідність між періодом стародавньої історії України та змінами, що відбулися в цей період у житті суспільства.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11B60E8-C2E2-4CE2-83E0-CC78D5807CB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63026656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4B67D1C-F5CA-0579-DD74-118F8758652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67043686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57497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D499F-508D-8A16-0853-553A35152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dirty="0"/>
              <a:t>Установіть відповідність між назвами палеолітичних пам’яток України та їхнім місцезнаходженням.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A468EF1-891C-FEAA-591E-750253DFA7A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300" y="2431542"/>
            <a:ext cx="4800600" cy="332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68A53E1-0A66-D6A0-6725-232A31E7F5F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19554316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73881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3773F-4BA3-280C-9E94-B2CC0838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dirty="0"/>
              <a:t>Якою цифрою на картосхемі позначено Місце розташування </a:t>
            </a:r>
            <a:r>
              <a:rPr lang="uk-UA" sz="4000" dirty="0" err="1"/>
              <a:t>Мізинської</a:t>
            </a:r>
            <a:r>
              <a:rPr lang="uk-UA" sz="4000" dirty="0"/>
              <a:t> стоянки - археологічної пам’ятки доби палеоліту?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7AA9DA-E162-EBA4-00DC-4747540495D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9725" y="2686050"/>
            <a:ext cx="409575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id="{88E2CA17-3C18-1E83-DFCF-537134B93D0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10860997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7933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5FBE8-D505-F55C-C481-26735E9C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На </a:t>
            </a:r>
            <a:r>
              <a:rPr lang="ru-RU" sz="3600" dirty="0" err="1"/>
              <a:t>картосхемі</a:t>
            </a:r>
            <a:r>
              <a:rPr lang="ru-RU" sz="3600" dirty="0"/>
              <a:t> </a:t>
            </a:r>
            <a:r>
              <a:rPr lang="ru-RU" sz="3600" dirty="0" err="1"/>
              <a:t>позначено</a:t>
            </a:r>
            <a:r>
              <a:rPr lang="ru-RU" sz="3600" dirty="0"/>
              <a:t> </a:t>
            </a:r>
            <a:r>
              <a:rPr lang="ru-RU" sz="3600" dirty="0" err="1"/>
              <a:t>місця</a:t>
            </a:r>
            <a:r>
              <a:rPr lang="ru-RU" sz="3600" dirty="0"/>
              <a:t> стоянок </a:t>
            </a:r>
            <a:r>
              <a:rPr lang="ru-RU" sz="3600" dirty="0" err="1"/>
              <a:t>первісних</a:t>
            </a:r>
            <a:r>
              <a:rPr lang="ru-RU" sz="3600" dirty="0"/>
              <a:t> людей </a:t>
            </a:r>
            <a:r>
              <a:rPr lang="ru-RU" sz="3600" dirty="0" err="1"/>
              <a:t>доби</a:t>
            </a:r>
            <a:r>
              <a:rPr lang="ru-RU" sz="3600" dirty="0"/>
              <a:t> </a:t>
            </a:r>
            <a:r>
              <a:rPr lang="ru-RU" sz="3600" dirty="0" err="1"/>
              <a:t>палеоліту</a:t>
            </a:r>
            <a:r>
              <a:rPr lang="ru-RU" sz="3600" dirty="0"/>
              <a:t>.</a:t>
            </a:r>
            <a:endParaRPr lang="uk-UA" sz="36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4573E94-4576-1E8A-A148-EEA35BF36E7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686" y="1825625"/>
            <a:ext cx="3836427" cy="271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D83A2A7-F3DA-8396-DB71-F41CF18365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89899955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220" name="Picture 4">
            <a:extLst>
              <a:ext uri="{FF2B5EF4-FFF2-40B4-BE49-F238E27FC236}">
                <a16:creationId xmlns:a16="http://schemas.microsoft.com/office/drawing/2014/main" id="{B66AD8C9-56AE-BC46-51CD-C7AAEAEB8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173" y="4490677"/>
            <a:ext cx="2965454" cy="230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549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617F0-9B65-F93E-D0AA-D2CFA776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племен </a:t>
            </a:r>
            <a:r>
              <a:rPr lang="ru-RU" dirty="0" err="1"/>
              <a:t>Трипільської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характерним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A023A42-9FC7-FAF0-61E5-24307C4971A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83407581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1D40DDB-2A0B-297A-6717-5FCBDE3DBA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0448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2F15A1-DA56-2789-4355-4DDA06EFB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На </a:t>
            </a:r>
            <a:r>
              <a:rPr lang="ru-RU" sz="3200" dirty="0" err="1"/>
              <a:t>якому</a:t>
            </a:r>
            <a:r>
              <a:rPr lang="ru-RU" sz="3200" dirty="0"/>
              <a:t> </a:t>
            </a:r>
            <a:r>
              <a:rPr lang="ru-RU" sz="3200" dirty="0" err="1"/>
              <a:t>етапі</a:t>
            </a:r>
            <a:r>
              <a:rPr lang="ru-RU" sz="3200" dirty="0"/>
              <a:t> </a:t>
            </a:r>
            <a:r>
              <a:rPr lang="ru-RU" sz="3200" dirty="0" err="1"/>
              <a:t>розвитку</a:t>
            </a:r>
            <a:r>
              <a:rPr lang="ru-RU" sz="3200" dirty="0"/>
              <a:t> </a:t>
            </a:r>
            <a:r>
              <a:rPr lang="ru-RU" sz="3200" dirty="0" err="1"/>
              <a:t>первісного</a:t>
            </a:r>
            <a:r>
              <a:rPr lang="ru-RU" sz="3200" dirty="0"/>
              <a:t> </a:t>
            </a:r>
            <a:r>
              <a:rPr lang="ru-RU" sz="3200" dirty="0" err="1"/>
              <a:t>суспільства</a:t>
            </a:r>
            <a:r>
              <a:rPr lang="ru-RU" sz="3200" dirty="0"/>
              <a:t> на </a:t>
            </a:r>
            <a:r>
              <a:rPr lang="ru-RU" sz="3200" dirty="0" err="1"/>
              <a:t>українських</a:t>
            </a:r>
            <a:r>
              <a:rPr lang="ru-RU" sz="3200" dirty="0"/>
              <a:t> землях </a:t>
            </a:r>
            <a:r>
              <a:rPr lang="ru-RU" sz="3200" dirty="0" err="1"/>
              <a:t>уперше</a:t>
            </a:r>
            <a:r>
              <a:rPr lang="ru-RU" sz="3200" dirty="0"/>
              <a:t> </a:t>
            </a:r>
            <a:r>
              <a:rPr lang="ru-RU" sz="3200" dirty="0" err="1"/>
              <a:t>з’являються</a:t>
            </a:r>
            <a:r>
              <a:rPr lang="ru-RU" sz="3200" dirty="0"/>
              <a:t> </a:t>
            </a:r>
            <a:r>
              <a:rPr lang="ru-RU" sz="3200" dirty="0" err="1"/>
              <a:t>наскельні</a:t>
            </a:r>
            <a:r>
              <a:rPr lang="ru-RU" sz="3200" dirty="0"/>
              <a:t> </a:t>
            </a:r>
            <a:r>
              <a:rPr lang="ru-RU" sz="3200" dirty="0" err="1"/>
              <a:t>малюнки</a:t>
            </a:r>
            <a:r>
              <a:rPr lang="ru-RU" sz="3200" dirty="0"/>
              <a:t>, </a:t>
            </a:r>
            <a:r>
              <a:rPr lang="ru-RU" sz="3200" dirty="0" err="1"/>
              <a:t>різьблені</a:t>
            </a:r>
            <a:r>
              <a:rPr lang="ru-RU" sz="3200" dirty="0"/>
              <a:t> </a:t>
            </a:r>
            <a:r>
              <a:rPr lang="ru-RU" sz="3200" dirty="0" err="1"/>
              <a:t>орнаменти</a:t>
            </a:r>
            <a:r>
              <a:rPr lang="ru-RU" sz="3200" dirty="0"/>
              <a:t> на </a:t>
            </a:r>
            <a:r>
              <a:rPr lang="ru-RU" sz="3200" dirty="0" err="1"/>
              <a:t>виробах</a:t>
            </a:r>
            <a:r>
              <a:rPr lang="ru-RU" sz="3200" dirty="0"/>
              <a:t>, </a:t>
            </a:r>
            <a:r>
              <a:rPr lang="ru-RU" sz="3200" dirty="0" err="1"/>
              <a:t>прикраси</a:t>
            </a:r>
            <a:r>
              <a:rPr lang="ru-RU" sz="3200" dirty="0"/>
              <a:t>?</a:t>
            </a:r>
            <a:endParaRPr lang="uk-UA" sz="3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5571681-F7B5-751A-D97D-013EE852AA7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300" y="3094933"/>
            <a:ext cx="4800600" cy="200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9836E02-B2DE-1754-29B8-55EB79616B4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05572845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1652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33683-8E28-7257-2142-2179E09D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одним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наслідків</a:t>
            </a:r>
            <a:r>
              <a:rPr lang="ru-RU" dirty="0"/>
              <a:t> </a:t>
            </a:r>
            <a:r>
              <a:rPr lang="ru-RU" dirty="0" err="1"/>
              <a:t>винайдення</a:t>
            </a:r>
            <a:r>
              <a:rPr lang="ru-RU" dirty="0"/>
              <a:t> </a:t>
            </a:r>
            <a:r>
              <a:rPr lang="ru-RU" dirty="0" err="1"/>
              <a:t>первісною</a:t>
            </a:r>
            <a:r>
              <a:rPr lang="ru-RU" dirty="0"/>
              <a:t> </a:t>
            </a:r>
            <a:r>
              <a:rPr lang="ru-RU" dirty="0" err="1"/>
              <a:t>людиною</a:t>
            </a:r>
            <a:r>
              <a:rPr lang="ru-RU" dirty="0"/>
              <a:t> лука та </a:t>
            </a:r>
            <a:r>
              <a:rPr lang="ru-RU" dirty="0" err="1"/>
              <a:t>стріли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2BF81B9-5505-FCA2-ACEE-EC827D03727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61801556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254C64A-B646-DF4E-8F74-FAEC767E63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6439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77DEC2-C730-8D01-2F8D-AD5AD8AF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Зображені</a:t>
            </a:r>
            <a:r>
              <a:rPr lang="ru-RU" dirty="0"/>
              <a:t> на фото </a:t>
            </a:r>
            <a:r>
              <a:rPr lang="ru-RU" dirty="0" err="1"/>
              <a:t>мисливські</a:t>
            </a:r>
            <a:r>
              <a:rPr lang="ru-RU" dirty="0"/>
              <a:t> </a:t>
            </a:r>
            <a:r>
              <a:rPr lang="ru-RU" dirty="0" err="1"/>
              <a:t>знаряддя</a:t>
            </a:r>
            <a:r>
              <a:rPr lang="ru-RU" dirty="0"/>
              <a:t> </a:t>
            </a:r>
            <a:r>
              <a:rPr lang="ru-RU" dirty="0" err="1"/>
              <a:t>винайдено</a:t>
            </a:r>
            <a:r>
              <a:rPr lang="ru-RU" dirty="0"/>
              <a:t> </a:t>
            </a:r>
            <a:r>
              <a:rPr lang="ru-RU" dirty="0" err="1"/>
              <a:t>людиною</a:t>
            </a:r>
            <a:r>
              <a:rPr lang="ru-RU" dirty="0"/>
              <a:t> в </a:t>
            </a:r>
            <a:r>
              <a:rPr lang="ru-RU" dirty="0" err="1"/>
              <a:t>епоху</a:t>
            </a:r>
            <a:endParaRPr lang="uk-U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1B3AF74-DEAF-7542-DE90-E04D3CA0500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5300" y="3067050"/>
            <a:ext cx="37846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0ECEA08-82F2-CA78-63AB-7A3A5773DA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98325118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6773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B66044-6C55-563D-217F-804A80BE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Винайдення</a:t>
            </a:r>
            <a:r>
              <a:rPr lang="ru-RU" dirty="0"/>
              <a:t> </a:t>
            </a:r>
            <a:r>
              <a:rPr lang="ru-RU" dirty="0" err="1"/>
              <a:t>первісною</a:t>
            </a:r>
            <a:r>
              <a:rPr lang="ru-RU" dirty="0"/>
              <a:t> </a:t>
            </a:r>
            <a:r>
              <a:rPr lang="ru-RU" dirty="0" err="1"/>
              <a:t>людиною</a:t>
            </a:r>
            <a:r>
              <a:rPr lang="ru-RU" dirty="0"/>
              <a:t> луку та </a:t>
            </a:r>
            <a:r>
              <a:rPr lang="ru-RU" dirty="0" err="1"/>
              <a:t>стріл</a:t>
            </a:r>
            <a:r>
              <a:rPr lang="ru-RU" dirty="0"/>
              <a:t> </a:t>
            </a:r>
            <a:r>
              <a:rPr lang="ru-RU" dirty="0" err="1"/>
              <a:t>зумовлено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2D4387A-92CF-1C83-24B2-F565011B0D3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89091363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B8EF789-7349-2D6F-56B9-3EEF10BC46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33394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63482F-387B-6E8D-8B8A-7AC21E24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Яке </a:t>
            </a:r>
            <a:r>
              <a:rPr lang="ru-RU" dirty="0" err="1"/>
              <a:t>знаряддя</a:t>
            </a:r>
            <a:r>
              <a:rPr lang="ru-RU" dirty="0"/>
              <a:t> </a:t>
            </a:r>
            <a:r>
              <a:rPr lang="ru-RU" dirty="0" err="1"/>
              <a:t>праці</a:t>
            </a:r>
            <a:r>
              <a:rPr lang="ru-RU" dirty="0"/>
              <a:t> </a:t>
            </a:r>
            <a:r>
              <a:rPr lang="ru-RU" dirty="0" err="1"/>
              <a:t>пов’язане</a:t>
            </a:r>
            <a:r>
              <a:rPr lang="ru-RU" dirty="0"/>
              <a:t>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змінами</a:t>
            </a:r>
            <a:r>
              <a:rPr lang="ru-RU" dirty="0"/>
              <a:t> в </a:t>
            </a:r>
            <a:r>
              <a:rPr lang="ru-RU" dirty="0" err="1"/>
              <a:t>господарському</a:t>
            </a:r>
            <a:r>
              <a:rPr lang="ru-RU" dirty="0"/>
              <a:t> </a:t>
            </a:r>
            <a:r>
              <a:rPr lang="ru-RU" dirty="0" err="1"/>
              <a:t>житті</a:t>
            </a:r>
            <a:r>
              <a:rPr lang="ru-RU" dirty="0"/>
              <a:t> людей у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неоліту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009B4876-B875-06C9-F23C-3695A578B4A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7" r="49374"/>
          <a:stretch/>
        </p:blipFill>
        <p:spPr bwMode="auto">
          <a:xfrm>
            <a:off x="2923464" y="2932182"/>
            <a:ext cx="3005055" cy="32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1F0D00D4-0C56-AFDF-4E08-EF484908F16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52"/>
          <a:stretch/>
        </p:blipFill>
        <p:spPr bwMode="auto">
          <a:xfrm>
            <a:off x="5965904" y="2932182"/>
            <a:ext cx="2739066" cy="32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237BA92-82EA-B647-65E9-11B6B4FC1C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107"/>
          <a:stretch/>
        </p:blipFill>
        <p:spPr bwMode="auto">
          <a:xfrm>
            <a:off x="196177" y="2932184"/>
            <a:ext cx="2689903" cy="32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2730AE5-5BD0-1425-D205-109C04D83F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41" r="24412"/>
          <a:stretch/>
        </p:blipFill>
        <p:spPr bwMode="auto">
          <a:xfrm>
            <a:off x="8875329" y="2932182"/>
            <a:ext cx="2739026" cy="32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949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BCCC4-6881-EBE6-5F1D-3897C54A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яку </a:t>
            </a:r>
            <a:r>
              <a:rPr lang="ru-RU" dirty="0" err="1"/>
              <a:t>історико-археологічну</a:t>
            </a:r>
            <a:r>
              <a:rPr lang="ru-RU" dirty="0"/>
              <a:t> добу </a:t>
            </a:r>
            <a:r>
              <a:rPr lang="ru-RU" dirty="0" err="1"/>
              <a:t>людиною</a:t>
            </a:r>
            <a:r>
              <a:rPr lang="ru-RU" dirty="0"/>
              <a:t> </a:t>
            </a:r>
            <a:r>
              <a:rPr lang="ru-RU" dirty="0" err="1"/>
              <a:t>вперше</a:t>
            </a:r>
            <a:r>
              <a:rPr lang="ru-RU" dirty="0"/>
              <a:t> </a:t>
            </a:r>
            <a:r>
              <a:rPr lang="ru-RU" dirty="0" err="1"/>
              <a:t>винайдено</a:t>
            </a:r>
            <a:r>
              <a:rPr lang="ru-RU" dirty="0"/>
              <a:t> </a:t>
            </a:r>
            <a:r>
              <a:rPr lang="ru-RU" dirty="0" err="1"/>
              <a:t>знаряддя</a:t>
            </a:r>
            <a:r>
              <a:rPr lang="ru-RU" dirty="0"/>
              <a:t> </a:t>
            </a:r>
            <a:r>
              <a:rPr lang="ru-RU" dirty="0" err="1"/>
              <a:t>праці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зображені</a:t>
            </a:r>
            <a:r>
              <a:rPr lang="ru-RU" dirty="0"/>
              <a:t> на рисунку?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6DF1169-F7A5-4DC9-1941-10B25974F7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94787426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207E7B38-4621-A853-AD95-1558142DCF3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37350" y="2425700"/>
            <a:ext cx="4622800" cy="334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123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674F4-B767-9532-6FA1-F2895A7C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Перехід</a:t>
            </a:r>
            <a:r>
              <a:rPr lang="ru-RU" sz="3200" dirty="0"/>
              <a:t> </a:t>
            </a:r>
            <a:r>
              <a:rPr lang="ru-RU" sz="3200" dirty="0" err="1"/>
              <a:t>від</a:t>
            </a:r>
            <a:r>
              <a:rPr lang="ru-RU" sz="3200" dirty="0"/>
              <a:t> </a:t>
            </a:r>
            <a:r>
              <a:rPr lang="ru-RU" sz="3200" dirty="0" err="1"/>
              <a:t>привласнюючого</a:t>
            </a:r>
            <a:r>
              <a:rPr lang="ru-RU" sz="3200" dirty="0"/>
              <a:t> </a:t>
            </a:r>
            <a:r>
              <a:rPr lang="ru-RU" sz="3200" dirty="0" err="1"/>
              <a:t>господарства</a:t>
            </a:r>
            <a:r>
              <a:rPr lang="ru-RU" sz="3200" dirty="0"/>
              <a:t> до </a:t>
            </a:r>
            <a:r>
              <a:rPr lang="ru-RU" sz="3200" dirty="0" err="1"/>
              <a:t>відтворюючого</a:t>
            </a:r>
            <a:r>
              <a:rPr lang="ru-RU" sz="3200" dirty="0"/>
              <a:t> — </a:t>
            </a:r>
            <a:r>
              <a:rPr lang="ru-RU" sz="3200" dirty="0" err="1"/>
              <a:t>це</a:t>
            </a:r>
            <a:r>
              <a:rPr lang="ru-RU" sz="3200" dirty="0"/>
              <a:t> характерна риса </a:t>
            </a:r>
            <a:r>
              <a:rPr lang="ru-RU" sz="3200" dirty="0" err="1"/>
              <a:t>розвитку</a:t>
            </a:r>
            <a:r>
              <a:rPr lang="ru-RU" sz="3200" dirty="0"/>
              <a:t> </a:t>
            </a:r>
            <a:r>
              <a:rPr lang="ru-RU" sz="3200" dirty="0" err="1"/>
              <a:t>людського</a:t>
            </a:r>
            <a:r>
              <a:rPr lang="ru-RU" sz="3200" dirty="0"/>
              <a:t> </a:t>
            </a:r>
            <a:r>
              <a:rPr lang="ru-RU" sz="3200" dirty="0" err="1"/>
              <a:t>суспільства</a:t>
            </a:r>
            <a:r>
              <a:rPr lang="ru-RU" sz="3200" dirty="0"/>
              <a:t> в </a:t>
            </a:r>
            <a:r>
              <a:rPr lang="ru-RU" sz="3200" dirty="0" err="1"/>
              <a:t>епоху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999CED3-2263-7F5A-5174-AD5ABD59D89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24304793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AA094DE-DC0B-AF48-66B7-05BC7227AE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4700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8454B-57E8-BAAF-2283-9BA65B9E4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однією</a:t>
            </a:r>
            <a:r>
              <a:rPr lang="ru-RU" dirty="0"/>
              <a:t> з </a:t>
            </a:r>
            <a:r>
              <a:rPr lang="ru-RU" dirty="0" err="1"/>
              <a:t>ознак</a:t>
            </a:r>
            <a:r>
              <a:rPr lang="ru-RU" dirty="0"/>
              <a:t> </a:t>
            </a:r>
            <a:r>
              <a:rPr lang="ru-RU" dirty="0" err="1"/>
              <a:t>неолітичної</a:t>
            </a:r>
            <a:r>
              <a:rPr lang="ru-RU" dirty="0"/>
              <a:t> </a:t>
            </a:r>
            <a:r>
              <a:rPr lang="ru-RU" dirty="0" err="1"/>
              <a:t>революції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3E044F1-1D45-94D9-0114-1BFDA329DD8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14604188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74ED15F-9AE1-7E9C-57CF-70141BE56A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4106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49C14-B641-3529-843C-F7509973C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Трипільська</a:t>
            </a:r>
            <a:r>
              <a:rPr lang="ru-RU" dirty="0"/>
              <a:t> культура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археологічна</a:t>
            </a:r>
            <a:r>
              <a:rPr lang="ru-RU" dirty="0"/>
              <a:t> культура </a:t>
            </a:r>
            <a:r>
              <a:rPr lang="ru-RU" dirty="0" err="1"/>
              <a:t>епохи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0A0DEFC-8623-4A31-6ED7-640F19867C1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29598776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343C6A4-67C1-EA5B-330F-0EF81C445A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201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0B73E-1EC5-48F1-FAC2-A1527F2D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об’єднує</a:t>
            </a:r>
            <a:r>
              <a:rPr lang="ru-RU" dirty="0"/>
              <a:t> </a:t>
            </a:r>
            <a:r>
              <a:rPr lang="ru-RU" dirty="0" err="1"/>
              <a:t>витвори</a:t>
            </a:r>
            <a:r>
              <a:rPr lang="ru-RU" dirty="0"/>
              <a:t> </a:t>
            </a:r>
            <a:r>
              <a:rPr lang="ru-RU" dirty="0" err="1"/>
              <a:t>мистецтва</a:t>
            </a:r>
            <a:r>
              <a:rPr lang="ru-RU" dirty="0"/>
              <a:t>, </a:t>
            </a:r>
            <a:r>
              <a:rPr lang="ru-RU" dirty="0" err="1"/>
              <a:t>зображені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59CAE5D-3ABC-D576-E002-8D6180D3B90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71600" y="2501900"/>
            <a:ext cx="4572000" cy="318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BC59FBA-5FEC-8D54-787A-1881FD505F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58077861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9448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85F38-B3AB-7D28-08CA-8205C6BBE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Яку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на фото монет </a:t>
            </a:r>
            <a:r>
              <a:rPr lang="ru-RU" dirty="0" err="1"/>
              <a:t>викарбовано</a:t>
            </a:r>
            <a:r>
              <a:rPr lang="ru-RU" dirty="0"/>
              <a:t> на честь </a:t>
            </a:r>
            <a:r>
              <a:rPr lang="ru-RU" dirty="0" err="1"/>
              <a:t>скіфського</a:t>
            </a:r>
            <a:r>
              <a:rPr lang="ru-RU" dirty="0"/>
              <a:t> царя?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C6179B-E9E8-1B51-DACC-7A2FC9F77D4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1149" y="3580384"/>
            <a:ext cx="2091570" cy="220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F8C6B32-17C6-0830-C1C3-F8C4CD7B28D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55853" y="3294384"/>
            <a:ext cx="2124769" cy="220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371D7D2-295B-D721-464B-DE9F9020B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485" y="3191689"/>
            <a:ext cx="2685160" cy="276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0848F813-D446-27E1-0791-E19A75B51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95" y="3125773"/>
            <a:ext cx="2685159" cy="2812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461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FFFA4F-9276-B212-7148-B21A52AD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Зображена</a:t>
            </a:r>
            <a:r>
              <a:rPr lang="ru-RU" dirty="0"/>
              <a:t> на фото </a:t>
            </a:r>
            <a:r>
              <a:rPr lang="ru-RU" dirty="0" err="1"/>
              <a:t>музейна</a:t>
            </a:r>
            <a:r>
              <a:rPr lang="ru-RU" dirty="0"/>
              <a:t> </a:t>
            </a:r>
            <a:r>
              <a:rPr lang="ru-RU" dirty="0" err="1"/>
              <a:t>експозиція</a:t>
            </a:r>
            <a:r>
              <a:rPr lang="ru-RU" dirty="0"/>
              <a:t> </a:t>
            </a:r>
            <a:r>
              <a:rPr lang="ru-RU" dirty="0" err="1"/>
              <a:t>ілюструє</a:t>
            </a:r>
            <a:r>
              <a:rPr lang="ru-RU" dirty="0"/>
              <a:t> </a:t>
            </a:r>
            <a:r>
              <a:rPr lang="ru-RU" dirty="0" err="1"/>
              <a:t>розповідь</a:t>
            </a:r>
            <a:r>
              <a:rPr lang="ru-RU" dirty="0"/>
              <a:t> </a:t>
            </a:r>
            <a:r>
              <a:rPr lang="ru-RU" dirty="0" err="1"/>
              <a:t>екскурсовода</a:t>
            </a:r>
            <a:r>
              <a:rPr lang="ru-RU" dirty="0"/>
              <a:t> про </a:t>
            </a:r>
            <a:r>
              <a:rPr lang="ru-RU" dirty="0" err="1"/>
              <a:t>життя</a:t>
            </a:r>
            <a:r>
              <a:rPr lang="ru-RU" dirty="0"/>
              <a:t> та </a:t>
            </a:r>
            <a:r>
              <a:rPr lang="ru-RU" dirty="0" err="1"/>
              <a:t>побут</a:t>
            </a:r>
            <a:endParaRPr lang="uk-UA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E71799DF-CF19-E6ED-DB01-287B6A60DE4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300" y="3111220"/>
            <a:ext cx="4800600" cy="196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FDCA8CA-9CE2-6398-B82F-27B22C74988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99999328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6248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4DAAA7-132C-7B64-0C6C-9A9ABEB48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Витвір</a:t>
            </a:r>
            <a:r>
              <a:rPr lang="ru-RU" dirty="0"/>
              <a:t> </a:t>
            </a:r>
            <a:r>
              <a:rPr lang="ru-RU" dirty="0" err="1"/>
              <a:t>ювелірного</a:t>
            </a:r>
            <a:r>
              <a:rPr lang="ru-RU" dirty="0"/>
              <a:t> </a:t>
            </a:r>
            <a:r>
              <a:rPr lang="ru-RU" dirty="0" err="1"/>
              <a:t>мистецтва</a:t>
            </a:r>
            <a:r>
              <a:rPr lang="ru-RU" dirty="0"/>
              <a:t>, </a:t>
            </a:r>
            <a:r>
              <a:rPr lang="ru-RU" dirty="0" err="1"/>
              <a:t>зображений</a:t>
            </a:r>
            <a:r>
              <a:rPr lang="ru-RU" dirty="0"/>
              <a:t> на фото, створено на </a:t>
            </a:r>
            <a:r>
              <a:rPr lang="ru-RU" dirty="0" err="1"/>
              <a:t>замовлення</a:t>
            </a:r>
            <a:endParaRPr lang="uk-U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21775AB-B52C-2FE5-668E-3AA0A168053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9475" y="2286000"/>
            <a:ext cx="301625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3039170-06DA-52D0-C754-71F0F01289D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41041247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0607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02CE4-D291-1FED-1071-91AE58A9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Елементами</a:t>
            </a:r>
            <a:r>
              <a:rPr lang="ru-RU" sz="4000" dirty="0"/>
              <a:t> </a:t>
            </a:r>
            <a:r>
              <a:rPr lang="ru-RU" sz="4000" dirty="0" err="1"/>
              <a:t>оздоблення</a:t>
            </a:r>
            <a:r>
              <a:rPr lang="ru-RU" sz="4000" dirty="0"/>
              <a:t> </a:t>
            </a:r>
            <a:r>
              <a:rPr lang="ru-RU" sz="4000" dirty="0" err="1"/>
              <a:t>археологічної</a:t>
            </a:r>
            <a:r>
              <a:rPr lang="ru-RU" sz="4000" dirty="0"/>
              <a:t> </a:t>
            </a:r>
            <a:r>
              <a:rPr lang="ru-RU" sz="4000" dirty="0" err="1"/>
              <a:t>пам’ятки</a:t>
            </a:r>
            <a:r>
              <a:rPr lang="ru-RU" sz="4000" dirty="0"/>
              <a:t>, </a:t>
            </a:r>
            <a:r>
              <a:rPr lang="ru-RU" sz="4000" dirty="0" err="1"/>
              <a:t>зображеної</a:t>
            </a:r>
            <a:r>
              <a:rPr lang="ru-RU" sz="4000" dirty="0"/>
              <a:t> на фото, є </a:t>
            </a:r>
            <a:r>
              <a:rPr lang="ru-RU" sz="4000" dirty="0" err="1"/>
              <a:t>фігурки</a:t>
            </a:r>
            <a:r>
              <a:rPr lang="ru-RU" sz="4000" dirty="0"/>
              <a:t> </a:t>
            </a:r>
            <a:r>
              <a:rPr lang="ru-RU" sz="4000" dirty="0" err="1"/>
              <a:t>воїнів</a:t>
            </a:r>
            <a:r>
              <a:rPr lang="ru-RU" sz="4000" dirty="0"/>
              <a:t> –</a:t>
            </a:r>
            <a:endParaRPr lang="uk-UA" sz="40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BBDB774-752F-C781-7A20-580F5587001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21104" y="2286000"/>
            <a:ext cx="3072991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690332A-F31F-BBE1-3D00-8AC7F870695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08770762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5566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B809E-6114-8205-C095-BF0FADC0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Якою</a:t>
            </a:r>
            <a:r>
              <a:rPr lang="ru-RU" dirty="0"/>
              <a:t> цифрою на </a:t>
            </a:r>
            <a:r>
              <a:rPr lang="ru-RU" dirty="0" err="1"/>
              <a:t>картосхемі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</a:t>
            </a:r>
            <a:r>
              <a:rPr lang="ru-RU" dirty="0" err="1"/>
              <a:t>місцезнаходження</a:t>
            </a:r>
            <a:r>
              <a:rPr lang="ru-RU" dirty="0"/>
              <a:t> </a:t>
            </a:r>
            <a:r>
              <a:rPr lang="ru-RU" dirty="0" err="1"/>
              <a:t>історичної</a:t>
            </a:r>
            <a:r>
              <a:rPr lang="ru-RU" dirty="0"/>
              <a:t> </a:t>
            </a:r>
            <a:r>
              <a:rPr lang="ru-RU" dirty="0" err="1"/>
              <a:t>пам'ятки</a:t>
            </a:r>
            <a:r>
              <a:rPr lang="ru-RU" dirty="0"/>
              <a:t>, </a:t>
            </a:r>
            <a:r>
              <a:rPr lang="ru-RU" dirty="0" err="1"/>
              <a:t>зображеної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1E04622-AE8F-66F8-9238-B27D027BEB4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300" y="3371659"/>
            <a:ext cx="4800600" cy="144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67CC8AE3-73EB-4CC4-4C34-5DB7C446E68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48450" y="2467546"/>
            <a:ext cx="4800600" cy="325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вмісту 3">
            <a:extLst>
              <a:ext uri="{FF2B5EF4-FFF2-40B4-BE49-F238E27FC236}">
                <a16:creationId xmlns:a16="http://schemas.microsoft.com/office/drawing/2014/main" id="{AC60CD8B-3A90-579D-4B89-CA6DB86D54BF}"/>
              </a:ext>
            </a:extLst>
          </p:cNvPr>
          <p:cNvSpPr txBox="1">
            <a:spLocks/>
          </p:cNvSpPr>
          <p:nvPr/>
        </p:nvSpPr>
        <p:spPr>
          <a:xfrm>
            <a:off x="0" y="2418426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uk-UA" dirty="0"/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D7643655-99F7-47CF-D7C1-1F0DAFA0E4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6736571"/>
              </p:ext>
            </p:extLst>
          </p:nvPr>
        </p:nvGraphicFramePr>
        <p:xfrm>
          <a:off x="1596737" y="4239490"/>
          <a:ext cx="3584864" cy="2530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1752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BF88B-6322-55BA-6849-06EE920E4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Розташуйте</a:t>
            </a:r>
            <a:r>
              <a:rPr lang="ru-RU" sz="3600" dirty="0"/>
              <a:t> </a:t>
            </a:r>
            <a:r>
              <a:rPr lang="ru-RU" sz="3600" dirty="0" err="1"/>
              <a:t>археологічні</a:t>
            </a:r>
            <a:r>
              <a:rPr lang="ru-RU" sz="3600" dirty="0"/>
              <a:t> </a:t>
            </a:r>
            <a:r>
              <a:rPr lang="ru-RU" sz="3600" dirty="0" err="1"/>
              <a:t>пам’ятки</a:t>
            </a:r>
            <a:r>
              <a:rPr lang="ru-RU" sz="3600" dirty="0"/>
              <a:t>, </a:t>
            </a:r>
            <a:r>
              <a:rPr lang="ru-RU" sz="3600" dirty="0" err="1"/>
              <a:t>зображені</a:t>
            </a:r>
            <a:r>
              <a:rPr lang="ru-RU" sz="3600" dirty="0"/>
              <a:t> на фото, за часом </a:t>
            </a:r>
            <a:r>
              <a:rPr lang="ru-RU" sz="3600" dirty="0" err="1"/>
              <a:t>їх</a:t>
            </a:r>
            <a:r>
              <a:rPr lang="ru-RU" sz="3600" dirty="0"/>
              <a:t> </a:t>
            </a:r>
            <a:r>
              <a:rPr lang="ru-RU" sz="3600" dirty="0" err="1"/>
              <a:t>створення</a:t>
            </a:r>
            <a:r>
              <a:rPr lang="ru-RU" sz="3600" dirty="0"/>
              <a:t>.</a:t>
            </a:r>
            <a:endParaRPr lang="uk-UA" sz="3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AE9C745-937E-F39D-015D-2414579E4B6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94" y="1761346"/>
            <a:ext cx="2832327" cy="278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CEA0DB2-AA64-61A7-7546-29D49AFC4A9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455" y="3855780"/>
            <a:ext cx="2821475" cy="277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C990A9-519C-1FE4-D493-2DD6B5A17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61346"/>
            <a:ext cx="2832327" cy="2788920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F0D881A-6CCE-1D89-1D95-DF5EF7BF5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1754" y="3770270"/>
            <a:ext cx="2821476" cy="278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345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C0D7F8-C2BC-B896-67E1-E643F7EEB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Предмет </a:t>
            </a:r>
            <a:r>
              <a:rPr lang="ru-RU" sz="4000" dirty="0" err="1"/>
              <a:t>язичницького</a:t>
            </a:r>
            <a:r>
              <a:rPr lang="ru-RU" sz="4000" dirty="0"/>
              <a:t> культу </a:t>
            </a:r>
            <a:r>
              <a:rPr lang="ru-RU" sz="4000" dirty="0" err="1"/>
              <a:t>східних</a:t>
            </a:r>
            <a:r>
              <a:rPr lang="ru-RU" sz="4000" dirty="0"/>
              <a:t> </a:t>
            </a:r>
            <a:r>
              <a:rPr lang="ru-RU" sz="4000" dirty="0" err="1"/>
              <a:t>слов’ян</a:t>
            </a:r>
            <a:r>
              <a:rPr lang="ru-RU" sz="4000" dirty="0"/>
              <a:t> </a:t>
            </a:r>
            <a:r>
              <a:rPr lang="ru-RU" sz="4000" dirty="0" err="1"/>
              <a:t>зображено</a:t>
            </a:r>
            <a:r>
              <a:rPr lang="ru-RU" sz="4000" dirty="0"/>
              <a:t> на фото</a:t>
            </a:r>
            <a:endParaRPr lang="uk-UA" sz="4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9E9CA66-B745-2FC6-DB14-326CEFE8B41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832" b="44970"/>
          <a:stretch/>
        </p:blipFill>
        <p:spPr bwMode="auto">
          <a:xfrm>
            <a:off x="926176" y="1747085"/>
            <a:ext cx="3125585" cy="2555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4403CCE-664E-E1DB-1E72-6EFD0A3B20C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30" r="50943"/>
          <a:stretch/>
        </p:blipFill>
        <p:spPr bwMode="auto">
          <a:xfrm>
            <a:off x="838200" y="4292866"/>
            <a:ext cx="3301538" cy="2345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D3A0D6F-8007-9CF3-DD68-B3C7A2B35E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4" b="44970"/>
          <a:stretch/>
        </p:blipFill>
        <p:spPr bwMode="auto">
          <a:xfrm>
            <a:off x="4322743" y="2057848"/>
            <a:ext cx="3817498" cy="340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AE037541-1682-F71D-DEC0-1C19ECA95C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20" t="55030"/>
          <a:stretch/>
        </p:blipFill>
        <p:spPr bwMode="auto">
          <a:xfrm>
            <a:off x="8323246" y="3853606"/>
            <a:ext cx="3761888" cy="278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324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12A0B-16B1-6B7A-ED8E-1F751115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З’ясуйте</a:t>
            </a:r>
            <a:r>
              <a:rPr lang="ru-RU" sz="3600" dirty="0"/>
              <a:t>, </a:t>
            </a:r>
            <a:r>
              <a:rPr lang="ru-RU" sz="3600" dirty="0" err="1"/>
              <a:t>складовою</a:t>
            </a:r>
            <a:r>
              <a:rPr lang="ru-RU" sz="3600" dirty="0"/>
              <a:t> </a:t>
            </a:r>
            <a:r>
              <a:rPr lang="ru-RU" sz="3600" dirty="0" err="1"/>
              <a:t>якої</a:t>
            </a:r>
            <a:r>
              <a:rPr lang="ru-RU" sz="3600" dirty="0"/>
              <a:t> </a:t>
            </a:r>
            <a:r>
              <a:rPr lang="ru-RU" sz="3600" dirty="0" err="1"/>
              <a:t>експозиції</a:t>
            </a:r>
            <a:r>
              <a:rPr lang="ru-RU" sz="3600" dirty="0"/>
              <a:t> </a:t>
            </a:r>
            <a:r>
              <a:rPr lang="ru-RU" sz="3600" dirty="0" err="1"/>
              <a:t>історичного</a:t>
            </a:r>
            <a:r>
              <a:rPr lang="ru-RU" sz="3600" dirty="0"/>
              <a:t> музею є </a:t>
            </a:r>
            <a:r>
              <a:rPr lang="ru-RU" sz="3600" dirty="0" err="1"/>
              <a:t>пам’ятки</a:t>
            </a:r>
            <a:r>
              <a:rPr lang="ru-RU" sz="3600" dirty="0"/>
              <a:t>, </a:t>
            </a:r>
            <a:r>
              <a:rPr lang="ru-RU" sz="3600" dirty="0" err="1"/>
              <a:t>зображені</a:t>
            </a:r>
            <a:r>
              <a:rPr lang="ru-RU" sz="3600" dirty="0"/>
              <a:t> на кожному з фото.</a:t>
            </a:r>
            <a:endParaRPr lang="uk-UA" sz="36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E0B6255-00A5-8BD5-39CE-23E141D93BC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752" y="2043795"/>
            <a:ext cx="2166128" cy="172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C451927-5DEF-8902-FD82-E6C124B35D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«Дивосвіт Трипілля»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«Античні міста-держави Північного Причорномор’я»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«Кочовики раннього залізного віку»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«Язичництво давніх слов’ян»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«Духовний світ людей доби палеоліту»</a:t>
            </a:r>
          </a:p>
          <a:p>
            <a:endParaRPr lang="uk-UA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2031E038-6965-4FCC-5173-E6D05817F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23" y="2043795"/>
            <a:ext cx="2422126" cy="251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1D965AA8-1A69-89C8-744E-81E4E8B42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23" y="4554733"/>
            <a:ext cx="2422126" cy="204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D7456899-D8ED-7765-DE33-AAAE0DEEA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752" y="3786718"/>
            <a:ext cx="2166128" cy="286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997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A197D-6110-FDF1-0548-79E00733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Складовою</a:t>
            </a:r>
            <a:r>
              <a:rPr lang="ru-RU" dirty="0"/>
              <a:t> </a:t>
            </a:r>
            <a:r>
              <a:rPr lang="ru-RU" dirty="0" err="1"/>
              <a:t>частиною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експозиції</a:t>
            </a:r>
            <a:r>
              <a:rPr lang="ru-RU" dirty="0"/>
              <a:t> </a:t>
            </a:r>
            <a:r>
              <a:rPr lang="ru-RU" dirty="0" err="1"/>
              <a:t>історичного</a:t>
            </a:r>
            <a:r>
              <a:rPr lang="ru-RU" dirty="0"/>
              <a:t> музею є </a:t>
            </a:r>
            <a:r>
              <a:rPr lang="ru-RU" dirty="0" err="1"/>
              <a:t>зображені</a:t>
            </a:r>
            <a:r>
              <a:rPr lang="ru-RU" dirty="0"/>
              <a:t> </a:t>
            </a:r>
            <a:r>
              <a:rPr lang="ru-RU" dirty="0" err="1"/>
              <a:t>пам’ятки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C4545A9-9C47-671F-4EAA-7BFB0B52467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39083040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52EA1FB1-611F-F66B-3DB9-AA3F2162017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48450" y="3309662"/>
            <a:ext cx="4800600" cy="157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005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6B59EC-5216-3BF7-8C7B-970A4C4F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Археологічні</a:t>
            </a:r>
            <a:r>
              <a:rPr lang="ru-RU" dirty="0"/>
              <a:t> </a:t>
            </a:r>
            <a:r>
              <a:rPr lang="ru-RU" dirty="0" err="1"/>
              <a:t>пам'ятки</a:t>
            </a:r>
            <a:r>
              <a:rPr lang="ru-RU" dirty="0"/>
              <a:t>, </a:t>
            </a:r>
            <a:r>
              <a:rPr lang="ru-RU" dirty="0" err="1"/>
              <a:t>зображені</a:t>
            </a:r>
            <a:r>
              <a:rPr lang="ru-RU" dirty="0"/>
              <a:t> на фото, </a:t>
            </a:r>
            <a:r>
              <a:rPr lang="ru-RU" dirty="0" err="1"/>
              <a:t>свідчать</a:t>
            </a:r>
            <a:r>
              <a:rPr lang="ru-RU" dirty="0"/>
              <a:t> про </a:t>
            </a:r>
            <a:r>
              <a:rPr lang="ru-RU" dirty="0" err="1"/>
              <a:t>поширення</a:t>
            </a:r>
            <a:r>
              <a:rPr lang="ru-RU" dirty="0"/>
              <a:t> в </a:t>
            </a:r>
            <a:r>
              <a:rPr lang="ru-RU" dirty="0" err="1"/>
              <a:t>слов'ян</a:t>
            </a:r>
            <a:endParaRPr lang="uk-UA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F84C9CA-907D-5586-9358-97FE9F84D8C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63" y="2576945"/>
            <a:ext cx="5514238" cy="280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2773F15-33A6-9DBB-CD9D-23CFB47E256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62641746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8297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21CF4-0399-0579-9059-9627EEB3E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dirty="0"/>
              <a:t>Установіть відповідність між досягненням у розвитку людства та періодом стародавньої історії України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6751C71-A226-445B-A8B8-4E28071386F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19427185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A83FCCB-897E-9A91-86E1-56B861F827E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01360749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745660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3EF36-1F24-5CBE-1019-123C4FC9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Який</a:t>
            </a:r>
            <a:r>
              <a:rPr lang="ru-RU" sz="4000" dirty="0"/>
              <a:t> вид занять </a:t>
            </a:r>
            <a:r>
              <a:rPr lang="ru-RU" sz="4000" dirty="0" err="1"/>
              <a:t>привласнювального</a:t>
            </a:r>
            <a:r>
              <a:rPr lang="ru-RU" sz="4000" dirty="0"/>
              <a:t> </a:t>
            </a:r>
            <a:r>
              <a:rPr lang="ru-RU" sz="4000" dirty="0" err="1"/>
              <a:t>господарства</a:t>
            </a:r>
            <a:r>
              <a:rPr lang="ru-RU" sz="4000" dirty="0"/>
              <a:t> </a:t>
            </a:r>
            <a:r>
              <a:rPr lang="ru-RU" sz="4000" dirty="0" err="1"/>
              <a:t>набув</a:t>
            </a:r>
            <a:r>
              <a:rPr lang="ru-RU" sz="4000" dirty="0"/>
              <a:t> </a:t>
            </a:r>
            <a:r>
              <a:rPr lang="ru-RU" sz="4000" dirty="0" err="1"/>
              <a:t>поширення</a:t>
            </a:r>
            <a:r>
              <a:rPr lang="ru-RU" sz="4000" dirty="0"/>
              <a:t> в </a:t>
            </a:r>
            <a:r>
              <a:rPr lang="ru-RU" sz="4000" dirty="0" err="1"/>
              <a:t>мезоліті</a:t>
            </a:r>
            <a:r>
              <a:rPr lang="ru-RU" sz="4000" dirty="0"/>
              <a:t>?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F8F6F2D-48B5-07DA-5BB3-90EB0274668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03019656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B7830FA-1921-A44C-6B71-2143C61E57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1602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AFB20-2010-9996-779C-DFF3BC17C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спільного</a:t>
            </a:r>
            <a:r>
              <a:rPr lang="ru-RU" dirty="0"/>
              <a:t> в </a:t>
            </a:r>
            <a:r>
              <a:rPr lang="ru-RU" dirty="0" err="1"/>
              <a:t>господарській</a:t>
            </a:r>
            <a:r>
              <a:rPr lang="ru-RU" dirty="0"/>
              <a:t> </a:t>
            </a:r>
            <a:r>
              <a:rPr lang="ru-RU" dirty="0" err="1"/>
              <a:t>діяльності</a:t>
            </a:r>
            <a:r>
              <a:rPr lang="ru-RU" dirty="0"/>
              <a:t> людей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палеоліту</a:t>
            </a:r>
            <a:r>
              <a:rPr lang="ru-RU" dirty="0"/>
              <a:t> та </a:t>
            </a:r>
            <a:r>
              <a:rPr lang="ru-RU" dirty="0" err="1"/>
              <a:t>мезоліту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F9242D7-1CAD-7AED-67F5-4ABD7E32B10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66173218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EC5BFF0-6F25-1827-56D1-8733BEF3B7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05543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FCF49-B00F-3A45-CC31-D4C12849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заняття</a:t>
            </a:r>
            <a:r>
              <a:rPr lang="ru-RU" dirty="0"/>
              <a:t> людей були основою </a:t>
            </a:r>
            <a:r>
              <a:rPr lang="ru-RU" dirty="0" err="1"/>
              <a:t>ведення</a:t>
            </a:r>
            <a:r>
              <a:rPr lang="ru-RU" dirty="0"/>
              <a:t> </a:t>
            </a:r>
            <a:r>
              <a:rPr lang="ru-RU" dirty="0" err="1"/>
              <a:t>привласнюючого</a:t>
            </a:r>
            <a:r>
              <a:rPr lang="ru-RU" dirty="0"/>
              <a:t> </a:t>
            </a:r>
            <a:r>
              <a:rPr lang="ru-RU" dirty="0" err="1"/>
              <a:t>господарства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BE0193C-13F3-EA09-10AE-F8AFF2F4134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55037580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D60E4F3-921D-785E-4942-2D0A1975FBF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8575408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17947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3C92C-4059-B2A7-B807-767E793E2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Освоєння</a:t>
            </a:r>
            <a:r>
              <a:rPr lang="ru-RU" sz="2800" dirty="0"/>
              <a:t> нового </a:t>
            </a:r>
            <a:r>
              <a:rPr lang="ru-RU" sz="2800" dirty="0" err="1"/>
              <a:t>матеріалу</a:t>
            </a:r>
            <a:r>
              <a:rPr lang="ru-RU" sz="2800" dirty="0"/>
              <a:t> для </a:t>
            </a:r>
            <a:r>
              <a:rPr lang="ru-RU" sz="2800" dirty="0" err="1"/>
              <a:t>виготовлення</a:t>
            </a:r>
            <a:r>
              <a:rPr lang="ru-RU" sz="2800" dirty="0"/>
              <a:t> </a:t>
            </a:r>
            <a:r>
              <a:rPr lang="ru-RU" sz="2800" dirty="0" err="1"/>
              <a:t>знарядь</a:t>
            </a:r>
            <a:r>
              <a:rPr lang="ru-RU" sz="2800" dirty="0"/>
              <a:t> </a:t>
            </a:r>
            <a:r>
              <a:rPr lang="ru-RU" sz="2800" dirty="0" err="1"/>
              <a:t>праці</a:t>
            </a:r>
            <a:r>
              <a:rPr lang="ru-RU" sz="2800" dirty="0"/>
              <a:t> — </a:t>
            </a:r>
            <a:r>
              <a:rPr lang="ru-RU" sz="2800" dirty="0" err="1"/>
              <a:t>міді</a:t>
            </a:r>
            <a:r>
              <a:rPr lang="ru-RU" sz="2800" dirty="0"/>
              <a:t>, </a:t>
            </a:r>
            <a:r>
              <a:rPr lang="ru-RU" sz="2800" dirty="0" err="1"/>
              <a:t>утвердження</a:t>
            </a:r>
            <a:r>
              <a:rPr lang="ru-RU" sz="2800" dirty="0"/>
              <a:t> </a:t>
            </a:r>
            <a:r>
              <a:rPr lang="ru-RU" sz="2800" dirty="0" err="1"/>
              <a:t>відтворюючих</a:t>
            </a:r>
            <a:r>
              <a:rPr lang="ru-RU" sz="2800" dirty="0"/>
              <a:t> форм </a:t>
            </a:r>
            <a:r>
              <a:rPr lang="ru-RU" sz="2800" dirty="0" err="1"/>
              <a:t>господарювання</a:t>
            </a:r>
            <a:r>
              <a:rPr lang="ru-RU" sz="2800" dirty="0"/>
              <a:t> — </a:t>
            </a:r>
            <a:r>
              <a:rPr lang="ru-RU" sz="2800" dirty="0" err="1"/>
              <a:t>це</a:t>
            </a:r>
            <a:r>
              <a:rPr lang="ru-RU" sz="2800" dirty="0"/>
              <a:t> </a:t>
            </a:r>
            <a:r>
              <a:rPr lang="ru-RU" sz="2800" dirty="0" err="1"/>
              <a:t>характерні</a:t>
            </a:r>
            <a:r>
              <a:rPr lang="ru-RU" sz="2800" dirty="0"/>
              <a:t> </a:t>
            </a:r>
            <a:r>
              <a:rPr lang="ru-RU" sz="2800" dirty="0" err="1"/>
              <a:t>риси</a:t>
            </a:r>
            <a:r>
              <a:rPr lang="ru-RU" sz="2800" dirty="0"/>
              <a:t> </a:t>
            </a:r>
            <a:r>
              <a:rPr lang="ru-RU" sz="2800" dirty="0" err="1"/>
              <a:t>розвитку</a:t>
            </a:r>
            <a:r>
              <a:rPr lang="ru-RU" sz="2800" dirty="0"/>
              <a:t> </a:t>
            </a:r>
            <a:r>
              <a:rPr lang="ru-RU" sz="2800" dirty="0" err="1"/>
              <a:t>людського</a:t>
            </a:r>
            <a:r>
              <a:rPr lang="ru-RU" sz="2800" dirty="0"/>
              <a:t> </a:t>
            </a:r>
            <a:r>
              <a:rPr lang="ru-RU" sz="2800" dirty="0" err="1"/>
              <a:t>суспільства</a:t>
            </a:r>
            <a:r>
              <a:rPr lang="ru-RU" sz="2800" dirty="0"/>
              <a:t> в </a:t>
            </a:r>
            <a:r>
              <a:rPr lang="ru-RU" sz="2800" dirty="0" err="1"/>
              <a:t>епоху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977C3B8-C150-F7EA-A660-1226CC8B454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45009376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58C73F9-E45E-8890-1C3E-2288224A44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556233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C364B-E59A-0C8D-A9D4-16A05838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яку </a:t>
            </a:r>
            <a:r>
              <a:rPr lang="ru-RU" dirty="0" err="1"/>
              <a:t>історико-археологічну</a:t>
            </a:r>
            <a:r>
              <a:rPr lang="ru-RU" dirty="0"/>
              <a:t> добу </a:t>
            </a:r>
            <a:r>
              <a:rPr lang="ru-RU" dirty="0" err="1"/>
              <a:t>людиною</a:t>
            </a:r>
            <a:r>
              <a:rPr lang="ru-RU" dirty="0"/>
              <a:t> </a:t>
            </a:r>
            <a:r>
              <a:rPr lang="ru-RU" dirty="0" err="1"/>
              <a:t>винайдено</a:t>
            </a:r>
            <a:r>
              <a:rPr lang="ru-RU" dirty="0"/>
              <a:t> </a:t>
            </a:r>
            <a:r>
              <a:rPr lang="ru-RU" dirty="0" err="1"/>
              <a:t>знаряддя</a:t>
            </a:r>
            <a:r>
              <a:rPr lang="ru-RU" dirty="0"/>
              <a:t> </a:t>
            </a:r>
            <a:r>
              <a:rPr lang="ru-RU" dirty="0" err="1"/>
              <a:t>праці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зображені</a:t>
            </a:r>
            <a:r>
              <a:rPr lang="ru-RU" dirty="0"/>
              <a:t> на рисунку?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8B3EAF-114B-5268-6684-495DB8D4CA1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39900" y="2622550"/>
            <a:ext cx="3835400" cy="29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id="{11B56646-CFFD-A61B-82BA-7CBD4FC8F69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27639479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518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6B6F1D-DE4A-E451-E833-0B832999E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Перехід</a:t>
            </a:r>
            <a:r>
              <a:rPr lang="ru-RU" sz="3600" dirty="0"/>
              <a:t> </a:t>
            </a:r>
            <a:r>
              <a:rPr lang="ru-RU" sz="3600" dirty="0" err="1"/>
              <a:t>від</a:t>
            </a:r>
            <a:r>
              <a:rPr lang="ru-RU" sz="3600" dirty="0"/>
              <a:t> </a:t>
            </a:r>
            <a:r>
              <a:rPr lang="ru-RU" sz="3600" dirty="0" err="1"/>
              <a:t>привласнюючого</a:t>
            </a:r>
            <a:r>
              <a:rPr lang="ru-RU" sz="3600" dirty="0"/>
              <a:t> </a:t>
            </a:r>
            <a:r>
              <a:rPr lang="ru-RU" sz="3600" dirty="0" err="1"/>
              <a:t>господарства</a:t>
            </a:r>
            <a:r>
              <a:rPr lang="ru-RU" sz="3600" dirty="0"/>
              <a:t> до </a:t>
            </a:r>
            <a:r>
              <a:rPr lang="ru-RU" sz="3600" dirty="0" err="1"/>
              <a:t>відтворюючого</a:t>
            </a:r>
            <a:r>
              <a:rPr lang="ru-RU" sz="3600" dirty="0"/>
              <a:t> — </a:t>
            </a:r>
            <a:r>
              <a:rPr lang="ru-RU" sz="3600" dirty="0" err="1"/>
              <a:t>це</a:t>
            </a:r>
            <a:r>
              <a:rPr lang="ru-RU" sz="3600" dirty="0"/>
              <a:t> характерна риса </a:t>
            </a:r>
            <a:r>
              <a:rPr lang="ru-RU" sz="3600" dirty="0" err="1"/>
              <a:t>розвитку</a:t>
            </a:r>
            <a:r>
              <a:rPr lang="ru-RU" sz="3600" dirty="0"/>
              <a:t> </a:t>
            </a:r>
            <a:r>
              <a:rPr lang="ru-RU" sz="3600" dirty="0" err="1"/>
              <a:t>людського</a:t>
            </a:r>
            <a:r>
              <a:rPr lang="ru-RU" sz="3600" dirty="0"/>
              <a:t> </a:t>
            </a:r>
            <a:r>
              <a:rPr lang="ru-RU" sz="3600" dirty="0" err="1"/>
              <a:t>суспільства</a:t>
            </a:r>
            <a:r>
              <a:rPr lang="ru-RU" sz="3600" dirty="0"/>
              <a:t> в </a:t>
            </a:r>
            <a:r>
              <a:rPr lang="ru-RU" sz="3600" dirty="0" err="1"/>
              <a:t>епоху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853137C-D8B3-A6D7-818C-D7671375D85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19952588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C5082DA-E923-69A5-6DF5-057F8FF5E6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696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EFBD1-169F-BDC5-0B65-E851FC21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Реконструкція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рисунку, </a:t>
            </a:r>
            <a:r>
              <a:rPr lang="ru-RU" dirty="0" err="1"/>
              <a:t>відображає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та </a:t>
            </a:r>
            <a:r>
              <a:rPr lang="ru-RU" dirty="0" err="1"/>
              <a:t>побут</a:t>
            </a:r>
            <a:endParaRPr lang="uk-UA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4252B77-83AE-1871-DA8D-D1BE68325E6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300" y="2287452"/>
            <a:ext cx="4800600" cy="361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7ECC19D-4E19-0C3A-3ADB-FFC356AC20C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7528223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8579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53C90-9942-493D-40E2-76939978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На фото </a:t>
            </a:r>
            <a:r>
              <a:rPr lang="ru-RU" sz="3600" dirty="0" err="1"/>
              <a:t>зображено</a:t>
            </a:r>
            <a:r>
              <a:rPr lang="ru-RU" sz="3600" dirty="0"/>
              <a:t> </a:t>
            </a:r>
            <a:r>
              <a:rPr lang="ru-RU" sz="3600" dirty="0" err="1"/>
              <a:t>сучасні</a:t>
            </a:r>
            <a:r>
              <a:rPr lang="ru-RU" sz="3600" dirty="0"/>
              <a:t> </a:t>
            </a:r>
            <a:r>
              <a:rPr lang="ru-RU" sz="3600" dirty="0" err="1"/>
              <a:t>реконструкції</a:t>
            </a:r>
            <a:r>
              <a:rPr lang="ru-RU" sz="3600" dirty="0"/>
              <a:t> </a:t>
            </a:r>
            <a:r>
              <a:rPr lang="ru-RU" sz="3600" dirty="0" err="1"/>
              <a:t>житла</a:t>
            </a:r>
            <a:r>
              <a:rPr lang="ru-RU" sz="3600" dirty="0"/>
              <a:t> </a:t>
            </a:r>
            <a:r>
              <a:rPr lang="ru-RU" sz="3600" dirty="0" err="1"/>
              <a:t>різних</a:t>
            </a:r>
            <a:r>
              <a:rPr lang="ru-RU" sz="3600" dirty="0"/>
              <a:t> племен </a:t>
            </a:r>
            <a:r>
              <a:rPr lang="ru-RU" sz="3600" dirty="0" err="1"/>
              <a:t>різних</a:t>
            </a:r>
            <a:r>
              <a:rPr lang="ru-RU" sz="3600" dirty="0"/>
              <a:t> </a:t>
            </a:r>
            <a:r>
              <a:rPr lang="ru-RU" sz="3600" dirty="0" err="1"/>
              <a:t>епох</a:t>
            </a:r>
            <a:r>
              <a:rPr lang="ru-RU" sz="3600" dirty="0"/>
              <a:t>. </a:t>
            </a:r>
            <a:endParaRPr lang="uk-UA" sz="36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944D829-4E63-D028-BD7C-46BD78684ED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224" y="2661371"/>
            <a:ext cx="2050432" cy="1980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BC6BB69-A937-1B1F-41DC-AA1A5D574D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11327709"/>
              </p:ext>
            </p:extLst>
          </p:nvPr>
        </p:nvGraphicFramePr>
        <p:xfrm>
          <a:off x="478008" y="1690688"/>
          <a:ext cx="11292706" cy="986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44" name="Picture 4">
            <a:extLst>
              <a:ext uri="{FF2B5EF4-FFF2-40B4-BE49-F238E27FC236}">
                <a16:creationId xmlns:a16="http://schemas.microsoft.com/office/drawing/2014/main" id="{F05C93CD-BC58-6758-B751-82C4EC543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7114" y="3439130"/>
            <a:ext cx="2050432" cy="197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5C718E28-F3E7-DCB4-F33B-78F1D3E4F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394" y="3513801"/>
            <a:ext cx="2050432" cy="1980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F9E3DAE9-1F83-C89B-0A33-F8E1752AB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224" y="4674350"/>
            <a:ext cx="2050432" cy="197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>
            <a:extLst>
              <a:ext uri="{FF2B5EF4-FFF2-40B4-BE49-F238E27FC236}">
                <a16:creationId xmlns:a16="http://schemas.microsoft.com/office/drawing/2014/main" id="{4225B919-D266-EFAB-5F16-9B3D8D45B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55" y="2676698"/>
            <a:ext cx="4067175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6159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0752F-9748-0F57-3257-344D42D42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dirty="0"/>
              <a:t>Установіть відповідність між періодом стародавньої історії України та досягненням первісної людини на території України.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4CE1230-4DCE-CE0B-5F79-CE4FBF7EEB5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46800218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D0EF3B-CEE1-B3DF-31CC-CE17939FA45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9697429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412300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3EF1613-EED6-E315-09A7-A01206BF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dirty="0"/>
              <a:t>Установіть відповідність між назвами античних міст-колоній Північного Причорномор’я і Криму та їхнім місцем розташування.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EFB10E-2B9D-221C-9FC0-C38AFA0C7B7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300" y="2679573"/>
            <a:ext cx="4800600" cy="283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50C133D-B159-A64A-6298-45B6340656A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08880121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6541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58A7D1-EAA8-4FA9-2FF3-5570246DE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рисунку зображено реконструкцію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B4DC1995-6935-525C-403A-C1FFAE36867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6008" y="2286000"/>
            <a:ext cx="4083184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72F4027-7172-50B2-597F-CFFF2EE594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32001915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14060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3A093-782E-BF11-F5C9-A126DC79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характерні</a:t>
            </a:r>
            <a:r>
              <a:rPr lang="ru-RU" dirty="0"/>
              <a:t> </a:t>
            </a:r>
            <a:r>
              <a:rPr lang="ru-RU" dirty="0" err="1"/>
              <a:t>риси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Трипільської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1C647AA-7246-2EC8-5BA1-2B4F7617E28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07106219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B5EEF5B-C60B-46AC-B1EA-6B8C6F9C60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58672010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187507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942EEF-B551-6BCD-806A-0B3F2B5C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Найдавніший</a:t>
            </a:r>
            <a:r>
              <a:rPr lang="ru-RU" dirty="0"/>
              <a:t>, за </a:t>
            </a:r>
            <a:r>
              <a:rPr lang="ru-RU" dirty="0" err="1"/>
              <a:t>писемними</a:t>
            </a:r>
            <a:r>
              <a:rPr lang="ru-RU" dirty="0"/>
              <a:t> </a:t>
            </a:r>
            <a:r>
              <a:rPr lang="ru-RU" dirty="0" err="1"/>
              <a:t>джерелами</a:t>
            </a:r>
            <a:r>
              <a:rPr lang="ru-RU" dirty="0"/>
              <a:t>, народ </a:t>
            </a:r>
            <a:r>
              <a:rPr lang="ru-RU" dirty="0" err="1"/>
              <a:t>Північного</a:t>
            </a:r>
            <a:r>
              <a:rPr lang="ru-RU" dirty="0"/>
              <a:t> </a:t>
            </a:r>
            <a:r>
              <a:rPr lang="ru-RU" dirty="0" err="1"/>
              <a:t>Причорномор’я</a:t>
            </a:r>
            <a:r>
              <a:rPr lang="ru-RU" dirty="0"/>
              <a:t> — </a:t>
            </a:r>
            <a:r>
              <a:rPr lang="ru-RU" dirty="0" err="1"/>
              <a:t>це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180298C-1B8A-9A1B-6180-287DA785BDA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32763692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8D0FCEA-D118-3541-992D-4ED758FC25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34716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C6EC1-8B76-800B-DE81-76F35EA95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Кіммерійські племена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DCDDB2F-39A6-11BA-5E2A-E570AD9666F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72571959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05F2767-5DAF-D0AA-3947-7F27E4BADC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03567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E6884A-ECDE-E063-D7AA-B3AA124A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Залізні</a:t>
            </a:r>
            <a:r>
              <a:rPr lang="ru-RU" dirty="0"/>
              <a:t> </a:t>
            </a:r>
            <a:r>
              <a:rPr lang="ru-RU" dirty="0" err="1"/>
              <a:t>знаряддя</a:t>
            </a:r>
            <a:r>
              <a:rPr lang="ru-RU" dirty="0"/>
              <a:t> </a:t>
            </a:r>
            <a:r>
              <a:rPr lang="ru-RU" dirty="0" err="1"/>
              <a:t>праці</a:t>
            </a:r>
            <a:r>
              <a:rPr lang="ru-RU" dirty="0"/>
              <a:t> та </a:t>
            </a:r>
            <a:r>
              <a:rPr lang="ru-RU" dirty="0" err="1"/>
              <a:t>зброю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</a:t>
            </a:r>
            <a:r>
              <a:rPr lang="ru-RU" dirty="0" err="1"/>
              <a:t>першими</a:t>
            </a:r>
            <a:r>
              <a:rPr lang="ru-RU" dirty="0"/>
              <a:t> почали </a:t>
            </a:r>
            <a:r>
              <a:rPr lang="ru-RU" dirty="0" err="1"/>
              <a:t>виготовляти</a:t>
            </a:r>
            <a:r>
              <a:rPr lang="ru-RU" dirty="0"/>
              <a:t> племена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1ABBEC4-75D2-EA6F-D9F9-086D5FAB3DA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18969208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6123430-FE7A-1EAC-FF56-34CCFD0B2D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033600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7FB49-9833-FCBE-460B-8BD4BF10F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dirty="0"/>
              <a:t>Які найголовніші причини грецької колонізації Північного Причорномор’я та Криму в </a:t>
            </a:r>
            <a:r>
              <a:rPr lang="en-US" sz="4000" dirty="0"/>
              <a:t>V</a:t>
            </a:r>
            <a:r>
              <a:rPr lang="uk-UA" sz="4000" dirty="0"/>
              <a:t>ІІ</a:t>
            </a:r>
            <a:r>
              <a:rPr lang="en-US" sz="4000" dirty="0"/>
              <a:t>I–V</a:t>
            </a:r>
            <a:r>
              <a:rPr lang="uk-UA" sz="4000" dirty="0"/>
              <a:t>І ст. до н. е.?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B88785A-EF8A-739B-1D85-25B32CF1612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682465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60B6D05-321C-71BE-E39C-CA1558ABA8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1517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3A92D-F4C4-BD5E-1D34-6110EEEC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dirty="0"/>
              <a:t>Установіть відповідність між періодами стародавньої історії України та змінами, що відбулися в житті суспільства.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E625196-C1BF-1A7E-8CC8-ADC97B667C5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18093131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BC464F5-7DD0-94D2-05FD-8815F330971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6859695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576998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96E87-D6D1-D7D6-2507-6D705908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Що</a:t>
            </a:r>
            <a:r>
              <a:rPr lang="ru-RU" dirty="0"/>
              <a:t> з </a:t>
            </a:r>
            <a:r>
              <a:rPr lang="ru-RU" dirty="0" err="1"/>
              <a:t>наведеного</a:t>
            </a:r>
            <a:r>
              <a:rPr lang="ru-RU" dirty="0"/>
              <a:t> </a:t>
            </a:r>
            <a:r>
              <a:rPr lang="ru-RU" dirty="0" err="1"/>
              <a:t>стосується</a:t>
            </a:r>
            <a:r>
              <a:rPr lang="ru-RU" dirty="0"/>
              <a:t>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скіфських</a:t>
            </a:r>
            <a:r>
              <a:rPr lang="ru-RU" dirty="0"/>
              <a:t> племен?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2361D21-2D97-18D5-DD19-01985BA9922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95073570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8E2BF28-06EA-1F92-A53F-62C382CB144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87027527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457184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D64C4-D49C-582A-5232-9E775251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Увідповідніть</a:t>
            </a:r>
            <a:r>
              <a:rPr lang="uk-UA" dirty="0"/>
              <a:t> назву племені з твердженням щодо нього.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9D6773B-9F84-17AD-83EC-28BE83BE9F5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43144754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A120091-8710-3679-A6B3-E43CB8969F0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45435495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58279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0E7FB0-4BE6-D1DE-84E5-2083D78E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Територію</a:t>
            </a:r>
            <a:r>
              <a:rPr lang="ru-RU" dirty="0"/>
              <a:t> </a:t>
            </a:r>
            <a:r>
              <a:rPr lang="ru-RU" dirty="0" err="1"/>
              <a:t>розселення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племен </a:t>
            </a:r>
            <a:r>
              <a:rPr lang="ru-RU" dirty="0" err="1"/>
              <a:t>позначено</a:t>
            </a:r>
            <a:r>
              <a:rPr lang="ru-RU" dirty="0"/>
              <a:t> на </a:t>
            </a:r>
            <a:r>
              <a:rPr lang="ru-RU" dirty="0" err="1"/>
              <a:t>карті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14E825FD-2BE5-072E-33A0-012DB228383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0904" y="2286000"/>
            <a:ext cx="3913391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2093D1F-A967-7F9F-835D-B2D1D60AFBB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95024698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00302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C0738A-7E63-0B54-3F51-FB942A59C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панування</a:t>
            </a:r>
            <a:r>
              <a:rPr lang="ru-RU" dirty="0"/>
              <a:t> </a:t>
            </a:r>
            <a:r>
              <a:rPr lang="ru-RU" dirty="0" err="1"/>
              <a:t>кочовиків</a:t>
            </a:r>
            <a:r>
              <a:rPr lang="ru-RU" dirty="0"/>
              <a:t> на </a:t>
            </a:r>
            <a:r>
              <a:rPr lang="ru-RU" dirty="0" err="1"/>
              <a:t>території</a:t>
            </a:r>
            <a:r>
              <a:rPr lang="ru-RU" dirty="0"/>
              <a:t> </a:t>
            </a:r>
            <a:r>
              <a:rPr lang="ru-RU" dirty="0" err="1"/>
              <a:t>сучасної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E753637-3E79-6FDB-26E0-6588BF90ED8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49029802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154C5B4-3414-51BF-F417-FAD353F025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51905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E3D158-2B45-A4A8-DD1E-59B80AD6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Чи правильне твердження?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E599908-D92E-2FE4-7ABD-BB3494C818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Проникнення</a:t>
            </a:r>
            <a:r>
              <a:rPr lang="ru-RU" dirty="0"/>
              <a:t> </a:t>
            </a:r>
            <a:r>
              <a:rPr lang="ru-RU" dirty="0" err="1"/>
              <a:t>сарматів</a:t>
            </a:r>
            <a:r>
              <a:rPr lang="ru-RU" dirty="0"/>
              <a:t> у степи </a:t>
            </a:r>
            <a:r>
              <a:rPr lang="ru-RU" dirty="0" err="1"/>
              <a:t>Північного</a:t>
            </a:r>
            <a:r>
              <a:rPr lang="ru-RU" dirty="0"/>
              <a:t> </a:t>
            </a:r>
            <a:r>
              <a:rPr lang="ru-RU" dirty="0" err="1"/>
              <a:t>Причорномор’я</a:t>
            </a:r>
            <a:r>
              <a:rPr lang="ru-RU" dirty="0"/>
              <a:t> на </a:t>
            </a:r>
            <a:r>
              <a:rPr lang="ru-RU" dirty="0" err="1"/>
              <a:t>межі</a:t>
            </a:r>
            <a:r>
              <a:rPr lang="ru-RU" dirty="0"/>
              <a:t> III–ІІ ст. до н. е. </a:t>
            </a:r>
            <a:r>
              <a:rPr lang="ru-RU" dirty="0" err="1"/>
              <a:t>супроводжувалося</a:t>
            </a:r>
            <a:r>
              <a:rPr lang="ru-RU" dirty="0"/>
              <a:t> </a:t>
            </a:r>
            <a:r>
              <a:rPr lang="ru-RU" dirty="0" err="1"/>
              <a:t>витісненням</a:t>
            </a:r>
            <a:r>
              <a:rPr lang="ru-RU" dirty="0"/>
              <a:t> </a:t>
            </a:r>
            <a:r>
              <a:rPr lang="ru-RU" dirty="0" err="1"/>
              <a:t>скіфів</a:t>
            </a:r>
            <a:r>
              <a:rPr lang="ru-RU" dirty="0"/>
              <a:t>:</a:t>
            </a:r>
          </a:p>
          <a:p>
            <a:endParaRPr lang="ru-RU" dirty="0"/>
          </a:p>
          <a:p>
            <a:r>
              <a:rPr lang="ru-RU" dirty="0"/>
              <a:t>1) у </a:t>
            </a:r>
            <a:r>
              <a:rPr lang="ru-RU" dirty="0" err="1"/>
              <a:t>межиріччя</a:t>
            </a:r>
            <a:r>
              <a:rPr lang="ru-RU" dirty="0"/>
              <a:t> Дону та </a:t>
            </a:r>
            <a:r>
              <a:rPr lang="ru-RU" dirty="0" err="1"/>
              <a:t>Кубані</a:t>
            </a:r>
            <a:r>
              <a:rPr lang="ru-RU" dirty="0"/>
              <a:t>;</a:t>
            </a:r>
          </a:p>
          <a:p>
            <a:r>
              <a:rPr lang="ru-RU" dirty="0"/>
              <a:t>2) у </a:t>
            </a:r>
            <a:r>
              <a:rPr lang="ru-RU" dirty="0" err="1"/>
              <a:t>пониззя</a:t>
            </a:r>
            <a:r>
              <a:rPr lang="ru-RU" dirty="0"/>
              <a:t> </a:t>
            </a:r>
            <a:r>
              <a:rPr lang="ru-RU" dirty="0" err="1"/>
              <a:t>Дніпра</a:t>
            </a:r>
            <a:r>
              <a:rPr lang="ru-RU" dirty="0"/>
              <a:t> та на </a:t>
            </a:r>
            <a:r>
              <a:rPr lang="ru-RU" dirty="0" err="1"/>
              <a:t>Кримський</a:t>
            </a:r>
            <a:r>
              <a:rPr lang="ru-RU" dirty="0"/>
              <a:t> </a:t>
            </a:r>
            <a:r>
              <a:rPr lang="ru-RU" dirty="0" err="1"/>
              <a:t>півострів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F419AF3-C800-AA85-8E18-C52575FFBC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79470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69700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BF3B8-625C-D18C-3FBD-3D1CC644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</a:t>
            </a:r>
            <a:r>
              <a:rPr lang="ru-RU" dirty="0" err="1"/>
              <a:t>карті</a:t>
            </a:r>
            <a:r>
              <a:rPr lang="ru-RU" dirty="0"/>
              <a:t> </a:t>
            </a:r>
            <a:r>
              <a:rPr lang="ru-RU" dirty="0" err="1"/>
              <a:t>стрілками</a:t>
            </a:r>
            <a:r>
              <a:rPr lang="ru-RU" dirty="0"/>
              <a:t> </a:t>
            </a:r>
            <a:r>
              <a:rPr lang="ru-RU" dirty="0" err="1"/>
              <a:t>вказано</a:t>
            </a:r>
            <a:r>
              <a:rPr lang="ru-RU" dirty="0"/>
              <a:t> напрямки </a:t>
            </a:r>
            <a:r>
              <a:rPr lang="ru-RU" dirty="0" err="1"/>
              <a:t>переселення</a:t>
            </a:r>
            <a:endParaRPr lang="uk-UA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C92FE164-2BBD-B52F-153E-5BE3459354A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300" y="2461590"/>
            <a:ext cx="4800600" cy="326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1C2B939-352F-351A-1201-9F6C04563EE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35906114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85744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33B20-7514-A576-F9FE-7FF1D48D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</a:t>
            </a:r>
            <a:r>
              <a:rPr lang="ru-RU" dirty="0" err="1"/>
              <a:t>карті</a:t>
            </a:r>
            <a:r>
              <a:rPr lang="ru-RU" dirty="0"/>
              <a:t> заштриховано </a:t>
            </a:r>
            <a:r>
              <a:rPr lang="ru-RU" dirty="0" err="1"/>
              <a:t>територіальні</a:t>
            </a:r>
            <a:r>
              <a:rPr lang="ru-RU" dirty="0"/>
              <a:t> </a:t>
            </a:r>
            <a:r>
              <a:rPr lang="ru-RU" dirty="0" err="1"/>
              <a:t>межі</a:t>
            </a:r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6C294F7-C9C0-84C7-8C00-A3CF253C3AC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300" y="2301295"/>
            <a:ext cx="4800600" cy="35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C7E222C-A72C-C787-F385-E520A5A9FC0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05290267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11485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D45DA-49CA-BB68-99DC-FB6331C8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Картосхема дає змогу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7F4077A-8FEA-0D01-82A3-74EAC8F647F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300" y="2535555"/>
            <a:ext cx="4800600" cy="312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0AAF9F-04DA-ED0E-4DF3-23A336E84E3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43244567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38810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8FBF4-7CB8-BE1B-47D4-2390616D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</a:t>
            </a:r>
            <a:r>
              <a:rPr lang="ru-RU" dirty="0" err="1"/>
              <a:t>картосхемі</a:t>
            </a:r>
            <a:r>
              <a:rPr lang="ru-RU" dirty="0"/>
              <a:t> </a:t>
            </a:r>
            <a:r>
              <a:rPr lang="ru-RU" dirty="0" err="1"/>
              <a:t>штрихуванням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</a:t>
            </a:r>
            <a:r>
              <a:rPr lang="ru-RU" dirty="0" err="1"/>
              <a:t>територіальні</a:t>
            </a:r>
            <a:r>
              <a:rPr lang="ru-RU" dirty="0"/>
              <a:t> </a:t>
            </a:r>
            <a:r>
              <a:rPr lang="ru-RU" dirty="0" err="1"/>
              <a:t>межі</a:t>
            </a:r>
            <a:endParaRPr lang="uk-UA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2F0736E-BD78-F611-0EFC-3D03DC06E8D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300" y="2396323"/>
            <a:ext cx="4800600" cy="339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65CA8FE-A47E-F63F-14CC-48DA5255C5D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39016484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62038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C0CE1-64F5-15E6-658E-249F261F9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Грецька</a:t>
            </a:r>
            <a:r>
              <a:rPr lang="ru-RU" dirty="0"/>
              <a:t> </a:t>
            </a:r>
            <a:r>
              <a:rPr lang="ru-RU" dirty="0" err="1"/>
              <a:t>колонізація</a:t>
            </a:r>
            <a:r>
              <a:rPr lang="ru-RU" dirty="0"/>
              <a:t> </a:t>
            </a:r>
            <a:r>
              <a:rPr lang="ru-RU" dirty="0" err="1"/>
              <a:t>Північного</a:t>
            </a:r>
            <a:r>
              <a:rPr lang="ru-RU" dirty="0"/>
              <a:t> </a:t>
            </a:r>
            <a:r>
              <a:rPr lang="ru-RU" dirty="0" err="1"/>
              <a:t>Причорномор’я</a:t>
            </a:r>
            <a:r>
              <a:rPr lang="ru-RU" dirty="0"/>
              <a:t> та </a:t>
            </a:r>
            <a:r>
              <a:rPr lang="ru-RU" dirty="0" err="1"/>
              <a:t>Криму</a:t>
            </a:r>
            <a:r>
              <a:rPr lang="ru-RU" dirty="0"/>
              <a:t> </a:t>
            </a:r>
            <a:r>
              <a:rPr lang="ru-RU" dirty="0" err="1"/>
              <a:t>спричинена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001427E-D1FE-9B47-BADB-B8764D11B14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36589432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BC6367E-21F7-0DF4-F8F4-D3F60BD614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54956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444B5-6209-D0BE-06B0-A3205DD1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Укажіть</a:t>
            </a:r>
            <a:r>
              <a:rPr lang="ru-RU" sz="4000" dirty="0"/>
              <a:t> </a:t>
            </a:r>
            <a:r>
              <a:rPr lang="ru-RU" sz="4000" dirty="0" err="1"/>
              <a:t>назву</a:t>
            </a:r>
            <a:r>
              <a:rPr lang="ru-RU" sz="4000" dirty="0"/>
              <a:t> </a:t>
            </a:r>
            <a:r>
              <a:rPr lang="ru-RU" sz="4000" dirty="0" err="1"/>
              <a:t>грецького</a:t>
            </a:r>
            <a:r>
              <a:rPr lang="ru-RU" sz="4000" dirty="0"/>
              <a:t> </a:t>
            </a:r>
            <a:r>
              <a:rPr lang="ru-RU" sz="4000" dirty="0" err="1"/>
              <a:t>міста-колонії</a:t>
            </a:r>
            <a:r>
              <a:rPr lang="ru-RU" sz="4000" dirty="0"/>
              <a:t>, </a:t>
            </a:r>
            <a:r>
              <a:rPr lang="ru-RU" sz="4000" dirty="0" err="1"/>
              <a:t>заснованого</a:t>
            </a:r>
            <a:r>
              <a:rPr lang="ru-RU" sz="4000" dirty="0"/>
              <a:t> на </a:t>
            </a:r>
            <a:r>
              <a:rPr lang="ru-RU" sz="4000" dirty="0" err="1"/>
              <a:t>Бузькому</a:t>
            </a:r>
            <a:r>
              <a:rPr lang="ru-RU" sz="4000" dirty="0"/>
              <a:t> </a:t>
            </a:r>
            <a:r>
              <a:rPr lang="ru-RU" sz="4000" dirty="0" err="1"/>
              <a:t>лимані</a:t>
            </a:r>
            <a:r>
              <a:rPr lang="ru-RU" sz="4000" dirty="0"/>
              <a:t>, </a:t>
            </a:r>
            <a:r>
              <a:rPr lang="ru-RU" sz="4000" dirty="0" err="1"/>
              <a:t>неподалік</a:t>
            </a:r>
            <a:r>
              <a:rPr lang="ru-RU" sz="4000" dirty="0"/>
              <a:t> </a:t>
            </a:r>
            <a:r>
              <a:rPr lang="ru-RU" sz="4000" dirty="0" err="1"/>
              <a:t>сучасного</a:t>
            </a:r>
            <a:r>
              <a:rPr lang="ru-RU" sz="4000" dirty="0"/>
              <a:t> </a:t>
            </a:r>
            <a:r>
              <a:rPr lang="ru-RU" sz="4000" dirty="0" err="1"/>
              <a:t>Миколаєва</a:t>
            </a:r>
            <a:r>
              <a:rPr lang="ru-RU" sz="4000" dirty="0"/>
              <a:t>.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E09D64C-0A86-FDAB-5335-D09F07F2A0D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07613299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7323B92-A63E-44F8-007A-A8D8E8F327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12336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B2479-7563-14C9-E8F6-886DA80A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однією</a:t>
            </a:r>
            <a:r>
              <a:rPr lang="ru-RU" dirty="0"/>
              <a:t> з </a:t>
            </a:r>
            <a:r>
              <a:rPr lang="ru-RU" dirty="0" err="1"/>
              <a:t>особливостей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грецьких</a:t>
            </a:r>
            <a:r>
              <a:rPr lang="ru-RU" dirty="0"/>
              <a:t> </a:t>
            </a:r>
            <a:r>
              <a:rPr lang="ru-RU" dirty="0" err="1"/>
              <a:t>міст</a:t>
            </a:r>
            <a:r>
              <a:rPr lang="ru-RU" dirty="0"/>
              <a:t>-держав </a:t>
            </a:r>
            <a:r>
              <a:rPr lang="ru-RU" dirty="0" err="1"/>
              <a:t>Північного</a:t>
            </a:r>
            <a:r>
              <a:rPr lang="ru-RU" dirty="0"/>
              <a:t> </a:t>
            </a:r>
            <a:r>
              <a:rPr lang="ru-RU" dirty="0" err="1"/>
              <a:t>Причорномор’я</a:t>
            </a:r>
            <a:r>
              <a:rPr lang="ru-RU" dirty="0"/>
              <a:t> в VII–VI ст. до н. е.?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8081A83-215C-77C9-01AF-262CE803FBC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0502947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41093A7-C8CC-B7A6-1C1B-96DB4D08BC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72403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674D0-F8DF-0014-62CE-6ABB3BBC6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Які </a:t>
            </a:r>
            <a:r>
              <a:rPr lang="uk-UA" dirty="0" err="1"/>
              <a:t>найголовніші</a:t>
            </a:r>
            <a:r>
              <a:rPr lang="uk-UA" dirty="0"/>
              <a:t> причини </a:t>
            </a:r>
            <a:r>
              <a:rPr lang="uk-UA" dirty="0" err="1"/>
              <a:t>грецькоі</a:t>
            </a:r>
            <a:r>
              <a:rPr lang="uk-UA" dirty="0"/>
              <a:t>̈ </a:t>
            </a:r>
            <a:r>
              <a:rPr lang="uk-UA" dirty="0" err="1"/>
              <a:t>колонізаціі</a:t>
            </a:r>
            <a:r>
              <a:rPr lang="uk-UA" dirty="0"/>
              <a:t>̈ Північного Причорномор’я та Криму у </a:t>
            </a:r>
            <a:r>
              <a:rPr lang="en-US" dirty="0"/>
              <a:t>V</a:t>
            </a:r>
            <a:r>
              <a:rPr lang="uk-UA" dirty="0"/>
              <a:t>ІІ — </a:t>
            </a:r>
            <a:r>
              <a:rPr lang="en-US" dirty="0"/>
              <a:t>V</a:t>
            </a:r>
            <a:r>
              <a:rPr lang="uk-UA" dirty="0"/>
              <a:t>І ст. до н. е.?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3CC8B0D-FCF4-102F-39FD-F675D95B920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81820642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31843DB-3417-D02B-18DE-5B82C867CD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947652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E7612-9738-2E9C-71D6-A655CEE76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Зображена</a:t>
            </a:r>
            <a:r>
              <a:rPr lang="ru-RU" dirty="0"/>
              <a:t> на фото монета </a:t>
            </a:r>
            <a:r>
              <a:rPr lang="ru-RU" dirty="0" err="1"/>
              <a:t>ілюструє</a:t>
            </a:r>
            <a:r>
              <a:rPr lang="ru-RU" dirty="0"/>
              <a:t> </a:t>
            </a:r>
            <a:r>
              <a:rPr lang="ru-RU" dirty="0" err="1"/>
              <a:t>господарське</a:t>
            </a:r>
            <a:r>
              <a:rPr lang="ru-RU" dirty="0"/>
              <a:t> </a:t>
            </a:r>
            <a:r>
              <a:rPr lang="ru-RU" dirty="0" err="1"/>
              <a:t>життя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DB53887-AA99-18C2-D17B-AE3E608BC7F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34118666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A5CC72D-51BA-00A9-0800-25015B9A33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05920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39C18-1BBC-2D85-97CA-470362482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процесів</a:t>
            </a:r>
            <a:r>
              <a:rPr lang="ru-RU" dirty="0"/>
              <a:t> </a:t>
            </a:r>
            <a:r>
              <a:rPr lang="ru-RU" dirty="0" err="1"/>
              <a:t>Стародавньої</a:t>
            </a:r>
            <a:r>
              <a:rPr lang="ru-RU" dirty="0"/>
              <a:t>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C444BF1-B2E3-13CB-EC05-E33869EE727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7293007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A04075E-EA3D-059D-3D31-BB0256351F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08610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419AD-3ABB-4D85-2CEA-9E43C1B2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з </a:t>
            </a:r>
            <a:r>
              <a:rPr lang="ru-RU" dirty="0" err="1"/>
              <a:t>наведеного</a:t>
            </a:r>
            <a:r>
              <a:rPr lang="ru-RU" dirty="0"/>
              <a:t> </a:t>
            </a:r>
            <a:r>
              <a:rPr lang="ru-RU" dirty="0" err="1"/>
              <a:t>стосується</a:t>
            </a:r>
            <a:r>
              <a:rPr lang="ru-RU" dirty="0"/>
              <a:t>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сарматських</a:t>
            </a:r>
            <a:r>
              <a:rPr lang="ru-RU" dirty="0"/>
              <a:t> племен?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07C1CBC-3741-F285-8949-3B126964ACF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61772255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AECAEB2-7937-4870-ADC8-CA17CA0318F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96430541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986843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FD2D3-9B60-95E2-6F0F-132537E59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послідовність історичних явищ періоду Стародавньої історії України.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95FE0D4-07D0-E714-6B69-3250495D809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8650541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F429CC5-4EC0-1BBA-697B-3EC088F792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134883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E41FC-E3A5-1A1D-821C-F82C68A9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Велике </a:t>
            </a:r>
            <a:r>
              <a:rPr lang="ru-RU" b="1" dirty="0" err="1"/>
              <a:t>розселення</a:t>
            </a:r>
            <a:r>
              <a:rPr lang="ru-RU" b="1" dirty="0"/>
              <a:t> </a:t>
            </a:r>
            <a:r>
              <a:rPr lang="ru-RU" b="1" dirty="0" err="1"/>
              <a:t>слов’ян</a:t>
            </a:r>
            <a:r>
              <a:rPr lang="ru-RU" b="1" dirty="0"/>
              <a:t> </a:t>
            </a:r>
            <a:r>
              <a:rPr lang="ru-RU" b="1" dirty="0" err="1"/>
              <a:t>тривало</a:t>
            </a:r>
            <a:r>
              <a:rPr lang="ru-RU" b="1" dirty="0"/>
              <a:t> </a:t>
            </a:r>
            <a:r>
              <a:rPr lang="ru-RU" b="1" dirty="0" err="1"/>
              <a:t>протягом</a:t>
            </a:r>
            <a:endParaRPr lang="uk-UA" b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22E91A9-DD4A-36F1-AE81-2B6423BD20C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3228132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013592F-BD34-5914-53D7-E11055AF0B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236272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8473CB-AF02-D409-AFAD-7CAC3502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картосхемі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історичний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тривав</a:t>
            </a:r>
            <a:r>
              <a:rPr lang="ru-RU" dirty="0"/>
              <a:t> </a:t>
            </a:r>
            <a:r>
              <a:rPr lang="ru-RU" dirty="0" err="1"/>
              <a:t>упродовж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3C12131-FF97-8A1D-A96D-E658C57D396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9879" y="2286000"/>
            <a:ext cx="4355442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C373219-1383-276B-5627-E767BFC4B4C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05935795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81078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045392-997A-C6CA-1B3E-7151A1299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наведеній картосхемі відображено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811DF058-5827-727A-8181-D4E589CE3BD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95255" y="2500090"/>
            <a:ext cx="3324689" cy="319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A135D1C-9E42-FBAF-D170-3C09F21AC88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28759279"/>
              </p:ext>
            </p:extLst>
          </p:nvPr>
        </p:nvGraphicFramePr>
        <p:xfrm>
          <a:off x="664845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83373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BB96E-3BF7-F450-2301-64125225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dirty="0"/>
              <a:t>Укажіть назви племінних об’єднань давніх слов’ян, які використовуються в працях візантійських і готських істориків.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B5D9802-2224-31A3-3F8B-324336273D3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96538951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0D6C2F6-908D-E25A-FD5C-35514D0F47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060342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551F6-12E8-3B56-2BF6-D5ACD1AA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назва</a:t>
            </a:r>
            <a:r>
              <a:rPr lang="ru-RU" dirty="0"/>
              <a:t> </a:t>
            </a:r>
            <a:r>
              <a:rPr lang="ru-RU" dirty="0" err="1"/>
              <a:t>слов'янських</a:t>
            </a:r>
            <a:r>
              <a:rPr lang="ru-RU" dirty="0"/>
              <a:t> племен,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трапляється</a:t>
            </a:r>
            <a:r>
              <a:rPr lang="ru-RU" dirty="0"/>
              <a:t> в </a:t>
            </a:r>
            <a:r>
              <a:rPr lang="ru-RU" dirty="0" err="1"/>
              <a:t>письмових</a:t>
            </a:r>
            <a:r>
              <a:rPr lang="ru-RU" dirty="0"/>
              <a:t> </a:t>
            </a:r>
            <a:r>
              <a:rPr lang="ru-RU" dirty="0" err="1"/>
              <a:t>джерелах</a:t>
            </a:r>
            <a:r>
              <a:rPr lang="ru-RU" dirty="0"/>
              <a:t>, </a:t>
            </a:r>
            <a:r>
              <a:rPr lang="ru-RU" dirty="0" err="1"/>
              <a:t>найдавніша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0A6AD96-EE3B-B0E4-774E-0B2E1390DA7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9363832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5F4DFDF-F4EF-E1C1-2C01-40FC1A3AAE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260359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B9710-E16B-FD66-DF4E-BA8906E3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результаті</a:t>
            </a:r>
            <a:r>
              <a:rPr lang="ru-RU" dirty="0"/>
              <a:t> Великого </a:t>
            </a:r>
            <a:r>
              <a:rPr lang="ru-RU" dirty="0" err="1"/>
              <a:t>розселення</a:t>
            </a:r>
            <a:r>
              <a:rPr lang="ru-RU" dirty="0"/>
              <a:t> </a:t>
            </a:r>
            <a:r>
              <a:rPr lang="ru-RU" dirty="0" err="1"/>
              <a:t>слов’ян</a:t>
            </a:r>
            <a:r>
              <a:rPr lang="ru-RU" dirty="0"/>
              <a:t> (VI–VIІ ст.) </a:t>
            </a:r>
            <a:r>
              <a:rPr lang="ru-RU" dirty="0" err="1"/>
              <a:t>слов’яни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2EBA9F9-967F-4D50-4C5F-DEC1F8DCFF3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89754384"/>
              </p:ext>
            </p:extLst>
          </p:nvPr>
        </p:nvGraphicFramePr>
        <p:xfrm>
          <a:off x="1257300" y="2286000"/>
          <a:ext cx="4800600" cy="361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52F22C4-478A-6744-B304-FA93ABB66E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37914506"/>
      </p:ext>
    </p:extLst>
  </p:cSld>
  <p:clrMapOvr>
    <a:masterClrMapping/>
  </p:clrMapOvr>
</p:sld>
</file>

<file path=ppt/theme/theme1.xml><?xml version="1.0" encoding="utf-8"?>
<a:theme xmlns:a="http://schemas.openxmlformats.org/drawingml/2006/main" name="Значок">
  <a:themeElements>
    <a:clrScheme name="Значок">
      <a:dk1>
        <a:sysClr val="windowText" lastClr="000000"/>
      </a:dk1>
      <a:lt1>
        <a:sysClr val="window" lastClr="FFFFFF"/>
      </a:lt1>
      <a:dk2>
        <a:srgbClr val="1B2F36"/>
      </a:dk2>
      <a:lt2>
        <a:srgbClr val="F3F3F2"/>
      </a:lt2>
      <a:accent1>
        <a:srgbClr val="A38D51"/>
      </a:accent1>
      <a:accent2>
        <a:srgbClr val="5A3D40"/>
      </a:accent2>
      <a:accent3>
        <a:srgbClr val="5D988C"/>
      </a:accent3>
      <a:accent4>
        <a:srgbClr val="A85752"/>
      </a:accent4>
      <a:accent5>
        <a:srgbClr val="809A67"/>
      </a:accent5>
      <a:accent6>
        <a:srgbClr val="67645A"/>
      </a:accent6>
      <a:hlink>
        <a:srgbClr val="5D988C"/>
      </a:hlink>
      <a:folHlink>
        <a:srgbClr val="846794"/>
      </a:folHlink>
    </a:clrScheme>
    <a:fontScheme name="Значок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Значок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9E77EDF1-0821-4215-BD6E-A2D49F02550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Значок</Template>
  <TotalTime>401</TotalTime>
  <Words>1875</Words>
  <Application>Microsoft Office PowerPoint</Application>
  <PresentationFormat>Широкий екран</PresentationFormat>
  <Paragraphs>373</Paragraphs>
  <Slides>70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70</vt:i4>
      </vt:variant>
    </vt:vector>
  </HeadingPairs>
  <TitlesOfParts>
    <vt:vector size="76" baseType="lpstr">
      <vt:lpstr>Arial</vt:lpstr>
      <vt:lpstr>Century Gothic</vt:lpstr>
      <vt:lpstr>Corbel</vt:lpstr>
      <vt:lpstr>Gill Sans MT</vt:lpstr>
      <vt:lpstr>Impact</vt:lpstr>
      <vt:lpstr>Значок</vt:lpstr>
      <vt:lpstr>Стародавня історія України</vt:lpstr>
      <vt:lpstr>Залюднення території України розпочалося в період</vt:lpstr>
      <vt:lpstr>Первісна людина з’явилася на території сучасної України близько</vt:lpstr>
      <vt:lpstr>Поява першого керамічного посуду - це характерна риса епохи</vt:lpstr>
      <vt:lpstr>Установіть відповідність між періодом стародавньої історії України та змінами, що відбулися в цей період у житті суспільства.</vt:lpstr>
      <vt:lpstr>Установіть відповідність між назвами палеолітичних пам’яток України та їхнім місцезнаходженням.</vt:lpstr>
      <vt:lpstr>Якою цифрою на картосхемі позначено Місце розташування Мізинської стоянки - археологічної пам’ятки доби палеоліту?</vt:lpstr>
      <vt:lpstr>На картосхемі позначено місця стоянок первісних людей доби палеоліту.</vt:lpstr>
      <vt:lpstr>Для племен Трипільської культури було характерним</vt:lpstr>
      <vt:lpstr>На якому етапі розвитку первісного суспільства на українських землях уперше з’являються наскельні малюнки, різьблені орнаменти на виробах, прикраси?</vt:lpstr>
      <vt:lpstr>Що стало одним із наслідків винайдення первісною людиною лука та стріли?</vt:lpstr>
      <vt:lpstr>Зображені на фото мисливські знаряддя винайдено людиною в епоху</vt:lpstr>
      <vt:lpstr>Винайдення первісною людиною луку та стріл зумовлено</vt:lpstr>
      <vt:lpstr>Яке знаряддя праці пов’язане зі змінами в господарському житті людей у період неоліту?</vt:lpstr>
      <vt:lpstr>У яку історико-археологічну добу людиною вперше винайдено знаряддя праці, що зображені на рисунку?</vt:lpstr>
      <vt:lpstr>Перехід від привласнюючого господарства до відтворюючого — це характерна риса розвитку людського суспільства в епоху</vt:lpstr>
      <vt:lpstr>Що було однією з ознак неолітичної революції?</vt:lpstr>
      <vt:lpstr>Трипільська культура – це археологічна культура епохи</vt:lpstr>
      <vt:lpstr>Що об’єднує витвори мистецтва, зображені на фото?</vt:lpstr>
      <vt:lpstr>Яку із зображених на фото монет викарбовано на честь скіфського царя?</vt:lpstr>
      <vt:lpstr>Зображена на фото музейна експозиція ілюструє розповідь екскурсовода про життя та побут</vt:lpstr>
      <vt:lpstr>Витвір ювелірного мистецтва, зображений на фото, створено на замовлення</vt:lpstr>
      <vt:lpstr>Елементами оздоблення археологічної пам’ятки, зображеної на фото, є фігурки воїнів –</vt:lpstr>
      <vt:lpstr>Якою цифрою на картосхемі позначено місцезнаходження історичної пам'ятки, зображеної на фото?</vt:lpstr>
      <vt:lpstr>Розташуйте археологічні пам’ятки, зображені на фото, за часом їх створення.</vt:lpstr>
      <vt:lpstr>Предмет язичницького культу східних слов’ян зображено на фото</vt:lpstr>
      <vt:lpstr>З’ясуйте, складовою якої експозиції історичного музею є пам’ятки, зображені на кожному з фото.</vt:lpstr>
      <vt:lpstr>Складовою частиною якої експозиції історичного музею є зображені пам’ятки?</vt:lpstr>
      <vt:lpstr>Археологічні пам'ятки, зображені на фото, свідчать про поширення в слов'ян</vt:lpstr>
      <vt:lpstr>Установіть відповідність між досягненням у розвитку людства та періодом стародавньої історії України</vt:lpstr>
      <vt:lpstr>Який вид занять привласнювального господарства набув поширення в мезоліті?</vt:lpstr>
      <vt:lpstr>Що спільного в господарській діяльності людей періоду палеоліту та мезоліту?</vt:lpstr>
      <vt:lpstr>Які заняття людей були основою ведення привласнюючого господарства?</vt:lpstr>
      <vt:lpstr>Освоєння нового матеріалу для виготовлення знарядь праці — міді, утвердження відтворюючих форм господарювання — це характерні риси розвитку людського суспільства в епоху</vt:lpstr>
      <vt:lpstr>У яку історико-археологічну добу людиною винайдено знаряддя праці, що зображені на рисунку?</vt:lpstr>
      <vt:lpstr>Перехід від привласнюючого господарства до відтворюючого — це характерна риса розвитку людського суспільства в епоху</vt:lpstr>
      <vt:lpstr>Реконструкція, зображена на рисунку, відображає життя та побут</vt:lpstr>
      <vt:lpstr>На фото зображено сучасні реконструкції житла різних племен різних епох. </vt:lpstr>
      <vt:lpstr>Установіть відповідність між періодом стародавньої історії України та досягненням первісної людини на території України.</vt:lpstr>
      <vt:lpstr>Установіть відповідність між назвами античних міст-колоній Північного Причорномор’я і Криму та їхнім місцем розташування.</vt:lpstr>
      <vt:lpstr>На рисунку зображено реконструкцію</vt:lpstr>
      <vt:lpstr>Укажіть характерні риси розвитку Трипільської культури.</vt:lpstr>
      <vt:lpstr>Найдавніший, за писемними джерелами, народ Північного Причорномор’я — це</vt:lpstr>
      <vt:lpstr>Кіммерійські племена</vt:lpstr>
      <vt:lpstr>Залізні знаряддя праці та зброю на українських землях першими почали виготовляти племена</vt:lpstr>
      <vt:lpstr>Які найголовніші причини грецької колонізації Північного Причорномор’я та Криму в VІІI–VІ ст. до н. е.?</vt:lpstr>
      <vt:lpstr>Установіть відповідність між періодами стародавньої історії України та змінами, що відбулися в житті суспільства.</vt:lpstr>
      <vt:lpstr>Що з наведеного стосується історії скіфських племен?</vt:lpstr>
      <vt:lpstr>Увідповідніть назву племені з твердженням щодо нього.</vt:lpstr>
      <vt:lpstr>Територію розселення яких племен позначено на карті?</vt:lpstr>
      <vt:lpstr>Установіть послідовність панування кочовиків на території сучасної України.</vt:lpstr>
      <vt:lpstr>Чи правильне твердження?</vt:lpstr>
      <vt:lpstr>На карті стрілками вказано напрямки переселення</vt:lpstr>
      <vt:lpstr>На карті заштриховано територіальні межі</vt:lpstr>
      <vt:lpstr>Картосхема дає змогу</vt:lpstr>
      <vt:lpstr>На картосхемі штрихуванням позначено територіальні межі</vt:lpstr>
      <vt:lpstr>Грецька колонізація Північного Причорномор’я та Криму спричинена</vt:lpstr>
      <vt:lpstr>Укажіть назву грецького міста-колонії, заснованого на Бузькому лимані, неподалік сучасного Миколаєва.</vt:lpstr>
      <vt:lpstr>Що було однією з особливостей розвитку грецьких міст-держав Північного Причорномор’я в VII–VI ст. до н. е.?</vt:lpstr>
      <vt:lpstr>Які найголовніші причини грецької колонізації Північного Причорномор’я та Криму у VІІ — VІ ст. до н. е.?</vt:lpstr>
      <vt:lpstr>Зображена на фото монета ілюструє господарське життя</vt:lpstr>
      <vt:lpstr>Установіть послідовність історичних процесів Стародавньої історії України.</vt:lpstr>
      <vt:lpstr>Що з наведеного стосується історії сарматських племен?</vt:lpstr>
      <vt:lpstr>Установіть послідовність історичних явищ періоду Стародавньої історії України.</vt:lpstr>
      <vt:lpstr>Велике розселення слов’ян тривало протягом</vt:lpstr>
      <vt:lpstr>На картосхемі відображено історичний процес, що тривав упродовж</vt:lpstr>
      <vt:lpstr>На наведеній картосхемі відображено</vt:lpstr>
      <vt:lpstr>Укажіть назви племінних об’єднань давніх слов’ян, які використовуються в працях візантійських і готських істориків.</vt:lpstr>
      <vt:lpstr>Яка назва слов'янських племен, що трапляється в письмових джерелах, найдавніша?</vt:lpstr>
      <vt:lpstr>У результаті Великого розселення слов’ян (VI–VIІ ст.) слов’яни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13</cp:revision>
  <dcterms:created xsi:type="dcterms:W3CDTF">2024-11-20T17:49:24Z</dcterms:created>
  <dcterms:modified xsi:type="dcterms:W3CDTF">2024-11-24T11:35:13Z</dcterms:modified>
</cp:coreProperties>
</file>