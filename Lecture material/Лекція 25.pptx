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308" r:id="rId4"/>
    <p:sldId id="309" r:id="rId5"/>
    <p:sldId id="314" r:id="rId6"/>
    <p:sldId id="266" r:id="rId7"/>
    <p:sldId id="276" r:id="rId8"/>
    <p:sldId id="275" r:id="rId9"/>
    <p:sldId id="289" r:id="rId10"/>
    <p:sldId id="291" r:id="rId11"/>
    <p:sldId id="290" r:id="rId12"/>
    <p:sldId id="285" r:id="rId13"/>
    <p:sldId id="278" r:id="rId14"/>
    <p:sldId id="281" r:id="rId15"/>
    <p:sldId id="310" r:id="rId16"/>
    <p:sldId id="279" r:id="rId17"/>
    <p:sldId id="259" r:id="rId18"/>
    <p:sldId id="292" r:id="rId19"/>
    <p:sldId id="257" r:id="rId20"/>
    <p:sldId id="315" r:id="rId21"/>
    <p:sldId id="274" r:id="rId22"/>
    <p:sldId id="268" r:id="rId23"/>
    <p:sldId id="261" r:id="rId24"/>
    <p:sldId id="263" r:id="rId25"/>
    <p:sldId id="264" r:id="rId26"/>
    <p:sldId id="306" r:id="rId27"/>
    <p:sldId id="312" r:id="rId28"/>
    <p:sldId id="302" r:id="rId29"/>
    <p:sldId id="286" r:id="rId30"/>
    <p:sldId id="283" r:id="rId31"/>
    <p:sldId id="296" r:id="rId32"/>
    <p:sldId id="297" r:id="rId33"/>
    <p:sldId id="298" r:id="rId34"/>
    <p:sldId id="300" r:id="rId35"/>
    <p:sldId id="270" r:id="rId36"/>
    <p:sldId id="269" r:id="rId37"/>
    <p:sldId id="303" r:id="rId38"/>
    <p:sldId id="304" r:id="rId39"/>
    <p:sldId id="273" r:id="rId40"/>
    <p:sldId id="287" r:id="rId41"/>
    <p:sldId id="260" r:id="rId42"/>
    <p:sldId id="267" r:id="rId43"/>
    <p:sldId id="265" r:id="rId44"/>
    <p:sldId id="288" r:id="rId45"/>
    <p:sldId id="262" r:id="rId46"/>
    <p:sldId id="299" r:id="rId47"/>
    <p:sldId id="307" r:id="rId48"/>
    <p:sldId id="311" r:id="rId49"/>
    <p:sldId id="293" r:id="rId50"/>
    <p:sldId id="294" r:id="rId51"/>
    <p:sldId id="295" r:id="rId52"/>
    <p:sldId id="301" r:id="rId53"/>
    <p:sldId id="284" r:id="rId54"/>
    <p:sldId id="277" r:id="rId55"/>
    <p:sldId id="280" r:id="rId56"/>
    <p:sldId id="272" r:id="rId57"/>
    <p:sldId id="271" r:id="rId58"/>
    <p:sldId id="305" r:id="rId59"/>
    <p:sldId id="282" r:id="rId60"/>
    <p:sldId id="313" r:id="rId61"/>
    <p:sldId id="316" r:id="rId62"/>
    <p:sldId id="317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175829F1-E33A-4D51-B4F4-1A2A98DBA39A}">
          <p14:sldIdLst>
            <p14:sldId id="256"/>
          </p14:sldIdLst>
        </p14:section>
        <p14:section name="Геополітична ситуація" id="{ACB74A08-018D-4D94-BD8A-946147D8CC2B}">
          <p14:sldIdLst>
            <p14:sldId id="258"/>
            <p14:sldId id="308"/>
            <p14:sldId id="309"/>
            <p14:sldId id="314"/>
            <p14:sldId id="266"/>
            <p14:sldId id="276"/>
            <p14:sldId id="275"/>
            <p14:sldId id="289"/>
            <p14:sldId id="291"/>
            <p14:sldId id="290"/>
            <p14:sldId id="285"/>
            <p14:sldId id="278"/>
            <p14:sldId id="281"/>
            <p14:sldId id="310"/>
            <p14:sldId id="279"/>
          </p14:sldIdLst>
        </p14:section>
        <p14:section name="Політичне життя" id="{C518CBB6-2E83-4474-94CD-2571B66DCC16}">
          <p14:sldIdLst>
            <p14:sldId id="259"/>
            <p14:sldId id="292"/>
            <p14:sldId id="257"/>
            <p14:sldId id="315"/>
            <p14:sldId id="274"/>
            <p14:sldId id="268"/>
            <p14:sldId id="261"/>
            <p14:sldId id="263"/>
            <p14:sldId id="264"/>
            <p14:sldId id="306"/>
            <p14:sldId id="312"/>
            <p14:sldId id="302"/>
            <p14:sldId id="286"/>
            <p14:sldId id="283"/>
            <p14:sldId id="296"/>
            <p14:sldId id="297"/>
            <p14:sldId id="298"/>
            <p14:sldId id="300"/>
            <p14:sldId id="270"/>
            <p14:sldId id="269"/>
            <p14:sldId id="303"/>
            <p14:sldId id="304"/>
          </p14:sldIdLst>
        </p14:section>
        <p14:section name="Карпатська Україна" id="{3DD6EB0D-7B32-4CDC-A653-7B222D616F80}">
          <p14:sldIdLst>
            <p14:sldId id="273"/>
            <p14:sldId id="287"/>
            <p14:sldId id="260"/>
            <p14:sldId id="267"/>
            <p14:sldId id="265"/>
            <p14:sldId id="288"/>
            <p14:sldId id="262"/>
            <p14:sldId id="299"/>
            <p14:sldId id="307"/>
            <p14:sldId id="311"/>
            <p14:sldId id="293"/>
            <p14:sldId id="294"/>
            <p14:sldId id="295"/>
            <p14:sldId id="301"/>
            <p14:sldId id="284"/>
            <p14:sldId id="277"/>
            <p14:sldId id="280"/>
          </p14:sldIdLst>
        </p14:section>
        <p14:section name="Культура" id="{4E053454-B0F5-4FE4-8283-D67C48BA3E68}">
          <p14:sldIdLst>
            <p14:sldId id="272"/>
            <p14:sldId id="271"/>
            <p14:sldId id="305"/>
            <p14:sldId id="282"/>
            <p14:sldId id="313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4D3138-337E-411E-AFA1-1D1BC8864D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53413EE-5C0E-4B4A-A567-E3CEC716E01F}">
      <dgm:prSet/>
      <dgm:spPr/>
      <dgm:t>
        <a:bodyPr/>
        <a:lstStyle/>
        <a:p>
          <a:r>
            <a:rPr lang="uk-UA" b="0" i="0"/>
            <a:t>Установлення комуністичного тоталітарного режиму в Україні (1921–1928 рр.)</a:t>
          </a:r>
          <a:endParaRPr lang="uk-UA"/>
        </a:p>
      </dgm:t>
    </dgm:pt>
    <dgm:pt modelId="{43A1D5F3-9BFE-4B0B-8BA8-BFD12F71CA4D}" type="parTrans" cxnId="{2F1491B4-44EF-459F-8390-90FB8A7E9ACF}">
      <dgm:prSet/>
      <dgm:spPr/>
      <dgm:t>
        <a:bodyPr/>
        <a:lstStyle/>
        <a:p>
          <a:endParaRPr lang="uk-UA"/>
        </a:p>
      </dgm:t>
    </dgm:pt>
    <dgm:pt modelId="{D2FD9EE6-A146-427F-B0A7-70A75428AA83}" type="sibTrans" cxnId="{2F1491B4-44EF-459F-8390-90FB8A7E9ACF}">
      <dgm:prSet/>
      <dgm:spPr/>
      <dgm:t>
        <a:bodyPr/>
        <a:lstStyle/>
        <a:p>
          <a:endParaRPr lang="uk-UA"/>
        </a:p>
      </dgm:t>
    </dgm:pt>
    <dgm:pt modelId="{B986096B-805D-4C63-8481-D0DA22717F6E}">
      <dgm:prSet/>
      <dgm:spPr/>
      <dgm:t>
        <a:bodyPr/>
        <a:lstStyle/>
        <a:p>
          <a:r>
            <a:rPr lang="uk-UA" b="0" i="0"/>
            <a:t>Утвердження більшовицького тоталітарного режиму в Україні (1929–1938 рр.)</a:t>
          </a:r>
          <a:endParaRPr lang="uk-UA"/>
        </a:p>
      </dgm:t>
    </dgm:pt>
    <dgm:pt modelId="{5A9581E7-88F8-48A7-8A20-7AFD71694606}" type="parTrans" cxnId="{57957456-293C-472C-AF8E-B471156D9DA9}">
      <dgm:prSet/>
      <dgm:spPr/>
      <dgm:t>
        <a:bodyPr/>
        <a:lstStyle/>
        <a:p>
          <a:endParaRPr lang="uk-UA"/>
        </a:p>
      </dgm:t>
    </dgm:pt>
    <dgm:pt modelId="{02D86FAF-D9A5-49C8-A0F4-FC43ADE72013}" type="sibTrans" cxnId="{57957456-293C-472C-AF8E-B471156D9DA9}">
      <dgm:prSet/>
      <dgm:spPr/>
      <dgm:t>
        <a:bodyPr/>
        <a:lstStyle/>
        <a:p>
          <a:endParaRPr lang="uk-UA"/>
        </a:p>
      </dgm:t>
    </dgm:pt>
    <dgm:pt modelId="{CF1E47DF-79D0-42A9-9913-BAB0425191B2}">
      <dgm:prSet/>
      <dgm:spPr/>
      <dgm:t>
        <a:bodyPr/>
        <a:lstStyle/>
        <a:p>
          <a:r>
            <a:rPr lang="uk-UA" b="0" i="0"/>
            <a:t>Західноукраїнські землі у міжвоєнний період (1921–1938 рр.)</a:t>
          </a:r>
          <a:endParaRPr lang="uk-UA"/>
        </a:p>
      </dgm:t>
    </dgm:pt>
    <dgm:pt modelId="{0EF5EF1D-66AA-4B81-B51C-6108A0B25469}" type="parTrans" cxnId="{D75CBAAE-7BC2-4724-AD2D-C4BC617553DC}">
      <dgm:prSet/>
      <dgm:spPr/>
      <dgm:t>
        <a:bodyPr/>
        <a:lstStyle/>
        <a:p>
          <a:endParaRPr lang="uk-UA"/>
        </a:p>
      </dgm:t>
    </dgm:pt>
    <dgm:pt modelId="{A141BBCA-6572-4803-B28B-3B779942AFFD}" type="sibTrans" cxnId="{D75CBAAE-7BC2-4724-AD2D-C4BC617553DC}">
      <dgm:prSet/>
      <dgm:spPr/>
      <dgm:t>
        <a:bodyPr/>
        <a:lstStyle/>
        <a:p>
          <a:endParaRPr lang="uk-UA"/>
        </a:p>
      </dgm:t>
    </dgm:pt>
    <dgm:pt modelId="{843ED4B0-B3E2-4D24-B85B-F32866EE0848}">
      <dgm:prSet/>
      <dgm:spPr/>
      <dgm:t>
        <a:bodyPr/>
        <a:lstStyle/>
        <a:p>
          <a:r>
            <a:rPr lang="uk-UA" b="0" i="0"/>
            <a:t>Україна в роки Другої світової війни (1939–1945 рр.)</a:t>
          </a:r>
          <a:endParaRPr lang="uk-UA"/>
        </a:p>
      </dgm:t>
    </dgm:pt>
    <dgm:pt modelId="{C897492C-8179-46A6-BD67-7485BB5AE13B}" type="parTrans" cxnId="{DCF698D8-95FB-4D26-97D2-960628525611}">
      <dgm:prSet/>
      <dgm:spPr/>
      <dgm:t>
        <a:bodyPr/>
        <a:lstStyle/>
        <a:p>
          <a:endParaRPr lang="uk-UA"/>
        </a:p>
      </dgm:t>
    </dgm:pt>
    <dgm:pt modelId="{F6C4CEBD-B13D-49C6-922A-064B23A2A078}" type="sibTrans" cxnId="{DCF698D8-95FB-4D26-97D2-960628525611}">
      <dgm:prSet/>
      <dgm:spPr/>
      <dgm:t>
        <a:bodyPr/>
        <a:lstStyle/>
        <a:p>
          <a:endParaRPr lang="uk-UA"/>
        </a:p>
      </dgm:t>
    </dgm:pt>
    <dgm:pt modelId="{15B42894-53C2-47D1-B7B0-28742F275221}" type="pres">
      <dgm:prSet presAssocID="{D04D3138-337E-411E-AFA1-1D1BC8864D0F}" presName="linear" presStyleCnt="0">
        <dgm:presLayoutVars>
          <dgm:animLvl val="lvl"/>
          <dgm:resizeHandles val="exact"/>
        </dgm:presLayoutVars>
      </dgm:prSet>
      <dgm:spPr/>
    </dgm:pt>
    <dgm:pt modelId="{53CED2D8-1BA6-4572-9FB9-67974349B084}" type="pres">
      <dgm:prSet presAssocID="{853413EE-5C0E-4B4A-A567-E3CEC716E0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4810C31-D4A7-4498-9EFC-51AC51A563EC}" type="pres">
      <dgm:prSet presAssocID="{D2FD9EE6-A146-427F-B0A7-70A75428AA83}" presName="spacer" presStyleCnt="0"/>
      <dgm:spPr/>
    </dgm:pt>
    <dgm:pt modelId="{A2D03CBD-7A1F-467C-9284-D8EB92427E8C}" type="pres">
      <dgm:prSet presAssocID="{B986096B-805D-4C63-8481-D0DA22717F6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F61B615-EF50-4F31-A0F9-353390C722FC}" type="pres">
      <dgm:prSet presAssocID="{02D86FAF-D9A5-49C8-A0F4-FC43ADE72013}" presName="spacer" presStyleCnt="0"/>
      <dgm:spPr/>
    </dgm:pt>
    <dgm:pt modelId="{0C880FF3-F67A-4C2A-8F7B-3BBCC2CF88F8}" type="pres">
      <dgm:prSet presAssocID="{CF1E47DF-79D0-42A9-9913-BAB0425191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1371A2-906B-477C-BA2B-5198B6FED470}" type="pres">
      <dgm:prSet presAssocID="{A141BBCA-6572-4803-B28B-3B779942AFFD}" presName="spacer" presStyleCnt="0"/>
      <dgm:spPr/>
    </dgm:pt>
    <dgm:pt modelId="{77DC483F-F2D6-45E5-A30B-39D4BD6ADB00}" type="pres">
      <dgm:prSet presAssocID="{843ED4B0-B3E2-4D24-B85B-F32866EE084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2AC8825-83B7-4B7D-A3C4-187BE3C8D451}" type="presOf" srcId="{853413EE-5C0E-4B4A-A567-E3CEC716E01F}" destId="{53CED2D8-1BA6-4572-9FB9-67974349B084}" srcOrd="0" destOrd="0" presId="urn:microsoft.com/office/officeart/2005/8/layout/vList2"/>
    <dgm:cxn modelId="{94728235-2B59-4523-AC3B-164C507BD67A}" type="presOf" srcId="{843ED4B0-B3E2-4D24-B85B-F32866EE0848}" destId="{77DC483F-F2D6-45E5-A30B-39D4BD6ADB00}" srcOrd="0" destOrd="0" presId="urn:microsoft.com/office/officeart/2005/8/layout/vList2"/>
    <dgm:cxn modelId="{57957456-293C-472C-AF8E-B471156D9DA9}" srcId="{D04D3138-337E-411E-AFA1-1D1BC8864D0F}" destId="{B986096B-805D-4C63-8481-D0DA22717F6E}" srcOrd="1" destOrd="0" parTransId="{5A9581E7-88F8-48A7-8A20-7AFD71694606}" sibTransId="{02D86FAF-D9A5-49C8-A0F4-FC43ADE72013}"/>
    <dgm:cxn modelId="{880B9997-FC22-444F-8714-F34E26F0614C}" type="presOf" srcId="{CF1E47DF-79D0-42A9-9913-BAB0425191B2}" destId="{0C880FF3-F67A-4C2A-8F7B-3BBCC2CF88F8}" srcOrd="0" destOrd="0" presId="urn:microsoft.com/office/officeart/2005/8/layout/vList2"/>
    <dgm:cxn modelId="{9EE58C9C-3725-488E-ACCB-7E236B9843A0}" type="presOf" srcId="{B986096B-805D-4C63-8481-D0DA22717F6E}" destId="{A2D03CBD-7A1F-467C-9284-D8EB92427E8C}" srcOrd="0" destOrd="0" presId="urn:microsoft.com/office/officeart/2005/8/layout/vList2"/>
    <dgm:cxn modelId="{D75CBAAE-7BC2-4724-AD2D-C4BC617553DC}" srcId="{D04D3138-337E-411E-AFA1-1D1BC8864D0F}" destId="{CF1E47DF-79D0-42A9-9913-BAB0425191B2}" srcOrd="2" destOrd="0" parTransId="{0EF5EF1D-66AA-4B81-B51C-6108A0B25469}" sibTransId="{A141BBCA-6572-4803-B28B-3B779942AFFD}"/>
    <dgm:cxn modelId="{2F1491B4-44EF-459F-8390-90FB8A7E9ACF}" srcId="{D04D3138-337E-411E-AFA1-1D1BC8864D0F}" destId="{853413EE-5C0E-4B4A-A567-E3CEC716E01F}" srcOrd="0" destOrd="0" parTransId="{43A1D5F3-9BFE-4B0B-8BA8-BFD12F71CA4D}" sibTransId="{D2FD9EE6-A146-427F-B0A7-70A75428AA83}"/>
    <dgm:cxn modelId="{88F9EFC1-C37F-4FAA-9270-C31941FB8281}" type="presOf" srcId="{D04D3138-337E-411E-AFA1-1D1BC8864D0F}" destId="{15B42894-53C2-47D1-B7B0-28742F275221}" srcOrd="0" destOrd="0" presId="urn:microsoft.com/office/officeart/2005/8/layout/vList2"/>
    <dgm:cxn modelId="{DCF698D8-95FB-4D26-97D2-960628525611}" srcId="{D04D3138-337E-411E-AFA1-1D1BC8864D0F}" destId="{843ED4B0-B3E2-4D24-B85B-F32866EE0848}" srcOrd="3" destOrd="0" parTransId="{C897492C-8179-46A6-BD67-7485BB5AE13B}" sibTransId="{F6C4CEBD-B13D-49C6-922A-064B23A2A078}"/>
    <dgm:cxn modelId="{F9697CFE-A80D-4333-A21D-86E4D3C60B44}" type="presParOf" srcId="{15B42894-53C2-47D1-B7B0-28742F275221}" destId="{53CED2D8-1BA6-4572-9FB9-67974349B084}" srcOrd="0" destOrd="0" presId="urn:microsoft.com/office/officeart/2005/8/layout/vList2"/>
    <dgm:cxn modelId="{33D35346-4E3D-4A70-869A-609BC1DFAF0B}" type="presParOf" srcId="{15B42894-53C2-47D1-B7B0-28742F275221}" destId="{14810C31-D4A7-4498-9EFC-51AC51A563EC}" srcOrd="1" destOrd="0" presId="urn:microsoft.com/office/officeart/2005/8/layout/vList2"/>
    <dgm:cxn modelId="{0B23C3E8-5745-4F56-A5AA-02DE61A832DD}" type="presParOf" srcId="{15B42894-53C2-47D1-B7B0-28742F275221}" destId="{A2D03CBD-7A1F-467C-9284-D8EB92427E8C}" srcOrd="2" destOrd="0" presId="urn:microsoft.com/office/officeart/2005/8/layout/vList2"/>
    <dgm:cxn modelId="{AC700E6C-16BA-489E-B40F-CB00838903B0}" type="presParOf" srcId="{15B42894-53C2-47D1-B7B0-28742F275221}" destId="{8F61B615-EF50-4F31-A0F9-353390C722FC}" srcOrd="3" destOrd="0" presId="urn:microsoft.com/office/officeart/2005/8/layout/vList2"/>
    <dgm:cxn modelId="{FE9D009D-7634-4EF1-9D38-57E6BAC7D5AF}" type="presParOf" srcId="{15B42894-53C2-47D1-B7B0-28742F275221}" destId="{0C880FF3-F67A-4C2A-8F7B-3BBCC2CF88F8}" srcOrd="4" destOrd="0" presId="urn:microsoft.com/office/officeart/2005/8/layout/vList2"/>
    <dgm:cxn modelId="{5CFDD5A3-5338-4F09-A137-DE6F31E9ABEB}" type="presParOf" srcId="{15B42894-53C2-47D1-B7B0-28742F275221}" destId="{631371A2-906B-477C-BA2B-5198B6FED470}" srcOrd="5" destOrd="0" presId="urn:microsoft.com/office/officeart/2005/8/layout/vList2"/>
    <dgm:cxn modelId="{8B9E4BED-A41D-4F7A-8EA1-6E57EF5562F4}" type="presParOf" srcId="{15B42894-53C2-47D1-B7B0-28742F275221}" destId="{77DC483F-F2D6-45E5-A30B-39D4BD6ADB0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BB6C4F-53CD-456E-BF08-E23E8851907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4464293-1FFF-4429-BD24-1FB3304A66BD}">
      <dgm:prSet/>
      <dgm:spPr/>
      <dgm:t>
        <a:bodyPr/>
        <a:lstStyle/>
        <a:p>
          <a:r>
            <a:rPr lang="uk-UA" b="0" i="0"/>
            <a:t>«осадництво», «пацифікація», «інтегральний націоналізм»</a:t>
          </a:r>
          <a:endParaRPr lang="uk-UA"/>
        </a:p>
      </dgm:t>
    </dgm:pt>
    <dgm:pt modelId="{5C5F2C0C-64A7-420A-B56E-405E50D3C008}" type="parTrans" cxnId="{DD5D40EB-5040-4144-AEDE-02CAEE3F6E51}">
      <dgm:prSet/>
      <dgm:spPr/>
      <dgm:t>
        <a:bodyPr/>
        <a:lstStyle/>
        <a:p>
          <a:endParaRPr lang="uk-UA"/>
        </a:p>
      </dgm:t>
    </dgm:pt>
    <dgm:pt modelId="{2E444A0E-16CE-456A-A420-71628D2E1F1F}" type="sibTrans" cxnId="{DD5D40EB-5040-4144-AEDE-02CAEE3F6E51}">
      <dgm:prSet/>
      <dgm:spPr/>
      <dgm:t>
        <a:bodyPr/>
        <a:lstStyle/>
        <a:p>
          <a:endParaRPr lang="uk-UA"/>
        </a:p>
      </dgm:t>
    </dgm:pt>
    <dgm:pt modelId="{E127B40B-BF4A-4085-A6EC-0EC07EE3711B}">
      <dgm:prSet/>
      <dgm:spPr/>
      <dgm:t>
        <a:bodyPr/>
        <a:lstStyle/>
        <a:p>
          <a:r>
            <a:rPr lang="uk-UA" b="0" i="0"/>
            <a:t>«операція “Вісла”», «ждановщина», «космополітизм»</a:t>
          </a:r>
          <a:endParaRPr lang="uk-UA"/>
        </a:p>
      </dgm:t>
    </dgm:pt>
    <dgm:pt modelId="{7EF4013E-AD5C-4AF8-B2D1-0C167092244D}" type="parTrans" cxnId="{FC5CE73B-583D-4FAB-92E4-B46757C52739}">
      <dgm:prSet/>
      <dgm:spPr/>
      <dgm:t>
        <a:bodyPr/>
        <a:lstStyle/>
        <a:p>
          <a:endParaRPr lang="uk-UA"/>
        </a:p>
      </dgm:t>
    </dgm:pt>
    <dgm:pt modelId="{32443B14-87FA-404F-9CE7-8C7D516980FA}" type="sibTrans" cxnId="{FC5CE73B-583D-4FAB-92E4-B46757C52739}">
      <dgm:prSet/>
      <dgm:spPr/>
      <dgm:t>
        <a:bodyPr/>
        <a:lstStyle/>
        <a:p>
          <a:endParaRPr lang="uk-UA"/>
        </a:p>
      </dgm:t>
    </dgm:pt>
    <dgm:pt modelId="{64C76122-B535-4166-BCF8-407F42077B09}">
      <dgm:prSet/>
      <dgm:spPr/>
      <dgm:t>
        <a:bodyPr/>
        <a:lstStyle/>
        <a:p>
          <a:r>
            <a:rPr lang="uk-UA" b="0" i="0"/>
            <a:t>«п’ятирічка», «розкуркулення», «розстріляне відродження»</a:t>
          </a:r>
          <a:endParaRPr lang="uk-UA"/>
        </a:p>
      </dgm:t>
    </dgm:pt>
    <dgm:pt modelId="{6135E7A5-4F15-4C3E-8BA5-795369F6A043}" type="parTrans" cxnId="{7818B7DF-677E-4E6D-8847-41AAE6B3C54C}">
      <dgm:prSet/>
      <dgm:spPr/>
      <dgm:t>
        <a:bodyPr/>
        <a:lstStyle/>
        <a:p>
          <a:endParaRPr lang="uk-UA"/>
        </a:p>
      </dgm:t>
    </dgm:pt>
    <dgm:pt modelId="{BB5D9E7B-F8DA-4D46-8A0B-6C4A4E83F0A1}" type="sibTrans" cxnId="{7818B7DF-677E-4E6D-8847-41AAE6B3C54C}">
      <dgm:prSet/>
      <dgm:spPr/>
      <dgm:t>
        <a:bodyPr/>
        <a:lstStyle/>
        <a:p>
          <a:endParaRPr lang="uk-UA"/>
        </a:p>
      </dgm:t>
    </dgm:pt>
    <dgm:pt modelId="{B33542E5-096B-4D88-9B2F-6B7673A8DF47}">
      <dgm:prSet/>
      <dgm:spPr/>
      <dgm:t>
        <a:bodyPr/>
        <a:lstStyle/>
        <a:p>
          <a:r>
            <a:rPr lang="uk-UA" b="0" i="0"/>
            <a:t>«новий порядок», «план “Ост”», «Голокост»</a:t>
          </a:r>
          <a:endParaRPr lang="uk-UA"/>
        </a:p>
      </dgm:t>
    </dgm:pt>
    <dgm:pt modelId="{3B48F913-EB86-411B-BD35-B90CDB1485CD}" type="parTrans" cxnId="{01C96039-7924-4F7C-BAB4-4DB892BDC44B}">
      <dgm:prSet/>
      <dgm:spPr/>
      <dgm:t>
        <a:bodyPr/>
        <a:lstStyle/>
        <a:p>
          <a:endParaRPr lang="uk-UA"/>
        </a:p>
      </dgm:t>
    </dgm:pt>
    <dgm:pt modelId="{3661CBAC-85C5-4D7B-82F4-29FB362E10CF}" type="sibTrans" cxnId="{01C96039-7924-4F7C-BAB4-4DB892BDC44B}">
      <dgm:prSet/>
      <dgm:spPr/>
      <dgm:t>
        <a:bodyPr/>
        <a:lstStyle/>
        <a:p>
          <a:endParaRPr lang="uk-UA"/>
        </a:p>
      </dgm:t>
    </dgm:pt>
    <dgm:pt modelId="{9667E0FD-6D31-4C7D-8482-B764C9589311}">
      <dgm:prSet/>
      <dgm:spPr/>
      <dgm:t>
        <a:bodyPr/>
        <a:lstStyle/>
        <a:p>
          <a:r>
            <a:rPr lang="uk-UA" b="0" i="0"/>
            <a:t>«нова економічна політика», «коренізація», «індустріалізація»</a:t>
          </a:r>
          <a:endParaRPr lang="uk-UA"/>
        </a:p>
      </dgm:t>
    </dgm:pt>
    <dgm:pt modelId="{08A7860A-0404-47E0-8529-B277A1B53D04}" type="parTrans" cxnId="{54AB6B54-1D3C-4F63-9D72-690127D12D03}">
      <dgm:prSet/>
      <dgm:spPr/>
      <dgm:t>
        <a:bodyPr/>
        <a:lstStyle/>
        <a:p>
          <a:endParaRPr lang="uk-UA"/>
        </a:p>
      </dgm:t>
    </dgm:pt>
    <dgm:pt modelId="{9B8A9C08-E7A7-4168-847A-EFD9852145C9}" type="sibTrans" cxnId="{54AB6B54-1D3C-4F63-9D72-690127D12D03}">
      <dgm:prSet/>
      <dgm:spPr/>
      <dgm:t>
        <a:bodyPr/>
        <a:lstStyle/>
        <a:p>
          <a:endParaRPr lang="uk-UA"/>
        </a:p>
      </dgm:t>
    </dgm:pt>
    <dgm:pt modelId="{6081A76B-9F1A-4420-BFA8-DFE48AE8D436}" type="pres">
      <dgm:prSet presAssocID="{E2BB6C4F-53CD-456E-BF08-E23E8851907A}" presName="vert0" presStyleCnt="0">
        <dgm:presLayoutVars>
          <dgm:dir/>
          <dgm:animOne val="branch"/>
          <dgm:animLvl val="lvl"/>
        </dgm:presLayoutVars>
      </dgm:prSet>
      <dgm:spPr/>
    </dgm:pt>
    <dgm:pt modelId="{D7DBB24B-A1EF-4D1A-8DF2-79AE3DCD8B1F}" type="pres">
      <dgm:prSet presAssocID="{34464293-1FFF-4429-BD24-1FB3304A66BD}" presName="thickLine" presStyleLbl="alignNode1" presStyleIdx="0" presStyleCnt="5"/>
      <dgm:spPr/>
    </dgm:pt>
    <dgm:pt modelId="{45BB7B8B-6E99-42FB-9015-BCA124F52E0A}" type="pres">
      <dgm:prSet presAssocID="{34464293-1FFF-4429-BD24-1FB3304A66BD}" presName="horz1" presStyleCnt="0"/>
      <dgm:spPr/>
    </dgm:pt>
    <dgm:pt modelId="{AB888BF8-8267-4B77-85ED-3B3162A1D868}" type="pres">
      <dgm:prSet presAssocID="{34464293-1FFF-4429-BD24-1FB3304A66BD}" presName="tx1" presStyleLbl="revTx" presStyleIdx="0" presStyleCnt="5"/>
      <dgm:spPr/>
    </dgm:pt>
    <dgm:pt modelId="{71ACA09E-45F6-4F42-B766-00389886A451}" type="pres">
      <dgm:prSet presAssocID="{34464293-1FFF-4429-BD24-1FB3304A66BD}" presName="vert1" presStyleCnt="0"/>
      <dgm:spPr/>
    </dgm:pt>
    <dgm:pt modelId="{3F9DF270-8A16-4191-A297-7CF93922D458}" type="pres">
      <dgm:prSet presAssocID="{E127B40B-BF4A-4085-A6EC-0EC07EE3711B}" presName="thickLine" presStyleLbl="alignNode1" presStyleIdx="1" presStyleCnt="5"/>
      <dgm:spPr/>
    </dgm:pt>
    <dgm:pt modelId="{B661AD94-6709-4348-8E2E-11973AFA0BE8}" type="pres">
      <dgm:prSet presAssocID="{E127B40B-BF4A-4085-A6EC-0EC07EE3711B}" presName="horz1" presStyleCnt="0"/>
      <dgm:spPr/>
    </dgm:pt>
    <dgm:pt modelId="{81C738E9-13E8-48E5-81D1-762693DC5B5B}" type="pres">
      <dgm:prSet presAssocID="{E127B40B-BF4A-4085-A6EC-0EC07EE3711B}" presName="tx1" presStyleLbl="revTx" presStyleIdx="1" presStyleCnt="5"/>
      <dgm:spPr/>
    </dgm:pt>
    <dgm:pt modelId="{D6FE4972-FE0A-42D9-A626-3B15EAA60CBF}" type="pres">
      <dgm:prSet presAssocID="{E127B40B-BF4A-4085-A6EC-0EC07EE3711B}" presName="vert1" presStyleCnt="0"/>
      <dgm:spPr/>
    </dgm:pt>
    <dgm:pt modelId="{D207A3A9-8C37-4CA5-AF82-95ACAE6F8278}" type="pres">
      <dgm:prSet presAssocID="{64C76122-B535-4166-BCF8-407F42077B09}" presName="thickLine" presStyleLbl="alignNode1" presStyleIdx="2" presStyleCnt="5"/>
      <dgm:spPr/>
    </dgm:pt>
    <dgm:pt modelId="{AB11F69D-51D7-4B13-8F38-EB925DB5A970}" type="pres">
      <dgm:prSet presAssocID="{64C76122-B535-4166-BCF8-407F42077B09}" presName="horz1" presStyleCnt="0"/>
      <dgm:spPr/>
    </dgm:pt>
    <dgm:pt modelId="{BEEAAC1F-D59F-428E-A3D0-44B6C513AFB1}" type="pres">
      <dgm:prSet presAssocID="{64C76122-B535-4166-BCF8-407F42077B09}" presName="tx1" presStyleLbl="revTx" presStyleIdx="2" presStyleCnt="5"/>
      <dgm:spPr/>
    </dgm:pt>
    <dgm:pt modelId="{0B144289-9DE3-41E9-90F8-3AFB31BC9800}" type="pres">
      <dgm:prSet presAssocID="{64C76122-B535-4166-BCF8-407F42077B09}" presName="vert1" presStyleCnt="0"/>
      <dgm:spPr/>
    </dgm:pt>
    <dgm:pt modelId="{17ED05E1-14B7-48B6-BA7B-1A70F0171F3A}" type="pres">
      <dgm:prSet presAssocID="{B33542E5-096B-4D88-9B2F-6B7673A8DF47}" presName="thickLine" presStyleLbl="alignNode1" presStyleIdx="3" presStyleCnt="5"/>
      <dgm:spPr/>
    </dgm:pt>
    <dgm:pt modelId="{72B0BA6C-D988-4609-8C5C-A4872049E553}" type="pres">
      <dgm:prSet presAssocID="{B33542E5-096B-4D88-9B2F-6B7673A8DF47}" presName="horz1" presStyleCnt="0"/>
      <dgm:spPr/>
    </dgm:pt>
    <dgm:pt modelId="{5483B921-5EF9-4912-A7B2-76E9C45939B1}" type="pres">
      <dgm:prSet presAssocID="{B33542E5-096B-4D88-9B2F-6B7673A8DF47}" presName="tx1" presStyleLbl="revTx" presStyleIdx="3" presStyleCnt="5"/>
      <dgm:spPr/>
    </dgm:pt>
    <dgm:pt modelId="{36CD52B1-F638-4119-99D0-DB13CE9FD905}" type="pres">
      <dgm:prSet presAssocID="{B33542E5-096B-4D88-9B2F-6B7673A8DF47}" presName="vert1" presStyleCnt="0"/>
      <dgm:spPr/>
    </dgm:pt>
    <dgm:pt modelId="{E96D4878-70A0-4355-B13E-ACA149C92D01}" type="pres">
      <dgm:prSet presAssocID="{9667E0FD-6D31-4C7D-8482-B764C9589311}" presName="thickLine" presStyleLbl="alignNode1" presStyleIdx="4" presStyleCnt="5"/>
      <dgm:spPr/>
    </dgm:pt>
    <dgm:pt modelId="{D03DF626-1B18-4B48-8EA7-C8172D18132E}" type="pres">
      <dgm:prSet presAssocID="{9667E0FD-6D31-4C7D-8482-B764C9589311}" presName="horz1" presStyleCnt="0"/>
      <dgm:spPr/>
    </dgm:pt>
    <dgm:pt modelId="{22B4391F-6CF8-40E0-8FB2-0F255D56AAA0}" type="pres">
      <dgm:prSet presAssocID="{9667E0FD-6D31-4C7D-8482-B764C9589311}" presName="tx1" presStyleLbl="revTx" presStyleIdx="4" presStyleCnt="5"/>
      <dgm:spPr/>
    </dgm:pt>
    <dgm:pt modelId="{91885FE7-56A7-427F-8273-0EEE01B2E881}" type="pres">
      <dgm:prSet presAssocID="{9667E0FD-6D31-4C7D-8482-B764C9589311}" presName="vert1" presStyleCnt="0"/>
      <dgm:spPr/>
    </dgm:pt>
  </dgm:ptLst>
  <dgm:cxnLst>
    <dgm:cxn modelId="{BDFABC24-9F84-4BD5-8372-E7D336DF629D}" type="presOf" srcId="{E127B40B-BF4A-4085-A6EC-0EC07EE3711B}" destId="{81C738E9-13E8-48E5-81D1-762693DC5B5B}" srcOrd="0" destOrd="0" presId="urn:microsoft.com/office/officeart/2008/layout/LinedList"/>
    <dgm:cxn modelId="{01C96039-7924-4F7C-BAB4-4DB892BDC44B}" srcId="{E2BB6C4F-53CD-456E-BF08-E23E8851907A}" destId="{B33542E5-096B-4D88-9B2F-6B7673A8DF47}" srcOrd="3" destOrd="0" parTransId="{3B48F913-EB86-411B-BD35-B90CDB1485CD}" sibTransId="{3661CBAC-85C5-4D7B-82F4-29FB362E10CF}"/>
    <dgm:cxn modelId="{FC5CE73B-583D-4FAB-92E4-B46757C52739}" srcId="{E2BB6C4F-53CD-456E-BF08-E23E8851907A}" destId="{E127B40B-BF4A-4085-A6EC-0EC07EE3711B}" srcOrd="1" destOrd="0" parTransId="{7EF4013E-AD5C-4AF8-B2D1-0C167092244D}" sibTransId="{32443B14-87FA-404F-9CE7-8C7D516980FA}"/>
    <dgm:cxn modelId="{C8470445-1DC9-4273-A8D6-9A79999C3808}" type="presOf" srcId="{9667E0FD-6D31-4C7D-8482-B764C9589311}" destId="{22B4391F-6CF8-40E0-8FB2-0F255D56AAA0}" srcOrd="0" destOrd="0" presId="urn:microsoft.com/office/officeart/2008/layout/LinedList"/>
    <dgm:cxn modelId="{649C6B69-28D1-430C-B327-660931E93B62}" type="presOf" srcId="{E2BB6C4F-53CD-456E-BF08-E23E8851907A}" destId="{6081A76B-9F1A-4420-BFA8-DFE48AE8D436}" srcOrd="0" destOrd="0" presId="urn:microsoft.com/office/officeart/2008/layout/LinedList"/>
    <dgm:cxn modelId="{54AB6B54-1D3C-4F63-9D72-690127D12D03}" srcId="{E2BB6C4F-53CD-456E-BF08-E23E8851907A}" destId="{9667E0FD-6D31-4C7D-8482-B764C9589311}" srcOrd="4" destOrd="0" parTransId="{08A7860A-0404-47E0-8529-B277A1B53D04}" sibTransId="{9B8A9C08-E7A7-4168-847A-EFD9852145C9}"/>
    <dgm:cxn modelId="{A2157E8B-EDCB-4036-BFE2-032C2AA1DC84}" type="presOf" srcId="{64C76122-B535-4166-BCF8-407F42077B09}" destId="{BEEAAC1F-D59F-428E-A3D0-44B6C513AFB1}" srcOrd="0" destOrd="0" presId="urn:microsoft.com/office/officeart/2008/layout/LinedList"/>
    <dgm:cxn modelId="{581C18B8-D44A-4795-8CF4-2298B544D303}" type="presOf" srcId="{34464293-1FFF-4429-BD24-1FB3304A66BD}" destId="{AB888BF8-8267-4B77-85ED-3B3162A1D868}" srcOrd="0" destOrd="0" presId="urn:microsoft.com/office/officeart/2008/layout/LinedList"/>
    <dgm:cxn modelId="{7818B7DF-677E-4E6D-8847-41AAE6B3C54C}" srcId="{E2BB6C4F-53CD-456E-BF08-E23E8851907A}" destId="{64C76122-B535-4166-BCF8-407F42077B09}" srcOrd="2" destOrd="0" parTransId="{6135E7A5-4F15-4C3E-8BA5-795369F6A043}" sibTransId="{BB5D9E7B-F8DA-4D46-8A0B-6C4A4E83F0A1}"/>
    <dgm:cxn modelId="{DD5D40EB-5040-4144-AEDE-02CAEE3F6E51}" srcId="{E2BB6C4F-53CD-456E-BF08-E23E8851907A}" destId="{34464293-1FFF-4429-BD24-1FB3304A66BD}" srcOrd="0" destOrd="0" parTransId="{5C5F2C0C-64A7-420A-B56E-405E50D3C008}" sibTransId="{2E444A0E-16CE-456A-A420-71628D2E1F1F}"/>
    <dgm:cxn modelId="{2165C7F8-624E-49B1-B2D0-78715CF70877}" type="presOf" srcId="{B33542E5-096B-4D88-9B2F-6B7673A8DF47}" destId="{5483B921-5EF9-4912-A7B2-76E9C45939B1}" srcOrd="0" destOrd="0" presId="urn:microsoft.com/office/officeart/2008/layout/LinedList"/>
    <dgm:cxn modelId="{B2F7B0B3-EE20-419E-90C8-E5ECD5004B5B}" type="presParOf" srcId="{6081A76B-9F1A-4420-BFA8-DFE48AE8D436}" destId="{D7DBB24B-A1EF-4D1A-8DF2-79AE3DCD8B1F}" srcOrd="0" destOrd="0" presId="urn:microsoft.com/office/officeart/2008/layout/LinedList"/>
    <dgm:cxn modelId="{DB59DC64-A047-42ED-8E2E-ECA9818B6D91}" type="presParOf" srcId="{6081A76B-9F1A-4420-BFA8-DFE48AE8D436}" destId="{45BB7B8B-6E99-42FB-9015-BCA124F52E0A}" srcOrd="1" destOrd="0" presId="urn:microsoft.com/office/officeart/2008/layout/LinedList"/>
    <dgm:cxn modelId="{9DF4AB47-017D-4E80-8BAC-F93761C207D6}" type="presParOf" srcId="{45BB7B8B-6E99-42FB-9015-BCA124F52E0A}" destId="{AB888BF8-8267-4B77-85ED-3B3162A1D868}" srcOrd="0" destOrd="0" presId="urn:microsoft.com/office/officeart/2008/layout/LinedList"/>
    <dgm:cxn modelId="{91DEEA99-93DB-426F-8A00-DA29BF208674}" type="presParOf" srcId="{45BB7B8B-6E99-42FB-9015-BCA124F52E0A}" destId="{71ACA09E-45F6-4F42-B766-00389886A451}" srcOrd="1" destOrd="0" presId="urn:microsoft.com/office/officeart/2008/layout/LinedList"/>
    <dgm:cxn modelId="{F721FBF6-7F34-4BEB-A8FF-FFBEC2F4CC29}" type="presParOf" srcId="{6081A76B-9F1A-4420-BFA8-DFE48AE8D436}" destId="{3F9DF270-8A16-4191-A297-7CF93922D458}" srcOrd="2" destOrd="0" presId="urn:microsoft.com/office/officeart/2008/layout/LinedList"/>
    <dgm:cxn modelId="{121AA75E-90DC-456E-8A56-F9A8F415CC4B}" type="presParOf" srcId="{6081A76B-9F1A-4420-BFA8-DFE48AE8D436}" destId="{B661AD94-6709-4348-8E2E-11973AFA0BE8}" srcOrd="3" destOrd="0" presId="urn:microsoft.com/office/officeart/2008/layout/LinedList"/>
    <dgm:cxn modelId="{3B5AE92D-02A3-4675-B718-395F5F5CDDF0}" type="presParOf" srcId="{B661AD94-6709-4348-8E2E-11973AFA0BE8}" destId="{81C738E9-13E8-48E5-81D1-762693DC5B5B}" srcOrd="0" destOrd="0" presId="urn:microsoft.com/office/officeart/2008/layout/LinedList"/>
    <dgm:cxn modelId="{2E077DAB-C391-460F-9ACD-535625BE5DD1}" type="presParOf" srcId="{B661AD94-6709-4348-8E2E-11973AFA0BE8}" destId="{D6FE4972-FE0A-42D9-A626-3B15EAA60CBF}" srcOrd="1" destOrd="0" presId="urn:microsoft.com/office/officeart/2008/layout/LinedList"/>
    <dgm:cxn modelId="{80D41AE7-12A8-4699-8D99-572C91544CB5}" type="presParOf" srcId="{6081A76B-9F1A-4420-BFA8-DFE48AE8D436}" destId="{D207A3A9-8C37-4CA5-AF82-95ACAE6F8278}" srcOrd="4" destOrd="0" presId="urn:microsoft.com/office/officeart/2008/layout/LinedList"/>
    <dgm:cxn modelId="{01AC596A-4D3E-45D6-8433-089B893ACD60}" type="presParOf" srcId="{6081A76B-9F1A-4420-BFA8-DFE48AE8D436}" destId="{AB11F69D-51D7-4B13-8F38-EB925DB5A970}" srcOrd="5" destOrd="0" presId="urn:microsoft.com/office/officeart/2008/layout/LinedList"/>
    <dgm:cxn modelId="{43CC4DB7-683F-41AA-8973-C2C5A4677402}" type="presParOf" srcId="{AB11F69D-51D7-4B13-8F38-EB925DB5A970}" destId="{BEEAAC1F-D59F-428E-A3D0-44B6C513AFB1}" srcOrd="0" destOrd="0" presId="urn:microsoft.com/office/officeart/2008/layout/LinedList"/>
    <dgm:cxn modelId="{58E214C8-D677-41E1-BF6F-5C056AF76650}" type="presParOf" srcId="{AB11F69D-51D7-4B13-8F38-EB925DB5A970}" destId="{0B144289-9DE3-41E9-90F8-3AFB31BC9800}" srcOrd="1" destOrd="0" presId="urn:microsoft.com/office/officeart/2008/layout/LinedList"/>
    <dgm:cxn modelId="{F0CFB5A1-3019-4609-9BD0-B3E45E17858A}" type="presParOf" srcId="{6081A76B-9F1A-4420-BFA8-DFE48AE8D436}" destId="{17ED05E1-14B7-48B6-BA7B-1A70F0171F3A}" srcOrd="6" destOrd="0" presId="urn:microsoft.com/office/officeart/2008/layout/LinedList"/>
    <dgm:cxn modelId="{9A049FD0-B5E0-4855-B2EC-E84EA6F934A0}" type="presParOf" srcId="{6081A76B-9F1A-4420-BFA8-DFE48AE8D436}" destId="{72B0BA6C-D988-4609-8C5C-A4872049E553}" srcOrd="7" destOrd="0" presId="urn:microsoft.com/office/officeart/2008/layout/LinedList"/>
    <dgm:cxn modelId="{5ECFD686-2E81-4ED4-8EDB-5843610F7303}" type="presParOf" srcId="{72B0BA6C-D988-4609-8C5C-A4872049E553}" destId="{5483B921-5EF9-4912-A7B2-76E9C45939B1}" srcOrd="0" destOrd="0" presId="urn:microsoft.com/office/officeart/2008/layout/LinedList"/>
    <dgm:cxn modelId="{2C1EEEAE-4875-4EC3-ACC0-589DD12360B1}" type="presParOf" srcId="{72B0BA6C-D988-4609-8C5C-A4872049E553}" destId="{36CD52B1-F638-4119-99D0-DB13CE9FD905}" srcOrd="1" destOrd="0" presId="urn:microsoft.com/office/officeart/2008/layout/LinedList"/>
    <dgm:cxn modelId="{E9B77ECE-D1FA-4745-8716-11EA2E730153}" type="presParOf" srcId="{6081A76B-9F1A-4420-BFA8-DFE48AE8D436}" destId="{E96D4878-70A0-4355-B13E-ACA149C92D01}" srcOrd="8" destOrd="0" presId="urn:microsoft.com/office/officeart/2008/layout/LinedList"/>
    <dgm:cxn modelId="{F964D099-CB25-4EBE-A646-5A0641A2EA28}" type="presParOf" srcId="{6081A76B-9F1A-4420-BFA8-DFE48AE8D436}" destId="{D03DF626-1B18-4B48-8EA7-C8172D18132E}" srcOrd="9" destOrd="0" presId="urn:microsoft.com/office/officeart/2008/layout/LinedList"/>
    <dgm:cxn modelId="{DBAEF113-1F17-4D5B-A79E-6F84D5AA3CFD}" type="presParOf" srcId="{D03DF626-1B18-4B48-8EA7-C8172D18132E}" destId="{22B4391F-6CF8-40E0-8FB2-0F255D56AAA0}" srcOrd="0" destOrd="0" presId="urn:microsoft.com/office/officeart/2008/layout/LinedList"/>
    <dgm:cxn modelId="{EF3F5490-6181-40BD-9230-8B5B2705DB8F}" type="presParOf" srcId="{D03DF626-1B18-4B48-8EA7-C8172D18132E}" destId="{91885FE7-56A7-427F-8273-0EEE01B2E88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6B23C4-ACA3-4AAE-A729-24C1F510271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4A64B86-9AA8-43C5-9811-2B2FBC173ACB}">
      <dgm:prSet/>
      <dgm:spPr/>
      <dgm:t>
        <a:bodyPr/>
        <a:lstStyle/>
        <a:p>
          <a:r>
            <a:rPr lang="ru-RU" b="0" i="0"/>
            <a:t>Наддніпрянщина та Слобожанщина</a:t>
          </a:r>
          <a:endParaRPr lang="uk-UA"/>
        </a:p>
      </dgm:t>
    </dgm:pt>
    <dgm:pt modelId="{277D9CEC-8DB3-4E70-B80B-C7BBF01040E5}" type="parTrans" cxnId="{4BBAB34C-A090-4B1C-B912-CCBFE86F6BB2}">
      <dgm:prSet/>
      <dgm:spPr/>
      <dgm:t>
        <a:bodyPr/>
        <a:lstStyle/>
        <a:p>
          <a:endParaRPr lang="uk-UA"/>
        </a:p>
      </dgm:t>
    </dgm:pt>
    <dgm:pt modelId="{BE5E1735-F091-400C-B2C0-EA777BBB3B6D}" type="sibTrans" cxnId="{4BBAB34C-A090-4B1C-B912-CCBFE86F6BB2}">
      <dgm:prSet/>
      <dgm:spPr/>
      <dgm:t>
        <a:bodyPr/>
        <a:lstStyle/>
        <a:p>
          <a:endParaRPr lang="uk-UA"/>
        </a:p>
      </dgm:t>
    </dgm:pt>
    <dgm:pt modelId="{E4CB6CEE-ED4D-4FFD-A669-0BEEB8BAFC67}">
      <dgm:prSet/>
      <dgm:spPr/>
      <dgm:t>
        <a:bodyPr/>
        <a:lstStyle/>
        <a:p>
          <a:r>
            <a:rPr lang="ru-RU" b="0" i="0"/>
            <a:t>Східна Галичина та Західна Волинь</a:t>
          </a:r>
          <a:endParaRPr lang="uk-UA"/>
        </a:p>
      </dgm:t>
    </dgm:pt>
    <dgm:pt modelId="{FE0DEA3F-869B-4C55-82DE-4C7E477E2808}" type="parTrans" cxnId="{8A4DE0E6-62DC-43B2-99CB-A435E021E856}">
      <dgm:prSet/>
      <dgm:spPr/>
      <dgm:t>
        <a:bodyPr/>
        <a:lstStyle/>
        <a:p>
          <a:endParaRPr lang="uk-UA"/>
        </a:p>
      </dgm:t>
    </dgm:pt>
    <dgm:pt modelId="{BDDFE2FC-2FFB-4EAD-9AD1-076A7136E469}" type="sibTrans" cxnId="{8A4DE0E6-62DC-43B2-99CB-A435E021E856}">
      <dgm:prSet/>
      <dgm:spPr/>
      <dgm:t>
        <a:bodyPr/>
        <a:lstStyle/>
        <a:p>
          <a:endParaRPr lang="uk-UA"/>
        </a:p>
      </dgm:t>
    </dgm:pt>
    <dgm:pt modelId="{E0D4A7BB-FFF3-499B-91D1-BFCDEBB5D569}">
      <dgm:prSet/>
      <dgm:spPr/>
      <dgm:t>
        <a:bodyPr/>
        <a:lstStyle/>
        <a:p>
          <a:r>
            <a:rPr lang="ru-RU" b="0" i="0"/>
            <a:t>Північна Буковина та Південна Бессарабія</a:t>
          </a:r>
          <a:endParaRPr lang="uk-UA"/>
        </a:p>
      </dgm:t>
    </dgm:pt>
    <dgm:pt modelId="{63BD6D30-A000-4BEB-8BB0-48DFF2F14660}" type="parTrans" cxnId="{A1BB7798-6B85-4CE6-927F-520FD427B417}">
      <dgm:prSet/>
      <dgm:spPr/>
      <dgm:t>
        <a:bodyPr/>
        <a:lstStyle/>
        <a:p>
          <a:endParaRPr lang="uk-UA"/>
        </a:p>
      </dgm:t>
    </dgm:pt>
    <dgm:pt modelId="{66DFC037-C5E0-42E6-A027-33A81276A93C}" type="sibTrans" cxnId="{A1BB7798-6B85-4CE6-927F-520FD427B417}">
      <dgm:prSet/>
      <dgm:spPr/>
      <dgm:t>
        <a:bodyPr/>
        <a:lstStyle/>
        <a:p>
          <a:endParaRPr lang="uk-UA"/>
        </a:p>
      </dgm:t>
    </dgm:pt>
    <dgm:pt modelId="{67665185-4EAA-4A15-A9E3-562726CE7063}">
      <dgm:prSet/>
      <dgm:spPr/>
      <dgm:t>
        <a:bodyPr/>
        <a:lstStyle/>
        <a:p>
          <a:r>
            <a:rPr lang="ru-RU" b="0" i="0"/>
            <a:t>Закарпаття</a:t>
          </a:r>
          <a:endParaRPr lang="uk-UA"/>
        </a:p>
      </dgm:t>
    </dgm:pt>
    <dgm:pt modelId="{18BD4F00-B23E-4326-986A-6BCDBC2F811C}" type="parTrans" cxnId="{F8190E0E-708A-428C-9B77-411AEE538028}">
      <dgm:prSet/>
      <dgm:spPr/>
      <dgm:t>
        <a:bodyPr/>
        <a:lstStyle/>
        <a:p>
          <a:endParaRPr lang="uk-UA"/>
        </a:p>
      </dgm:t>
    </dgm:pt>
    <dgm:pt modelId="{6F7B5848-5902-4B8E-828C-3B95F128FFA8}" type="sibTrans" cxnId="{F8190E0E-708A-428C-9B77-411AEE538028}">
      <dgm:prSet/>
      <dgm:spPr/>
      <dgm:t>
        <a:bodyPr/>
        <a:lstStyle/>
        <a:p>
          <a:endParaRPr lang="uk-UA"/>
        </a:p>
      </dgm:t>
    </dgm:pt>
    <dgm:pt modelId="{6F3AF6B9-A77C-40AA-A840-829D4DA4BD80}" type="pres">
      <dgm:prSet presAssocID="{556B23C4-ACA3-4AAE-A729-24C1F5102719}" presName="linearFlow" presStyleCnt="0">
        <dgm:presLayoutVars>
          <dgm:dir/>
          <dgm:resizeHandles val="exact"/>
        </dgm:presLayoutVars>
      </dgm:prSet>
      <dgm:spPr/>
    </dgm:pt>
    <dgm:pt modelId="{1653D5FC-55A7-4C8E-A826-8175C70EF4DD}" type="pres">
      <dgm:prSet presAssocID="{B4A64B86-9AA8-43C5-9811-2B2FBC173ACB}" presName="composite" presStyleCnt="0"/>
      <dgm:spPr/>
    </dgm:pt>
    <dgm:pt modelId="{EA1CA415-1176-41D9-A9C5-79C802329CBC}" type="pres">
      <dgm:prSet presAssocID="{B4A64B86-9AA8-43C5-9811-2B2FBC173ACB}" presName="imgShp" presStyleLbl="fgImgPlace1" presStyleIdx="0" presStyleCnt="4"/>
      <dgm:spPr/>
    </dgm:pt>
    <dgm:pt modelId="{EAA725E6-E312-419B-90E4-7DCAB76A5994}" type="pres">
      <dgm:prSet presAssocID="{B4A64B86-9AA8-43C5-9811-2B2FBC173ACB}" presName="txShp" presStyleLbl="node1" presStyleIdx="0" presStyleCnt="4">
        <dgm:presLayoutVars>
          <dgm:bulletEnabled val="1"/>
        </dgm:presLayoutVars>
      </dgm:prSet>
      <dgm:spPr/>
    </dgm:pt>
    <dgm:pt modelId="{1EA8B51A-FA1C-4627-A7A1-D588011B464A}" type="pres">
      <dgm:prSet presAssocID="{BE5E1735-F091-400C-B2C0-EA777BBB3B6D}" presName="spacing" presStyleCnt="0"/>
      <dgm:spPr/>
    </dgm:pt>
    <dgm:pt modelId="{DF2ED56E-685D-4304-8FB4-5F12B5B997CA}" type="pres">
      <dgm:prSet presAssocID="{E4CB6CEE-ED4D-4FFD-A669-0BEEB8BAFC67}" presName="composite" presStyleCnt="0"/>
      <dgm:spPr/>
    </dgm:pt>
    <dgm:pt modelId="{8FA4F52F-68A2-465E-9BC8-9AC862D222AA}" type="pres">
      <dgm:prSet presAssocID="{E4CB6CEE-ED4D-4FFD-A669-0BEEB8BAFC67}" presName="imgShp" presStyleLbl="fgImgPlace1" presStyleIdx="1" presStyleCnt="4"/>
      <dgm:spPr/>
    </dgm:pt>
    <dgm:pt modelId="{FDDC3534-F742-4FAA-9147-D98074C38F64}" type="pres">
      <dgm:prSet presAssocID="{E4CB6CEE-ED4D-4FFD-A669-0BEEB8BAFC67}" presName="txShp" presStyleLbl="node1" presStyleIdx="1" presStyleCnt="4">
        <dgm:presLayoutVars>
          <dgm:bulletEnabled val="1"/>
        </dgm:presLayoutVars>
      </dgm:prSet>
      <dgm:spPr/>
    </dgm:pt>
    <dgm:pt modelId="{877BF432-C34B-4E6D-8AE7-239C98855216}" type="pres">
      <dgm:prSet presAssocID="{BDDFE2FC-2FFB-4EAD-9AD1-076A7136E469}" presName="spacing" presStyleCnt="0"/>
      <dgm:spPr/>
    </dgm:pt>
    <dgm:pt modelId="{F138515A-BF0B-4052-9FD5-121FCEF549BC}" type="pres">
      <dgm:prSet presAssocID="{E0D4A7BB-FFF3-499B-91D1-BFCDEBB5D569}" presName="composite" presStyleCnt="0"/>
      <dgm:spPr/>
    </dgm:pt>
    <dgm:pt modelId="{4AE49BE6-B229-450A-B792-612B3956D922}" type="pres">
      <dgm:prSet presAssocID="{E0D4A7BB-FFF3-499B-91D1-BFCDEBB5D569}" presName="imgShp" presStyleLbl="fgImgPlace1" presStyleIdx="2" presStyleCnt="4"/>
      <dgm:spPr/>
    </dgm:pt>
    <dgm:pt modelId="{071FEF53-259B-4E7A-9A40-5A7B2DCCF791}" type="pres">
      <dgm:prSet presAssocID="{E0D4A7BB-FFF3-499B-91D1-BFCDEBB5D569}" presName="txShp" presStyleLbl="node1" presStyleIdx="2" presStyleCnt="4">
        <dgm:presLayoutVars>
          <dgm:bulletEnabled val="1"/>
        </dgm:presLayoutVars>
      </dgm:prSet>
      <dgm:spPr/>
    </dgm:pt>
    <dgm:pt modelId="{6ABBBB87-F1E2-491C-B7AD-FE40294DCD24}" type="pres">
      <dgm:prSet presAssocID="{66DFC037-C5E0-42E6-A027-33A81276A93C}" presName="spacing" presStyleCnt="0"/>
      <dgm:spPr/>
    </dgm:pt>
    <dgm:pt modelId="{52F09672-C930-4E28-A89D-720494B89606}" type="pres">
      <dgm:prSet presAssocID="{67665185-4EAA-4A15-A9E3-562726CE7063}" presName="composite" presStyleCnt="0"/>
      <dgm:spPr/>
    </dgm:pt>
    <dgm:pt modelId="{97B11E1A-A7F4-4B39-A21B-91E71DDD5A81}" type="pres">
      <dgm:prSet presAssocID="{67665185-4EAA-4A15-A9E3-562726CE7063}" presName="imgShp" presStyleLbl="fgImgPlace1" presStyleIdx="3" presStyleCnt="4"/>
      <dgm:spPr/>
    </dgm:pt>
    <dgm:pt modelId="{95D79D8E-38B4-4DAB-A298-64178E9C94AE}" type="pres">
      <dgm:prSet presAssocID="{67665185-4EAA-4A15-A9E3-562726CE7063}" presName="txShp" presStyleLbl="node1" presStyleIdx="3" presStyleCnt="4">
        <dgm:presLayoutVars>
          <dgm:bulletEnabled val="1"/>
        </dgm:presLayoutVars>
      </dgm:prSet>
      <dgm:spPr/>
    </dgm:pt>
  </dgm:ptLst>
  <dgm:cxnLst>
    <dgm:cxn modelId="{F8190E0E-708A-428C-9B77-411AEE538028}" srcId="{556B23C4-ACA3-4AAE-A729-24C1F5102719}" destId="{67665185-4EAA-4A15-A9E3-562726CE7063}" srcOrd="3" destOrd="0" parTransId="{18BD4F00-B23E-4326-986A-6BCDBC2F811C}" sibTransId="{6F7B5848-5902-4B8E-828C-3B95F128FFA8}"/>
    <dgm:cxn modelId="{80133F15-D40B-4C6B-9F86-4CFD987D18A3}" type="presOf" srcId="{B4A64B86-9AA8-43C5-9811-2B2FBC173ACB}" destId="{EAA725E6-E312-419B-90E4-7DCAB76A5994}" srcOrd="0" destOrd="0" presId="urn:microsoft.com/office/officeart/2005/8/layout/vList3"/>
    <dgm:cxn modelId="{4BBAB34C-A090-4B1C-B912-CCBFE86F6BB2}" srcId="{556B23C4-ACA3-4AAE-A729-24C1F5102719}" destId="{B4A64B86-9AA8-43C5-9811-2B2FBC173ACB}" srcOrd="0" destOrd="0" parTransId="{277D9CEC-8DB3-4E70-B80B-C7BBF01040E5}" sibTransId="{BE5E1735-F091-400C-B2C0-EA777BBB3B6D}"/>
    <dgm:cxn modelId="{A38E6050-435B-46BC-8008-EE89D8343804}" type="presOf" srcId="{556B23C4-ACA3-4AAE-A729-24C1F5102719}" destId="{6F3AF6B9-A77C-40AA-A840-829D4DA4BD80}" srcOrd="0" destOrd="0" presId="urn:microsoft.com/office/officeart/2005/8/layout/vList3"/>
    <dgm:cxn modelId="{A1BB7798-6B85-4CE6-927F-520FD427B417}" srcId="{556B23C4-ACA3-4AAE-A729-24C1F5102719}" destId="{E0D4A7BB-FFF3-499B-91D1-BFCDEBB5D569}" srcOrd="2" destOrd="0" parTransId="{63BD6D30-A000-4BEB-8BB0-48DFF2F14660}" sibTransId="{66DFC037-C5E0-42E6-A027-33A81276A93C}"/>
    <dgm:cxn modelId="{B7CAF1A9-4654-431D-A185-4A6982BD077C}" type="presOf" srcId="{67665185-4EAA-4A15-A9E3-562726CE7063}" destId="{95D79D8E-38B4-4DAB-A298-64178E9C94AE}" srcOrd="0" destOrd="0" presId="urn:microsoft.com/office/officeart/2005/8/layout/vList3"/>
    <dgm:cxn modelId="{A59BD1C7-2212-4636-85FC-A67A33524534}" type="presOf" srcId="{E0D4A7BB-FFF3-499B-91D1-BFCDEBB5D569}" destId="{071FEF53-259B-4E7A-9A40-5A7B2DCCF791}" srcOrd="0" destOrd="0" presId="urn:microsoft.com/office/officeart/2005/8/layout/vList3"/>
    <dgm:cxn modelId="{8A4DE0E6-62DC-43B2-99CB-A435E021E856}" srcId="{556B23C4-ACA3-4AAE-A729-24C1F5102719}" destId="{E4CB6CEE-ED4D-4FFD-A669-0BEEB8BAFC67}" srcOrd="1" destOrd="0" parTransId="{FE0DEA3F-869B-4C55-82DE-4C7E477E2808}" sibTransId="{BDDFE2FC-2FFB-4EAD-9AD1-076A7136E469}"/>
    <dgm:cxn modelId="{4B9B59EE-AE40-40C3-A4CA-32B351151943}" type="presOf" srcId="{E4CB6CEE-ED4D-4FFD-A669-0BEEB8BAFC67}" destId="{FDDC3534-F742-4FAA-9147-D98074C38F64}" srcOrd="0" destOrd="0" presId="urn:microsoft.com/office/officeart/2005/8/layout/vList3"/>
    <dgm:cxn modelId="{539E3112-DC6A-49C2-BDAF-DDFECCB9ADDA}" type="presParOf" srcId="{6F3AF6B9-A77C-40AA-A840-829D4DA4BD80}" destId="{1653D5FC-55A7-4C8E-A826-8175C70EF4DD}" srcOrd="0" destOrd="0" presId="urn:microsoft.com/office/officeart/2005/8/layout/vList3"/>
    <dgm:cxn modelId="{9C0F9C6E-8C08-47FC-88AE-B100D1B07165}" type="presParOf" srcId="{1653D5FC-55A7-4C8E-A826-8175C70EF4DD}" destId="{EA1CA415-1176-41D9-A9C5-79C802329CBC}" srcOrd="0" destOrd="0" presId="urn:microsoft.com/office/officeart/2005/8/layout/vList3"/>
    <dgm:cxn modelId="{883BBA66-23CF-4C6C-B5E0-B2EAB94D62F1}" type="presParOf" srcId="{1653D5FC-55A7-4C8E-A826-8175C70EF4DD}" destId="{EAA725E6-E312-419B-90E4-7DCAB76A5994}" srcOrd="1" destOrd="0" presId="urn:microsoft.com/office/officeart/2005/8/layout/vList3"/>
    <dgm:cxn modelId="{6B654817-24F1-488B-A062-A75FA8A364DB}" type="presParOf" srcId="{6F3AF6B9-A77C-40AA-A840-829D4DA4BD80}" destId="{1EA8B51A-FA1C-4627-A7A1-D588011B464A}" srcOrd="1" destOrd="0" presId="urn:microsoft.com/office/officeart/2005/8/layout/vList3"/>
    <dgm:cxn modelId="{568B06B7-6D3D-4F18-B0AC-3EA67A93A093}" type="presParOf" srcId="{6F3AF6B9-A77C-40AA-A840-829D4DA4BD80}" destId="{DF2ED56E-685D-4304-8FB4-5F12B5B997CA}" srcOrd="2" destOrd="0" presId="urn:microsoft.com/office/officeart/2005/8/layout/vList3"/>
    <dgm:cxn modelId="{A522A4C2-7A85-4E0E-B249-23456FF8BE59}" type="presParOf" srcId="{DF2ED56E-685D-4304-8FB4-5F12B5B997CA}" destId="{8FA4F52F-68A2-465E-9BC8-9AC862D222AA}" srcOrd="0" destOrd="0" presId="urn:microsoft.com/office/officeart/2005/8/layout/vList3"/>
    <dgm:cxn modelId="{6E5CA871-8FCA-4174-AFE8-EB9345BE31CF}" type="presParOf" srcId="{DF2ED56E-685D-4304-8FB4-5F12B5B997CA}" destId="{FDDC3534-F742-4FAA-9147-D98074C38F64}" srcOrd="1" destOrd="0" presId="urn:microsoft.com/office/officeart/2005/8/layout/vList3"/>
    <dgm:cxn modelId="{8390ECCF-124C-4FD9-93EE-E1CBB661EBDE}" type="presParOf" srcId="{6F3AF6B9-A77C-40AA-A840-829D4DA4BD80}" destId="{877BF432-C34B-4E6D-8AE7-239C98855216}" srcOrd="3" destOrd="0" presId="urn:microsoft.com/office/officeart/2005/8/layout/vList3"/>
    <dgm:cxn modelId="{A3EDE105-EE78-4ECC-BFAB-416918238D85}" type="presParOf" srcId="{6F3AF6B9-A77C-40AA-A840-829D4DA4BD80}" destId="{F138515A-BF0B-4052-9FD5-121FCEF549BC}" srcOrd="4" destOrd="0" presId="urn:microsoft.com/office/officeart/2005/8/layout/vList3"/>
    <dgm:cxn modelId="{5716A1F0-B082-4BED-A7F5-63F01EBA89B2}" type="presParOf" srcId="{F138515A-BF0B-4052-9FD5-121FCEF549BC}" destId="{4AE49BE6-B229-450A-B792-612B3956D922}" srcOrd="0" destOrd="0" presId="urn:microsoft.com/office/officeart/2005/8/layout/vList3"/>
    <dgm:cxn modelId="{3083A4B4-39E4-4450-91B4-3CB74E71D9CE}" type="presParOf" srcId="{F138515A-BF0B-4052-9FD5-121FCEF549BC}" destId="{071FEF53-259B-4E7A-9A40-5A7B2DCCF791}" srcOrd="1" destOrd="0" presId="urn:microsoft.com/office/officeart/2005/8/layout/vList3"/>
    <dgm:cxn modelId="{38217A4F-786C-41B7-A819-6053A572F45C}" type="presParOf" srcId="{6F3AF6B9-A77C-40AA-A840-829D4DA4BD80}" destId="{6ABBBB87-F1E2-491C-B7AD-FE40294DCD24}" srcOrd="5" destOrd="0" presId="urn:microsoft.com/office/officeart/2005/8/layout/vList3"/>
    <dgm:cxn modelId="{E8920D22-FC8B-44EA-A30A-3D04671FEAFF}" type="presParOf" srcId="{6F3AF6B9-A77C-40AA-A840-829D4DA4BD80}" destId="{52F09672-C930-4E28-A89D-720494B89606}" srcOrd="6" destOrd="0" presId="urn:microsoft.com/office/officeart/2005/8/layout/vList3"/>
    <dgm:cxn modelId="{DB77EECD-03E0-41E3-AB59-FCEDEE511033}" type="presParOf" srcId="{52F09672-C930-4E28-A89D-720494B89606}" destId="{97B11E1A-A7F4-4B39-A21B-91E71DDD5A81}" srcOrd="0" destOrd="0" presId="urn:microsoft.com/office/officeart/2005/8/layout/vList3"/>
    <dgm:cxn modelId="{D2EC519E-C087-4166-AA4F-73BDD98FD727}" type="presParOf" srcId="{52F09672-C930-4E28-A89D-720494B89606}" destId="{95D79D8E-38B4-4DAB-A298-64178E9C94A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A20032-55D2-4B41-B29D-9BDBD39F4C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BD76830-0414-46DC-B31D-DFF54F7B994F}">
      <dgm:prSet/>
      <dgm:spPr/>
      <dgm:t>
        <a:bodyPr/>
        <a:lstStyle/>
        <a:p>
          <a:r>
            <a:rPr lang="ru-RU" b="0" i="0"/>
            <a:t>Польська Республіка</a:t>
          </a:r>
          <a:endParaRPr lang="uk-UA"/>
        </a:p>
      </dgm:t>
    </dgm:pt>
    <dgm:pt modelId="{B78D4D8B-8C41-4A8E-940F-BF62DC811EA8}" type="parTrans" cxnId="{9A24936E-ACC0-42A9-AFFD-47A5F9EDC0AD}">
      <dgm:prSet/>
      <dgm:spPr/>
      <dgm:t>
        <a:bodyPr/>
        <a:lstStyle/>
        <a:p>
          <a:endParaRPr lang="uk-UA"/>
        </a:p>
      </dgm:t>
    </dgm:pt>
    <dgm:pt modelId="{34F1AC13-CF9F-4541-9551-CA678E30DB55}" type="sibTrans" cxnId="{9A24936E-ACC0-42A9-AFFD-47A5F9EDC0AD}">
      <dgm:prSet/>
      <dgm:spPr/>
      <dgm:t>
        <a:bodyPr/>
        <a:lstStyle/>
        <a:p>
          <a:endParaRPr lang="uk-UA"/>
        </a:p>
      </dgm:t>
    </dgm:pt>
    <dgm:pt modelId="{2DE4D246-7907-4925-9C2D-ACEA39C90FC8}">
      <dgm:prSet/>
      <dgm:spPr/>
      <dgm:t>
        <a:bodyPr/>
        <a:lstStyle/>
        <a:p>
          <a:r>
            <a:rPr lang="ru-RU" b="0" i="0"/>
            <a:t>Чехословацька Республіка</a:t>
          </a:r>
          <a:endParaRPr lang="uk-UA"/>
        </a:p>
      </dgm:t>
    </dgm:pt>
    <dgm:pt modelId="{0DDEAABF-B108-44DE-99CE-CE285B829C54}" type="parTrans" cxnId="{921CD2F9-A44F-45A1-BE82-2A13BA3F4DC0}">
      <dgm:prSet/>
      <dgm:spPr/>
      <dgm:t>
        <a:bodyPr/>
        <a:lstStyle/>
        <a:p>
          <a:endParaRPr lang="uk-UA"/>
        </a:p>
      </dgm:t>
    </dgm:pt>
    <dgm:pt modelId="{344526F0-34EF-4049-95C5-84A1911CFF80}" type="sibTrans" cxnId="{921CD2F9-A44F-45A1-BE82-2A13BA3F4DC0}">
      <dgm:prSet/>
      <dgm:spPr/>
      <dgm:t>
        <a:bodyPr/>
        <a:lstStyle/>
        <a:p>
          <a:endParaRPr lang="uk-UA"/>
        </a:p>
      </dgm:t>
    </dgm:pt>
    <dgm:pt modelId="{0775BAD7-3FD2-4489-9527-D03B49D752CA}">
      <dgm:prSet/>
      <dgm:spPr/>
      <dgm:t>
        <a:bodyPr/>
        <a:lstStyle/>
        <a:p>
          <a:r>
            <a:rPr lang="ru-RU" b="0" i="0"/>
            <a:t>королівство Угорщина</a:t>
          </a:r>
          <a:endParaRPr lang="uk-UA"/>
        </a:p>
      </dgm:t>
    </dgm:pt>
    <dgm:pt modelId="{A59BC798-E8A1-47B7-96E6-B637DF64B3E9}" type="parTrans" cxnId="{BE28DCA9-E5B9-4538-8606-B77A98B899A6}">
      <dgm:prSet/>
      <dgm:spPr/>
      <dgm:t>
        <a:bodyPr/>
        <a:lstStyle/>
        <a:p>
          <a:endParaRPr lang="uk-UA"/>
        </a:p>
      </dgm:t>
    </dgm:pt>
    <dgm:pt modelId="{17D606E1-5DCC-42C7-9B0A-4F46B8ACFBB4}" type="sibTrans" cxnId="{BE28DCA9-E5B9-4538-8606-B77A98B899A6}">
      <dgm:prSet/>
      <dgm:spPr/>
      <dgm:t>
        <a:bodyPr/>
        <a:lstStyle/>
        <a:p>
          <a:endParaRPr lang="uk-UA"/>
        </a:p>
      </dgm:t>
    </dgm:pt>
    <dgm:pt modelId="{ED6BEECC-F52D-4E09-9807-814EE1047B52}">
      <dgm:prSet/>
      <dgm:spPr/>
      <dgm:t>
        <a:bodyPr/>
        <a:lstStyle/>
        <a:p>
          <a:r>
            <a:rPr lang="ru-RU" b="0" i="0"/>
            <a:t>Українська РСР</a:t>
          </a:r>
          <a:endParaRPr lang="uk-UA"/>
        </a:p>
      </dgm:t>
    </dgm:pt>
    <dgm:pt modelId="{35CA271E-64E9-483B-BEB2-B9E756D3347B}" type="parTrans" cxnId="{F5BD7E50-0E34-400B-BAE8-4B16A4F85854}">
      <dgm:prSet/>
      <dgm:spPr/>
      <dgm:t>
        <a:bodyPr/>
        <a:lstStyle/>
        <a:p>
          <a:endParaRPr lang="uk-UA"/>
        </a:p>
      </dgm:t>
    </dgm:pt>
    <dgm:pt modelId="{50029B3F-0E02-487B-B3B5-D18C9D1787AC}" type="sibTrans" cxnId="{F5BD7E50-0E34-400B-BAE8-4B16A4F85854}">
      <dgm:prSet/>
      <dgm:spPr/>
      <dgm:t>
        <a:bodyPr/>
        <a:lstStyle/>
        <a:p>
          <a:endParaRPr lang="uk-UA"/>
        </a:p>
      </dgm:t>
    </dgm:pt>
    <dgm:pt modelId="{DC57B572-74F6-487E-9512-7D294EFEE40A}">
      <dgm:prSet/>
      <dgm:spPr/>
      <dgm:t>
        <a:bodyPr/>
        <a:lstStyle/>
        <a:p>
          <a:r>
            <a:rPr lang="ru-RU" b="0" i="0"/>
            <a:t>королівство Румунія</a:t>
          </a:r>
          <a:endParaRPr lang="uk-UA"/>
        </a:p>
      </dgm:t>
    </dgm:pt>
    <dgm:pt modelId="{449F2E69-A6B3-452B-A9BE-67071F5E6409}" type="parTrans" cxnId="{B1B2A97F-8BA1-4FDD-830B-C8BD7BD76953}">
      <dgm:prSet/>
      <dgm:spPr/>
      <dgm:t>
        <a:bodyPr/>
        <a:lstStyle/>
        <a:p>
          <a:endParaRPr lang="uk-UA"/>
        </a:p>
      </dgm:t>
    </dgm:pt>
    <dgm:pt modelId="{DE1D6B1A-2BC7-471D-B229-22518B2607B0}" type="sibTrans" cxnId="{B1B2A97F-8BA1-4FDD-830B-C8BD7BD76953}">
      <dgm:prSet/>
      <dgm:spPr/>
      <dgm:t>
        <a:bodyPr/>
        <a:lstStyle/>
        <a:p>
          <a:endParaRPr lang="uk-UA"/>
        </a:p>
      </dgm:t>
    </dgm:pt>
    <dgm:pt modelId="{F773B31F-3ED2-42B4-9C13-BB89AF6E5F37}" type="pres">
      <dgm:prSet presAssocID="{D5A20032-55D2-4B41-B29D-9BDBD39F4C3B}" presName="linear" presStyleCnt="0">
        <dgm:presLayoutVars>
          <dgm:animLvl val="lvl"/>
          <dgm:resizeHandles val="exact"/>
        </dgm:presLayoutVars>
      </dgm:prSet>
      <dgm:spPr/>
    </dgm:pt>
    <dgm:pt modelId="{0B84CE38-0578-474C-A902-6E7D0E4BAF3A}" type="pres">
      <dgm:prSet presAssocID="{1BD76830-0414-46DC-B31D-DFF54F7B994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EAC8378-01FB-4308-8706-ECAEFB1AD3E3}" type="pres">
      <dgm:prSet presAssocID="{34F1AC13-CF9F-4541-9551-CA678E30DB55}" presName="spacer" presStyleCnt="0"/>
      <dgm:spPr/>
    </dgm:pt>
    <dgm:pt modelId="{04745088-B29C-4359-85BA-2497D207411E}" type="pres">
      <dgm:prSet presAssocID="{2DE4D246-7907-4925-9C2D-ACEA39C90FC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E2C4222-2F61-452F-972F-E35D072F3A80}" type="pres">
      <dgm:prSet presAssocID="{344526F0-34EF-4049-95C5-84A1911CFF80}" presName="spacer" presStyleCnt="0"/>
      <dgm:spPr/>
    </dgm:pt>
    <dgm:pt modelId="{25716670-D6B1-4EA8-83D0-C6E16C6865E7}" type="pres">
      <dgm:prSet presAssocID="{0775BAD7-3FD2-4489-9527-D03B49D752C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99D6C1F-ADD6-4190-A7E0-D42C1FD78D40}" type="pres">
      <dgm:prSet presAssocID="{17D606E1-5DCC-42C7-9B0A-4F46B8ACFBB4}" presName="spacer" presStyleCnt="0"/>
      <dgm:spPr/>
    </dgm:pt>
    <dgm:pt modelId="{1FD3BE23-6059-4FF4-AF9E-FE6342BF9738}" type="pres">
      <dgm:prSet presAssocID="{ED6BEECC-F52D-4E09-9807-814EE1047B5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BEB4F32-44FD-4E43-8B55-F55E8FB63F22}" type="pres">
      <dgm:prSet presAssocID="{50029B3F-0E02-487B-B3B5-D18C9D1787AC}" presName="spacer" presStyleCnt="0"/>
      <dgm:spPr/>
    </dgm:pt>
    <dgm:pt modelId="{47F6DE58-F135-419F-83EA-CC072392E306}" type="pres">
      <dgm:prSet presAssocID="{DC57B572-74F6-487E-9512-7D294EFEE40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FF85200-F013-4D74-BE4A-931FD62E0289}" type="presOf" srcId="{D5A20032-55D2-4B41-B29D-9BDBD39F4C3B}" destId="{F773B31F-3ED2-42B4-9C13-BB89AF6E5F37}" srcOrd="0" destOrd="0" presId="urn:microsoft.com/office/officeart/2005/8/layout/vList2"/>
    <dgm:cxn modelId="{C27C7F07-5647-4E34-9ADE-B2C688357B5F}" type="presOf" srcId="{2DE4D246-7907-4925-9C2D-ACEA39C90FC8}" destId="{04745088-B29C-4359-85BA-2497D207411E}" srcOrd="0" destOrd="0" presId="urn:microsoft.com/office/officeart/2005/8/layout/vList2"/>
    <dgm:cxn modelId="{9327ED1B-8963-4162-8AFA-FD059B975D4B}" type="presOf" srcId="{0775BAD7-3FD2-4489-9527-D03B49D752CA}" destId="{25716670-D6B1-4EA8-83D0-C6E16C6865E7}" srcOrd="0" destOrd="0" presId="urn:microsoft.com/office/officeart/2005/8/layout/vList2"/>
    <dgm:cxn modelId="{02D0A934-E063-4B4E-AE95-B4889DC0A28E}" type="presOf" srcId="{DC57B572-74F6-487E-9512-7D294EFEE40A}" destId="{47F6DE58-F135-419F-83EA-CC072392E306}" srcOrd="0" destOrd="0" presId="urn:microsoft.com/office/officeart/2005/8/layout/vList2"/>
    <dgm:cxn modelId="{9A24936E-ACC0-42A9-AFFD-47A5F9EDC0AD}" srcId="{D5A20032-55D2-4B41-B29D-9BDBD39F4C3B}" destId="{1BD76830-0414-46DC-B31D-DFF54F7B994F}" srcOrd="0" destOrd="0" parTransId="{B78D4D8B-8C41-4A8E-940F-BF62DC811EA8}" sibTransId="{34F1AC13-CF9F-4541-9551-CA678E30DB55}"/>
    <dgm:cxn modelId="{AFCCDC6E-4127-4D9E-9BDA-1EC9FC5AB202}" type="presOf" srcId="{ED6BEECC-F52D-4E09-9807-814EE1047B52}" destId="{1FD3BE23-6059-4FF4-AF9E-FE6342BF9738}" srcOrd="0" destOrd="0" presId="urn:microsoft.com/office/officeart/2005/8/layout/vList2"/>
    <dgm:cxn modelId="{F5BD7E50-0E34-400B-BAE8-4B16A4F85854}" srcId="{D5A20032-55D2-4B41-B29D-9BDBD39F4C3B}" destId="{ED6BEECC-F52D-4E09-9807-814EE1047B52}" srcOrd="3" destOrd="0" parTransId="{35CA271E-64E9-483B-BEB2-B9E756D3347B}" sibTransId="{50029B3F-0E02-487B-B3B5-D18C9D1787AC}"/>
    <dgm:cxn modelId="{B1B2A97F-8BA1-4FDD-830B-C8BD7BD76953}" srcId="{D5A20032-55D2-4B41-B29D-9BDBD39F4C3B}" destId="{DC57B572-74F6-487E-9512-7D294EFEE40A}" srcOrd="4" destOrd="0" parTransId="{449F2E69-A6B3-452B-A9BE-67071F5E6409}" sibTransId="{DE1D6B1A-2BC7-471D-B229-22518B2607B0}"/>
    <dgm:cxn modelId="{BE28DCA9-E5B9-4538-8606-B77A98B899A6}" srcId="{D5A20032-55D2-4B41-B29D-9BDBD39F4C3B}" destId="{0775BAD7-3FD2-4489-9527-D03B49D752CA}" srcOrd="2" destOrd="0" parTransId="{A59BC798-E8A1-47B7-96E6-B637DF64B3E9}" sibTransId="{17D606E1-5DCC-42C7-9B0A-4F46B8ACFBB4}"/>
    <dgm:cxn modelId="{50AFC7AD-86D5-4EB1-91CB-13F2107C5CDF}" type="presOf" srcId="{1BD76830-0414-46DC-B31D-DFF54F7B994F}" destId="{0B84CE38-0578-474C-A902-6E7D0E4BAF3A}" srcOrd="0" destOrd="0" presId="urn:microsoft.com/office/officeart/2005/8/layout/vList2"/>
    <dgm:cxn modelId="{921CD2F9-A44F-45A1-BE82-2A13BA3F4DC0}" srcId="{D5A20032-55D2-4B41-B29D-9BDBD39F4C3B}" destId="{2DE4D246-7907-4925-9C2D-ACEA39C90FC8}" srcOrd="1" destOrd="0" parTransId="{0DDEAABF-B108-44DE-99CE-CE285B829C54}" sibTransId="{344526F0-34EF-4049-95C5-84A1911CFF80}"/>
    <dgm:cxn modelId="{5EB1D036-83C2-43C9-8A1C-49B2D1FCB5B7}" type="presParOf" srcId="{F773B31F-3ED2-42B4-9C13-BB89AF6E5F37}" destId="{0B84CE38-0578-474C-A902-6E7D0E4BAF3A}" srcOrd="0" destOrd="0" presId="urn:microsoft.com/office/officeart/2005/8/layout/vList2"/>
    <dgm:cxn modelId="{65AFE93A-124F-478A-86E6-0F242B3039EA}" type="presParOf" srcId="{F773B31F-3ED2-42B4-9C13-BB89AF6E5F37}" destId="{4EAC8378-01FB-4308-8706-ECAEFB1AD3E3}" srcOrd="1" destOrd="0" presId="urn:microsoft.com/office/officeart/2005/8/layout/vList2"/>
    <dgm:cxn modelId="{691FB09A-CAC7-4758-9FBA-5E57CF028C08}" type="presParOf" srcId="{F773B31F-3ED2-42B4-9C13-BB89AF6E5F37}" destId="{04745088-B29C-4359-85BA-2497D207411E}" srcOrd="2" destOrd="0" presId="urn:microsoft.com/office/officeart/2005/8/layout/vList2"/>
    <dgm:cxn modelId="{9C433AAF-939D-4E0D-97E3-E096E8B3EC4D}" type="presParOf" srcId="{F773B31F-3ED2-42B4-9C13-BB89AF6E5F37}" destId="{EE2C4222-2F61-452F-972F-E35D072F3A80}" srcOrd="3" destOrd="0" presId="urn:microsoft.com/office/officeart/2005/8/layout/vList2"/>
    <dgm:cxn modelId="{34268908-5346-42BB-95EF-F6B84FCAFABA}" type="presParOf" srcId="{F773B31F-3ED2-42B4-9C13-BB89AF6E5F37}" destId="{25716670-D6B1-4EA8-83D0-C6E16C6865E7}" srcOrd="4" destOrd="0" presId="urn:microsoft.com/office/officeart/2005/8/layout/vList2"/>
    <dgm:cxn modelId="{162FCAD7-6BDE-4C46-B947-C43FF71803B3}" type="presParOf" srcId="{F773B31F-3ED2-42B4-9C13-BB89AF6E5F37}" destId="{399D6C1F-ADD6-4190-A7E0-D42C1FD78D40}" srcOrd="5" destOrd="0" presId="urn:microsoft.com/office/officeart/2005/8/layout/vList2"/>
    <dgm:cxn modelId="{0BF87B45-12CE-4771-A731-B27D7F700CAC}" type="presParOf" srcId="{F773B31F-3ED2-42B4-9C13-BB89AF6E5F37}" destId="{1FD3BE23-6059-4FF4-AF9E-FE6342BF9738}" srcOrd="6" destOrd="0" presId="urn:microsoft.com/office/officeart/2005/8/layout/vList2"/>
    <dgm:cxn modelId="{30AF7B79-044C-46D7-99E0-9634E44E5AAA}" type="presParOf" srcId="{F773B31F-3ED2-42B4-9C13-BB89AF6E5F37}" destId="{2BEB4F32-44FD-4E43-8B55-F55E8FB63F22}" srcOrd="7" destOrd="0" presId="urn:microsoft.com/office/officeart/2005/8/layout/vList2"/>
    <dgm:cxn modelId="{8A4986FF-E550-4D1B-BABD-C3F7247242EF}" type="presParOf" srcId="{F773B31F-3ED2-42B4-9C13-BB89AF6E5F37}" destId="{47F6DE58-F135-419F-83EA-CC072392E30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00D70B-F4B2-4691-9EBD-010EFEBB5A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EC19CE1-DF5A-4A34-ABA6-713050DF07FC}">
      <dgm:prSet/>
      <dgm:spPr/>
      <dgm:t>
        <a:bodyPr/>
        <a:lstStyle/>
        <a:p>
          <a:r>
            <a:rPr lang="ru-RU" b="0" i="0"/>
            <a:t>П. Скоропадський</a:t>
          </a:r>
          <a:endParaRPr lang="uk-UA"/>
        </a:p>
      </dgm:t>
    </dgm:pt>
    <dgm:pt modelId="{338266E6-B3EF-494E-8F8F-4416D170F6C1}" type="parTrans" cxnId="{9DD6A6BE-DB15-4A7F-B50D-EE476AA53AF8}">
      <dgm:prSet/>
      <dgm:spPr/>
      <dgm:t>
        <a:bodyPr/>
        <a:lstStyle/>
        <a:p>
          <a:endParaRPr lang="uk-UA"/>
        </a:p>
      </dgm:t>
    </dgm:pt>
    <dgm:pt modelId="{B804EE61-3B55-417D-AE6F-4076C8422C17}" type="sibTrans" cxnId="{9DD6A6BE-DB15-4A7F-B50D-EE476AA53AF8}">
      <dgm:prSet/>
      <dgm:spPr/>
      <dgm:t>
        <a:bodyPr/>
        <a:lstStyle/>
        <a:p>
          <a:endParaRPr lang="uk-UA"/>
        </a:p>
      </dgm:t>
    </dgm:pt>
    <dgm:pt modelId="{769DE27B-5461-4723-8F7D-4D17C2B77201}">
      <dgm:prSet/>
      <dgm:spPr/>
      <dgm:t>
        <a:bodyPr/>
        <a:lstStyle/>
        <a:p>
          <a:r>
            <a:rPr lang="ru-RU" b="0" i="0"/>
            <a:t>М. Грушевський</a:t>
          </a:r>
          <a:endParaRPr lang="uk-UA"/>
        </a:p>
      </dgm:t>
    </dgm:pt>
    <dgm:pt modelId="{8DA9692D-1DBA-4E0E-8B5E-E28D11D992A5}" type="parTrans" cxnId="{5EA63FF3-D545-4955-AC32-2C2E3FD2165E}">
      <dgm:prSet/>
      <dgm:spPr/>
      <dgm:t>
        <a:bodyPr/>
        <a:lstStyle/>
        <a:p>
          <a:endParaRPr lang="uk-UA"/>
        </a:p>
      </dgm:t>
    </dgm:pt>
    <dgm:pt modelId="{A5C02DDD-EF41-409F-A0DD-4EDF0FEABBBF}" type="sibTrans" cxnId="{5EA63FF3-D545-4955-AC32-2C2E3FD2165E}">
      <dgm:prSet/>
      <dgm:spPr/>
      <dgm:t>
        <a:bodyPr/>
        <a:lstStyle/>
        <a:p>
          <a:endParaRPr lang="uk-UA"/>
        </a:p>
      </dgm:t>
    </dgm:pt>
    <dgm:pt modelId="{D6CDA5E0-8ACF-4E9D-ADB7-E26F8D175627}">
      <dgm:prSet/>
      <dgm:spPr/>
      <dgm:t>
        <a:bodyPr/>
        <a:lstStyle/>
        <a:p>
          <a:r>
            <a:rPr lang="ru-RU" b="0" i="0"/>
            <a:t>С. Петлюра</a:t>
          </a:r>
          <a:endParaRPr lang="uk-UA"/>
        </a:p>
      </dgm:t>
    </dgm:pt>
    <dgm:pt modelId="{92356341-D263-4893-BB1C-D4C12D53D732}" type="parTrans" cxnId="{2873C1E3-FFF6-4A02-A1AA-B34D3B874853}">
      <dgm:prSet/>
      <dgm:spPr/>
      <dgm:t>
        <a:bodyPr/>
        <a:lstStyle/>
        <a:p>
          <a:endParaRPr lang="uk-UA"/>
        </a:p>
      </dgm:t>
    </dgm:pt>
    <dgm:pt modelId="{44200BE4-C0CB-426F-856B-DC602A362791}" type="sibTrans" cxnId="{2873C1E3-FFF6-4A02-A1AA-B34D3B874853}">
      <dgm:prSet/>
      <dgm:spPr/>
      <dgm:t>
        <a:bodyPr/>
        <a:lstStyle/>
        <a:p>
          <a:endParaRPr lang="uk-UA"/>
        </a:p>
      </dgm:t>
    </dgm:pt>
    <dgm:pt modelId="{52C5A3A6-EB29-4DA5-B302-95C8E0476563}">
      <dgm:prSet/>
      <dgm:spPr/>
      <dgm:t>
        <a:bodyPr/>
        <a:lstStyle/>
        <a:p>
          <a:r>
            <a:rPr lang="ru-RU" b="0" i="0"/>
            <a:t>А. Волошин</a:t>
          </a:r>
          <a:endParaRPr lang="uk-UA"/>
        </a:p>
      </dgm:t>
    </dgm:pt>
    <dgm:pt modelId="{BD68D88C-0023-480D-A78F-2F9A67A6CC5E}" type="parTrans" cxnId="{4C12EBCB-4932-478D-85F2-FF382465C130}">
      <dgm:prSet/>
      <dgm:spPr/>
      <dgm:t>
        <a:bodyPr/>
        <a:lstStyle/>
        <a:p>
          <a:endParaRPr lang="uk-UA"/>
        </a:p>
      </dgm:t>
    </dgm:pt>
    <dgm:pt modelId="{0258DC5D-E7EF-4846-8B8E-D548310575B9}" type="sibTrans" cxnId="{4C12EBCB-4932-478D-85F2-FF382465C130}">
      <dgm:prSet/>
      <dgm:spPr/>
      <dgm:t>
        <a:bodyPr/>
        <a:lstStyle/>
        <a:p>
          <a:endParaRPr lang="uk-UA"/>
        </a:p>
      </dgm:t>
    </dgm:pt>
    <dgm:pt modelId="{C38E8791-E60C-4B27-850D-3069368458B5}" type="pres">
      <dgm:prSet presAssocID="{8B00D70B-F4B2-4691-9EBD-010EFEBB5A6C}" presName="linear" presStyleCnt="0">
        <dgm:presLayoutVars>
          <dgm:animLvl val="lvl"/>
          <dgm:resizeHandles val="exact"/>
        </dgm:presLayoutVars>
      </dgm:prSet>
      <dgm:spPr/>
    </dgm:pt>
    <dgm:pt modelId="{01C1FC90-1EA1-4EBC-9AD4-485DB2E625D7}" type="pres">
      <dgm:prSet presAssocID="{6EC19CE1-DF5A-4A34-ABA6-713050DF07F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20A8741-D571-43B6-95F4-E7904FC0C646}" type="pres">
      <dgm:prSet presAssocID="{B804EE61-3B55-417D-AE6F-4076C8422C17}" presName="spacer" presStyleCnt="0"/>
      <dgm:spPr/>
    </dgm:pt>
    <dgm:pt modelId="{8B03CB98-E50C-4307-9825-00609F3E1705}" type="pres">
      <dgm:prSet presAssocID="{769DE27B-5461-4723-8F7D-4D17C2B772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95D0541-363A-47C8-A466-EC7AA14CC923}" type="pres">
      <dgm:prSet presAssocID="{A5C02DDD-EF41-409F-A0DD-4EDF0FEABBBF}" presName="spacer" presStyleCnt="0"/>
      <dgm:spPr/>
    </dgm:pt>
    <dgm:pt modelId="{798E6343-D81A-4DE9-B848-042BAB597ADD}" type="pres">
      <dgm:prSet presAssocID="{D6CDA5E0-8ACF-4E9D-ADB7-E26F8D17562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B60C4A8-2782-4189-BFDB-3358151A2582}" type="pres">
      <dgm:prSet presAssocID="{44200BE4-C0CB-426F-856B-DC602A362791}" presName="spacer" presStyleCnt="0"/>
      <dgm:spPr/>
    </dgm:pt>
    <dgm:pt modelId="{BC8ACC6C-C8A9-44C4-8D98-9C4BF1BA0B12}" type="pres">
      <dgm:prSet presAssocID="{52C5A3A6-EB29-4DA5-B302-95C8E047656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8D1F5E-741A-4CFE-A7FE-5122AC9B6AA1}" type="presOf" srcId="{769DE27B-5461-4723-8F7D-4D17C2B77201}" destId="{8B03CB98-E50C-4307-9825-00609F3E1705}" srcOrd="0" destOrd="0" presId="urn:microsoft.com/office/officeart/2005/8/layout/vList2"/>
    <dgm:cxn modelId="{AB4B0361-5F3C-4E7B-8576-2D4D1CA915BC}" type="presOf" srcId="{D6CDA5E0-8ACF-4E9D-ADB7-E26F8D175627}" destId="{798E6343-D81A-4DE9-B848-042BAB597ADD}" srcOrd="0" destOrd="0" presId="urn:microsoft.com/office/officeart/2005/8/layout/vList2"/>
    <dgm:cxn modelId="{5F05349C-BB76-481D-BBD3-27AE84BC3933}" type="presOf" srcId="{6EC19CE1-DF5A-4A34-ABA6-713050DF07FC}" destId="{01C1FC90-1EA1-4EBC-9AD4-485DB2E625D7}" srcOrd="0" destOrd="0" presId="urn:microsoft.com/office/officeart/2005/8/layout/vList2"/>
    <dgm:cxn modelId="{82695AB8-F214-415D-8FDA-BBF3E2BA42E9}" type="presOf" srcId="{52C5A3A6-EB29-4DA5-B302-95C8E0476563}" destId="{BC8ACC6C-C8A9-44C4-8D98-9C4BF1BA0B12}" srcOrd="0" destOrd="0" presId="urn:microsoft.com/office/officeart/2005/8/layout/vList2"/>
    <dgm:cxn modelId="{9DD6A6BE-DB15-4A7F-B50D-EE476AA53AF8}" srcId="{8B00D70B-F4B2-4691-9EBD-010EFEBB5A6C}" destId="{6EC19CE1-DF5A-4A34-ABA6-713050DF07FC}" srcOrd="0" destOrd="0" parTransId="{338266E6-B3EF-494E-8F8F-4416D170F6C1}" sibTransId="{B804EE61-3B55-417D-AE6F-4076C8422C17}"/>
    <dgm:cxn modelId="{4C12EBCB-4932-478D-85F2-FF382465C130}" srcId="{8B00D70B-F4B2-4691-9EBD-010EFEBB5A6C}" destId="{52C5A3A6-EB29-4DA5-B302-95C8E0476563}" srcOrd="3" destOrd="0" parTransId="{BD68D88C-0023-480D-A78F-2F9A67A6CC5E}" sibTransId="{0258DC5D-E7EF-4846-8B8E-D548310575B9}"/>
    <dgm:cxn modelId="{42253ADF-745B-4A61-AAFC-2B8FC8E5FACE}" type="presOf" srcId="{8B00D70B-F4B2-4691-9EBD-010EFEBB5A6C}" destId="{C38E8791-E60C-4B27-850D-3069368458B5}" srcOrd="0" destOrd="0" presId="urn:microsoft.com/office/officeart/2005/8/layout/vList2"/>
    <dgm:cxn modelId="{2873C1E3-FFF6-4A02-A1AA-B34D3B874853}" srcId="{8B00D70B-F4B2-4691-9EBD-010EFEBB5A6C}" destId="{D6CDA5E0-8ACF-4E9D-ADB7-E26F8D175627}" srcOrd="2" destOrd="0" parTransId="{92356341-D263-4893-BB1C-D4C12D53D732}" sibTransId="{44200BE4-C0CB-426F-856B-DC602A362791}"/>
    <dgm:cxn modelId="{5EA63FF3-D545-4955-AC32-2C2E3FD2165E}" srcId="{8B00D70B-F4B2-4691-9EBD-010EFEBB5A6C}" destId="{769DE27B-5461-4723-8F7D-4D17C2B77201}" srcOrd="1" destOrd="0" parTransId="{8DA9692D-1DBA-4E0E-8B5E-E28D11D992A5}" sibTransId="{A5C02DDD-EF41-409F-A0DD-4EDF0FEABBBF}"/>
    <dgm:cxn modelId="{D6109534-042F-464D-8756-F0E99BC91D62}" type="presParOf" srcId="{C38E8791-E60C-4B27-850D-3069368458B5}" destId="{01C1FC90-1EA1-4EBC-9AD4-485DB2E625D7}" srcOrd="0" destOrd="0" presId="urn:microsoft.com/office/officeart/2005/8/layout/vList2"/>
    <dgm:cxn modelId="{79E7BF99-11A9-4FEC-A73E-3346729DD69A}" type="presParOf" srcId="{C38E8791-E60C-4B27-850D-3069368458B5}" destId="{B20A8741-D571-43B6-95F4-E7904FC0C646}" srcOrd="1" destOrd="0" presId="urn:microsoft.com/office/officeart/2005/8/layout/vList2"/>
    <dgm:cxn modelId="{CEF4B617-9057-4ECD-B720-3F2EA989CD40}" type="presParOf" srcId="{C38E8791-E60C-4B27-850D-3069368458B5}" destId="{8B03CB98-E50C-4307-9825-00609F3E1705}" srcOrd="2" destOrd="0" presId="urn:microsoft.com/office/officeart/2005/8/layout/vList2"/>
    <dgm:cxn modelId="{AF0421A3-C7FC-49BF-878E-D14099023911}" type="presParOf" srcId="{C38E8791-E60C-4B27-850D-3069368458B5}" destId="{195D0541-363A-47C8-A466-EC7AA14CC923}" srcOrd="3" destOrd="0" presId="urn:microsoft.com/office/officeart/2005/8/layout/vList2"/>
    <dgm:cxn modelId="{32A21CB0-6013-4234-9DB6-6BA735741EC2}" type="presParOf" srcId="{C38E8791-E60C-4B27-850D-3069368458B5}" destId="{798E6343-D81A-4DE9-B848-042BAB597ADD}" srcOrd="4" destOrd="0" presId="urn:microsoft.com/office/officeart/2005/8/layout/vList2"/>
    <dgm:cxn modelId="{3E953FC0-11E2-4BB2-8F4D-E42FE77F2C77}" type="presParOf" srcId="{C38E8791-E60C-4B27-850D-3069368458B5}" destId="{CB60C4A8-2782-4189-BFDB-3358151A2582}" srcOrd="5" destOrd="0" presId="urn:microsoft.com/office/officeart/2005/8/layout/vList2"/>
    <dgm:cxn modelId="{F7C5DA8D-5126-4DFB-A5B3-581139A8FCC4}" type="presParOf" srcId="{C38E8791-E60C-4B27-850D-3069368458B5}" destId="{BC8ACC6C-C8A9-44C4-8D98-9C4BF1BA0B1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386E99-CE4B-451D-BED9-3E7277C8F5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4D3A5BE-10B7-4AA7-B7E0-2593D0621063}">
      <dgm:prSet/>
      <dgm:spPr/>
      <dgm:t>
        <a:bodyPr/>
        <a:lstStyle/>
        <a:p>
          <a:r>
            <a:rPr lang="ru-RU" b="0" i="0"/>
            <a:t>Ризьким договором</a:t>
          </a:r>
          <a:endParaRPr lang="uk-UA"/>
        </a:p>
      </dgm:t>
    </dgm:pt>
    <dgm:pt modelId="{B6EF1CF3-8679-4378-9CA0-C5F602AD16DD}" type="parTrans" cxnId="{426E677F-2EB7-4959-AB47-6FC3097BADF9}">
      <dgm:prSet/>
      <dgm:spPr/>
      <dgm:t>
        <a:bodyPr/>
        <a:lstStyle/>
        <a:p>
          <a:endParaRPr lang="uk-UA"/>
        </a:p>
      </dgm:t>
    </dgm:pt>
    <dgm:pt modelId="{BA212E1F-CEDC-4055-96B0-0AA35C6845E3}" type="sibTrans" cxnId="{426E677F-2EB7-4959-AB47-6FC3097BADF9}">
      <dgm:prSet/>
      <dgm:spPr/>
      <dgm:t>
        <a:bodyPr/>
        <a:lstStyle/>
        <a:p>
          <a:endParaRPr lang="uk-UA"/>
        </a:p>
      </dgm:t>
    </dgm:pt>
    <dgm:pt modelId="{CE1323A1-14CE-49F4-8C92-6082077D85B1}">
      <dgm:prSet/>
      <dgm:spPr/>
      <dgm:t>
        <a:bodyPr/>
        <a:lstStyle/>
        <a:p>
          <a:r>
            <a:rPr lang="ru-RU" b="0" i="0"/>
            <a:t>Брестським договором</a:t>
          </a:r>
          <a:endParaRPr lang="uk-UA"/>
        </a:p>
      </dgm:t>
    </dgm:pt>
    <dgm:pt modelId="{EE777C4D-2062-43B4-B57E-C1B40C1FE401}" type="parTrans" cxnId="{2A305467-7958-4446-8159-C66EB708A11A}">
      <dgm:prSet/>
      <dgm:spPr/>
      <dgm:t>
        <a:bodyPr/>
        <a:lstStyle/>
        <a:p>
          <a:endParaRPr lang="uk-UA"/>
        </a:p>
      </dgm:t>
    </dgm:pt>
    <dgm:pt modelId="{AA06C3A0-041E-4654-9B55-A44FC666C1C9}" type="sibTrans" cxnId="{2A305467-7958-4446-8159-C66EB708A11A}">
      <dgm:prSet/>
      <dgm:spPr/>
      <dgm:t>
        <a:bodyPr/>
        <a:lstStyle/>
        <a:p>
          <a:endParaRPr lang="uk-UA"/>
        </a:p>
      </dgm:t>
    </dgm:pt>
    <dgm:pt modelId="{67497B59-081D-4F71-B0A6-6A0AAA5FBD86}">
      <dgm:prSet/>
      <dgm:spPr/>
      <dgm:t>
        <a:bodyPr/>
        <a:lstStyle/>
        <a:p>
          <a:r>
            <a:rPr lang="ru-RU" b="0" i="0"/>
            <a:t>Версальським договором</a:t>
          </a:r>
          <a:endParaRPr lang="uk-UA"/>
        </a:p>
      </dgm:t>
    </dgm:pt>
    <dgm:pt modelId="{9C16E778-7105-45DA-9D05-34C90FB032C3}" type="parTrans" cxnId="{B7EB8AA6-29D0-4A01-B107-1DC3D253CC9D}">
      <dgm:prSet/>
      <dgm:spPr/>
      <dgm:t>
        <a:bodyPr/>
        <a:lstStyle/>
        <a:p>
          <a:endParaRPr lang="uk-UA"/>
        </a:p>
      </dgm:t>
    </dgm:pt>
    <dgm:pt modelId="{F00B6634-414A-4A64-ABD3-509759594C71}" type="sibTrans" cxnId="{B7EB8AA6-29D0-4A01-B107-1DC3D253CC9D}">
      <dgm:prSet/>
      <dgm:spPr/>
      <dgm:t>
        <a:bodyPr/>
        <a:lstStyle/>
        <a:p>
          <a:endParaRPr lang="uk-UA"/>
        </a:p>
      </dgm:t>
    </dgm:pt>
    <dgm:pt modelId="{B4BD19F1-7F95-483F-8C8E-FEFE9EE81240}">
      <dgm:prSet/>
      <dgm:spPr/>
      <dgm:t>
        <a:bodyPr/>
        <a:lstStyle/>
        <a:p>
          <a:r>
            <a:rPr lang="ru-RU" b="0" i="0"/>
            <a:t>Сен-Жерменським договором</a:t>
          </a:r>
          <a:endParaRPr lang="uk-UA"/>
        </a:p>
      </dgm:t>
    </dgm:pt>
    <dgm:pt modelId="{1698E4AC-F3C5-4AB1-9D3C-B52F6E85EB77}" type="parTrans" cxnId="{8691F513-D3FD-4E63-ABCE-29183760FDC9}">
      <dgm:prSet/>
      <dgm:spPr/>
      <dgm:t>
        <a:bodyPr/>
        <a:lstStyle/>
        <a:p>
          <a:endParaRPr lang="uk-UA"/>
        </a:p>
      </dgm:t>
    </dgm:pt>
    <dgm:pt modelId="{262C3F06-55C5-40E1-801E-181DCCA5C492}" type="sibTrans" cxnId="{8691F513-D3FD-4E63-ABCE-29183760FDC9}">
      <dgm:prSet/>
      <dgm:spPr/>
      <dgm:t>
        <a:bodyPr/>
        <a:lstStyle/>
        <a:p>
          <a:endParaRPr lang="uk-UA"/>
        </a:p>
      </dgm:t>
    </dgm:pt>
    <dgm:pt modelId="{3EE6C3D8-199A-4DEE-9B6C-176374149B09}" type="pres">
      <dgm:prSet presAssocID="{12386E99-CE4B-451D-BED9-3E7277C8F565}" presName="linear" presStyleCnt="0">
        <dgm:presLayoutVars>
          <dgm:animLvl val="lvl"/>
          <dgm:resizeHandles val="exact"/>
        </dgm:presLayoutVars>
      </dgm:prSet>
      <dgm:spPr/>
    </dgm:pt>
    <dgm:pt modelId="{798A09DF-4478-4478-815A-E2B3AD6A467B}" type="pres">
      <dgm:prSet presAssocID="{A4D3A5BE-10B7-4AA7-B7E0-2593D062106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592551-CC9C-4907-9B88-B7CB7CDBC792}" type="pres">
      <dgm:prSet presAssocID="{BA212E1F-CEDC-4055-96B0-0AA35C6845E3}" presName="spacer" presStyleCnt="0"/>
      <dgm:spPr/>
    </dgm:pt>
    <dgm:pt modelId="{67EB24D2-6AE3-4309-AAF8-486416850D8A}" type="pres">
      <dgm:prSet presAssocID="{CE1323A1-14CE-49F4-8C92-6082077D85B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DB155D-1DA0-44CF-A869-2B593A1D0082}" type="pres">
      <dgm:prSet presAssocID="{AA06C3A0-041E-4654-9B55-A44FC666C1C9}" presName="spacer" presStyleCnt="0"/>
      <dgm:spPr/>
    </dgm:pt>
    <dgm:pt modelId="{96D22722-C0C6-48F0-AD39-F2C3200585D6}" type="pres">
      <dgm:prSet presAssocID="{67497B59-081D-4F71-B0A6-6A0AAA5FBD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F15509-AFB9-4A49-B431-3D16AE8BD682}" type="pres">
      <dgm:prSet presAssocID="{F00B6634-414A-4A64-ABD3-509759594C71}" presName="spacer" presStyleCnt="0"/>
      <dgm:spPr/>
    </dgm:pt>
    <dgm:pt modelId="{68A9200D-82F0-4B7C-8605-3F8CC091CF20}" type="pres">
      <dgm:prSet presAssocID="{B4BD19F1-7F95-483F-8C8E-FEFE9EE8124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91F513-D3FD-4E63-ABCE-29183760FDC9}" srcId="{12386E99-CE4B-451D-BED9-3E7277C8F565}" destId="{B4BD19F1-7F95-483F-8C8E-FEFE9EE81240}" srcOrd="3" destOrd="0" parTransId="{1698E4AC-F3C5-4AB1-9D3C-B52F6E85EB77}" sibTransId="{262C3F06-55C5-40E1-801E-181DCCA5C492}"/>
    <dgm:cxn modelId="{DDFF901A-94D2-4D1A-AA26-764F20FDB092}" type="presOf" srcId="{CE1323A1-14CE-49F4-8C92-6082077D85B1}" destId="{67EB24D2-6AE3-4309-AAF8-486416850D8A}" srcOrd="0" destOrd="0" presId="urn:microsoft.com/office/officeart/2005/8/layout/vList2"/>
    <dgm:cxn modelId="{92DE123E-67DB-4DE9-B759-E23F719919B1}" type="presOf" srcId="{12386E99-CE4B-451D-BED9-3E7277C8F565}" destId="{3EE6C3D8-199A-4DEE-9B6C-176374149B09}" srcOrd="0" destOrd="0" presId="urn:microsoft.com/office/officeart/2005/8/layout/vList2"/>
    <dgm:cxn modelId="{3AF3B83E-2B36-4401-BDAB-7B02FFB5FA16}" type="presOf" srcId="{67497B59-081D-4F71-B0A6-6A0AAA5FBD86}" destId="{96D22722-C0C6-48F0-AD39-F2C3200585D6}" srcOrd="0" destOrd="0" presId="urn:microsoft.com/office/officeart/2005/8/layout/vList2"/>
    <dgm:cxn modelId="{2A305467-7958-4446-8159-C66EB708A11A}" srcId="{12386E99-CE4B-451D-BED9-3E7277C8F565}" destId="{CE1323A1-14CE-49F4-8C92-6082077D85B1}" srcOrd="1" destOrd="0" parTransId="{EE777C4D-2062-43B4-B57E-C1B40C1FE401}" sibTransId="{AA06C3A0-041E-4654-9B55-A44FC666C1C9}"/>
    <dgm:cxn modelId="{A7304E59-4F2B-41C4-8A93-06E1E79E58FF}" type="presOf" srcId="{B4BD19F1-7F95-483F-8C8E-FEFE9EE81240}" destId="{68A9200D-82F0-4B7C-8605-3F8CC091CF20}" srcOrd="0" destOrd="0" presId="urn:microsoft.com/office/officeart/2005/8/layout/vList2"/>
    <dgm:cxn modelId="{426E677F-2EB7-4959-AB47-6FC3097BADF9}" srcId="{12386E99-CE4B-451D-BED9-3E7277C8F565}" destId="{A4D3A5BE-10B7-4AA7-B7E0-2593D0621063}" srcOrd="0" destOrd="0" parTransId="{B6EF1CF3-8679-4378-9CA0-C5F602AD16DD}" sibTransId="{BA212E1F-CEDC-4055-96B0-0AA35C6845E3}"/>
    <dgm:cxn modelId="{B7EB8AA6-29D0-4A01-B107-1DC3D253CC9D}" srcId="{12386E99-CE4B-451D-BED9-3E7277C8F565}" destId="{67497B59-081D-4F71-B0A6-6A0AAA5FBD86}" srcOrd="2" destOrd="0" parTransId="{9C16E778-7105-45DA-9D05-34C90FB032C3}" sibTransId="{F00B6634-414A-4A64-ABD3-509759594C71}"/>
    <dgm:cxn modelId="{A0D211E7-E9F6-4B9D-B5DB-71659C26206B}" type="presOf" srcId="{A4D3A5BE-10B7-4AA7-B7E0-2593D0621063}" destId="{798A09DF-4478-4478-815A-E2B3AD6A467B}" srcOrd="0" destOrd="0" presId="urn:microsoft.com/office/officeart/2005/8/layout/vList2"/>
    <dgm:cxn modelId="{C3A215A3-A7B4-4381-8319-3941B5C63D5F}" type="presParOf" srcId="{3EE6C3D8-199A-4DEE-9B6C-176374149B09}" destId="{798A09DF-4478-4478-815A-E2B3AD6A467B}" srcOrd="0" destOrd="0" presId="urn:microsoft.com/office/officeart/2005/8/layout/vList2"/>
    <dgm:cxn modelId="{95B2B24F-80CF-4E30-97A8-42B3DF4AC038}" type="presParOf" srcId="{3EE6C3D8-199A-4DEE-9B6C-176374149B09}" destId="{38592551-CC9C-4907-9B88-B7CB7CDBC792}" srcOrd="1" destOrd="0" presId="urn:microsoft.com/office/officeart/2005/8/layout/vList2"/>
    <dgm:cxn modelId="{AD54325D-6ABC-43EB-A7AE-0181068B8A41}" type="presParOf" srcId="{3EE6C3D8-199A-4DEE-9B6C-176374149B09}" destId="{67EB24D2-6AE3-4309-AAF8-486416850D8A}" srcOrd="2" destOrd="0" presId="urn:microsoft.com/office/officeart/2005/8/layout/vList2"/>
    <dgm:cxn modelId="{CAD772D0-1D2C-43C4-90C1-B7A1BC21DF61}" type="presParOf" srcId="{3EE6C3D8-199A-4DEE-9B6C-176374149B09}" destId="{E8DB155D-1DA0-44CF-A869-2B593A1D0082}" srcOrd="3" destOrd="0" presId="urn:microsoft.com/office/officeart/2005/8/layout/vList2"/>
    <dgm:cxn modelId="{445F29E5-87DD-4325-AFD7-357B90F4A890}" type="presParOf" srcId="{3EE6C3D8-199A-4DEE-9B6C-176374149B09}" destId="{96D22722-C0C6-48F0-AD39-F2C3200585D6}" srcOrd="4" destOrd="0" presId="urn:microsoft.com/office/officeart/2005/8/layout/vList2"/>
    <dgm:cxn modelId="{AE2523AB-DFF9-4345-94F3-3F8240C67251}" type="presParOf" srcId="{3EE6C3D8-199A-4DEE-9B6C-176374149B09}" destId="{91F15509-AFB9-4A49-B431-3D16AE8BD682}" srcOrd="5" destOrd="0" presId="urn:microsoft.com/office/officeart/2005/8/layout/vList2"/>
    <dgm:cxn modelId="{21F4B5F0-EABE-4534-8428-C6791507B7FB}" type="presParOf" srcId="{3EE6C3D8-199A-4DEE-9B6C-176374149B09}" destId="{68A9200D-82F0-4B7C-8605-3F8CC091CF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39BB125-7E00-4429-8075-94094AA95F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B671D2C-7A60-4C80-BCE1-1CC50DA68355}">
      <dgm:prSet/>
      <dgm:spPr/>
      <dgm:t>
        <a:bodyPr/>
        <a:lstStyle/>
        <a:p>
          <a:r>
            <a:rPr lang="uk-UA" b="0" i="0"/>
            <a:t>1919, Великої Британії та Франції, Східною Галичиною та Західною Волинню, по «лінії Керзона»</a:t>
          </a:r>
          <a:endParaRPr lang="uk-UA"/>
        </a:p>
      </dgm:t>
    </dgm:pt>
    <dgm:pt modelId="{5BE4D4DB-D43A-462C-A6E0-BDBE8D99124F}" type="parTrans" cxnId="{0D32670B-B527-4D76-BB31-1BC23B38CF9F}">
      <dgm:prSet/>
      <dgm:spPr/>
      <dgm:t>
        <a:bodyPr/>
        <a:lstStyle/>
        <a:p>
          <a:endParaRPr lang="uk-UA"/>
        </a:p>
      </dgm:t>
    </dgm:pt>
    <dgm:pt modelId="{D953D103-F156-483F-A05D-7CEEEB5498EF}" type="sibTrans" cxnId="{0D32670B-B527-4D76-BB31-1BC23B38CF9F}">
      <dgm:prSet/>
      <dgm:spPr/>
      <dgm:t>
        <a:bodyPr/>
        <a:lstStyle/>
        <a:p>
          <a:endParaRPr lang="uk-UA"/>
        </a:p>
      </dgm:t>
    </dgm:pt>
    <dgm:pt modelId="{6371D1D9-DF71-4A7F-B13D-7CB2AC95DE75}">
      <dgm:prSet/>
      <dgm:spPr/>
      <dgm:t>
        <a:bodyPr/>
        <a:lstStyle/>
        <a:p>
          <a:r>
            <a:rPr lang="uk-UA" b="0" i="0"/>
            <a:t>1920, Антанти, Західною Галичиною, Варшавським договором</a:t>
          </a:r>
          <a:endParaRPr lang="uk-UA"/>
        </a:p>
      </dgm:t>
    </dgm:pt>
    <dgm:pt modelId="{3C2443CF-5438-4259-B5D3-CF2C0E18D652}" type="parTrans" cxnId="{B89B1CF4-1526-46A2-9EEE-D6D5F90E41FE}">
      <dgm:prSet/>
      <dgm:spPr/>
      <dgm:t>
        <a:bodyPr/>
        <a:lstStyle/>
        <a:p>
          <a:endParaRPr lang="uk-UA"/>
        </a:p>
      </dgm:t>
    </dgm:pt>
    <dgm:pt modelId="{62439B27-C928-4808-9B48-95F345567B5B}" type="sibTrans" cxnId="{B89B1CF4-1526-46A2-9EEE-D6D5F90E41FE}">
      <dgm:prSet/>
      <dgm:spPr/>
      <dgm:t>
        <a:bodyPr/>
        <a:lstStyle/>
        <a:p>
          <a:endParaRPr lang="uk-UA"/>
        </a:p>
      </dgm:t>
    </dgm:pt>
    <dgm:pt modelId="{E6BE343A-C8F2-43D0-BDF4-BF5AA76C5F0E}">
      <dgm:prSet/>
      <dgm:spPr/>
      <dgm:t>
        <a:bodyPr/>
        <a:lstStyle/>
        <a:p>
          <a:r>
            <a:rPr lang="uk-UA" b="0" i="0"/>
            <a:t>1921, Великої Британії, Франції та США, Західною Волинню, Сен-Жерменським договором</a:t>
          </a:r>
          <a:endParaRPr lang="uk-UA"/>
        </a:p>
      </dgm:t>
    </dgm:pt>
    <dgm:pt modelId="{5FD61D25-12DA-4812-A863-547CC1488AD8}" type="parTrans" cxnId="{DA5E3CE8-39D5-4036-B34F-27E499C1448F}">
      <dgm:prSet/>
      <dgm:spPr/>
      <dgm:t>
        <a:bodyPr/>
        <a:lstStyle/>
        <a:p>
          <a:endParaRPr lang="uk-UA"/>
        </a:p>
      </dgm:t>
    </dgm:pt>
    <dgm:pt modelId="{8E4C34AD-2D9D-4747-87CC-52F2DFDADAD5}" type="sibTrans" cxnId="{DA5E3CE8-39D5-4036-B34F-27E499C1448F}">
      <dgm:prSet/>
      <dgm:spPr/>
      <dgm:t>
        <a:bodyPr/>
        <a:lstStyle/>
        <a:p>
          <a:endParaRPr lang="uk-UA"/>
        </a:p>
      </dgm:t>
    </dgm:pt>
    <dgm:pt modelId="{7B376F6F-1A43-4F02-9177-BF847F20EF9D}">
      <dgm:prSet/>
      <dgm:spPr/>
      <dgm:t>
        <a:bodyPr/>
        <a:lstStyle/>
        <a:p>
          <a:r>
            <a:rPr lang="uk-UA" b="0" i="0"/>
            <a:t>1923, Антанти, Східною Галичиною, Ризьким договором</a:t>
          </a:r>
          <a:endParaRPr lang="uk-UA"/>
        </a:p>
      </dgm:t>
    </dgm:pt>
    <dgm:pt modelId="{7D006699-2235-4A3A-BC07-AFA779DCCAED}" type="parTrans" cxnId="{2CF45216-DD76-4FE5-BDB2-E89B8FAC14EB}">
      <dgm:prSet/>
      <dgm:spPr/>
      <dgm:t>
        <a:bodyPr/>
        <a:lstStyle/>
        <a:p>
          <a:endParaRPr lang="uk-UA"/>
        </a:p>
      </dgm:t>
    </dgm:pt>
    <dgm:pt modelId="{F38257B3-02B2-4944-B540-9A371460D387}" type="sibTrans" cxnId="{2CF45216-DD76-4FE5-BDB2-E89B8FAC14EB}">
      <dgm:prSet/>
      <dgm:spPr/>
      <dgm:t>
        <a:bodyPr/>
        <a:lstStyle/>
        <a:p>
          <a:endParaRPr lang="uk-UA"/>
        </a:p>
      </dgm:t>
    </dgm:pt>
    <dgm:pt modelId="{D85DEB59-37AD-4177-BD9C-E721C8DE65E2}" type="pres">
      <dgm:prSet presAssocID="{239BB125-7E00-4429-8075-94094AA95FCF}" presName="linear" presStyleCnt="0">
        <dgm:presLayoutVars>
          <dgm:animLvl val="lvl"/>
          <dgm:resizeHandles val="exact"/>
        </dgm:presLayoutVars>
      </dgm:prSet>
      <dgm:spPr/>
    </dgm:pt>
    <dgm:pt modelId="{02F61882-B85A-4794-82D9-73B4EEAE76DE}" type="pres">
      <dgm:prSet presAssocID="{EB671D2C-7A60-4C80-BCE1-1CC50DA6835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521F4AB-E687-46E6-A4AB-F01FA0CB49FB}" type="pres">
      <dgm:prSet presAssocID="{D953D103-F156-483F-A05D-7CEEEB5498EF}" presName="spacer" presStyleCnt="0"/>
      <dgm:spPr/>
    </dgm:pt>
    <dgm:pt modelId="{CF901FBF-A66D-4FE9-9673-71F908635FE2}" type="pres">
      <dgm:prSet presAssocID="{6371D1D9-DF71-4A7F-B13D-7CB2AC95DE7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0EB333A-DFCD-4DC4-9101-560BF01FD07D}" type="pres">
      <dgm:prSet presAssocID="{62439B27-C928-4808-9B48-95F345567B5B}" presName="spacer" presStyleCnt="0"/>
      <dgm:spPr/>
    </dgm:pt>
    <dgm:pt modelId="{2C5C16A2-E83F-43DF-ADC3-B087C6A5D6E1}" type="pres">
      <dgm:prSet presAssocID="{E6BE343A-C8F2-43D0-BDF4-BF5AA76C5F0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5FCC390-4166-405A-A909-2069BC742803}" type="pres">
      <dgm:prSet presAssocID="{8E4C34AD-2D9D-4747-87CC-52F2DFDADAD5}" presName="spacer" presStyleCnt="0"/>
      <dgm:spPr/>
    </dgm:pt>
    <dgm:pt modelId="{328B9430-92E3-499D-91AF-E0F9E47AABF2}" type="pres">
      <dgm:prSet presAssocID="{7B376F6F-1A43-4F02-9177-BF847F20EF9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D32670B-B527-4D76-BB31-1BC23B38CF9F}" srcId="{239BB125-7E00-4429-8075-94094AA95FCF}" destId="{EB671D2C-7A60-4C80-BCE1-1CC50DA68355}" srcOrd="0" destOrd="0" parTransId="{5BE4D4DB-D43A-462C-A6E0-BDBE8D99124F}" sibTransId="{D953D103-F156-483F-A05D-7CEEEB5498EF}"/>
    <dgm:cxn modelId="{2CF45216-DD76-4FE5-BDB2-E89B8FAC14EB}" srcId="{239BB125-7E00-4429-8075-94094AA95FCF}" destId="{7B376F6F-1A43-4F02-9177-BF847F20EF9D}" srcOrd="3" destOrd="0" parTransId="{7D006699-2235-4A3A-BC07-AFA779DCCAED}" sibTransId="{F38257B3-02B2-4944-B540-9A371460D387}"/>
    <dgm:cxn modelId="{A8782D40-1A4A-45FB-936E-DB068B519472}" type="presOf" srcId="{7B376F6F-1A43-4F02-9177-BF847F20EF9D}" destId="{328B9430-92E3-499D-91AF-E0F9E47AABF2}" srcOrd="0" destOrd="0" presId="urn:microsoft.com/office/officeart/2005/8/layout/vList2"/>
    <dgm:cxn modelId="{D226C041-1026-462C-A1DE-F56E9270B915}" type="presOf" srcId="{EB671D2C-7A60-4C80-BCE1-1CC50DA68355}" destId="{02F61882-B85A-4794-82D9-73B4EEAE76DE}" srcOrd="0" destOrd="0" presId="urn:microsoft.com/office/officeart/2005/8/layout/vList2"/>
    <dgm:cxn modelId="{82C8997A-A9A5-4432-B9F2-FB2147B1FC1D}" type="presOf" srcId="{239BB125-7E00-4429-8075-94094AA95FCF}" destId="{D85DEB59-37AD-4177-BD9C-E721C8DE65E2}" srcOrd="0" destOrd="0" presId="urn:microsoft.com/office/officeart/2005/8/layout/vList2"/>
    <dgm:cxn modelId="{ABEB4C95-ECF9-45F6-A548-2D5EBF037DA2}" type="presOf" srcId="{E6BE343A-C8F2-43D0-BDF4-BF5AA76C5F0E}" destId="{2C5C16A2-E83F-43DF-ADC3-B087C6A5D6E1}" srcOrd="0" destOrd="0" presId="urn:microsoft.com/office/officeart/2005/8/layout/vList2"/>
    <dgm:cxn modelId="{41A66DA0-324A-4128-A81F-DCFA27E8E15C}" type="presOf" srcId="{6371D1D9-DF71-4A7F-B13D-7CB2AC95DE75}" destId="{CF901FBF-A66D-4FE9-9673-71F908635FE2}" srcOrd="0" destOrd="0" presId="urn:microsoft.com/office/officeart/2005/8/layout/vList2"/>
    <dgm:cxn modelId="{DA5E3CE8-39D5-4036-B34F-27E499C1448F}" srcId="{239BB125-7E00-4429-8075-94094AA95FCF}" destId="{E6BE343A-C8F2-43D0-BDF4-BF5AA76C5F0E}" srcOrd="2" destOrd="0" parTransId="{5FD61D25-12DA-4812-A863-547CC1488AD8}" sibTransId="{8E4C34AD-2D9D-4747-87CC-52F2DFDADAD5}"/>
    <dgm:cxn modelId="{B89B1CF4-1526-46A2-9EEE-D6D5F90E41FE}" srcId="{239BB125-7E00-4429-8075-94094AA95FCF}" destId="{6371D1D9-DF71-4A7F-B13D-7CB2AC95DE75}" srcOrd="1" destOrd="0" parTransId="{3C2443CF-5438-4259-B5D3-CF2C0E18D652}" sibTransId="{62439B27-C928-4808-9B48-95F345567B5B}"/>
    <dgm:cxn modelId="{42C874D0-CCEC-4813-AAA3-21B832B28DBB}" type="presParOf" srcId="{D85DEB59-37AD-4177-BD9C-E721C8DE65E2}" destId="{02F61882-B85A-4794-82D9-73B4EEAE76DE}" srcOrd="0" destOrd="0" presId="urn:microsoft.com/office/officeart/2005/8/layout/vList2"/>
    <dgm:cxn modelId="{8041D8CF-D637-4676-A5BD-3A940C2C046E}" type="presParOf" srcId="{D85DEB59-37AD-4177-BD9C-E721C8DE65E2}" destId="{0521F4AB-E687-46E6-A4AB-F01FA0CB49FB}" srcOrd="1" destOrd="0" presId="urn:microsoft.com/office/officeart/2005/8/layout/vList2"/>
    <dgm:cxn modelId="{2BCACA31-873B-45C0-B43F-3BDBB30757E6}" type="presParOf" srcId="{D85DEB59-37AD-4177-BD9C-E721C8DE65E2}" destId="{CF901FBF-A66D-4FE9-9673-71F908635FE2}" srcOrd="2" destOrd="0" presId="urn:microsoft.com/office/officeart/2005/8/layout/vList2"/>
    <dgm:cxn modelId="{2A882548-3A19-49AB-91D8-DB1CCE5AB369}" type="presParOf" srcId="{D85DEB59-37AD-4177-BD9C-E721C8DE65E2}" destId="{A0EB333A-DFCD-4DC4-9101-560BF01FD07D}" srcOrd="3" destOrd="0" presId="urn:microsoft.com/office/officeart/2005/8/layout/vList2"/>
    <dgm:cxn modelId="{EED36188-DE91-4500-9EBD-1E9A76B15A1E}" type="presParOf" srcId="{D85DEB59-37AD-4177-BD9C-E721C8DE65E2}" destId="{2C5C16A2-E83F-43DF-ADC3-B087C6A5D6E1}" srcOrd="4" destOrd="0" presId="urn:microsoft.com/office/officeart/2005/8/layout/vList2"/>
    <dgm:cxn modelId="{E985CA56-0C9E-47A5-94AB-A1AB06871D90}" type="presParOf" srcId="{D85DEB59-37AD-4177-BD9C-E721C8DE65E2}" destId="{25FCC390-4166-405A-A909-2069BC742803}" srcOrd="5" destOrd="0" presId="urn:microsoft.com/office/officeart/2005/8/layout/vList2"/>
    <dgm:cxn modelId="{5C8204BA-3B2A-41E2-B1FC-C06A943FDB9E}" type="presParOf" srcId="{D85DEB59-37AD-4177-BD9C-E721C8DE65E2}" destId="{328B9430-92E3-499D-91AF-E0F9E47AABF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4A5C9DB-851F-42F5-8453-B61708EA8E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08A09E-0AD0-44BE-AB1A-5260F8126514}">
      <dgm:prSet/>
      <dgm:spPr/>
      <dgm:t>
        <a:bodyPr/>
        <a:lstStyle/>
        <a:p>
          <a:r>
            <a:rPr lang="ru-RU" b="0" i="0"/>
            <a:t>перетворення ЗУНР на західну область УНР</a:t>
          </a:r>
          <a:endParaRPr lang="uk-UA"/>
        </a:p>
      </dgm:t>
    </dgm:pt>
    <dgm:pt modelId="{70BF4D17-3046-4311-B0A1-89C63E720873}" type="parTrans" cxnId="{160E9921-F69F-4B2A-840B-FFF9ED754740}">
      <dgm:prSet/>
      <dgm:spPr/>
      <dgm:t>
        <a:bodyPr/>
        <a:lstStyle/>
        <a:p>
          <a:endParaRPr lang="uk-UA"/>
        </a:p>
      </dgm:t>
    </dgm:pt>
    <dgm:pt modelId="{18519AE3-A538-4E73-8E69-002B60C4C30C}" type="sibTrans" cxnId="{160E9921-F69F-4B2A-840B-FFF9ED754740}">
      <dgm:prSet/>
      <dgm:spPr/>
      <dgm:t>
        <a:bodyPr/>
        <a:lstStyle/>
        <a:p>
          <a:endParaRPr lang="uk-UA"/>
        </a:p>
      </dgm:t>
    </dgm:pt>
    <dgm:pt modelId="{9331195B-3793-4632-AE4F-F0A56552D78A}">
      <dgm:prSet/>
      <dgm:spPr/>
      <dgm:t>
        <a:bodyPr/>
        <a:lstStyle/>
        <a:p>
          <a:r>
            <a:rPr lang="ru-RU" b="0" i="0"/>
            <a:t>розпуск уряду ЗУНР, що перебував в еміграції</a:t>
          </a:r>
          <a:endParaRPr lang="uk-UA"/>
        </a:p>
      </dgm:t>
    </dgm:pt>
    <dgm:pt modelId="{B56B5075-8EFE-48CF-85A6-26B8B0B97A32}" type="parTrans" cxnId="{3704CB7C-2351-4B73-AFD2-3B03A9914AD9}">
      <dgm:prSet/>
      <dgm:spPr/>
      <dgm:t>
        <a:bodyPr/>
        <a:lstStyle/>
        <a:p>
          <a:endParaRPr lang="uk-UA"/>
        </a:p>
      </dgm:t>
    </dgm:pt>
    <dgm:pt modelId="{6C25EE7C-5900-4CE3-A500-756737A89768}" type="sibTrans" cxnId="{3704CB7C-2351-4B73-AFD2-3B03A9914AD9}">
      <dgm:prSet/>
      <dgm:spPr/>
      <dgm:t>
        <a:bodyPr/>
        <a:lstStyle/>
        <a:p>
          <a:endParaRPr lang="uk-UA"/>
        </a:p>
      </dgm:t>
    </dgm:pt>
    <dgm:pt modelId="{F8F852EC-AA94-4C61-B601-67C8C332D57F}">
      <dgm:prSet/>
      <dgm:spPr/>
      <dgm:t>
        <a:bodyPr/>
        <a:lstStyle/>
        <a:p>
          <a:r>
            <a:rPr lang="ru-RU" b="0" i="0"/>
            <a:t>скасування Акта Злуки між УНР та ЗУНР</a:t>
          </a:r>
          <a:endParaRPr lang="uk-UA"/>
        </a:p>
      </dgm:t>
    </dgm:pt>
    <dgm:pt modelId="{5406D4C7-4BD3-403C-BF14-13BF1D0DC3AB}" type="parTrans" cxnId="{B817A0A3-32CC-4C79-8ABF-59261330F0B8}">
      <dgm:prSet/>
      <dgm:spPr/>
      <dgm:t>
        <a:bodyPr/>
        <a:lstStyle/>
        <a:p>
          <a:endParaRPr lang="uk-UA"/>
        </a:p>
      </dgm:t>
    </dgm:pt>
    <dgm:pt modelId="{1BDDF8B7-09A7-429A-B80A-2031AC47916D}" type="sibTrans" cxnId="{B817A0A3-32CC-4C79-8ABF-59261330F0B8}">
      <dgm:prSet/>
      <dgm:spPr/>
      <dgm:t>
        <a:bodyPr/>
        <a:lstStyle/>
        <a:p>
          <a:endParaRPr lang="uk-UA"/>
        </a:p>
      </dgm:t>
    </dgm:pt>
    <dgm:pt modelId="{F7E91238-0A29-48FD-9DB9-A27A6A8CA964}">
      <dgm:prSet/>
      <dgm:spPr/>
      <dgm:t>
        <a:bodyPr/>
        <a:lstStyle/>
        <a:p>
          <a:r>
            <a:rPr lang="ru-RU" b="0" i="0"/>
            <a:t>проголошення ЗУНР</a:t>
          </a:r>
          <a:endParaRPr lang="uk-UA"/>
        </a:p>
      </dgm:t>
    </dgm:pt>
    <dgm:pt modelId="{D0E2A9F9-C828-44FA-BEDA-599D6C305A74}" type="parTrans" cxnId="{61666D0B-DA8F-42B0-8375-DB538ED18B93}">
      <dgm:prSet/>
      <dgm:spPr/>
      <dgm:t>
        <a:bodyPr/>
        <a:lstStyle/>
        <a:p>
          <a:endParaRPr lang="uk-UA"/>
        </a:p>
      </dgm:t>
    </dgm:pt>
    <dgm:pt modelId="{5FE60F44-9ECE-412C-8E21-3326DC0C5623}" type="sibTrans" cxnId="{61666D0B-DA8F-42B0-8375-DB538ED18B93}">
      <dgm:prSet/>
      <dgm:spPr/>
      <dgm:t>
        <a:bodyPr/>
        <a:lstStyle/>
        <a:p>
          <a:endParaRPr lang="uk-UA"/>
        </a:p>
      </dgm:t>
    </dgm:pt>
    <dgm:pt modelId="{01B040BC-423A-4EF4-9B58-4D00C2C2F6FF}" type="pres">
      <dgm:prSet presAssocID="{44A5C9DB-851F-42F5-8453-B61708EA8E5F}" presName="linear" presStyleCnt="0">
        <dgm:presLayoutVars>
          <dgm:animLvl val="lvl"/>
          <dgm:resizeHandles val="exact"/>
        </dgm:presLayoutVars>
      </dgm:prSet>
      <dgm:spPr/>
    </dgm:pt>
    <dgm:pt modelId="{AD7302D2-6871-4277-9D8D-BDFCC65D80E9}" type="pres">
      <dgm:prSet presAssocID="{2608A09E-0AD0-44BE-AB1A-5260F81265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9B60E4-508E-4DE6-A1C4-6E777656ED79}" type="pres">
      <dgm:prSet presAssocID="{18519AE3-A538-4E73-8E69-002B60C4C30C}" presName="spacer" presStyleCnt="0"/>
      <dgm:spPr/>
    </dgm:pt>
    <dgm:pt modelId="{D396008D-12AC-4BA0-B975-BB58AD928A7B}" type="pres">
      <dgm:prSet presAssocID="{9331195B-3793-4632-AE4F-F0A56552D7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6C54A6B-31D5-4C3A-9651-DF0852CA848F}" type="pres">
      <dgm:prSet presAssocID="{6C25EE7C-5900-4CE3-A500-756737A89768}" presName="spacer" presStyleCnt="0"/>
      <dgm:spPr/>
    </dgm:pt>
    <dgm:pt modelId="{2BB50DA1-2483-49C7-B656-BC3DA0E14412}" type="pres">
      <dgm:prSet presAssocID="{F8F852EC-AA94-4C61-B601-67C8C332D57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C75015-6782-48B6-9E31-1165BBA47D76}" type="pres">
      <dgm:prSet presAssocID="{1BDDF8B7-09A7-429A-B80A-2031AC47916D}" presName="spacer" presStyleCnt="0"/>
      <dgm:spPr/>
    </dgm:pt>
    <dgm:pt modelId="{C59BAF29-3BE9-455B-BBC5-FDF2E090275E}" type="pres">
      <dgm:prSet presAssocID="{F7E91238-0A29-48FD-9DB9-A27A6A8CA96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1666D0B-DA8F-42B0-8375-DB538ED18B93}" srcId="{44A5C9DB-851F-42F5-8453-B61708EA8E5F}" destId="{F7E91238-0A29-48FD-9DB9-A27A6A8CA964}" srcOrd="3" destOrd="0" parTransId="{D0E2A9F9-C828-44FA-BEDA-599D6C305A74}" sibTransId="{5FE60F44-9ECE-412C-8E21-3326DC0C5623}"/>
    <dgm:cxn modelId="{E5CE4616-8543-488A-9715-05AE6559D153}" type="presOf" srcId="{9331195B-3793-4632-AE4F-F0A56552D78A}" destId="{D396008D-12AC-4BA0-B975-BB58AD928A7B}" srcOrd="0" destOrd="0" presId="urn:microsoft.com/office/officeart/2005/8/layout/vList2"/>
    <dgm:cxn modelId="{160E9921-F69F-4B2A-840B-FFF9ED754740}" srcId="{44A5C9DB-851F-42F5-8453-B61708EA8E5F}" destId="{2608A09E-0AD0-44BE-AB1A-5260F8126514}" srcOrd="0" destOrd="0" parTransId="{70BF4D17-3046-4311-B0A1-89C63E720873}" sibTransId="{18519AE3-A538-4E73-8E69-002B60C4C30C}"/>
    <dgm:cxn modelId="{FF72932B-8C5B-4ECA-80FB-C125F23657DF}" type="presOf" srcId="{44A5C9DB-851F-42F5-8453-B61708EA8E5F}" destId="{01B040BC-423A-4EF4-9B58-4D00C2C2F6FF}" srcOrd="0" destOrd="0" presId="urn:microsoft.com/office/officeart/2005/8/layout/vList2"/>
    <dgm:cxn modelId="{87865F3B-7DDD-4B6A-8DFF-6CD1E694EBA2}" type="presOf" srcId="{F8F852EC-AA94-4C61-B601-67C8C332D57F}" destId="{2BB50DA1-2483-49C7-B656-BC3DA0E14412}" srcOrd="0" destOrd="0" presId="urn:microsoft.com/office/officeart/2005/8/layout/vList2"/>
    <dgm:cxn modelId="{3704CB7C-2351-4B73-AFD2-3B03A9914AD9}" srcId="{44A5C9DB-851F-42F5-8453-B61708EA8E5F}" destId="{9331195B-3793-4632-AE4F-F0A56552D78A}" srcOrd="1" destOrd="0" parTransId="{B56B5075-8EFE-48CF-85A6-26B8B0B97A32}" sibTransId="{6C25EE7C-5900-4CE3-A500-756737A89768}"/>
    <dgm:cxn modelId="{B817A0A3-32CC-4C79-8ABF-59261330F0B8}" srcId="{44A5C9DB-851F-42F5-8453-B61708EA8E5F}" destId="{F8F852EC-AA94-4C61-B601-67C8C332D57F}" srcOrd="2" destOrd="0" parTransId="{5406D4C7-4BD3-403C-BF14-13BF1D0DC3AB}" sibTransId="{1BDDF8B7-09A7-429A-B80A-2031AC47916D}"/>
    <dgm:cxn modelId="{3F4555AF-A7EA-45A9-A6CE-508C48BC8246}" type="presOf" srcId="{F7E91238-0A29-48FD-9DB9-A27A6A8CA964}" destId="{C59BAF29-3BE9-455B-BBC5-FDF2E090275E}" srcOrd="0" destOrd="0" presId="urn:microsoft.com/office/officeart/2005/8/layout/vList2"/>
    <dgm:cxn modelId="{DFAAD2B5-CC1B-4F17-A6C6-BF77D2E95CBB}" type="presOf" srcId="{2608A09E-0AD0-44BE-AB1A-5260F8126514}" destId="{AD7302D2-6871-4277-9D8D-BDFCC65D80E9}" srcOrd="0" destOrd="0" presId="urn:microsoft.com/office/officeart/2005/8/layout/vList2"/>
    <dgm:cxn modelId="{0A277243-39CC-424E-833D-2C94523E0838}" type="presParOf" srcId="{01B040BC-423A-4EF4-9B58-4D00C2C2F6FF}" destId="{AD7302D2-6871-4277-9D8D-BDFCC65D80E9}" srcOrd="0" destOrd="0" presId="urn:microsoft.com/office/officeart/2005/8/layout/vList2"/>
    <dgm:cxn modelId="{FF3DFB50-28BA-4F62-827E-D96A73182D75}" type="presParOf" srcId="{01B040BC-423A-4EF4-9B58-4D00C2C2F6FF}" destId="{659B60E4-508E-4DE6-A1C4-6E777656ED79}" srcOrd="1" destOrd="0" presId="urn:microsoft.com/office/officeart/2005/8/layout/vList2"/>
    <dgm:cxn modelId="{7D2FB9E5-EED6-4110-8F23-B8405703FB5F}" type="presParOf" srcId="{01B040BC-423A-4EF4-9B58-4D00C2C2F6FF}" destId="{D396008D-12AC-4BA0-B975-BB58AD928A7B}" srcOrd="2" destOrd="0" presId="urn:microsoft.com/office/officeart/2005/8/layout/vList2"/>
    <dgm:cxn modelId="{27FDEB3D-AE65-4186-ACBA-12F082D6DCDC}" type="presParOf" srcId="{01B040BC-423A-4EF4-9B58-4D00C2C2F6FF}" destId="{F6C54A6B-31D5-4C3A-9651-DF0852CA848F}" srcOrd="3" destOrd="0" presId="urn:microsoft.com/office/officeart/2005/8/layout/vList2"/>
    <dgm:cxn modelId="{3FB1F936-D59B-4D3A-9F1C-440AA0EB44C8}" type="presParOf" srcId="{01B040BC-423A-4EF4-9B58-4D00C2C2F6FF}" destId="{2BB50DA1-2483-49C7-B656-BC3DA0E14412}" srcOrd="4" destOrd="0" presId="urn:microsoft.com/office/officeart/2005/8/layout/vList2"/>
    <dgm:cxn modelId="{5C5B20B9-8B16-4C12-B642-752BC3B92159}" type="presParOf" srcId="{01B040BC-423A-4EF4-9B58-4D00C2C2F6FF}" destId="{FAC75015-6782-48B6-9E31-1165BBA47D76}" srcOrd="5" destOrd="0" presId="urn:microsoft.com/office/officeart/2005/8/layout/vList2"/>
    <dgm:cxn modelId="{F2C95510-FAA2-4ED8-B21F-17B56F6A3C13}" type="presParOf" srcId="{01B040BC-423A-4EF4-9B58-4D00C2C2F6FF}" destId="{C59BAF29-3BE9-455B-BBC5-FDF2E09027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CFB0A20-350F-4638-8A23-FFD0EA7673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5E78F57-FCD9-4B10-9988-26ED3C54DFF4}">
      <dgm:prSet/>
      <dgm:spPr/>
      <dgm:t>
        <a:bodyPr/>
        <a:lstStyle/>
        <a:p>
          <a:r>
            <a:rPr lang="ru-RU" b="0" i="0"/>
            <a:t>держав Осі.</a:t>
          </a:r>
          <a:endParaRPr lang="uk-UA"/>
        </a:p>
      </dgm:t>
    </dgm:pt>
    <dgm:pt modelId="{61980379-9530-49C6-A449-86953C391EAE}" type="parTrans" cxnId="{27ED5231-9BEC-42C8-B92C-CE90F79CCBC3}">
      <dgm:prSet/>
      <dgm:spPr/>
      <dgm:t>
        <a:bodyPr/>
        <a:lstStyle/>
        <a:p>
          <a:endParaRPr lang="uk-UA"/>
        </a:p>
      </dgm:t>
    </dgm:pt>
    <dgm:pt modelId="{F1CFA05A-EA93-47C5-92FF-F7E663E64748}" type="sibTrans" cxnId="{27ED5231-9BEC-42C8-B92C-CE90F79CCBC3}">
      <dgm:prSet/>
      <dgm:spPr/>
      <dgm:t>
        <a:bodyPr/>
        <a:lstStyle/>
        <a:p>
          <a:endParaRPr lang="uk-UA"/>
        </a:p>
      </dgm:t>
    </dgm:pt>
    <dgm:pt modelId="{087FF564-C657-4AF2-9D97-68251F6C37A5}">
      <dgm:prSet/>
      <dgm:spPr/>
      <dgm:t>
        <a:bodyPr/>
        <a:lstStyle/>
        <a:p>
          <a:r>
            <a:rPr lang="ru-RU" b="0" i="0"/>
            <a:t>держав Антанти.</a:t>
          </a:r>
          <a:endParaRPr lang="uk-UA"/>
        </a:p>
      </dgm:t>
    </dgm:pt>
    <dgm:pt modelId="{3280FE04-A321-407C-BA9D-CB5DE26B55B7}" type="parTrans" cxnId="{E01B23EE-E2A4-442D-9268-659C71C43AF0}">
      <dgm:prSet/>
      <dgm:spPr/>
      <dgm:t>
        <a:bodyPr/>
        <a:lstStyle/>
        <a:p>
          <a:endParaRPr lang="uk-UA"/>
        </a:p>
      </dgm:t>
    </dgm:pt>
    <dgm:pt modelId="{C03DA84D-1C8C-487D-B096-F93B308DE26C}" type="sibTrans" cxnId="{E01B23EE-E2A4-442D-9268-659C71C43AF0}">
      <dgm:prSet/>
      <dgm:spPr/>
      <dgm:t>
        <a:bodyPr/>
        <a:lstStyle/>
        <a:p>
          <a:endParaRPr lang="uk-UA"/>
        </a:p>
      </dgm:t>
    </dgm:pt>
    <dgm:pt modelId="{348C3AC3-1EDE-4C68-81BF-3C9410FDBFA8}">
      <dgm:prSet/>
      <dgm:spPr/>
      <dgm:t>
        <a:bodyPr/>
        <a:lstStyle/>
        <a:p>
          <a:r>
            <a:rPr lang="ru-RU" b="0" i="0"/>
            <a:t>держав Четверного союзу.</a:t>
          </a:r>
          <a:endParaRPr lang="uk-UA"/>
        </a:p>
      </dgm:t>
    </dgm:pt>
    <dgm:pt modelId="{B21D2C62-D007-49E6-9DF0-F28609851ED4}" type="parTrans" cxnId="{425D5335-7640-4B31-A83B-A55ED7978B26}">
      <dgm:prSet/>
      <dgm:spPr/>
      <dgm:t>
        <a:bodyPr/>
        <a:lstStyle/>
        <a:p>
          <a:endParaRPr lang="uk-UA"/>
        </a:p>
      </dgm:t>
    </dgm:pt>
    <dgm:pt modelId="{5C0CCB7B-306C-473C-B0C3-D7828AB6B6ED}" type="sibTrans" cxnId="{425D5335-7640-4B31-A83B-A55ED7978B26}">
      <dgm:prSet/>
      <dgm:spPr/>
      <dgm:t>
        <a:bodyPr/>
        <a:lstStyle/>
        <a:p>
          <a:endParaRPr lang="uk-UA"/>
        </a:p>
      </dgm:t>
    </dgm:pt>
    <dgm:pt modelId="{F15B2EFE-55D8-4D18-B10F-68C3CAE8D8E5}">
      <dgm:prSet/>
      <dgm:spPr/>
      <dgm:t>
        <a:bodyPr/>
        <a:lstStyle/>
        <a:p>
          <a:r>
            <a:rPr lang="ru-RU" b="0" i="0"/>
            <a:t>федерації радянських республік</a:t>
          </a:r>
          <a:endParaRPr lang="uk-UA"/>
        </a:p>
      </dgm:t>
    </dgm:pt>
    <dgm:pt modelId="{CB3C6F9F-8F32-496E-81C3-B66C61257CBA}" type="parTrans" cxnId="{5414EBAF-4463-4146-9241-148F7F1C9B66}">
      <dgm:prSet/>
      <dgm:spPr/>
      <dgm:t>
        <a:bodyPr/>
        <a:lstStyle/>
        <a:p>
          <a:endParaRPr lang="uk-UA"/>
        </a:p>
      </dgm:t>
    </dgm:pt>
    <dgm:pt modelId="{66116133-28E2-48EF-8524-C6DA64D64369}" type="sibTrans" cxnId="{5414EBAF-4463-4146-9241-148F7F1C9B66}">
      <dgm:prSet/>
      <dgm:spPr/>
      <dgm:t>
        <a:bodyPr/>
        <a:lstStyle/>
        <a:p>
          <a:endParaRPr lang="uk-UA"/>
        </a:p>
      </dgm:t>
    </dgm:pt>
    <dgm:pt modelId="{0CBA3D1E-109E-4BF3-9AB2-827197C52BA1}" type="pres">
      <dgm:prSet presAssocID="{1CFB0A20-350F-4638-8A23-FFD0EA7673EF}" presName="linear" presStyleCnt="0">
        <dgm:presLayoutVars>
          <dgm:animLvl val="lvl"/>
          <dgm:resizeHandles val="exact"/>
        </dgm:presLayoutVars>
      </dgm:prSet>
      <dgm:spPr/>
    </dgm:pt>
    <dgm:pt modelId="{7E5F5B2C-4A2A-4BFB-9F60-8B2058BEE70F}" type="pres">
      <dgm:prSet presAssocID="{B5E78F57-FCD9-4B10-9988-26ED3C54DFF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DE4CEE7-B5F9-4395-B3D2-D5CCBD946953}" type="pres">
      <dgm:prSet presAssocID="{F1CFA05A-EA93-47C5-92FF-F7E663E64748}" presName="spacer" presStyleCnt="0"/>
      <dgm:spPr/>
    </dgm:pt>
    <dgm:pt modelId="{E7AAC5E2-943B-4415-9CE6-7930393B464D}" type="pres">
      <dgm:prSet presAssocID="{087FF564-C657-4AF2-9D97-68251F6C37A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49BA96E-9756-45C4-B24A-D0B2E5390C9F}" type="pres">
      <dgm:prSet presAssocID="{C03DA84D-1C8C-487D-B096-F93B308DE26C}" presName="spacer" presStyleCnt="0"/>
      <dgm:spPr/>
    </dgm:pt>
    <dgm:pt modelId="{D776737A-3F39-4B53-9D03-860F0CBA6DAA}" type="pres">
      <dgm:prSet presAssocID="{348C3AC3-1EDE-4C68-81BF-3C9410FDBF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0749845-1317-4AB5-A19C-57E7CADCF056}" type="pres">
      <dgm:prSet presAssocID="{5C0CCB7B-306C-473C-B0C3-D7828AB6B6ED}" presName="spacer" presStyleCnt="0"/>
      <dgm:spPr/>
    </dgm:pt>
    <dgm:pt modelId="{D185B4F6-E4EA-427A-AFAE-A33131F42895}" type="pres">
      <dgm:prSet presAssocID="{F15B2EFE-55D8-4D18-B10F-68C3CAE8D8E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5801F08-1F48-4CC9-802E-5FB6FB4764B4}" type="presOf" srcId="{B5E78F57-FCD9-4B10-9988-26ED3C54DFF4}" destId="{7E5F5B2C-4A2A-4BFB-9F60-8B2058BEE70F}" srcOrd="0" destOrd="0" presId="urn:microsoft.com/office/officeart/2005/8/layout/vList2"/>
    <dgm:cxn modelId="{27ED5231-9BEC-42C8-B92C-CE90F79CCBC3}" srcId="{1CFB0A20-350F-4638-8A23-FFD0EA7673EF}" destId="{B5E78F57-FCD9-4B10-9988-26ED3C54DFF4}" srcOrd="0" destOrd="0" parTransId="{61980379-9530-49C6-A449-86953C391EAE}" sibTransId="{F1CFA05A-EA93-47C5-92FF-F7E663E64748}"/>
    <dgm:cxn modelId="{425D5335-7640-4B31-A83B-A55ED7978B26}" srcId="{1CFB0A20-350F-4638-8A23-FFD0EA7673EF}" destId="{348C3AC3-1EDE-4C68-81BF-3C9410FDBFA8}" srcOrd="2" destOrd="0" parTransId="{B21D2C62-D007-49E6-9DF0-F28609851ED4}" sibTransId="{5C0CCB7B-306C-473C-B0C3-D7828AB6B6ED}"/>
    <dgm:cxn modelId="{0028B54F-AAE1-42FA-9750-A673D086DDD8}" type="presOf" srcId="{F15B2EFE-55D8-4D18-B10F-68C3CAE8D8E5}" destId="{D185B4F6-E4EA-427A-AFAE-A33131F42895}" srcOrd="0" destOrd="0" presId="urn:microsoft.com/office/officeart/2005/8/layout/vList2"/>
    <dgm:cxn modelId="{74263F76-85F3-4281-BF85-722613E07880}" type="presOf" srcId="{087FF564-C657-4AF2-9D97-68251F6C37A5}" destId="{E7AAC5E2-943B-4415-9CE6-7930393B464D}" srcOrd="0" destOrd="0" presId="urn:microsoft.com/office/officeart/2005/8/layout/vList2"/>
    <dgm:cxn modelId="{2B8E617C-E429-43DD-AC46-5E0FC84F6825}" type="presOf" srcId="{348C3AC3-1EDE-4C68-81BF-3C9410FDBFA8}" destId="{D776737A-3F39-4B53-9D03-860F0CBA6DAA}" srcOrd="0" destOrd="0" presId="urn:microsoft.com/office/officeart/2005/8/layout/vList2"/>
    <dgm:cxn modelId="{5414EBAF-4463-4146-9241-148F7F1C9B66}" srcId="{1CFB0A20-350F-4638-8A23-FFD0EA7673EF}" destId="{F15B2EFE-55D8-4D18-B10F-68C3CAE8D8E5}" srcOrd="3" destOrd="0" parTransId="{CB3C6F9F-8F32-496E-81C3-B66C61257CBA}" sibTransId="{66116133-28E2-48EF-8524-C6DA64D64369}"/>
    <dgm:cxn modelId="{AED94AB0-0B30-40F9-98F0-39923B733608}" type="presOf" srcId="{1CFB0A20-350F-4638-8A23-FFD0EA7673EF}" destId="{0CBA3D1E-109E-4BF3-9AB2-827197C52BA1}" srcOrd="0" destOrd="0" presId="urn:microsoft.com/office/officeart/2005/8/layout/vList2"/>
    <dgm:cxn modelId="{E01B23EE-E2A4-442D-9268-659C71C43AF0}" srcId="{1CFB0A20-350F-4638-8A23-FFD0EA7673EF}" destId="{087FF564-C657-4AF2-9D97-68251F6C37A5}" srcOrd="1" destOrd="0" parTransId="{3280FE04-A321-407C-BA9D-CB5DE26B55B7}" sibTransId="{C03DA84D-1C8C-487D-B096-F93B308DE26C}"/>
    <dgm:cxn modelId="{F67B4F70-5D14-4C8F-9D00-50B60E9AE49B}" type="presParOf" srcId="{0CBA3D1E-109E-4BF3-9AB2-827197C52BA1}" destId="{7E5F5B2C-4A2A-4BFB-9F60-8B2058BEE70F}" srcOrd="0" destOrd="0" presId="urn:microsoft.com/office/officeart/2005/8/layout/vList2"/>
    <dgm:cxn modelId="{2E0564EA-9193-48E6-98D7-648E97A8FCAC}" type="presParOf" srcId="{0CBA3D1E-109E-4BF3-9AB2-827197C52BA1}" destId="{CDE4CEE7-B5F9-4395-B3D2-D5CCBD946953}" srcOrd="1" destOrd="0" presId="urn:microsoft.com/office/officeart/2005/8/layout/vList2"/>
    <dgm:cxn modelId="{FA9D1949-52FC-46CD-93C4-29E321709ED0}" type="presParOf" srcId="{0CBA3D1E-109E-4BF3-9AB2-827197C52BA1}" destId="{E7AAC5E2-943B-4415-9CE6-7930393B464D}" srcOrd="2" destOrd="0" presId="urn:microsoft.com/office/officeart/2005/8/layout/vList2"/>
    <dgm:cxn modelId="{4F1D3B8C-A65D-465B-B820-54BAD17EBA82}" type="presParOf" srcId="{0CBA3D1E-109E-4BF3-9AB2-827197C52BA1}" destId="{149BA96E-9756-45C4-B24A-D0B2E5390C9F}" srcOrd="3" destOrd="0" presId="urn:microsoft.com/office/officeart/2005/8/layout/vList2"/>
    <dgm:cxn modelId="{C27C57DD-B716-4195-9356-3475688FED93}" type="presParOf" srcId="{0CBA3D1E-109E-4BF3-9AB2-827197C52BA1}" destId="{D776737A-3F39-4B53-9D03-860F0CBA6DAA}" srcOrd="4" destOrd="0" presId="urn:microsoft.com/office/officeart/2005/8/layout/vList2"/>
    <dgm:cxn modelId="{9B46B473-732B-4310-8F22-9201D844945C}" type="presParOf" srcId="{0CBA3D1E-109E-4BF3-9AB2-827197C52BA1}" destId="{F0749845-1317-4AB5-A19C-57E7CADCF056}" srcOrd="5" destOrd="0" presId="urn:microsoft.com/office/officeart/2005/8/layout/vList2"/>
    <dgm:cxn modelId="{5C15C82A-CFEA-43C2-BD14-27F0022BF7D7}" type="presParOf" srcId="{0CBA3D1E-109E-4BF3-9AB2-827197C52BA1}" destId="{D185B4F6-E4EA-427A-AFAE-A33131F428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C94EF20-4DE2-423B-96E9-1EDF343C9CC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49DB44E-66AF-4F8F-B5B0-C1CD58A34AA9}">
      <dgm:prSet/>
      <dgm:spPr/>
      <dgm:t>
        <a:bodyPr/>
        <a:lstStyle/>
        <a:p>
          <a:r>
            <a:rPr lang="ru-RU" b="0" i="0"/>
            <a:t>С. Бандера</a:t>
          </a:r>
          <a:endParaRPr lang="uk-UA"/>
        </a:p>
      </dgm:t>
    </dgm:pt>
    <dgm:pt modelId="{3682D478-F7BA-49BC-9C13-97CE34B7773A}" type="parTrans" cxnId="{5165DD17-44DD-49F8-8BA4-FFE1F61086B7}">
      <dgm:prSet/>
      <dgm:spPr/>
      <dgm:t>
        <a:bodyPr/>
        <a:lstStyle/>
        <a:p>
          <a:endParaRPr lang="uk-UA"/>
        </a:p>
      </dgm:t>
    </dgm:pt>
    <dgm:pt modelId="{32EFCF00-02F5-42BA-A79A-A30E44BED634}" type="sibTrans" cxnId="{5165DD17-44DD-49F8-8BA4-FFE1F61086B7}">
      <dgm:prSet/>
      <dgm:spPr/>
      <dgm:t>
        <a:bodyPr/>
        <a:lstStyle/>
        <a:p>
          <a:endParaRPr lang="uk-UA"/>
        </a:p>
      </dgm:t>
    </dgm:pt>
    <dgm:pt modelId="{1063FF55-48D2-4983-BFCD-C045143F7188}">
      <dgm:prSet/>
      <dgm:spPr/>
      <dgm:t>
        <a:bodyPr/>
        <a:lstStyle/>
        <a:p>
          <a:r>
            <a:rPr lang="ru-RU" b="0" i="0"/>
            <a:t>А. Волошин</a:t>
          </a:r>
          <a:endParaRPr lang="uk-UA"/>
        </a:p>
      </dgm:t>
    </dgm:pt>
    <dgm:pt modelId="{307A35F0-142B-4E54-8381-841C8D1843B4}" type="parTrans" cxnId="{F04B01BC-EDCE-4600-9534-B7B4810469D3}">
      <dgm:prSet/>
      <dgm:spPr/>
      <dgm:t>
        <a:bodyPr/>
        <a:lstStyle/>
        <a:p>
          <a:endParaRPr lang="uk-UA"/>
        </a:p>
      </dgm:t>
    </dgm:pt>
    <dgm:pt modelId="{644D3E70-AF39-4089-8BE3-5D7D31DE014C}" type="sibTrans" cxnId="{F04B01BC-EDCE-4600-9534-B7B4810469D3}">
      <dgm:prSet/>
      <dgm:spPr/>
      <dgm:t>
        <a:bodyPr/>
        <a:lstStyle/>
        <a:p>
          <a:endParaRPr lang="uk-UA"/>
        </a:p>
      </dgm:t>
    </dgm:pt>
    <dgm:pt modelId="{648E85EE-0A60-4595-B3EB-EA06F172F966}">
      <dgm:prSet/>
      <dgm:spPr/>
      <dgm:t>
        <a:bodyPr/>
        <a:lstStyle/>
        <a:p>
          <a:r>
            <a:rPr lang="ru-RU" b="0" i="0"/>
            <a:t>Є. Петрушевич</a:t>
          </a:r>
          <a:endParaRPr lang="uk-UA"/>
        </a:p>
      </dgm:t>
    </dgm:pt>
    <dgm:pt modelId="{353D14ED-E351-47E5-BD66-8DBCA6139FAA}" type="parTrans" cxnId="{159CCB02-CF3C-4FFD-9F81-0A42C152EA80}">
      <dgm:prSet/>
      <dgm:spPr/>
      <dgm:t>
        <a:bodyPr/>
        <a:lstStyle/>
        <a:p>
          <a:endParaRPr lang="uk-UA"/>
        </a:p>
      </dgm:t>
    </dgm:pt>
    <dgm:pt modelId="{9E33DBB0-BE22-4B53-970C-09D6E3D35722}" type="sibTrans" cxnId="{159CCB02-CF3C-4FFD-9F81-0A42C152EA80}">
      <dgm:prSet/>
      <dgm:spPr/>
      <dgm:t>
        <a:bodyPr/>
        <a:lstStyle/>
        <a:p>
          <a:endParaRPr lang="uk-UA"/>
        </a:p>
      </dgm:t>
    </dgm:pt>
    <dgm:pt modelId="{B58C3202-C1A0-4A10-9AB9-7AE84CF06C2F}">
      <dgm:prSet/>
      <dgm:spPr/>
      <dgm:t>
        <a:bodyPr/>
        <a:lstStyle/>
        <a:p>
          <a:r>
            <a:rPr lang="ru-RU" b="0" i="0"/>
            <a:t>А. Шептицький</a:t>
          </a:r>
          <a:endParaRPr lang="uk-UA"/>
        </a:p>
      </dgm:t>
    </dgm:pt>
    <dgm:pt modelId="{7A6E2587-6C9F-4472-A4CA-E7F8DD0234B5}" type="parTrans" cxnId="{57A37BF9-CAB4-4148-97C6-14F197A84EF6}">
      <dgm:prSet/>
      <dgm:spPr/>
      <dgm:t>
        <a:bodyPr/>
        <a:lstStyle/>
        <a:p>
          <a:endParaRPr lang="uk-UA"/>
        </a:p>
      </dgm:t>
    </dgm:pt>
    <dgm:pt modelId="{7E98B672-8DC3-4ED2-8C0E-1DA5B99CA56A}" type="sibTrans" cxnId="{57A37BF9-CAB4-4148-97C6-14F197A84EF6}">
      <dgm:prSet/>
      <dgm:spPr/>
      <dgm:t>
        <a:bodyPr/>
        <a:lstStyle/>
        <a:p>
          <a:endParaRPr lang="uk-UA"/>
        </a:p>
      </dgm:t>
    </dgm:pt>
    <dgm:pt modelId="{C0E4BEDB-CE00-4C8A-BA78-071CF4C53EDB}" type="pres">
      <dgm:prSet presAssocID="{5C94EF20-4DE2-423B-96E9-1EDF343C9CCE}" presName="linear" presStyleCnt="0">
        <dgm:presLayoutVars>
          <dgm:animLvl val="lvl"/>
          <dgm:resizeHandles val="exact"/>
        </dgm:presLayoutVars>
      </dgm:prSet>
      <dgm:spPr/>
    </dgm:pt>
    <dgm:pt modelId="{4C4660FD-DD6E-4FBA-BF20-994B88984804}" type="pres">
      <dgm:prSet presAssocID="{949DB44E-66AF-4F8F-B5B0-C1CD58A34AA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BF42494-EED7-478D-9F50-E21FC21A3C72}" type="pres">
      <dgm:prSet presAssocID="{32EFCF00-02F5-42BA-A79A-A30E44BED634}" presName="spacer" presStyleCnt="0"/>
      <dgm:spPr/>
    </dgm:pt>
    <dgm:pt modelId="{ADF5D1A6-9283-4AD9-9EE9-EC0ECE35D0C2}" type="pres">
      <dgm:prSet presAssocID="{1063FF55-48D2-4983-BFCD-C045143F718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8231ECB-2C6C-4C9D-876B-B5E2A98E855E}" type="pres">
      <dgm:prSet presAssocID="{644D3E70-AF39-4089-8BE3-5D7D31DE014C}" presName="spacer" presStyleCnt="0"/>
      <dgm:spPr/>
    </dgm:pt>
    <dgm:pt modelId="{74009C18-9534-49CF-AA9B-509D4D1986BC}" type="pres">
      <dgm:prSet presAssocID="{648E85EE-0A60-4595-B3EB-EA06F172F9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E8A235-38E5-4580-9D4A-8F82C1E179FA}" type="pres">
      <dgm:prSet presAssocID="{9E33DBB0-BE22-4B53-970C-09D6E3D35722}" presName="spacer" presStyleCnt="0"/>
      <dgm:spPr/>
    </dgm:pt>
    <dgm:pt modelId="{29AE38E9-4B99-48DF-933A-F44F24A02FC4}" type="pres">
      <dgm:prSet presAssocID="{B58C3202-C1A0-4A10-9AB9-7AE84CF06C2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9CCB02-CF3C-4FFD-9F81-0A42C152EA80}" srcId="{5C94EF20-4DE2-423B-96E9-1EDF343C9CCE}" destId="{648E85EE-0A60-4595-B3EB-EA06F172F966}" srcOrd="2" destOrd="0" parTransId="{353D14ED-E351-47E5-BD66-8DBCA6139FAA}" sibTransId="{9E33DBB0-BE22-4B53-970C-09D6E3D35722}"/>
    <dgm:cxn modelId="{5165DD17-44DD-49F8-8BA4-FFE1F61086B7}" srcId="{5C94EF20-4DE2-423B-96E9-1EDF343C9CCE}" destId="{949DB44E-66AF-4F8F-B5B0-C1CD58A34AA9}" srcOrd="0" destOrd="0" parTransId="{3682D478-F7BA-49BC-9C13-97CE34B7773A}" sibTransId="{32EFCF00-02F5-42BA-A79A-A30E44BED634}"/>
    <dgm:cxn modelId="{1B6A2A1A-E5C0-408A-B380-46DB8713A670}" type="presOf" srcId="{1063FF55-48D2-4983-BFCD-C045143F7188}" destId="{ADF5D1A6-9283-4AD9-9EE9-EC0ECE35D0C2}" srcOrd="0" destOrd="0" presId="urn:microsoft.com/office/officeart/2005/8/layout/vList2"/>
    <dgm:cxn modelId="{2BF9AB8C-1283-4DE1-9862-7B910E7FFE12}" type="presOf" srcId="{949DB44E-66AF-4F8F-B5B0-C1CD58A34AA9}" destId="{4C4660FD-DD6E-4FBA-BF20-994B88984804}" srcOrd="0" destOrd="0" presId="urn:microsoft.com/office/officeart/2005/8/layout/vList2"/>
    <dgm:cxn modelId="{CC37A493-FBFE-4D02-9AC0-2F5DAAE63A39}" type="presOf" srcId="{5C94EF20-4DE2-423B-96E9-1EDF343C9CCE}" destId="{C0E4BEDB-CE00-4C8A-BA78-071CF4C53EDB}" srcOrd="0" destOrd="0" presId="urn:microsoft.com/office/officeart/2005/8/layout/vList2"/>
    <dgm:cxn modelId="{CB3E639F-C67D-44B9-BE87-F40CC21D6225}" type="presOf" srcId="{648E85EE-0A60-4595-B3EB-EA06F172F966}" destId="{74009C18-9534-49CF-AA9B-509D4D1986BC}" srcOrd="0" destOrd="0" presId="urn:microsoft.com/office/officeart/2005/8/layout/vList2"/>
    <dgm:cxn modelId="{F04B01BC-EDCE-4600-9534-B7B4810469D3}" srcId="{5C94EF20-4DE2-423B-96E9-1EDF343C9CCE}" destId="{1063FF55-48D2-4983-BFCD-C045143F7188}" srcOrd="1" destOrd="0" parTransId="{307A35F0-142B-4E54-8381-841C8D1843B4}" sibTransId="{644D3E70-AF39-4089-8BE3-5D7D31DE014C}"/>
    <dgm:cxn modelId="{B594D5C2-903E-414C-A1E4-EF53C854E574}" type="presOf" srcId="{B58C3202-C1A0-4A10-9AB9-7AE84CF06C2F}" destId="{29AE38E9-4B99-48DF-933A-F44F24A02FC4}" srcOrd="0" destOrd="0" presId="urn:microsoft.com/office/officeart/2005/8/layout/vList2"/>
    <dgm:cxn modelId="{57A37BF9-CAB4-4148-97C6-14F197A84EF6}" srcId="{5C94EF20-4DE2-423B-96E9-1EDF343C9CCE}" destId="{B58C3202-C1A0-4A10-9AB9-7AE84CF06C2F}" srcOrd="3" destOrd="0" parTransId="{7A6E2587-6C9F-4472-A4CA-E7F8DD0234B5}" sibTransId="{7E98B672-8DC3-4ED2-8C0E-1DA5B99CA56A}"/>
    <dgm:cxn modelId="{C9152504-3EDE-44B7-9898-FBC80FD9E690}" type="presParOf" srcId="{C0E4BEDB-CE00-4C8A-BA78-071CF4C53EDB}" destId="{4C4660FD-DD6E-4FBA-BF20-994B88984804}" srcOrd="0" destOrd="0" presId="urn:microsoft.com/office/officeart/2005/8/layout/vList2"/>
    <dgm:cxn modelId="{7F897663-5476-4BD6-AC50-16D307FA42F8}" type="presParOf" srcId="{C0E4BEDB-CE00-4C8A-BA78-071CF4C53EDB}" destId="{DBF42494-EED7-478D-9F50-E21FC21A3C72}" srcOrd="1" destOrd="0" presId="urn:microsoft.com/office/officeart/2005/8/layout/vList2"/>
    <dgm:cxn modelId="{5D30D980-89D0-44FB-AC33-3B9290D5035D}" type="presParOf" srcId="{C0E4BEDB-CE00-4C8A-BA78-071CF4C53EDB}" destId="{ADF5D1A6-9283-4AD9-9EE9-EC0ECE35D0C2}" srcOrd="2" destOrd="0" presId="urn:microsoft.com/office/officeart/2005/8/layout/vList2"/>
    <dgm:cxn modelId="{CA487B95-D7EB-487E-AD2C-A5247673DE8F}" type="presParOf" srcId="{C0E4BEDB-CE00-4C8A-BA78-071CF4C53EDB}" destId="{D8231ECB-2C6C-4C9D-876B-B5E2A98E855E}" srcOrd="3" destOrd="0" presId="urn:microsoft.com/office/officeart/2005/8/layout/vList2"/>
    <dgm:cxn modelId="{34E4E1D3-77D6-45E3-91BF-6AF862D07829}" type="presParOf" srcId="{C0E4BEDB-CE00-4C8A-BA78-071CF4C53EDB}" destId="{74009C18-9534-49CF-AA9B-509D4D1986BC}" srcOrd="4" destOrd="0" presId="urn:microsoft.com/office/officeart/2005/8/layout/vList2"/>
    <dgm:cxn modelId="{7EFC7E98-B199-40B5-A5F3-71A583A8D8DF}" type="presParOf" srcId="{C0E4BEDB-CE00-4C8A-BA78-071CF4C53EDB}" destId="{1CE8A235-38E5-4580-9D4A-8F82C1E179FA}" srcOrd="5" destOrd="0" presId="urn:microsoft.com/office/officeart/2005/8/layout/vList2"/>
    <dgm:cxn modelId="{F97FA310-F34B-4A1A-94C8-2998F311A015}" type="presParOf" srcId="{C0E4BEDB-CE00-4C8A-BA78-071CF4C53EDB}" destId="{29AE38E9-4B99-48DF-933A-F44F24A02FC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358D19F-99DE-4D51-8630-58CF01BB902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C4E2AE-BA77-48D8-93D8-32A26BC3B6FD}">
      <dgm:prSet/>
      <dgm:spPr/>
      <dgm:t>
        <a:bodyPr/>
        <a:lstStyle/>
        <a:p>
          <a:r>
            <a:rPr lang="ru-RU" b="0" i="0"/>
            <a:t>1919 р.</a:t>
          </a:r>
          <a:endParaRPr lang="uk-UA"/>
        </a:p>
      </dgm:t>
    </dgm:pt>
    <dgm:pt modelId="{168D1AAB-95A9-467A-8261-BF2A03A194A8}" type="parTrans" cxnId="{F7EE8B4A-8C9B-46AD-983D-7D2B3ABDFBBE}">
      <dgm:prSet/>
      <dgm:spPr/>
      <dgm:t>
        <a:bodyPr/>
        <a:lstStyle/>
        <a:p>
          <a:endParaRPr lang="uk-UA"/>
        </a:p>
      </dgm:t>
    </dgm:pt>
    <dgm:pt modelId="{1A35994B-4B40-4055-B6B5-13AD539B0FE2}" type="sibTrans" cxnId="{F7EE8B4A-8C9B-46AD-983D-7D2B3ABDFBBE}">
      <dgm:prSet/>
      <dgm:spPr/>
      <dgm:t>
        <a:bodyPr/>
        <a:lstStyle/>
        <a:p>
          <a:endParaRPr lang="uk-UA"/>
        </a:p>
      </dgm:t>
    </dgm:pt>
    <dgm:pt modelId="{36B2C4AD-7F7A-46FC-9E48-D440F0974733}">
      <dgm:prSet/>
      <dgm:spPr/>
      <dgm:t>
        <a:bodyPr/>
        <a:lstStyle/>
        <a:p>
          <a:r>
            <a:rPr lang="ru-RU" b="0" i="0"/>
            <a:t>1921 р.</a:t>
          </a:r>
          <a:endParaRPr lang="uk-UA"/>
        </a:p>
      </dgm:t>
    </dgm:pt>
    <dgm:pt modelId="{A6D01F66-C54C-4E14-9478-51F8683D4D4B}" type="parTrans" cxnId="{7A4B0A50-3665-4340-A16D-5274E0CC8B7D}">
      <dgm:prSet/>
      <dgm:spPr/>
      <dgm:t>
        <a:bodyPr/>
        <a:lstStyle/>
        <a:p>
          <a:endParaRPr lang="uk-UA"/>
        </a:p>
      </dgm:t>
    </dgm:pt>
    <dgm:pt modelId="{6F3C0430-EBFA-4B97-B2F0-423C078CDCFF}" type="sibTrans" cxnId="{7A4B0A50-3665-4340-A16D-5274E0CC8B7D}">
      <dgm:prSet/>
      <dgm:spPr/>
      <dgm:t>
        <a:bodyPr/>
        <a:lstStyle/>
        <a:p>
          <a:endParaRPr lang="uk-UA"/>
        </a:p>
      </dgm:t>
    </dgm:pt>
    <dgm:pt modelId="{12551742-19F5-4E46-9CC1-A461D3E34921}">
      <dgm:prSet/>
      <dgm:spPr/>
      <dgm:t>
        <a:bodyPr/>
        <a:lstStyle/>
        <a:p>
          <a:r>
            <a:rPr lang="ru-RU" b="0" i="0"/>
            <a:t>1923 р.</a:t>
          </a:r>
          <a:endParaRPr lang="uk-UA"/>
        </a:p>
      </dgm:t>
    </dgm:pt>
    <dgm:pt modelId="{A76F673F-38D2-4F10-A46A-113179C700F9}" type="parTrans" cxnId="{0443C79D-9559-42EB-8D34-F39FA51A4F82}">
      <dgm:prSet/>
      <dgm:spPr/>
      <dgm:t>
        <a:bodyPr/>
        <a:lstStyle/>
        <a:p>
          <a:endParaRPr lang="uk-UA"/>
        </a:p>
      </dgm:t>
    </dgm:pt>
    <dgm:pt modelId="{C1507DA1-2868-43E2-8DE2-6237AB1F770A}" type="sibTrans" cxnId="{0443C79D-9559-42EB-8D34-F39FA51A4F82}">
      <dgm:prSet/>
      <dgm:spPr/>
      <dgm:t>
        <a:bodyPr/>
        <a:lstStyle/>
        <a:p>
          <a:endParaRPr lang="uk-UA"/>
        </a:p>
      </dgm:t>
    </dgm:pt>
    <dgm:pt modelId="{58934590-178D-4A44-8479-1CB76103FD66}">
      <dgm:prSet/>
      <dgm:spPr/>
      <dgm:t>
        <a:bodyPr/>
        <a:lstStyle/>
        <a:p>
          <a:r>
            <a:rPr lang="ru-RU" b="0" i="0"/>
            <a:t>1925 р.</a:t>
          </a:r>
          <a:endParaRPr lang="uk-UA"/>
        </a:p>
      </dgm:t>
    </dgm:pt>
    <dgm:pt modelId="{875313DC-2384-441A-819D-B5B42CE7236E}" type="parTrans" cxnId="{62A380E5-167B-4367-9C22-65D4DAE2BA5A}">
      <dgm:prSet/>
      <dgm:spPr/>
      <dgm:t>
        <a:bodyPr/>
        <a:lstStyle/>
        <a:p>
          <a:endParaRPr lang="uk-UA"/>
        </a:p>
      </dgm:t>
    </dgm:pt>
    <dgm:pt modelId="{F482DD8A-5439-4D99-A6CB-3F8BF6714557}" type="sibTrans" cxnId="{62A380E5-167B-4367-9C22-65D4DAE2BA5A}">
      <dgm:prSet/>
      <dgm:spPr/>
      <dgm:t>
        <a:bodyPr/>
        <a:lstStyle/>
        <a:p>
          <a:endParaRPr lang="uk-UA"/>
        </a:p>
      </dgm:t>
    </dgm:pt>
    <dgm:pt modelId="{441892ED-2E64-46F6-A3B0-0A6D896994A0}" type="pres">
      <dgm:prSet presAssocID="{F358D19F-99DE-4D51-8630-58CF01BB902F}" presName="matrix" presStyleCnt="0">
        <dgm:presLayoutVars>
          <dgm:chMax val="1"/>
          <dgm:dir/>
          <dgm:resizeHandles val="exact"/>
        </dgm:presLayoutVars>
      </dgm:prSet>
      <dgm:spPr/>
    </dgm:pt>
    <dgm:pt modelId="{19509E84-ED4F-4275-BD89-96838B0BDD4D}" type="pres">
      <dgm:prSet presAssocID="{F358D19F-99DE-4D51-8630-58CF01BB902F}" presName="diamond" presStyleLbl="bgShp" presStyleIdx="0" presStyleCnt="1"/>
      <dgm:spPr/>
    </dgm:pt>
    <dgm:pt modelId="{AD828150-E76D-47B8-9509-B2F69349B0BB}" type="pres">
      <dgm:prSet presAssocID="{F358D19F-99DE-4D51-8630-58CF01BB902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08DE2FB-5F6C-43F0-8606-C85846597E90}" type="pres">
      <dgm:prSet presAssocID="{F358D19F-99DE-4D51-8630-58CF01BB902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17D5F83-A447-4647-A346-3C038B26B212}" type="pres">
      <dgm:prSet presAssocID="{F358D19F-99DE-4D51-8630-58CF01BB902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7C65D5-76FA-407A-9A48-934C52236397}" type="pres">
      <dgm:prSet presAssocID="{F358D19F-99DE-4D51-8630-58CF01BB902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93D7816-9591-4F03-A55C-5AFB890D92AE}" type="presOf" srcId="{12551742-19F5-4E46-9CC1-A461D3E34921}" destId="{817D5F83-A447-4647-A346-3C038B26B212}" srcOrd="0" destOrd="0" presId="urn:microsoft.com/office/officeart/2005/8/layout/matrix3"/>
    <dgm:cxn modelId="{F7EE8B4A-8C9B-46AD-983D-7D2B3ABDFBBE}" srcId="{F358D19F-99DE-4D51-8630-58CF01BB902F}" destId="{37C4E2AE-BA77-48D8-93D8-32A26BC3B6FD}" srcOrd="0" destOrd="0" parTransId="{168D1AAB-95A9-467A-8261-BF2A03A194A8}" sibTransId="{1A35994B-4B40-4055-B6B5-13AD539B0FE2}"/>
    <dgm:cxn modelId="{7A4B0A50-3665-4340-A16D-5274E0CC8B7D}" srcId="{F358D19F-99DE-4D51-8630-58CF01BB902F}" destId="{36B2C4AD-7F7A-46FC-9E48-D440F0974733}" srcOrd="1" destOrd="0" parTransId="{A6D01F66-C54C-4E14-9478-51F8683D4D4B}" sibTransId="{6F3C0430-EBFA-4B97-B2F0-423C078CDCFF}"/>
    <dgm:cxn modelId="{04750995-6122-4952-ACF6-8E46EDFE3BBA}" type="presOf" srcId="{F358D19F-99DE-4D51-8630-58CF01BB902F}" destId="{441892ED-2E64-46F6-A3B0-0A6D896994A0}" srcOrd="0" destOrd="0" presId="urn:microsoft.com/office/officeart/2005/8/layout/matrix3"/>
    <dgm:cxn modelId="{0443C79D-9559-42EB-8D34-F39FA51A4F82}" srcId="{F358D19F-99DE-4D51-8630-58CF01BB902F}" destId="{12551742-19F5-4E46-9CC1-A461D3E34921}" srcOrd="2" destOrd="0" parTransId="{A76F673F-38D2-4F10-A46A-113179C700F9}" sibTransId="{C1507DA1-2868-43E2-8DE2-6237AB1F770A}"/>
    <dgm:cxn modelId="{76DE59AE-5C09-470B-A872-51E78B3DB5B9}" type="presOf" srcId="{36B2C4AD-7F7A-46FC-9E48-D440F0974733}" destId="{508DE2FB-5F6C-43F0-8606-C85846597E90}" srcOrd="0" destOrd="0" presId="urn:microsoft.com/office/officeart/2005/8/layout/matrix3"/>
    <dgm:cxn modelId="{B6CED1AE-A588-4EDD-B597-6EE2B18689BC}" type="presOf" srcId="{58934590-178D-4A44-8479-1CB76103FD66}" destId="{0E7C65D5-76FA-407A-9A48-934C52236397}" srcOrd="0" destOrd="0" presId="urn:microsoft.com/office/officeart/2005/8/layout/matrix3"/>
    <dgm:cxn modelId="{CB82A3B6-165A-41B1-A85E-86453191F4EB}" type="presOf" srcId="{37C4E2AE-BA77-48D8-93D8-32A26BC3B6FD}" destId="{AD828150-E76D-47B8-9509-B2F69349B0BB}" srcOrd="0" destOrd="0" presId="urn:microsoft.com/office/officeart/2005/8/layout/matrix3"/>
    <dgm:cxn modelId="{62A380E5-167B-4367-9C22-65D4DAE2BA5A}" srcId="{F358D19F-99DE-4D51-8630-58CF01BB902F}" destId="{58934590-178D-4A44-8479-1CB76103FD66}" srcOrd="3" destOrd="0" parTransId="{875313DC-2384-441A-819D-B5B42CE7236E}" sibTransId="{F482DD8A-5439-4D99-A6CB-3F8BF6714557}"/>
    <dgm:cxn modelId="{C3A3D502-D6ED-4143-9F80-4AA2AAF54050}" type="presParOf" srcId="{441892ED-2E64-46F6-A3B0-0A6D896994A0}" destId="{19509E84-ED4F-4275-BD89-96838B0BDD4D}" srcOrd="0" destOrd="0" presId="urn:microsoft.com/office/officeart/2005/8/layout/matrix3"/>
    <dgm:cxn modelId="{9ADE280B-0568-412C-BFED-878B615CF1F0}" type="presParOf" srcId="{441892ED-2E64-46F6-A3B0-0A6D896994A0}" destId="{AD828150-E76D-47B8-9509-B2F69349B0BB}" srcOrd="1" destOrd="0" presId="urn:microsoft.com/office/officeart/2005/8/layout/matrix3"/>
    <dgm:cxn modelId="{D0CA5502-FEFC-4AEF-9C20-91FF571193C4}" type="presParOf" srcId="{441892ED-2E64-46F6-A3B0-0A6D896994A0}" destId="{508DE2FB-5F6C-43F0-8606-C85846597E90}" srcOrd="2" destOrd="0" presId="urn:microsoft.com/office/officeart/2005/8/layout/matrix3"/>
    <dgm:cxn modelId="{1748461B-80EF-44E8-808D-6A70F33382E6}" type="presParOf" srcId="{441892ED-2E64-46F6-A3B0-0A6D896994A0}" destId="{817D5F83-A447-4647-A346-3C038B26B212}" srcOrd="3" destOrd="0" presId="urn:microsoft.com/office/officeart/2005/8/layout/matrix3"/>
    <dgm:cxn modelId="{05BAA169-28BA-4E6A-945A-1EA2BEC21F11}" type="presParOf" srcId="{441892ED-2E64-46F6-A3B0-0A6D896994A0}" destId="{0E7C65D5-76FA-407A-9A48-934C5223639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93B385B-0569-4A80-B859-FCCDB583D31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9960E0-32CA-4478-A917-0F78E10FAF2E}">
      <dgm:prSet/>
      <dgm:spPr/>
      <dgm:t>
        <a:bodyPr/>
        <a:lstStyle/>
        <a:p>
          <a:r>
            <a:rPr lang="uk-UA" b="0" i="0"/>
            <a:t>Закарпаття.</a:t>
          </a:r>
          <a:endParaRPr lang="uk-UA"/>
        </a:p>
      </dgm:t>
    </dgm:pt>
    <dgm:pt modelId="{749E8DAA-8F6A-46D3-841B-A1A90AB68E56}" type="parTrans" cxnId="{1A781F85-BF23-4D36-B6EA-6E668D876B53}">
      <dgm:prSet/>
      <dgm:spPr/>
      <dgm:t>
        <a:bodyPr/>
        <a:lstStyle/>
        <a:p>
          <a:endParaRPr lang="uk-UA"/>
        </a:p>
      </dgm:t>
    </dgm:pt>
    <dgm:pt modelId="{2E0386FB-2071-44F7-9EBD-011B73F6DBAE}" type="sibTrans" cxnId="{1A781F85-BF23-4D36-B6EA-6E668D876B53}">
      <dgm:prSet/>
      <dgm:spPr/>
      <dgm:t>
        <a:bodyPr/>
        <a:lstStyle/>
        <a:p>
          <a:endParaRPr lang="uk-UA"/>
        </a:p>
      </dgm:t>
    </dgm:pt>
    <dgm:pt modelId="{FEF0BCE1-AAF1-45D7-B1DC-9B36112C28F2}">
      <dgm:prSet/>
      <dgm:spPr/>
      <dgm:t>
        <a:bodyPr/>
        <a:lstStyle/>
        <a:p>
          <a:r>
            <a:rPr lang="uk-UA" b="0" i="0"/>
            <a:t>Східної Галичини.</a:t>
          </a:r>
          <a:endParaRPr lang="uk-UA"/>
        </a:p>
      </dgm:t>
    </dgm:pt>
    <dgm:pt modelId="{013964D5-2850-4640-85AE-9CD1714CBBF7}" type="parTrans" cxnId="{6E7FA84A-7A71-4FE1-86AA-00096A0A782C}">
      <dgm:prSet/>
      <dgm:spPr/>
      <dgm:t>
        <a:bodyPr/>
        <a:lstStyle/>
        <a:p>
          <a:endParaRPr lang="uk-UA"/>
        </a:p>
      </dgm:t>
    </dgm:pt>
    <dgm:pt modelId="{1A61B000-BA2C-4D10-A7FC-0B14DCC52880}" type="sibTrans" cxnId="{6E7FA84A-7A71-4FE1-86AA-00096A0A782C}">
      <dgm:prSet/>
      <dgm:spPr/>
      <dgm:t>
        <a:bodyPr/>
        <a:lstStyle/>
        <a:p>
          <a:endParaRPr lang="uk-UA"/>
        </a:p>
      </dgm:t>
    </dgm:pt>
    <dgm:pt modelId="{83907052-9BCC-408B-8D58-22B9359FF52B}">
      <dgm:prSet/>
      <dgm:spPr/>
      <dgm:t>
        <a:bodyPr/>
        <a:lstStyle/>
        <a:p>
          <a:r>
            <a:rPr lang="uk-UA" b="0" i="0"/>
            <a:t>Північної Буковини.</a:t>
          </a:r>
          <a:endParaRPr lang="uk-UA"/>
        </a:p>
      </dgm:t>
    </dgm:pt>
    <dgm:pt modelId="{3C30A989-3067-4863-90F0-AADF380EF8CC}" type="parTrans" cxnId="{9706D8FB-C64A-4910-916B-E9200100EA35}">
      <dgm:prSet/>
      <dgm:spPr/>
      <dgm:t>
        <a:bodyPr/>
        <a:lstStyle/>
        <a:p>
          <a:endParaRPr lang="uk-UA"/>
        </a:p>
      </dgm:t>
    </dgm:pt>
    <dgm:pt modelId="{FA5D45B7-4A91-44E1-9D97-0AB10ED40004}" type="sibTrans" cxnId="{9706D8FB-C64A-4910-916B-E9200100EA35}">
      <dgm:prSet/>
      <dgm:spPr/>
      <dgm:t>
        <a:bodyPr/>
        <a:lstStyle/>
        <a:p>
          <a:endParaRPr lang="uk-UA"/>
        </a:p>
      </dgm:t>
    </dgm:pt>
    <dgm:pt modelId="{AC75C23A-8300-4B04-B77F-AB834B65924A}">
      <dgm:prSet/>
      <dgm:spPr/>
      <dgm:t>
        <a:bodyPr/>
        <a:lstStyle/>
        <a:p>
          <a:r>
            <a:rPr lang="uk-UA" b="0" i="0"/>
            <a:t>Південної Бессарабії.</a:t>
          </a:r>
          <a:endParaRPr lang="uk-UA"/>
        </a:p>
      </dgm:t>
    </dgm:pt>
    <dgm:pt modelId="{E7146CC6-E737-4DB5-93F7-7D5C20F71AD7}" type="parTrans" cxnId="{FACB66FB-4C0E-4068-A63E-93013FB79DDA}">
      <dgm:prSet/>
      <dgm:spPr/>
      <dgm:t>
        <a:bodyPr/>
        <a:lstStyle/>
        <a:p>
          <a:endParaRPr lang="uk-UA"/>
        </a:p>
      </dgm:t>
    </dgm:pt>
    <dgm:pt modelId="{73F5CA17-15BF-4FB1-9A8A-0D28275598F7}" type="sibTrans" cxnId="{FACB66FB-4C0E-4068-A63E-93013FB79DDA}">
      <dgm:prSet/>
      <dgm:spPr/>
      <dgm:t>
        <a:bodyPr/>
        <a:lstStyle/>
        <a:p>
          <a:endParaRPr lang="uk-UA"/>
        </a:p>
      </dgm:t>
    </dgm:pt>
    <dgm:pt modelId="{D456E960-AF67-4B1B-BEFA-38F3C5CC257B}" type="pres">
      <dgm:prSet presAssocID="{D93B385B-0569-4A80-B859-FCCDB583D315}" presName="linear" presStyleCnt="0">
        <dgm:presLayoutVars>
          <dgm:animLvl val="lvl"/>
          <dgm:resizeHandles val="exact"/>
        </dgm:presLayoutVars>
      </dgm:prSet>
      <dgm:spPr/>
    </dgm:pt>
    <dgm:pt modelId="{8F41D127-C0B6-4FF1-8ABE-9C7F66E1A132}" type="pres">
      <dgm:prSet presAssocID="{059960E0-32CA-4478-A917-0F78E10FAF2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350ED19-C045-43BB-96F8-2A447AFF4AA0}" type="pres">
      <dgm:prSet presAssocID="{2E0386FB-2071-44F7-9EBD-011B73F6DBAE}" presName="spacer" presStyleCnt="0"/>
      <dgm:spPr/>
    </dgm:pt>
    <dgm:pt modelId="{AE7A78D4-A951-4B2A-9884-695C05D205F7}" type="pres">
      <dgm:prSet presAssocID="{FEF0BCE1-AAF1-45D7-B1DC-9B36112C28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CE83D5-AE21-47A0-8D95-A4ACCF0213DF}" type="pres">
      <dgm:prSet presAssocID="{1A61B000-BA2C-4D10-A7FC-0B14DCC52880}" presName="spacer" presStyleCnt="0"/>
      <dgm:spPr/>
    </dgm:pt>
    <dgm:pt modelId="{0F10A751-A599-421C-A10A-C4BDB77315DB}" type="pres">
      <dgm:prSet presAssocID="{83907052-9BCC-408B-8D58-22B9359FF52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D8869D-0192-4F5E-A5C0-16DD23B3CE03}" type="pres">
      <dgm:prSet presAssocID="{FA5D45B7-4A91-44E1-9D97-0AB10ED40004}" presName="spacer" presStyleCnt="0"/>
      <dgm:spPr/>
    </dgm:pt>
    <dgm:pt modelId="{1EFCDE63-531B-4E2E-90E6-41A9DA9CC102}" type="pres">
      <dgm:prSet presAssocID="{AC75C23A-8300-4B04-B77F-AB834B65924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ADE2215-5B01-4D08-B6BC-BAC4DD9634C3}" type="presOf" srcId="{AC75C23A-8300-4B04-B77F-AB834B65924A}" destId="{1EFCDE63-531B-4E2E-90E6-41A9DA9CC102}" srcOrd="0" destOrd="0" presId="urn:microsoft.com/office/officeart/2005/8/layout/vList2"/>
    <dgm:cxn modelId="{59A7301B-6303-4458-8E3E-C999EFAE5F06}" type="presOf" srcId="{D93B385B-0569-4A80-B859-FCCDB583D315}" destId="{D456E960-AF67-4B1B-BEFA-38F3C5CC257B}" srcOrd="0" destOrd="0" presId="urn:microsoft.com/office/officeart/2005/8/layout/vList2"/>
    <dgm:cxn modelId="{6E7FA84A-7A71-4FE1-86AA-00096A0A782C}" srcId="{D93B385B-0569-4A80-B859-FCCDB583D315}" destId="{FEF0BCE1-AAF1-45D7-B1DC-9B36112C28F2}" srcOrd="1" destOrd="0" parTransId="{013964D5-2850-4640-85AE-9CD1714CBBF7}" sibTransId="{1A61B000-BA2C-4D10-A7FC-0B14DCC52880}"/>
    <dgm:cxn modelId="{6A754672-29E4-4715-A828-A470E47C8C28}" type="presOf" srcId="{059960E0-32CA-4478-A917-0F78E10FAF2E}" destId="{8F41D127-C0B6-4FF1-8ABE-9C7F66E1A132}" srcOrd="0" destOrd="0" presId="urn:microsoft.com/office/officeart/2005/8/layout/vList2"/>
    <dgm:cxn modelId="{1A781F85-BF23-4D36-B6EA-6E668D876B53}" srcId="{D93B385B-0569-4A80-B859-FCCDB583D315}" destId="{059960E0-32CA-4478-A917-0F78E10FAF2E}" srcOrd="0" destOrd="0" parTransId="{749E8DAA-8F6A-46D3-841B-A1A90AB68E56}" sibTransId="{2E0386FB-2071-44F7-9EBD-011B73F6DBAE}"/>
    <dgm:cxn modelId="{EEBDB18C-B53E-4709-87DF-529ABB2FE114}" type="presOf" srcId="{83907052-9BCC-408B-8D58-22B9359FF52B}" destId="{0F10A751-A599-421C-A10A-C4BDB77315DB}" srcOrd="0" destOrd="0" presId="urn:microsoft.com/office/officeart/2005/8/layout/vList2"/>
    <dgm:cxn modelId="{C804AEAF-6E60-4B83-93A1-D399F2F358F6}" type="presOf" srcId="{FEF0BCE1-AAF1-45D7-B1DC-9B36112C28F2}" destId="{AE7A78D4-A951-4B2A-9884-695C05D205F7}" srcOrd="0" destOrd="0" presId="urn:microsoft.com/office/officeart/2005/8/layout/vList2"/>
    <dgm:cxn modelId="{FACB66FB-4C0E-4068-A63E-93013FB79DDA}" srcId="{D93B385B-0569-4A80-B859-FCCDB583D315}" destId="{AC75C23A-8300-4B04-B77F-AB834B65924A}" srcOrd="3" destOrd="0" parTransId="{E7146CC6-E737-4DB5-93F7-7D5C20F71AD7}" sibTransId="{73F5CA17-15BF-4FB1-9A8A-0D28275598F7}"/>
    <dgm:cxn modelId="{9706D8FB-C64A-4910-916B-E9200100EA35}" srcId="{D93B385B-0569-4A80-B859-FCCDB583D315}" destId="{83907052-9BCC-408B-8D58-22B9359FF52B}" srcOrd="2" destOrd="0" parTransId="{3C30A989-3067-4863-90F0-AADF380EF8CC}" sibTransId="{FA5D45B7-4A91-44E1-9D97-0AB10ED40004}"/>
    <dgm:cxn modelId="{F452B967-32B0-4594-BE93-C282BFA5AED1}" type="presParOf" srcId="{D456E960-AF67-4B1B-BEFA-38F3C5CC257B}" destId="{8F41D127-C0B6-4FF1-8ABE-9C7F66E1A132}" srcOrd="0" destOrd="0" presId="urn:microsoft.com/office/officeart/2005/8/layout/vList2"/>
    <dgm:cxn modelId="{562C2E1A-C791-472A-813E-8BCC4C71D44D}" type="presParOf" srcId="{D456E960-AF67-4B1B-BEFA-38F3C5CC257B}" destId="{C350ED19-C045-43BB-96F8-2A447AFF4AA0}" srcOrd="1" destOrd="0" presId="urn:microsoft.com/office/officeart/2005/8/layout/vList2"/>
    <dgm:cxn modelId="{F18BA207-23B3-4AAA-8A66-E36FC144C91A}" type="presParOf" srcId="{D456E960-AF67-4B1B-BEFA-38F3C5CC257B}" destId="{AE7A78D4-A951-4B2A-9884-695C05D205F7}" srcOrd="2" destOrd="0" presId="urn:microsoft.com/office/officeart/2005/8/layout/vList2"/>
    <dgm:cxn modelId="{C4A22915-F7F1-49C2-B33E-BA8A0B6D3496}" type="presParOf" srcId="{D456E960-AF67-4B1B-BEFA-38F3C5CC257B}" destId="{B9CE83D5-AE21-47A0-8D95-A4ACCF0213DF}" srcOrd="3" destOrd="0" presId="urn:microsoft.com/office/officeart/2005/8/layout/vList2"/>
    <dgm:cxn modelId="{AB6C064C-FC73-41AF-8713-06229DF6DEF4}" type="presParOf" srcId="{D456E960-AF67-4B1B-BEFA-38F3C5CC257B}" destId="{0F10A751-A599-421C-A10A-C4BDB77315DB}" srcOrd="4" destOrd="0" presId="urn:microsoft.com/office/officeart/2005/8/layout/vList2"/>
    <dgm:cxn modelId="{4F6A2130-1300-4076-942C-B2B3820AD96C}" type="presParOf" srcId="{D456E960-AF67-4B1B-BEFA-38F3C5CC257B}" destId="{42D8869D-0192-4F5E-A5C0-16DD23B3CE03}" srcOrd="5" destOrd="0" presId="urn:microsoft.com/office/officeart/2005/8/layout/vList2"/>
    <dgm:cxn modelId="{4FAF7AE6-E0E4-4B24-BDAA-2D40504F6C0A}" type="presParOf" srcId="{D456E960-AF67-4B1B-BEFA-38F3C5CC257B}" destId="{1EFCDE63-531B-4E2E-90E6-41A9DA9CC10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4573BB8-938E-47D8-B1BD-0620E41DA97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D5B029F-FDBF-4128-A9D8-46C6026284F3}">
      <dgm:prSet/>
      <dgm:spPr/>
      <dgm:t>
        <a:bodyPr/>
        <a:lstStyle/>
        <a:p>
          <a:r>
            <a:rPr lang="uk-UA" b="0" i="0"/>
            <a:t>Польща</a:t>
          </a:r>
          <a:endParaRPr lang="uk-UA"/>
        </a:p>
      </dgm:t>
    </dgm:pt>
    <dgm:pt modelId="{277ADC50-25FE-4F17-B652-D06E89BE783A}" type="parTrans" cxnId="{86ED1B04-8403-41E1-B3B6-BE7BE639FD3F}">
      <dgm:prSet/>
      <dgm:spPr/>
      <dgm:t>
        <a:bodyPr/>
        <a:lstStyle/>
        <a:p>
          <a:endParaRPr lang="uk-UA"/>
        </a:p>
      </dgm:t>
    </dgm:pt>
    <dgm:pt modelId="{E5ED55E5-BBAE-42B2-AD2D-5A1E43F6863B}" type="sibTrans" cxnId="{86ED1B04-8403-41E1-B3B6-BE7BE639FD3F}">
      <dgm:prSet/>
      <dgm:spPr/>
      <dgm:t>
        <a:bodyPr/>
        <a:lstStyle/>
        <a:p>
          <a:endParaRPr lang="uk-UA"/>
        </a:p>
      </dgm:t>
    </dgm:pt>
    <dgm:pt modelId="{6B3503EB-6286-4FB7-968F-63AC74FA8CE7}">
      <dgm:prSet/>
      <dgm:spPr/>
      <dgm:t>
        <a:bodyPr/>
        <a:lstStyle/>
        <a:p>
          <a:r>
            <a:rPr lang="uk-UA" b="0" i="0"/>
            <a:t>Румунія</a:t>
          </a:r>
          <a:endParaRPr lang="uk-UA"/>
        </a:p>
      </dgm:t>
    </dgm:pt>
    <dgm:pt modelId="{BEEB7D45-1802-4BBB-8273-896A1500777E}" type="parTrans" cxnId="{94203D71-F09C-4130-8B36-4FCA58E9AEE5}">
      <dgm:prSet/>
      <dgm:spPr/>
      <dgm:t>
        <a:bodyPr/>
        <a:lstStyle/>
        <a:p>
          <a:endParaRPr lang="uk-UA"/>
        </a:p>
      </dgm:t>
    </dgm:pt>
    <dgm:pt modelId="{EC11EFF0-7EC9-4056-B89F-51DD2C4D6C08}" type="sibTrans" cxnId="{94203D71-F09C-4130-8B36-4FCA58E9AEE5}">
      <dgm:prSet/>
      <dgm:spPr/>
      <dgm:t>
        <a:bodyPr/>
        <a:lstStyle/>
        <a:p>
          <a:endParaRPr lang="uk-UA"/>
        </a:p>
      </dgm:t>
    </dgm:pt>
    <dgm:pt modelId="{7C26B124-797B-4280-AC8E-B845278FFF5B}">
      <dgm:prSet/>
      <dgm:spPr/>
      <dgm:t>
        <a:bodyPr/>
        <a:lstStyle/>
        <a:p>
          <a:r>
            <a:rPr lang="uk-UA" b="0" i="0"/>
            <a:t>Угорщина</a:t>
          </a:r>
          <a:endParaRPr lang="uk-UA"/>
        </a:p>
      </dgm:t>
    </dgm:pt>
    <dgm:pt modelId="{93B6DAE2-29A1-492B-AA7C-6DE44832966F}" type="parTrans" cxnId="{7D631002-1FBA-4319-8021-0FA308C5B5BB}">
      <dgm:prSet/>
      <dgm:spPr/>
      <dgm:t>
        <a:bodyPr/>
        <a:lstStyle/>
        <a:p>
          <a:endParaRPr lang="uk-UA"/>
        </a:p>
      </dgm:t>
    </dgm:pt>
    <dgm:pt modelId="{E00A4CD3-83C6-438F-9AA8-3D9F014F720A}" type="sibTrans" cxnId="{7D631002-1FBA-4319-8021-0FA308C5B5BB}">
      <dgm:prSet/>
      <dgm:spPr/>
      <dgm:t>
        <a:bodyPr/>
        <a:lstStyle/>
        <a:p>
          <a:endParaRPr lang="uk-UA"/>
        </a:p>
      </dgm:t>
    </dgm:pt>
    <dgm:pt modelId="{AEE879AB-1E8E-4D37-A736-48DB4BCC670A}">
      <dgm:prSet/>
      <dgm:spPr/>
      <dgm:t>
        <a:bodyPr/>
        <a:lstStyle/>
        <a:p>
          <a:r>
            <a:rPr lang="uk-UA" b="0" i="0"/>
            <a:t>Чехословаччина</a:t>
          </a:r>
          <a:endParaRPr lang="uk-UA"/>
        </a:p>
      </dgm:t>
    </dgm:pt>
    <dgm:pt modelId="{E0007715-8294-475E-820B-69DD1FEDD24F}" type="parTrans" cxnId="{9E6875C4-C60C-4D62-9968-CDDEC93C1BE1}">
      <dgm:prSet/>
      <dgm:spPr/>
      <dgm:t>
        <a:bodyPr/>
        <a:lstStyle/>
        <a:p>
          <a:endParaRPr lang="uk-UA"/>
        </a:p>
      </dgm:t>
    </dgm:pt>
    <dgm:pt modelId="{6BDA95AA-D381-41EB-92B1-8206E943C32B}" type="sibTrans" cxnId="{9E6875C4-C60C-4D62-9968-CDDEC93C1BE1}">
      <dgm:prSet/>
      <dgm:spPr/>
      <dgm:t>
        <a:bodyPr/>
        <a:lstStyle/>
        <a:p>
          <a:endParaRPr lang="uk-UA"/>
        </a:p>
      </dgm:t>
    </dgm:pt>
    <dgm:pt modelId="{A8BD6259-07CB-4E2F-967A-ADFE65D13EC1}" type="pres">
      <dgm:prSet presAssocID="{D4573BB8-938E-47D8-B1BD-0620E41DA97D}" presName="linear" presStyleCnt="0">
        <dgm:presLayoutVars>
          <dgm:animLvl val="lvl"/>
          <dgm:resizeHandles val="exact"/>
        </dgm:presLayoutVars>
      </dgm:prSet>
      <dgm:spPr/>
    </dgm:pt>
    <dgm:pt modelId="{F4813735-72F7-414C-84F9-A05AB81F6BA2}" type="pres">
      <dgm:prSet presAssocID="{2D5B029F-FDBF-4128-A9D8-46C6026284F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248BAA-2F2A-4747-A20C-4BF9B96B7548}" type="pres">
      <dgm:prSet presAssocID="{E5ED55E5-BBAE-42B2-AD2D-5A1E43F6863B}" presName="spacer" presStyleCnt="0"/>
      <dgm:spPr/>
    </dgm:pt>
    <dgm:pt modelId="{E2D2B5F8-30DD-4829-80B5-70512165D76C}" type="pres">
      <dgm:prSet presAssocID="{6B3503EB-6286-4FB7-968F-63AC74FA8C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54158A-C304-4322-B7C0-1797061EFFF8}" type="pres">
      <dgm:prSet presAssocID="{EC11EFF0-7EC9-4056-B89F-51DD2C4D6C08}" presName="spacer" presStyleCnt="0"/>
      <dgm:spPr/>
    </dgm:pt>
    <dgm:pt modelId="{215955ED-61B9-4E09-9DB0-ABCF2315220C}" type="pres">
      <dgm:prSet presAssocID="{7C26B124-797B-4280-AC8E-B845278FFF5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151D7C-EBAA-49FB-A1AB-C8583A0BAC78}" type="pres">
      <dgm:prSet presAssocID="{E00A4CD3-83C6-438F-9AA8-3D9F014F720A}" presName="spacer" presStyleCnt="0"/>
      <dgm:spPr/>
    </dgm:pt>
    <dgm:pt modelId="{75116152-9C3A-424B-B9F3-C56386D9F869}" type="pres">
      <dgm:prSet presAssocID="{AEE879AB-1E8E-4D37-A736-48DB4BCC670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D631002-1FBA-4319-8021-0FA308C5B5BB}" srcId="{D4573BB8-938E-47D8-B1BD-0620E41DA97D}" destId="{7C26B124-797B-4280-AC8E-B845278FFF5B}" srcOrd="2" destOrd="0" parTransId="{93B6DAE2-29A1-492B-AA7C-6DE44832966F}" sibTransId="{E00A4CD3-83C6-438F-9AA8-3D9F014F720A}"/>
    <dgm:cxn modelId="{86ED1B04-8403-41E1-B3B6-BE7BE639FD3F}" srcId="{D4573BB8-938E-47D8-B1BD-0620E41DA97D}" destId="{2D5B029F-FDBF-4128-A9D8-46C6026284F3}" srcOrd="0" destOrd="0" parTransId="{277ADC50-25FE-4F17-B652-D06E89BE783A}" sibTransId="{E5ED55E5-BBAE-42B2-AD2D-5A1E43F6863B}"/>
    <dgm:cxn modelId="{A210F81C-C892-4D27-AAA0-B811443620AD}" type="presOf" srcId="{7C26B124-797B-4280-AC8E-B845278FFF5B}" destId="{215955ED-61B9-4E09-9DB0-ABCF2315220C}" srcOrd="0" destOrd="0" presId="urn:microsoft.com/office/officeart/2005/8/layout/vList2"/>
    <dgm:cxn modelId="{DFD5A32B-5D2A-4B14-93FB-82633944AEED}" type="presOf" srcId="{D4573BB8-938E-47D8-B1BD-0620E41DA97D}" destId="{A8BD6259-07CB-4E2F-967A-ADFE65D13EC1}" srcOrd="0" destOrd="0" presId="urn:microsoft.com/office/officeart/2005/8/layout/vList2"/>
    <dgm:cxn modelId="{F206B131-3E3E-448A-BAF1-DA2A230FCEC6}" type="presOf" srcId="{2D5B029F-FDBF-4128-A9D8-46C6026284F3}" destId="{F4813735-72F7-414C-84F9-A05AB81F6BA2}" srcOrd="0" destOrd="0" presId="urn:microsoft.com/office/officeart/2005/8/layout/vList2"/>
    <dgm:cxn modelId="{94203D71-F09C-4130-8B36-4FCA58E9AEE5}" srcId="{D4573BB8-938E-47D8-B1BD-0620E41DA97D}" destId="{6B3503EB-6286-4FB7-968F-63AC74FA8CE7}" srcOrd="1" destOrd="0" parTransId="{BEEB7D45-1802-4BBB-8273-896A1500777E}" sibTransId="{EC11EFF0-7EC9-4056-B89F-51DD2C4D6C08}"/>
    <dgm:cxn modelId="{D1E78597-66C8-4B29-BA39-DA138361A755}" type="presOf" srcId="{6B3503EB-6286-4FB7-968F-63AC74FA8CE7}" destId="{E2D2B5F8-30DD-4829-80B5-70512165D76C}" srcOrd="0" destOrd="0" presId="urn:microsoft.com/office/officeart/2005/8/layout/vList2"/>
    <dgm:cxn modelId="{EB8595A4-20DC-4461-A282-3D1DCC8DD91D}" type="presOf" srcId="{AEE879AB-1E8E-4D37-A736-48DB4BCC670A}" destId="{75116152-9C3A-424B-B9F3-C56386D9F869}" srcOrd="0" destOrd="0" presId="urn:microsoft.com/office/officeart/2005/8/layout/vList2"/>
    <dgm:cxn modelId="{9E6875C4-C60C-4D62-9968-CDDEC93C1BE1}" srcId="{D4573BB8-938E-47D8-B1BD-0620E41DA97D}" destId="{AEE879AB-1E8E-4D37-A736-48DB4BCC670A}" srcOrd="3" destOrd="0" parTransId="{E0007715-8294-475E-820B-69DD1FEDD24F}" sibTransId="{6BDA95AA-D381-41EB-92B1-8206E943C32B}"/>
    <dgm:cxn modelId="{96C0F719-F2D1-4E7B-9083-0EFB91B9ADAA}" type="presParOf" srcId="{A8BD6259-07CB-4E2F-967A-ADFE65D13EC1}" destId="{F4813735-72F7-414C-84F9-A05AB81F6BA2}" srcOrd="0" destOrd="0" presId="urn:microsoft.com/office/officeart/2005/8/layout/vList2"/>
    <dgm:cxn modelId="{1F144DD7-2A79-4715-B299-AFAB5DD45D35}" type="presParOf" srcId="{A8BD6259-07CB-4E2F-967A-ADFE65D13EC1}" destId="{4F248BAA-2F2A-4747-A20C-4BF9B96B7548}" srcOrd="1" destOrd="0" presId="urn:microsoft.com/office/officeart/2005/8/layout/vList2"/>
    <dgm:cxn modelId="{928A3F14-F4CE-4B68-B219-CBEC1A5A2A1D}" type="presParOf" srcId="{A8BD6259-07CB-4E2F-967A-ADFE65D13EC1}" destId="{E2D2B5F8-30DD-4829-80B5-70512165D76C}" srcOrd="2" destOrd="0" presId="urn:microsoft.com/office/officeart/2005/8/layout/vList2"/>
    <dgm:cxn modelId="{A328F8A4-4CC8-46F6-960D-0878F49B3AE4}" type="presParOf" srcId="{A8BD6259-07CB-4E2F-967A-ADFE65D13EC1}" destId="{E754158A-C304-4322-B7C0-1797061EFFF8}" srcOrd="3" destOrd="0" presId="urn:microsoft.com/office/officeart/2005/8/layout/vList2"/>
    <dgm:cxn modelId="{1665DA20-BC1A-467E-9F56-3B97F1542C2D}" type="presParOf" srcId="{A8BD6259-07CB-4E2F-967A-ADFE65D13EC1}" destId="{215955ED-61B9-4E09-9DB0-ABCF2315220C}" srcOrd="4" destOrd="0" presId="urn:microsoft.com/office/officeart/2005/8/layout/vList2"/>
    <dgm:cxn modelId="{9EC3591E-513E-4B3E-9DA4-80559870F8B8}" type="presParOf" srcId="{A8BD6259-07CB-4E2F-967A-ADFE65D13EC1}" destId="{9D151D7C-EBAA-49FB-A1AB-C8583A0BAC78}" srcOrd="5" destOrd="0" presId="urn:microsoft.com/office/officeart/2005/8/layout/vList2"/>
    <dgm:cxn modelId="{2423BA22-F6E8-4CB4-9AF3-93075E34943E}" type="presParOf" srcId="{A8BD6259-07CB-4E2F-967A-ADFE65D13EC1}" destId="{75116152-9C3A-424B-B9F3-C56386D9F86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1008410-37FB-49D0-A764-197499EAE13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6344E6-B86A-4AD6-84F7-5B0FBB3C780E}">
      <dgm:prSet/>
      <dgm:spPr/>
      <dgm:t>
        <a:bodyPr/>
        <a:lstStyle/>
        <a:p>
          <a:r>
            <a:rPr lang="uk-UA" b="0" i="0"/>
            <a:t>Польщі.</a:t>
          </a:r>
          <a:endParaRPr lang="uk-UA"/>
        </a:p>
      </dgm:t>
    </dgm:pt>
    <dgm:pt modelId="{2A79EAC0-56C4-465C-B233-C0F06D69CAFF}" type="parTrans" cxnId="{B02B0451-E68C-4A7D-A9C0-BD0CB58963BE}">
      <dgm:prSet/>
      <dgm:spPr/>
      <dgm:t>
        <a:bodyPr/>
        <a:lstStyle/>
        <a:p>
          <a:endParaRPr lang="uk-UA"/>
        </a:p>
      </dgm:t>
    </dgm:pt>
    <dgm:pt modelId="{13048767-2EFF-4EDA-89EC-83C78B84E042}" type="sibTrans" cxnId="{B02B0451-E68C-4A7D-A9C0-BD0CB58963BE}">
      <dgm:prSet/>
      <dgm:spPr/>
      <dgm:t>
        <a:bodyPr/>
        <a:lstStyle/>
        <a:p>
          <a:endParaRPr lang="uk-UA"/>
        </a:p>
      </dgm:t>
    </dgm:pt>
    <dgm:pt modelId="{222E5191-FFA5-4816-8D71-661556332943}">
      <dgm:prSet/>
      <dgm:spPr/>
      <dgm:t>
        <a:bodyPr/>
        <a:lstStyle/>
        <a:p>
          <a:r>
            <a:rPr lang="uk-UA" b="0" i="0"/>
            <a:t>Румунії.</a:t>
          </a:r>
          <a:endParaRPr lang="uk-UA"/>
        </a:p>
      </dgm:t>
    </dgm:pt>
    <dgm:pt modelId="{38727F35-0CD2-4564-AE44-70EB08FE4C9B}" type="parTrans" cxnId="{C1FA1793-3413-41A2-960D-069C7F6873A6}">
      <dgm:prSet/>
      <dgm:spPr/>
      <dgm:t>
        <a:bodyPr/>
        <a:lstStyle/>
        <a:p>
          <a:endParaRPr lang="uk-UA"/>
        </a:p>
      </dgm:t>
    </dgm:pt>
    <dgm:pt modelId="{2CCE0AD2-142A-438A-B69F-341D176307C2}" type="sibTrans" cxnId="{C1FA1793-3413-41A2-960D-069C7F6873A6}">
      <dgm:prSet/>
      <dgm:spPr/>
      <dgm:t>
        <a:bodyPr/>
        <a:lstStyle/>
        <a:p>
          <a:endParaRPr lang="uk-UA"/>
        </a:p>
      </dgm:t>
    </dgm:pt>
    <dgm:pt modelId="{311FEAFB-AABE-4981-B8A6-B5C9CB3DBC46}">
      <dgm:prSet/>
      <dgm:spPr/>
      <dgm:t>
        <a:bodyPr/>
        <a:lstStyle/>
        <a:p>
          <a:r>
            <a:rPr lang="uk-UA" b="0" i="0"/>
            <a:t>Угорщини.</a:t>
          </a:r>
          <a:endParaRPr lang="uk-UA"/>
        </a:p>
      </dgm:t>
    </dgm:pt>
    <dgm:pt modelId="{091C22DD-4766-45B8-A466-2303B49C0F22}" type="parTrans" cxnId="{9399600B-237C-4211-90EF-D198A85C7860}">
      <dgm:prSet/>
      <dgm:spPr/>
      <dgm:t>
        <a:bodyPr/>
        <a:lstStyle/>
        <a:p>
          <a:endParaRPr lang="uk-UA"/>
        </a:p>
      </dgm:t>
    </dgm:pt>
    <dgm:pt modelId="{6738D61E-067B-48AA-8BE0-C786045FDD95}" type="sibTrans" cxnId="{9399600B-237C-4211-90EF-D198A85C7860}">
      <dgm:prSet/>
      <dgm:spPr/>
      <dgm:t>
        <a:bodyPr/>
        <a:lstStyle/>
        <a:p>
          <a:endParaRPr lang="uk-UA"/>
        </a:p>
      </dgm:t>
    </dgm:pt>
    <dgm:pt modelId="{7BD74388-EA78-41FF-872E-E7E3689265C2}">
      <dgm:prSet/>
      <dgm:spPr/>
      <dgm:t>
        <a:bodyPr/>
        <a:lstStyle/>
        <a:p>
          <a:r>
            <a:rPr lang="uk-UA" b="0" i="0"/>
            <a:t>Чехословаччини.</a:t>
          </a:r>
          <a:endParaRPr lang="uk-UA"/>
        </a:p>
      </dgm:t>
    </dgm:pt>
    <dgm:pt modelId="{15A9FBD6-C0A9-4530-A1A4-2771F47251A6}" type="parTrans" cxnId="{3A97A1B2-47DF-420D-B8A1-1E472C2E5D4B}">
      <dgm:prSet/>
      <dgm:spPr/>
      <dgm:t>
        <a:bodyPr/>
        <a:lstStyle/>
        <a:p>
          <a:endParaRPr lang="uk-UA"/>
        </a:p>
      </dgm:t>
    </dgm:pt>
    <dgm:pt modelId="{481D1AC5-0C2C-4EBE-AA2D-B142866C9398}" type="sibTrans" cxnId="{3A97A1B2-47DF-420D-B8A1-1E472C2E5D4B}">
      <dgm:prSet/>
      <dgm:spPr/>
      <dgm:t>
        <a:bodyPr/>
        <a:lstStyle/>
        <a:p>
          <a:endParaRPr lang="uk-UA"/>
        </a:p>
      </dgm:t>
    </dgm:pt>
    <dgm:pt modelId="{A38DD43C-28C6-4AE2-BF4D-8273F6452E4E}" type="pres">
      <dgm:prSet presAssocID="{D1008410-37FB-49D0-A764-197499EAE137}" presName="linearFlow" presStyleCnt="0">
        <dgm:presLayoutVars>
          <dgm:dir/>
          <dgm:resizeHandles val="exact"/>
        </dgm:presLayoutVars>
      </dgm:prSet>
      <dgm:spPr/>
    </dgm:pt>
    <dgm:pt modelId="{2A0DC465-3833-43C6-BC7A-86C4AA9D2CAF}" type="pres">
      <dgm:prSet presAssocID="{416344E6-B86A-4AD6-84F7-5B0FBB3C780E}" presName="composite" presStyleCnt="0"/>
      <dgm:spPr/>
    </dgm:pt>
    <dgm:pt modelId="{7D0DA372-0049-4625-A96A-40737C9ED7A8}" type="pres">
      <dgm:prSet presAssocID="{416344E6-B86A-4AD6-84F7-5B0FBB3C780E}" presName="imgShp" presStyleLbl="fgImgPlace1" presStyleIdx="0" presStyleCnt="4"/>
      <dgm:spPr/>
    </dgm:pt>
    <dgm:pt modelId="{BAE89B75-A298-40EE-9975-BB7933690076}" type="pres">
      <dgm:prSet presAssocID="{416344E6-B86A-4AD6-84F7-5B0FBB3C780E}" presName="txShp" presStyleLbl="node1" presStyleIdx="0" presStyleCnt="4">
        <dgm:presLayoutVars>
          <dgm:bulletEnabled val="1"/>
        </dgm:presLayoutVars>
      </dgm:prSet>
      <dgm:spPr/>
    </dgm:pt>
    <dgm:pt modelId="{E908BBBC-9AE3-42E0-830D-297C071A4F3A}" type="pres">
      <dgm:prSet presAssocID="{13048767-2EFF-4EDA-89EC-83C78B84E042}" presName="spacing" presStyleCnt="0"/>
      <dgm:spPr/>
    </dgm:pt>
    <dgm:pt modelId="{8051F5E3-27FE-417E-AAA3-7CC3591EAEF7}" type="pres">
      <dgm:prSet presAssocID="{222E5191-FFA5-4816-8D71-661556332943}" presName="composite" presStyleCnt="0"/>
      <dgm:spPr/>
    </dgm:pt>
    <dgm:pt modelId="{14115F3F-CCF9-4AE4-BB70-56F97C045D87}" type="pres">
      <dgm:prSet presAssocID="{222E5191-FFA5-4816-8D71-661556332943}" presName="imgShp" presStyleLbl="fgImgPlace1" presStyleIdx="1" presStyleCnt="4"/>
      <dgm:spPr/>
    </dgm:pt>
    <dgm:pt modelId="{C3D7980B-DFBC-4669-8C80-122CA193D445}" type="pres">
      <dgm:prSet presAssocID="{222E5191-FFA5-4816-8D71-661556332943}" presName="txShp" presStyleLbl="node1" presStyleIdx="1" presStyleCnt="4">
        <dgm:presLayoutVars>
          <dgm:bulletEnabled val="1"/>
        </dgm:presLayoutVars>
      </dgm:prSet>
      <dgm:spPr/>
    </dgm:pt>
    <dgm:pt modelId="{9CE15F7D-DF06-4EF4-B4F6-11305F02D032}" type="pres">
      <dgm:prSet presAssocID="{2CCE0AD2-142A-438A-B69F-341D176307C2}" presName="spacing" presStyleCnt="0"/>
      <dgm:spPr/>
    </dgm:pt>
    <dgm:pt modelId="{6363E7F2-93EF-4CEC-AAAC-0BB0278CF7C4}" type="pres">
      <dgm:prSet presAssocID="{311FEAFB-AABE-4981-B8A6-B5C9CB3DBC46}" presName="composite" presStyleCnt="0"/>
      <dgm:spPr/>
    </dgm:pt>
    <dgm:pt modelId="{DD71B5BA-3BD0-4B31-8966-00D460BDA1EF}" type="pres">
      <dgm:prSet presAssocID="{311FEAFB-AABE-4981-B8A6-B5C9CB3DBC46}" presName="imgShp" presStyleLbl="fgImgPlace1" presStyleIdx="2" presStyleCnt="4"/>
      <dgm:spPr/>
    </dgm:pt>
    <dgm:pt modelId="{CEA4629B-1557-4DB5-AA5D-884C4146B491}" type="pres">
      <dgm:prSet presAssocID="{311FEAFB-AABE-4981-B8A6-B5C9CB3DBC46}" presName="txShp" presStyleLbl="node1" presStyleIdx="2" presStyleCnt="4">
        <dgm:presLayoutVars>
          <dgm:bulletEnabled val="1"/>
        </dgm:presLayoutVars>
      </dgm:prSet>
      <dgm:spPr/>
    </dgm:pt>
    <dgm:pt modelId="{ED3A66E5-A7A9-4D6F-B4DF-C15E28D91E88}" type="pres">
      <dgm:prSet presAssocID="{6738D61E-067B-48AA-8BE0-C786045FDD95}" presName="spacing" presStyleCnt="0"/>
      <dgm:spPr/>
    </dgm:pt>
    <dgm:pt modelId="{7C72571C-110B-4164-8B2B-CD63FFE98C97}" type="pres">
      <dgm:prSet presAssocID="{7BD74388-EA78-41FF-872E-E7E3689265C2}" presName="composite" presStyleCnt="0"/>
      <dgm:spPr/>
    </dgm:pt>
    <dgm:pt modelId="{610F0918-AAFC-4209-A64E-98A42774DBF0}" type="pres">
      <dgm:prSet presAssocID="{7BD74388-EA78-41FF-872E-E7E3689265C2}" presName="imgShp" presStyleLbl="fgImgPlace1" presStyleIdx="3" presStyleCnt="4"/>
      <dgm:spPr/>
    </dgm:pt>
    <dgm:pt modelId="{146E436F-CEDB-4FC1-BCD9-59E51207A0BD}" type="pres">
      <dgm:prSet presAssocID="{7BD74388-EA78-41FF-872E-E7E3689265C2}" presName="txShp" presStyleLbl="node1" presStyleIdx="3" presStyleCnt="4">
        <dgm:presLayoutVars>
          <dgm:bulletEnabled val="1"/>
        </dgm:presLayoutVars>
      </dgm:prSet>
      <dgm:spPr/>
    </dgm:pt>
  </dgm:ptLst>
  <dgm:cxnLst>
    <dgm:cxn modelId="{9399600B-237C-4211-90EF-D198A85C7860}" srcId="{D1008410-37FB-49D0-A764-197499EAE137}" destId="{311FEAFB-AABE-4981-B8A6-B5C9CB3DBC46}" srcOrd="2" destOrd="0" parTransId="{091C22DD-4766-45B8-A466-2303B49C0F22}" sibTransId="{6738D61E-067B-48AA-8BE0-C786045FDD95}"/>
    <dgm:cxn modelId="{AAB44564-1C39-49C9-9A66-D9DB8D876C3B}" type="presOf" srcId="{311FEAFB-AABE-4981-B8A6-B5C9CB3DBC46}" destId="{CEA4629B-1557-4DB5-AA5D-884C4146B491}" srcOrd="0" destOrd="0" presId="urn:microsoft.com/office/officeart/2005/8/layout/vList3"/>
    <dgm:cxn modelId="{B02B0451-E68C-4A7D-A9C0-BD0CB58963BE}" srcId="{D1008410-37FB-49D0-A764-197499EAE137}" destId="{416344E6-B86A-4AD6-84F7-5B0FBB3C780E}" srcOrd="0" destOrd="0" parTransId="{2A79EAC0-56C4-465C-B233-C0F06D69CAFF}" sibTransId="{13048767-2EFF-4EDA-89EC-83C78B84E042}"/>
    <dgm:cxn modelId="{96886783-7DCF-4101-A414-EB5C26672433}" type="presOf" srcId="{222E5191-FFA5-4816-8D71-661556332943}" destId="{C3D7980B-DFBC-4669-8C80-122CA193D445}" srcOrd="0" destOrd="0" presId="urn:microsoft.com/office/officeart/2005/8/layout/vList3"/>
    <dgm:cxn modelId="{C1FA1793-3413-41A2-960D-069C7F6873A6}" srcId="{D1008410-37FB-49D0-A764-197499EAE137}" destId="{222E5191-FFA5-4816-8D71-661556332943}" srcOrd="1" destOrd="0" parTransId="{38727F35-0CD2-4564-AE44-70EB08FE4C9B}" sibTransId="{2CCE0AD2-142A-438A-B69F-341D176307C2}"/>
    <dgm:cxn modelId="{B345C3AF-A55C-407A-A1CD-D967A55E073D}" type="presOf" srcId="{416344E6-B86A-4AD6-84F7-5B0FBB3C780E}" destId="{BAE89B75-A298-40EE-9975-BB7933690076}" srcOrd="0" destOrd="0" presId="urn:microsoft.com/office/officeart/2005/8/layout/vList3"/>
    <dgm:cxn modelId="{3A97A1B2-47DF-420D-B8A1-1E472C2E5D4B}" srcId="{D1008410-37FB-49D0-A764-197499EAE137}" destId="{7BD74388-EA78-41FF-872E-E7E3689265C2}" srcOrd="3" destOrd="0" parTransId="{15A9FBD6-C0A9-4530-A1A4-2771F47251A6}" sibTransId="{481D1AC5-0C2C-4EBE-AA2D-B142866C9398}"/>
    <dgm:cxn modelId="{5E720DC6-001E-49EA-A91F-ED05F6FB2406}" type="presOf" srcId="{D1008410-37FB-49D0-A764-197499EAE137}" destId="{A38DD43C-28C6-4AE2-BF4D-8273F6452E4E}" srcOrd="0" destOrd="0" presId="urn:microsoft.com/office/officeart/2005/8/layout/vList3"/>
    <dgm:cxn modelId="{95202EDC-E382-47FC-B9A7-1F4AA757B529}" type="presOf" srcId="{7BD74388-EA78-41FF-872E-E7E3689265C2}" destId="{146E436F-CEDB-4FC1-BCD9-59E51207A0BD}" srcOrd="0" destOrd="0" presId="urn:microsoft.com/office/officeart/2005/8/layout/vList3"/>
    <dgm:cxn modelId="{2E3C4DDA-E6BB-4F34-8F6B-3F90D2ECA4EE}" type="presParOf" srcId="{A38DD43C-28C6-4AE2-BF4D-8273F6452E4E}" destId="{2A0DC465-3833-43C6-BC7A-86C4AA9D2CAF}" srcOrd="0" destOrd="0" presId="urn:microsoft.com/office/officeart/2005/8/layout/vList3"/>
    <dgm:cxn modelId="{52BC3FC9-24DF-4D7C-B3E5-6697747688AC}" type="presParOf" srcId="{2A0DC465-3833-43C6-BC7A-86C4AA9D2CAF}" destId="{7D0DA372-0049-4625-A96A-40737C9ED7A8}" srcOrd="0" destOrd="0" presId="urn:microsoft.com/office/officeart/2005/8/layout/vList3"/>
    <dgm:cxn modelId="{E14FCBED-129C-4338-904B-3EB80B2A48A2}" type="presParOf" srcId="{2A0DC465-3833-43C6-BC7A-86C4AA9D2CAF}" destId="{BAE89B75-A298-40EE-9975-BB7933690076}" srcOrd="1" destOrd="0" presId="urn:microsoft.com/office/officeart/2005/8/layout/vList3"/>
    <dgm:cxn modelId="{EFFD8CFE-104E-493C-BE7A-B5BBA5BB7CAE}" type="presParOf" srcId="{A38DD43C-28C6-4AE2-BF4D-8273F6452E4E}" destId="{E908BBBC-9AE3-42E0-830D-297C071A4F3A}" srcOrd="1" destOrd="0" presId="urn:microsoft.com/office/officeart/2005/8/layout/vList3"/>
    <dgm:cxn modelId="{E3B9E14E-B0E6-4798-A979-AD4DAED5C554}" type="presParOf" srcId="{A38DD43C-28C6-4AE2-BF4D-8273F6452E4E}" destId="{8051F5E3-27FE-417E-AAA3-7CC3591EAEF7}" srcOrd="2" destOrd="0" presId="urn:microsoft.com/office/officeart/2005/8/layout/vList3"/>
    <dgm:cxn modelId="{956358D4-BA1E-4673-9938-CDDF7F1A32AB}" type="presParOf" srcId="{8051F5E3-27FE-417E-AAA3-7CC3591EAEF7}" destId="{14115F3F-CCF9-4AE4-BB70-56F97C045D87}" srcOrd="0" destOrd="0" presId="urn:microsoft.com/office/officeart/2005/8/layout/vList3"/>
    <dgm:cxn modelId="{D45074F5-D661-4633-B10C-8C843A414EA8}" type="presParOf" srcId="{8051F5E3-27FE-417E-AAA3-7CC3591EAEF7}" destId="{C3D7980B-DFBC-4669-8C80-122CA193D445}" srcOrd="1" destOrd="0" presId="urn:microsoft.com/office/officeart/2005/8/layout/vList3"/>
    <dgm:cxn modelId="{2E42BF94-2037-430E-979C-42786F51454A}" type="presParOf" srcId="{A38DD43C-28C6-4AE2-BF4D-8273F6452E4E}" destId="{9CE15F7D-DF06-4EF4-B4F6-11305F02D032}" srcOrd="3" destOrd="0" presId="urn:microsoft.com/office/officeart/2005/8/layout/vList3"/>
    <dgm:cxn modelId="{7FA25DF2-CAC5-49F2-91B8-F53E47484BDC}" type="presParOf" srcId="{A38DD43C-28C6-4AE2-BF4D-8273F6452E4E}" destId="{6363E7F2-93EF-4CEC-AAAC-0BB0278CF7C4}" srcOrd="4" destOrd="0" presId="urn:microsoft.com/office/officeart/2005/8/layout/vList3"/>
    <dgm:cxn modelId="{203E8EED-5531-4311-BF4B-4E1826B77494}" type="presParOf" srcId="{6363E7F2-93EF-4CEC-AAAC-0BB0278CF7C4}" destId="{DD71B5BA-3BD0-4B31-8966-00D460BDA1EF}" srcOrd="0" destOrd="0" presId="urn:microsoft.com/office/officeart/2005/8/layout/vList3"/>
    <dgm:cxn modelId="{66B228CE-3878-4030-B748-EB4952D763C6}" type="presParOf" srcId="{6363E7F2-93EF-4CEC-AAAC-0BB0278CF7C4}" destId="{CEA4629B-1557-4DB5-AA5D-884C4146B491}" srcOrd="1" destOrd="0" presId="urn:microsoft.com/office/officeart/2005/8/layout/vList3"/>
    <dgm:cxn modelId="{65EDEA31-D92A-4B8A-AC67-E4AB07734B89}" type="presParOf" srcId="{A38DD43C-28C6-4AE2-BF4D-8273F6452E4E}" destId="{ED3A66E5-A7A9-4D6F-B4DF-C15E28D91E88}" srcOrd="5" destOrd="0" presId="urn:microsoft.com/office/officeart/2005/8/layout/vList3"/>
    <dgm:cxn modelId="{5D0DF4CA-8DDC-4B29-B64D-20C33EEC3AEF}" type="presParOf" srcId="{A38DD43C-28C6-4AE2-BF4D-8273F6452E4E}" destId="{7C72571C-110B-4164-8B2B-CD63FFE98C97}" srcOrd="6" destOrd="0" presId="urn:microsoft.com/office/officeart/2005/8/layout/vList3"/>
    <dgm:cxn modelId="{F573D12D-0276-4F84-92D7-E83B66712207}" type="presParOf" srcId="{7C72571C-110B-4164-8B2B-CD63FFE98C97}" destId="{610F0918-AAFC-4209-A64E-98A42774DBF0}" srcOrd="0" destOrd="0" presId="urn:microsoft.com/office/officeart/2005/8/layout/vList3"/>
    <dgm:cxn modelId="{C01B37B1-C173-420B-B453-9F3B3CA755CF}" type="presParOf" srcId="{7C72571C-110B-4164-8B2B-CD63FFE98C97}" destId="{146E436F-CEDB-4FC1-BCD9-59E51207A0B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20C4DB0-EC70-4E60-9FD0-4B385E28E90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DA3630-DAD7-4D76-B920-A55B59793CE2}">
      <dgm:prSet/>
      <dgm:spPr/>
      <dgm:t>
        <a:bodyPr/>
        <a:lstStyle/>
        <a:p>
          <a:r>
            <a:rPr lang="ru-RU" b="0" i="0"/>
            <a:t>1918 р.</a:t>
          </a:r>
          <a:endParaRPr lang="uk-UA"/>
        </a:p>
      </dgm:t>
    </dgm:pt>
    <dgm:pt modelId="{B219A036-E0AB-4CB1-B4CA-149F9639603D}" type="parTrans" cxnId="{218BEA76-C29C-4FF0-B1B2-C4711FE7B937}">
      <dgm:prSet/>
      <dgm:spPr/>
      <dgm:t>
        <a:bodyPr/>
        <a:lstStyle/>
        <a:p>
          <a:endParaRPr lang="uk-UA"/>
        </a:p>
      </dgm:t>
    </dgm:pt>
    <dgm:pt modelId="{1983BC8D-6A0C-403D-8C31-4CA73A38BF5C}" type="sibTrans" cxnId="{218BEA76-C29C-4FF0-B1B2-C4711FE7B937}">
      <dgm:prSet/>
      <dgm:spPr/>
      <dgm:t>
        <a:bodyPr/>
        <a:lstStyle/>
        <a:p>
          <a:endParaRPr lang="uk-UA"/>
        </a:p>
      </dgm:t>
    </dgm:pt>
    <dgm:pt modelId="{6CFA5578-BFF7-442B-983B-CB239630F228}">
      <dgm:prSet/>
      <dgm:spPr/>
      <dgm:t>
        <a:bodyPr/>
        <a:lstStyle/>
        <a:p>
          <a:r>
            <a:rPr lang="ru-RU" b="0" i="0"/>
            <a:t>1919 р.</a:t>
          </a:r>
          <a:endParaRPr lang="uk-UA"/>
        </a:p>
      </dgm:t>
    </dgm:pt>
    <dgm:pt modelId="{FAD7D306-E45F-4955-82A5-8D3FC36B2126}" type="parTrans" cxnId="{3D42EB70-3491-4777-BEA7-51C6533B68ED}">
      <dgm:prSet/>
      <dgm:spPr/>
      <dgm:t>
        <a:bodyPr/>
        <a:lstStyle/>
        <a:p>
          <a:endParaRPr lang="uk-UA"/>
        </a:p>
      </dgm:t>
    </dgm:pt>
    <dgm:pt modelId="{2A8F66D8-F2E9-4180-A6FB-17B15CDEB352}" type="sibTrans" cxnId="{3D42EB70-3491-4777-BEA7-51C6533B68ED}">
      <dgm:prSet/>
      <dgm:spPr/>
      <dgm:t>
        <a:bodyPr/>
        <a:lstStyle/>
        <a:p>
          <a:endParaRPr lang="uk-UA"/>
        </a:p>
      </dgm:t>
    </dgm:pt>
    <dgm:pt modelId="{BA7151B6-AA72-4F7E-8E3B-DF89AD2A33BD}">
      <dgm:prSet/>
      <dgm:spPr/>
      <dgm:t>
        <a:bodyPr/>
        <a:lstStyle/>
        <a:p>
          <a:r>
            <a:rPr lang="ru-RU" b="0" i="0"/>
            <a:t>1921 р.</a:t>
          </a:r>
          <a:endParaRPr lang="uk-UA"/>
        </a:p>
      </dgm:t>
    </dgm:pt>
    <dgm:pt modelId="{AD0CD172-80C7-4426-8931-E475BC66C655}" type="parTrans" cxnId="{5980775F-3D32-487C-8019-6C536D9D4AB1}">
      <dgm:prSet/>
      <dgm:spPr/>
      <dgm:t>
        <a:bodyPr/>
        <a:lstStyle/>
        <a:p>
          <a:endParaRPr lang="uk-UA"/>
        </a:p>
      </dgm:t>
    </dgm:pt>
    <dgm:pt modelId="{2B4CE8D8-1B32-4C29-B2DB-6B1B90F1040F}" type="sibTrans" cxnId="{5980775F-3D32-487C-8019-6C536D9D4AB1}">
      <dgm:prSet/>
      <dgm:spPr/>
      <dgm:t>
        <a:bodyPr/>
        <a:lstStyle/>
        <a:p>
          <a:endParaRPr lang="uk-UA"/>
        </a:p>
      </dgm:t>
    </dgm:pt>
    <dgm:pt modelId="{E8374B11-6AE2-4809-8005-A2B7A12BAA10}">
      <dgm:prSet/>
      <dgm:spPr/>
      <dgm:t>
        <a:bodyPr/>
        <a:lstStyle/>
        <a:p>
          <a:r>
            <a:rPr lang="ru-RU" b="0" i="0"/>
            <a:t>1923 р.</a:t>
          </a:r>
          <a:endParaRPr lang="uk-UA"/>
        </a:p>
      </dgm:t>
    </dgm:pt>
    <dgm:pt modelId="{D6815D7E-12F6-4E99-9B6E-257B65625B87}" type="parTrans" cxnId="{6E9CD43C-A279-4DF0-9FEA-6B0CEBF385D8}">
      <dgm:prSet/>
      <dgm:spPr/>
      <dgm:t>
        <a:bodyPr/>
        <a:lstStyle/>
        <a:p>
          <a:endParaRPr lang="uk-UA"/>
        </a:p>
      </dgm:t>
    </dgm:pt>
    <dgm:pt modelId="{07EF22A3-D671-4B15-850B-80939D925985}" type="sibTrans" cxnId="{6E9CD43C-A279-4DF0-9FEA-6B0CEBF385D8}">
      <dgm:prSet/>
      <dgm:spPr/>
      <dgm:t>
        <a:bodyPr/>
        <a:lstStyle/>
        <a:p>
          <a:endParaRPr lang="uk-UA"/>
        </a:p>
      </dgm:t>
    </dgm:pt>
    <dgm:pt modelId="{31AE3904-C652-4E4F-BEF6-8082B4715B1D}" type="pres">
      <dgm:prSet presAssocID="{920C4DB0-EC70-4E60-9FD0-4B385E28E902}" presName="matrix" presStyleCnt="0">
        <dgm:presLayoutVars>
          <dgm:chMax val="1"/>
          <dgm:dir/>
          <dgm:resizeHandles val="exact"/>
        </dgm:presLayoutVars>
      </dgm:prSet>
      <dgm:spPr/>
    </dgm:pt>
    <dgm:pt modelId="{4696D513-7DA3-4D97-962B-08016975CB57}" type="pres">
      <dgm:prSet presAssocID="{920C4DB0-EC70-4E60-9FD0-4B385E28E902}" presName="diamond" presStyleLbl="bgShp" presStyleIdx="0" presStyleCnt="1"/>
      <dgm:spPr/>
    </dgm:pt>
    <dgm:pt modelId="{E4BF241A-23B7-44E1-B644-8D9DE3544003}" type="pres">
      <dgm:prSet presAssocID="{920C4DB0-EC70-4E60-9FD0-4B385E28E90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47AFB56-2D4D-455D-AFB2-6728F3CB147E}" type="pres">
      <dgm:prSet presAssocID="{920C4DB0-EC70-4E60-9FD0-4B385E28E90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87732C7-E9FC-424B-B019-6FD9A57D958F}" type="pres">
      <dgm:prSet presAssocID="{920C4DB0-EC70-4E60-9FD0-4B385E28E90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0D67AC0-35F9-40DF-8C89-09CF702ADE32}" type="pres">
      <dgm:prSet presAssocID="{920C4DB0-EC70-4E60-9FD0-4B385E28E90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E9CD43C-A279-4DF0-9FEA-6B0CEBF385D8}" srcId="{920C4DB0-EC70-4E60-9FD0-4B385E28E902}" destId="{E8374B11-6AE2-4809-8005-A2B7A12BAA10}" srcOrd="3" destOrd="0" parTransId="{D6815D7E-12F6-4E99-9B6E-257B65625B87}" sibTransId="{07EF22A3-D671-4B15-850B-80939D925985}"/>
    <dgm:cxn modelId="{5980775F-3D32-487C-8019-6C536D9D4AB1}" srcId="{920C4DB0-EC70-4E60-9FD0-4B385E28E902}" destId="{BA7151B6-AA72-4F7E-8E3B-DF89AD2A33BD}" srcOrd="2" destOrd="0" parTransId="{AD0CD172-80C7-4426-8931-E475BC66C655}" sibTransId="{2B4CE8D8-1B32-4C29-B2DB-6B1B90F1040F}"/>
    <dgm:cxn modelId="{3D42EB70-3491-4777-BEA7-51C6533B68ED}" srcId="{920C4DB0-EC70-4E60-9FD0-4B385E28E902}" destId="{6CFA5578-BFF7-442B-983B-CB239630F228}" srcOrd="1" destOrd="0" parTransId="{FAD7D306-E45F-4955-82A5-8D3FC36B2126}" sibTransId="{2A8F66D8-F2E9-4180-A6FB-17B15CDEB352}"/>
    <dgm:cxn modelId="{218BEA76-C29C-4FF0-B1B2-C4711FE7B937}" srcId="{920C4DB0-EC70-4E60-9FD0-4B385E28E902}" destId="{F6DA3630-DAD7-4D76-B920-A55B59793CE2}" srcOrd="0" destOrd="0" parTransId="{B219A036-E0AB-4CB1-B4CA-149F9639603D}" sibTransId="{1983BC8D-6A0C-403D-8C31-4CA73A38BF5C}"/>
    <dgm:cxn modelId="{73AA967F-1492-41F0-94C2-7DD87FC3E2FA}" type="presOf" srcId="{BA7151B6-AA72-4F7E-8E3B-DF89AD2A33BD}" destId="{B87732C7-E9FC-424B-B019-6FD9A57D958F}" srcOrd="0" destOrd="0" presId="urn:microsoft.com/office/officeart/2005/8/layout/matrix3"/>
    <dgm:cxn modelId="{58C4C48D-3A99-4AD3-8A7E-083BF0139E59}" type="presOf" srcId="{6CFA5578-BFF7-442B-983B-CB239630F228}" destId="{A47AFB56-2D4D-455D-AFB2-6728F3CB147E}" srcOrd="0" destOrd="0" presId="urn:microsoft.com/office/officeart/2005/8/layout/matrix3"/>
    <dgm:cxn modelId="{C71573C2-9E59-48BF-99AA-6C1B94381E4C}" type="presOf" srcId="{920C4DB0-EC70-4E60-9FD0-4B385E28E902}" destId="{31AE3904-C652-4E4F-BEF6-8082B4715B1D}" srcOrd="0" destOrd="0" presId="urn:microsoft.com/office/officeart/2005/8/layout/matrix3"/>
    <dgm:cxn modelId="{EB137EE2-A77F-42BC-8B4A-C7EDAE22DB0E}" type="presOf" srcId="{E8374B11-6AE2-4809-8005-A2B7A12BAA10}" destId="{C0D67AC0-35F9-40DF-8C89-09CF702ADE32}" srcOrd="0" destOrd="0" presId="urn:microsoft.com/office/officeart/2005/8/layout/matrix3"/>
    <dgm:cxn modelId="{7B47E8E4-51B0-4CFA-9E99-847D95ED2578}" type="presOf" srcId="{F6DA3630-DAD7-4D76-B920-A55B59793CE2}" destId="{E4BF241A-23B7-44E1-B644-8D9DE3544003}" srcOrd="0" destOrd="0" presId="urn:microsoft.com/office/officeart/2005/8/layout/matrix3"/>
    <dgm:cxn modelId="{A4B580AB-C58C-4C2E-AD93-582123A3E9EA}" type="presParOf" srcId="{31AE3904-C652-4E4F-BEF6-8082B4715B1D}" destId="{4696D513-7DA3-4D97-962B-08016975CB57}" srcOrd="0" destOrd="0" presId="urn:microsoft.com/office/officeart/2005/8/layout/matrix3"/>
    <dgm:cxn modelId="{B1E06A62-F9F6-4C78-AE9A-A3BCF04E8C16}" type="presParOf" srcId="{31AE3904-C652-4E4F-BEF6-8082B4715B1D}" destId="{E4BF241A-23B7-44E1-B644-8D9DE3544003}" srcOrd="1" destOrd="0" presId="urn:microsoft.com/office/officeart/2005/8/layout/matrix3"/>
    <dgm:cxn modelId="{7FE4D0A2-F9FC-4AAC-AEA7-6220BBF08BBB}" type="presParOf" srcId="{31AE3904-C652-4E4F-BEF6-8082B4715B1D}" destId="{A47AFB56-2D4D-455D-AFB2-6728F3CB147E}" srcOrd="2" destOrd="0" presId="urn:microsoft.com/office/officeart/2005/8/layout/matrix3"/>
    <dgm:cxn modelId="{47A6F36F-94AC-4184-8186-4B1B8A732C43}" type="presParOf" srcId="{31AE3904-C652-4E4F-BEF6-8082B4715B1D}" destId="{B87732C7-E9FC-424B-B019-6FD9A57D958F}" srcOrd="3" destOrd="0" presId="urn:microsoft.com/office/officeart/2005/8/layout/matrix3"/>
    <dgm:cxn modelId="{4F9F50EC-C1E5-4121-B33B-C7BDE204FD8C}" type="presParOf" srcId="{31AE3904-C652-4E4F-BEF6-8082B4715B1D}" destId="{C0D67AC0-35F9-40DF-8C89-09CF702ADE3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2253BFB-459F-49C0-A5DC-CB4071F220A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33C7137-AFD7-460B-915C-653246572D21}">
      <dgm:prSet/>
      <dgm:spPr/>
      <dgm:t>
        <a:bodyPr/>
        <a:lstStyle/>
        <a:p>
          <a:r>
            <a:rPr lang="ru-RU" b="0" i="0"/>
            <a:t>Королівство Румунія</a:t>
          </a:r>
          <a:endParaRPr lang="uk-UA"/>
        </a:p>
      </dgm:t>
    </dgm:pt>
    <dgm:pt modelId="{F4885C86-9C96-4396-B932-80BFEA3C0550}" type="parTrans" cxnId="{94EAB24D-F331-4217-9C97-4908843DB2C3}">
      <dgm:prSet/>
      <dgm:spPr/>
      <dgm:t>
        <a:bodyPr/>
        <a:lstStyle/>
        <a:p>
          <a:endParaRPr lang="uk-UA"/>
        </a:p>
      </dgm:t>
    </dgm:pt>
    <dgm:pt modelId="{E5010F0E-795A-4F57-87B9-8744F196EBF9}" type="sibTrans" cxnId="{94EAB24D-F331-4217-9C97-4908843DB2C3}">
      <dgm:prSet/>
      <dgm:spPr/>
      <dgm:t>
        <a:bodyPr/>
        <a:lstStyle/>
        <a:p>
          <a:endParaRPr lang="uk-UA"/>
        </a:p>
      </dgm:t>
    </dgm:pt>
    <dgm:pt modelId="{D3C6B6D0-6E96-4EB4-9587-C7A1208F865C}">
      <dgm:prSet/>
      <dgm:spPr/>
      <dgm:t>
        <a:bodyPr/>
        <a:lstStyle/>
        <a:p>
          <a:r>
            <a:rPr lang="ru-RU" b="0" i="0"/>
            <a:t>Чехо-Словацька Республіка</a:t>
          </a:r>
          <a:endParaRPr lang="uk-UA"/>
        </a:p>
      </dgm:t>
    </dgm:pt>
    <dgm:pt modelId="{F375981E-F22F-4B13-BD8A-A27F93387FE6}" type="parTrans" cxnId="{648F5DEA-E448-4983-94EE-A3380A84683B}">
      <dgm:prSet/>
      <dgm:spPr/>
      <dgm:t>
        <a:bodyPr/>
        <a:lstStyle/>
        <a:p>
          <a:endParaRPr lang="uk-UA"/>
        </a:p>
      </dgm:t>
    </dgm:pt>
    <dgm:pt modelId="{EE311D7A-B3D6-4D05-BD58-599343DE64BF}" type="sibTrans" cxnId="{648F5DEA-E448-4983-94EE-A3380A84683B}">
      <dgm:prSet/>
      <dgm:spPr/>
      <dgm:t>
        <a:bodyPr/>
        <a:lstStyle/>
        <a:p>
          <a:endParaRPr lang="uk-UA"/>
        </a:p>
      </dgm:t>
    </dgm:pt>
    <dgm:pt modelId="{20AAEDF3-6484-4C02-B35B-992C054A46D1}">
      <dgm:prSet/>
      <dgm:spPr/>
      <dgm:t>
        <a:bodyPr/>
        <a:lstStyle/>
        <a:p>
          <a:r>
            <a:rPr lang="ru-RU" b="0" i="0"/>
            <a:t>Українська СРР</a:t>
          </a:r>
          <a:endParaRPr lang="uk-UA"/>
        </a:p>
      </dgm:t>
    </dgm:pt>
    <dgm:pt modelId="{48F622F2-E697-4B49-8C10-9D8454ACD3B4}" type="parTrans" cxnId="{8CA0FF56-5811-452C-85C3-D70C7E1462BA}">
      <dgm:prSet/>
      <dgm:spPr/>
      <dgm:t>
        <a:bodyPr/>
        <a:lstStyle/>
        <a:p>
          <a:endParaRPr lang="uk-UA"/>
        </a:p>
      </dgm:t>
    </dgm:pt>
    <dgm:pt modelId="{3E2236EE-9A17-4751-B6EE-C452A368FB62}" type="sibTrans" cxnId="{8CA0FF56-5811-452C-85C3-D70C7E1462BA}">
      <dgm:prSet/>
      <dgm:spPr/>
      <dgm:t>
        <a:bodyPr/>
        <a:lstStyle/>
        <a:p>
          <a:endParaRPr lang="uk-UA"/>
        </a:p>
      </dgm:t>
    </dgm:pt>
    <dgm:pt modelId="{335B7C38-7D84-4F2B-BF72-E4768B798249}">
      <dgm:prSet/>
      <dgm:spPr/>
      <dgm:t>
        <a:bodyPr/>
        <a:lstStyle/>
        <a:p>
          <a:r>
            <a:rPr lang="ru-RU" b="0" i="0"/>
            <a:t>Польська Республіка</a:t>
          </a:r>
          <a:endParaRPr lang="uk-UA"/>
        </a:p>
      </dgm:t>
    </dgm:pt>
    <dgm:pt modelId="{6932BB64-95DE-4CC2-B71F-5779EECE7F0E}" type="parTrans" cxnId="{276F39D5-A4F6-4DAC-BC8D-E590C4DA3838}">
      <dgm:prSet/>
      <dgm:spPr/>
      <dgm:t>
        <a:bodyPr/>
        <a:lstStyle/>
        <a:p>
          <a:endParaRPr lang="uk-UA"/>
        </a:p>
      </dgm:t>
    </dgm:pt>
    <dgm:pt modelId="{F37F70C9-F2AB-46D1-81C0-34B4859E832E}" type="sibTrans" cxnId="{276F39D5-A4F6-4DAC-BC8D-E590C4DA3838}">
      <dgm:prSet/>
      <dgm:spPr/>
      <dgm:t>
        <a:bodyPr/>
        <a:lstStyle/>
        <a:p>
          <a:endParaRPr lang="uk-UA"/>
        </a:p>
      </dgm:t>
    </dgm:pt>
    <dgm:pt modelId="{389A513B-81B3-4681-8827-73D993EF75E0}" type="pres">
      <dgm:prSet presAssocID="{12253BFB-459F-49C0-A5DC-CB4071F220AD}" presName="linearFlow" presStyleCnt="0">
        <dgm:presLayoutVars>
          <dgm:dir/>
          <dgm:resizeHandles val="exact"/>
        </dgm:presLayoutVars>
      </dgm:prSet>
      <dgm:spPr/>
    </dgm:pt>
    <dgm:pt modelId="{80052FED-A5CC-4EEA-9797-71ADBEF78987}" type="pres">
      <dgm:prSet presAssocID="{833C7137-AFD7-460B-915C-653246572D21}" presName="composite" presStyleCnt="0"/>
      <dgm:spPr/>
    </dgm:pt>
    <dgm:pt modelId="{9F69FD1E-B32A-4C22-AE60-C794F2F2F288}" type="pres">
      <dgm:prSet presAssocID="{833C7137-AFD7-460B-915C-653246572D21}" presName="imgShp" presStyleLbl="fgImgPlace1" presStyleIdx="0" presStyleCnt="4"/>
      <dgm:spPr/>
    </dgm:pt>
    <dgm:pt modelId="{81CD7DB8-9306-4A34-932A-57D12B9415D8}" type="pres">
      <dgm:prSet presAssocID="{833C7137-AFD7-460B-915C-653246572D21}" presName="txShp" presStyleLbl="node1" presStyleIdx="0" presStyleCnt="4">
        <dgm:presLayoutVars>
          <dgm:bulletEnabled val="1"/>
        </dgm:presLayoutVars>
      </dgm:prSet>
      <dgm:spPr/>
    </dgm:pt>
    <dgm:pt modelId="{8DE77146-AD3F-48A7-B7C2-7DAAE2314073}" type="pres">
      <dgm:prSet presAssocID="{E5010F0E-795A-4F57-87B9-8744F196EBF9}" presName="spacing" presStyleCnt="0"/>
      <dgm:spPr/>
    </dgm:pt>
    <dgm:pt modelId="{4717E7F8-1BFA-47E2-A63F-BA39C516D542}" type="pres">
      <dgm:prSet presAssocID="{D3C6B6D0-6E96-4EB4-9587-C7A1208F865C}" presName="composite" presStyleCnt="0"/>
      <dgm:spPr/>
    </dgm:pt>
    <dgm:pt modelId="{F43CB325-B2A3-47C7-A830-83004373C519}" type="pres">
      <dgm:prSet presAssocID="{D3C6B6D0-6E96-4EB4-9587-C7A1208F865C}" presName="imgShp" presStyleLbl="fgImgPlace1" presStyleIdx="1" presStyleCnt="4"/>
      <dgm:spPr/>
    </dgm:pt>
    <dgm:pt modelId="{EE8FB4C2-BD4B-43F3-99E2-19B30D95402F}" type="pres">
      <dgm:prSet presAssocID="{D3C6B6D0-6E96-4EB4-9587-C7A1208F865C}" presName="txShp" presStyleLbl="node1" presStyleIdx="1" presStyleCnt="4">
        <dgm:presLayoutVars>
          <dgm:bulletEnabled val="1"/>
        </dgm:presLayoutVars>
      </dgm:prSet>
      <dgm:spPr/>
    </dgm:pt>
    <dgm:pt modelId="{2604FF9A-AD41-4AAA-B0E8-ACB4E11739A3}" type="pres">
      <dgm:prSet presAssocID="{EE311D7A-B3D6-4D05-BD58-599343DE64BF}" presName="spacing" presStyleCnt="0"/>
      <dgm:spPr/>
    </dgm:pt>
    <dgm:pt modelId="{E82F3EE2-0D4D-4959-BB4B-2CDD641E833E}" type="pres">
      <dgm:prSet presAssocID="{20AAEDF3-6484-4C02-B35B-992C054A46D1}" presName="composite" presStyleCnt="0"/>
      <dgm:spPr/>
    </dgm:pt>
    <dgm:pt modelId="{6DBA2651-643B-4517-A007-E8C076AB2101}" type="pres">
      <dgm:prSet presAssocID="{20AAEDF3-6484-4C02-B35B-992C054A46D1}" presName="imgShp" presStyleLbl="fgImgPlace1" presStyleIdx="2" presStyleCnt="4"/>
      <dgm:spPr/>
    </dgm:pt>
    <dgm:pt modelId="{7C072B37-0964-4F76-A2CC-D659426FF728}" type="pres">
      <dgm:prSet presAssocID="{20AAEDF3-6484-4C02-B35B-992C054A46D1}" presName="txShp" presStyleLbl="node1" presStyleIdx="2" presStyleCnt="4">
        <dgm:presLayoutVars>
          <dgm:bulletEnabled val="1"/>
        </dgm:presLayoutVars>
      </dgm:prSet>
      <dgm:spPr/>
    </dgm:pt>
    <dgm:pt modelId="{F16E85E8-CF7A-4817-8661-215891FCBBD4}" type="pres">
      <dgm:prSet presAssocID="{3E2236EE-9A17-4751-B6EE-C452A368FB62}" presName="spacing" presStyleCnt="0"/>
      <dgm:spPr/>
    </dgm:pt>
    <dgm:pt modelId="{B345D3A6-3A40-4E1B-9F42-13CAF8E0A4DA}" type="pres">
      <dgm:prSet presAssocID="{335B7C38-7D84-4F2B-BF72-E4768B798249}" presName="composite" presStyleCnt="0"/>
      <dgm:spPr/>
    </dgm:pt>
    <dgm:pt modelId="{5FC8AA05-5820-4726-8789-AF57DD30C5B1}" type="pres">
      <dgm:prSet presAssocID="{335B7C38-7D84-4F2B-BF72-E4768B798249}" presName="imgShp" presStyleLbl="fgImgPlace1" presStyleIdx="3" presStyleCnt="4"/>
      <dgm:spPr/>
    </dgm:pt>
    <dgm:pt modelId="{9EDB9798-F2F7-45EB-8173-94B835845530}" type="pres">
      <dgm:prSet presAssocID="{335B7C38-7D84-4F2B-BF72-E4768B798249}" presName="txShp" presStyleLbl="node1" presStyleIdx="3" presStyleCnt="4">
        <dgm:presLayoutVars>
          <dgm:bulletEnabled val="1"/>
        </dgm:presLayoutVars>
      </dgm:prSet>
      <dgm:spPr/>
    </dgm:pt>
  </dgm:ptLst>
  <dgm:cxnLst>
    <dgm:cxn modelId="{8467CE02-217C-446A-976E-D05F6ECE8F24}" type="presOf" srcId="{12253BFB-459F-49C0-A5DC-CB4071F220AD}" destId="{389A513B-81B3-4681-8827-73D993EF75E0}" srcOrd="0" destOrd="0" presId="urn:microsoft.com/office/officeart/2005/8/layout/vList3"/>
    <dgm:cxn modelId="{14536E66-E91C-48D3-9A71-EC495B9CF160}" type="presOf" srcId="{335B7C38-7D84-4F2B-BF72-E4768B798249}" destId="{9EDB9798-F2F7-45EB-8173-94B835845530}" srcOrd="0" destOrd="0" presId="urn:microsoft.com/office/officeart/2005/8/layout/vList3"/>
    <dgm:cxn modelId="{94EAB24D-F331-4217-9C97-4908843DB2C3}" srcId="{12253BFB-459F-49C0-A5DC-CB4071F220AD}" destId="{833C7137-AFD7-460B-915C-653246572D21}" srcOrd="0" destOrd="0" parTransId="{F4885C86-9C96-4396-B932-80BFEA3C0550}" sibTransId="{E5010F0E-795A-4F57-87B9-8744F196EBF9}"/>
    <dgm:cxn modelId="{9DE3DB56-3C9E-4495-BC28-17A9ADD30173}" type="presOf" srcId="{20AAEDF3-6484-4C02-B35B-992C054A46D1}" destId="{7C072B37-0964-4F76-A2CC-D659426FF728}" srcOrd="0" destOrd="0" presId="urn:microsoft.com/office/officeart/2005/8/layout/vList3"/>
    <dgm:cxn modelId="{8CA0FF56-5811-452C-85C3-D70C7E1462BA}" srcId="{12253BFB-459F-49C0-A5DC-CB4071F220AD}" destId="{20AAEDF3-6484-4C02-B35B-992C054A46D1}" srcOrd="2" destOrd="0" parTransId="{48F622F2-E697-4B49-8C10-9D8454ACD3B4}" sibTransId="{3E2236EE-9A17-4751-B6EE-C452A368FB62}"/>
    <dgm:cxn modelId="{B16F659A-727A-4AF7-87B6-86DDBAAF738E}" type="presOf" srcId="{833C7137-AFD7-460B-915C-653246572D21}" destId="{81CD7DB8-9306-4A34-932A-57D12B9415D8}" srcOrd="0" destOrd="0" presId="urn:microsoft.com/office/officeart/2005/8/layout/vList3"/>
    <dgm:cxn modelId="{0D2253C6-75A4-4ACB-96BF-45897AD04C3B}" type="presOf" srcId="{D3C6B6D0-6E96-4EB4-9587-C7A1208F865C}" destId="{EE8FB4C2-BD4B-43F3-99E2-19B30D95402F}" srcOrd="0" destOrd="0" presId="urn:microsoft.com/office/officeart/2005/8/layout/vList3"/>
    <dgm:cxn modelId="{276F39D5-A4F6-4DAC-BC8D-E590C4DA3838}" srcId="{12253BFB-459F-49C0-A5DC-CB4071F220AD}" destId="{335B7C38-7D84-4F2B-BF72-E4768B798249}" srcOrd="3" destOrd="0" parTransId="{6932BB64-95DE-4CC2-B71F-5779EECE7F0E}" sibTransId="{F37F70C9-F2AB-46D1-81C0-34B4859E832E}"/>
    <dgm:cxn modelId="{648F5DEA-E448-4983-94EE-A3380A84683B}" srcId="{12253BFB-459F-49C0-A5DC-CB4071F220AD}" destId="{D3C6B6D0-6E96-4EB4-9587-C7A1208F865C}" srcOrd="1" destOrd="0" parTransId="{F375981E-F22F-4B13-BD8A-A27F93387FE6}" sibTransId="{EE311D7A-B3D6-4D05-BD58-599343DE64BF}"/>
    <dgm:cxn modelId="{41C4347F-E540-4AD7-9F59-9203B9E315F7}" type="presParOf" srcId="{389A513B-81B3-4681-8827-73D993EF75E0}" destId="{80052FED-A5CC-4EEA-9797-71ADBEF78987}" srcOrd="0" destOrd="0" presId="urn:microsoft.com/office/officeart/2005/8/layout/vList3"/>
    <dgm:cxn modelId="{D36CE5D9-8E25-4E8C-AE10-6D0E90F91E44}" type="presParOf" srcId="{80052FED-A5CC-4EEA-9797-71ADBEF78987}" destId="{9F69FD1E-B32A-4C22-AE60-C794F2F2F288}" srcOrd="0" destOrd="0" presId="urn:microsoft.com/office/officeart/2005/8/layout/vList3"/>
    <dgm:cxn modelId="{BF5BCC09-3742-48B2-ABC8-A7E2B657BBD7}" type="presParOf" srcId="{80052FED-A5CC-4EEA-9797-71ADBEF78987}" destId="{81CD7DB8-9306-4A34-932A-57D12B9415D8}" srcOrd="1" destOrd="0" presId="urn:microsoft.com/office/officeart/2005/8/layout/vList3"/>
    <dgm:cxn modelId="{093613E4-436D-4199-9E90-0168249D834E}" type="presParOf" srcId="{389A513B-81B3-4681-8827-73D993EF75E0}" destId="{8DE77146-AD3F-48A7-B7C2-7DAAE2314073}" srcOrd="1" destOrd="0" presId="urn:microsoft.com/office/officeart/2005/8/layout/vList3"/>
    <dgm:cxn modelId="{C220033F-5E0B-4660-BE3A-961AA6557E41}" type="presParOf" srcId="{389A513B-81B3-4681-8827-73D993EF75E0}" destId="{4717E7F8-1BFA-47E2-A63F-BA39C516D542}" srcOrd="2" destOrd="0" presId="urn:microsoft.com/office/officeart/2005/8/layout/vList3"/>
    <dgm:cxn modelId="{1853CEB3-7136-4312-AFE3-CCB05985AB7D}" type="presParOf" srcId="{4717E7F8-1BFA-47E2-A63F-BA39C516D542}" destId="{F43CB325-B2A3-47C7-A830-83004373C519}" srcOrd="0" destOrd="0" presId="urn:microsoft.com/office/officeart/2005/8/layout/vList3"/>
    <dgm:cxn modelId="{36E8466B-929E-4E25-A11E-F4A18AEC5E1A}" type="presParOf" srcId="{4717E7F8-1BFA-47E2-A63F-BA39C516D542}" destId="{EE8FB4C2-BD4B-43F3-99E2-19B30D95402F}" srcOrd="1" destOrd="0" presId="urn:microsoft.com/office/officeart/2005/8/layout/vList3"/>
    <dgm:cxn modelId="{707A6796-F72D-47CE-920D-BB25EC049729}" type="presParOf" srcId="{389A513B-81B3-4681-8827-73D993EF75E0}" destId="{2604FF9A-AD41-4AAA-B0E8-ACB4E11739A3}" srcOrd="3" destOrd="0" presId="urn:microsoft.com/office/officeart/2005/8/layout/vList3"/>
    <dgm:cxn modelId="{FE830AC7-DD80-4BD8-926A-3968CCAB1F27}" type="presParOf" srcId="{389A513B-81B3-4681-8827-73D993EF75E0}" destId="{E82F3EE2-0D4D-4959-BB4B-2CDD641E833E}" srcOrd="4" destOrd="0" presId="urn:microsoft.com/office/officeart/2005/8/layout/vList3"/>
    <dgm:cxn modelId="{9B01D5CE-F953-4C46-9EDD-65E85AD66200}" type="presParOf" srcId="{E82F3EE2-0D4D-4959-BB4B-2CDD641E833E}" destId="{6DBA2651-643B-4517-A007-E8C076AB2101}" srcOrd="0" destOrd="0" presId="urn:microsoft.com/office/officeart/2005/8/layout/vList3"/>
    <dgm:cxn modelId="{1AD10667-D841-448D-B57C-1DD0ACB5DA5E}" type="presParOf" srcId="{E82F3EE2-0D4D-4959-BB4B-2CDD641E833E}" destId="{7C072B37-0964-4F76-A2CC-D659426FF728}" srcOrd="1" destOrd="0" presId="urn:microsoft.com/office/officeart/2005/8/layout/vList3"/>
    <dgm:cxn modelId="{F856CA62-7BF4-4833-914B-9C4A48BA1220}" type="presParOf" srcId="{389A513B-81B3-4681-8827-73D993EF75E0}" destId="{F16E85E8-CF7A-4817-8661-215891FCBBD4}" srcOrd="5" destOrd="0" presId="urn:microsoft.com/office/officeart/2005/8/layout/vList3"/>
    <dgm:cxn modelId="{876383AB-550A-4F38-BF63-430A16349777}" type="presParOf" srcId="{389A513B-81B3-4681-8827-73D993EF75E0}" destId="{B345D3A6-3A40-4E1B-9F42-13CAF8E0A4DA}" srcOrd="6" destOrd="0" presId="urn:microsoft.com/office/officeart/2005/8/layout/vList3"/>
    <dgm:cxn modelId="{647BCC21-B536-4E8E-81D2-85C46B6175E3}" type="presParOf" srcId="{B345D3A6-3A40-4E1B-9F42-13CAF8E0A4DA}" destId="{5FC8AA05-5820-4726-8789-AF57DD30C5B1}" srcOrd="0" destOrd="0" presId="urn:microsoft.com/office/officeart/2005/8/layout/vList3"/>
    <dgm:cxn modelId="{FE5B9B33-840F-4110-A296-9850E6285674}" type="presParOf" srcId="{B345D3A6-3A40-4E1B-9F42-13CAF8E0A4DA}" destId="{9EDB9798-F2F7-45EB-8173-94B83584553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0883B84-AB72-4596-8774-E544F05AC0D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BF7D344-209B-4E97-8C01-38A570064085}">
      <dgm:prSet/>
      <dgm:spPr/>
      <dgm:t>
        <a:bodyPr/>
        <a:lstStyle/>
        <a:p>
          <a:r>
            <a:rPr lang="uk-UA" b="0" i="0"/>
            <a:t>створення Є. Коновальцем Організації українських націоналістів (ОУН)</a:t>
          </a:r>
          <a:endParaRPr lang="uk-UA"/>
        </a:p>
      </dgm:t>
    </dgm:pt>
    <dgm:pt modelId="{A8DCF752-A644-47CC-A011-254B5E5AFB1F}" type="parTrans" cxnId="{78E22D98-82D2-44AF-B26A-492E15100CA9}">
      <dgm:prSet/>
      <dgm:spPr/>
      <dgm:t>
        <a:bodyPr/>
        <a:lstStyle/>
        <a:p>
          <a:endParaRPr lang="uk-UA"/>
        </a:p>
      </dgm:t>
    </dgm:pt>
    <dgm:pt modelId="{3520628E-359C-493F-88B4-CA1A7610E5DE}" type="sibTrans" cxnId="{78E22D98-82D2-44AF-B26A-492E15100CA9}">
      <dgm:prSet/>
      <dgm:spPr/>
      <dgm:t>
        <a:bodyPr/>
        <a:lstStyle/>
        <a:p>
          <a:endParaRPr lang="uk-UA"/>
        </a:p>
      </dgm:t>
    </dgm:pt>
    <dgm:pt modelId="{3E2FC10E-815C-4A01-BD7B-35309BC04388}">
      <dgm:prSet/>
      <dgm:spPr/>
      <dgm:t>
        <a:bodyPr/>
        <a:lstStyle/>
        <a:p>
          <a:r>
            <a:rPr lang="uk-UA" b="0" i="0"/>
            <a:t>проголошення автономії Підкарпатської Русі</a:t>
          </a:r>
          <a:endParaRPr lang="uk-UA"/>
        </a:p>
      </dgm:t>
    </dgm:pt>
    <dgm:pt modelId="{9291E943-370A-43AC-9A75-D88FF584EB28}" type="parTrans" cxnId="{235DF631-1840-42D1-9204-2FACCC16AF2A}">
      <dgm:prSet/>
      <dgm:spPr/>
      <dgm:t>
        <a:bodyPr/>
        <a:lstStyle/>
        <a:p>
          <a:endParaRPr lang="uk-UA"/>
        </a:p>
      </dgm:t>
    </dgm:pt>
    <dgm:pt modelId="{C4416FF5-0BC3-4538-9C4E-C7E8FC1D9E49}" type="sibTrans" cxnId="{235DF631-1840-42D1-9204-2FACCC16AF2A}">
      <dgm:prSet/>
      <dgm:spPr/>
      <dgm:t>
        <a:bodyPr/>
        <a:lstStyle/>
        <a:p>
          <a:endParaRPr lang="uk-UA"/>
        </a:p>
      </dgm:t>
    </dgm:pt>
    <dgm:pt modelId="{0505A434-28D5-4398-852E-781A6BEFEB38}">
      <dgm:prSet/>
      <dgm:spPr/>
      <dgm:t>
        <a:bodyPr/>
        <a:lstStyle/>
        <a:p>
          <a:r>
            <a:rPr lang="uk-UA" b="0" i="0"/>
            <a:t>судовий процес над членами ОУН у справі вбивства міністра внутрішніх справ Б. Перацького</a:t>
          </a:r>
          <a:endParaRPr lang="uk-UA"/>
        </a:p>
      </dgm:t>
    </dgm:pt>
    <dgm:pt modelId="{0B1AA711-36EC-48E2-BC21-E53657F28D85}" type="parTrans" cxnId="{E675259D-0762-4C35-8615-00DB399622CB}">
      <dgm:prSet/>
      <dgm:spPr/>
      <dgm:t>
        <a:bodyPr/>
        <a:lstStyle/>
        <a:p>
          <a:endParaRPr lang="uk-UA"/>
        </a:p>
      </dgm:t>
    </dgm:pt>
    <dgm:pt modelId="{11E22CEA-4D47-4CAC-B3CF-CB969FDA2167}" type="sibTrans" cxnId="{E675259D-0762-4C35-8615-00DB399622CB}">
      <dgm:prSet/>
      <dgm:spPr/>
      <dgm:t>
        <a:bodyPr/>
        <a:lstStyle/>
        <a:p>
          <a:endParaRPr lang="uk-UA"/>
        </a:p>
      </dgm:t>
    </dgm:pt>
    <dgm:pt modelId="{EE167590-25DF-47C3-B02F-4E551B9F30FD}">
      <dgm:prSet/>
      <dgm:spPr/>
      <dgm:t>
        <a:bodyPr/>
        <a:lstStyle/>
        <a:p>
          <a:r>
            <a:rPr lang="uk-UA" b="0" i="0"/>
            <a:t>судовий процес над представниками української інтелігенції в справі «Спілки визволення України»</a:t>
          </a:r>
          <a:endParaRPr lang="uk-UA"/>
        </a:p>
      </dgm:t>
    </dgm:pt>
    <dgm:pt modelId="{6614FAFD-7DE5-44D8-9CC9-67C4007F92A2}" type="parTrans" cxnId="{A9625027-EFEE-486E-93A3-432FE12198D0}">
      <dgm:prSet/>
      <dgm:spPr/>
      <dgm:t>
        <a:bodyPr/>
        <a:lstStyle/>
        <a:p>
          <a:endParaRPr lang="uk-UA"/>
        </a:p>
      </dgm:t>
    </dgm:pt>
    <dgm:pt modelId="{62A607CF-A4C5-4D88-9757-94C92441F32A}" type="sibTrans" cxnId="{A9625027-EFEE-486E-93A3-432FE12198D0}">
      <dgm:prSet/>
      <dgm:spPr/>
      <dgm:t>
        <a:bodyPr/>
        <a:lstStyle/>
        <a:p>
          <a:endParaRPr lang="uk-UA"/>
        </a:p>
      </dgm:t>
    </dgm:pt>
    <dgm:pt modelId="{52768447-C98B-4029-BE3B-F86163DEE41F}">
      <dgm:prSet/>
      <dgm:spPr/>
      <dgm:t>
        <a:bodyPr/>
        <a:lstStyle/>
        <a:p>
          <a:r>
            <a:rPr lang="uk-UA" b="0" i="0"/>
            <a:t>створення В. Залозецьким Української національної партії (УНП)</a:t>
          </a:r>
          <a:endParaRPr lang="uk-UA"/>
        </a:p>
      </dgm:t>
    </dgm:pt>
    <dgm:pt modelId="{CDB87928-BC24-403B-A03E-B2861115B765}" type="parTrans" cxnId="{F0D7096C-38A0-489C-B351-B1FC7E5B9F38}">
      <dgm:prSet/>
      <dgm:spPr/>
      <dgm:t>
        <a:bodyPr/>
        <a:lstStyle/>
        <a:p>
          <a:endParaRPr lang="uk-UA"/>
        </a:p>
      </dgm:t>
    </dgm:pt>
    <dgm:pt modelId="{FBAB3E0C-0C25-4D49-83A1-1657E3EFB1DB}" type="sibTrans" cxnId="{F0D7096C-38A0-489C-B351-B1FC7E5B9F38}">
      <dgm:prSet/>
      <dgm:spPr/>
      <dgm:t>
        <a:bodyPr/>
        <a:lstStyle/>
        <a:p>
          <a:endParaRPr lang="uk-UA"/>
        </a:p>
      </dgm:t>
    </dgm:pt>
    <dgm:pt modelId="{E6A43A77-751F-46F8-94CF-E7E51F0A9A3D}" type="pres">
      <dgm:prSet presAssocID="{D0883B84-AB72-4596-8774-E544F05AC0D1}" presName="linear" presStyleCnt="0">
        <dgm:presLayoutVars>
          <dgm:animLvl val="lvl"/>
          <dgm:resizeHandles val="exact"/>
        </dgm:presLayoutVars>
      </dgm:prSet>
      <dgm:spPr/>
    </dgm:pt>
    <dgm:pt modelId="{014420B3-366A-4B36-833C-0A636D9A19C9}" type="pres">
      <dgm:prSet presAssocID="{DBF7D344-209B-4E97-8C01-38A57006408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7DAB953-85C7-4F60-A6F1-5104C4D483F6}" type="pres">
      <dgm:prSet presAssocID="{3520628E-359C-493F-88B4-CA1A7610E5DE}" presName="spacer" presStyleCnt="0"/>
      <dgm:spPr/>
    </dgm:pt>
    <dgm:pt modelId="{69B93C40-8E68-41F8-B5D8-3F4D9A904F92}" type="pres">
      <dgm:prSet presAssocID="{3E2FC10E-815C-4A01-BD7B-35309BC0438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980AF40-35D4-4C97-A6CA-6CB67341DCFF}" type="pres">
      <dgm:prSet presAssocID="{C4416FF5-0BC3-4538-9C4E-C7E8FC1D9E49}" presName="spacer" presStyleCnt="0"/>
      <dgm:spPr/>
    </dgm:pt>
    <dgm:pt modelId="{98970661-9478-4BDC-8DE7-7A01ED24D970}" type="pres">
      <dgm:prSet presAssocID="{0505A434-28D5-4398-852E-781A6BEFEB3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00BD658-6A51-4641-A11C-06278F95124F}" type="pres">
      <dgm:prSet presAssocID="{11E22CEA-4D47-4CAC-B3CF-CB969FDA2167}" presName="spacer" presStyleCnt="0"/>
      <dgm:spPr/>
    </dgm:pt>
    <dgm:pt modelId="{7F0D5E10-8A8E-49E2-945F-3F06A7E6A63E}" type="pres">
      <dgm:prSet presAssocID="{EE167590-25DF-47C3-B02F-4E551B9F30F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3E18B7B-4775-4E59-AB90-C4096B0E5C31}" type="pres">
      <dgm:prSet presAssocID="{62A607CF-A4C5-4D88-9757-94C92441F32A}" presName="spacer" presStyleCnt="0"/>
      <dgm:spPr/>
    </dgm:pt>
    <dgm:pt modelId="{4C8B7B68-2336-4558-8196-5C73876EC912}" type="pres">
      <dgm:prSet presAssocID="{52768447-C98B-4029-BE3B-F86163DEE41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9625027-EFEE-486E-93A3-432FE12198D0}" srcId="{D0883B84-AB72-4596-8774-E544F05AC0D1}" destId="{EE167590-25DF-47C3-B02F-4E551B9F30FD}" srcOrd="3" destOrd="0" parTransId="{6614FAFD-7DE5-44D8-9CC9-67C4007F92A2}" sibTransId="{62A607CF-A4C5-4D88-9757-94C92441F32A}"/>
    <dgm:cxn modelId="{235DF631-1840-42D1-9204-2FACCC16AF2A}" srcId="{D0883B84-AB72-4596-8774-E544F05AC0D1}" destId="{3E2FC10E-815C-4A01-BD7B-35309BC04388}" srcOrd="1" destOrd="0" parTransId="{9291E943-370A-43AC-9A75-D88FF584EB28}" sibTransId="{C4416FF5-0BC3-4538-9C4E-C7E8FC1D9E49}"/>
    <dgm:cxn modelId="{87AE9B3F-59F2-429B-83DD-1B926E832648}" type="presOf" srcId="{EE167590-25DF-47C3-B02F-4E551B9F30FD}" destId="{7F0D5E10-8A8E-49E2-945F-3F06A7E6A63E}" srcOrd="0" destOrd="0" presId="urn:microsoft.com/office/officeart/2005/8/layout/vList2"/>
    <dgm:cxn modelId="{81D0F048-A754-4104-813A-077B529BDAB0}" type="presOf" srcId="{DBF7D344-209B-4E97-8C01-38A570064085}" destId="{014420B3-366A-4B36-833C-0A636D9A19C9}" srcOrd="0" destOrd="0" presId="urn:microsoft.com/office/officeart/2005/8/layout/vList2"/>
    <dgm:cxn modelId="{F0D7096C-38A0-489C-B351-B1FC7E5B9F38}" srcId="{D0883B84-AB72-4596-8774-E544F05AC0D1}" destId="{52768447-C98B-4029-BE3B-F86163DEE41F}" srcOrd="4" destOrd="0" parTransId="{CDB87928-BC24-403B-A03E-B2861115B765}" sibTransId="{FBAB3E0C-0C25-4D49-83A1-1657E3EFB1DB}"/>
    <dgm:cxn modelId="{1DECC18D-C115-47EC-902D-DF4546DFE78A}" type="presOf" srcId="{52768447-C98B-4029-BE3B-F86163DEE41F}" destId="{4C8B7B68-2336-4558-8196-5C73876EC912}" srcOrd="0" destOrd="0" presId="urn:microsoft.com/office/officeart/2005/8/layout/vList2"/>
    <dgm:cxn modelId="{C68E2F95-FBD9-4EF3-8498-D85C219B48AB}" type="presOf" srcId="{0505A434-28D5-4398-852E-781A6BEFEB38}" destId="{98970661-9478-4BDC-8DE7-7A01ED24D970}" srcOrd="0" destOrd="0" presId="urn:microsoft.com/office/officeart/2005/8/layout/vList2"/>
    <dgm:cxn modelId="{78E22D98-82D2-44AF-B26A-492E15100CA9}" srcId="{D0883B84-AB72-4596-8774-E544F05AC0D1}" destId="{DBF7D344-209B-4E97-8C01-38A570064085}" srcOrd="0" destOrd="0" parTransId="{A8DCF752-A644-47CC-A011-254B5E5AFB1F}" sibTransId="{3520628E-359C-493F-88B4-CA1A7610E5DE}"/>
    <dgm:cxn modelId="{E675259D-0762-4C35-8615-00DB399622CB}" srcId="{D0883B84-AB72-4596-8774-E544F05AC0D1}" destId="{0505A434-28D5-4398-852E-781A6BEFEB38}" srcOrd="2" destOrd="0" parTransId="{0B1AA711-36EC-48E2-BC21-E53657F28D85}" sibTransId="{11E22CEA-4D47-4CAC-B3CF-CB969FDA2167}"/>
    <dgm:cxn modelId="{8D8FC0A6-2E64-4185-A097-D3C582646F64}" type="presOf" srcId="{D0883B84-AB72-4596-8774-E544F05AC0D1}" destId="{E6A43A77-751F-46F8-94CF-E7E51F0A9A3D}" srcOrd="0" destOrd="0" presId="urn:microsoft.com/office/officeart/2005/8/layout/vList2"/>
    <dgm:cxn modelId="{0FBD38F0-5B7D-4054-A438-1EAC2E2D0C8C}" type="presOf" srcId="{3E2FC10E-815C-4A01-BD7B-35309BC04388}" destId="{69B93C40-8E68-41F8-B5D8-3F4D9A904F92}" srcOrd="0" destOrd="0" presId="urn:microsoft.com/office/officeart/2005/8/layout/vList2"/>
    <dgm:cxn modelId="{63115B4E-48B5-47F1-B3D4-B1CAC3DD7B3B}" type="presParOf" srcId="{E6A43A77-751F-46F8-94CF-E7E51F0A9A3D}" destId="{014420B3-366A-4B36-833C-0A636D9A19C9}" srcOrd="0" destOrd="0" presId="urn:microsoft.com/office/officeart/2005/8/layout/vList2"/>
    <dgm:cxn modelId="{F15907AF-DCC3-44D1-8353-42371AB0D878}" type="presParOf" srcId="{E6A43A77-751F-46F8-94CF-E7E51F0A9A3D}" destId="{87DAB953-85C7-4F60-A6F1-5104C4D483F6}" srcOrd="1" destOrd="0" presId="urn:microsoft.com/office/officeart/2005/8/layout/vList2"/>
    <dgm:cxn modelId="{8C75D347-51CB-4B94-B673-A2586F692234}" type="presParOf" srcId="{E6A43A77-751F-46F8-94CF-E7E51F0A9A3D}" destId="{69B93C40-8E68-41F8-B5D8-3F4D9A904F92}" srcOrd="2" destOrd="0" presId="urn:microsoft.com/office/officeart/2005/8/layout/vList2"/>
    <dgm:cxn modelId="{E3F6B4A8-8453-4D60-AA4C-A760C00D3D80}" type="presParOf" srcId="{E6A43A77-751F-46F8-94CF-E7E51F0A9A3D}" destId="{2980AF40-35D4-4C97-A6CA-6CB67341DCFF}" srcOrd="3" destOrd="0" presId="urn:microsoft.com/office/officeart/2005/8/layout/vList2"/>
    <dgm:cxn modelId="{F210A610-9A47-4D35-A789-8E94286D9B1D}" type="presParOf" srcId="{E6A43A77-751F-46F8-94CF-E7E51F0A9A3D}" destId="{98970661-9478-4BDC-8DE7-7A01ED24D970}" srcOrd="4" destOrd="0" presId="urn:microsoft.com/office/officeart/2005/8/layout/vList2"/>
    <dgm:cxn modelId="{272E77E3-2D4A-4558-92BF-70393C209AE5}" type="presParOf" srcId="{E6A43A77-751F-46F8-94CF-E7E51F0A9A3D}" destId="{F00BD658-6A51-4641-A11C-06278F95124F}" srcOrd="5" destOrd="0" presId="urn:microsoft.com/office/officeart/2005/8/layout/vList2"/>
    <dgm:cxn modelId="{20643A84-03B0-4F92-AD94-062C78557A77}" type="presParOf" srcId="{E6A43A77-751F-46F8-94CF-E7E51F0A9A3D}" destId="{7F0D5E10-8A8E-49E2-945F-3F06A7E6A63E}" srcOrd="6" destOrd="0" presId="urn:microsoft.com/office/officeart/2005/8/layout/vList2"/>
    <dgm:cxn modelId="{29802E5C-6F1D-4CAC-87EC-CB3A7B0A4BED}" type="presParOf" srcId="{E6A43A77-751F-46F8-94CF-E7E51F0A9A3D}" destId="{13E18B7B-4775-4E59-AB90-C4096B0E5C31}" srcOrd="7" destOrd="0" presId="urn:microsoft.com/office/officeart/2005/8/layout/vList2"/>
    <dgm:cxn modelId="{0C7D8E8F-9DE6-49B5-A3B4-2C8BDB36A980}" type="presParOf" srcId="{E6A43A77-751F-46F8-94CF-E7E51F0A9A3D}" destId="{4C8B7B68-2336-4558-8196-5C73876EC91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E63A895-1359-44BA-9361-40ED009D11F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F72872D-A3F4-4BD4-B11F-13C8FC39BE6F}">
      <dgm:prSet/>
      <dgm:spPr/>
      <dgm:t>
        <a:bodyPr/>
        <a:lstStyle/>
        <a:p>
          <a:r>
            <a:rPr lang="ru-RU" b="0" i="0"/>
            <a:t>Польща</a:t>
          </a:r>
          <a:endParaRPr lang="uk-UA"/>
        </a:p>
      </dgm:t>
    </dgm:pt>
    <dgm:pt modelId="{602C18B5-DC53-416A-A921-7E6502A0D047}" type="parTrans" cxnId="{D5128112-A9F7-4945-A807-ACAC45821A55}">
      <dgm:prSet/>
      <dgm:spPr/>
      <dgm:t>
        <a:bodyPr/>
        <a:lstStyle/>
        <a:p>
          <a:endParaRPr lang="uk-UA"/>
        </a:p>
      </dgm:t>
    </dgm:pt>
    <dgm:pt modelId="{F915A2AF-A08F-4357-A491-21E49ED24BC3}" type="sibTrans" cxnId="{D5128112-A9F7-4945-A807-ACAC45821A55}">
      <dgm:prSet/>
      <dgm:spPr/>
      <dgm:t>
        <a:bodyPr/>
        <a:lstStyle/>
        <a:p>
          <a:endParaRPr lang="uk-UA"/>
        </a:p>
      </dgm:t>
    </dgm:pt>
    <dgm:pt modelId="{C41CFCAF-68CA-4445-80C1-36179D9EEA7B}">
      <dgm:prSet/>
      <dgm:spPr/>
      <dgm:t>
        <a:bodyPr/>
        <a:lstStyle/>
        <a:p>
          <a:r>
            <a:rPr lang="ru-RU" b="0" i="0"/>
            <a:t>Румунія</a:t>
          </a:r>
          <a:endParaRPr lang="uk-UA"/>
        </a:p>
      </dgm:t>
    </dgm:pt>
    <dgm:pt modelId="{921F35AF-AD68-4C48-8D83-101DA9558D9E}" type="parTrans" cxnId="{8B40ACEC-AF95-43F4-B65D-8A0118E6282B}">
      <dgm:prSet/>
      <dgm:spPr/>
      <dgm:t>
        <a:bodyPr/>
        <a:lstStyle/>
        <a:p>
          <a:endParaRPr lang="uk-UA"/>
        </a:p>
      </dgm:t>
    </dgm:pt>
    <dgm:pt modelId="{40E54532-482F-497B-994C-7B368ABC98D6}" type="sibTrans" cxnId="{8B40ACEC-AF95-43F4-B65D-8A0118E6282B}">
      <dgm:prSet/>
      <dgm:spPr/>
      <dgm:t>
        <a:bodyPr/>
        <a:lstStyle/>
        <a:p>
          <a:endParaRPr lang="uk-UA"/>
        </a:p>
      </dgm:t>
    </dgm:pt>
    <dgm:pt modelId="{5354FD59-BA0D-4E17-B745-710EAADA5E7B}">
      <dgm:prSet/>
      <dgm:spPr/>
      <dgm:t>
        <a:bodyPr/>
        <a:lstStyle/>
        <a:p>
          <a:r>
            <a:rPr lang="ru-RU" b="0" i="0"/>
            <a:t>Чехословаччина</a:t>
          </a:r>
          <a:endParaRPr lang="uk-UA"/>
        </a:p>
      </dgm:t>
    </dgm:pt>
    <dgm:pt modelId="{74DFE334-10D5-4B99-8258-5A489BDF2C0C}" type="parTrans" cxnId="{664D1185-5A74-4C9F-90C1-22254A01B774}">
      <dgm:prSet/>
      <dgm:spPr/>
      <dgm:t>
        <a:bodyPr/>
        <a:lstStyle/>
        <a:p>
          <a:endParaRPr lang="uk-UA"/>
        </a:p>
      </dgm:t>
    </dgm:pt>
    <dgm:pt modelId="{C869E9E7-3875-4A7F-ABB2-2793D1F57255}" type="sibTrans" cxnId="{664D1185-5A74-4C9F-90C1-22254A01B774}">
      <dgm:prSet/>
      <dgm:spPr/>
      <dgm:t>
        <a:bodyPr/>
        <a:lstStyle/>
        <a:p>
          <a:endParaRPr lang="uk-UA"/>
        </a:p>
      </dgm:t>
    </dgm:pt>
    <dgm:pt modelId="{B1D8D32C-5028-4F4A-9A29-1AD55A5F6C18}">
      <dgm:prSet/>
      <dgm:spPr/>
      <dgm:t>
        <a:bodyPr/>
        <a:lstStyle/>
        <a:p>
          <a:r>
            <a:rPr lang="ru-RU" b="0" i="0"/>
            <a:t>Радянський Союз</a:t>
          </a:r>
          <a:endParaRPr lang="uk-UA"/>
        </a:p>
      </dgm:t>
    </dgm:pt>
    <dgm:pt modelId="{4BBC0764-74F7-450F-A2EC-08A2F2CFCD35}" type="parTrans" cxnId="{59D0398B-042F-4F74-89E9-0FC55F9C7B38}">
      <dgm:prSet/>
      <dgm:spPr/>
      <dgm:t>
        <a:bodyPr/>
        <a:lstStyle/>
        <a:p>
          <a:endParaRPr lang="uk-UA"/>
        </a:p>
      </dgm:t>
    </dgm:pt>
    <dgm:pt modelId="{F66D012A-834C-48E8-AEA2-13F59469A435}" type="sibTrans" cxnId="{59D0398B-042F-4F74-89E9-0FC55F9C7B38}">
      <dgm:prSet/>
      <dgm:spPr/>
      <dgm:t>
        <a:bodyPr/>
        <a:lstStyle/>
        <a:p>
          <a:endParaRPr lang="uk-UA"/>
        </a:p>
      </dgm:t>
    </dgm:pt>
    <dgm:pt modelId="{D8EB33C0-1977-4915-ABFA-8192D23B3D91}" type="pres">
      <dgm:prSet presAssocID="{9E63A895-1359-44BA-9361-40ED009D11FB}" presName="linearFlow" presStyleCnt="0">
        <dgm:presLayoutVars>
          <dgm:dir/>
          <dgm:resizeHandles val="exact"/>
        </dgm:presLayoutVars>
      </dgm:prSet>
      <dgm:spPr/>
    </dgm:pt>
    <dgm:pt modelId="{84F32DC6-2A48-4E12-B1E3-51A26A761632}" type="pres">
      <dgm:prSet presAssocID="{1F72872D-A3F4-4BD4-B11F-13C8FC39BE6F}" presName="composite" presStyleCnt="0"/>
      <dgm:spPr/>
    </dgm:pt>
    <dgm:pt modelId="{A47EDEE3-1D72-4297-A2D1-43D5EF35977D}" type="pres">
      <dgm:prSet presAssocID="{1F72872D-A3F4-4BD4-B11F-13C8FC39BE6F}" presName="imgShp" presStyleLbl="fgImgPlace1" presStyleIdx="0" presStyleCnt="4"/>
      <dgm:spPr/>
    </dgm:pt>
    <dgm:pt modelId="{63BB72CE-AACB-4050-B8B1-AE41ED6400DD}" type="pres">
      <dgm:prSet presAssocID="{1F72872D-A3F4-4BD4-B11F-13C8FC39BE6F}" presName="txShp" presStyleLbl="node1" presStyleIdx="0" presStyleCnt="4">
        <dgm:presLayoutVars>
          <dgm:bulletEnabled val="1"/>
        </dgm:presLayoutVars>
      </dgm:prSet>
      <dgm:spPr/>
    </dgm:pt>
    <dgm:pt modelId="{EF232A7F-49FC-4CDB-973B-FAA2CA944E43}" type="pres">
      <dgm:prSet presAssocID="{F915A2AF-A08F-4357-A491-21E49ED24BC3}" presName="spacing" presStyleCnt="0"/>
      <dgm:spPr/>
    </dgm:pt>
    <dgm:pt modelId="{251BC5E8-3080-4D32-9A0F-3C2292320DA9}" type="pres">
      <dgm:prSet presAssocID="{C41CFCAF-68CA-4445-80C1-36179D9EEA7B}" presName="composite" presStyleCnt="0"/>
      <dgm:spPr/>
    </dgm:pt>
    <dgm:pt modelId="{29A98F23-F3CF-44A4-A4BE-A957E33034C2}" type="pres">
      <dgm:prSet presAssocID="{C41CFCAF-68CA-4445-80C1-36179D9EEA7B}" presName="imgShp" presStyleLbl="fgImgPlace1" presStyleIdx="1" presStyleCnt="4"/>
      <dgm:spPr/>
    </dgm:pt>
    <dgm:pt modelId="{8F809E6E-711F-4F40-BF6D-CE141A5F244F}" type="pres">
      <dgm:prSet presAssocID="{C41CFCAF-68CA-4445-80C1-36179D9EEA7B}" presName="txShp" presStyleLbl="node1" presStyleIdx="1" presStyleCnt="4">
        <dgm:presLayoutVars>
          <dgm:bulletEnabled val="1"/>
        </dgm:presLayoutVars>
      </dgm:prSet>
      <dgm:spPr/>
    </dgm:pt>
    <dgm:pt modelId="{D55B5241-A4B6-43DF-9C24-0D9E5A221068}" type="pres">
      <dgm:prSet presAssocID="{40E54532-482F-497B-994C-7B368ABC98D6}" presName="spacing" presStyleCnt="0"/>
      <dgm:spPr/>
    </dgm:pt>
    <dgm:pt modelId="{AF0974EB-A1C0-4251-8A38-36EDADB4FC9F}" type="pres">
      <dgm:prSet presAssocID="{5354FD59-BA0D-4E17-B745-710EAADA5E7B}" presName="composite" presStyleCnt="0"/>
      <dgm:spPr/>
    </dgm:pt>
    <dgm:pt modelId="{2D439F4E-8430-4952-B7CA-3EFAE3704E32}" type="pres">
      <dgm:prSet presAssocID="{5354FD59-BA0D-4E17-B745-710EAADA5E7B}" presName="imgShp" presStyleLbl="fgImgPlace1" presStyleIdx="2" presStyleCnt="4"/>
      <dgm:spPr/>
    </dgm:pt>
    <dgm:pt modelId="{9648BA3D-AC8C-4F7E-BC36-E12B2FB12304}" type="pres">
      <dgm:prSet presAssocID="{5354FD59-BA0D-4E17-B745-710EAADA5E7B}" presName="txShp" presStyleLbl="node1" presStyleIdx="2" presStyleCnt="4">
        <dgm:presLayoutVars>
          <dgm:bulletEnabled val="1"/>
        </dgm:presLayoutVars>
      </dgm:prSet>
      <dgm:spPr/>
    </dgm:pt>
    <dgm:pt modelId="{2D3381AF-51C9-4CE4-92CA-47DE37949889}" type="pres">
      <dgm:prSet presAssocID="{C869E9E7-3875-4A7F-ABB2-2793D1F57255}" presName="spacing" presStyleCnt="0"/>
      <dgm:spPr/>
    </dgm:pt>
    <dgm:pt modelId="{91251A90-4BED-4DD3-8F23-B7A5533FB6EF}" type="pres">
      <dgm:prSet presAssocID="{B1D8D32C-5028-4F4A-9A29-1AD55A5F6C18}" presName="composite" presStyleCnt="0"/>
      <dgm:spPr/>
    </dgm:pt>
    <dgm:pt modelId="{656B5929-BABF-454B-913A-DC6F8A54FD18}" type="pres">
      <dgm:prSet presAssocID="{B1D8D32C-5028-4F4A-9A29-1AD55A5F6C18}" presName="imgShp" presStyleLbl="fgImgPlace1" presStyleIdx="3" presStyleCnt="4"/>
      <dgm:spPr/>
    </dgm:pt>
    <dgm:pt modelId="{8C8DABE1-BA6B-440A-8CC2-4142179813FD}" type="pres">
      <dgm:prSet presAssocID="{B1D8D32C-5028-4F4A-9A29-1AD55A5F6C18}" presName="txShp" presStyleLbl="node1" presStyleIdx="3" presStyleCnt="4">
        <dgm:presLayoutVars>
          <dgm:bulletEnabled val="1"/>
        </dgm:presLayoutVars>
      </dgm:prSet>
      <dgm:spPr/>
    </dgm:pt>
  </dgm:ptLst>
  <dgm:cxnLst>
    <dgm:cxn modelId="{F7783012-8C55-4A27-A18C-75142C2B7424}" type="presOf" srcId="{B1D8D32C-5028-4F4A-9A29-1AD55A5F6C18}" destId="{8C8DABE1-BA6B-440A-8CC2-4142179813FD}" srcOrd="0" destOrd="0" presId="urn:microsoft.com/office/officeart/2005/8/layout/vList3"/>
    <dgm:cxn modelId="{D5128112-A9F7-4945-A807-ACAC45821A55}" srcId="{9E63A895-1359-44BA-9361-40ED009D11FB}" destId="{1F72872D-A3F4-4BD4-B11F-13C8FC39BE6F}" srcOrd="0" destOrd="0" parTransId="{602C18B5-DC53-416A-A921-7E6502A0D047}" sibTransId="{F915A2AF-A08F-4357-A491-21E49ED24BC3}"/>
    <dgm:cxn modelId="{1742B721-036A-4223-8B0F-48689919BA8B}" type="presOf" srcId="{9E63A895-1359-44BA-9361-40ED009D11FB}" destId="{D8EB33C0-1977-4915-ABFA-8192D23B3D91}" srcOrd="0" destOrd="0" presId="urn:microsoft.com/office/officeart/2005/8/layout/vList3"/>
    <dgm:cxn modelId="{664D1185-5A74-4C9F-90C1-22254A01B774}" srcId="{9E63A895-1359-44BA-9361-40ED009D11FB}" destId="{5354FD59-BA0D-4E17-B745-710EAADA5E7B}" srcOrd="2" destOrd="0" parTransId="{74DFE334-10D5-4B99-8258-5A489BDF2C0C}" sibTransId="{C869E9E7-3875-4A7F-ABB2-2793D1F57255}"/>
    <dgm:cxn modelId="{59D0398B-042F-4F74-89E9-0FC55F9C7B38}" srcId="{9E63A895-1359-44BA-9361-40ED009D11FB}" destId="{B1D8D32C-5028-4F4A-9A29-1AD55A5F6C18}" srcOrd="3" destOrd="0" parTransId="{4BBC0764-74F7-450F-A2EC-08A2F2CFCD35}" sibTransId="{F66D012A-834C-48E8-AEA2-13F59469A435}"/>
    <dgm:cxn modelId="{E56083AE-ED50-4B7F-B4BD-D9191D93C183}" type="presOf" srcId="{5354FD59-BA0D-4E17-B745-710EAADA5E7B}" destId="{9648BA3D-AC8C-4F7E-BC36-E12B2FB12304}" srcOrd="0" destOrd="0" presId="urn:microsoft.com/office/officeart/2005/8/layout/vList3"/>
    <dgm:cxn modelId="{9D6F22BC-64C5-48BC-86A5-CC9DD87E0301}" type="presOf" srcId="{C41CFCAF-68CA-4445-80C1-36179D9EEA7B}" destId="{8F809E6E-711F-4F40-BF6D-CE141A5F244F}" srcOrd="0" destOrd="0" presId="urn:microsoft.com/office/officeart/2005/8/layout/vList3"/>
    <dgm:cxn modelId="{8B40ACEC-AF95-43F4-B65D-8A0118E6282B}" srcId="{9E63A895-1359-44BA-9361-40ED009D11FB}" destId="{C41CFCAF-68CA-4445-80C1-36179D9EEA7B}" srcOrd="1" destOrd="0" parTransId="{921F35AF-AD68-4C48-8D83-101DA9558D9E}" sibTransId="{40E54532-482F-497B-994C-7B368ABC98D6}"/>
    <dgm:cxn modelId="{EC0FD5FF-6A2B-4E9D-A47E-7FA3E253EAF3}" type="presOf" srcId="{1F72872D-A3F4-4BD4-B11F-13C8FC39BE6F}" destId="{63BB72CE-AACB-4050-B8B1-AE41ED6400DD}" srcOrd="0" destOrd="0" presId="urn:microsoft.com/office/officeart/2005/8/layout/vList3"/>
    <dgm:cxn modelId="{6F8B13C1-77B8-4C12-B7FB-CAECB6D1274F}" type="presParOf" srcId="{D8EB33C0-1977-4915-ABFA-8192D23B3D91}" destId="{84F32DC6-2A48-4E12-B1E3-51A26A761632}" srcOrd="0" destOrd="0" presId="urn:microsoft.com/office/officeart/2005/8/layout/vList3"/>
    <dgm:cxn modelId="{319E01C5-C144-4097-81E2-7C22AC983D08}" type="presParOf" srcId="{84F32DC6-2A48-4E12-B1E3-51A26A761632}" destId="{A47EDEE3-1D72-4297-A2D1-43D5EF35977D}" srcOrd="0" destOrd="0" presId="urn:microsoft.com/office/officeart/2005/8/layout/vList3"/>
    <dgm:cxn modelId="{F906E061-EEBE-4945-9DBF-E0B859C1D969}" type="presParOf" srcId="{84F32DC6-2A48-4E12-B1E3-51A26A761632}" destId="{63BB72CE-AACB-4050-B8B1-AE41ED6400DD}" srcOrd="1" destOrd="0" presId="urn:microsoft.com/office/officeart/2005/8/layout/vList3"/>
    <dgm:cxn modelId="{85B197AF-8524-4072-98D3-4E43DFF52575}" type="presParOf" srcId="{D8EB33C0-1977-4915-ABFA-8192D23B3D91}" destId="{EF232A7F-49FC-4CDB-973B-FAA2CA944E43}" srcOrd="1" destOrd="0" presId="urn:microsoft.com/office/officeart/2005/8/layout/vList3"/>
    <dgm:cxn modelId="{DB140456-CE0A-4A52-8C0C-0C291EE90C8E}" type="presParOf" srcId="{D8EB33C0-1977-4915-ABFA-8192D23B3D91}" destId="{251BC5E8-3080-4D32-9A0F-3C2292320DA9}" srcOrd="2" destOrd="0" presId="urn:microsoft.com/office/officeart/2005/8/layout/vList3"/>
    <dgm:cxn modelId="{49AC982E-CC01-40A7-8B50-C86A94BBAAF2}" type="presParOf" srcId="{251BC5E8-3080-4D32-9A0F-3C2292320DA9}" destId="{29A98F23-F3CF-44A4-A4BE-A957E33034C2}" srcOrd="0" destOrd="0" presId="urn:microsoft.com/office/officeart/2005/8/layout/vList3"/>
    <dgm:cxn modelId="{CD48CBB2-A824-47C5-9755-1BA1DAAA1C88}" type="presParOf" srcId="{251BC5E8-3080-4D32-9A0F-3C2292320DA9}" destId="{8F809E6E-711F-4F40-BF6D-CE141A5F244F}" srcOrd="1" destOrd="0" presId="urn:microsoft.com/office/officeart/2005/8/layout/vList3"/>
    <dgm:cxn modelId="{98D1855B-26CC-4298-A977-D613B4801BA5}" type="presParOf" srcId="{D8EB33C0-1977-4915-ABFA-8192D23B3D91}" destId="{D55B5241-A4B6-43DF-9C24-0D9E5A221068}" srcOrd="3" destOrd="0" presId="urn:microsoft.com/office/officeart/2005/8/layout/vList3"/>
    <dgm:cxn modelId="{538BAB19-C457-4E5E-A08D-5F38F86DB122}" type="presParOf" srcId="{D8EB33C0-1977-4915-ABFA-8192D23B3D91}" destId="{AF0974EB-A1C0-4251-8A38-36EDADB4FC9F}" srcOrd="4" destOrd="0" presId="urn:microsoft.com/office/officeart/2005/8/layout/vList3"/>
    <dgm:cxn modelId="{D60793EC-0075-4101-BC23-55C3A4C1637B}" type="presParOf" srcId="{AF0974EB-A1C0-4251-8A38-36EDADB4FC9F}" destId="{2D439F4E-8430-4952-B7CA-3EFAE3704E32}" srcOrd="0" destOrd="0" presId="urn:microsoft.com/office/officeart/2005/8/layout/vList3"/>
    <dgm:cxn modelId="{134A12AE-B69D-4ECC-A8B9-80DBBF32D60A}" type="presParOf" srcId="{AF0974EB-A1C0-4251-8A38-36EDADB4FC9F}" destId="{9648BA3D-AC8C-4F7E-BC36-E12B2FB12304}" srcOrd="1" destOrd="0" presId="urn:microsoft.com/office/officeart/2005/8/layout/vList3"/>
    <dgm:cxn modelId="{718FD6C6-D83A-47E4-B03E-A7BA1673967E}" type="presParOf" srcId="{D8EB33C0-1977-4915-ABFA-8192D23B3D91}" destId="{2D3381AF-51C9-4CE4-92CA-47DE37949889}" srcOrd="5" destOrd="0" presId="urn:microsoft.com/office/officeart/2005/8/layout/vList3"/>
    <dgm:cxn modelId="{AF9ED8A1-C1AE-468C-8B05-C9784627A21F}" type="presParOf" srcId="{D8EB33C0-1977-4915-ABFA-8192D23B3D91}" destId="{91251A90-4BED-4DD3-8F23-B7A5533FB6EF}" srcOrd="6" destOrd="0" presId="urn:microsoft.com/office/officeart/2005/8/layout/vList3"/>
    <dgm:cxn modelId="{0BB253B6-16A7-43FB-970A-523920AF478F}" type="presParOf" srcId="{91251A90-4BED-4DD3-8F23-B7A5533FB6EF}" destId="{656B5929-BABF-454B-913A-DC6F8A54FD18}" srcOrd="0" destOrd="0" presId="urn:microsoft.com/office/officeart/2005/8/layout/vList3"/>
    <dgm:cxn modelId="{2AAD43E6-B0BB-4D10-8A1E-3D26004D618D}" type="presParOf" srcId="{91251A90-4BED-4DD3-8F23-B7A5533FB6EF}" destId="{8C8DABE1-BA6B-440A-8CC2-4142179813F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0CF96EF-300F-44D3-A480-E196BAEBFD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CE35D2E-509A-4820-B8E0-0669E69B74FA}">
      <dgm:prSet/>
      <dgm:spPr/>
      <dgm:t>
        <a:bodyPr/>
        <a:lstStyle/>
        <a:p>
          <a:r>
            <a:rPr lang="uk-UA" b="0" i="0"/>
            <a:t>проголошення автономії Підкарпатської Русі (Карпатської України)</a:t>
          </a:r>
          <a:endParaRPr lang="uk-UA"/>
        </a:p>
      </dgm:t>
    </dgm:pt>
    <dgm:pt modelId="{1C99711E-344A-4B92-9114-E285F31ACDCB}" type="parTrans" cxnId="{33420DE0-677E-4DAB-AFE3-08182A0BEA14}">
      <dgm:prSet/>
      <dgm:spPr/>
      <dgm:t>
        <a:bodyPr/>
        <a:lstStyle/>
        <a:p>
          <a:endParaRPr lang="uk-UA"/>
        </a:p>
      </dgm:t>
    </dgm:pt>
    <dgm:pt modelId="{D37FAC3D-61EB-4E88-90EA-4EE5127461A1}" type="sibTrans" cxnId="{33420DE0-677E-4DAB-AFE3-08182A0BEA14}">
      <dgm:prSet/>
      <dgm:spPr/>
      <dgm:t>
        <a:bodyPr/>
        <a:lstStyle/>
        <a:p>
          <a:endParaRPr lang="uk-UA"/>
        </a:p>
      </dgm:t>
    </dgm:pt>
    <dgm:pt modelId="{6042A4CF-71F1-4F8D-9C3B-B985B605CD82}">
      <dgm:prSet/>
      <dgm:spPr/>
      <dgm:t>
        <a:bodyPr/>
        <a:lstStyle/>
        <a:p>
          <a:r>
            <a:rPr lang="uk-UA" b="0" i="0"/>
            <a:t>проведення «пацифікації»</a:t>
          </a:r>
          <a:endParaRPr lang="uk-UA"/>
        </a:p>
      </dgm:t>
    </dgm:pt>
    <dgm:pt modelId="{0E1938CC-56AE-4416-A20D-A8CE7BC2A9E9}" type="parTrans" cxnId="{4579E974-131E-4B82-B0FC-E0D2E8B48A6C}">
      <dgm:prSet/>
      <dgm:spPr/>
      <dgm:t>
        <a:bodyPr/>
        <a:lstStyle/>
        <a:p>
          <a:endParaRPr lang="uk-UA"/>
        </a:p>
      </dgm:t>
    </dgm:pt>
    <dgm:pt modelId="{D04752FE-2E46-49F6-B35A-541C436075E8}" type="sibTrans" cxnId="{4579E974-131E-4B82-B0FC-E0D2E8B48A6C}">
      <dgm:prSet/>
      <dgm:spPr/>
      <dgm:t>
        <a:bodyPr/>
        <a:lstStyle/>
        <a:p>
          <a:endParaRPr lang="uk-UA"/>
        </a:p>
      </dgm:t>
    </dgm:pt>
    <dgm:pt modelId="{AE4128AD-6DCF-4FE0-AB3A-28CC68AF253C}">
      <dgm:prSet/>
      <dgm:spPr/>
      <dgm:t>
        <a:bodyPr/>
        <a:lstStyle/>
        <a:p>
          <a:r>
            <a:rPr lang="uk-UA" b="0" i="0"/>
            <a:t>Татарбунарське повстання</a:t>
          </a:r>
          <a:endParaRPr lang="uk-UA"/>
        </a:p>
      </dgm:t>
    </dgm:pt>
    <dgm:pt modelId="{791EB5BF-E618-44CB-80C0-A59DFF3AF720}" type="parTrans" cxnId="{E9D051D9-DBC1-48FA-A585-BEFD0A27C9FA}">
      <dgm:prSet/>
      <dgm:spPr/>
      <dgm:t>
        <a:bodyPr/>
        <a:lstStyle/>
        <a:p>
          <a:endParaRPr lang="uk-UA"/>
        </a:p>
      </dgm:t>
    </dgm:pt>
    <dgm:pt modelId="{22A87274-805A-4D04-9875-93A2806912E4}" type="sibTrans" cxnId="{E9D051D9-DBC1-48FA-A585-BEFD0A27C9FA}">
      <dgm:prSet/>
      <dgm:spPr/>
      <dgm:t>
        <a:bodyPr/>
        <a:lstStyle/>
        <a:p>
          <a:endParaRPr lang="uk-UA"/>
        </a:p>
      </dgm:t>
    </dgm:pt>
    <dgm:pt modelId="{A6B6431E-E56E-4ED9-B80B-D99D1BA4E5E9}">
      <dgm:prSet/>
      <dgm:spPr/>
      <dgm:t>
        <a:bodyPr/>
        <a:lstStyle/>
        <a:p>
          <a:r>
            <a:rPr lang="uk-UA" b="0" i="0"/>
            <a:t>Голодомор – геноцид українського народу</a:t>
          </a:r>
          <a:endParaRPr lang="uk-UA"/>
        </a:p>
      </dgm:t>
    </dgm:pt>
    <dgm:pt modelId="{B9830FAF-9B41-4970-9F76-56754206BD77}" type="parTrans" cxnId="{254EAA91-21B4-4EF3-84F4-ED21FD3B8F81}">
      <dgm:prSet/>
      <dgm:spPr/>
      <dgm:t>
        <a:bodyPr/>
        <a:lstStyle/>
        <a:p>
          <a:endParaRPr lang="uk-UA"/>
        </a:p>
      </dgm:t>
    </dgm:pt>
    <dgm:pt modelId="{BF2E3DC5-193D-47E3-9FED-FAC9A9F0248B}" type="sibTrans" cxnId="{254EAA91-21B4-4EF3-84F4-ED21FD3B8F81}">
      <dgm:prSet/>
      <dgm:spPr/>
      <dgm:t>
        <a:bodyPr/>
        <a:lstStyle/>
        <a:p>
          <a:endParaRPr lang="uk-UA"/>
        </a:p>
      </dgm:t>
    </dgm:pt>
    <dgm:pt modelId="{B707EBAB-1A01-4C8D-BEBD-CB8D312B7BA7}">
      <dgm:prSet/>
      <dgm:spPr/>
      <dgm:t>
        <a:bodyPr/>
        <a:lstStyle/>
        <a:p>
          <a:r>
            <a:rPr lang="uk-UA" b="0" i="0"/>
            <a:t>загибель Є. Коновальця в результаті терористичного акту, організованого радянськими органами держбезпеки</a:t>
          </a:r>
          <a:endParaRPr lang="uk-UA"/>
        </a:p>
      </dgm:t>
    </dgm:pt>
    <dgm:pt modelId="{A7624D46-42E4-4B11-9875-0D35C73A8685}" type="parTrans" cxnId="{C0D9BC43-224C-42D9-B8E9-98F88410578B}">
      <dgm:prSet/>
      <dgm:spPr/>
      <dgm:t>
        <a:bodyPr/>
        <a:lstStyle/>
        <a:p>
          <a:endParaRPr lang="uk-UA"/>
        </a:p>
      </dgm:t>
    </dgm:pt>
    <dgm:pt modelId="{AED071E2-E62E-4264-BEFE-1268F9170C77}" type="sibTrans" cxnId="{C0D9BC43-224C-42D9-B8E9-98F88410578B}">
      <dgm:prSet/>
      <dgm:spPr/>
      <dgm:t>
        <a:bodyPr/>
        <a:lstStyle/>
        <a:p>
          <a:endParaRPr lang="uk-UA"/>
        </a:p>
      </dgm:t>
    </dgm:pt>
    <dgm:pt modelId="{A07A88AA-BF03-4955-84D0-51722491DC60}" type="pres">
      <dgm:prSet presAssocID="{30CF96EF-300F-44D3-A480-E196BAEBFD93}" presName="linear" presStyleCnt="0">
        <dgm:presLayoutVars>
          <dgm:animLvl val="lvl"/>
          <dgm:resizeHandles val="exact"/>
        </dgm:presLayoutVars>
      </dgm:prSet>
      <dgm:spPr/>
    </dgm:pt>
    <dgm:pt modelId="{380DD9B0-550D-4A75-A415-345984D4F619}" type="pres">
      <dgm:prSet presAssocID="{5CE35D2E-509A-4820-B8E0-0669E69B74F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C3055AD-4614-4FD0-B355-18345C05F5F0}" type="pres">
      <dgm:prSet presAssocID="{D37FAC3D-61EB-4E88-90EA-4EE5127461A1}" presName="spacer" presStyleCnt="0"/>
      <dgm:spPr/>
    </dgm:pt>
    <dgm:pt modelId="{399A3C5A-EFD4-46D7-B063-F9FD98165953}" type="pres">
      <dgm:prSet presAssocID="{6042A4CF-71F1-4F8D-9C3B-B985B605CD8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B0EAC11-E431-4C69-B964-263D7F20E777}" type="pres">
      <dgm:prSet presAssocID="{D04752FE-2E46-49F6-B35A-541C436075E8}" presName="spacer" presStyleCnt="0"/>
      <dgm:spPr/>
    </dgm:pt>
    <dgm:pt modelId="{4164BF50-9D0B-46E7-A233-A8F8B9B7D211}" type="pres">
      <dgm:prSet presAssocID="{AE4128AD-6DCF-4FE0-AB3A-28CC68AF253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DF5FE33-400E-4FD8-9336-EAFEE75B1E85}" type="pres">
      <dgm:prSet presAssocID="{22A87274-805A-4D04-9875-93A2806912E4}" presName="spacer" presStyleCnt="0"/>
      <dgm:spPr/>
    </dgm:pt>
    <dgm:pt modelId="{D5502595-6A3C-4BD3-98FC-39898DC18B10}" type="pres">
      <dgm:prSet presAssocID="{A6B6431E-E56E-4ED9-B80B-D99D1BA4E5E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E3E66CB-2FC8-4352-8E42-5397FD02D664}" type="pres">
      <dgm:prSet presAssocID="{BF2E3DC5-193D-47E3-9FED-FAC9A9F0248B}" presName="spacer" presStyleCnt="0"/>
      <dgm:spPr/>
    </dgm:pt>
    <dgm:pt modelId="{A8442473-4AD4-428D-AFE1-C35645843756}" type="pres">
      <dgm:prSet presAssocID="{B707EBAB-1A01-4C8D-BEBD-CB8D312B7BA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7AA1824-7C34-4EEF-915E-30C28B33F66D}" type="presOf" srcId="{AE4128AD-6DCF-4FE0-AB3A-28CC68AF253C}" destId="{4164BF50-9D0B-46E7-A233-A8F8B9B7D211}" srcOrd="0" destOrd="0" presId="urn:microsoft.com/office/officeart/2005/8/layout/vList2"/>
    <dgm:cxn modelId="{235BF429-E20E-4986-80B5-6DD4C63CB53A}" type="presOf" srcId="{5CE35D2E-509A-4820-B8E0-0669E69B74FA}" destId="{380DD9B0-550D-4A75-A415-345984D4F619}" srcOrd="0" destOrd="0" presId="urn:microsoft.com/office/officeart/2005/8/layout/vList2"/>
    <dgm:cxn modelId="{C0D9BC43-224C-42D9-B8E9-98F88410578B}" srcId="{30CF96EF-300F-44D3-A480-E196BAEBFD93}" destId="{B707EBAB-1A01-4C8D-BEBD-CB8D312B7BA7}" srcOrd="4" destOrd="0" parTransId="{A7624D46-42E4-4B11-9875-0D35C73A8685}" sibTransId="{AED071E2-E62E-4264-BEFE-1268F9170C77}"/>
    <dgm:cxn modelId="{4579E974-131E-4B82-B0FC-E0D2E8B48A6C}" srcId="{30CF96EF-300F-44D3-A480-E196BAEBFD93}" destId="{6042A4CF-71F1-4F8D-9C3B-B985B605CD82}" srcOrd="1" destOrd="0" parTransId="{0E1938CC-56AE-4416-A20D-A8CE7BC2A9E9}" sibTransId="{D04752FE-2E46-49F6-B35A-541C436075E8}"/>
    <dgm:cxn modelId="{254EAA91-21B4-4EF3-84F4-ED21FD3B8F81}" srcId="{30CF96EF-300F-44D3-A480-E196BAEBFD93}" destId="{A6B6431E-E56E-4ED9-B80B-D99D1BA4E5E9}" srcOrd="3" destOrd="0" parTransId="{B9830FAF-9B41-4970-9F76-56754206BD77}" sibTransId="{BF2E3DC5-193D-47E3-9FED-FAC9A9F0248B}"/>
    <dgm:cxn modelId="{BB3884B6-0493-4E6C-B134-0A2BCFB356AF}" type="presOf" srcId="{6042A4CF-71F1-4F8D-9C3B-B985B605CD82}" destId="{399A3C5A-EFD4-46D7-B063-F9FD98165953}" srcOrd="0" destOrd="0" presId="urn:microsoft.com/office/officeart/2005/8/layout/vList2"/>
    <dgm:cxn modelId="{E9D051D9-DBC1-48FA-A585-BEFD0A27C9FA}" srcId="{30CF96EF-300F-44D3-A480-E196BAEBFD93}" destId="{AE4128AD-6DCF-4FE0-AB3A-28CC68AF253C}" srcOrd="2" destOrd="0" parTransId="{791EB5BF-E618-44CB-80C0-A59DFF3AF720}" sibTransId="{22A87274-805A-4D04-9875-93A2806912E4}"/>
    <dgm:cxn modelId="{33420DE0-677E-4DAB-AFE3-08182A0BEA14}" srcId="{30CF96EF-300F-44D3-A480-E196BAEBFD93}" destId="{5CE35D2E-509A-4820-B8E0-0669E69B74FA}" srcOrd="0" destOrd="0" parTransId="{1C99711E-344A-4B92-9114-E285F31ACDCB}" sibTransId="{D37FAC3D-61EB-4E88-90EA-4EE5127461A1}"/>
    <dgm:cxn modelId="{F7E07FF5-5A57-4FD9-88BA-278BF571CC94}" type="presOf" srcId="{B707EBAB-1A01-4C8D-BEBD-CB8D312B7BA7}" destId="{A8442473-4AD4-428D-AFE1-C35645843756}" srcOrd="0" destOrd="0" presId="urn:microsoft.com/office/officeart/2005/8/layout/vList2"/>
    <dgm:cxn modelId="{9B2702FB-DB96-4464-BAF1-2CFF7026791B}" type="presOf" srcId="{A6B6431E-E56E-4ED9-B80B-D99D1BA4E5E9}" destId="{D5502595-6A3C-4BD3-98FC-39898DC18B10}" srcOrd="0" destOrd="0" presId="urn:microsoft.com/office/officeart/2005/8/layout/vList2"/>
    <dgm:cxn modelId="{12DCC3FC-A893-44B1-92BC-5D2B1B2E0B65}" type="presOf" srcId="{30CF96EF-300F-44D3-A480-E196BAEBFD93}" destId="{A07A88AA-BF03-4955-84D0-51722491DC60}" srcOrd="0" destOrd="0" presId="urn:microsoft.com/office/officeart/2005/8/layout/vList2"/>
    <dgm:cxn modelId="{E11BBEFC-E27E-42FB-855E-E90CDF760990}" type="presParOf" srcId="{A07A88AA-BF03-4955-84D0-51722491DC60}" destId="{380DD9B0-550D-4A75-A415-345984D4F619}" srcOrd="0" destOrd="0" presId="urn:microsoft.com/office/officeart/2005/8/layout/vList2"/>
    <dgm:cxn modelId="{650B1E69-922B-49CC-8DAB-9CE4D4A9206C}" type="presParOf" srcId="{A07A88AA-BF03-4955-84D0-51722491DC60}" destId="{8C3055AD-4614-4FD0-B355-18345C05F5F0}" srcOrd="1" destOrd="0" presId="urn:microsoft.com/office/officeart/2005/8/layout/vList2"/>
    <dgm:cxn modelId="{8602DEA7-6758-4428-9965-AA89EBF4FD30}" type="presParOf" srcId="{A07A88AA-BF03-4955-84D0-51722491DC60}" destId="{399A3C5A-EFD4-46D7-B063-F9FD98165953}" srcOrd="2" destOrd="0" presId="urn:microsoft.com/office/officeart/2005/8/layout/vList2"/>
    <dgm:cxn modelId="{16D89484-A5E6-4804-9143-A2752FE67367}" type="presParOf" srcId="{A07A88AA-BF03-4955-84D0-51722491DC60}" destId="{CB0EAC11-E431-4C69-B964-263D7F20E777}" srcOrd="3" destOrd="0" presId="urn:microsoft.com/office/officeart/2005/8/layout/vList2"/>
    <dgm:cxn modelId="{4FBDFAB8-A7F9-41AB-B235-EB6D9C6F57BA}" type="presParOf" srcId="{A07A88AA-BF03-4955-84D0-51722491DC60}" destId="{4164BF50-9D0B-46E7-A233-A8F8B9B7D211}" srcOrd="4" destOrd="0" presId="urn:microsoft.com/office/officeart/2005/8/layout/vList2"/>
    <dgm:cxn modelId="{3C2DD570-AA3D-4176-B396-09194082B437}" type="presParOf" srcId="{A07A88AA-BF03-4955-84D0-51722491DC60}" destId="{4DF5FE33-400E-4FD8-9336-EAFEE75B1E85}" srcOrd="5" destOrd="0" presId="urn:microsoft.com/office/officeart/2005/8/layout/vList2"/>
    <dgm:cxn modelId="{24AD2CA0-7762-4FD6-93E4-7B796F97384B}" type="presParOf" srcId="{A07A88AA-BF03-4955-84D0-51722491DC60}" destId="{D5502595-6A3C-4BD3-98FC-39898DC18B10}" srcOrd="6" destOrd="0" presId="urn:microsoft.com/office/officeart/2005/8/layout/vList2"/>
    <dgm:cxn modelId="{51A3256D-74E4-49C9-A67A-22FDFB6231FB}" type="presParOf" srcId="{A07A88AA-BF03-4955-84D0-51722491DC60}" destId="{7E3E66CB-2FC8-4352-8E42-5397FD02D664}" srcOrd="7" destOrd="0" presId="urn:microsoft.com/office/officeart/2005/8/layout/vList2"/>
    <dgm:cxn modelId="{69DC6A48-4C4B-4481-8098-4220A7F17DE2}" type="presParOf" srcId="{A07A88AA-BF03-4955-84D0-51722491DC60}" destId="{A8442473-4AD4-428D-AFE1-C3564584375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803BCD8-5C0C-4A92-881B-212FFA1479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B3050EC-E691-4A79-BE74-AD13DDB54279}">
      <dgm:prSet/>
      <dgm:spPr/>
      <dgm:t>
        <a:bodyPr/>
        <a:lstStyle/>
        <a:p>
          <a:r>
            <a:rPr lang="uk-UA" b="0" i="0"/>
            <a:t>політико-ідеологічний контроль за українськими партіями, здійснюваний чехословацькими партіями в 1920–1930-х рр.</a:t>
          </a:r>
          <a:endParaRPr lang="uk-UA"/>
        </a:p>
      </dgm:t>
    </dgm:pt>
    <dgm:pt modelId="{C490713E-6672-4947-B50D-38F34D30F481}" type="parTrans" cxnId="{45B392F5-F691-4327-ADE3-B8BBB722E08A}">
      <dgm:prSet/>
      <dgm:spPr/>
      <dgm:t>
        <a:bodyPr/>
        <a:lstStyle/>
        <a:p>
          <a:endParaRPr lang="uk-UA"/>
        </a:p>
      </dgm:t>
    </dgm:pt>
    <dgm:pt modelId="{2476EB2C-B83A-4974-BA35-338E4AB27547}" type="sibTrans" cxnId="{45B392F5-F691-4327-ADE3-B8BBB722E08A}">
      <dgm:prSet/>
      <dgm:spPr/>
      <dgm:t>
        <a:bodyPr/>
        <a:lstStyle/>
        <a:p>
          <a:endParaRPr lang="uk-UA"/>
        </a:p>
      </dgm:t>
    </dgm:pt>
    <dgm:pt modelId="{6F8C8B59-86D8-4C93-BF9B-343D1F40FEDC}">
      <dgm:prSet/>
      <dgm:spPr/>
      <dgm:t>
        <a:bodyPr/>
        <a:lstStyle/>
        <a:p>
          <a:r>
            <a:rPr lang="uk-UA" b="0" i="0"/>
            <a:t>адміністративна уніфікація українських земель, здійснювана урядом Румунії в 1920 — першій половині 1930-х рр.</a:t>
          </a:r>
          <a:endParaRPr lang="uk-UA"/>
        </a:p>
      </dgm:t>
    </dgm:pt>
    <dgm:pt modelId="{0A483CAF-E579-4EBA-9A65-AB72DF457736}" type="parTrans" cxnId="{57008933-1696-4BE1-B108-7A53ADD5BACE}">
      <dgm:prSet/>
      <dgm:spPr/>
      <dgm:t>
        <a:bodyPr/>
        <a:lstStyle/>
        <a:p>
          <a:endParaRPr lang="uk-UA"/>
        </a:p>
      </dgm:t>
    </dgm:pt>
    <dgm:pt modelId="{248AE445-6FB1-4046-8F86-03A374D57A0A}" type="sibTrans" cxnId="{57008933-1696-4BE1-B108-7A53ADD5BACE}">
      <dgm:prSet/>
      <dgm:spPr/>
      <dgm:t>
        <a:bodyPr/>
        <a:lstStyle/>
        <a:p>
          <a:endParaRPr lang="uk-UA"/>
        </a:p>
      </dgm:t>
    </dgm:pt>
    <dgm:pt modelId="{AB1A2E96-24C1-4F46-B323-208DE3BAE9E2}">
      <dgm:prSet/>
      <dgm:spPr/>
      <dgm:t>
        <a:bodyPr/>
        <a:lstStyle/>
        <a:p>
          <a:r>
            <a:rPr lang="uk-UA" b="0" i="0"/>
            <a:t>процес згортання української освіти, здійснюваний урядом Угорщини наприкінці 1930-х рр.</a:t>
          </a:r>
          <a:endParaRPr lang="uk-UA"/>
        </a:p>
      </dgm:t>
    </dgm:pt>
    <dgm:pt modelId="{5B0363D9-732A-4933-A6BF-62C0A4D1FAE5}" type="parTrans" cxnId="{F610CFB4-F431-49E7-8762-BD55644DB0E7}">
      <dgm:prSet/>
      <dgm:spPr/>
      <dgm:t>
        <a:bodyPr/>
        <a:lstStyle/>
        <a:p>
          <a:endParaRPr lang="uk-UA"/>
        </a:p>
      </dgm:t>
    </dgm:pt>
    <dgm:pt modelId="{AE5C8EFE-79DE-486F-AB33-042ABF1BF358}" type="sibTrans" cxnId="{F610CFB4-F431-49E7-8762-BD55644DB0E7}">
      <dgm:prSet/>
      <dgm:spPr/>
      <dgm:t>
        <a:bodyPr/>
        <a:lstStyle/>
        <a:p>
          <a:endParaRPr lang="uk-UA"/>
        </a:p>
      </dgm:t>
    </dgm:pt>
    <dgm:pt modelId="{68B68026-4163-46AA-ACA2-D7E501E571EB}">
      <dgm:prSet/>
      <dgm:spPr/>
      <dgm:t>
        <a:bodyPr/>
        <a:lstStyle/>
        <a:p>
          <a:r>
            <a:rPr lang="uk-UA" b="0" i="0"/>
            <a:t>політика планомірного заселення українських земель військовими та цивільними колоністами, здійснювана урядом Польщі в 1920-х рр.</a:t>
          </a:r>
          <a:endParaRPr lang="uk-UA"/>
        </a:p>
      </dgm:t>
    </dgm:pt>
    <dgm:pt modelId="{99A02300-9BD9-4DF4-BAB5-839E8636CCC1}" type="parTrans" cxnId="{E1A8DAF2-6EB4-4271-AE87-76AD5B943A3D}">
      <dgm:prSet/>
      <dgm:spPr/>
      <dgm:t>
        <a:bodyPr/>
        <a:lstStyle/>
        <a:p>
          <a:endParaRPr lang="uk-UA"/>
        </a:p>
      </dgm:t>
    </dgm:pt>
    <dgm:pt modelId="{6A7D2D69-986F-4AB9-B99B-2B544264E64F}" type="sibTrans" cxnId="{E1A8DAF2-6EB4-4271-AE87-76AD5B943A3D}">
      <dgm:prSet/>
      <dgm:spPr/>
      <dgm:t>
        <a:bodyPr/>
        <a:lstStyle/>
        <a:p>
          <a:endParaRPr lang="uk-UA"/>
        </a:p>
      </dgm:t>
    </dgm:pt>
    <dgm:pt modelId="{9ACB42DE-4DA4-4156-A815-058B07523C52}" type="pres">
      <dgm:prSet presAssocID="{5803BCD8-5C0C-4A92-881B-212FFA14793F}" presName="linear" presStyleCnt="0">
        <dgm:presLayoutVars>
          <dgm:animLvl val="lvl"/>
          <dgm:resizeHandles val="exact"/>
        </dgm:presLayoutVars>
      </dgm:prSet>
      <dgm:spPr/>
    </dgm:pt>
    <dgm:pt modelId="{7A1A62DE-869F-4BBA-9877-A5805B5DB0F8}" type="pres">
      <dgm:prSet presAssocID="{DB3050EC-E691-4A79-BE74-AD13DDB5427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8C90D63-E8CE-497F-8CD6-45C6BE8C2F92}" type="pres">
      <dgm:prSet presAssocID="{2476EB2C-B83A-4974-BA35-338E4AB27547}" presName="spacer" presStyleCnt="0"/>
      <dgm:spPr/>
    </dgm:pt>
    <dgm:pt modelId="{6645B2BA-F04F-4959-A26D-12B9AA73F3EE}" type="pres">
      <dgm:prSet presAssocID="{6F8C8B59-86D8-4C93-BF9B-343D1F40FED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B9F6E7-5DDC-40EF-AC29-65C8A7463FB9}" type="pres">
      <dgm:prSet presAssocID="{248AE445-6FB1-4046-8F86-03A374D57A0A}" presName="spacer" presStyleCnt="0"/>
      <dgm:spPr/>
    </dgm:pt>
    <dgm:pt modelId="{77744755-9921-453B-8B1C-CB5742018EC4}" type="pres">
      <dgm:prSet presAssocID="{AB1A2E96-24C1-4F46-B323-208DE3BAE9E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C694D34-D58E-440B-97A1-4F196944BFC0}" type="pres">
      <dgm:prSet presAssocID="{AE5C8EFE-79DE-486F-AB33-042ABF1BF358}" presName="spacer" presStyleCnt="0"/>
      <dgm:spPr/>
    </dgm:pt>
    <dgm:pt modelId="{E233F7EA-6EA4-4325-A76F-0C658B641436}" type="pres">
      <dgm:prSet presAssocID="{68B68026-4163-46AA-ACA2-D7E501E571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7008933-1696-4BE1-B108-7A53ADD5BACE}" srcId="{5803BCD8-5C0C-4A92-881B-212FFA14793F}" destId="{6F8C8B59-86D8-4C93-BF9B-343D1F40FEDC}" srcOrd="1" destOrd="0" parTransId="{0A483CAF-E579-4EBA-9A65-AB72DF457736}" sibTransId="{248AE445-6FB1-4046-8F86-03A374D57A0A}"/>
    <dgm:cxn modelId="{6305DB6B-93E7-4461-B885-74CA85B63CB9}" type="presOf" srcId="{5803BCD8-5C0C-4A92-881B-212FFA14793F}" destId="{9ACB42DE-4DA4-4156-A815-058B07523C52}" srcOrd="0" destOrd="0" presId="urn:microsoft.com/office/officeart/2005/8/layout/vList2"/>
    <dgm:cxn modelId="{5F88C751-2053-4EF9-9AE5-CD650E2719B9}" type="presOf" srcId="{DB3050EC-E691-4A79-BE74-AD13DDB54279}" destId="{7A1A62DE-869F-4BBA-9877-A5805B5DB0F8}" srcOrd="0" destOrd="0" presId="urn:microsoft.com/office/officeart/2005/8/layout/vList2"/>
    <dgm:cxn modelId="{FF067B78-8628-4939-91BB-C3766760C7E7}" type="presOf" srcId="{6F8C8B59-86D8-4C93-BF9B-343D1F40FEDC}" destId="{6645B2BA-F04F-4959-A26D-12B9AA73F3EE}" srcOrd="0" destOrd="0" presId="urn:microsoft.com/office/officeart/2005/8/layout/vList2"/>
    <dgm:cxn modelId="{F610CFB4-F431-49E7-8762-BD55644DB0E7}" srcId="{5803BCD8-5C0C-4A92-881B-212FFA14793F}" destId="{AB1A2E96-24C1-4F46-B323-208DE3BAE9E2}" srcOrd="2" destOrd="0" parTransId="{5B0363D9-732A-4933-A6BF-62C0A4D1FAE5}" sibTransId="{AE5C8EFE-79DE-486F-AB33-042ABF1BF358}"/>
    <dgm:cxn modelId="{9AF076DF-13D1-4F77-ADAE-73BCA979D6BE}" type="presOf" srcId="{68B68026-4163-46AA-ACA2-D7E501E571EB}" destId="{E233F7EA-6EA4-4325-A76F-0C658B641436}" srcOrd="0" destOrd="0" presId="urn:microsoft.com/office/officeart/2005/8/layout/vList2"/>
    <dgm:cxn modelId="{F2C26AE5-5662-4EE7-920E-680D3636E3BE}" type="presOf" srcId="{AB1A2E96-24C1-4F46-B323-208DE3BAE9E2}" destId="{77744755-9921-453B-8B1C-CB5742018EC4}" srcOrd="0" destOrd="0" presId="urn:microsoft.com/office/officeart/2005/8/layout/vList2"/>
    <dgm:cxn modelId="{E1A8DAF2-6EB4-4271-AE87-76AD5B943A3D}" srcId="{5803BCD8-5C0C-4A92-881B-212FFA14793F}" destId="{68B68026-4163-46AA-ACA2-D7E501E571EB}" srcOrd="3" destOrd="0" parTransId="{99A02300-9BD9-4DF4-BAB5-839E8636CCC1}" sibTransId="{6A7D2D69-986F-4AB9-B99B-2B544264E64F}"/>
    <dgm:cxn modelId="{45B392F5-F691-4327-ADE3-B8BBB722E08A}" srcId="{5803BCD8-5C0C-4A92-881B-212FFA14793F}" destId="{DB3050EC-E691-4A79-BE74-AD13DDB54279}" srcOrd="0" destOrd="0" parTransId="{C490713E-6672-4947-B50D-38F34D30F481}" sibTransId="{2476EB2C-B83A-4974-BA35-338E4AB27547}"/>
    <dgm:cxn modelId="{0EE686AF-772F-4DCD-94C9-425AE6BDE262}" type="presParOf" srcId="{9ACB42DE-4DA4-4156-A815-058B07523C52}" destId="{7A1A62DE-869F-4BBA-9877-A5805B5DB0F8}" srcOrd="0" destOrd="0" presId="urn:microsoft.com/office/officeart/2005/8/layout/vList2"/>
    <dgm:cxn modelId="{8F1F88C7-C91C-4993-9FCA-A79354887E6A}" type="presParOf" srcId="{9ACB42DE-4DA4-4156-A815-058B07523C52}" destId="{C8C90D63-E8CE-497F-8CD6-45C6BE8C2F92}" srcOrd="1" destOrd="0" presId="urn:microsoft.com/office/officeart/2005/8/layout/vList2"/>
    <dgm:cxn modelId="{07482AA3-BC42-4C82-9ACD-5F984DE4D417}" type="presParOf" srcId="{9ACB42DE-4DA4-4156-A815-058B07523C52}" destId="{6645B2BA-F04F-4959-A26D-12B9AA73F3EE}" srcOrd="2" destOrd="0" presId="urn:microsoft.com/office/officeart/2005/8/layout/vList2"/>
    <dgm:cxn modelId="{8DD015E8-DF9F-4A51-801B-DC74730E4F1E}" type="presParOf" srcId="{9ACB42DE-4DA4-4156-A815-058B07523C52}" destId="{0DB9F6E7-5DDC-40EF-AC29-65C8A7463FB9}" srcOrd="3" destOrd="0" presId="urn:microsoft.com/office/officeart/2005/8/layout/vList2"/>
    <dgm:cxn modelId="{1F12110D-19AA-43D1-A08D-9FD151674C49}" type="presParOf" srcId="{9ACB42DE-4DA4-4156-A815-058B07523C52}" destId="{77744755-9921-453B-8B1C-CB5742018EC4}" srcOrd="4" destOrd="0" presId="urn:microsoft.com/office/officeart/2005/8/layout/vList2"/>
    <dgm:cxn modelId="{C45B133D-C9E2-4786-AB2A-79A79D346ADE}" type="presParOf" srcId="{9ACB42DE-4DA4-4156-A815-058B07523C52}" destId="{0C694D34-D58E-440B-97A1-4F196944BFC0}" srcOrd="5" destOrd="0" presId="urn:microsoft.com/office/officeart/2005/8/layout/vList2"/>
    <dgm:cxn modelId="{D004E3F4-8287-483D-A35B-8519F65CCE5D}" type="presParOf" srcId="{9ACB42DE-4DA4-4156-A815-058B07523C52}" destId="{E233F7EA-6EA4-4325-A76F-0C658B64143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0B3C2AB-6835-463C-AD37-F27D170934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12B88D1-1F6D-4BFD-B7DB-E27FD8EEF957}">
      <dgm:prSet/>
      <dgm:spPr/>
      <dgm:t>
        <a:bodyPr/>
        <a:lstStyle/>
        <a:p>
          <a:r>
            <a:rPr lang="uk-UA" b="0" i="0"/>
            <a:t>активізувало прорадянські настрої серед польських селян.</a:t>
          </a:r>
          <a:endParaRPr lang="uk-UA"/>
        </a:p>
      </dgm:t>
    </dgm:pt>
    <dgm:pt modelId="{E1808DF7-A03A-4D8B-9606-8C0118E4653B}" type="parTrans" cxnId="{BB1EFF36-D609-47B8-B449-30BC60932FCA}">
      <dgm:prSet/>
      <dgm:spPr/>
      <dgm:t>
        <a:bodyPr/>
        <a:lstStyle/>
        <a:p>
          <a:endParaRPr lang="uk-UA"/>
        </a:p>
      </dgm:t>
    </dgm:pt>
    <dgm:pt modelId="{538AF7F8-90BE-40F2-98EF-48AF2F59E413}" type="sibTrans" cxnId="{BB1EFF36-D609-47B8-B449-30BC60932FCA}">
      <dgm:prSet/>
      <dgm:spPr/>
      <dgm:t>
        <a:bodyPr/>
        <a:lstStyle/>
        <a:p>
          <a:endParaRPr lang="uk-UA"/>
        </a:p>
      </dgm:t>
    </dgm:pt>
    <dgm:pt modelId="{BA0DA854-7B7F-4F60-AABA-544D8411ADF0}">
      <dgm:prSet/>
      <dgm:spPr/>
      <dgm:t>
        <a:bodyPr/>
        <a:lstStyle/>
        <a:p>
          <a:r>
            <a:rPr lang="uk-UA" b="0" i="0"/>
            <a:t>привело до ліквідації в регіоні поміщицького землеволодіння.</a:t>
          </a:r>
          <a:endParaRPr lang="uk-UA"/>
        </a:p>
      </dgm:t>
    </dgm:pt>
    <dgm:pt modelId="{5CA2BFCC-C6B8-4F33-B7A0-12A189B134A6}" type="parTrans" cxnId="{77C6C525-E91E-497A-9E01-C697E58188CA}">
      <dgm:prSet/>
      <dgm:spPr/>
      <dgm:t>
        <a:bodyPr/>
        <a:lstStyle/>
        <a:p>
          <a:endParaRPr lang="uk-UA"/>
        </a:p>
      </dgm:t>
    </dgm:pt>
    <dgm:pt modelId="{B06F7D74-C47F-4CAC-812B-93F678BE9539}" type="sibTrans" cxnId="{77C6C525-E91E-497A-9E01-C697E58188CA}">
      <dgm:prSet/>
      <dgm:spPr/>
      <dgm:t>
        <a:bodyPr/>
        <a:lstStyle/>
        <a:p>
          <a:endParaRPr lang="uk-UA"/>
        </a:p>
      </dgm:t>
    </dgm:pt>
    <dgm:pt modelId="{ADE11517-A87E-443C-9E92-29ED77DD9AA1}">
      <dgm:prSet/>
      <dgm:spPr/>
      <dgm:t>
        <a:bodyPr/>
        <a:lstStyle/>
        <a:p>
          <a:r>
            <a:rPr lang="uk-UA" b="0" i="0"/>
            <a:t>послабило податковий тиск польської влади на українських селян.</a:t>
          </a:r>
          <a:endParaRPr lang="uk-UA"/>
        </a:p>
      </dgm:t>
    </dgm:pt>
    <dgm:pt modelId="{AFEC9B69-9B0D-4CF0-AAAD-6618E10B7B12}" type="parTrans" cxnId="{152ECD02-4B7B-424B-A216-FA5F8709C384}">
      <dgm:prSet/>
      <dgm:spPr/>
      <dgm:t>
        <a:bodyPr/>
        <a:lstStyle/>
        <a:p>
          <a:endParaRPr lang="uk-UA"/>
        </a:p>
      </dgm:t>
    </dgm:pt>
    <dgm:pt modelId="{7C02D83B-0F86-4901-81F3-AB7EFB43CE58}" type="sibTrans" cxnId="{152ECD02-4B7B-424B-A216-FA5F8709C384}">
      <dgm:prSet/>
      <dgm:spPr/>
      <dgm:t>
        <a:bodyPr/>
        <a:lstStyle/>
        <a:p>
          <a:endParaRPr lang="uk-UA"/>
        </a:p>
      </dgm:t>
    </dgm:pt>
    <dgm:pt modelId="{B98A24AB-CCA3-4C58-9AF0-081EFB3BFA7D}">
      <dgm:prSet/>
      <dgm:spPr/>
      <dgm:t>
        <a:bodyPr/>
        <a:lstStyle/>
        <a:p>
          <a:r>
            <a:rPr lang="uk-UA" b="0" i="0"/>
            <a:t>призвело до погромів українських осередків громадсько-політичного життя.</a:t>
          </a:r>
          <a:endParaRPr lang="uk-UA"/>
        </a:p>
      </dgm:t>
    </dgm:pt>
    <dgm:pt modelId="{6743111F-67D5-4A5F-A4FA-58D7AEA6C81A}" type="parTrans" cxnId="{D9FCBC3F-99DB-4494-9FAC-04C6C698DDC9}">
      <dgm:prSet/>
      <dgm:spPr/>
      <dgm:t>
        <a:bodyPr/>
        <a:lstStyle/>
        <a:p>
          <a:endParaRPr lang="uk-UA"/>
        </a:p>
      </dgm:t>
    </dgm:pt>
    <dgm:pt modelId="{B0510270-F81D-4F3B-A183-9137002825D6}" type="sibTrans" cxnId="{D9FCBC3F-99DB-4494-9FAC-04C6C698DDC9}">
      <dgm:prSet/>
      <dgm:spPr/>
      <dgm:t>
        <a:bodyPr/>
        <a:lstStyle/>
        <a:p>
          <a:endParaRPr lang="uk-UA"/>
        </a:p>
      </dgm:t>
    </dgm:pt>
    <dgm:pt modelId="{B405115A-7B95-4E48-82B1-17C79209959E}" type="pres">
      <dgm:prSet presAssocID="{D0B3C2AB-6835-463C-AD37-F27D170934AE}" presName="linear" presStyleCnt="0">
        <dgm:presLayoutVars>
          <dgm:animLvl val="lvl"/>
          <dgm:resizeHandles val="exact"/>
        </dgm:presLayoutVars>
      </dgm:prSet>
      <dgm:spPr/>
    </dgm:pt>
    <dgm:pt modelId="{FB1CE9E1-5E51-4903-87CD-9F76EFBEC388}" type="pres">
      <dgm:prSet presAssocID="{C12B88D1-1F6D-4BFD-B7DB-E27FD8EEF95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B3EE0D-75F7-4217-A89C-C01177485180}" type="pres">
      <dgm:prSet presAssocID="{538AF7F8-90BE-40F2-98EF-48AF2F59E413}" presName="spacer" presStyleCnt="0"/>
      <dgm:spPr/>
    </dgm:pt>
    <dgm:pt modelId="{C0A86140-F381-4BD9-B229-115F88AB1E85}" type="pres">
      <dgm:prSet presAssocID="{BA0DA854-7B7F-4F60-AABA-544D8411ADF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E30354F-2903-4DB5-A2A2-5BC9FCC7E1CB}" type="pres">
      <dgm:prSet presAssocID="{B06F7D74-C47F-4CAC-812B-93F678BE9539}" presName="spacer" presStyleCnt="0"/>
      <dgm:spPr/>
    </dgm:pt>
    <dgm:pt modelId="{479338BA-F805-4304-890F-C7A3A0D74316}" type="pres">
      <dgm:prSet presAssocID="{ADE11517-A87E-443C-9E92-29ED77DD9A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93B9126-26E0-43BC-A12B-E139045CF4BA}" type="pres">
      <dgm:prSet presAssocID="{7C02D83B-0F86-4901-81F3-AB7EFB43CE58}" presName="spacer" presStyleCnt="0"/>
      <dgm:spPr/>
    </dgm:pt>
    <dgm:pt modelId="{38226243-C623-41DB-9037-DBE30A4B6F7B}" type="pres">
      <dgm:prSet presAssocID="{B98A24AB-CCA3-4C58-9AF0-081EFB3BFA7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2ECD02-4B7B-424B-A216-FA5F8709C384}" srcId="{D0B3C2AB-6835-463C-AD37-F27D170934AE}" destId="{ADE11517-A87E-443C-9E92-29ED77DD9AA1}" srcOrd="2" destOrd="0" parTransId="{AFEC9B69-9B0D-4CF0-AAAD-6618E10B7B12}" sibTransId="{7C02D83B-0F86-4901-81F3-AB7EFB43CE58}"/>
    <dgm:cxn modelId="{E4BE530B-9375-4073-A193-61B4AC4B2C28}" type="presOf" srcId="{D0B3C2AB-6835-463C-AD37-F27D170934AE}" destId="{B405115A-7B95-4E48-82B1-17C79209959E}" srcOrd="0" destOrd="0" presId="urn:microsoft.com/office/officeart/2005/8/layout/vList2"/>
    <dgm:cxn modelId="{77C6C525-E91E-497A-9E01-C697E58188CA}" srcId="{D0B3C2AB-6835-463C-AD37-F27D170934AE}" destId="{BA0DA854-7B7F-4F60-AABA-544D8411ADF0}" srcOrd="1" destOrd="0" parTransId="{5CA2BFCC-C6B8-4F33-B7A0-12A189B134A6}" sibTransId="{B06F7D74-C47F-4CAC-812B-93F678BE9539}"/>
    <dgm:cxn modelId="{BB1EFF36-D609-47B8-B449-30BC60932FCA}" srcId="{D0B3C2AB-6835-463C-AD37-F27D170934AE}" destId="{C12B88D1-1F6D-4BFD-B7DB-E27FD8EEF957}" srcOrd="0" destOrd="0" parTransId="{E1808DF7-A03A-4D8B-9606-8C0118E4653B}" sibTransId="{538AF7F8-90BE-40F2-98EF-48AF2F59E413}"/>
    <dgm:cxn modelId="{D9FCBC3F-99DB-4494-9FAC-04C6C698DDC9}" srcId="{D0B3C2AB-6835-463C-AD37-F27D170934AE}" destId="{B98A24AB-CCA3-4C58-9AF0-081EFB3BFA7D}" srcOrd="3" destOrd="0" parTransId="{6743111F-67D5-4A5F-A4FA-58D7AEA6C81A}" sibTransId="{B0510270-F81D-4F3B-A183-9137002825D6}"/>
    <dgm:cxn modelId="{E0A4EA79-03AE-4FC6-8573-887169A88E5A}" type="presOf" srcId="{C12B88D1-1F6D-4BFD-B7DB-E27FD8EEF957}" destId="{FB1CE9E1-5E51-4903-87CD-9F76EFBEC388}" srcOrd="0" destOrd="0" presId="urn:microsoft.com/office/officeart/2005/8/layout/vList2"/>
    <dgm:cxn modelId="{FF4F4995-4735-4B22-AFEE-389DFC8FA508}" type="presOf" srcId="{B98A24AB-CCA3-4C58-9AF0-081EFB3BFA7D}" destId="{38226243-C623-41DB-9037-DBE30A4B6F7B}" srcOrd="0" destOrd="0" presId="urn:microsoft.com/office/officeart/2005/8/layout/vList2"/>
    <dgm:cxn modelId="{9851A8A6-6113-4D4C-945C-7EE87654A564}" type="presOf" srcId="{BA0DA854-7B7F-4F60-AABA-544D8411ADF0}" destId="{C0A86140-F381-4BD9-B229-115F88AB1E85}" srcOrd="0" destOrd="0" presId="urn:microsoft.com/office/officeart/2005/8/layout/vList2"/>
    <dgm:cxn modelId="{DD3B84BC-99FC-452C-9C89-A7BEDD2D1A9A}" type="presOf" srcId="{ADE11517-A87E-443C-9E92-29ED77DD9AA1}" destId="{479338BA-F805-4304-890F-C7A3A0D74316}" srcOrd="0" destOrd="0" presId="urn:microsoft.com/office/officeart/2005/8/layout/vList2"/>
    <dgm:cxn modelId="{93EBD08E-1DEA-457A-A408-B04EAFCF4C66}" type="presParOf" srcId="{B405115A-7B95-4E48-82B1-17C79209959E}" destId="{FB1CE9E1-5E51-4903-87CD-9F76EFBEC388}" srcOrd="0" destOrd="0" presId="urn:microsoft.com/office/officeart/2005/8/layout/vList2"/>
    <dgm:cxn modelId="{A8F09980-568E-4897-910D-C863648BBA03}" type="presParOf" srcId="{B405115A-7B95-4E48-82B1-17C79209959E}" destId="{8DB3EE0D-75F7-4217-A89C-C01177485180}" srcOrd="1" destOrd="0" presId="urn:microsoft.com/office/officeart/2005/8/layout/vList2"/>
    <dgm:cxn modelId="{1A9FD69E-3CF4-4A01-B82E-E9468CD49B77}" type="presParOf" srcId="{B405115A-7B95-4E48-82B1-17C79209959E}" destId="{C0A86140-F381-4BD9-B229-115F88AB1E85}" srcOrd="2" destOrd="0" presId="urn:microsoft.com/office/officeart/2005/8/layout/vList2"/>
    <dgm:cxn modelId="{8F6006A4-D881-4EFB-8B09-A46FB9530413}" type="presParOf" srcId="{B405115A-7B95-4E48-82B1-17C79209959E}" destId="{6E30354F-2903-4DB5-A2A2-5BC9FCC7E1CB}" srcOrd="3" destOrd="0" presId="urn:microsoft.com/office/officeart/2005/8/layout/vList2"/>
    <dgm:cxn modelId="{BC6E7109-10CD-4D61-99CF-A34D5C5F2962}" type="presParOf" srcId="{B405115A-7B95-4E48-82B1-17C79209959E}" destId="{479338BA-F805-4304-890F-C7A3A0D74316}" srcOrd="4" destOrd="0" presId="urn:microsoft.com/office/officeart/2005/8/layout/vList2"/>
    <dgm:cxn modelId="{9A65482E-6524-4F61-8D30-1A6FD185D29A}" type="presParOf" srcId="{B405115A-7B95-4E48-82B1-17C79209959E}" destId="{193B9126-26E0-43BC-A12B-E139045CF4BA}" srcOrd="5" destOrd="0" presId="urn:microsoft.com/office/officeart/2005/8/layout/vList2"/>
    <dgm:cxn modelId="{F3C5B5B9-187E-4556-BA85-EED6E4D52B39}" type="presParOf" srcId="{B405115A-7B95-4E48-82B1-17C79209959E}" destId="{38226243-C623-41DB-9037-DBE30A4B6F7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0C8EA21-7E0C-4B70-94D5-8293ADDB00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CA6173E-DD9E-48C8-A5A7-7F0D9C44D954}">
      <dgm:prSet/>
      <dgm:spPr/>
      <dgm:t>
        <a:bodyPr/>
        <a:lstStyle/>
        <a:p>
          <a:r>
            <a:rPr lang="uk-UA" b="0" i="1"/>
            <a:t>«Міністерство освіти категорично відхилило прохання відкрити школи з викладанням українською мовою, наголосивши, що громадяни зобов’язані давати своїм дітям освіту тільки в ...школах з румунською мовою викладання».</a:t>
          </a:r>
          <a:endParaRPr lang="uk-UA"/>
        </a:p>
      </dgm:t>
    </dgm:pt>
    <dgm:pt modelId="{0B1E384C-C349-4872-942A-02D823F3B309}" type="parTrans" cxnId="{3E837407-C9A8-4FC0-BA45-1232B2756CB6}">
      <dgm:prSet/>
      <dgm:spPr/>
      <dgm:t>
        <a:bodyPr/>
        <a:lstStyle/>
        <a:p>
          <a:endParaRPr lang="uk-UA"/>
        </a:p>
      </dgm:t>
    </dgm:pt>
    <dgm:pt modelId="{0EB86EDA-96BF-4E16-ABE5-2B52926AD43D}" type="sibTrans" cxnId="{3E837407-C9A8-4FC0-BA45-1232B2756CB6}">
      <dgm:prSet/>
      <dgm:spPr/>
      <dgm:t>
        <a:bodyPr/>
        <a:lstStyle/>
        <a:p>
          <a:endParaRPr lang="uk-UA"/>
        </a:p>
      </dgm:t>
    </dgm:pt>
    <dgm:pt modelId="{7D2F425A-DBFE-4FE4-B0A2-E35369136965}">
      <dgm:prSet/>
      <dgm:spPr/>
      <dgm:t>
        <a:bodyPr/>
        <a:lstStyle/>
        <a:p>
          <a:r>
            <a:rPr lang="uk-UA" b="0" i="1"/>
            <a:t>«На Волині та Поліссі осаджено понад 8 тисяч родин військових. Дано їм, за урядовим розпорядженням, землі від 20 до 80 га, деревину на будівництво, грошей чимало»</a:t>
          </a:r>
          <a:endParaRPr lang="uk-UA"/>
        </a:p>
      </dgm:t>
    </dgm:pt>
    <dgm:pt modelId="{4188FF91-1DDC-4D2E-93A5-ECFB73816643}" type="parTrans" cxnId="{F941CBE0-F08D-4860-98F4-4BCE31B1AFE7}">
      <dgm:prSet/>
      <dgm:spPr/>
      <dgm:t>
        <a:bodyPr/>
        <a:lstStyle/>
        <a:p>
          <a:endParaRPr lang="uk-UA"/>
        </a:p>
      </dgm:t>
    </dgm:pt>
    <dgm:pt modelId="{3B65271B-BFD4-4D19-BB8F-B584FB2CFF3D}" type="sibTrans" cxnId="{F941CBE0-F08D-4860-98F4-4BCE31B1AFE7}">
      <dgm:prSet/>
      <dgm:spPr/>
      <dgm:t>
        <a:bodyPr/>
        <a:lstStyle/>
        <a:p>
          <a:endParaRPr lang="uk-UA"/>
        </a:p>
      </dgm:t>
    </dgm:pt>
    <dgm:pt modelId="{1937EA22-648E-4ACA-9B8E-651B329AFC28}" type="pres">
      <dgm:prSet presAssocID="{A0C8EA21-7E0C-4B70-94D5-8293ADDB0076}" presName="linear" presStyleCnt="0">
        <dgm:presLayoutVars>
          <dgm:animLvl val="lvl"/>
          <dgm:resizeHandles val="exact"/>
        </dgm:presLayoutVars>
      </dgm:prSet>
      <dgm:spPr/>
    </dgm:pt>
    <dgm:pt modelId="{0838505E-5C57-40E8-8BC0-061B03C9AFF4}" type="pres">
      <dgm:prSet presAssocID="{0CA6173E-DD9E-48C8-A5A7-7F0D9C44D95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A403950-0707-48B6-A499-0B91ECC87625}" type="pres">
      <dgm:prSet presAssocID="{0EB86EDA-96BF-4E16-ABE5-2B52926AD43D}" presName="spacer" presStyleCnt="0"/>
      <dgm:spPr/>
    </dgm:pt>
    <dgm:pt modelId="{95E47932-495D-4D61-91BB-45D709577565}" type="pres">
      <dgm:prSet presAssocID="{7D2F425A-DBFE-4FE4-B0A2-E3536913696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E837407-C9A8-4FC0-BA45-1232B2756CB6}" srcId="{A0C8EA21-7E0C-4B70-94D5-8293ADDB0076}" destId="{0CA6173E-DD9E-48C8-A5A7-7F0D9C44D954}" srcOrd="0" destOrd="0" parTransId="{0B1E384C-C349-4872-942A-02D823F3B309}" sibTransId="{0EB86EDA-96BF-4E16-ABE5-2B52926AD43D}"/>
    <dgm:cxn modelId="{3BDFAA1F-F0B6-42B1-BB5A-003FDE8CABF4}" type="presOf" srcId="{7D2F425A-DBFE-4FE4-B0A2-E35369136965}" destId="{95E47932-495D-4D61-91BB-45D709577565}" srcOrd="0" destOrd="0" presId="urn:microsoft.com/office/officeart/2005/8/layout/vList2"/>
    <dgm:cxn modelId="{817CF745-39BC-47EB-9583-9A2F0931F0FA}" type="presOf" srcId="{0CA6173E-DD9E-48C8-A5A7-7F0D9C44D954}" destId="{0838505E-5C57-40E8-8BC0-061B03C9AFF4}" srcOrd="0" destOrd="0" presId="urn:microsoft.com/office/officeart/2005/8/layout/vList2"/>
    <dgm:cxn modelId="{F941CBE0-F08D-4860-98F4-4BCE31B1AFE7}" srcId="{A0C8EA21-7E0C-4B70-94D5-8293ADDB0076}" destId="{7D2F425A-DBFE-4FE4-B0A2-E35369136965}" srcOrd="1" destOrd="0" parTransId="{4188FF91-1DDC-4D2E-93A5-ECFB73816643}" sibTransId="{3B65271B-BFD4-4D19-BB8F-B584FB2CFF3D}"/>
    <dgm:cxn modelId="{EBBB23E5-D631-41B7-9518-550420F164BA}" type="presOf" srcId="{A0C8EA21-7E0C-4B70-94D5-8293ADDB0076}" destId="{1937EA22-648E-4ACA-9B8E-651B329AFC28}" srcOrd="0" destOrd="0" presId="urn:microsoft.com/office/officeart/2005/8/layout/vList2"/>
    <dgm:cxn modelId="{498494FB-8418-4F33-8953-A4D4B840CCBC}" type="presParOf" srcId="{1937EA22-648E-4ACA-9B8E-651B329AFC28}" destId="{0838505E-5C57-40E8-8BC0-061B03C9AFF4}" srcOrd="0" destOrd="0" presId="urn:microsoft.com/office/officeart/2005/8/layout/vList2"/>
    <dgm:cxn modelId="{9DE247D3-AD47-4E49-B1CD-D15C2D67AC85}" type="presParOf" srcId="{1937EA22-648E-4ACA-9B8E-651B329AFC28}" destId="{BA403950-0707-48B6-A499-0B91ECC87625}" srcOrd="1" destOrd="0" presId="urn:microsoft.com/office/officeart/2005/8/layout/vList2"/>
    <dgm:cxn modelId="{33B77BA3-466C-4F17-8555-116A06AFF6FE}" type="presParOf" srcId="{1937EA22-648E-4ACA-9B8E-651B329AFC28}" destId="{95E47932-495D-4D61-91BB-45D70957756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AFCB108B-506E-44B2-BB72-1BB12ACD43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ECCECA0-927E-45D9-970C-162CFDFA6C15}">
      <dgm:prSet/>
      <dgm:spPr/>
      <dgm:t>
        <a:bodyPr/>
        <a:lstStyle/>
        <a:p>
          <a:r>
            <a:rPr lang="ru-RU" b="0" i="1"/>
            <a:t>«Країна русинів на південь від Карпат буде мати окремий сойм. Цей сойм буде виконувати владу в усіх мовних, шкільних, релігійних питаннях краю».</a:t>
          </a:r>
          <a:endParaRPr lang="uk-UA"/>
        </a:p>
      </dgm:t>
    </dgm:pt>
    <dgm:pt modelId="{31B22EB5-A889-461B-A911-460CF8FE01D7}" type="parTrans" cxnId="{5C29432A-08A1-4E03-B3AE-439409999AE8}">
      <dgm:prSet/>
      <dgm:spPr/>
      <dgm:t>
        <a:bodyPr/>
        <a:lstStyle/>
        <a:p>
          <a:endParaRPr lang="uk-UA"/>
        </a:p>
      </dgm:t>
    </dgm:pt>
    <dgm:pt modelId="{9B3A0CED-8A77-47F3-80DD-FEB663B7C69B}" type="sibTrans" cxnId="{5C29432A-08A1-4E03-B3AE-439409999AE8}">
      <dgm:prSet/>
      <dgm:spPr/>
      <dgm:t>
        <a:bodyPr/>
        <a:lstStyle/>
        <a:p>
          <a:endParaRPr lang="uk-UA"/>
        </a:p>
      </dgm:t>
    </dgm:pt>
    <dgm:pt modelId="{CC3911D4-F83B-422C-AD4D-92F1CC464E49}">
      <dgm:prSet/>
      <dgm:spPr/>
      <dgm:t>
        <a:bodyPr/>
        <a:lstStyle/>
        <a:p>
          <a:r>
            <a:rPr lang="ru-RU" b="0" i="1"/>
            <a:t>«Відновлюються культурні товариства, театральні трупи, студентські гуртки та органи преси. За таких обставин можна було думати про відродження українського життя в обмежених рамках».</a:t>
          </a:r>
          <a:endParaRPr lang="uk-UA"/>
        </a:p>
      </dgm:t>
    </dgm:pt>
    <dgm:pt modelId="{6ABC0490-89E7-4CBE-AE5E-FE22E8B57F46}" type="parTrans" cxnId="{E0EAE092-D02A-405D-9E5D-5D910D1984FA}">
      <dgm:prSet/>
      <dgm:spPr/>
      <dgm:t>
        <a:bodyPr/>
        <a:lstStyle/>
        <a:p>
          <a:endParaRPr lang="uk-UA"/>
        </a:p>
      </dgm:t>
    </dgm:pt>
    <dgm:pt modelId="{18DEA993-6CF7-411D-AA54-AEBD11D2677F}" type="sibTrans" cxnId="{E0EAE092-D02A-405D-9E5D-5D910D1984FA}">
      <dgm:prSet/>
      <dgm:spPr/>
      <dgm:t>
        <a:bodyPr/>
        <a:lstStyle/>
        <a:p>
          <a:endParaRPr lang="uk-UA"/>
        </a:p>
      </dgm:t>
    </dgm:pt>
    <dgm:pt modelId="{F558C4EF-E81B-4385-B739-6D3D4A80458D}" type="pres">
      <dgm:prSet presAssocID="{AFCB108B-506E-44B2-BB72-1BB12ACD43DC}" presName="linear" presStyleCnt="0">
        <dgm:presLayoutVars>
          <dgm:animLvl val="lvl"/>
          <dgm:resizeHandles val="exact"/>
        </dgm:presLayoutVars>
      </dgm:prSet>
      <dgm:spPr/>
    </dgm:pt>
    <dgm:pt modelId="{70B36856-5EF1-49E1-A496-47BFCB4FBFE7}" type="pres">
      <dgm:prSet presAssocID="{8ECCECA0-927E-45D9-970C-162CFDFA6C1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D3CDAFB-D738-489B-819E-8948BC35A3A8}" type="pres">
      <dgm:prSet presAssocID="{9B3A0CED-8A77-47F3-80DD-FEB663B7C69B}" presName="spacer" presStyleCnt="0"/>
      <dgm:spPr/>
    </dgm:pt>
    <dgm:pt modelId="{9E330E51-F93D-4E00-B20B-3F41F9BD583A}" type="pres">
      <dgm:prSet presAssocID="{CC3911D4-F83B-422C-AD4D-92F1CC464E4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3F3B50D-205D-4C14-9552-3D6B0112D5C7}" type="presOf" srcId="{AFCB108B-506E-44B2-BB72-1BB12ACD43DC}" destId="{F558C4EF-E81B-4385-B739-6D3D4A80458D}" srcOrd="0" destOrd="0" presId="urn:microsoft.com/office/officeart/2005/8/layout/vList2"/>
    <dgm:cxn modelId="{5C29432A-08A1-4E03-B3AE-439409999AE8}" srcId="{AFCB108B-506E-44B2-BB72-1BB12ACD43DC}" destId="{8ECCECA0-927E-45D9-970C-162CFDFA6C15}" srcOrd="0" destOrd="0" parTransId="{31B22EB5-A889-461B-A911-460CF8FE01D7}" sibTransId="{9B3A0CED-8A77-47F3-80DD-FEB663B7C69B}"/>
    <dgm:cxn modelId="{E0EAE092-D02A-405D-9E5D-5D910D1984FA}" srcId="{AFCB108B-506E-44B2-BB72-1BB12ACD43DC}" destId="{CC3911D4-F83B-422C-AD4D-92F1CC464E49}" srcOrd="1" destOrd="0" parTransId="{6ABC0490-89E7-4CBE-AE5E-FE22E8B57F46}" sibTransId="{18DEA993-6CF7-411D-AA54-AEBD11D2677F}"/>
    <dgm:cxn modelId="{C5C32BC6-6CF9-4640-A096-E1802CC5A5C8}" type="presOf" srcId="{CC3911D4-F83B-422C-AD4D-92F1CC464E49}" destId="{9E330E51-F93D-4E00-B20B-3F41F9BD583A}" srcOrd="0" destOrd="0" presId="urn:microsoft.com/office/officeart/2005/8/layout/vList2"/>
    <dgm:cxn modelId="{259664F4-FD13-42F7-8307-A027AC951A9D}" type="presOf" srcId="{8ECCECA0-927E-45D9-970C-162CFDFA6C15}" destId="{70B36856-5EF1-49E1-A496-47BFCB4FBFE7}" srcOrd="0" destOrd="0" presId="urn:microsoft.com/office/officeart/2005/8/layout/vList2"/>
    <dgm:cxn modelId="{75BB4A02-B74E-4587-9AAC-D18DBBEAF476}" type="presParOf" srcId="{F558C4EF-E81B-4385-B739-6D3D4A80458D}" destId="{70B36856-5EF1-49E1-A496-47BFCB4FBFE7}" srcOrd="0" destOrd="0" presId="urn:microsoft.com/office/officeart/2005/8/layout/vList2"/>
    <dgm:cxn modelId="{DEA29024-DD16-4668-9E23-44657E94ADFC}" type="presParOf" srcId="{F558C4EF-E81B-4385-B739-6D3D4A80458D}" destId="{FD3CDAFB-D738-489B-819E-8948BC35A3A8}" srcOrd="1" destOrd="0" presId="urn:microsoft.com/office/officeart/2005/8/layout/vList2"/>
    <dgm:cxn modelId="{EF3A1A07-CE24-447A-BC22-573145B6EACD}" type="presParOf" srcId="{F558C4EF-E81B-4385-B739-6D3D4A80458D}" destId="{9E330E51-F93D-4E00-B20B-3F41F9BD583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FD2A7BBF-2669-4766-9404-C753E21C2A9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6DA4933-1D46-4C0C-991A-900C4F337595}">
      <dgm:prSet/>
      <dgm:spPr/>
      <dgm:t>
        <a:bodyPr/>
        <a:lstStyle/>
        <a:p>
          <a:r>
            <a:rPr lang="ru-RU" b="0" i="0"/>
            <a:t>1, 3</a:t>
          </a:r>
          <a:endParaRPr lang="uk-UA"/>
        </a:p>
      </dgm:t>
    </dgm:pt>
    <dgm:pt modelId="{DBB3D7DA-5526-4F39-8DE1-D6ABEDF49B57}" type="parTrans" cxnId="{7E3383FA-B3A3-472C-9D03-5C7711C0A125}">
      <dgm:prSet/>
      <dgm:spPr/>
      <dgm:t>
        <a:bodyPr/>
        <a:lstStyle/>
        <a:p>
          <a:endParaRPr lang="uk-UA"/>
        </a:p>
      </dgm:t>
    </dgm:pt>
    <dgm:pt modelId="{870F3C95-1A2A-4262-890F-913410F33896}" type="sibTrans" cxnId="{7E3383FA-B3A3-472C-9D03-5C7711C0A125}">
      <dgm:prSet/>
      <dgm:spPr/>
      <dgm:t>
        <a:bodyPr/>
        <a:lstStyle/>
        <a:p>
          <a:endParaRPr lang="uk-UA"/>
        </a:p>
      </dgm:t>
    </dgm:pt>
    <dgm:pt modelId="{6D71D0AF-BA46-4808-AF06-A7550A8D50DC}">
      <dgm:prSet/>
      <dgm:spPr/>
      <dgm:t>
        <a:bodyPr/>
        <a:lstStyle/>
        <a:p>
          <a:r>
            <a:rPr lang="ru-RU" b="0" i="0"/>
            <a:t>2, 4</a:t>
          </a:r>
          <a:endParaRPr lang="uk-UA"/>
        </a:p>
      </dgm:t>
    </dgm:pt>
    <dgm:pt modelId="{031E5E73-79C1-4AE6-9688-99AFB54DBB14}" type="parTrans" cxnId="{5EE0463E-D47A-4B2C-855C-99092FF957EC}">
      <dgm:prSet/>
      <dgm:spPr/>
      <dgm:t>
        <a:bodyPr/>
        <a:lstStyle/>
        <a:p>
          <a:endParaRPr lang="uk-UA"/>
        </a:p>
      </dgm:t>
    </dgm:pt>
    <dgm:pt modelId="{6E56D931-3E07-476C-B6AF-BB077E2C5386}" type="sibTrans" cxnId="{5EE0463E-D47A-4B2C-855C-99092FF957EC}">
      <dgm:prSet/>
      <dgm:spPr/>
      <dgm:t>
        <a:bodyPr/>
        <a:lstStyle/>
        <a:p>
          <a:endParaRPr lang="uk-UA"/>
        </a:p>
      </dgm:t>
    </dgm:pt>
    <dgm:pt modelId="{2E97F6D6-F6D5-4BA2-8FBE-326847BCD402}">
      <dgm:prSet/>
      <dgm:spPr/>
      <dgm:t>
        <a:bodyPr/>
        <a:lstStyle/>
        <a:p>
          <a:r>
            <a:rPr lang="ru-RU" b="0" i="0"/>
            <a:t>1, 4</a:t>
          </a:r>
          <a:endParaRPr lang="uk-UA"/>
        </a:p>
      </dgm:t>
    </dgm:pt>
    <dgm:pt modelId="{75163247-F22A-45C2-A648-6DEB7E156851}" type="parTrans" cxnId="{C0DE4CB3-67F4-4694-965D-85D7299C3AD9}">
      <dgm:prSet/>
      <dgm:spPr/>
      <dgm:t>
        <a:bodyPr/>
        <a:lstStyle/>
        <a:p>
          <a:endParaRPr lang="uk-UA"/>
        </a:p>
      </dgm:t>
    </dgm:pt>
    <dgm:pt modelId="{F28D4ED9-351A-46FB-BDE1-F0470AEDF6AE}" type="sibTrans" cxnId="{C0DE4CB3-67F4-4694-965D-85D7299C3AD9}">
      <dgm:prSet/>
      <dgm:spPr/>
      <dgm:t>
        <a:bodyPr/>
        <a:lstStyle/>
        <a:p>
          <a:endParaRPr lang="uk-UA"/>
        </a:p>
      </dgm:t>
    </dgm:pt>
    <dgm:pt modelId="{C1FE327F-A811-4986-B657-25F6D458F4CE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FBFF31C5-DEB5-4826-87E7-DEE7B260765B}" type="parTrans" cxnId="{DC8F57C8-5C9D-424B-8744-A4A9D0A125C0}">
      <dgm:prSet/>
      <dgm:spPr/>
      <dgm:t>
        <a:bodyPr/>
        <a:lstStyle/>
        <a:p>
          <a:endParaRPr lang="uk-UA"/>
        </a:p>
      </dgm:t>
    </dgm:pt>
    <dgm:pt modelId="{DBE71A90-46BD-4CBE-AAAC-239A8B58BE3D}" type="sibTrans" cxnId="{DC8F57C8-5C9D-424B-8744-A4A9D0A125C0}">
      <dgm:prSet/>
      <dgm:spPr/>
      <dgm:t>
        <a:bodyPr/>
        <a:lstStyle/>
        <a:p>
          <a:endParaRPr lang="uk-UA"/>
        </a:p>
      </dgm:t>
    </dgm:pt>
    <dgm:pt modelId="{3CCC682E-649F-4727-94AE-1BB94AA64241}" type="pres">
      <dgm:prSet presAssocID="{FD2A7BBF-2669-4766-9404-C753E21C2A90}" presName="matrix" presStyleCnt="0">
        <dgm:presLayoutVars>
          <dgm:chMax val="1"/>
          <dgm:dir/>
          <dgm:resizeHandles val="exact"/>
        </dgm:presLayoutVars>
      </dgm:prSet>
      <dgm:spPr/>
    </dgm:pt>
    <dgm:pt modelId="{98713496-A366-47C3-A347-F5151730EA04}" type="pres">
      <dgm:prSet presAssocID="{FD2A7BBF-2669-4766-9404-C753E21C2A90}" presName="diamond" presStyleLbl="bgShp" presStyleIdx="0" presStyleCnt="1"/>
      <dgm:spPr/>
    </dgm:pt>
    <dgm:pt modelId="{373D0445-16EB-488D-B4CA-431D6AE12051}" type="pres">
      <dgm:prSet presAssocID="{FD2A7BBF-2669-4766-9404-C753E21C2A9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5BD754D-A63F-45FD-B32A-246FFD5E05E2}" type="pres">
      <dgm:prSet presAssocID="{FD2A7BBF-2669-4766-9404-C753E21C2A9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557E088-F4EA-4525-9E68-D9DF421F92F7}" type="pres">
      <dgm:prSet presAssocID="{FD2A7BBF-2669-4766-9404-C753E21C2A9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5E395BB-DD12-48AB-AAFF-79F140679EB5}" type="pres">
      <dgm:prSet presAssocID="{FD2A7BBF-2669-4766-9404-C753E21C2A9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826FE0B-760B-4104-BFFE-0A13A876FAA9}" type="presOf" srcId="{2E97F6D6-F6D5-4BA2-8FBE-326847BCD402}" destId="{B557E088-F4EA-4525-9E68-D9DF421F92F7}" srcOrd="0" destOrd="0" presId="urn:microsoft.com/office/officeart/2005/8/layout/matrix3"/>
    <dgm:cxn modelId="{A7F0EC0D-C6CC-454C-A798-0DA706AC6E13}" type="presOf" srcId="{86DA4933-1D46-4C0C-991A-900C4F337595}" destId="{373D0445-16EB-488D-B4CA-431D6AE12051}" srcOrd="0" destOrd="0" presId="urn:microsoft.com/office/officeart/2005/8/layout/matrix3"/>
    <dgm:cxn modelId="{5EE0463E-D47A-4B2C-855C-99092FF957EC}" srcId="{FD2A7BBF-2669-4766-9404-C753E21C2A90}" destId="{6D71D0AF-BA46-4808-AF06-A7550A8D50DC}" srcOrd="1" destOrd="0" parTransId="{031E5E73-79C1-4AE6-9688-99AFB54DBB14}" sibTransId="{6E56D931-3E07-476C-B6AF-BB077E2C5386}"/>
    <dgm:cxn modelId="{FEC7C346-F850-4C65-BCBE-74B7AD41B10A}" type="presOf" srcId="{6D71D0AF-BA46-4808-AF06-A7550A8D50DC}" destId="{D5BD754D-A63F-45FD-B32A-246FFD5E05E2}" srcOrd="0" destOrd="0" presId="urn:microsoft.com/office/officeart/2005/8/layout/matrix3"/>
    <dgm:cxn modelId="{82BB63AF-75C1-4142-A15A-AD37E61CDF3B}" type="presOf" srcId="{FD2A7BBF-2669-4766-9404-C753E21C2A90}" destId="{3CCC682E-649F-4727-94AE-1BB94AA64241}" srcOrd="0" destOrd="0" presId="urn:microsoft.com/office/officeart/2005/8/layout/matrix3"/>
    <dgm:cxn modelId="{C0DE4CB3-67F4-4694-965D-85D7299C3AD9}" srcId="{FD2A7BBF-2669-4766-9404-C753E21C2A90}" destId="{2E97F6D6-F6D5-4BA2-8FBE-326847BCD402}" srcOrd="2" destOrd="0" parTransId="{75163247-F22A-45C2-A648-6DEB7E156851}" sibTransId="{F28D4ED9-351A-46FB-BDE1-F0470AEDF6AE}"/>
    <dgm:cxn modelId="{DC8F57C8-5C9D-424B-8744-A4A9D0A125C0}" srcId="{FD2A7BBF-2669-4766-9404-C753E21C2A90}" destId="{C1FE327F-A811-4986-B657-25F6D458F4CE}" srcOrd="3" destOrd="0" parTransId="{FBFF31C5-DEB5-4826-87E7-DEE7B260765B}" sibTransId="{DBE71A90-46BD-4CBE-AAAC-239A8B58BE3D}"/>
    <dgm:cxn modelId="{0F9AF6CA-25AC-4317-9D32-FFBBE49AFD70}" type="presOf" srcId="{C1FE327F-A811-4986-B657-25F6D458F4CE}" destId="{45E395BB-DD12-48AB-AAFF-79F140679EB5}" srcOrd="0" destOrd="0" presId="urn:microsoft.com/office/officeart/2005/8/layout/matrix3"/>
    <dgm:cxn modelId="{7E3383FA-B3A3-472C-9D03-5C7711C0A125}" srcId="{FD2A7BBF-2669-4766-9404-C753E21C2A90}" destId="{86DA4933-1D46-4C0C-991A-900C4F337595}" srcOrd="0" destOrd="0" parTransId="{DBB3D7DA-5526-4F39-8DE1-D6ABEDF49B57}" sibTransId="{870F3C95-1A2A-4262-890F-913410F33896}"/>
    <dgm:cxn modelId="{7AF8C4AA-354F-4D2B-A32D-EFF6EFA8E33A}" type="presParOf" srcId="{3CCC682E-649F-4727-94AE-1BB94AA64241}" destId="{98713496-A366-47C3-A347-F5151730EA04}" srcOrd="0" destOrd="0" presId="urn:microsoft.com/office/officeart/2005/8/layout/matrix3"/>
    <dgm:cxn modelId="{C8D82F8D-FF58-47AD-BA85-CD41E63E36AC}" type="presParOf" srcId="{3CCC682E-649F-4727-94AE-1BB94AA64241}" destId="{373D0445-16EB-488D-B4CA-431D6AE12051}" srcOrd="1" destOrd="0" presId="urn:microsoft.com/office/officeart/2005/8/layout/matrix3"/>
    <dgm:cxn modelId="{8C02782B-CA43-475D-AB1D-B5C515E9238F}" type="presParOf" srcId="{3CCC682E-649F-4727-94AE-1BB94AA64241}" destId="{D5BD754D-A63F-45FD-B32A-246FFD5E05E2}" srcOrd="2" destOrd="0" presId="urn:microsoft.com/office/officeart/2005/8/layout/matrix3"/>
    <dgm:cxn modelId="{54414B1E-6B8F-493C-84F8-2EE846745FBB}" type="presParOf" srcId="{3CCC682E-649F-4727-94AE-1BB94AA64241}" destId="{B557E088-F4EA-4525-9E68-D9DF421F92F7}" srcOrd="3" destOrd="0" presId="urn:microsoft.com/office/officeart/2005/8/layout/matrix3"/>
    <dgm:cxn modelId="{595D09EE-C0C9-4559-A72D-1EE2E5204BEF}" type="presParOf" srcId="{3CCC682E-649F-4727-94AE-1BB94AA64241}" destId="{45E395BB-DD12-48AB-AAFF-79F140679EB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A5A8F30-8866-4347-9CBE-128910BD6E5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C6246E9-4391-471B-A8FA-81748A511A18}">
      <dgm:prSet/>
      <dgm:spPr/>
      <dgm:t>
        <a:bodyPr/>
        <a:lstStyle/>
        <a:p>
          <a:r>
            <a:rPr lang="uk-UA" b="0" i="0"/>
            <a:t>Польщі</a:t>
          </a:r>
          <a:endParaRPr lang="uk-UA"/>
        </a:p>
      </dgm:t>
    </dgm:pt>
    <dgm:pt modelId="{624C4486-954C-402E-BB38-39153E3CE28D}" type="parTrans" cxnId="{25B7B494-FC6F-454F-BFAB-A5AD3F8E72B4}">
      <dgm:prSet/>
      <dgm:spPr/>
      <dgm:t>
        <a:bodyPr/>
        <a:lstStyle/>
        <a:p>
          <a:endParaRPr lang="uk-UA"/>
        </a:p>
      </dgm:t>
    </dgm:pt>
    <dgm:pt modelId="{61271822-52FA-4C64-BFAB-DEBF48E66F64}" type="sibTrans" cxnId="{25B7B494-FC6F-454F-BFAB-A5AD3F8E72B4}">
      <dgm:prSet/>
      <dgm:spPr/>
      <dgm:t>
        <a:bodyPr/>
        <a:lstStyle/>
        <a:p>
          <a:endParaRPr lang="uk-UA"/>
        </a:p>
      </dgm:t>
    </dgm:pt>
    <dgm:pt modelId="{E452D8C0-8B57-45CA-8C24-01FDFBD6D3BA}">
      <dgm:prSet/>
      <dgm:spPr/>
      <dgm:t>
        <a:bodyPr/>
        <a:lstStyle/>
        <a:p>
          <a:r>
            <a:rPr lang="uk-UA" b="0" i="0"/>
            <a:t>Чехословаччини</a:t>
          </a:r>
          <a:endParaRPr lang="uk-UA"/>
        </a:p>
      </dgm:t>
    </dgm:pt>
    <dgm:pt modelId="{94BCC7E8-A770-4F34-86FD-1D965C87D2D4}" type="parTrans" cxnId="{8F6C603D-866C-4C45-A62C-5BB417E62015}">
      <dgm:prSet/>
      <dgm:spPr/>
      <dgm:t>
        <a:bodyPr/>
        <a:lstStyle/>
        <a:p>
          <a:endParaRPr lang="uk-UA"/>
        </a:p>
      </dgm:t>
    </dgm:pt>
    <dgm:pt modelId="{2A1ACCD9-3F7E-4BE7-A0AD-E9AEE6C2B83F}" type="sibTrans" cxnId="{8F6C603D-866C-4C45-A62C-5BB417E62015}">
      <dgm:prSet/>
      <dgm:spPr/>
      <dgm:t>
        <a:bodyPr/>
        <a:lstStyle/>
        <a:p>
          <a:endParaRPr lang="uk-UA"/>
        </a:p>
      </dgm:t>
    </dgm:pt>
    <dgm:pt modelId="{A0B280BD-46F3-4C4B-95E0-1EC9F1522549}">
      <dgm:prSet/>
      <dgm:spPr/>
      <dgm:t>
        <a:bodyPr/>
        <a:lstStyle/>
        <a:p>
          <a:r>
            <a:rPr lang="uk-UA" b="0" i="0"/>
            <a:t>Румунії</a:t>
          </a:r>
          <a:endParaRPr lang="uk-UA"/>
        </a:p>
      </dgm:t>
    </dgm:pt>
    <dgm:pt modelId="{2066F687-8DE1-4761-8A7E-47E67D3F8997}" type="parTrans" cxnId="{B97DA9C3-DF10-4802-93AD-424BC7F0F268}">
      <dgm:prSet/>
      <dgm:spPr/>
      <dgm:t>
        <a:bodyPr/>
        <a:lstStyle/>
        <a:p>
          <a:endParaRPr lang="uk-UA"/>
        </a:p>
      </dgm:t>
    </dgm:pt>
    <dgm:pt modelId="{4EA64CF9-3A14-4F68-B95D-49C5FC76379E}" type="sibTrans" cxnId="{B97DA9C3-DF10-4802-93AD-424BC7F0F268}">
      <dgm:prSet/>
      <dgm:spPr/>
      <dgm:t>
        <a:bodyPr/>
        <a:lstStyle/>
        <a:p>
          <a:endParaRPr lang="uk-UA"/>
        </a:p>
      </dgm:t>
    </dgm:pt>
    <dgm:pt modelId="{421FB6A4-C385-4C7D-8F81-EC02E88C63A1}">
      <dgm:prSet/>
      <dgm:spPr/>
      <dgm:t>
        <a:bodyPr/>
        <a:lstStyle/>
        <a:p>
          <a:r>
            <a:rPr lang="uk-UA" b="0" i="0"/>
            <a:t>Угорщини</a:t>
          </a:r>
          <a:endParaRPr lang="uk-UA"/>
        </a:p>
      </dgm:t>
    </dgm:pt>
    <dgm:pt modelId="{DA916936-9AD1-4C04-89FD-9E7E943D5782}" type="parTrans" cxnId="{FA9CDE1E-6D50-45EE-BF63-F78924A6C4C1}">
      <dgm:prSet/>
      <dgm:spPr/>
      <dgm:t>
        <a:bodyPr/>
        <a:lstStyle/>
        <a:p>
          <a:endParaRPr lang="uk-UA"/>
        </a:p>
      </dgm:t>
    </dgm:pt>
    <dgm:pt modelId="{5DE9829F-FC1C-4C96-AC01-F752C8CE36C6}" type="sibTrans" cxnId="{FA9CDE1E-6D50-45EE-BF63-F78924A6C4C1}">
      <dgm:prSet/>
      <dgm:spPr/>
      <dgm:t>
        <a:bodyPr/>
        <a:lstStyle/>
        <a:p>
          <a:endParaRPr lang="uk-UA"/>
        </a:p>
      </dgm:t>
    </dgm:pt>
    <dgm:pt modelId="{7DA2A47E-7DB6-4328-8D3A-C067C2B7B797}" type="pres">
      <dgm:prSet presAssocID="{5A5A8F30-8866-4347-9CBE-128910BD6E53}" presName="linearFlow" presStyleCnt="0">
        <dgm:presLayoutVars>
          <dgm:dir/>
          <dgm:resizeHandles val="exact"/>
        </dgm:presLayoutVars>
      </dgm:prSet>
      <dgm:spPr/>
    </dgm:pt>
    <dgm:pt modelId="{CABFE6E0-9D1D-4C3C-BBBB-E87C2ED12532}" type="pres">
      <dgm:prSet presAssocID="{3C6246E9-4391-471B-A8FA-81748A511A18}" presName="composite" presStyleCnt="0"/>
      <dgm:spPr/>
    </dgm:pt>
    <dgm:pt modelId="{99B70FC7-2D40-49FA-BA63-293F246BE572}" type="pres">
      <dgm:prSet presAssocID="{3C6246E9-4391-471B-A8FA-81748A511A18}" presName="imgShp" presStyleLbl="fgImgPlace1" presStyleIdx="0" presStyleCnt="4"/>
      <dgm:spPr/>
    </dgm:pt>
    <dgm:pt modelId="{14135A24-A033-4BC0-97F5-6193C0DF2E6F}" type="pres">
      <dgm:prSet presAssocID="{3C6246E9-4391-471B-A8FA-81748A511A18}" presName="txShp" presStyleLbl="node1" presStyleIdx="0" presStyleCnt="4">
        <dgm:presLayoutVars>
          <dgm:bulletEnabled val="1"/>
        </dgm:presLayoutVars>
      </dgm:prSet>
      <dgm:spPr/>
    </dgm:pt>
    <dgm:pt modelId="{36F8E6B9-8DFA-422D-9EDE-C8066E13E9DB}" type="pres">
      <dgm:prSet presAssocID="{61271822-52FA-4C64-BFAB-DEBF48E66F64}" presName="spacing" presStyleCnt="0"/>
      <dgm:spPr/>
    </dgm:pt>
    <dgm:pt modelId="{D164B378-97C3-4F08-B709-7ECB7864ED89}" type="pres">
      <dgm:prSet presAssocID="{E452D8C0-8B57-45CA-8C24-01FDFBD6D3BA}" presName="composite" presStyleCnt="0"/>
      <dgm:spPr/>
    </dgm:pt>
    <dgm:pt modelId="{977F639A-5CA7-4E04-9C99-C90EAFC470AF}" type="pres">
      <dgm:prSet presAssocID="{E452D8C0-8B57-45CA-8C24-01FDFBD6D3BA}" presName="imgShp" presStyleLbl="fgImgPlace1" presStyleIdx="1" presStyleCnt="4"/>
      <dgm:spPr/>
    </dgm:pt>
    <dgm:pt modelId="{620BCA62-B0ED-413D-A545-76C3BFFCEC7E}" type="pres">
      <dgm:prSet presAssocID="{E452D8C0-8B57-45CA-8C24-01FDFBD6D3BA}" presName="txShp" presStyleLbl="node1" presStyleIdx="1" presStyleCnt="4">
        <dgm:presLayoutVars>
          <dgm:bulletEnabled val="1"/>
        </dgm:presLayoutVars>
      </dgm:prSet>
      <dgm:spPr/>
    </dgm:pt>
    <dgm:pt modelId="{DDAAA750-7B9D-444D-8541-9D023C9D77FC}" type="pres">
      <dgm:prSet presAssocID="{2A1ACCD9-3F7E-4BE7-A0AD-E9AEE6C2B83F}" presName="spacing" presStyleCnt="0"/>
      <dgm:spPr/>
    </dgm:pt>
    <dgm:pt modelId="{3335C431-EBE3-4225-98B9-F72DF1994F8B}" type="pres">
      <dgm:prSet presAssocID="{A0B280BD-46F3-4C4B-95E0-1EC9F1522549}" presName="composite" presStyleCnt="0"/>
      <dgm:spPr/>
    </dgm:pt>
    <dgm:pt modelId="{53159CF7-491D-4DEA-8288-126FCFDE618A}" type="pres">
      <dgm:prSet presAssocID="{A0B280BD-46F3-4C4B-95E0-1EC9F1522549}" presName="imgShp" presStyleLbl="fgImgPlace1" presStyleIdx="2" presStyleCnt="4"/>
      <dgm:spPr/>
    </dgm:pt>
    <dgm:pt modelId="{6B4BC746-4CC8-42E9-868A-4523D7577D98}" type="pres">
      <dgm:prSet presAssocID="{A0B280BD-46F3-4C4B-95E0-1EC9F1522549}" presName="txShp" presStyleLbl="node1" presStyleIdx="2" presStyleCnt="4">
        <dgm:presLayoutVars>
          <dgm:bulletEnabled val="1"/>
        </dgm:presLayoutVars>
      </dgm:prSet>
      <dgm:spPr/>
    </dgm:pt>
    <dgm:pt modelId="{FAE2D676-50D9-4912-B062-9AD546B3B759}" type="pres">
      <dgm:prSet presAssocID="{4EA64CF9-3A14-4F68-B95D-49C5FC76379E}" presName="spacing" presStyleCnt="0"/>
      <dgm:spPr/>
    </dgm:pt>
    <dgm:pt modelId="{731731E3-7293-4718-AF4A-88C45762B54F}" type="pres">
      <dgm:prSet presAssocID="{421FB6A4-C385-4C7D-8F81-EC02E88C63A1}" presName="composite" presStyleCnt="0"/>
      <dgm:spPr/>
    </dgm:pt>
    <dgm:pt modelId="{1BD59693-A5F5-4B76-9B05-99335E40B0AD}" type="pres">
      <dgm:prSet presAssocID="{421FB6A4-C385-4C7D-8F81-EC02E88C63A1}" presName="imgShp" presStyleLbl="fgImgPlace1" presStyleIdx="3" presStyleCnt="4"/>
      <dgm:spPr/>
    </dgm:pt>
    <dgm:pt modelId="{8E8DD108-5954-478C-8320-073BC0FA279A}" type="pres">
      <dgm:prSet presAssocID="{421FB6A4-C385-4C7D-8F81-EC02E88C63A1}" presName="txShp" presStyleLbl="node1" presStyleIdx="3" presStyleCnt="4">
        <dgm:presLayoutVars>
          <dgm:bulletEnabled val="1"/>
        </dgm:presLayoutVars>
      </dgm:prSet>
      <dgm:spPr/>
    </dgm:pt>
  </dgm:ptLst>
  <dgm:cxnLst>
    <dgm:cxn modelId="{080E8818-6CB6-473E-8BF2-2375F3244B20}" type="presOf" srcId="{3C6246E9-4391-471B-A8FA-81748A511A18}" destId="{14135A24-A033-4BC0-97F5-6193C0DF2E6F}" srcOrd="0" destOrd="0" presId="urn:microsoft.com/office/officeart/2005/8/layout/vList3"/>
    <dgm:cxn modelId="{FA9CDE1E-6D50-45EE-BF63-F78924A6C4C1}" srcId="{5A5A8F30-8866-4347-9CBE-128910BD6E53}" destId="{421FB6A4-C385-4C7D-8F81-EC02E88C63A1}" srcOrd="3" destOrd="0" parTransId="{DA916936-9AD1-4C04-89FD-9E7E943D5782}" sibTransId="{5DE9829F-FC1C-4C96-AC01-F752C8CE36C6}"/>
    <dgm:cxn modelId="{B125E824-1654-4FFB-97C1-0BBA673CC18C}" type="presOf" srcId="{A0B280BD-46F3-4C4B-95E0-1EC9F1522549}" destId="{6B4BC746-4CC8-42E9-868A-4523D7577D98}" srcOrd="0" destOrd="0" presId="urn:microsoft.com/office/officeart/2005/8/layout/vList3"/>
    <dgm:cxn modelId="{8F6C603D-866C-4C45-A62C-5BB417E62015}" srcId="{5A5A8F30-8866-4347-9CBE-128910BD6E53}" destId="{E452D8C0-8B57-45CA-8C24-01FDFBD6D3BA}" srcOrd="1" destOrd="0" parTransId="{94BCC7E8-A770-4F34-86FD-1D965C87D2D4}" sibTransId="{2A1ACCD9-3F7E-4BE7-A0AD-E9AEE6C2B83F}"/>
    <dgm:cxn modelId="{D9F48B42-6378-4AC3-ACF7-158C048FA019}" type="presOf" srcId="{421FB6A4-C385-4C7D-8F81-EC02E88C63A1}" destId="{8E8DD108-5954-478C-8320-073BC0FA279A}" srcOrd="0" destOrd="0" presId="urn:microsoft.com/office/officeart/2005/8/layout/vList3"/>
    <dgm:cxn modelId="{1EB9CD6D-18EE-4DEA-85FD-81FE17779B91}" type="presOf" srcId="{E452D8C0-8B57-45CA-8C24-01FDFBD6D3BA}" destId="{620BCA62-B0ED-413D-A545-76C3BFFCEC7E}" srcOrd="0" destOrd="0" presId="urn:microsoft.com/office/officeart/2005/8/layout/vList3"/>
    <dgm:cxn modelId="{70E29B7D-708D-436A-92C1-13F1724F2CC3}" type="presOf" srcId="{5A5A8F30-8866-4347-9CBE-128910BD6E53}" destId="{7DA2A47E-7DB6-4328-8D3A-C067C2B7B797}" srcOrd="0" destOrd="0" presId="urn:microsoft.com/office/officeart/2005/8/layout/vList3"/>
    <dgm:cxn modelId="{25B7B494-FC6F-454F-BFAB-A5AD3F8E72B4}" srcId="{5A5A8F30-8866-4347-9CBE-128910BD6E53}" destId="{3C6246E9-4391-471B-A8FA-81748A511A18}" srcOrd="0" destOrd="0" parTransId="{624C4486-954C-402E-BB38-39153E3CE28D}" sibTransId="{61271822-52FA-4C64-BFAB-DEBF48E66F64}"/>
    <dgm:cxn modelId="{B97DA9C3-DF10-4802-93AD-424BC7F0F268}" srcId="{5A5A8F30-8866-4347-9CBE-128910BD6E53}" destId="{A0B280BD-46F3-4C4B-95E0-1EC9F1522549}" srcOrd="2" destOrd="0" parTransId="{2066F687-8DE1-4761-8A7E-47E67D3F8997}" sibTransId="{4EA64CF9-3A14-4F68-B95D-49C5FC76379E}"/>
    <dgm:cxn modelId="{7F5C28E5-918D-4980-827E-921144687B5E}" type="presParOf" srcId="{7DA2A47E-7DB6-4328-8D3A-C067C2B7B797}" destId="{CABFE6E0-9D1D-4C3C-BBBB-E87C2ED12532}" srcOrd="0" destOrd="0" presId="urn:microsoft.com/office/officeart/2005/8/layout/vList3"/>
    <dgm:cxn modelId="{BA3B32BD-DF99-41E1-A77A-D207C821A30F}" type="presParOf" srcId="{CABFE6E0-9D1D-4C3C-BBBB-E87C2ED12532}" destId="{99B70FC7-2D40-49FA-BA63-293F246BE572}" srcOrd="0" destOrd="0" presId="urn:microsoft.com/office/officeart/2005/8/layout/vList3"/>
    <dgm:cxn modelId="{CD988890-3329-4318-AA6C-74E8D895D1A5}" type="presParOf" srcId="{CABFE6E0-9D1D-4C3C-BBBB-E87C2ED12532}" destId="{14135A24-A033-4BC0-97F5-6193C0DF2E6F}" srcOrd="1" destOrd="0" presId="urn:microsoft.com/office/officeart/2005/8/layout/vList3"/>
    <dgm:cxn modelId="{ACAA12D0-EF60-49D0-AF2C-68FFD7E8D21C}" type="presParOf" srcId="{7DA2A47E-7DB6-4328-8D3A-C067C2B7B797}" destId="{36F8E6B9-8DFA-422D-9EDE-C8066E13E9DB}" srcOrd="1" destOrd="0" presId="urn:microsoft.com/office/officeart/2005/8/layout/vList3"/>
    <dgm:cxn modelId="{7BB0EAFF-EB7D-4E1B-8080-8714492A5B49}" type="presParOf" srcId="{7DA2A47E-7DB6-4328-8D3A-C067C2B7B797}" destId="{D164B378-97C3-4F08-B709-7ECB7864ED89}" srcOrd="2" destOrd="0" presId="urn:microsoft.com/office/officeart/2005/8/layout/vList3"/>
    <dgm:cxn modelId="{0D7C5782-BF27-4B2C-8DA5-07953F3C16FC}" type="presParOf" srcId="{D164B378-97C3-4F08-B709-7ECB7864ED89}" destId="{977F639A-5CA7-4E04-9C99-C90EAFC470AF}" srcOrd="0" destOrd="0" presId="urn:microsoft.com/office/officeart/2005/8/layout/vList3"/>
    <dgm:cxn modelId="{EEAC22E0-2EB6-4BEC-A8A1-FE36BF2BA538}" type="presParOf" srcId="{D164B378-97C3-4F08-B709-7ECB7864ED89}" destId="{620BCA62-B0ED-413D-A545-76C3BFFCEC7E}" srcOrd="1" destOrd="0" presId="urn:microsoft.com/office/officeart/2005/8/layout/vList3"/>
    <dgm:cxn modelId="{25728BD8-FAD3-4CD8-A957-F011D8AC8B27}" type="presParOf" srcId="{7DA2A47E-7DB6-4328-8D3A-C067C2B7B797}" destId="{DDAAA750-7B9D-444D-8541-9D023C9D77FC}" srcOrd="3" destOrd="0" presId="urn:microsoft.com/office/officeart/2005/8/layout/vList3"/>
    <dgm:cxn modelId="{446ED17C-E3E6-4DD3-9CE5-694E5B0D6D8A}" type="presParOf" srcId="{7DA2A47E-7DB6-4328-8D3A-C067C2B7B797}" destId="{3335C431-EBE3-4225-98B9-F72DF1994F8B}" srcOrd="4" destOrd="0" presId="urn:microsoft.com/office/officeart/2005/8/layout/vList3"/>
    <dgm:cxn modelId="{7B993D43-1D2D-49BF-A27D-E17D0A5A19A1}" type="presParOf" srcId="{3335C431-EBE3-4225-98B9-F72DF1994F8B}" destId="{53159CF7-491D-4DEA-8288-126FCFDE618A}" srcOrd="0" destOrd="0" presId="urn:microsoft.com/office/officeart/2005/8/layout/vList3"/>
    <dgm:cxn modelId="{D4FEEBCC-4FBF-4B60-8A2A-3764515FD9AA}" type="presParOf" srcId="{3335C431-EBE3-4225-98B9-F72DF1994F8B}" destId="{6B4BC746-4CC8-42E9-868A-4523D7577D98}" srcOrd="1" destOrd="0" presId="urn:microsoft.com/office/officeart/2005/8/layout/vList3"/>
    <dgm:cxn modelId="{7A2BBC21-2B2B-4957-BD51-4CEBE1E98A7A}" type="presParOf" srcId="{7DA2A47E-7DB6-4328-8D3A-C067C2B7B797}" destId="{FAE2D676-50D9-4912-B062-9AD546B3B759}" srcOrd="5" destOrd="0" presId="urn:microsoft.com/office/officeart/2005/8/layout/vList3"/>
    <dgm:cxn modelId="{18351AFA-54A3-4D37-BD98-EFB3C08AAFF5}" type="presParOf" srcId="{7DA2A47E-7DB6-4328-8D3A-C067C2B7B797}" destId="{731731E3-7293-4718-AF4A-88C45762B54F}" srcOrd="6" destOrd="0" presId="urn:microsoft.com/office/officeart/2005/8/layout/vList3"/>
    <dgm:cxn modelId="{A57BFF1E-42A5-48FE-809B-8162BB58ACC1}" type="presParOf" srcId="{731731E3-7293-4718-AF4A-88C45762B54F}" destId="{1BD59693-A5F5-4B76-9B05-99335E40B0AD}" srcOrd="0" destOrd="0" presId="urn:microsoft.com/office/officeart/2005/8/layout/vList3"/>
    <dgm:cxn modelId="{4F03695E-557D-4028-AA94-BFF68340F51B}" type="presParOf" srcId="{731731E3-7293-4718-AF4A-88C45762B54F}" destId="{8E8DD108-5954-478C-8320-073BC0FA279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26C87F76-4188-4A0C-91C3-0D00E361CB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8DCFF8-EB27-4AF1-9A6A-BD56C539D43E}">
      <dgm:prSet/>
      <dgm:spPr/>
      <dgm:t>
        <a:bodyPr/>
        <a:lstStyle/>
        <a:p>
          <a:r>
            <a:rPr lang="uk-UA" b="0" i="0"/>
            <a:t>штучне стримування промислового будівництва та розвитку</a:t>
          </a:r>
          <a:endParaRPr lang="uk-UA"/>
        </a:p>
      </dgm:t>
    </dgm:pt>
    <dgm:pt modelId="{FDFDA742-7E76-435D-860B-2E743D4D71C3}" type="parTrans" cxnId="{B9F7443F-73CE-414B-BBCB-5BB5B5F776F6}">
      <dgm:prSet/>
      <dgm:spPr/>
      <dgm:t>
        <a:bodyPr/>
        <a:lstStyle/>
        <a:p>
          <a:endParaRPr lang="uk-UA"/>
        </a:p>
      </dgm:t>
    </dgm:pt>
    <dgm:pt modelId="{A07C4F24-3B47-4CE4-8CA8-F8E868E5E063}" type="sibTrans" cxnId="{B9F7443F-73CE-414B-BBCB-5BB5B5F776F6}">
      <dgm:prSet/>
      <dgm:spPr/>
      <dgm:t>
        <a:bodyPr/>
        <a:lstStyle/>
        <a:p>
          <a:endParaRPr lang="uk-UA"/>
        </a:p>
      </dgm:t>
    </dgm:pt>
    <dgm:pt modelId="{0DEDB8E4-1EC8-4687-BFA6-CBE9AB4F9A70}">
      <dgm:prSet/>
      <dgm:spPr/>
      <dgm:t>
        <a:bodyPr/>
        <a:lstStyle/>
        <a:p>
          <a:r>
            <a:rPr lang="uk-UA" b="0" i="0"/>
            <a:t>скорочення трудової еміграції до країн Північної Америки</a:t>
          </a:r>
          <a:endParaRPr lang="uk-UA"/>
        </a:p>
      </dgm:t>
    </dgm:pt>
    <dgm:pt modelId="{C3FEDC26-9689-4579-B8ED-D3A980F22ABD}" type="parTrans" cxnId="{258D34E5-DCB2-4AF2-A56D-4DC88D345F97}">
      <dgm:prSet/>
      <dgm:spPr/>
      <dgm:t>
        <a:bodyPr/>
        <a:lstStyle/>
        <a:p>
          <a:endParaRPr lang="uk-UA"/>
        </a:p>
      </dgm:t>
    </dgm:pt>
    <dgm:pt modelId="{93587622-7584-48C8-B3F4-5CFC1ECAA7B5}" type="sibTrans" cxnId="{258D34E5-DCB2-4AF2-A56D-4DC88D345F97}">
      <dgm:prSet/>
      <dgm:spPr/>
      <dgm:t>
        <a:bodyPr/>
        <a:lstStyle/>
        <a:p>
          <a:endParaRPr lang="uk-UA"/>
        </a:p>
      </dgm:t>
    </dgm:pt>
    <dgm:pt modelId="{C1E6CB64-7F49-4685-BFF4-706A6D414ADE}">
      <dgm:prSet/>
      <dgm:spPr/>
      <dgm:t>
        <a:bodyPr/>
        <a:lstStyle/>
        <a:p>
          <a:r>
            <a:rPr lang="uk-UA" b="0" i="0"/>
            <a:t>суттєве зростання заробітної плати та подолання безробіття</a:t>
          </a:r>
          <a:endParaRPr lang="uk-UA"/>
        </a:p>
      </dgm:t>
    </dgm:pt>
    <dgm:pt modelId="{66E068F8-0982-4BFD-BA08-9C69190C83D9}" type="parTrans" cxnId="{A04E2610-DBBA-42C8-8ECA-A5DF5B437FFA}">
      <dgm:prSet/>
      <dgm:spPr/>
      <dgm:t>
        <a:bodyPr/>
        <a:lstStyle/>
        <a:p>
          <a:endParaRPr lang="uk-UA"/>
        </a:p>
      </dgm:t>
    </dgm:pt>
    <dgm:pt modelId="{8D6F3EE9-DB6A-482E-B6B9-0E22BDBB777E}" type="sibTrans" cxnId="{A04E2610-DBBA-42C8-8ECA-A5DF5B437FFA}">
      <dgm:prSet/>
      <dgm:spPr/>
      <dgm:t>
        <a:bodyPr/>
        <a:lstStyle/>
        <a:p>
          <a:endParaRPr lang="uk-UA"/>
        </a:p>
      </dgm:t>
    </dgm:pt>
    <dgm:pt modelId="{3645608D-CEF8-4DBD-AE1E-4B116F1AE560}">
      <dgm:prSet/>
      <dgm:spPr/>
      <dgm:t>
        <a:bodyPr/>
        <a:lstStyle/>
        <a:p>
          <a:r>
            <a:rPr lang="uk-UA" b="0" i="0"/>
            <a:t>ліквідація аграрного перенаселення та селянського безземелля</a:t>
          </a:r>
          <a:endParaRPr lang="uk-UA"/>
        </a:p>
      </dgm:t>
    </dgm:pt>
    <dgm:pt modelId="{01CEA983-C764-4A5B-9872-371039EF7191}" type="parTrans" cxnId="{261CDE59-4E07-4375-8B69-8CF3CB368A1A}">
      <dgm:prSet/>
      <dgm:spPr/>
      <dgm:t>
        <a:bodyPr/>
        <a:lstStyle/>
        <a:p>
          <a:endParaRPr lang="uk-UA"/>
        </a:p>
      </dgm:t>
    </dgm:pt>
    <dgm:pt modelId="{D589D5AA-A65F-4FF9-9507-2392EBF7014C}" type="sibTrans" cxnId="{261CDE59-4E07-4375-8B69-8CF3CB368A1A}">
      <dgm:prSet/>
      <dgm:spPr/>
      <dgm:t>
        <a:bodyPr/>
        <a:lstStyle/>
        <a:p>
          <a:endParaRPr lang="uk-UA"/>
        </a:p>
      </dgm:t>
    </dgm:pt>
    <dgm:pt modelId="{FCB100E8-3D39-424C-B93B-4D47553DEC73}" type="pres">
      <dgm:prSet presAssocID="{26C87F76-4188-4A0C-91C3-0D00E361CB92}" presName="linear" presStyleCnt="0">
        <dgm:presLayoutVars>
          <dgm:animLvl val="lvl"/>
          <dgm:resizeHandles val="exact"/>
        </dgm:presLayoutVars>
      </dgm:prSet>
      <dgm:spPr/>
    </dgm:pt>
    <dgm:pt modelId="{41167390-2416-4232-8531-5CA094599687}" type="pres">
      <dgm:prSet presAssocID="{B68DCFF8-EB27-4AF1-9A6A-BD56C539D4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91F1331-71B8-46B1-B88C-7C6C1253A341}" type="pres">
      <dgm:prSet presAssocID="{A07C4F24-3B47-4CE4-8CA8-F8E868E5E063}" presName="spacer" presStyleCnt="0"/>
      <dgm:spPr/>
    </dgm:pt>
    <dgm:pt modelId="{CA4250BA-2944-4794-A16D-F1A066E23C03}" type="pres">
      <dgm:prSet presAssocID="{0DEDB8E4-1EC8-4687-BFA6-CBE9AB4F9A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1ABA124-CCED-431C-8716-F31B33E0B8CA}" type="pres">
      <dgm:prSet presAssocID="{93587622-7584-48C8-B3F4-5CFC1ECAA7B5}" presName="spacer" presStyleCnt="0"/>
      <dgm:spPr/>
    </dgm:pt>
    <dgm:pt modelId="{AE08B217-5ED9-4D65-A72F-2797601DD755}" type="pres">
      <dgm:prSet presAssocID="{C1E6CB64-7F49-4685-BFF4-706A6D414AD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289ECE-C78A-4FF7-892D-EA9C60334B30}" type="pres">
      <dgm:prSet presAssocID="{8D6F3EE9-DB6A-482E-B6B9-0E22BDBB777E}" presName="spacer" presStyleCnt="0"/>
      <dgm:spPr/>
    </dgm:pt>
    <dgm:pt modelId="{99C3D057-264D-47F4-825E-CF7BB1986888}" type="pres">
      <dgm:prSet presAssocID="{3645608D-CEF8-4DBD-AE1E-4B116F1AE56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4E2610-DBBA-42C8-8ECA-A5DF5B437FFA}" srcId="{26C87F76-4188-4A0C-91C3-0D00E361CB92}" destId="{C1E6CB64-7F49-4685-BFF4-706A6D414ADE}" srcOrd="2" destOrd="0" parTransId="{66E068F8-0982-4BFD-BA08-9C69190C83D9}" sibTransId="{8D6F3EE9-DB6A-482E-B6B9-0E22BDBB777E}"/>
    <dgm:cxn modelId="{B9F7443F-73CE-414B-BBCB-5BB5B5F776F6}" srcId="{26C87F76-4188-4A0C-91C3-0D00E361CB92}" destId="{B68DCFF8-EB27-4AF1-9A6A-BD56C539D43E}" srcOrd="0" destOrd="0" parTransId="{FDFDA742-7E76-435D-860B-2E743D4D71C3}" sibTransId="{A07C4F24-3B47-4CE4-8CA8-F8E868E5E063}"/>
    <dgm:cxn modelId="{16B7975F-2612-4B97-B065-385E7793C053}" type="presOf" srcId="{26C87F76-4188-4A0C-91C3-0D00E361CB92}" destId="{FCB100E8-3D39-424C-B93B-4D47553DEC73}" srcOrd="0" destOrd="0" presId="urn:microsoft.com/office/officeart/2005/8/layout/vList2"/>
    <dgm:cxn modelId="{261CDE59-4E07-4375-8B69-8CF3CB368A1A}" srcId="{26C87F76-4188-4A0C-91C3-0D00E361CB92}" destId="{3645608D-CEF8-4DBD-AE1E-4B116F1AE560}" srcOrd="3" destOrd="0" parTransId="{01CEA983-C764-4A5B-9872-371039EF7191}" sibTransId="{D589D5AA-A65F-4FF9-9507-2392EBF7014C}"/>
    <dgm:cxn modelId="{D3F8817D-D92E-4364-8746-390F71BD1FCB}" type="presOf" srcId="{B68DCFF8-EB27-4AF1-9A6A-BD56C539D43E}" destId="{41167390-2416-4232-8531-5CA094599687}" srcOrd="0" destOrd="0" presId="urn:microsoft.com/office/officeart/2005/8/layout/vList2"/>
    <dgm:cxn modelId="{87C77FB4-9904-4CB2-BADA-F46B01F46FBA}" type="presOf" srcId="{C1E6CB64-7F49-4685-BFF4-706A6D414ADE}" destId="{AE08B217-5ED9-4D65-A72F-2797601DD755}" srcOrd="0" destOrd="0" presId="urn:microsoft.com/office/officeart/2005/8/layout/vList2"/>
    <dgm:cxn modelId="{792E32D3-3CD7-4B74-9C99-084E57FB2231}" type="presOf" srcId="{0DEDB8E4-1EC8-4687-BFA6-CBE9AB4F9A70}" destId="{CA4250BA-2944-4794-A16D-F1A066E23C03}" srcOrd="0" destOrd="0" presId="urn:microsoft.com/office/officeart/2005/8/layout/vList2"/>
    <dgm:cxn modelId="{258D34E5-DCB2-4AF2-A56D-4DC88D345F97}" srcId="{26C87F76-4188-4A0C-91C3-0D00E361CB92}" destId="{0DEDB8E4-1EC8-4687-BFA6-CBE9AB4F9A70}" srcOrd="1" destOrd="0" parTransId="{C3FEDC26-9689-4579-B8ED-D3A980F22ABD}" sibTransId="{93587622-7584-48C8-B3F4-5CFC1ECAA7B5}"/>
    <dgm:cxn modelId="{706F79E6-329B-4C82-A63B-E05629DFA6E5}" type="presOf" srcId="{3645608D-CEF8-4DBD-AE1E-4B116F1AE560}" destId="{99C3D057-264D-47F4-825E-CF7BB1986888}" srcOrd="0" destOrd="0" presId="urn:microsoft.com/office/officeart/2005/8/layout/vList2"/>
    <dgm:cxn modelId="{EB9FA059-BC8C-40D1-921D-3D76416BBB87}" type="presParOf" srcId="{FCB100E8-3D39-424C-B93B-4D47553DEC73}" destId="{41167390-2416-4232-8531-5CA094599687}" srcOrd="0" destOrd="0" presId="urn:microsoft.com/office/officeart/2005/8/layout/vList2"/>
    <dgm:cxn modelId="{51267296-E896-4C5E-B513-EC2AF063C56A}" type="presParOf" srcId="{FCB100E8-3D39-424C-B93B-4D47553DEC73}" destId="{791F1331-71B8-46B1-B88C-7C6C1253A341}" srcOrd="1" destOrd="0" presId="urn:microsoft.com/office/officeart/2005/8/layout/vList2"/>
    <dgm:cxn modelId="{55E2252C-65E5-49B6-A907-1F4F31BEC2DA}" type="presParOf" srcId="{FCB100E8-3D39-424C-B93B-4D47553DEC73}" destId="{CA4250BA-2944-4794-A16D-F1A066E23C03}" srcOrd="2" destOrd="0" presId="urn:microsoft.com/office/officeart/2005/8/layout/vList2"/>
    <dgm:cxn modelId="{021C7B07-E528-4B2B-A020-D7DCB64591C7}" type="presParOf" srcId="{FCB100E8-3D39-424C-B93B-4D47553DEC73}" destId="{B1ABA124-CCED-431C-8716-F31B33E0B8CA}" srcOrd="3" destOrd="0" presId="urn:microsoft.com/office/officeart/2005/8/layout/vList2"/>
    <dgm:cxn modelId="{ED19E6CB-C1DB-45E1-BAF7-FC3CC96C4239}" type="presParOf" srcId="{FCB100E8-3D39-424C-B93B-4D47553DEC73}" destId="{AE08B217-5ED9-4D65-A72F-2797601DD755}" srcOrd="4" destOrd="0" presId="urn:microsoft.com/office/officeart/2005/8/layout/vList2"/>
    <dgm:cxn modelId="{C883BAA5-3AB3-46E5-8FD7-FAAE075B0E00}" type="presParOf" srcId="{FCB100E8-3D39-424C-B93B-4D47553DEC73}" destId="{A9289ECE-C78A-4FF7-892D-EA9C60334B30}" srcOrd="5" destOrd="0" presId="urn:microsoft.com/office/officeart/2005/8/layout/vList2"/>
    <dgm:cxn modelId="{5C20A146-E63B-466B-94D3-6E47EE58932E}" type="presParOf" srcId="{FCB100E8-3D39-424C-B93B-4D47553DEC73}" destId="{99C3D057-264D-47F4-825E-CF7BB198688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EB0A88D3-356A-4FB6-9F97-CE5AF7F442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B5F154E-2B66-46B1-8CD3-33050B559820}">
      <dgm:prSet/>
      <dgm:spPr/>
      <dgm:t>
        <a:bodyPr/>
        <a:lstStyle/>
        <a:p>
          <a:r>
            <a:rPr lang="uk-UA" b="0" i="0"/>
            <a:t>Українське національно-демократичне об’єднання (УНДО)</a:t>
          </a:r>
          <a:endParaRPr lang="uk-UA"/>
        </a:p>
      </dgm:t>
    </dgm:pt>
    <dgm:pt modelId="{1B290115-4EA9-4FA7-9EBE-0A477C6093DA}" type="parTrans" cxnId="{DF90CC14-F9B8-48DE-AC15-5CF96D5012A4}">
      <dgm:prSet/>
      <dgm:spPr/>
      <dgm:t>
        <a:bodyPr/>
        <a:lstStyle/>
        <a:p>
          <a:endParaRPr lang="uk-UA"/>
        </a:p>
      </dgm:t>
    </dgm:pt>
    <dgm:pt modelId="{4177D5D7-B489-4DA9-A272-E9CE5BBCFB3B}" type="sibTrans" cxnId="{DF90CC14-F9B8-48DE-AC15-5CF96D5012A4}">
      <dgm:prSet/>
      <dgm:spPr/>
      <dgm:t>
        <a:bodyPr/>
        <a:lstStyle/>
        <a:p>
          <a:endParaRPr lang="uk-UA"/>
        </a:p>
      </dgm:t>
    </dgm:pt>
    <dgm:pt modelId="{7BFB39C5-D7AB-4F3A-AC63-B26E8817FFC7}">
      <dgm:prSet/>
      <dgm:spPr/>
      <dgm:t>
        <a:bodyPr/>
        <a:lstStyle/>
        <a:p>
          <a:r>
            <a:rPr lang="uk-UA" b="0" i="0"/>
            <a:t>Українська соціалістично-радикальна партія (УСРП)</a:t>
          </a:r>
          <a:endParaRPr lang="uk-UA"/>
        </a:p>
      </dgm:t>
    </dgm:pt>
    <dgm:pt modelId="{17A677C2-59F8-426E-9F75-6C151FAEAFDC}" type="parTrans" cxnId="{E571E029-CEEA-4397-BEAB-7FC28218B5AD}">
      <dgm:prSet/>
      <dgm:spPr/>
      <dgm:t>
        <a:bodyPr/>
        <a:lstStyle/>
        <a:p>
          <a:endParaRPr lang="uk-UA"/>
        </a:p>
      </dgm:t>
    </dgm:pt>
    <dgm:pt modelId="{87545525-85D8-429C-B9DF-C28907530AD0}" type="sibTrans" cxnId="{E571E029-CEEA-4397-BEAB-7FC28218B5AD}">
      <dgm:prSet/>
      <dgm:spPr/>
      <dgm:t>
        <a:bodyPr/>
        <a:lstStyle/>
        <a:p>
          <a:endParaRPr lang="uk-UA"/>
        </a:p>
      </dgm:t>
    </dgm:pt>
    <dgm:pt modelId="{E39CB3E3-36F0-45B3-9E4D-A5B67A4897B2}">
      <dgm:prSet/>
      <dgm:spPr/>
      <dgm:t>
        <a:bodyPr/>
        <a:lstStyle/>
        <a:p>
          <a:r>
            <a:rPr lang="uk-UA" b="0" i="0"/>
            <a:t>Організація українських націоналістів (ОУН)</a:t>
          </a:r>
          <a:endParaRPr lang="uk-UA"/>
        </a:p>
      </dgm:t>
    </dgm:pt>
    <dgm:pt modelId="{E1A4B233-4051-4E59-9BE4-7D1AC62A8827}" type="parTrans" cxnId="{19C2D271-DBD4-4C19-B920-62B26EE12717}">
      <dgm:prSet/>
      <dgm:spPr/>
      <dgm:t>
        <a:bodyPr/>
        <a:lstStyle/>
        <a:p>
          <a:endParaRPr lang="uk-UA"/>
        </a:p>
      </dgm:t>
    </dgm:pt>
    <dgm:pt modelId="{03AD291E-9174-4101-8E83-ABAE15AE1135}" type="sibTrans" cxnId="{19C2D271-DBD4-4C19-B920-62B26EE12717}">
      <dgm:prSet/>
      <dgm:spPr/>
      <dgm:t>
        <a:bodyPr/>
        <a:lstStyle/>
        <a:p>
          <a:endParaRPr lang="uk-UA"/>
        </a:p>
      </dgm:t>
    </dgm:pt>
    <dgm:pt modelId="{64BF05A9-1FE7-4D26-ABBD-420FEE53C180}">
      <dgm:prSet/>
      <dgm:spPr/>
      <dgm:t>
        <a:bodyPr/>
        <a:lstStyle/>
        <a:p>
          <a:r>
            <a:rPr lang="uk-UA" b="0" i="0"/>
            <a:t>Українська національна партія (УНП)</a:t>
          </a:r>
          <a:endParaRPr lang="uk-UA"/>
        </a:p>
      </dgm:t>
    </dgm:pt>
    <dgm:pt modelId="{265C72DD-A4F2-418A-A3A0-F1EA90D2892D}" type="parTrans" cxnId="{D940ECD6-A835-4D85-A065-E00D77B59A65}">
      <dgm:prSet/>
      <dgm:spPr/>
      <dgm:t>
        <a:bodyPr/>
        <a:lstStyle/>
        <a:p>
          <a:endParaRPr lang="uk-UA"/>
        </a:p>
      </dgm:t>
    </dgm:pt>
    <dgm:pt modelId="{6F6DD6B8-E975-4C2A-8C72-7730668B3A2D}" type="sibTrans" cxnId="{D940ECD6-A835-4D85-A065-E00D77B59A65}">
      <dgm:prSet/>
      <dgm:spPr/>
      <dgm:t>
        <a:bodyPr/>
        <a:lstStyle/>
        <a:p>
          <a:endParaRPr lang="uk-UA"/>
        </a:p>
      </dgm:t>
    </dgm:pt>
    <dgm:pt modelId="{2E4C2367-0320-4C40-A191-D20D25EC2EF3}" type="pres">
      <dgm:prSet presAssocID="{EB0A88D3-356A-4FB6-9F97-CE5AF7F44264}" presName="linear" presStyleCnt="0">
        <dgm:presLayoutVars>
          <dgm:animLvl val="lvl"/>
          <dgm:resizeHandles val="exact"/>
        </dgm:presLayoutVars>
      </dgm:prSet>
      <dgm:spPr/>
    </dgm:pt>
    <dgm:pt modelId="{5AB8A25F-7867-432E-B362-15D3C4B7DE54}" type="pres">
      <dgm:prSet presAssocID="{8B5F154E-2B66-46B1-8CD3-33050B55982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68572E-8231-404E-BEA1-AE1E63A93678}" type="pres">
      <dgm:prSet presAssocID="{4177D5D7-B489-4DA9-A272-E9CE5BBCFB3B}" presName="spacer" presStyleCnt="0"/>
      <dgm:spPr/>
    </dgm:pt>
    <dgm:pt modelId="{A058EF01-AA74-4057-BE86-F2A28E52A5DB}" type="pres">
      <dgm:prSet presAssocID="{7BFB39C5-D7AB-4F3A-AC63-B26E8817FFC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671E20-EB72-4BAA-A126-40DFE3A35D89}" type="pres">
      <dgm:prSet presAssocID="{87545525-85D8-429C-B9DF-C28907530AD0}" presName="spacer" presStyleCnt="0"/>
      <dgm:spPr/>
    </dgm:pt>
    <dgm:pt modelId="{86B01386-BA45-4F3E-A73A-324C3B46B350}" type="pres">
      <dgm:prSet presAssocID="{E39CB3E3-36F0-45B3-9E4D-A5B67A4897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961B7BA-F656-44F6-8AA4-836E4D095C17}" type="pres">
      <dgm:prSet presAssocID="{03AD291E-9174-4101-8E83-ABAE15AE1135}" presName="spacer" presStyleCnt="0"/>
      <dgm:spPr/>
    </dgm:pt>
    <dgm:pt modelId="{415231E1-CD58-4501-BF52-B3C470D9CE60}" type="pres">
      <dgm:prSet presAssocID="{64BF05A9-1FE7-4D26-ABBD-420FEE53C1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FC31313-989F-4DC6-8CA0-5FF65A7F3A22}" type="presOf" srcId="{8B5F154E-2B66-46B1-8CD3-33050B559820}" destId="{5AB8A25F-7867-432E-B362-15D3C4B7DE54}" srcOrd="0" destOrd="0" presId="urn:microsoft.com/office/officeart/2005/8/layout/vList2"/>
    <dgm:cxn modelId="{DF90CC14-F9B8-48DE-AC15-5CF96D5012A4}" srcId="{EB0A88D3-356A-4FB6-9F97-CE5AF7F44264}" destId="{8B5F154E-2B66-46B1-8CD3-33050B559820}" srcOrd="0" destOrd="0" parTransId="{1B290115-4EA9-4FA7-9EBE-0A477C6093DA}" sibTransId="{4177D5D7-B489-4DA9-A272-E9CE5BBCFB3B}"/>
    <dgm:cxn modelId="{E571E029-CEEA-4397-BEAB-7FC28218B5AD}" srcId="{EB0A88D3-356A-4FB6-9F97-CE5AF7F44264}" destId="{7BFB39C5-D7AB-4F3A-AC63-B26E8817FFC7}" srcOrd="1" destOrd="0" parTransId="{17A677C2-59F8-426E-9F75-6C151FAEAFDC}" sibTransId="{87545525-85D8-429C-B9DF-C28907530AD0}"/>
    <dgm:cxn modelId="{CB594F5C-0C38-48CB-93A7-B017D3B851C4}" type="presOf" srcId="{64BF05A9-1FE7-4D26-ABBD-420FEE53C180}" destId="{415231E1-CD58-4501-BF52-B3C470D9CE60}" srcOrd="0" destOrd="0" presId="urn:microsoft.com/office/officeart/2005/8/layout/vList2"/>
    <dgm:cxn modelId="{19C2D271-DBD4-4C19-B920-62B26EE12717}" srcId="{EB0A88D3-356A-4FB6-9F97-CE5AF7F44264}" destId="{E39CB3E3-36F0-45B3-9E4D-A5B67A4897B2}" srcOrd="2" destOrd="0" parTransId="{E1A4B233-4051-4E59-9BE4-7D1AC62A8827}" sibTransId="{03AD291E-9174-4101-8E83-ABAE15AE1135}"/>
    <dgm:cxn modelId="{AA50908C-D2D1-4853-9A01-A85038D17CC9}" type="presOf" srcId="{E39CB3E3-36F0-45B3-9E4D-A5B67A4897B2}" destId="{86B01386-BA45-4F3E-A73A-324C3B46B350}" srcOrd="0" destOrd="0" presId="urn:microsoft.com/office/officeart/2005/8/layout/vList2"/>
    <dgm:cxn modelId="{B02D8EA6-DCA4-4390-A8C0-12EAB56BCA8F}" type="presOf" srcId="{EB0A88D3-356A-4FB6-9F97-CE5AF7F44264}" destId="{2E4C2367-0320-4C40-A191-D20D25EC2EF3}" srcOrd="0" destOrd="0" presId="urn:microsoft.com/office/officeart/2005/8/layout/vList2"/>
    <dgm:cxn modelId="{4A399FAD-6670-445C-82FD-E562799B0AA1}" type="presOf" srcId="{7BFB39C5-D7AB-4F3A-AC63-B26E8817FFC7}" destId="{A058EF01-AA74-4057-BE86-F2A28E52A5DB}" srcOrd="0" destOrd="0" presId="urn:microsoft.com/office/officeart/2005/8/layout/vList2"/>
    <dgm:cxn modelId="{D940ECD6-A835-4D85-A065-E00D77B59A65}" srcId="{EB0A88D3-356A-4FB6-9F97-CE5AF7F44264}" destId="{64BF05A9-1FE7-4D26-ABBD-420FEE53C180}" srcOrd="3" destOrd="0" parTransId="{265C72DD-A4F2-418A-A3A0-F1EA90D2892D}" sibTransId="{6F6DD6B8-E975-4C2A-8C72-7730668B3A2D}"/>
    <dgm:cxn modelId="{F58E4290-3A29-4D80-8035-DDB1636AB12D}" type="presParOf" srcId="{2E4C2367-0320-4C40-A191-D20D25EC2EF3}" destId="{5AB8A25F-7867-432E-B362-15D3C4B7DE54}" srcOrd="0" destOrd="0" presId="urn:microsoft.com/office/officeart/2005/8/layout/vList2"/>
    <dgm:cxn modelId="{6D0DAA28-0512-40CA-9149-45DFBD11C414}" type="presParOf" srcId="{2E4C2367-0320-4C40-A191-D20D25EC2EF3}" destId="{0768572E-8231-404E-BEA1-AE1E63A93678}" srcOrd="1" destOrd="0" presId="urn:microsoft.com/office/officeart/2005/8/layout/vList2"/>
    <dgm:cxn modelId="{28ED6850-9C98-4691-A1BE-B74119C5EAE6}" type="presParOf" srcId="{2E4C2367-0320-4C40-A191-D20D25EC2EF3}" destId="{A058EF01-AA74-4057-BE86-F2A28E52A5DB}" srcOrd="2" destOrd="0" presId="urn:microsoft.com/office/officeart/2005/8/layout/vList2"/>
    <dgm:cxn modelId="{6585E515-8A9F-412F-8B73-D3915FDCB448}" type="presParOf" srcId="{2E4C2367-0320-4C40-A191-D20D25EC2EF3}" destId="{E5671E20-EB72-4BAA-A126-40DFE3A35D89}" srcOrd="3" destOrd="0" presId="urn:microsoft.com/office/officeart/2005/8/layout/vList2"/>
    <dgm:cxn modelId="{DC8547E2-3A64-49DB-A8C8-5DB1F73182C3}" type="presParOf" srcId="{2E4C2367-0320-4C40-A191-D20D25EC2EF3}" destId="{86B01386-BA45-4F3E-A73A-324C3B46B350}" srcOrd="4" destOrd="0" presId="urn:microsoft.com/office/officeart/2005/8/layout/vList2"/>
    <dgm:cxn modelId="{D37DE1BA-EAEF-4197-B4E1-ECF288A13107}" type="presParOf" srcId="{2E4C2367-0320-4C40-A191-D20D25EC2EF3}" destId="{9961B7BA-F656-44F6-8AA4-836E4D095C17}" srcOrd="5" destOrd="0" presId="urn:microsoft.com/office/officeart/2005/8/layout/vList2"/>
    <dgm:cxn modelId="{DCDB43D5-DA4A-4203-ADE1-105BE25E7DEA}" type="presParOf" srcId="{2E4C2367-0320-4C40-A191-D20D25EC2EF3}" destId="{415231E1-CD58-4501-BF52-B3C470D9CE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72E39472-D6DF-4B9D-95CC-3437CAA6B5F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6199EE-597F-4C76-907F-93671C321827}">
      <dgm:prSet/>
      <dgm:spPr/>
      <dgm:t>
        <a:bodyPr/>
        <a:lstStyle/>
        <a:p>
          <a:r>
            <a:rPr lang="uk-UA" b="0" i="0"/>
            <a:t>учасник боїв за гору Маківка</a:t>
          </a:r>
          <a:endParaRPr lang="uk-UA"/>
        </a:p>
      </dgm:t>
    </dgm:pt>
    <dgm:pt modelId="{5D69D07A-F45B-4BA5-B8D6-EDA87420E1A3}" type="parTrans" cxnId="{40897DAA-526C-4017-9340-C2078270721D}">
      <dgm:prSet/>
      <dgm:spPr/>
      <dgm:t>
        <a:bodyPr/>
        <a:lstStyle/>
        <a:p>
          <a:endParaRPr lang="uk-UA"/>
        </a:p>
      </dgm:t>
    </dgm:pt>
    <dgm:pt modelId="{69C2665A-8413-4B64-96CC-4205CD22AD6A}" type="sibTrans" cxnId="{40897DAA-526C-4017-9340-C2078270721D}">
      <dgm:prSet/>
      <dgm:spPr/>
      <dgm:t>
        <a:bodyPr/>
        <a:lstStyle/>
        <a:p>
          <a:endParaRPr lang="uk-UA"/>
        </a:p>
      </dgm:t>
    </dgm:pt>
    <dgm:pt modelId="{51076EAC-044C-434F-BE9D-02BD7C0EF17C}">
      <dgm:prSet/>
      <dgm:spPr/>
      <dgm:t>
        <a:bodyPr/>
        <a:lstStyle/>
        <a:p>
          <a:r>
            <a:rPr lang="uk-UA" b="0" i="0"/>
            <a:t>засновник Української військової організації (УВО)</a:t>
          </a:r>
          <a:endParaRPr lang="uk-UA"/>
        </a:p>
      </dgm:t>
    </dgm:pt>
    <dgm:pt modelId="{899531EE-BA8F-4F7D-9364-F33BAAC6D171}" type="parTrans" cxnId="{635B901E-9455-4260-8636-8616E508BDF2}">
      <dgm:prSet/>
      <dgm:spPr/>
      <dgm:t>
        <a:bodyPr/>
        <a:lstStyle/>
        <a:p>
          <a:endParaRPr lang="uk-UA"/>
        </a:p>
      </dgm:t>
    </dgm:pt>
    <dgm:pt modelId="{AE97611E-318E-4AC8-BE01-DBC32BAFB0BD}" type="sibTrans" cxnId="{635B901E-9455-4260-8636-8616E508BDF2}">
      <dgm:prSet/>
      <dgm:spPr/>
      <dgm:t>
        <a:bodyPr/>
        <a:lstStyle/>
        <a:p>
          <a:endParaRPr lang="uk-UA"/>
        </a:p>
      </dgm:t>
    </dgm:pt>
    <dgm:pt modelId="{E15D486F-D2BC-4A4C-BA14-F105BA689EF1}">
      <dgm:prSet/>
      <dgm:spPr/>
      <dgm:t>
        <a:bodyPr/>
        <a:lstStyle/>
        <a:p>
          <a:r>
            <a:rPr lang="uk-UA" b="0" i="0"/>
            <a:t>командир Галицько-Буковинського куреня січових стрільців</a:t>
          </a:r>
          <a:endParaRPr lang="uk-UA"/>
        </a:p>
      </dgm:t>
    </dgm:pt>
    <dgm:pt modelId="{F44D5AED-999F-4AF4-8A33-FF060E66ADC1}" type="parTrans" cxnId="{7491D4A6-3D52-4907-A490-8BDD64D4B286}">
      <dgm:prSet/>
      <dgm:spPr/>
      <dgm:t>
        <a:bodyPr/>
        <a:lstStyle/>
        <a:p>
          <a:endParaRPr lang="uk-UA"/>
        </a:p>
      </dgm:t>
    </dgm:pt>
    <dgm:pt modelId="{801EB760-5FA0-4602-8F37-E131146260DB}" type="sibTrans" cxnId="{7491D4A6-3D52-4907-A490-8BDD64D4B286}">
      <dgm:prSet/>
      <dgm:spPr/>
      <dgm:t>
        <a:bodyPr/>
        <a:lstStyle/>
        <a:p>
          <a:endParaRPr lang="uk-UA"/>
        </a:p>
      </dgm:t>
    </dgm:pt>
    <dgm:pt modelId="{F93C9416-9FEE-4414-A46F-0EDB94BB9562}">
      <dgm:prSet/>
      <dgm:spPr/>
      <dgm:t>
        <a:bodyPr/>
        <a:lstStyle/>
        <a:p>
          <a:r>
            <a:rPr lang="uk-UA" b="0" i="0"/>
            <a:t>керівник Організації українських націоналістів (ОУН)</a:t>
          </a:r>
          <a:endParaRPr lang="uk-UA"/>
        </a:p>
      </dgm:t>
    </dgm:pt>
    <dgm:pt modelId="{29C1F24F-C10F-4469-AE75-2F2C03B38369}" type="parTrans" cxnId="{170C59FB-2FA4-4CDD-9577-F7CF734BE6E6}">
      <dgm:prSet/>
      <dgm:spPr/>
      <dgm:t>
        <a:bodyPr/>
        <a:lstStyle/>
        <a:p>
          <a:endParaRPr lang="uk-UA"/>
        </a:p>
      </dgm:t>
    </dgm:pt>
    <dgm:pt modelId="{26716DB8-BA44-4EF9-A796-6A6A63A2296B}" type="sibTrans" cxnId="{170C59FB-2FA4-4CDD-9577-F7CF734BE6E6}">
      <dgm:prSet/>
      <dgm:spPr/>
      <dgm:t>
        <a:bodyPr/>
        <a:lstStyle/>
        <a:p>
          <a:endParaRPr lang="uk-UA"/>
        </a:p>
      </dgm:t>
    </dgm:pt>
    <dgm:pt modelId="{FFF24CC1-CA05-47CF-A820-A194CD6B8B17}" type="pres">
      <dgm:prSet presAssocID="{72E39472-D6DF-4B9D-95CC-3437CAA6B5F2}" presName="linear" presStyleCnt="0">
        <dgm:presLayoutVars>
          <dgm:animLvl val="lvl"/>
          <dgm:resizeHandles val="exact"/>
        </dgm:presLayoutVars>
      </dgm:prSet>
      <dgm:spPr/>
    </dgm:pt>
    <dgm:pt modelId="{FBD3FD55-8F5D-4499-98A6-2C4966616E86}" type="pres">
      <dgm:prSet presAssocID="{826199EE-597F-4C76-907F-93671C32182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0D9E71F-AA02-4D5D-9C6C-2C36E9501124}" type="pres">
      <dgm:prSet presAssocID="{69C2665A-8413-4B64-96CC-4205CD22AD6A}" presName="spacer" presStyleCnt="0"/>
      <dgm:spPr/>
    </dgm:pt>
    <dgm:pt modelId="{12EE5108-754B-4C3D-A067-0BE6D9EB08F4}" type="pres">
      <dgm:prSet presAssocID="{51076EAC-044C-434F-BE9D-02BD7C0EF17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DADB4D-153B-4B34-84E7-541D086D048C}" type="pres">
      <dgm:prSet presAssocID="{AE97611E-318E-4AC8-BE01-DBC32BAFB0BD}" presName="spacer" presStyleCnt="0"/>
      <dgm:spPr/>
    </dgm:pt>
    <dgm:pt modelId="{603E60B9-6B43-43AD-82D4-9BE1E5090942}" type="pres">
      <dgm:prSet presAssocID="{E15D486F-D2BC-4A4C-BA14-F105BA689E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C92779F-5E81-40C1-87FB-12E9E0297561}" type="pres">
      <dgm:prSet presAssocID="{801EB760-5FA0-4602-8F37-E131146260DB}" presName="spacer" presStyleCnt="0"/>
      <dgm:spPr/>
    </dgm:pt>
    <dgm:pt modelId="{4EE2C11B-4413-42FE-AB79-3D8C3789F131}" type="pres">
      <dgm:prSet presAssocID="{F93C9416-9FEE-4414-A46F-0EDB94BB956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01FD905-BE9A-4888-AFEB-4F78990BB342}" type="presOf" srcId="{72E39472-D6DF-4B9D-95CC-3437CAA6B5F2}" destId="{FFF24CC1-CA05-47CF-A820-A194CD6B8B17}" srcOrd="0" destOrd="0" presId="urn:microsoft.com/office/officeart/2005/8/layout/vList2"/>
    <dgm:cxn modelId="{635B901E-9455-4260-8636-8616E508BDF2}" srcId="{72E39472-D6DF-4B9D-95CC-3437CAA6B5F2}" destId="{51076EAC-044C-434F-BE9D-02BD7C0EF17C}" srcOrd="1" destOrd="0" parTransId="{899531EE-BA8F-4F7D-9364-F33BAAC6D171}" sibTransId="{AE97611E-318E-4AC8-BE01-DBC32BAFB0BD}"/>
    <dgm:cxn modelId="{64A5EA67-352E-414E-8FA2-44D342842680}" type="presOf" srcId="{F93C9416-9FEE-4414-A46F-0EDB94BB9562}" destId="{4EE2C11B-4413-42FE-AB79-3D8C3789F131}" srcOrd="0" destOrd="0" presId="urn:microsoft.com/office/officeart/2005/8/layout/vList2"/>
    <dgm:cxn modelId="{46AFAF6A-C00F-490B-90CC-30FD458CEAE6}" type="presOf" srcId="{51076EAC-044C-434F-BE9D-02BD7C0EF17C}" destId="{12EE5108-754B-4C3D-A067-0BE6D9EB08F4}" srcOrd="0" destOrd="0" presId="urn:microsoft.com/office/officeart/2005/8/layout/vList2"/>
    <dgm:cxn modelId="{9CFA0653-C168-4E1B-A058-95B3458305B0}" type="presOf" srcId="{826199EE-597F-4C76-907F-93671C321827}" destId="{FBD3FD55-8F5D-4499-98A6-2C4966616E86}" srcOrd="0" destOrd="0" presId="urn:microsoft.com/office/officeart/2005/8/layout/vList2"/>
    <dgm:cxn modelId="{7491D4A6-3D52-4907-A490-8BDD64D4B286}" srcId="{72E39472-D6DF-4B9D-95CC-3437CAA6B5F2}" destId="{E15D486F-D2BC-4A4C-BA14-F105BA689EF1}" srcOrd="2" destOrd="0" parTransId="{F44D5AED-999F-4AF4-8A33-FF060E66ADC1}" sibTransId="{801EB760-5FA0-4602-8F37-E131146260DB}"/>
    <dgm:cxn modelId="{842165A8-825C-4919-9884-ABBC94AD27C0}" type="presOf" srcId="{E15D486F-D2BC-4A4C-BA14-F105BA689EF1}" destId="{603E60B9-6B43-43AD-82D4-9BE1E5090942}" srcOrd="0" destOrd="0" presId="urn:microsoft.com/office/officeart/2005/8/layout/vList2"/>
    <dgm:cxn modelId="{40897DAA-526C-4017-9340-C2078270721D}" srcId="{72E39472-D6DF-4B9D-95CC-3437CAA6B5F2}" destId="{826199EE-597F-4C76-907F-93671C321827}" srcOrd="0" destOrd="0" parTransId="{5D69D07A-F45B-4BA5-B8D6-EDA87420E1A3}" sibTransId="{69C2665A-8413-4B64-96CC-4205CD22AD6A}"/>
    <dgm:cxn modelId="{170C59FB-2FA4-4CDD-9577-F7CF734BE6E6}" srcId="{72E39472-D6DF-4B9D-95CC-3437CAA6B5F2}" destId="{F93C9416-9FEE-4414-A46F-0EDB94BB9562}" srcOrd="3" destOrd="0" parTransId="{29C1F24F-C10F-4469-AE75-2F2C03B38369}" sibTransId="{26716DB8-BA44-4EF9-A796-6A6A63A2296B}"/>
    <dgm:cxn modelId="{2CCAA76B-2E0E-432F-92FA-5FD96F1BDDAF}" type="presParOf" srcId="{FFF24CC1-CA05-47CF-A820-A194CD6B8B17}" destId="{FBD3FD55-8F5D-4499-98A6-2C4966616E86}" srcOrd="0" destOrd="0" presId="urn:microsoft.com/office/officeart/2005/8/layout/vList2"/>
    <dgm:cxn modelId="{E40CF267-CD65-4BAF-8C19-5D97020D24F9}" type="presParOf" srcId="{FFF24CC1-CA05-47CF-A820-A194CD6B8B17}" destId="{F0D9E71F-AA02-4D5D-9C6C-2C36E9501124}" srcOrd="1" destOrd="0" presId="urn:microsoft.com/office/officeart/2005/8/layout/vList2"/>
    <dgm:cxn modelId="{DA95BF93-DC46-46F3-9C2A-7EF9AA94CB72}" type="presParOf" srcId="{FFF24CC1-CA05-47CF-A820-A194CD6B8B17}" destId="{12EE5108-754B-4C3D-A067-0BE6D9EB08F4}" srcOrd="2" destOrd="0" presId="urn:microsoft.com/office/officeart/2005/8/layout/vList2"/>
    <dgm:cxn modelId="{3322F838-7188-4E31-8C58-BDD07906A6E1}" type="presParOf" srcId="{FFF24CC1-CA05-47CF-A820-A194CD6B8B17}" destId="{72DADB4D-153B-4B34-84E7-541D086D048C}" srcOrd="3" destOrd="0" presId="urn:microsoft.com/office/officeart/2005/8/layout/vList2"/>
    <dgm:cxn modelId="{05BEBD3E-E14A-451F-BBBA-C3EC9AA2A323}" type="presParOf" srcId="{FFF24CC1-CA05-47CF-A820-A194CD6B8B17}" destId="{603E60B9-6B43-43AD-82D4-9BE1E5090942}" srcOrd="4" destOrd="0" presId="urn:microsoft.com/office/officeart/2005/8/layout/vList2"/>
    <dgm:cxn modelId="{F3CE0EC0-45CE-481B-A3A2-FAB9533408E3}" type="presParOf" srcId="{FFF24CC1-CA05-47CF-A820-A194CD6B8B17}" destId="{3C92779F-5E81-40C1-87FB-12E9E0297561}" srcOrd="5" destOrd="0" presId="urn:microsoft.com/office/officeart/2005/8/layout/vList2"/>
    <dgm:cxn modelId="{D5524D52-E628-4DFD-A8BC-49300524182C}" type="presParOf" srcId="{FFF24CC1-CA05-47CF-A820-A194CD6B8B17}" destId="{4EE2C11B-4413-42FE-AB79-3D8C3789F1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45C362F7-5453-4DD8-8517-59FFCB902D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9B1AC62-6E67-4A5C-8854-7453F88A214F}">
      <dgm:prSet/>
      <dgm:spPr/>
      <dgm:t>
        <a:bodyPr/>
        <a:lstStyle/>
        <a:p>
          <a:r>
            <a:rPr lang="uk-UA" b="0" i="0"/>
            <a:t>Української національної партії (УНП)</a:t>
          </a:r>
          <a:endParaRPr lang="uk-UA"/>
        </a:p>
      </dgm:t>
    </dgm:pt>
    <dgm:pt modelId="{1D3AF6CA-F428-4E18-B497-17C0ACC78AD9}" type="parTrans" cxnId="{AC1DD77C-1233-4B3E-AA99-7AB68986A0AD}">
      <dgm:prSet/>
      <dgm:spPr/>
      <dgm:t>
        <a:bodyPr/>
        <a:lstStyle/>
        <a:p>
          <a:endParaRPr lang="uk-UA"/>
        </a:p>
      </dgm:t>
    </dgm:pt>
    <dgm:pt modelId="{674AE774-636B-4E2B-9165-A35A816305C5}" type="sibTrans" cxnId="{AC1DD77C-1233-4B3E-AA99-7AB68986A0AD}">
      <dgm:prSet/>
      <dgm:spPr/>
      <dgm:t>
        <a:bodyPr/>
        <a:lstStyle/>
        <a:p>
          <a:endParaRPr lang="uk-UA"/>
        </a:p>
      </dgm:t>
    </dgm:pt>
    <dgm:pt modelId="{B0D0DE98-AF65-424A-B8E4-201FB9AFD059}">
      <dgm:prSet/>
      <dgm:spPr/>
      <dgm:t>
        <a:bodyPr/>
        <a:lstStyle/>
        <a:p>
          <a:r>
            <a:rPr lang="uk-UA" b="0" i="0"/>
            <a:t>Організації українських націоналістів (ОУН)</a:t>
          </a:r>
          <a:endParaRPr lang="uk-UA"/>
        </a:p>
      </dgm:t>
    </dgm:pt>
    <dgm:pt modelId="{9CEB1DB0-CD57-4670-A3BF-6DD8522CAAD2}" type="parTrans" cxnId="{E572BF87-2409-4B55-AF6D-CDDE1D084EF3}">
      <dgm:prSet/>
      <dgm:spPr/>
      <dgm:t>
        <a:bodyPr/>
        <a:lstStyle/>
        <a:p>
          <a:endParaRPr lang="uk-UA"/>
        </a:p>
      </dgm:t>
    </dgm:pt>
    <dgm:pt modelId="{C53339DB-D048-40FA-AAB2-97933723AC35}" type="sibTrans" cxnId="{E572BF87-2409-4B55-AF6D-CDDE1D084EF3}">
      <dgm:prSet/>
      <dgm:spPr/>
      <dgm:t>
        <a:bodyPr/>
        <a:lstStyle/>
        <a:p>
          <a:endParaRPr lang="uk-UA"/>
        </a:p>
      </dgm:t>
    </dgm:pt>
    <dgm:pt modelId="{C2FF763D-34A2-49CE-9749-A986BA11EFCC}">
      <dgm:prSet/>
      <dgm:spPr/>
      <dgm:t>
        <a:bodyPr/>
        <a:lstStyle/>
        <a:p>
          <a:r>
            <a:rPr lang="uk-UA" b="0" i="0"/>
            <a:t>Комуністичної партії Західної України (КПЗУ)</a:t>
          </a:r>
          <a:endParaRPr lang="uk-UA"/>
        </a:p>
      </dgm:t>
    </dgm:pt>
    <dgm:pt modelId="{C43121B9-B5B6-42BE-97F4-F1E8EB2DED6E}" type="parTrans" cxnId="{4C5680F2-988C-426D-ABE6-728DDFDD57D8}">
      <dgm:prSet/>
      <dgm:spPr/>
      <dgm:t>
        <a:bodyPr/>
        <a:lstStyle/>
        <a:p>
          <a:endParaRPr lang="uk-UA"/>
        </a:p>
      </dgm:t>
    </dgm:pt>
    <dgm:pt modelId="{42550A3D-0204-4309-84F1-33B072854F10}" type="sibTrans" cxnId="{4C5680F2-988C-426D-ABE6-728DDFDD57D8}">
      <dgm:prSet/>
      <dgm:spPr/>
      <dgm:t>
        <a:bodyPr/>
        <a:lstStyle/>
        <a:p>
          <a:endParaRPr lang="uk-UA"/>
        </a:p>
      </dgm:t>
    </dgm:pt>
    <dgm:pt modelId="{43078696-6E2D-4F4F-84FE-6C44BC29780F}">
      <dgm:prSet/>
      <dgm:spPr/>
      <dgm:t>
        <a:bodyPr/>
        <a:lstStyle/>
        <a:p>
          <a:r>
            <a:rPr lang="uk-UA" b="0" i="0"/>
            <a:t>Українського національно-демократичного об’єднання (УНДО)</a:t>
          </a:r>
          <a:endParaRPr lang="uk-UA"/>
        </a:p>
      </dgm:t>
    </dgm:pt>
    <dgm:pt modelId="{953713A1-EA25-46ED-ACB8-88676FBD3D28}" type="parTrans" cxnId="{3DF9397B-7555-4674-8AD2-9125EA4D1CFA}">
      <dgm:prSet/>
      <dgm:spPr/>
      <dgm:t>
        <a:bodyPr/>
        <a:lstStyle/>
        <a:p>
          <a:endParaRPr lang="uk-UA"/>
        </a:p>
      </dgm:t>
    </dgm:pt>
    <dgm:pt modelId="{B1A2DFAA-E743-4C76-8834-9C1E579804C8}" type="sibTrans" cxnId="{3DF9397B-7555-4674-8AD2-9125EA4D1CFA}">
      <dgm:prSet/>
      <dgm:spPr/>
      <dgm:t>
        <a:bodyPr/>
        <a:lstStyle/>
        <a:p>
          <a:endParaRPr lang="uk-UA"/>
        </a:p>
      </dgm:t>
    </dgm:pt>
    <dgm:pt modelId="{75B65D23-7862-4590-937A-639D7859A5B6}" type="pres">
      <dgm:prSet presAssocID="{45C362F7-5453-4DD8-8517-59FFCB902DDE}" presName="linear" presStyleCnt="0">
        <dgm:presLayoutVars>
          <dgm:animLvl val="lvl"/>
          <dgm:resizeHandles val="exact"/>
        </dgm:presLayoutVars>
      </dgm:prSet>
      <dgm:spPr/>
    </dgm:pt>
    <dgm:pt modelId="{611A3D01-1C9B-45B7-A425-DB8BCF9E1A7E}" type="pres">
      <dgm:prSet presAssocID="{39B1AC62-6E67-4A5C-8854-7453F88A21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F660CB9-FE7D-46AE-9ABC-A2712CFC2046}" type="pres">
      <dgm:prSet presAssocID="{674AE774-636B-4E2B-9165-A35A816305C5}" presName="spacer" presStyleCnt="0"/>
      <dgm:spPr/>
    </dgm:pt>
    <dgm:pt modelId="{431E9DDB-638C-400B-9283-3632688BAC3A}" type="pres">
      <dgm:prSet presAssocID="{B0D0DE98-AF65-424A-B8E4-201FB9AFD0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4C4AFDF-CEEB-4865-AE54-57517D4C39AB}" type="pres">
      <dgm:prSet presAssocID="{C53339DB-D048-40FA-AAB2-97933723AC35}" presName="spacer" presStyleCnt="0"/>
      <dgm:spPr/>
    </dgm:pt>
    <dgm:pt modelId="{545318C6-81EE-47B3-96A5-AED25410BA37}" type="pres">
      <dgm:prSet presAssocID="{C2FF763D-34A2-49CE-9749-A986BA11EFC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E6043B-C0FF-4006-89A5-034E928F5F18}" type="pres">
      <dgm:prSet presAssocID="{42550A3D-0204-4309-84F1-33B072854F10}" presName="spacer" presStyleCnt="0"/>
      <dgm:spPr/>
    </dgm:pt>
    <dgm:pt modelId="{4F0CD9BC-FC80-4CB2-8FA1-C075C93C2002}" type="pres">
      <dgm:prSet presAssocID="{43078696-6E2D-4F4F-84FE-6C44BC29780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25FA639-9A07-4798-9859-0E31AE3EF227}" type="presOf" srcId="{45C362F7-5453-4DD8-8517-59FFCB902DDE}" destId="{75B65D23-7862-4590-937A-639D7859A5B6}" srcOrd="0" destOrd="0" presId="urn:microsoft.com/office/officeart/2005/8/layout/vList2"/>
    <dgm:cxn modelId="{956CD23F-6A0A-4AC3-B98A-D8B8B09AF6AA}" type="presOf" srcId="{43078696-6E2D-4F4F-84FE-6C44BC29780F}" destId="{4F0CD9BC-FC80-4CB2-8FA1-C075C93C2002}" srcOrd="0" destOrd="0" presId="urn:microsoft.com/office/officeart/2005/8/layout/vList2"/>
    <dgm:cxn modelId="{3DF9397B-7555-4674-8AD2-9125EA4D1CFA}" srcId="{45C362F7-5453-4DD8-8517-59FFCB902DDE}" destId="{43078696-6E2D-4F4F-84FE-6C44BC29780F}" srcOrd="3" destOrd="0" parTransId="{953713A1-EA25-46ED-ACB8-88676FBD3D28}" sibTransId="{B1A2DFAA-E743-4C76-8834-9C1E579804C8}"/>
    <dgm:cxn modelId="{AC1DD77C-1233-4B3E-AA99-7AB68986A0AD}" srcId="{45C362F7-5453-4DD8-8517-59FFCB902DDE}" destId="{39B1AC62-6E67-4A5C-8854-7453F88A214F}" srcOrd="0" destOrd="0" parTransId="{1D3AF6CA-F428-4E18-B497-17C0ACC78AD9}" sibTransId="{674AE774-636B-4E2B-9165-A35A816305C5}"/>
    <dgm:cxn modelId="{32D66187-00B8-4D71-BED0-C067D43FEADE}" type="presOf" srcId="{B0D0DE98-AF65-424A-B8E4-201FB9AFD059}" destId="{431E9DDB-638C-400B-9283-3632688BAC3A}" srcOrd="0" destOrd="0" presId="urn:microsoft.com/office/officeart/2005/8/layout/vList2"/>
    <dgm:cxn modelId="{E572BF87-2409-4B55-AF6D-CDDE1D084EF3}" srcId="{45C362F7-5453-4DD8-8517-59FFCB902DDE}" destId="{B0D0DE98-AF65-424A-B8E4-201FB9AFD059}" srcOrd="1" destOrd="0" parTransId="{9CEB1DB0-CD57-4670-A3BF-6DD8522CAAD2}" sibTransId="{C53339DB-D048-40FA-AAB2-97933723AC35}"/>
    <dgm:cxn modelId="{98CEFC8B-5EE8-4C06-9B79-4219A4BE314E}" type="presOf" srcId="{C2FF763D-34A2-49CE-9749-A986BA11EFCC}" destId="{545318C6-81EE-47B3-96A5-AED25410BA37}" srcOrd="0" destOrd="0" presId="urn:microsoft.com/office/officeart/2005/8/layout/vList2"/>
    <dgm:cxn modelId="{D3517DB9-DCC0-401D-9D31-3BA9F8B5C7B7}" type="presOf" srcId="{39B1AC62-6E67-4A5C-8854-7453F88A214F}" destId="{611A3D01-1C9B-45B7-A425-DB8BCF9E1A7E}" srcOrd="0" destOrd="0" presId="urn:microsoft.com/office/officeart/2005/8/layout/vList2"/>
    <dgm:cxn modelId="{4C5680F2-988C-426D-ABE6-728DDFDD57D8}" srcId="{45C362F7-5453-4DD8-8517-59FFCB902DDE}" destId="{C2FF763D-34A2-49CE-9749-A986BA11EFCC}" srcOrd="2" destOrd="0" parTransId="{C43121B9-B5B6-42BE-97F4-F1E8EB2DED6E}" sibTransId="{42550A3D-0204-4309-84F1-33B072854F10}"/>
    <dgm:cxn modelId="{6E4B3AFD-DB7F-4875-AD28-F34F1B575F75}" type="presParOf" srcId="{75B65D23-7862-4590-937A-639D7859A5B6}" destId="{611A3D01-1C9B-45B7-A425-DB8BCF9E1A7E}" srcOrd="0" destOrd="0" presId="urn:microsoft.com/office/officeart/2005/8/layout/vList2"/>
    <dgm:cxn modelId="{44279B74-F482-4DD7-A97D-77402C1793BC}" type="presParOf" srcId="{75B65D23-7862-4590-937A-639D7859A5B6}" destId="{5F660CB9-FE7D-46AE-9ABC-A2712CFC2046}" srcOrd="1" destOrd="0" presId="urn:microsoft.com/office/officeart/2005/8/layout/vList2"/>
    <dgm:cxn modelId="{0AA71C4B-0400-4015-8639-BDC60808AAD4}" type="presParOf" srcId="{75B65D23-7862-4590-937A-639D7859A5B6}" destId="{431E9DDB-638C-400B-9283-3632688BAC3A}" srcOrd="2" destOrd="0" presId="urn:microsoft.com/office/officeart/2005/8/layout/vList2"/>
    <dgm:cxn modelId="{E2DF6F68-0A67-4F34-BB36-333A50E4E6C8}" type="presParOf" srcId="{75B65D23-7862-4590-937A-639D7859A5B6}" destId="{F4C4AFDF-CEEB-4865-AE54-57517D4C39AB}" srcOrd="3" destOrd="0" presId="urn:microsoft.com/office/officeart/2005/8/layout/vList2"/>
    <dgm:cxn modelId="{B7678139-673D-4F88-BC8A-CD2B18469051}" type="presParOf" srcId="{75B65D23-7862-4590-937A-639D7859A5B6}" destId="{545318C6-81EE-47B3-96A5-AED25410BA37}" srcOrd="4" destOrd="0" presId="urn:microsoft.com/office/officeart/2005/8/layout/vList2"/>
    <dgm:cxn modelId="{475749AC-1B8F-4F4A-A113-8D05C94812F1}" type="presParOf" srcId="{75B65D23-7862-4590-937A-639D7859A5B6}" destId="{91E6043B-C0FF-4006-89A5-034E928F5F18}" srcOrd="5" destOrd="0" presId="urn:microsoft.com/office/officeart/2005/8/layout/vList2"/>
    <dgm:cxn modelId="{6DAD8580-D778-44CB-8D53-41CEE8A4B81D}" type="presParOf" srcId="{75B65D23-7862-4590-937A-639D7859A5B6}" destId="{4F0CD9BC-FC80-4CB2-8FA1-C075C93C200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3285CFF-734B-479E-BE12-177B9B81E6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724A34-D608-49F5-A1A8-5BEDF4D560C8}">
      <dgm:prSet/>
      <dgm:spPr/>
      <dgm:t>
        <a:bodyPr/>
        <a:lstStyle/>
        <a:p>
          <a:r>
            <a:rPr lang="uk-UA" b="0" i="0"/>
            <a:t>Організація українських націоналістів (ОУН)</a:t>
          </a:r>
          <a:endParaRPr lang="uk-UA"/>
        </a:p>
      </dgm:t>
    </dgm:pt>
    <dgm:pt modelId="{F7D3F46F-078A-401B-93B6-0E3BB98FDB0F}" type="parTrans" cxnId="{DE8ED7FD-67DA-40AE-BD22-2630DB2DFF45}">
      <dgm:prSet/>
      <dgm:spPr/>
      <dgm:t>
        <a:bodyPr/>
        <a:lstStyle/>
        <a:p>
          <a:endParaRPr lang="uk-UA"/>
        </a:p>
      </dgm:t>
    </dgm:pt>
    <dgm:pt modelId="{1279A612-9761-459E-9866-217CB99142CF}" type="sibTrans" cxnId="{DE8ED7FD-67DA-40AE-BD22-2630DB2DFF45}">
      <dgm:prSet/>
      <dgm:spPr/>
      <dgm:t>
        <a:bodyPr/>
        <a:lstStyle/>
        <a:p>
          <a:endParaRPr lang="uk-UA"/>
        </a:p>
      </dgm:t>
    </dgm:pt>
    <dgm:pt modelId="{21A8D48A-375B-40D5-B630-4470BF5BD86D}">
      <dgm:prSet/>
      <dgm:spPr/>
      <dgm:t>
        <a:bodyPr/>
        <a:lstStyle/>
        <a:p>
          <a:r>
            <a:rPr lang="uk-UA" b="0" i="0"/>
            <a:t>Комуністична партія Західної України (КПЗУ)</a:t>
          </a:r>
          <a:endParaRPr lang="uk-UA"/>
        </a:p>
      </dgm:t>
    </dgm:pt>
    <dgm:pt modelId="{FB1FD3DD-5108-428E-8AED-CBEE0D6F4FF8}" type="parTrans" cxnId="{BAE23C6B-78A7-41FA-A136-BD5D4FD1F918}">
      <dgm:prSet/>
      <dgm:spPr/>
      <dgm:t>
        <a:bodyPr/>
        <a:lstStyle/>
        <a:p>
          <a:endParaRPr lang="uk-UA"/>
        </a:p>
      </dgm:t>
    </dgm:pt>
    <dgm:pt modelId="{DAE99033-36FB-4FCC-A79E-739429978FBA}" type="sibTrans" cxnId="{BAE23C6B-78A7-41FA-A136-BD5D4FD1F918}">
      <dgm:prSet/>
      <dgm:spPr/>
      <dgm:t>
        <a:bodyPr/>
        <a:lstStyle/>
        <a:p>
          <a:endParaRPr lang="uk-UA"/>
        </a:p>
      </dgm:t>
    </dgm:pt>
    <dgm:pt modelId="{066BAF4E-83E9-4EEB-9DCD-04EFD30B3120}">
      <dgm:prSet/>
      <dgm:spPr/>
      <dgm:t>
        <a:bodyPr/>
        <a:lstStyle/>
        <a:p>
          <a:r>
            <a:rPr lang="uk-UA" b="0" i="0"/>
            <a:t>Українська соціал-демократична партія (УСДП)</a:t>
          </a:r>
          <a:endParaRPr lang="uk-UA"/>
        </a:p>
      </dgm:t>
    </dgm:pt>
    <dgm:pt modelId="{BF5755F9-67A8-4158-A118-90A1E8993271}" type="parTrans" cxnId="{84B010BA-17BF-43AB-9653-3EF134031EFC}">
      <dgm:prSet/>
      <dgm:spPr/>
      <dgm:t>
        <a:bodyPr/>
        <a:lstStyle/>
        <a:p>
          <a:endParaRPr lang="uk-UA"/>
        </a:p>
      </dgm:t>
    </dgm:pt>
    <dgm:pt modelId="{F3B8554B-EF6A-402E-92A7-30FD0234F8C5}" type="sibTrans" cxnId="{84B010BA-17BF-43AB-9653-3EF134031EFC}">
      <dgm:prSet/>
      <dgm:spPr/>
      <dgm:t>
        <a:bodyPr/>
        <a:lstStyle/>
        <a:p>
          <a:endParaRPr lang="uk-UA"/>
        </a:p>
      </dgm:t>
    </dgm:pt>
    <dgm:pt modelId="{EF5AA8FC-BBCB-4DA9-BF73-7BE0F8914E68}">
      <dgm:prSet/>
      <dgm:spPr/>
      <dgm:t>
        <a:bodyPr/>
        <a:lstStyle/>
        <a:p>
          <a:r>
            <a:rPr lang="uk-UA" b="0" i="0"/>
            <a:t>Українське національно-демократичне об’єднання (УНДО)</a:t>
          </a:r>
          <a:endParaRPr lang="uk-UA"/>
        </a:p>
      </dgm:t>
    </dgm:pt>
    <dgm:pt modelId="{874A322C-30DC-46B2-B309-F3C6F09552FF}" type="parTrans" cxnId="{DF5E2F11-BF70-4A0F-AF0B-9610223BBD0A}">
      <dgm:prSet/>
      <dgm:spPr/>
      <dgm:t>
        <a:bodyPr/>
        <a:lstStyle/>
        <a:p>
          <a:endParaRPr lang="uk-UA"/>
        </a:p>
      </dgm:t>
    </dgm:pt>
    <dgm:pt modelId="{047E9BD4-FF06-4CA0-B9DB-F8A28BC1CC5B}" type="sibTrans" cxnId="{DF5E2F11-BF70-4A0F-AF0B-9610223BBD0A}">
      <dgm:prSet/>
      <dgm:spPr/>
      <dgm:t>
        <a:bodyPr/>
        <a:lstStyle/>
        <a:p>
          <a:endParaRPr lang="uk-UA"/>
        </a:p>
      </dgm:t>
    </dgm:pt>
    <dgm:pt modelId="{B1A13622-6A60-4461-90D5-DC0AA7958825}" type="pres">
      <dgm:prSet presAssocID="{13285CFF-734B-479E-BE12-177B9B81E6B8}" presName="linear" presStyleCnt="0">
        <dgm:presLayoutVars>
          <dgm:animLvl val="lvl"/>
          <dgm:resizeHandles val="exact"/>
        </dgm:presLayoutVars>
      </dgm:prSet>
      <dgm:spPr/>
    </dgm:pt>
    <dgm:pt modelId="{2047BD40-FFCF-4135-89D0-5BD644F0951B}" type="pres">
      <dgm:prSet presAssocID="{A9724A34-D608-49F5-A1A8-5BEDF4D560C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BDAD8D-6FC2-4924-9B8C-EE2424EF2614}" type="pres">
      <dgm:prSet presAssocID="{1279A612-9761-459E-9866-217CB99142CF}" presName="spacer" presStyleCnt="0"/>
      <dgm:spPr/>
    </dgm:pt>
    <dgm:pt modelId="{980AD835-2F2A-4E2A-8069-7EE81BAC3661}" type="pres">
      <dgm:prSet presAssocID="{21A8D48A-375B-40D5-B630-4470BF5BD86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DDAB65-9A4B-4F73-AD0C-CBB3476DBF3D}" type="pres">
      <dgm:prSet presAssocID="{DAE99033-36FB-4FCC-A79E-739429978FBA}" presName="spacer" presStyleCnt="0"/>
      <dgm:spPr/>
    </dgm:pt>
    <dgm:pt modelId="{211E0487-40AA-45ED-871F-A2929A390A56}" type="pres">
      <dgm:prSet presAssocID="{066BAF4E-83E9-4EEB-9DCD-04EFD30B312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2DC6865-8E3A-4D84-A867-F3A813938CDA}" type="pres">
      <dgm:prSet presAssocID="{F3B8554B-EF6A-402E-92A7-30FD0234F8C5}" presName="spacer" presStyleCnt="0"/>
      <dgm:spPr/>
    </dgm:pt>
    <dgm:pt modelId="{EB445274-C37F-4582-8830-8FC115DF399F}" type="pres">
      <dgm:prSet presAssocID="{EF5AA8FC-BBCB-4DA9-BF73-7BE0F8914E6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5E2F11-BF70-4A0F-AF0B-9610223BBD0A}" srcId="{13285CFF-734B-479E-BE12-177B9B81E6B8}" destId="{EF5AA8FC-BBCB-4DA9-BF73-7BE0F8914E68}" srcOrd="3" destOrd="0" parTransId="{874A322C-30DC-46B2-B309-F3C6F09552FF}" sibTransId="{047E9BD4-FF06-4CA0-B9DB-F8A28BC1CC5B}"/>
    <dgm:cxn modelId="{1769023A-A04D-4AD4-B9B0-37ED95141F71}" type="presOf" srcId="{066BAF4E-83E9-4EEB-9DCD-04EFD30B3120}" destId="{211E0487-40AA-45ED-871F-A2929A390A56}" srcOrd="0" destOrd="0" presId="urn:microsoft.com/office/officeart/2005/8/layout/vList2"/>
    <dgm:cxn modelId="{F3E9BD3D-7741-4108-8B95-E45CA5082578}" type="presOf" srcId="{EF5AA8FC-BBCB-4DA9-BF73-7BE0F8914E68}" destId="{EB445274-C37F-4582-8830-8FC115DF399F}" srcOrd="0" destOrd="0" presId="urn:microsoft.com/office/officeart/2005/8/layout/vList2"/>
    <dgm:cxn modelId="{BAE23C6B-78A7-41FA-A136-BD5D4FD1F918}" srcId="{13285CFF-734B-479E-BE12-177B9B81E6B8}" destId="{21A8D48A-375B-40D5-B630-4470BF5BD86D}" srcOrd="1" destOrd="0" parTransId="{FB1FD3DD-5108-428E-8AED-CBEE0D6F4FF8}" sibTransId="{DAE99033-36FB-4FCC-A79E-739429978FBA}"/>
    <dgm:cxn modelId="{AB9DD88B-B9AE-4B80-9B4B-D5FEFF58B5DD}" type="presOf" srcId="{A9724A34-D608-49F5-A1A8-5BEDF4D560C8}" destId="{2047BD40-FFCF-4135-89D0-5BD644F0951B}" srcOrd="0" destOrd="0" presId="urn:microsoft.com/office/officeart/2005/8/layout/vList2"/>
    <dgm:cxn modelId="{84B010BA-17BF-43AB-9653-3EF134031EFC}" srcId="{13285CFF-734B-479E-BE12-177B9B81E6B8}" destId="{066BAF4E-83E9-4EEB-9DCD-04EFD30B3120}" srcOrd="2" destOrd="0" parTransId="{BF5755F9-67A8-4158-A118-90A1E8993271}" sibTransId="{F3B8554B-EF6A-402E-92A7-30FD0234F8C5}"/>
    <dgm:cxn modelId="{5B1033BF-E913-4CE3-9B85-B9F5214E510C}" type="presOf" srcId="{21A8D48A-375B-40D5-B630-4470BF5BD86D}" destId="{980AD835-2F2A-4E2A-8069-7EE81BAC3661}" srcOrd="0" destOrd="0" presId="urn:microsoft.com/office/officeart/2005/8/layout/vList2"/>
    <dgm:cxn modelId="{0C95BEF3-9A90-46F1-A7AE-C53F07E6866C}" type="presOf" srcId="{13285CFF-734B-479E-BE12-177B9B81E6B8}" destId="{B1A13622-6A60-4461-90D5-DC0AA7958825}" srcOrd="0" destOrd="0" presId="urn:microsoft.com/office/officeart/2005/8/layout/vList2"/>
    <dgm:cxn modelId="{DE8ED7FD-67DA-40AE-BD22-2630DB2DFF45}" srcId="{13285CFF-734B-479E-BE12-177B9B81E6B8}" destId="{A9724A34-D608-49F5-A1A8-5BEDF4D560C8}" srcOrd="0" destOrd="0" parTransId="{F7D3F46F-078A-401B-93B6-0E3BB98FDB0F}" sibTransId="{1279A612-9761-459E-9866-217CB99142CF}"/>
    <dgm:cxn modelId="{D98B634F-249E-492D-A1D2-859A90DF6FBB}" type="presParOf" srcId="{B1A13622-6A60-4461-90D5-DC0AA7958825}" destId="{2047BD40-FFCF-4135-89D0-5BD644F0951B}" srcOrd="0" destOrd="0" presId="urn:microsoft.com/office/officeart/2005/8/layout/vList2"/>
    <dgm:cxn modelId="{F951EDD6-1FC0-43E0-AA53-432A28EAC52C}" type="presParOf" srcId="{B1A13622-6A60-4461-90D5-DC0AA7958825}" destId="{B8BDAD8D-6FC2-4924-9B8C-EE2424EF2614}" srcOrd="1" destOrd="0" presId="urn:microsoft.com/office/officeart/2005/8/layout/vList2"/>
    <dgm:cxn modelId="{A0E2DB4A-9E7B-4802-A8A2-1CAEFBEE9425}" type="presParOf" srcId="{B1A13622-6A60-4461-90D5-DC0AA7958825}" destId="{980AD835-2F2A-4E2A-8069-7EE81BAC3661}" srcOrd="2" destOrd="0" presId="urn:microsoft.com/office/officeart/2005/8/layout/vList2"/>
    <dgm:cxn modelId="{F355F8D7-75E9-4DB2-A5CF-E6C34222A779}" type="presParOf" srcId="{B1A13622-6A60-4461-90D5-DC0AA7958825}" destId="{A6DDAB65-9A4B-4F73-AD0C-CBB3476DBF3D}" srcOrd="3" destOrd="0" presId="urn:microsoft.com/office/officeart/2005/8/layout/vList2"/>
    <dgm:cxn modelId="{E128B52C-D91F-4001-ABCB-D1F9E1AA9850}" type="presParOf" srcId="{B1A13622-6A60-4461-90D5-DC0AA7958825}" destId="{211E0487-40AA-45ED-871F-A2929A390A56}" srcOrd="4" destOrd="0" presId="urn:microsoft.com/office/officeart/2005/8/layout/vList2"/>
    <dgm:cxn modelId="{29B54AF4-BB50-4DA6-9457-F6DED6398592}" type="presParOf" srcId="{B1A13622-6A60-4461-90D5-DC0AA7958825}" destId="{32DC6865-8E3A-4D84-A867-F3A813938CDA}" srcOrd="5" destOrd="0" presId="urn:microsoft.com/office/officeart/2005/8/layout/vList2"/>
    <dgm:cxn modelId="{A586320A-90E9-41A0-AAB7-D11EAFC9AF0D}" type="presParOf" srcId="{B1A13622-6A60-4461-90D5-DC0AA7958825}" destId="{EB445274-C37F-4582-8830-8FC115DF399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B42B74F-EE68-4D07-96C9-1F92149741E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AF050F-31F8-4A2C-BD6A-73E787798882}">
      <dgm:prSet/>
      <dgm:spPr/>
      <dgm:t>
        <a:bodyPr/>
        <a:lstStyle/>
        <a:p>
          <a:r>
            <a:rPr lang="ru-RU" b="0" i="0"/>
            <a:t>1938 р.</a:t>
          </a:r>
          <a:endParaRPr lang="uk-UA"/>
        </a:p>
      </dgm:t>
    </dgm:pt>
    <dgm:pt modelId="{957749FF-B610-46CC-9413-E7CA1D32264A}" type="parTrans" cxnId="{BDD4FC48-EABD-4D5F-9393-F191DCD6ABE9}">
      <dgm:prSet/>
      <dgm:spPr/>
      <dgm:t>
        <a:bodyPr/>
        <a:lstStyle/>
        <a:p>
          <a:endParaRPr lang="uk-UA"/>
        </a:p>
      </dgm:t>
    </dgm:pt>
    <dgm:pt modelId="{777429DB-18F3-4CB8-ACE5-EAA7B1287FD2}" type="sibTrans" cxnId="{BDD4FC48-EABD-4D5F-9393-F191DCD6ABE9}">
      <dgm:prSet/>
      <dgm:spPr/>
      <dgm:t>
        <a:bodyPr/>
        <a:lstStyle/>
        <a:p>
          <a:endParaRPr lang="uk-UA"/>
        </a:p>
      </dgm:t>
    </dgm:pt>
    <dgm:pt modelId="{CBE32DCA-7A29-4048-959C-560E77A64449}">
      <dgm:prSet/>
      <dgm:spPr/>
      <dgm:t>
        <a:bodyPr/>
        <a:lstStyle/>
        <a:p>
          <a:r>
            <a:rPr lang="ru-RU" b="0" i="0"/>
            <a:t>1939 р.</a:t>
          </a:r>
          <a:endParaRPr lang="uk-UA"/>
        </a:p>
      </dgm:t>
    </dgm:pt>
    <dgm:pt modelId="{7F778680-0395-4340-801C-11FA81B06AFB}" type="parTrans" cxnId="{6993D5F5-1655-4F3C-BFF6-2F63B7184B54}">
      <dgm:prSet/>
      <dgm:spPr/>
      <dgm:t>
        <a:bodyPr/>
        <a:lstStyle/>
        <a:p>
          <a:endParaRPr lang="uk-UA"/>
        </a:p>
      </dgm:t>
    </dgm:pt>
    <dgm:pt modelId="{F570BA57-8B41-4CC4-A15B-D7A516B6F1B2}" type="sibTrans" cxnId="{6993D5F5-1655-4F3C-BFF6-2F63B7184B54}">
      <dgm:prSet/>
      <dgm:spPr/>
      <dgm:t>
        <a:bodyPr/>
        <a:lstStyle/>
        <a:p>
          <a:endParaRPr lang="uk-UA"/>
        </a:p>
      </dgm:t>
    </dgm:pt>
    <dgm:pt modelId="{8F1B1CFE-D5BF-4B53-A583-D69AA703B076}">
      <dgm:prSet/>
      <dgm:spPr/>
      <dgm:t>
        <a:bodyPr/>
        <a:lstStyle/>
        <a:p>
          <a:r>
            <a:rPr lang="ru-RU" b="0" i="0"/>
            <a:t>1944 р.</a:t>
          </a:r>
          <a:endParaRPr lang="uk-UA"/>
        </a:p>
      </dgm:t>
    </dgm:pt>
    <dgm:pt modelId="{B98FC443-162D-41B9-A254-D0512989F757}" type="parTrans" cxnId="{1416FFCD-F296-49B5-8B2D-A8EF7E903B9A}">
      <dgm:prSet/>
      <dgm:spPr/>
      <dgm:t>
        <a:bodyPr/>
        <a:lstStyle/>
        <a:p>
          <a:endParaRPr lang="uk-UA"/>
        </a:p>
      </dgm:t>
    </dgm:pt>
    <dgm:pt modelId="{D6ADE2C3-846C-422D-82FB-3057124709C4}" type="sibTrans" cxnId="{1416FFCD-F296-49B5-8B2D-A8EF7E903B9A}">
      <dgm:prSet/>
      <dgm:spPr/>
      <dgm:t>
        <a:bodyPr/>
        <a:lstStyle/>
        <a:p>
          <a:endParaRPr lang="uk-UA"/>
        </a:p>
      </dgm:t>
    </dgm:pt>
    <dgm:pt modelId="{756A4D89-F7C6-47C2-8E89-B75CC14EC5C2}">
      <dgm:prSet/>
      <dgm:spPr/>
      <dgm:t>
        <a:bodyPr/>
        <a:lstStyle/>
        <a:p>
          <a:r>
            <a:rPr lang="ru-RU" b="0" i="0"/>
            <a:t>1946 р.</a:t>
          </a:r>
          <a:endParaRPr lang="uk-UA"/>
        </a:p>
      </dgm:t>
    </dgm:pt>
    <dgm:pt modelId="{996C89AC-691A-41A9-AA77-FDB1CE30EEF1}" type="parTrans" cxnId="{4B9CB917-0A95-4817-B15C-6D3152021D86}">
      <dgm:prSet/>
      <dgm:spPr/>
      <dgm:t>
        <a:bodyPr/>
        <a:lstStyle/>
        <a:p>
          <a:endParaRPr lang="uk-UA"/>
        </a:p>
      </dgm:t>
    </dgm:pt>
    <dgm:pt modelId="{C52D9C5A-E721-4AC1-87BC-10D4B6BFF01D}" type="sibTrans" cxnId="{4B9CB917-0A95-4817-B15C-6D3152021D86}">
      <dgm:prSet/>
      <dgm:spPr/>
      <dgm:t>
        <a:bodyPr/>
        <a:lstStyle/>
        <a:p>
          <a:endParaRPr lang="uk-UA"/>
        </a:p>
      </dgm:t>
    </dgm:pt>
    <dgm:pt modelId="{35E426E1-E2E9-4BA2-A20E-338BCF792AE9}" type="pres">
      <dgm:prSet presAssocID="{9B42B74F-EE68-4D07-96C9-1F92149741E0}" presName="matrix" presStyleCnt="0">
        <dgm:presLayoutVars>
          <dgm:chMax val="1"/>
          <dgm:dir/>
          <dgm:resizeHandles val="exact"/>
        </dgm:presLayoutVars>
      </dgm:prSet>
      <dgm:spPr/>
    </dgm:pt>
    <dgm:pt modelId="{B56CB833-3E0B-4CB7-8C44-066198B4BADA}" type="pres">
      <dgm:prSet presAssocID="{9B42B74F-EE68-4D07-96C9-1F92149741E0}" presName="diamond" presStyleLbl="bgShp" presStyleIdx="0" presStyleCnt="1"/>
      <dgm:spPr/>
    </dgm:pt>
    <dgm:pt modelId="{A02F817B-ABCE-4AC8-8439-4B2AC55A949F}" type="pres">
      <dgm:prSet presAssocID="{9B42B74F-EE68-4D07-96C9-1F92149741E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2BFCE88-452D-493A-89BF-0B02DC8FF9D8}" type="pres">
      <dgm:prSet presAssocID="{9B42B74F-EE68-4D07-96C9-1F92149741E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B2E55A4-2FDA-45F9-9FF2-A52BD8F430D5}" type="pres">
      <dgm:prSet presAssocID="{9B42B74F-EE68-4D07-96C9-1F92149741E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58CB8DB-59DA-4A6F-8BF9-F6F5C4C26373}" type="pres">
      <dgm:prSet presAssocID="{9B42B74F-EE68-4D07-96C9-1F92149741E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B9CB917-0A95-4817-B15C-6D3152021D86}" srcId="{9B42B74F-EE68-4D07-96C9-1F92149741E0}" destId="{756A4D89-F7C6-47C2-8E89-B75CC14EC5C2}" srcOrd="3" destOrd="0" parTransId="{996C89AC-691A-41A9-AA77-FDB1CE30EEF1}" sibTransId="{C52D9C5A-E721-4AC1-87BC-10D4B6BFF01D}"/>
    <dgm:cxn modelId="{57AD1C33-2D3D-41AF-BB5F-367A29D6AF17}" type="presOf" srcId="{CBE32DCA-7A29-4048-959C-560E77A64449}" destId="{12BFCE88-452D-493A-89BF-0B02DC8FF9D8}" srcOrd="0" destOrd="0" presId="urn:microsoft.com/office/officeart/2005/8/layout/matrix3"/>
    <dgm:cxn modelId="{B95CA333-9416-4587-B5D5-D012D3B782FE}" type="presOf" srcId="{EEAF050F-31F8-4A2C-BD6A-73E787798882}" destId="{A02F817B-ABCE-4AC8-8439-4B2AC55A949F}" srcOrd="0" destOrd="0" presId="urn:microsoft.com/office/officeart/2005/8/layout/matrix3"/>
    <dgm:cxn modelId="{BDD4FC48-EABD-4D5F-9393-F191DCD6ABE9}" srcId="{9B42B74F-EE68-4D07-96C9-1F92149741E0}" destId="{EEAF050F-31F8-4A2C-BD6A-73E787798882}" srcOrd="0" destOrd="0" parTransId="{957749FF-B610-46CC-9413-E7CA1D32264A}" sibTransId="{777429DB-18F3-4CB8-ACE5-EAA7B1287FD2}"/>
    <dgm:cxn modelId="{73D1077D-93DA-483B-BCE6-2A90472EC020}" type="presOf" srcId="{756A4D89-F7C6-47C2-8E89-B75CC14EC5C2}" destId="{A58CB8DB-59DA-4A6F-8BF9-F6F5C4C26373}" srcOrd="0" destOrd="0" presId="urn:microsoft.com/office/officeart/2005/8/layout/matrix3"/>
    <dgm:cxn modelId="{CFCC58AD-5F40-4947-9D85-961AF22FB53C}" type="presOf" srcId="{9B42B74F-EE68-4D07-96C9-1F92149741E0}" destId="{35E426E1-E2E9-4BA2-A20E-338BCF792AE9}" srcOrd="0" destOrd="0" presId="urn:microsoft.com/office/officeart/2005/8/layout/matrix3"/>
    <dgm:cxn modelId="{7E4B21C2-269A-43B3-8FFD-6E35B53151EA}" type="presOf" srcId="{8F1B1CFE-D5BF-4B53-A583-D69AA703B076}" destId="{AB2E55A4-2FDA-45F9-9FF2-A52BD8F430D5}" srcOrd="0" destOrd="0" presId="urn:microsoft.com/office/officeart/2005/8/layout/matrix3"/>
    <dgm:cxn modelId="{1416FFCD-F296-49B5-8B2D-A8EF7E903B9A}" srcId="{9B42B74F-EE68-4D07-96C9-1F92149741E0}" destId="{8F1B1CFE-D5BF-4B53-A583-D69AA703B076}" srcOrd="2" destOrd="0" parTransId="{B98FC443-162D-41B9-A254-D0512989F757}" sibTransId="{D6ADE2C3-846C-422D-82FB-3057124709C4}"/>
    <dgm:cxn modelId="{6993D5F5-1655-4F3C-BFF6-2F63B7184B54}" srcId="{9B42B74F-EE68-4D07-96C9-1F92149741E0}" destId="{CBE32DCA-7A29-4048-959C-560E77A64449}" srcOrd="1" destOrd="0" parTransId="{7F778680-0395-4340-801C-11FA81B06AFB}" sibTransId="{F570BA57-8B41-4CC4-A15B-D7A516B6F1B2}"/>
    <dgm:cxn modelId="{3EF4627C-2637-4055-9C5E-E7C53C696933}" type="presParOf" srcId="{35E426E1-E2E9-4BA2-A20E-338BCF792AE9}" destId="{B56CB833-3E0B-4CB7-8C44-066198B4BADA}" srcOrd="0" destOrd="0" presId="urn:microsoft.com/office/officeart/2005/8/layout/matrix3"/>
    <dgm:cxn modelId="{56588355-4F4A-47DE-9076-902AEFB64EED}" type="presParOf" srcId="{35E426E1-E2E9-4BA2-A20E-338BCF792AE9}" destId="{A02F817B-ABCE-4AC8-8439-4B2AC55A949F}" srcOrd="1" destOrd="0" presId="urn:microsoft.com/office/officeart/2005/8/layout/matrix3"/>
    <dgm:cxn modelId="{9C5A10B6-47DE-4C61-B699-423A96422AAB}" type="presParOf" srcId="{35E426E1-E2E9-4BA2-A20E-338BCF792AE9}" destId="{12BFCE88-452D-493A-89BF-0B02DC8FF9D8}" srcOrd="2" destOrd="0" presId="urn:microsoft.com/office/officeart/2005/8/layout/matrix3"/>
    <dgm:cxn modelId="{646695DF-1AF0-4FC7-9017-6F1C02BA0A8D}" type="presParOf" srcId="{35E426E1-E2E9-4BA2-A20E-338BCF792AE9}" destId="{AB2E55A4-2FDA-45F9-9FF2-A52BD8F430D5}" srcOrd="3" destOrd="0" presId="urn:microsoft.com/office/officeart/2005/8/layout/matrix3"/>
    <dgm:cxn modelId="{C3861EBC-CFEB-4D2C-989B-4B9B323254FF}" type="presParOf" srcId="{35E426E1-E2E9-4BA2-A20E-338BCF792AE9}" destId="{A58CB8DB-59DA-4A6F-8BF9-F6F5C4C2637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26FB0DF-D1F8-4898-AC3D-A67AEF97033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43FC309-C2EA-461B-B2A2-DF9219A0047D}">
      <dgm:prSet/>
      <dgm:spPr/>
      <dgm:t>
        <a:bodyPr/>
        <a:lstStyle/>
        <a:p>
          <a:r>
            <a:rPr lang="uk-UA" b="0" i="0"/>
            <a:t>голів проводу українських націоналістів.</a:t>
          </a:r>
          <a:endParaRPr lang="uk-UA"/>
        </a:p>
      </dgm:t>
    </dgm:pt>
    <dgm:pt modelId="{76FDBF50-E306-4BDE-ACEA-751534D3F46C}" type="parTrans" cxnId="{6D06DC3F-E483-450F-8DF3-4E218B713FBE}">
      <dgm:prSet/>
      <dgm:spPr/>
      <dgm:t>
        <a:bodyPr/>
        <a:lstStyle/>
        <a:p>
          <a:endParaRPr lang="uk-UA"/>
        </a:p>
      </dgm:t>
    </dgm:pt>
    <dgm:pt modelId="{7D451D59-AF3E-4699-B575-3F89CFA8D79B}" type="sibTrans" cxnId="{6D06DC3F-E483-450F-8DF3-4E218B713FBE}">
      <dgm:prSet/>
      <dgm:spPr/>
      <dgm:t>
        <a:bodyPr/>
        <a:lstStyle/>
        <a:p>
          <a:endParaRPr lang="uk-UA"/>
        </a:p>
      </dgm:t>
    </dgm:pt>
    <dgm:pt modelId="{9570DC96-4772-4AC6-82F6-FE6C31B3F816}">
      <dgm:prSet/>
      <dgm:spPr/>
      <dgm:t>
        <a:bodyPr/>
        <a:lstStyle/>
        <a:p>
          <a:r>
            <a:rPr lang="uk-UA" b="0" i="0"/>
            <a:t>партійно-радянських керівників України.</a:t>
          </a:r>
          <a:endParaRPr lang="uk-UA"/>
        </a:p>
      </dgm:t>
    </dgm:pt>
    <dgm:pt modelId="{5403B360-E49C-4B5B-9F0D-8EF306E6D568}" type="parTrans" cxnId="{A1E5DE99-2542-4918-A059-4445FFD20823}">
      <dgm:prSet/>
      <dgm:spPr/>
      <dgm:t>
        <a:bodyPr/>
        <a:lstStyle/>
        <a:p>
          <a:endParaRPr lang="uk-UA"/>
        </a:p>
      </dgm:t>
    </dgm:pt>
    <dgm:pt modelId="{52451671-807F-4EAB-ABF4-9DDF6755E7A9}" type="sibTrans" cxnId="{A1E5DE99-2542-4918-A059-4445FFD20823}">
      <dgm:prSet/>
      <dgm:spPr/>
      <dgm:t>
        <a:bodyPr/>
        <a:lstStyle/>
        <a:p>
          <a:endParaRPr lang="uk-UA"/>
        </a:p>
      </dgm:t>
    </dgm:pt>
    <dgm:pt modelId="{AC45383B-A5C8-4C29-B8D1-6C350B726EE6}">
      <dgm:prSet/>
      <dgm:spPr/>
      <dgm:t>
        <a:bodyPr/>
        <a:lstStyle/>
        <a:p>
          <a:r>
            <a:rPr lang="uk-UA" b="0" i="0"/>
            <a:t>учасників українського дисидентського руху.</a:t>
          </a:r>
          <a:endParaRPr lang="uk-UA"/>
        </a:p>
      </dgm:t>
    </dgm:pt>
    <dgm:pt modelId="{9759297F-1DFA-4BD0-A739-08CE3E1B6538}" type="parTrans" cxnId="{7B29DBBC-C6B8-424F-9019-8905CC8DE6BD}">
      <dgm:prSet/>
      <dgm:spPr/>
      <dgm:t>
        <a:bodyPr/>
        <a:lstStyle/>
        <a:p>
          <a:endParaRPr lang="uk-UA"/>
        </a:p>
      </dgm:t>
    </dgm:pt>
    <dgm:pt modelId="{7E12E5BE-56B8-4B57-9F7F-8F0F101582B5}" type="sibTrans" cxnId="{7B29DBBC-C6B8-424F-9019-8905CC8DE6BD}">
      <dgm:prSet/>
      <dgm:spPr/>
      <dgm:t>
        <a:bodyPr/>
        <a:lstStyle/>
        <a:p>
          <a:endParaRPr lang="uk-UA"/>
        </a:p>
      </dgm:t>
    </dgm:pt>
    <dgm:pt modelId="{8DC96F37-F9EF-46F1-A321-FCC2A55AA356}">
      <dgm:prSet/>
      <dgm:spPr/>
      <dgm:t>
        <a:bodyPr/>
        <a:lstStyle/>
        <a:p>
          <a:r>
            <a:rPr lang="uk-UA" b="0" i="0"/>
            <a:t>командувачів радянських партизанських з’єднань.</a:t>
          </a:r>
          <a:endParaRPr lang="uk-UA"/>
        </a:p>
      </dgm:t>
    </dgm:pt>
    <dgm:pt modelId="{D6A94801-104B-4F8C-93E5-9674A0ACC2EB}" type="parTrans" cxnId="{74C35089-3A93-4FC0-AEF8-BB605BD54850}">
      <dgm:prSet/>
      <dgm:spPr/>
      <dgm:t>
        <a:bodyPr/>
        <a:lstStyle/>
        <a:p>
          <a:endParaRPr lang="uk-UA"/>
        </a:p>
      </dgm:t>
    </dgm:pt>
    <dgm:pt modelId="{6AB356E7-64AD-4FA3-A526-0E8B0BAB6CBA}" type="sibTrans" cxnId="{74C35089-3A93-4FC0-AEF8-BB605BD54850}">
      <dgm:prSet/>
      <dgm:spPr/>
      <dgm:t>
        <a:bodyPr/>
        <a:lstStyle/>
        <a:p>
          <a:endParaRPr lang="uk-UA"/>
        </a:p>
      </dgm:t>
    </dgm:pt>
    <dgm:pt modelId="{5E47105E-386C-4978-BCED-F634278D0BE7}" type="pres">
      <dgm:prSet presAssocID="{326FB0DF-D1F8-4898-AC3D-A67AEF970331}" presName="linear" presStyleCnt="0">
        <dgm:presLayoutVars>
          <dgm:animLvl val="lvl"/>
          <dgm:resizeHandles val="exact"/>
        </dgm:presLayoutVars>
      </dgm:prSet>
      <dgm:spPr/>
    </dgm:pt>
    <dgm:pt modelId="{E775C09F-DDE6-4D38-A2B3-CC62103AB97F}" type="pres">
      <dgm:prSet presAssocID="{843FC309-C2EA-461B-B2A2-DF9219A0047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F298493-5D59-4483-B438-7EBE458B49EC}" type="pres">
      <dgm:prSet presAssocID="{7D451D59-AF3E-4699-B575-3F89CFA8D79B}" presName="spacer" presStyleCnt="0"/>
      <dgm:spPr/>
    </dgm:pt>
    <dgm:pt modelId="{3A22F621-ABBF-46AD-A1AE-7FDCD42B09F6}" type="pres">
      <dgm:prSet presAssocID="{9570DC96-4772-4AC6-82F6-FE6C31B3F8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AECCD71-2561-4576-845D-68336F981E58}" type="pres">
      <dgm:prSet presAssocID="{52451671-807F-4EAB-ABF4-9DDF6755E7A9}" presName="spacer" presStyleCnt="0"/>
      <dgm:spPr/>
    </dgm:pt>
    <dgm:pt modelId="{66A0A5FD-11D0-46B8-BD0A-B65D4F2C3A32}" type="pres">
      <dgm:prSet presAssocID="{AC45383B-A5C8-4C29-B8D1-6C350B726E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DE5FDA5-A037-4C92-9933-8A58B9219A54}" type="pres">
      <dgm:prSet presAssocID="{7E12E5BE-56B8-4B57-9F7F-8F0F101582B5}" presName="spacer" presStyleCnt="0"/>
      <dgm:spPr/>
    </dgm:pt>
    <dgm:pt modelId="{DF4722AB-A861-4C75-B102-83CE8DEC3C84}" type="pres">
      <dgm:prSet presAssocID="{8DC96F37-F9EF-46F1-A321-FCC2A55AA3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D62E70B-2123-4630-B020-ED8CD0BAB942}" type="presOf" srcId="{AC45383B-A5C8-4C29-B8D1-6C350B726EE6}" destId="{66A0A5FD-11D0-46B8-BD0A-B65D4F2C3A32}" srcOrd="0" destOrd="0" presId="urn:microsoft.com/office/officeart/2005/8/layout/vList2"/>
    <dgm:cxn modelId="{6D06DC3F-E483-450F-8DF3-4E218B713FBE}" srcId="{326FB0DF-D1F8-4898-AC3D-A67AEF970331}" destId="{843FC309-C2EA-461B-B2A2-DF9219A0047D}" srcOrd="0" destOrd="0" parTransId="{76FDBF50-E306-4BDE-ACEA-751534D3F46C}" sibTransId="{7D451D59-AF3E-4699-B575-3F89CFA8D79B}"/>
    <dgm:cxn modelId="{74C35089-3A93-4FC0-AEF8-BB605BD54850}" srcId="{326FB0DF-D1F8-4898-AC3D-A67AEF970331}" destId="{8DC96F37-F9EF-46F1-A321-FCC2A55AA356}" srcOrd="3" destOrd="0" parTransId="{D6A94801-104B-4F8C-93E5-9674A0ACC2EB}" sibTransId="{6AB356E7-64AD-4FA3-A526-0E8B0BAB6CBA}"/>
    <dgm:cxn modelId="{A1E5DE99-2542-4918-A059-4445FFD20823}" srcId="{326FB0DF-D1F8-4898-AC3D-A67AEF970331}" destId="{9570DC96-4772-4AC6-82F6-FE6C31B3F816}" srcOrd="1" destOrd="0" parTransId="{5403B360-E49C-4B5B-9F0D-8EF306E6D568}" sibTransId="{52451671-807F-4EAB-ABF4-9DDF6755E7A9}"/>
    <dgm:cxn modelId="{434F93A7-48A6-410A-B5E9-AD1C33B984C6}" type="presOf" srcId="{843FC309-C2EA-461B-B2A2-DF9219A0047D}" destId="{E775C09F-DDE6-4D38-A2B3-CC62103AB97F}" srcOrd="0" destOrd="0" presId="urn:microsoft.com/office/officeart/2005/8/layout/vList2"/>
    <dgm:cxn modelId="{7B29DBBC-C6B8-424F-9019-8905CC8DE6BD}" srcId="{326FB0DF-D1F8-4898-AC3D-A67AEF970331}" destId="{AC45383B-A5C8-4C29-B8D1-6C350B726EE6}" srcOrd="2" destOrd="0" parTransId="{9759297F-1DFA-4BD0-A739-08CE3E1B6538}" sibTransId="{7E12E5BE-56B8-4B57-9F7F-8F0F101582B5}"/>
    <dgm:cxn modelId="{E4FD91D6-DC41-4815-9BCD-CECE6EE744E3}" type="presOf" srcId="{8DC96F37-F9EF-46F1-A321-FCC2A55AA356}" destId="{DF4722AB-A861-4C75-B102-83CE8DEC3C84}" srcOrd="0" destOrd="0" presId="urn:microsoft.com/office/officeart/2005/8/layout/vList2"/>
    <dgm:cxn modelId="{AAD27AED-433F-49FA-918F-6D898A029885}" type="presOf" srcId="{326FB0DF-D1F8-4898-AC3D-A67AEF970331}" destId="{5E47105E-386C-4978-BCED-F634278D0BE7}" srcOrd="0" destOrd="0" presId="urn:microsoft.com/office/officeart/2005/8/layout/vList2"/>
    <dgm:cxn modelId="{ED1737F7-EA0F-4A34-A5A0-38494934AA8F}" type="presOf" srcId="{9570DC96-4772-4AC6-82F6-FE6C31B3F816}" destId="{3A22F621-ABBF-46AD-A1AE-7FDCD42B09F6}" srcOrd="0" destOrd="0" presId="urn:microsoft.com/office/officeart/2005/8/layout/vList2"/>
    <dgm:cxn modelId="{4F63A4D4-960B-47A9-8B4C-C18D6EB41DC8}" type="presParOf" srcId="{5E47105E-386C-4978-BCED-F634278D0BE7}" destId="{E775C09F-DDE6-4D38-A2B3-CC62103AB97F}" srcOrd="0" destOrd="0" presId="urn:microsoft.com/office/officeart/2005/8/layout/vList2"/>
    <dgm:cxn modelId="{F1155367-BCEB-4D55-8B92-14DCDBAFD62D}" type="presParOf" srcId="{5E47105E-386C-4978-BCED-F634278D0BE7}" destId="{9F298493-5D59-4483-B438-7EBE458B49EC}" srcOrd="1" destOrd="0" presId="urn:microsoft.com/office/officeart/2005/8/layout/vList2"/>
    <dgm:cxn modelId="{82690057-C04A-43D1-8FCD-8ABC59BD61B4}" type="presParOf" srcId="{5E47105E-386C-4978-BCED-F634278D0BE7}" destId="{3A22F621-ABBF-46AD-A1AE-7FDCD42B09F6}" srcOrd="2" destOrd="0" presId="urn:microsoft.com/office/officeart/2005/8/layout/vList2"/>
    <dgm:cxn modelId="{2D470F7F-F4E8-4C22-B170-3849FBE03EDC}" type="presParOf" srcId="{5E47105E-386C-4978-BCED-F634278D0BE7}" destId="{CAECCD71-2561-4576-845D-68336F981E58}" srcOrd="3" destOrd="0" presId="urn:microsoft.com/office/officeart/2005/8/layout/vList2"/>
    <dgm:cxn modelId="{97D40E8E-BA70-42F3-9147-CFED0EC73D83}" type="presParOf" srcId="{5E47105E-386C-4978-BCED-F634278D0BE7}" destId="{66A0A5FD-11D0-46B8-BD0A-B65D4F2C3A32}" srcOrd="4" destOrd="0" presId="urn:microsoft.com/office/officeart/2005/8/layout/vList2"/>
    <dgm:cxn modelId="{5E1D13A9-A5A0-46F6-8019-947E1198A3ED}" type="presParOf" srcId="{5E47105E-386C-4978-BCED-F634278D0BE7}" destId="{BDE5FDA5-A037-4C92-9933-8A58B9219A54}" srcOrd="5" destOrd="0" presId="urn:microsoft.com/office/officeart/2005/8/layout/vList2"/>
    <dgm:cxn modelId="{2A53145C-05A4-4E3E-A5D3-B9EA61333EF9}" type="presParOf" srcId="{5E47105E-386C-4978-BCED-F634278D0BE7}" destId="{DF4722AB-A861-4C75-B102-83CE8DEC3C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68DFB4F8-1E4F-4551-BC6E-13CC6325219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5C16CA-6E2E-4AAA-BE93-6A56745DD472}">
      <dgm:prSet/>
      <dgm:spPr/>
      <dgm:t>
        <a:bodyPr/>
        <a:lstStyle/>
        <a:p>
          <a:r>
            <a:rPr lang="ru-RU" b="0" i="0"/>
            <a:t>1921 р.</a:t>
          </a:r>
          <a:endParaRPr lang="uk-UA"/>
        </a:p>
      </dgm:t>
    </dgm:pt>
    <dgm:pt modelId="{88E42D2A-36CF-48F8-A078-B1C3CF47CA88}" type="parTrans" cxnId="{CA583A19-7D28-4853-A1A8-0334A96FDFF7}">
      <dgm:prSet/>
      <dgm:spPr/>
      <dgm:t>
        <a:bodyPr/>
        <a:lstStyle/>
        <a:p>
          <a:endParaRPr lang="uk-UA"/>
        </a:p>
      </dgm:t>
    </dgm:pt>
    <dgm:pt modelId="{90743E37-D97F-4B5A-AD9E-25EF986F7544}" type="sibTrans" cxnId="{CA583A19-7D28-4853-A1A8-0334A96FDFF7}">
      <dgm:prSet/>
      <dgm:spPr/>
      <dgm:t>
        <a:bodyPr/>
        <a:lstStyle/>
        <a:p>
          <a:endParaRPr lang="uk-UA"/>
        </a:p>
      </dgm:t>
    </dgm:pt>
    <dgm:pt modelId="{A3E95BFE-31B4-4DAC-BA82-2AF1A5A188D3}">
      <dgm:prSet/>
      <dgm:spPr/>
      <dgm:t>
        <a:bodyPr/>
        <a:lstStyle/>
        <a:p>
          <a:r>
            <a:rPr lang="ru-RU" b="0" i="0"/>
            <a:t>1925 р.</a:t>
          </a:r>
          <a:endParaRPr lang="uk-UA"/>
        </a:p>
      </dgm:t>
    </dgm:pt>
    <dgm:pt modelId="{2FF31D29-57F8-4343-A455-68AA99798D6D}" type="parTrans" cxnId="{CFE7E2D4-8A0D-4B2D-8CD6-33F6B216D9D9}">
      <dgm:prSet/>
      <dgm:spPr/>
      <dgm:t>
        <a:bodyPr/>
        <a:lstStyle/>
        <a:p>
          <a:endParaRPr lang="uk-UA"/>
        </a:p>
      </dgm:t>
    </dgm:pt>
    <dgm:pt modelId="{ABB46BEF-FC4C-4CC9-82C2-6BBCEE690C76}" type="sibTrans" cxnId="{CFE7E2D4-8A0D-4B2D-8CD6-33F6B216D9D9}">
      <dgm:prSet/>
      <dgm:spPr/>
      <dgm:t>
        <a:bodyPr/>
        <a:lstStyle/>
        <a:p>
          <a:endParaRPr lang="uk-UA"/>
        </a:p>
      </dgm:t>
    </dgm:pt>
    <dgm:pt modelId="{15DCD164-CB37-4638-93FE-C362EC0DEE70}">
      <dgm:prSet/>
      <dgm:spPr/>
      <dgm:t>
        <a:bodyPr/>
        <a:lstStyle/>
        <a:p>
          <a:r>
            <a:rPr lang="ru-RU" b="0" i="0"/>
            <a:t>1929 р.</a:t>
          </a:r>
          <a:endParaRPr lang="uk-UA"/>
        </a:p>
      </dgm:t>
    </dgm:pt>
    <dgm:pt modelId="{2295E0E7-EEC1-4185-8A6F-B77E378DBEFE}" type="parTrans" cxnId="{4556972D-86DA-42E9-B706-ED002F348F86}">
      <dgm:prSet/>
      <dgm:spPr/>
      <dgm:t>
        <a:bodyPr/>
        <a:lstStyle/>
        <a:p>
          <a:endParaRPr lang="uk-UA"/>
        </a:p>
      </dgm:t>
    </dgm:pt>
    <dgm:pt modelId="{3E247572-5315-401B-85BC-81EDA26245D4}" type="sibTrans" cxnId="{4556972D-86DA-42E9-B706-ED002F348F86}">
      <dgm:prSet/>
      <dgm:spPr/>
      <dgm:t>
        <a:bodyPr/>
        <a:lstStyle/>
        <a:p>
          <a:endParaRPr lang="uk-UA"/>
        </a:p>
      </dgm:t>
    </dgm:pt>
    <dgm:pt modelId="{2B9AC6AB-8515-4FA4-A8DB-D8A34EE39943}">
      <dgm:prSet/>
      <dgm:spPr/>
      <dgm:t>
        <a:bodyPr/>
        <a:lstStyle/>
        <a:p>
          <a:r>
            <a:rPr lang="ru-RU" b="0" i="0"/>
            <a:t>1938 р.</a:t>
          </a:r>
          <a:endParaRPr lang="uk-UA"/>
        </a:p>
      </dgm:t>
    </dgm:pt>
    <dgm:pt modelId="{25ACD0B4-D90B-4AC4-B63F-0D3154CC93CE}" type="parTrans" cxnId="{62E87BCA-98B3-4A8F-B0FB-52CA2475B499}">
      <dgm:prSet/>
      <dgm:spPr/>
      <dgm:t>
        <a:bodyPr/>
        <a:lstStyle/>
        <a:p>
          <a:endParaRPr lang="uk-UA"/>
        </a:p>
      </dgm:t>
    </dgm:pt>
    <dgm:pt modelId="{639D72C9-EA55-48F7-B640-4F0C4672B848}" type="sibTrans" cxnId="{62E87BCA-98B3-4A8F-B0FB-52CA2475B499}">
      <dgm:prSet/>
      <dgm:spPr/>
      <dgm:t>
        <a:bodyPr/>
        <a:lstStyle/>
        <a:p>
          <a:endParaRPr lang="uk-UA"/>
        </a:p>
      </dgm:t>
    </dgm:pt>
    <dgm:pt modelId="{E790377C-F895-4B9F-9F17-4F57346B6E29}" type="pres">
      <dgm:prSet presAssocID="{68DFB4F8-1E4F-4551-BC6E-13CC63252190}" presName="matrix" presStyleCnt="0">
        <dgm:presLayoutVars>
          <dgm:chMax val="1"/>
          <dgm:dir/>
          <dgm:resizeHandles val="exact"/>
        </dgm:presLayoutVars>
      </dgm:prSet>
      <dgm:spPr/>
    </dgm:pt>
    <dgm:pt modelId="{0FDB4FB7-452F-473E-94DC-574C9DE6A1E5}" type="pres">
      <dgm:prSet presAssocID="{68DFB4F8-1E4F-4551-BC6E-13CC63252190}" presName="diamond" presStyleLbl="bgShp" presStyleIdx="0" presStyleCnt="1"/>
      <dgm:spPr/>
    </dgm:pt>
    <dgm:pt modelId="{65E07953-21A2-4334-80AB-AF650C953371}" type="pres">
      <dgm:prSet presAssocID="{68DFB4F8-1E4F-4551-BC6E-13CC6325219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7B18D91-FEC7-4994-A9AF-C6CB47CC8B3B}" type="pres">
      <dgm:prSet presAssocID="{68DFB4F8-1E4F-4551-BC6E-13CC6325219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4B20D89-5ECA-4A20-A852-91CC519662CF}" type="pres">
      <dgm:prSet presAssocID="{68DFB4F8-1E4F-4551-BC6E-13CC6325219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2EF8446-C3A7-4B4C-809F-3DCF6F6FCD4A}" type="pres">
      <dgm:prSet presAssocID="{68DFB4F8-1E4F-4551-BC6E-13CC6325219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A583A19-7D28-4853-A1A8-0334A96FDFF7}" srcId="{68DFB4F8-1E4F-4551-BC6E-13CC63252190}" destId="{C85C16CA-6E2E-4AAA-BE93-6A56745DD472}" srcOrd="0" destOrd="0" parTransId="{88E42D2A-36CF-48F8-A078-B1C3CF47CA88}" sibTransId="{90743E37-D97F-4B5A-AD9E-25EF986F7544}"/>
    <dgm:cxn modelId="{4556972D-86DA-42E9-B706-ED002F348F86}" srcId="{68DFB4F8-1E4F-4551-BC6E-13CC63252190}" destId="{15DCD164-CB37-4638-93FE-C362EC0DEE70}" srcOrd="2" destOrd="0" parTransId="{2295E0E7-EEC1-4185-8A6F-B77E378DBEFE}" sibTransId="{3E247572-5315-401B-85BC-81EDA26245D4}"/>
    <dgm:cxn modelId="{29B95861-BB02-4031-B9D9-63E54E27C3C1}" type="presOf" srcId="{A3E95BFE-31B4-4DAC-BA82-2AF1A5A188D3}" destId="{67B18D91-FEC7-4994-A9AF-C6CB47CC8B3B}" srcOrd="0" destOrd="0" presId="urn:microsoft.com/office/officeart/2005/8/layout/matrix3"/>
    <dgm:cxn modelId="{FF91C749-3244-4B57-96E2-9CEB2E814A9F}" type="presOf" srcId="{C85C16CA-6E2E-4AAA-BE93-6A56745DD472}" destId="{65E07953-21A2-4334-80AB-AF650C953371}" srcOrd="0" destOrd="0" presId="urn:microsoft.com/office/officeart/2005/8/layout/matrix3"/>
    <dgm:cxn modelId="{2A1959BD-86E3-4BAE-AFF7-E6620908D9F7}" type="presOf" srcId="{15DCD164-CB37-4638-93FE-C362EC0DEE70}" destId="{64B20D89-5ECA-4A20-A852-91CC519662CF}" srcOrd="0" destOrd="0" presId="urn:microsoft.com/office/officeart/2005/8/layout/matrix3"/>
    <dgm:cxn modelId="{62E87BCA-98B3-4A8F-B0FB-52CA2475B499}" srcId="{68DFB4F8-1E4F-4551-BC6E-13CC63252190}" destId="{2B9AC6AB-8515-4FA4-A8DB-D8A34EE39943}" srcOrd="3" destOrd="0" parTransId="{25ACD0B4-D90B-4AC4-B63F-0D3154CC93CE}" sibTransId="{639D72C9-EA55-48F7-B640-4F0C4672B848}"/>
    <dgm:cxn modelId="{4DE7F6D1-FA23-426C-B91D-C48E4E284FBF}" type="presOf" srcId="{2B9AC6AB-8515-4FA4-A8DB-D8A34EE39943}" destId="{B2EF8446-C3A7-4B4C-809F-3DCF6F6FCD4A}" srcOrd="0" destOrd="0" presId="urn:microsoft.com/office/officeart/2005/8/layout/matrix3"/>
    <dgm:cxn modelId="{CFE7E2D4-8A0D-4B2D-8CD6-33F6B216D9D9}" srcId="{68DFB4F8-1E4F-4551-BC6E-13CC63252190}" destId="{A3E95BFE-31B4-4DAC-BA82-2AF1A5A188D3}" srcOrd="1" destOrd="0" parTransId="{2FF31D29-57F8-4343-A455-68AA99798D6D}" sibTransId="{ABB46BEF-FC4C-4CC9-82C2-6BBCEE690C76}"/>
    <dgm:cxn modelId="{5DC459EB-DC4C-491B-9A4A-D5AA3CF6802E}" type="presOf" srcId="{68DFB4F8-1E4F-4551-BC6E-13CC63252190}" destId="{E790377C-F895-4B9F-9F17-4F57346B6E29}" srcOrd="0" destOrd="0" presId="urn:microsoft.com/office/officeart/2005/8/layout/matrix3"/>
    <dgm:cxn modelId="{FFC7A5F9-1852-466C-A1FF-0558631DFCAD}" type="presParOf" srcId="{E790377C-F895-4B9F-9F17-4F57346B6E29}" destId="{0FDB4FB7-452F-473E-94DC-574C9DE6A1E5}" srcOrd="0" destOrd="0" presId="urn:microsoft.com/office/officeart/2005/8/layout/matrix3"/>
    <dgm:cxn modelId="{0DB06F57-E43F-4BDB-9C3D-0C5A40DE8913}" type="presParOf" srcId="{E790377C-F895-4B9F-9F17-4F57346B6E29}" destId="{65E07953-21A2-4334-80AB-AF650C953371}" srcOrd="1" destOrd="0" presId="urn:microsoft.com/office/officeart/2005/8/layout/matrix3"/>
    <dgm:cxn modelId="{9A225EA2-1D36-4288-911A-184496495480}" type="presParOf" srcId="{E790377C-F895-4B9F-9F17-4F57346B6E29}" destId="{67B18D91-FEC7-4994-A9AF-C6CB47CC8B3B}" srcOrd="2" destOrd="0" presId="urn:microsoft.com/office/officeart/2005/8/layout/matrix3"/>
    <dgm:cxn modelId="{79EEB515-4E5B-4375-B639-F1D0781A1B3B}" type="presParOf" srcId="{E790377C-F895-4B9F-9F17-4F57346B6E29}" destId="{64B20D89-5ECA-4A20-A852-91CC519662CF}" srcOrd="3" destOrd="0" presId="urn:microsoft.com/office/officeart/2005/8/layout/matrix3"/>
    <dgm:cxn modelId="{50938FCC-7B2E-4E78-BD5A-F22CDD638D80}" type="presParOf" srcId="{E790377C-F895-4B9F-9F17-4F57346B6E29}" destId="{B2EF8446-C3A7-4B4C-809F-3DCF6F6FCD4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CA7F4C0-F38B-4228-BA2C-2C42BCD5D3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0E500F4-D2E5-4E02-9F54-3E8EEE2547FD}">
      <dgm:prSet/>
      <dgm:spPr/>
      <dgm:t>
        <a:bodyPr/>
        <a:lstStyle/>
        <a:p>
          <a:r>
            <a:rPr lang="uk-UA" b="0" i="0"/>
            <a:t>Польща.</a:t>
          </a:r>
          <a:endParaRPr lang="uk-UA"/>
        </a:p>
      </dgm:t>
    </dgm:pt>
    <dgm:pt modelId="{A3200CF4-444F-445B-95C2-7039E245D193}" type="parTrans" cxnId="{B3BDAE8B-B8DF-4102-9815-F43F84CA6CB8}">
      <dgm:prSet/>
      <dgm:spPr/>
      <dgm:t>
        <a:bodyPr/>
        <a:lstStyle/>
        <a:p>
          <a:endParaRPr lang="uk-UA"/>
        </a:p>
      </dgm:t>
    </dgm:pt>
    <dgm:pt modelId="{A882D0C5-E738-4B42-82DE-C0FC64EE7552}" type="sibTrans" cxnId="{B3BDAE8B-B8DF-4102-9815-F43F84CA6CB8}">
      <dgm:prSet/>
      <dgm:spPr/>
      <dgm:t>
        <a:bodyPr/>
        <a:lstStyle/>
        <a:p>
          <a:endParaRPr lang="uk-UA"/>
        </a:p>
      </dgm:t>
    </dgm:pt>
    <dgm:pt modelId="{583D8CA8-7941-49A0-AEE1-4D0BDF8ECAFD}">
      <dgm:prSet/>
      <dgm:spPr/>
      <dgm:t>
        <a:bodyPr/>
        <a:lstStyle/>
        <a:p>
          <a:r>
            <a:rPr lang="uk-UA" b="0" i="0"/>
            <a:t>Румунія.</a:t>
          </a:r>
          <a:endParaRPr lang="uk-UA"/>
        </a:p>
      </dgm:t>
    </dgm:pt>
    <dgm:pt modelId="{A55DA256-43B6-4D43-912D-0A53037448F0}" type="parTrans" cxnId="{0AC410B5-05B4-4839-9351-4B7EE84283FB}">
      <dgm:prSet/>
      <dgm:spPr/>
      <dgm:t>
        <a:bodyPr/>
        <a:lstStyle/>
        <a:p>
          <a:endParaRPr lang="uk-UA"/>
        </a:p>
      </dgm:t>
    </dgm:pt>
    <dgm:pt modelId="{C34261B3-3158-46CD-A2F1-4567E795A5E3}" type="sibTrans" cxnId="{0AC410B5-05B4-4839-9351-4B7EE84283FB}">
      <dgm:prSet/>
      <dgm:spPr/>
      <dgm:t>
        <a:bodyPr/>
        <a:lstStyle/>
        <a:p>
          <a:endParaRPr lang="uk-UA"/>
        </a:p>
      </dgm:t>
    </dgm:pt>
    <dgm:pt modelId="{101C79D6-46ED-4823-92CC-71A0F999C958}">
      <dgm:prSet/>
      <dgm:spPr/>
      <dgm:t>
        <a:bodyPr/>
        <a:lstStyle/>
        <a:p>
          <a:r>
            <a:rPr lang="uk-UA" b="0" i="0"/>
            <a:t>Угорщина.</a:t>
          </a:r>
          <a:endParaRPr lang="uk-UA"/>
        </a:p>
      </dgm:t>
    </dgm:pt>
    <dgm:pt modelId="{350F699D-4427-4B6D-96D2-F8A00016D0D2}" type="parTrans" cxnId="{F7D54A93-6DE5-4223-95E1-8735CC421DBF}">
      <dgm:prSet/>
      <dgm:spPr/>
      <dgm:t>
        <a:bodyPr/>
        <a:lstStyle/>
        <a:p>
          <a:endParaRPr lang="uk-UA"/>
        </a:p>
      </dgm:t>
    </dgm:pt>
    <dgm:pt modelId="{2F117CBA-C116-4773-B74F-60CE38113D6D}" type="sibTrans" cxnId="{F7D54A93-6DE5-4223-95E1-8735CC421DBF}">
      <dgm:prSet/>
      <dgm:spPr/>
      <dgm:t>
        <a:bodyPr/>
        <a:lstStyle/>
        <a:p>
          <a:endParaRPr lang="uk-UA"/>
        </a:p>
      </dgm:t>
    </dgm:pt>
    <dgm:pt modelId="{103E19AA-0C4C-4F51-B3F8-B7385C6FDD1E}">
      <dgm:prSet/>
      <dgm:spPr/>
      <dgm:t>
        <a:bodyPr/>
        <a:lstStyle/>
        <a:p>
          <a:r>
            <a:rPr lang="uk-UA" b="0" i="0"/>
            <a:t>Чехо-Словаччина.</a:t>
          </a:r>
          <a:endParaRPr lang="uk-UA"/>
        </a:p>
      </dgm:t>
    </dgm:pt>
    <dgm:pt modelId="{15FCB502-C7CD-4A5E-A69C-68B897AAEB4A}" type="parTrans" cxnId="{74D48B75-A9C7-4197-874E-A4778968EAFF}">
      <dgm:prSet/>
      <dgm:spPr/>
      <dgm:t>
        <a:bodyPr/>
        <a:lstStyle/>
        <a:p>
          <a:endParaRPr lang="uk-UA"/>
        </a:p>
      </dgm:t>
    </dgm:pt>
    <dgm:pt modelId="{DD8E023C-025D-43FB-8DE1-D2906D54B49A}" type="sibTrans" cxnId="{74D48B75-A9C7-4197-874E-A4778968EAFF}">
      <dgm:prSet/>
      <dgm:spPr/>
      <dgm:t>
        <a:bodyPr/>
        <a:lstStyle/>
        <a:p>
          <a:endParaRPr lang="uk-UA"/>
        </a:p>
      </dgm:t>
    </dgm:pt>
    <dgm:pt modelId="{E3C17EE9-87F8-4C71-A465-3B6BD643184F}" type="pres">
      <dgm:prSet presAssocID="{9CA7F4C0-F38B-4228-BA2C-2C42BCD5D320}" presName="linear" presStyleCnt="0">
        <dgm:presLayoutVars>
          <dgm:animLvl val="lvl"/>
          <dgm:resizeHandles val="exact"/>
        </dgm:presLayoutVars>
      </dgm:prSet>
      <dgm:spPr/>
    </dgm:pt>
    <dgm:pt modelId="{E78D8726-F46F-4A49-9298-153CE509B634}" type="pres">
      <dgm:prSet presAssocID="{F0E500F4-D2E5-4E02-9F54-3E8EEE2547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BEF28B8-90F1-4F9F-BF0F-D256B20CB106}" type="pres">
      <dgm:prSet presAssocID="{A882D0C5-E738-4B42-82DE-C0FC64EE7552}" presName="spacer" presStyleCnt="0"/>
      <dgm:spPr/>
    </dgm:pt>
    <dgm:pt modelId="{6966C3ED-50D2-4E92-B3E5-C08E667965AC}" type="pres">
      <dgm:prSet presAssocID="{583D8CA8-7941-49A0-AEE1-4D0BDF8ECAF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824ED6-88F1-4A47-AA7E-F6DE864F5CD5}" type="pres">
      <dgm:prSet presAssocID="{C34261B3-3158-46CD-A2F1-4567E795A5E3}" presName="spacer" presStyleCnt="0"/>
      <dgm:spPr/>
    </dgm:pt>
    <dgm:pt modelId="{CC59318C-1915-4182-A218-BD8A18023257}" type="pres">
      <dgm:prSet presAssocID="{101C79D6-46ED-4823-92CC-71A0F999C9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9BFFA5-763D-4573-847D-C5144F898D0C}" type="pres">
      <dgm:prSet presAssocID="{2F117CBA-C116-4773-B74F-60CE38113D6D}" presName="spacer" presStyleCnt="0"/>
      <dgm:spPr/>
    </dgm:pt>
    <dgm:pt modelId="{DA847B92-5C98-4D11-9435-8D5686B22F3D}" type="pres">
      <dgm:prSet presAssocID="{103E19AA-0C4C-4F51-B3F8-B7385C6FDD1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5663908-999E-4D79-B9C4-4DBBEAE0DFA2}" type="presOf" srcId="{F0E500F4-D2E5-4E02-9F54-3E8EEE2547FD}" destId="{E78D8726-F46F-4A49-9298-153CE509B634}" srcOrd="0" destOrd="0" presId="urn:microsoft.com/office/officeart/2005/8/layout/vList2"/>
    <dgm:cxn modelId="{46B8DE24-7063-42B6-9B06-DD2D401BC316}" type="presOf" srcId="{101C79D6-46ED-4823-92CC-71A0F999C958}" destId="{CC59318C-1915-4182-A218-BD8A18023257}" srcOrd="0" destOrd="0" presId="urn:microsoft.com/office/officeart/2005/8/layout/vList2"/>
    <dgm:cxn modelId="{FADEA72E-E9DC-44C7-94FD-8F8B3F6A288F}" type="presOf" srcId="{9CA7F4C0-F38B-4228-BA2C-2C42BCD5D320}" destId="{E3C17EE9-87F8-4C71-A465-3B6BD643184F}" srcOrd="0" destOrd="0" presId="urn:microsoft.com/office/officeart/2005/8/layout/vList2"/>
    <dgm:cxn modelId="{74D48B75-A9C7-4197-874E-A4778968EAFF}" srcId="{9CA7F4C0-F38B-4228-BA2C-2C42BCD5D320}" destId="{103E19AA-0C4C-4F51-B3F8-B7385C6FDD1E}" srcOrd="3" destOrd="0" parTransId="{15FCB502-C7CD-4A5E-A69C-68B897AAEB4A}" sibTransId="{DD8E023C-025D-43FB-8DE1-D2906D54B49A}"/>
    <dgm:cxn modelId="{B3BDAE8B-B8DF-4102-9815-F43F84CA6CB8}" srcId="{9CA7F4C0-F38B-4228-BA2C-2C42BCD5D320}" destId="{F0E500F4-D2E5-4E02-9F54-3E8EEE2547FD}" srcOrd="0" destOrd="0" parTransId="{A3200CF4-444F-445B-95C2-7039E245D193}" sibTransId="{A882D0C5-E738-4B42-82DE-C0FC64EE7552}"/>
    <dgm:cxn modelId="{F7D54A93-6DE5-4223-95E1-8735CC421DBF}" srcId="{9CA7F4C0-F38B-4228-BA2C-2C42BCD5D320}" destId="{101C79D6-46ED-4823-92CC-71A0F999C958}" srcOrd="2" destOrd="0" parTransId="{350F699D-4427-4B6D-96D2-F8A00016D0D2}" sibTransId="{2F117CBA-C116-4773-B74F-60CE38113D6D}"/>
    <dgm:cxn modelId="{0AC410B5-05B4-4839-9351-4B7EE84283FB}" srcId="{9CA7F4C0-F38B-4228-BA2C-2C42BCD5D320}" destId="{583D8CA8-7941-49A0-AEE1-4D0BDF8ECAFD}" srcOrd="1" destOrd="0" parTransId="{A55DA256-43B6-4D43-912D-0A53037448F0}" sibTransId="{C34261B3-3158-46CD-A2F1-4567E795A5E3}"/>
    <dgm:cxn modelId="{8F3792B6-6CE0-424F-9355-653146AEB3E1}" type="presOf" srcId="{583D8CA8-7941-49A0-AEE1-4D0BDF8ECAFD}" destId="{6966C3ED-50D2-4E92-B3E5-C08E667965AC}" srcOrd="0" destOrd="0" presId="urn:microsoft.com/office/officeart/2005/8/layout/vList2"/>
    <dgm:cxn modelId="{ED57A7E8-2D9F-4103-9AAC-E45AD1DF9C33}" type="presOf" srcId="{103E19AA-0C4C-4F51-B3F8-B7385C6FDD1E}" destId="{DA847B92-5C98-4D11-9435-8D5686B22F3D}" srcOrd="0" destOrd="0" presId="urn:microsoft.com/office/officeart/2005/8/layout/vList2"/>
    <dgm:cxn modelId="{ACBE317B-F625-4E8A-B06D-6D3D31D20D6B}" type="presParOf" srcId="{E3C17EE9-87F8-4C71-A465-3B6BD643184F}" destId="{E78D8726-F46F-4A49-9298-153CE509B634}" srcOrd="0" destOrd="0" presId="urn:microsoft.com/office/officeart/2005/8/layout/vList2"/>
    <dgm:cxn modelId="{A5C5B2EB-877F-402C-8252-A7D30FD8EB76}" type="presParOf" srcId="{E3C17EE9-87F8-4C71-A465-3B6BD643184F}" destId="{DBEF28B8-90F1-4F9F-BF0F-D256B20CB106}" srcOrd="1" destOrd="0" presId="urn:microsoft.com/office/officeart/2005/8/layout/vList2"/>
    <dgm:cxn modelId="{C2CC6BDE-30DD-4C64-8811-92FCB1748E69}" type="presParOf" srcId="{E3C17EE9-87F8-4C71-A465-3B6BD643184F}" destId="{6966C3ED-50D2-4E92-B3E5-C08E667965AC}" srcOrd="2" destOrd="0" presId="urn:microsoft.com/office/officeart/2005/8/layout/vList2"/>
    <dgm:cxn modelId="{FD5A9406-96E6-41B7-B204-A419279704F1}" type="presParOf" srcId="{E3C17EE9-87F8-4C71-A465-3B6BD643184F}" destId="{BE824ED6-88F1-4A47-AA7E-F6DE864F5CD5}" srcOrd="3" destOrd="0" presId="urn:microsoft.com/office/officeart/2005/8/layout/vList2"/>
    <dgm:cxn modelId="{496C719E-2C06-4C83-AEBF-7695A9C10F00}" type="presParOf" srcId="{E3C17EE9-87F8-4C71-A465-3B6BD643184F}" destId="{CC59318C-1915-4182-A218-BD8A18023257}" srcOrd="4" destOrd="0" presId="urn:microsoft.com/office/officeart/2005/8/layout/vList2"/>
    <dgm:cxn modelId="{F670C8E7-7244-41EF-9F8D-54548CA74074}" type="presParOf" srcId="{E3C17EE9-87F8-4C71-A465-3B6BD643184F}" destId="{AD9BFFA5-763D-4573-847D-C5144F898D0C}" srcOrd="5" destOrd="0" presId="urn:microsoft.com/office/officeart/2005/8/layout/vList2"/>
    <dgm:cxn modelId="{EDAD73CC-A919-49BF-8925-2B7F9CD781FA}" type="presParOf" srcId="{E3C17EE9-87F8-4C71-A465-3B6BD643184F}" destId="{DA847B92-5C98-4D11-9435-8D5686B22F3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0DF97C5C-BB97-4AB5-BFA3-814ABA13AD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14B9A99-D65F-4D24-AE2B-D24DC55AB5CA}">
      <dgm:prSet/>
      <dgm:spPr/>
      <dgm:t>
        <a:bodyPr/>
        <a:lstStyle/>
        <a:p>
          <a:r>
            <a:rPr lang="uk-UA" b="0" i="0"/>
            <a:t>долучитися до політичного життя країни.</a:t>
          </a:r>
          <a:endParaRPr lang="uk-UA"/>
        </a:p>
      </dgm:t>
    </dgm:pt>
    <dgm:pt modelId="{95FFC0B6-8EB0-4E04-B799-402F118368CC}" type="parTrans" cxnId="{CA451C5E-C4D8-4023-9E0C-FBD4D4D29570}">
      <dgm:prSet/>
      <dgm:spPr/>
      <dgm:t>
        <a:bodyPr/>
        <a:lstStyle/>
        <a:p>
          <a:endParaRPr lang="uk-UA"/>
        </a:p>
      </dgm:t>
    </dgm:pt>
    <dgm:pt modelId="{DE722E57-7F5B-460E-8EF5-6DCFA65BD030}" type="sibTrans" cxnId="{CA451C5E-C4D8-4023-9E0C-FBD4D4D29570}">
      <dgm:prSet/>
      <dgm:spPr/>
      <dgm:t>
        <a:bodyPr/>
        <a:lstStyle/>
        <a:p>
          <a:endParaRPr lang="uk-UA"/>
        </a:p>
      </dgm:t>
    </dgm:pt>
    <dgm:pt modelId="{5D998ACC-3266-404E-94BC-F5B96B231FA7}">
      <dgm:prSet/>
      <dgm:spPr/>
      <dgm:t>
        <a:bodyPr/>
        <a:lstStyle/>
        <a:p>
          <a:r>
            <a:rPr lang="uk-UA" b="0" i="0"/>
            <a:t>обмежуватися лише культурницькою діяльністю.</a:t>
          </a:r>
          <a:endParaRPr lang="uk-UA"/>
        </a:p>
      </dgm:t>
    </dgm:pt>
    <dgm:pt modelId="{8A7F0218-5CFC-4F64-86CF-7636120566EC}" type="parTrans" cxnId="{BE96DE13-4896-4866-A0B1-73F6BD124AEE}">
      <dgm:prSet/>
      <dgm:spPr/>
      <dgm:t>
        <a:bodyPr/>
        <a:lstStyle/>
        <a:p>
          <a:endParaRPr lang="uk-UA"/>
        </a:p>
      </dgm:t>
    </dgm:pt>
    <dgm:pt modelId="{359EDE8F-09F3-4B22-AAE2-AF8B1CCFFEC6}" type="sibTrans" cxnId="{BE96DE13-4896-4866-A0B1-73F6BD124AEE}">
      <dgm:prSet/>
      <dgm:spPr/>
      <dgm:t>
        <a:bodyPr/>
        <a:lstStyle/>
        <a:p>
          <a:endParaRPr lang="uk-UA"/>
        </a:p>
      </dgm:t>
    </dgm:pt>
    <dgm:pt modelId="{F16F9969-196C-4E18-ADC1-F2283F7C567D}">
      <dgm:prSet/>
      <dgm:spPr/>
      <dgm:t>
        <a:bodyPr/>
        <a:lstStyle/>
        <a:p>
          <a:r>
            <a:rPr lang="uk-UA" b="0" i="0"/>
            <a:t>вести підпільну збройну боротьбу проти чинної влади.</a:t>
          </a:r>
          <a:endParaRPr lang="uk-UA"/>
        </a:p>
      </dgm:t>
    </dgm:pt>
    <dgm:pt modelId="{A38219CA-B819-4214-BC5E-D6C92F4E075E}" type="parTrans" cxnId="{ACD5B0B4-666E-45A3-8A07-F1BE3443254C}">
      <dgm:prSet/>
      <dgm:spPr/>
      <dgm:t>
        <a:bodyPr/>
        <a:lstStyle/>
        <a:p>
          <a:endParaRPr lang="uk-UA"/>
        </a:p>
      </dgm:t>
    </dgm:pt>
    <dgm:pt modelId="{E8636A30-A051-457E-986E-FA7D1CEA1653}" type="sibTrans" cxnId="{ACD5B0B4-666E-45A3-8A07-F1BE3443254C}">
      <dgm:prSet/>
      <dgm:spPr/>
      <dgm:t>
        <a:bodyPr/>
        <a:lstStyle/>
        <a:p>
          <a:endParaRPr lang="uk-UA"/>
        </a:p>
      </dgm:t>
    </dgm:pt>
    <dgm:pt modelId="{49CF240B-AC6B-4105-BBC3-E7C72F5AA58A}">
      <dgm:prSet/>
      <dgm:spPr/>
      <dgm:t>
        <a:bodyPr/>
        <a:lstStyle/>
        <a:p>
          <a:r>
            <a:rPr lang="uk-UA" b="0" i="0"/>
            <a:t>пропагувати в суспільстві форми радянської державності</a:t>
          </a:r>
          <a:endParaRPr lang="uk-UA"/>
        </a:p>
      </dgm:t>
    </dgm:pt>
    <dgm:pt modelId="{EF4CFC3B-68F9-47C1-B7FE-41C91C6302E5}" type="parTrans" cxnId="{356C5CD5-3E8F-47B7-A5DF-683E687FB649}">
      <dgm:prSet/>
      <dgm:spPr/>
      <dgm:t>
        <a:bodyPr/>
        <a:lstStyle/>
        <a:p>
          <a:endParaRPr lang="uk-UA"/>
        </a:p>
      </dgm:t>
    </dgm:pt>
    <dgm:pt modelId="{4E08C7A7-5F1A-42EB-9455-6755D7A97F0F}" type="sibTrans" cxnId="{356C5CD5-3E8F-47B7-A5DF-683E687FB649}">
      <dgm:prSet/>
      <dgm:spPr/>
      <dgm:t>
        <a:bodyPr/>
        <a:lstStyle/>
        <a:p>
          <a:endParaRPr lang="uk-UA"/>
        </a:p>
      </dgm:t>
    </dgm:pt>
    <dgm:pt modelId="{B7EE22C8-53CF-4254-BD52-1A341F73FB93}" type="pres">
      <dgm:prSet presAssocID="{0DF97C5C-BB97-4AB5-BFA3-814ABA13AD11}" presName="linear" presStyleCnt="0">
        <dgm:presLayoutVars>
          <dgm:animLvl val="lvl"/>
          <dgm:resizeHandles val="exact"/>
        </dgm:presLayoutVars>
      </dgm:prSet>
      <dgm:spPr/>
    </dgm:pt>
    <dgm:pt modelId="{D4B08BB2-F3FD-466F-A27D-49294A6B21DA}" type="pres">
      <dgm:prSet presAssocID="{A14B9A99-D65F-4D24-AE2B-D24DC55AB5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A6768F6-0E9C-438B-BBCE-D109B41FE707}" type="pres">
      <dgm:prSet presAssocID="{DE722E57-7F5B-460E-8EF5-6DCFA65BD030}" presName="spacer" presStyleCnt="0"/>
      <dgm:spPr/>
    </dgm:pt>
    <dgm:pt modelId="{02E70167-B018-40E6-BA9B-173D650E7811}" type="pres">
      <dgm:prSet presAssocID="{5D998ACC-3266-404E-94BC-F5B96B231FA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8758E17-2034-4269-BE5B-DDA4FC02F27E}" type="pres">
      <dgm:prSet presAssocID="{359EDE8F-09F3-4B22-AAE2-AF8B1CCFFEC6}" presName="spacer" presStyleCnt="0"/>
      <dgm:spPr/>
    </dgm:pt>
    <dgm:pt modelId="{601134A6-B86C-434F-B73F-537C97D86B99}" type="pres">
      <dgm:prSet presAssocID="{F16F9969-196C-4E18-ADC1-F2283F7C567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6CBE992-36B7-4F2C-8DFF-AF25026C6600}" type="pres">
      <dgm:prSet presAssocID="{E8636A30-A051-457E-986E-FA7D1CEA1653}" presName="spacer" presStyleCnt="0"/>
      <dgm:spPr/>
    </dgm:pt>
    <dgm:pt modelId="{4AB3F35D-43CB-49D5-9F96-261C0DFD85D8}" type="pres">
      <dgm:prSet presAssocID="{49CF240B-AC6B-4105-BBC3-E7C72F5AA58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E96DE13-4896-4866-A0B1-73F6BD124AEE}" srcId="{0DF97C5C-BB97-4AB5-BFA3-814ABA13AD11}" destId="{5D998ACC-3266-404E-94BC-F5B96B231FA7}" srcOrd="1" destOrd="0" parTransId="{8A7F0218-5CFC-4F64-86CF-7636120566EC}" sibTransId="{359EDE8F-09F3-4B22-AAE2-AF8B1CCFFEC6}"/>
    <dgm:cxn modelId="{F250E51D-553F-4073-903B-F1E4BD51BE10}" type="presOf" srcId="{F16F9969-196C-4E18-ADC1-F2283F7C567D}" destId="{601134A6-B86C-434F-B73F-537C97D86B99}" srcOrd="0" destOrd="0" presId="urn:microsoft.com/office/officeart/2005/8/layout/vList2"/>
    <dgm:cxn modelId="{CA451C5E-C4D8-4023-9E0C-FBD4D4D29570}" srcId="{0DF97C5C-BB97-4AB5-BFA3-814ABA13AD11}" destId="{A14B9A99-D65F-4D24-AE2B-D24DC55AB5CA}" srcOrd="0" destOrd="0" parTransId="{95FFC0B6-8EB0-4E04-B799-402F118368CC}" sibTransId="{DE722E57-7F5B-460E-8EF5-6DCFA65BD030}"/>
    <dgm:cxn modelId="{1186C861-E617-47D2-B33C-77EC884E28D1}" type="presOf" srcId="{A14B9A99-D65F-4D24-AE2B-D24DC55AB5CA}" destId="{D4B08BB2-F3FD-466F-A27D-49294A6B21DA}" srcOrd="0" destOrd="0" presId="urn:microsoft.com/office/officeart/2005/8/layout/vList2"/>
    <dgm:cxn modelId="{DCF61E5A-5B38-40CC-B314-AB7822CB2456}" type="presOf" srcId="{0DF97C5C-BB97-4AB5-BFA3-814ABA13AD11}" destId="{B7EE22C8-53CF-4254-BD52-1A341F73FB93}" srcOrd="0" destOrd="0" presId="urn:microsoft.com/office/officeart/2005/8/layout/vList2"/>
    <dgm:cxn modelId="{32A7697F-1639-4FB1-AC68-14407AD81274}" type="presOf" srcId="{5D998ACC-3266-404E-94BC-F5B96B231FA7}" destId="{02E70167-B018-40E6-BA9B-173D650E7811}" srcOrd="0" destOrd="0" presId="urn:microsoft.com/office/officeart/2005/8/layout/vList2"/>
    <dgm:cxn modelId="{ACD5B0B4-666E-45A3-8A07-F1BE3443254C}" srcId="{0DF97C5C-BB97-4AB5-BFA3-814ABA13AD11}" destId="{F16F9969-196C-4E18-ADC1-F2283F7C567D}" srcOrd="2" destOrd="0" parTransId="{A38219CA-B819-4214-BC5E-D6C92F4E075E}" sibTransId="{E8636A30-A051-457E-986E-FA7D1CEA1653}"/>
    <dgm:cxn modelId="{356C5CD5-3E8F-47B7-A5DF-683E687FB649}" srcId="{0DF97C5C-BB97-4AB5-BFA3-814ABA13AD11}" destId="{49CF240B-AC6B-4105-BBC3-E7C72F5AA58A}" srcOrd="3" destOrd="0" parTransId="{EF4CFC3B-68F9-47C1-B7FE-41C91C6302E5}" sibTransId="{4E08C7A7-5F1A-42EB-9455-6755D7A97F0F}"/>
    <dgm:cxn modelId="{139AFDF6-657A-4AB5-BC57-87EB3D3690C9}" type="presOf" srcId="{49CF240B-AC6B-4105-BBC3-E7C72F5AA58A}" destId="{4AB3F35D-43CB-49D5-9F96-261C0DFD85D8}" srcOrd="0" destOrd="0" presId="urn:microsoft.com/office/officeart/2005/8/layout/vList2"/>
    <dgm:cxn modelId="{28B0C422-AA30-4911-AD88-4F0F2C5296F3}" type="presParOf" srcId="{B7EE22C8-53CF-4254-BD52-1A341F73FB93}" destId="{D4B08BB2-F3FD-466F-A27D-49294A6B21DA}" srcOrd="0" destOrd="0" presId="urn:microsoft.com/office/officeart/2005/8/layout/vList2"/>
    <dgm:cxn modelId="{3C26B896-6B0B-4660-8893-6A2ECB9F513A}" type="presParOf" srcId="{B7EE22C8-53CF-4254-BD52-1A341F73FB93}" destId="{AA6768F6-0E9C-438B-BBCE-D109B41FE707}" srcOrd="1" destOrd="0" presId="urn:microsoft.com/office/officeart/2005/8/layout/vList2"/>
    <dgm:cxn modelId="{B4FDC825-3F97-4C1A-BD7B-656C48CAA79A}" type="presParOf" srcId="{B7EE22C8-53CF-4254-BD52-1A341F73FB93}" destId="{02E70167-B018-40E6-BA9B-173D650E7811}" srcOrd="2" destOrd="0" presId="urn:microsoft.com/office/officeart/2005/8/layout/vList2"/>
    <dgm:cxn modelId="{6BEBEDDA-FCB3-41C9-95C1-A169E71BFE5D}" type="presParOf" srcId="{B7EE22C8-53CF-4254-BD52-1A341F73FB93}" destId="{C8758E17-2034-4269-BE5B-DDA4FC02F27E}" srcOrd="3" destOrd="0" presId="urn:microsoft.com/office/officeart/2005/8/layout/vList2"/>
    <dgm:cxn modelId="{BD2CAA26-CB3F-472D-8784-E2064FD6AE20}" type="presParOf" srcId="{B7EE22C8-53CF-4254-BD52-1A341F73FB93}" destId="{601134A6-B86C-434F-B73F-537C97D86B99}" srcOrd="4" destOrd="0" presId="urn:microsoft.com/office/officeart/2005/8/layout/vList2"/>
    <dgm:cxn modelId="{41B00C2E-9AD4-46AB-98D9-9AC8C1F25C0B}" type="presParOf" srcId="{B7EE22C8-53CF-4254-BD52-1A341F73FB93}" destId="{16CBE992-36B7-4F2C-8DFF-AF25026C6600}" srcOrd="5" destOrd="0" presId="urn:microsoft.com/office/officeart/2005/8/layout/vList2"/>
    <dgm:cxn modelId="{12D265E1-05D0-4E29-A4A2-A4C5248DD64A}" type="presParOf" srcId="{B7EE22C8-53CF-4254-BD52-1A341F73FB93}" destId="{4AB3F35D-43CB-49D5-9F96-261C0DFD85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C5A278CB-65FE-4514-9E76-9368A1577D0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B030BA9-3845-4A0D-876E-049038683A68}">
      <dgm:prSet/>
      <dgm:spPr/>
      <dgm:t>
        <a:bodyPr/>
        <a:lstStyle/>
        <a:p>
          <a:r>
            <a:rPr lang="ru-RU" b="0" i="0"/>
            <a:t>1929 р.</a:t>
          </a:r>
          <a:endParaRPr lang="uk-UA"/>
        </a:p>
      </dgm:t>
    </dgm:pt>
    <dgm:pt modelId="{ECA8A1FA-C92C-409D-A82A-B79949F9C7C8}" type="parTrans" cxnId="{38637ADD-1E99-4848-8895-419EDD04ED9E}">
      <dgm:prSet/>
      <dgm:spPr/>
      <dgm:t>
        <a:bodyPr/>
        <a:lstStyle/>
        <a:p>
          <a:endParaRPr lang="uk-UA"/>
        </a:p>
      </dgm:t>
    </dgm:pt>
    <dgm:pt modelId="{CF32037C-079A-45C5-B2CF-9A43AE187FBE}" type="sibTrans" cxnId="{38637ADD-1E99-4848-8895-419EDD04ED9E}">
      <dgm:prSet/>
      <dgm:spPr/>
      <dgm:t>
        <a:bodyPr/>
        <a:lstStyle/>
        <a:p>
          <a:endParaRPr lang="uk-UA"/>
        </a:p>
      </dgm:t>
    </dgm:pt>
    <dgm:pt modelId="{92FCE98A-E21A-411F-A1DC-C304768EC034}">
      <dgm:prSet/>
      <dgm:spPr/>
      <dgm:t>
        <a:bodyPr/>
        <a:lstStyle/>
        <a:p>
          <a:r>
            <a:rPr lang="ru-RU" b="0" i="0"/>
            <a:t>1933 р.</a:t>
          </a:r>
          <a:endParaRPr lang="uk-UA"/>
        </a:p>
      </dgm:t>
    </dgm:pt>
    <dgm:pt modelId="{EC891A8F-D1AD-425C-88B1-A85923F4BC65}" type="parTrans" cxnId="{CE6AF424-FD32-463A-B792-028ADBDFCFEE}">
      <dgm:prSet/>
      <dgm:spPr/>
      <dgm:t>
        <a:bodyPr/>
        <a:lstStyle/>
        <a:p>
          <a:endParaRPr lang="uk-UA"/>
        </a:p>
      </dgm:t>
    </dgm:pt>
    <dgm:pt modelId="{E671DCD2-724D-44B6-BDCE-F62634FA935F}" type="sibTrans" cxnId="{CE6AF424-FD32-463A-B792-028ADBDFCFEE}">
      <dgm:prSet/>
      <dgm:spPr/>
      <dgm:t>
        <a:bodyPr/>
        <a:lstStyle/>
        <a:p>
          <a:endParaRPr lang="uk-UA"/>
        </a:p>
      </dgm:t>
    </dgm:pt>
    <dgm:pt modelId="{BA277359-B499-4784-8A8C-562FEE4571E8}">
      <dgm:prSet/>
      <dgm:spPr/>
      <dgm:t>
        <a:bodyPr/>
        <a:lstStyle/>
        <a:p>
          <a:r>
            <a:rPr lang="ru-RU" b="0" i="0"/>
            <a:t>1939 р.</a:t>
          </a:r>
          <a:endParaRPr lang="uk-UA"/>
        </a:p>
      </dgm:t>
    </dgm:pt>
    <dgm:pt modelId="{65B3AA44-E199-485F-B72E-1771E41E8FB4}" type="parTrans" cxnId="{276FE856-A7B6-4AA1-B519-B93A6FEA924C}">
      <dgm:prSet/>
      <dgm:spPr/>
      <dgm:t>
        <a:bodyPr/>
        <a:lstStyle/>
        <a:p>
          <a:endParaRPr lang="uk-UA"/>
        </a:p>
      </dgm:t>
    </dgm:pt>
    <dgm:pt modelId="{AC868CC4-F68C-4DA3-BC66-01E0E4C697A3}" type="sibTrans" cxnId="{276FE856-A7B6-4AA1-B519-B93A6FEA924C}">
      <dgm:prSet/>
      <dgm:spPr/>
      <dgm:t>
        <a:bodyPr/>
        <a:lstStyle/>
        <a:p>
          <a:endParaRPr lang="uk-UA"/>
        </a:p>
      </dgm:t>
    </dgm:pt>
    <dgm:pt modelId="{F6E9EC6F-0D0E-4FB5-8029-702270C0CACC}">
      <dgm:prSet/>
      <dgm:spPr/>
      <dgm:t>
        <a:bodyPr/>
        <a:lstStyle/>
        <a:p>
          <a:r>
            <a:rPr lang="ru-RU" b="0" i="0"/>
            <a:t>1941 р.</a:t>
          </a:r>
          <a:endParaRPr lang="uk-UA"/>
        </a:p>
      </dgm:t>
    </dgm:pt>
    <dgm:pt modelId="{2EBAC336-9DFD-46A6-8532-DFE34AC8483C}" type="parTrans" cxnId="{D283717E-BD58-44D1-8786-0EB52A7AEB43}">
      <dgm:prSet/>
      <dgm:spPr/>
      <dgm:t>
        <a:bodyPr/>
        <a:lstStyle/>
        <a:p>
          <a:endParaRPr lang="uk-UA"/>
        </a:p>
      </dgm:t>
    </dgm:pt>
    <dgm:pt modelId="{2CECDD71-7EF4-4B59-84F8-87A903439B36}" type="sibTrans" cxnId="{D283717E-BD58-44D1-8786-0EB52A7AEB43}">
      <dgm:prSet/>
      <dgm:spPr/>
      <dgm:t>
        <a:bodyPr/>
        <a:lstStyle/>
        <a:p>
          <a:endParaRPr lang="uk-UA"/>
        </a:p>
      </dgm:t>
    </dgm:pt>
    <dgm:pt modelId="{F1A7E475-7358-4960-B5C5-A57BC1628645}" type="pres">
      <dgm:prSet presAssocID="{C5A278CB-65FE-4514-9E76-9368A1577D09}" presName="matrix" presStyleCnt="0">
        <dgm:presLayoutVars>
          <dgm:chMax val="1"/>
          <dgm:dir/>
          <dgm:resizeHandles val="exact"/>
        </dgm:presLayoutVars>
      </dgm:prSet>
      <dgm:spPr/>
    </dgm:pt>
    <dgm:pt modelId="{58FBDD05-17E0-4222-ACE6-646EE09FE85C}" type="pres">
      <dgm:prSet presAssocID="{C5A278CB-65FE-4514-9E76-9368A1577D09}" presName="diamond" presStyleLbl="bgShp" presStyleIdx="0" presStyleCnt="1"/>
      <dgm:spPr/>
    </dgm:pt>
    <dgm:pt modelId="{686B77D7-2013-4822-854F-CAE6AAC367B9}" type="pres">
      <dgm:prSet presAssocID="{C5A278CB-65FE-4514-9E76-9368A1577D0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0E55B50-7EB6-473F-9C1A-C673D8C4EE1D}" type="pres">
      <dgm:prSet presAssocID="{C5A278CB-65FE-4514-9E76-9368A1577D0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BA0F6A1-12AC-400C-B863-87D24E71D85F}" type="pres">
      <dgm:prSet presAssocID="{C5A278CB-65FE-4514-9E76-9368A1577D0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5449C6E-AB6C-4BA4-889C-4D312716BCC3}" type="pres">
      <dgm:prSet presAssocID="{C5A278CB-65FE-4514-9E76-9368A1577D0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E6AF424-FD32-463A-B792-028ADBDFCFEE}" srcId="{C5A278CB-65FE-4514-9E76-9368A1577D09}" destId="{92FCE98A-E21A-411F-A1DC-C304768EC034}" srcOrd="1" destOrd="0" parTransId="{EC891A8F-D1AD-425C-88B1-A85923F4BC65}" sibTransId="{E671DCD2-724D-44B6-BDCE-F62634FA935F}"/>
    <dgm:cxn modelId="{36640968-C870-4280-BDEC-2A299F318DE0}" type="presOf" srcId="{F6E9EC6F-0D0E-4FB5-8029-702270C0CACC}" destId="{15449C6E-AB6C-4BA4-889C-4D312716BCC3}" srcOrd="0" destOrd="0" presId="urn:microsoft.com/office/officeart/2005/8/layout/matrix3"/>
    <dgm:cxn modelId="{276FE856-A7B6-4AA1-B519-B93A6FEA924C}" srcId="{C5A278CB-65FE-4514-9E76-9368A1577D09}" destId="{BA277359-B499-4784-8A8C-562FEE4571E8}" srcOrd="2" destOrd="0" parTransId="{65B3AA44-E199-485F-B72E-1771E41E8FB4}" sibTransId="{AC868CC4-F68C-4DA3-BC66-01E0E4C697A3}"/>
    <dgm:cxn modelId="{D283717E-BD58-44D1-8786-0EB52A7AEB43}" srcId="{C5A278CB-65FE-4514-9E76-9368A1577D09}" destId="{F6E9EC6F-0D0E-4FB5-8029-702270C0CACC}" srcOrd="3" destOrd="0" parTransId="{2EBAC336-9DFD-46A6-8532-DFE34AC8483C}" sibTransId="{2CECDD71-7EF4-4B59-84F8-87A903439B36}"/>
    <dgm:cxn modelId="{AD305789-4709-4BB4-8845-34825A212D3A}" type="presOf" srcId="{BA277359-B499-4784-8A8C-562FEE4571E8}" destId="{EBA0F6A1-12AC-400C-B863-87D24E71D85F}" srcOrd="0" destOrd="0" presId="urn:microsoft.com/office/officeart/2005/8/layout/matrix3"/>
    <dgm:cxn modelId="{8AD31B90-35EE-423B-BC49-1FDAB6C57B95}" type="presOf" srcId="{C5A278CB-65FE-4514-9E76-9368A1577D09}" destId="{F1A7E475-7358-4960-B5C5-A57BC1628645}" srcOrd="0" destOrd="0" presId="urn:microsoft.com/office/officeart/2005/8/layout/matrix3"/>
    <dgm:cxn modelId="{38637ADD-1E99-4848-8895-419EDD04ED9E}" srcId="{C5A278CB-65FE-4514-9E76-9368A1577D09}" destId="{AB030BA9-3845-4A0D-876E-049038683A68}" srcOrd="0" destOrd="0" parTransId="{ECA8A1FA-C92C-409D-A82A-B79949F9C7C8}" sibTransId="{CF32037C-079A-45C5-B2CF-9A43AE187FBE}"/>
    <dgm:cxn modelId="{199457F2-98D4-40C1-92AE-752AC9CF919B}" type="presOf" srcId="{92FCE98A-E21A-411F-A1DC-C304768EC034}" destId="{40E55B50-7EB6-473F-9C1A-C673D8C4EE1D}" srcOrd="0" destOrd="0" presId="urn:microsoft.com/office/officeart/2005/8/layout/matrix3"/>
    <dgm:cxn modelId="{0C135DFC-FA13-4ABC-AB15-14882CE02926}" type="presOf" srcId="{AB030BA9-3845-4A0D-876E-049038683A68}" destId="{686B77D7-2013-4822-854F-CAE6AAC367B9}" srcOrd="0" destOrd="0" presId="urn:microsoft.com/office/officeart/2005/8/layout/matrix3"/>
    <dgm:cxn modelId="{8BBD05DF-7DC8-4227-8B6F-0F40204222B8}" type="presParOf" srcId="{F1A7E475-7358-4960-B5C5-A57BC1628645}" destId="{58FBDD05-17E0-4222-ACE6-646EE09FE85C}" srcOrd="0" destOrd="0" presId="urn:microsoft.com/office/officeart/2005/8/layout/matrix3"/>
    <dgm:cxn modelId="{AC13C25D-DBC9-4444-A4EE-28A96CADC0C8}" type="presParOf" srcId="{F1A7E475-7358-4960-B5C5-A57BC1628645}" destId="{686B77D7-2013-4822-854F-CAE6AAC367B9}" srcOrd="1" destOrd="0" presId="urn:microsoft.com/office/officeart/2005/8/layout/matrix3"/>
    <dgm:cxn modelId="{62F21458-751C-4075-ABC8-A85DE4177A84}" type="presParOf" srcId="{F1A7E475-7358-4960-B5C5-A57BC1628645}" destId="{40E55B50-7EB6-473F-9C1A-C673D8C4EE1D}" srcOrd="2" destOrd="0" presId="urn:microsoft.com/office/officeart/2005/8/layout/matrix3"/>
    <dgm:cxn modelId="{29150C9E-2635-4ED5-9D6B-786FB9FE6C4B}" type="presParOf" srcId="{F1A7E475-7358-4960-B5C5-A57BC1628645}" destId="{EBA0F6A1-12AC-400C-B863-87D24E71D85F}" srcOrd="3" destOrd="0" presId="urn:microsoft.com/office/officeart/2005/8/layout/matrix3"/>
    <dgm:cxn modelId="{46CD672C-ADF4-4E57-8B45-2EB7C2F772AA}" type="presParOf" srcId="{F1A7E475-7358-4960-B5C5-A57BC1628645}" destId="{15449C6E-AB6C-4BA4-889C-4D312716BCC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317329E0-5AE8-4162-90C3-75B6DC66719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BBF5B31-0437-4DA8-9C8D-9419AB85F8A5}">
      <dgm:prSet/>
      <dgm:spPr/>
      <dgm:t>
        <a:bodyPr/>
        <a:lstStyle/>
        <a:p>
          <a:r>
            <a:rPr lang="ru-RU" b="0" i="0"/>
            <a:t>1918 р.</a:t>
          </a:r>
          <a:endParaRPr lang="uk-UA"/>
        </a:p>
      </dgm:t>
    </dgm:pt>
    <dgm:pt modelId="{3DEB8004-0BFE-4DF0-A590-2F8CE59D5139}" type="parTrans" cxnId="{BE6B65CB-03B0-41E6-99E8-4776C0C908AB}">
      <dgm:prSet/>
      <dgm:spPr/>
      <dgm:t>
        <a:bodyPr/>
        <a:lstStyle/>
        <a:p>
          <a:endParaRPr lang="uk-UA"/>
        </a:p>
      </dgm:t>
    </dgm:pt>
    <dgm:pt modelId="{69D2080C-0E36-4703-A130-CB17330B3A23}" type="sibTrans" cxnId="{BE6B65CB-03B0-41E6-99E8-4776C0C908AB}">
      <dgm:prSet/>
      <dgm:spPr/>
      <dgm:t>
        <a:bodyPr/>
        <a:lstStyle/>
        <a:p>
          <a:endParaRPr lang="uk-UA"/>
        </a:p>
      </dgm:t>
    </dgm:pt>
    <dgm:pt modelId="{9B8046AD-B2C2-4F19-8037-8E900343264A}">
      <dgm:prSet/>
      <dgm:spPr/>
      <dgm:t>
        <a:bodyPr/>
        <a:lstStyle/>
        <a:p>
          <a:r>
            <a:rPr lang="ru-RU" b="0" i="0"/>
            <a:t>1923 р.</a:t>
          </a:r>
          <a:endParaRPr lang="uk-UA"/>
        </a:p>
      </dgm:t>
    </dgm:pt>
    <dgm:pt modelId="{B58D5455-7501-404B-A79E-12F6BB900627}" type="parTrans" cxnId="{2977546A-D514-41D6-B895-AB39EC07A8C3}">
      <dgm:prSet/>
      <dgm:spPr/>
      <dgm:t>
        <a:bodyPr/>
        <a:lstStyle/>
        <a:p>
          <a:endParaRPr lang="uk-UA"/>
        </a:p>
      </dgm:t>
    </dgm:pt>
    <dgm:pt modelId="{53F80ACE-4670-4843-99EB-B9840CCF370B}" type="sibTrans" cxnId="{2977546A-D514-41D6-B895-AB39EC07A8C3}">
      <dgm:prSet/>
      <dgm:spPr/>
      <dgm:t>
        <a:bodyPr/>
        <a:lstStyle/>
        <a:p>
          <a:endParaRPr lang="uk-UA"/>
        </a:p>
      </dgm:t>
    </dgm:pt>
    <dgm:pt modelId="{A5E024E6-FE28-4860-AEEE-26AC266CE60F}">
      <dgm:prSet/>
      <dgm:spPr/>
      <dgm:t>
        <a:bodyPr/>
        <a:lstStyle/>
        <a:p>
          <a:r>
            <a:rPr lang="ru-RU" b="0" i="0"/>
            <a:t>1930 р.</a:t>
          </a:r>
          <a:endParaRPr lang="uk-UA"/>
        </a:p>
      </dgm:t>
    </dgm:pt>
    <dgm:pt modelId="{36B305A7-B9B4-49F8-9E21-FF89EDC046B1}" type="parTrans" cxnId="{10D71613-03E7-4FB1-8673-820B8E584808}">
      <dgm:prSet/>
      <dgm:spPr/>
      <dgm:t>
        <a:bodyPr/>
        <a:lstStyle/>
        <a:p>
          <a:endParaRPr lang="uk-UA"/>
        </a:p>
      </dgm:t>
    </dgm:pt>
    <dgm:pt modelId="{C7CB94A8-CDBC-4FCB-82C0-586575840415}" type="sibTrans" cxnId="{10D71613-03E7-4FB1-8673-820B8E584808}">
      <dgm:prSet/>
      <dgm:spPr/>
      <dgm:t>
        <a:bodyPr/>
        <a:lstStyle/>
        <a:p>
          <a:endParaRPr lang="uk-UA"/>
        </a:p>
      </dgm:t>
    </dgm:pt>
    <dgm:pt modelId="{95ED4349-671B-4AA7-8794-9AE6F145D3EB}">
      <dgm:prSet/>
      <dgm:spPr/>
      <dgm:t>
        <a:bodyPr/>
        <a:lstStyle/>
        <a:p>
          <a:r>
            <a:rPr lang="ru-RU" b="0" i="0"/>
            <a:t>1939 р.</a:t>
          </a:r>
          <a:endParaRPr lang="uk-UA"/>
        </a:p>
      </dgm:t>
    </dgm:pt>
    <dgm:pt modelId="{BA1EB8EE-A206-419F-91A3-49246B4F8B5A}" type="parTrans" cxnId="{118B195B-522D-4202-8403-1FA6D198F5DB}">
      <dgm:prSet/>
      <dgm:spPr/>
      <dgm:t>
        <a:bodyPr/>
        <a:lstStyle/>
        <a:p>
          <a:endParaRPr lang="uk-UA"/>
        </a:p>
      </dgm:t>
    </dgm:pt>
    <dgm:pt modelId="{A11CA5FA-D8BC-42CE-A1C9-34902E666249}" type="sibTrans" cxnId="{118B195B-522D-4202-8403-1FA6D198F5DB}">
      <dgm:prSet/>
      <dgm:spPr/>
      <dgm:t>
        <a:bodyPr/>
        <a:lstStyle/>
        <a:p>
          <a:endParaRPr lang="uk-UA"/>
        </a:p>
      </dgm:t>
    </dgm:pt>
    <dgm:pt modelId="{28D90DFC-FE69-4CE6-95AD-E71679630031}" type="pres">
      <dgm:prSet presAssocID="{317329E0-5AE8-4162-90C3-75B6DC66719D}" presName="matrix" presStyleCnt="0">
        <dgm:presLayoutVars>
          <dgm:chMax val="1"/>
          <dgm:dir/>
          <dgm:resizeHandles val="exact"/>
        </dgm:presLayoutVars>
      </dgm:prSet>
      <dgm:spPr/>
    </dgm:pt>
    <dgm:pt modelId="{3D7148DB-34BB-45EE-AB64-BBBC55B2700B}" type="pres">
      <dgm:prSet presAssocID="{317329E0-5AE8-4162-90C3-75B6DC66719D}" presName="diamond" presStyleLbl="bgShp" presStyleIdx="0" presStyleCnt="1"/>
      <dgm:spPr/>
    </dgm:pt>
    <dgm:pt modelId="{F67E5888-BE4A-4D63-885E-B2AA6F53DAD8}" type="pres">
      <dgm:prSet presAssocID="{317329E0-5AE8-4162-90C3-75B6DC66719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F42A7E7-C1A8-40A6-9C2F-E037638EC1C1}" type="pres">
      <dgm:prSet presAssocID="{317329E0-5AE8-4162-90C3-75B6DC66719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0713BC0-C61C-41AE-BE5A-B2A27421AE67}" type="pres">
      <dgm:prSet presAssocID="{317329E0-5AE8-4162-90C3-75B6DC66719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59C87C1-A91E-4698-B913-5204F48599E6}" type="pres">
      <dgm:prSet presAssocID="{317329E0-5AE8-4162-90C3-75B6DC66719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0D71613-03E7-4FB1-8673-820B8E584808}" srcId="{317329E0-5AE8-4162-90C3-75B6DC66719D}" destId="{A5E024E6-FE28-4860-AEEE-26AC266CE60F}" srcOrd="2" destOrd="0" parTransId="{36B305A7-B9B4-49F8-9E21-FF89EDC046B1}" sibTransId="{C7CB94A8-CDBC-4FCB-82C0-586575840415}"/>
    <dgm:cxn modelId="{3AE8F12E-B22D-4B1B-946F-6E54007E966E}" type="presOf" srcId="{EBBF5B31-0437-4DA8-9C8D-9419AB85F8A5}" destId="{F67E5888-BE4A-4D63-885E-B2AA6F53DAD8}" srcOrd="0" destOrd="0" presId="urn:microsoft.com/office/officeart/2005/8/layout/matrix3"/>
    <dgm:cxn modelId="{118B195B-522D-4202-8403-1FA6D198F5DB}" srcId="{317329E0-5AE8-4162-90C3-75B6DC66719D}" destId="{95ED4349-671B-4AA7-8794-9AE6F145D3EB}" srcOrd="3" destOrd="0" parTransId="{BA1EB8EE-A206-419F-91A3-49246B4F8B5A}" sibTransId="{A11CA5FA-D8BC-42CE-A1C9-34902E666249}"/>
    <dgm:cxn modelId="{B6BCD15C-BB63-48E6-83D7-851A62166104}" type="presOf" srcId="{317329E0-5AE8-4162-90C3-75B6DC66719D}" destId="{28D90DFC-FE69-4CE6-95AD-E71679630031}" srcOrd="0" destOrd="0" presId="urn:microsoft.com/office/officeart/2005/8/layout/matrix3"/>
    <dgm:cxn modelId="{CA6CAF62-A70A-480E-B629-43A853A2E930}" type="presOf" srcId="{A5E024E6-FE28-4860-AEEE-26AC266CE60F}" destId="{70713BC0-C61C-41AE-BE5A-B2A27421AE67}" srcOrd="0" destOrd="0" presId="urn:microsoft.com/office/officeart/2005/8/layout/matrix3"/>
    <dgm:cxn modelId="{2977546A-D514-41D6-B895-AB39EC07A8C3}" srcId="{317329E0-5AE8-4162-90C3-75B6DC66719D}" destId="{9B8046AD-B2C2-4F19-8037-8E900343264A}" srcOrd="1" destOrd="0" parTransId="{B58D5455-7501-404B-A79E-12F6BB900627}" sibTransId="{53F80ACE-4670-4843-99EB-B9840CCF370B}"/>
    <dgm:cxn modelId="{11B7AC87-631F-4A0D-86D5-77FA90228BAC}" type="presOf" srcId="{95ED4349-671B-4AA7-8794-9AE6F145D3EB}" destId="{F59C87C1-A91E-4698-B913-5204F48599E6}" srcOrd="0" destOrd="0" presId="urn:microsoft.com/office/officeart/2005/8/layout/matrix3"/>
    <dgm:cxn modelId="{D8FF5490-190D-4F97-9C80-20A794EF5C6F}" type="presOf" srcId="{9B8046AD-B2C2-4F19-8037-8E900343264A}" destId="{BF42A7E7-C1A8-40A6-9C2F-E037638EC1C1}" srcOrd="0" destOrd="0" presId="urn:microsoft.com/office/officeart/2005/8/layout/matrix3"/>
    <dgm:cxn modelId="{BE6B65CB-03B0-41E6-99E8-4776C0C908AB}" srcId="{317329E0-5AE8-4162-90C3-75B6DC66719D}" destId="{EBBF5B31-0437-4DA8-9C8D-9419AB85F8A5}" srcOrd="0" destOrd="0" parTransId="{3DEB8004-0BFE-4DF0-A590-2F8CE59D5139}" sibTransId="{69D2080C-0E36-4703-A130-CB17330B3A23}"/>
    <dgm:cxn modelId="{7B848D6C-02EF-4935-A947-DE984F902330}" type="presParOf" srcId="{28D90DFC-FE69-4CE6-95AD-E71679630031}" destId="{3D7148DB-34BB-45EE-AB64-BBBC55B2700B}" srcOrd="0" destOrd="0" presId="urn:microsoft.com/office/officeart/2005/8/layout/matrix3"/>
    <dgm:cxn modelId="{9C5515F8-7EC4-438D-9774-A3FA29EB86C6}" type="presParOf" srcId="{28D90DFC-FE69-4CE6-95AD-E71679630031}" destId="{F67E5888-BE4A-4D63-885E-B2AA6F53DAD8}" srcOrd="1" destOrd="0" presId="urn:microsoft.com/office/officeart/2005/8/layout/matrix3"/>
    <dgm:cxn modelId="{58D10757-A5FF-4FB1-90F7-489F5AB71D3D}" type="presParOf" srcId="{28D90DFC-FE69-4CE6-95AD-E71679630031}" destId="{BF42A7E7-C1A8-40A6-9C2F-E037638EC1C1}" srcOrd="2" destOrd="0" presId="urn:microsoft.com/office/officeart/2005/8/layout/matrix3"/>
    <dgm:cxn modelId="{C6C04583-356C-4272-9112-ECB609A3896B}" type="presParOf" srcId="{28D90DFC-FE69-4CE6-95AD-E71679630031}" destId="{70713BC0-C61C-41AE-BE5A-B2A27421AE67}" srcOrd="3" destOrd="0" presId="urn:microsoft.com/office/officeart/2005/8/layout/matrix3"/>
    <dgm:cxn modelId="{A3156CAC-8F01-4E83-A451-F631C95F5887}" type="presParOf" srcId="{28D90DFC-FE69-4CE6-95AD-E71679630031}" destId="{F59C87C1-A91E-4698-B913-5204F48599E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9BDADBD3-C803-422C-82A7-93C10B2BDA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BA529AA-99BF-4F23-A0BE-8D47FC3355BE}">
      <dgm:prSet/>
      <dgm:spPr/>
      <dgm:t>
        <a:bodyPr/>
        <a:lstStyle/>
        <a:p>
          <a:r>
            <a:rPr lang="uk-UA" b="0" i="0"/>
            <a:t>проведення акції «пацифікації»</a:t>
          </a:r>
          <a:endParaRPr lang="uk-UA"/>
        </a:p>
      </dgm:t>
    </dgm:pt>
    <dgm:pt modelId="{A2667481-8F3C-4C64-9AFE-A3DE99E341C3}" type="parTrans" cxnId="{0070480F-1E24-485C-8620-A6474CD8A5BB}">
      <dgm:prSet/>
      <dgm:spPr/>
      <dgm:t>
        <a:bodyPr/>
        <a:lstStyle/>
        <a:p>
          <a:endParaRPr lang="uk-UA"/>
        </a:p>
      </dgm:t>
    </dgm:pt>
    <dgm:pt modelId="{77875E00-CD45-423E-9B76-EAD758931E30}" type="sibTrans" cxnId="{0070480F-1E24-485C-8620-A6474CD8A5BB}">
      <dgm:prSet/>
      <dgm:spPr/>
      <dgm:t>
        <a:bodyPr/>
        <a:lstStyle/>
        <a:p>
          <a:endParaRPr lang="uk-UA"/>
        </a:p>
      </dgm:t>
    </dgm:pt>
    <dgm:pt modelId="{84C3108F-2723-4400-990C-93299E61A061}">
      <dgm:prSet/>
      <dgm:spPr/>
      <dgm:t>
        <a:bodyPr/>
        <a:lstStyle/>
        <a:p>
          <a:r>
            <a:rPr lang="uk-UA" b="0" i="0"/>
            <a:t>установлення режиму «санації»</a:t>
          </a:r>
          <a:endParaRPr lang="uk-UA"/>
        </a:p>
      </dgm:t>
    </dgm:pt>
    <dgm:pt modelId="{E0A2DB9B-4225-4D13-A4B6-7A1F353ACDB0}" type="parTrans" cxnId="{FF14C665-CA52-4448-AB13-DABBCA5C02E5}">
      <dgm:prSet/>
      <dgm:spPr/>
      <dgm:t>
        <a:bodyPr/>
        <a:lstStyle/>
        <a:p>
          <a:endParaRPr lang="uk-UA"/>
        </a:p>
      </dgm:t>
    </dgm:pt>
    <dgm:pt modelId="{49DD945F-3899-4AD9-ABE1-211A70B2C203}" type="sibTrans" cxnId="{FF14C665-CA52-4448-AB13-DABBCA5C02E5}">
      <dgm:prSet/>
      <dgm:spPr/>
      <dgm:t>
        <a:bodyPr/>
        <a:lstStyle/>
        <a:p>
          <a:endParaRPr lang="uk-UA"/>
        </a:p>
      </dgm:t>
    </dgm:pt>
    <dgm:pt modelId="{7131B56B-43A0-406D-AC7A-C35463642B07}">
      <dgm:prSet/>
      <dgm:spPr/>
      <dgm:t>
        <a:bodyPr/>
        <a:lstStyle/>
        <a:p>
          <a:r>
            <a:rPr lang="uk-UA" b="0" i="0"/>
            <a:t>реалізація плану «Ост»</a:t>
          </a:r>
          <a:endParaRPr lang="uk-UA"/>
        </a:p>
      </dgm:t>
    </dgm:pt>
    <dgm:pt modelId="{D729E90B-F3CA-4DFB-9C7B-D25BC975261A}" type="parTrans" cxnId="{42C6C15D-9435-4C5C-A2A6-ABE5404E7C15}">
      <dgm:prSet/>
      <dgm:spPr/>
      <dgm:t>
        <a:bodyPr/>
        <a:lstStyle/>
        <a:p>
          <a:endParaRPr lang="uk-UA"/>
        </a:p>
      </dgm:t>
    </dgm:pt>
    <dgm:pt modelId="{30094E7B-BBE0-47A3-88C2-F60C34E47D36}" type="sibTrans" cxnId="{42C6C15D-9435-4C5C-A2A6-ABE5404E7C15}">
      <dgm:prSet/>
      <dgm:spPr/>
      <dgm:t>
        <a:bodyPr/>
        <a:lstStyle/>
        <a:p>
          <a:endParaRPr lang="uk-UA"/>
        </a:p>
      </dgm:t>
    </dgm:pt>
    <dgm:pt modelId="{1CEC94D7-7A2D-4732-81FB-795DCA49AE93}">
      <dgm:prSet/>
      <dgm:spPr/>
      <dgm:t>
        <a:bodyPr/>
        <a:lstStyle/>
        <a:p>
          <a:r>
            <a:rPr lang="uk-UA" b="0" i="0"/>
            <a:t>здійснення операції «Вісла»</a:t>
          </a:r>
          <a:endParaRPr lang="uk-UA"/>
        </a:p>
      </dgm:t>
    </dgm:pt>
    <dgm:pt modelId="{E1A71FD4-B611-4002-9851-9271E46E1272}" type="parTrans" cxnId="{1826CA7C-6338-424C-8039-A161C7C10289}">
      <dgm:prSet/>
      <dgm:spPr/>
      <dgm:t>
        <a:bodyPr/>
        <a:lstStyle/>
        <a:p>
          <a:endParaRPr lang="uk-UA"/>
        </a:p>
      </dgm:t>
    </dgm:pt>
    <dgm:pt modelId="{40EC00F6-1BD5-42A1-AAE5-493B7FDCB1E4}" type="sibTrans" cxnId="{1826CA7C-6338-424C-8039-A161C7C10289}">
      <dgm:prSet/>
      <dgm:spPr/>
      <dgm:t>
        <a:bodyPr/>
        <a:lstStyle/>
        <a:p>
          <a:endParaRPr lang="uk-UA"/>
        </a:p>
      </dgm:t>
    </dgm:pt>
    <dgm:pt modelId="{1CDDDB42-161A-4564-B9D7-18BBBA5BA736}" type="pres">
      <dgm:prSet presAssocID="{9BDADBD3-C803-422C-82A7-93C10B2BDA40}" presName="linear" presStyleCnt="0">
        <dgm:presLayoutVars>
          <dgm:animLvl val="lvl"/>
          <dgm:resizeHandles val="exact"/>
        </dgm:presLayoutVars>
      </dgm:prSet>
      <dgm:spPr/>
    </dgm:pt>
    <dgm:pt modelId="{7E359939-55A2-4D65-A595-FE649E1345BE}" type="pres">
      <dgm:prSet presAssocID="{ABA529AA-99BF-4F23-A0BE-8D47FC3355B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B4A044-8D1C-47FF-9894-33136EB8B92C}" type="pres">
      <dgm:prSet presAssocID="{77875E00-CD45-423E-9B76-EAD758931E30}" presName="spacer" presStyleCnt="0"/>
      <dgm:spPr/>
    </dgm:pt>
    <dgm:pt modelId="{13B56779-A2ED-4583-8C8D-706E5263D81E}" type="pres">
      <dgm:prSet presAssocID="{84C3108F-2723-4400-990C-93299E61A0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2D0282F-185E-4F3A-AF83-1B7ECFC21D33}" type="pres">
      <dgm:prSet presAssocID="{49DD945F-3899-4AD9-ABE1-211A70B2C203}" presName="spacer" presStyleCnt="0"/>
      <dgm:spPr/>
    </dgm:pt>
    <dgm:pt modelId="{AF31BD98-113B-4EE0-8B51-7D8A810015DB}" type="pres">
      <dgm:prSet presAssocID="{7131B56B-43A0-406D-AC7A-C35463642B0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BB70CBC-AAB5-49FF-94EB-B9AFABA4CBD5}" type="pres">
      <dgm:prSet presAssocID="{30094E7B-BBE0-47A3-88C2-F60C34E47D36}" presName="spacer" presStyleCnt="0"/>
      <dgm:spPr/>
    </dgm:pt>
    <dgm:pt modelId="{8B4D194E-4598-4646-A17F-3743F50CF390}" type="pres">
      <dgm:prSet presAssocID="{1CEC94D7-7A2D-4732-81FB-795DCA49AE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070480F-1E24-485C-8620-A6474CD8A5BB}" srcId="{9BDADBD3-C803-422C-82A7-93C10B2BDA40}" destId="{ABA529AA-99BF-4F23-A0BE-8D47FC3355BE}" srcOrd="0" destOrd="0" parTransId="{A2667481-8F3C-4C64-9AFE-A3DE99E341C3}" sibTransId="{77875E00-CD45-423E-9B76-EAD758931E30}"/>
    <dgm:cxn modelId="{F30A611B-5F36-4EC8-8854-9DE31257A740}" type="presOf" srcId="{84C3108F-2723-4400-990C-93299E61A061}" destId="{13B56779-A2ED-4583-8C8D-706E5263D81E}" srcOrd="0" destOrd="0" presId="urn:microsoft.com/office/officeart/2005/8/layout/vList2"/>
    <dgm:cxn modelId="{42C6C15D-9435-4C5C-A2A6-ABE5404E7C15}" srcId="{9BDADBD3-C803-422C-82A7-93C10B2BDA40}" destId="{7131B56B-43A0-406D-AC7A-C35463642B07}" srcOrd="2" destOrd="0" parTransId="{D729E90B-F3CA-4DFB-9C7B-D25BC975261A}" sibTransId="{30094E7B-BBE0-47A3-88C2-F60C34E47D36}"/>
    <dgm:cxn modelId="{FF14C665-CA52-4448-AB13-DABBCA5C02E5}" srcId="{9BDADBD3-C803-422C-82A7-93C10B2BDA40}" destId="{84C3108F-2723-4400-990C-93299E61A061}" srcOrd="1" destOrd="0" parTransId="{E0A2DB9B-4225-4D13-A4B6-7A1F353ACDB0}" sibTransId="{49DD945F-3899-4AD9-ABE1-211A70B2C203}"/>
    <dgm:cxn modelId="{1826CA7C-6338-424C-8039-A161C7C10289}" srcId="{9BDADBD3-C803-422C-82A7-93C10B2BDA40}" destId="{1CEC94D7-7A2D-4732-81FB-795DCA49AE93}" srcOrd="3" destOrd="0" parTransId="{E1A71FD4-B611-4002-9851-9271E46E1272}" sibTransId="{40EC00F6-1BD5-42A1-AAE5-493B7FDCB1E4}"/>
    <dgm:cxn modelId="{0C43F593-2CB3-4C5A-8D38-5E412FB08699}" type="presOf" srcId="{9BDADBD3-C803-422C-82A7-93C10B2BDA40}" destId="{1CDDDB42-161A-4564-B9D7-18BBBA5BA736}" srcOrd="0" destOrd="0" presId="urn:microsoft.com/office/officeart/2005/8/layout/vList2"/>
    <dgm:cxn modelId="{38EB3DBF-E6D0-44A9-81E9-9F283D2ECB35}" type="presOf" srcId="{7131B56B-43A0-406D-AC7A-C35463642B07}" destId="{AF31BD98-113B-4EE0-8B51-7D8A810015DB}" srcOrd="0" destOrd="0" presId="urn:microsoft.com/office/officeart/2005/8/layout/vList2"/>
    <dgm:cxn modelId="{D51902E7-66D3-4699-98CA-0BA66E9B7F68}" type="presOf" srcId="{ABA529AA-99BF-4F23-A0BE-8D47FC3355BE}" destId="{7E359939-55A2-4D65-A595-FE649E1345BE}" srcOrd="0" destOrd="0" presId="urn:microsoft.com/office/officeart/2005/8/layout/vList2"/>
    <dgm:cxn modelId="{C80CF7E7-42EA-4D5B-A8C3-DF557CEBBD82}" type="presOf" srcId="{1CEC94D7-7A2D-4732-81FB-795DCA49AE93}" destId="{8B4D194E-4598-4646-A17F-3743F50CF390}" srcOrd="0" destOrd="0" presId="urn:microsoft.com/office/officeart/2005/8/layout/vList2"/>
    <dgm:cxn modelId="{C351A6B0-0278-4780-88A0-64B4E8538890}" type="presParOf" srcId="{1CDDDB42-161A-4564-B9D7-18BBBA5BA736}" destId="{7E359939-55A2-4D65-A595-FE649E1345BE}" srcOrd="0" destOrd="0" presId="urn:microsoft.com/office/officeart/2005/8/layout/vList2"/>
    <dgm:cxn modelId="{9352A10A-D756-4359-A0F8-3598A0482943}" type="presParOf" srcId="{1CDDDB42-161A-4564-B9D7-18BBBA5BA736}" destId="{81B4A044-8D1C-47FF-9894-33136EB8B92C}" srcOrd="1" destOrd="0" presId="urn:microsoft.com/office/officeart/2005/8/layout/vList2"/>
    <dgm:cxn modelId="{F8B1F52C-D080-4E18-87CF-F7D4FBD6B0AE}" type="presParOf" srcId="{1CDDDB42-161A-4564-B9D7-18BBBA5BA736}" destId="{13B56779-A2ED-4583-8C8D-706E5263D81E}" srcOrd="2" destOrd="0" presId="urn:microsoft.com/office/officeart/2005/8/layout/vList2"/>
    <dgm:cxn modelId="{EA2E7DF0-14EE-4CAC-B764-C07AB064B048}" type="presParOf" srcId="{1CDDDB42-161A-4564-B9D7-18BBBA5BA736}" destId="{D2D0282F-185E-4F3A-AF83-1B7ECFC21D33}" srcOrd="3" destOrd="0" presId="urn:microsoft.com/office/officeart/2005/8/layout/vList2"/>
    <dgm:cxn modelId="{1DB54128-4495-4DEF-86CF-DFB5EF1C515E}" type="presParOf" srcId="{1CDDDB42-161A-4564-B9D7-18BBBA5BA736}" destId="{AF31BD98-113B-4EE0-8B51-7D8A810015DB}" srcOrd="4" destOrd="0" presId="urn:microsoft.com/office/officeart/2005/8/layout/vList2"/>
    <dgm:cxn modelId="{CD1543D4-9420-4B70-BD8B-4C9FF444CA3F}" type="presParOf" srcId="{1CDDDB42-161A-4564-B9D7-18BBBA5BA736}" destId="{3BB70CBC-AAB5-49FF-94EB-B9AFABA4CBD5}" srcOrd="5" destOrd="0" presId="urn:microsoft.com/office/officeart/2005/8/layout/vList2"/>
    <dgm:cxn modelId="{7253A4BA-28CE-43B8-BFE5-CD1EC60EDECE}" type="presParOf" srcId="{1CDDDB42-161A-4564-B9D7-18BBBA5BA736}" destId="{8B4D194E-4598-4646-A17F-3743F50CF3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0D729231-49EF-49DA-A3F3-AA53E4E404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00F5518-9EDA-4508-A50E-1BBF4B505124}">
      <dgm:prSet/>
      <dgm:spPr/>
      <dgm:t>
        <a:bodyPr/>
        <a:lstStyle/>
        <a:p>
          <a:r>
            <a:rPr lang="uk-UA" b="0" i="0"/>
            <a:t>Польщі</a:t>
          </a:r>
          <a:endParaRPr lang="uk-UA"/>
        </a:p>
      </dgm:t>
    </dgm:pt>
    <dgm:pt modelId="{A4048289-8EDE-4FB0-A015-AF5A1218A6FB}" type="parTrans" cxnId="{79574DEE-D623-4ED0-B6C5-56B567972625}">
      <dgm:prSet/>
      <dgm:spPr/>
      <dgm:t>
        <a:bodyPr/>
        <a:lstStyle/>
        <a:p>
          <a:endParaRPr lang="uk-UA"/>
        </a:p>
      </dgm:t>
    </dgm:pt>
    <dgm:pt modelId="{A32AD72E-72B1-4B46-9551-78C5E01D1AE1}" type="sibTrans" cxnId="{79574DEE-D623-4ED0-B6C5-56B567972625}">
      <dgm:prSet/>
      <dgm:spPr/>
      <dgm:t>
        <a:bodyPr/>
        <a:lstStyle/>
        <a:p>
          <a:endParaRPr lang="uk-UA"/>
        </a:p>
      </dgm:t>
    </dgm:pt>
    <dgm:pt modelId="{AF2C0B10-AB65-4A7B-BC11-D1D8748AD808}">
      <dgm:prSet/>
      <dgm:spPr/>
      <dgm:t>
        <a:bodyPr/>
        <a:lstStyle/>
        <a:p>
          <a:r>
            <a:rPr lang="uk-UA" b="0" i="0"/>
            <a:t>Чехословаччини</a:t>
          </a:r>
          <a:endParaRPr lang="uk-UA"/>
        </a:p>
      </dgm:t>
    </dgm:pt>
    <dgm:pt modelId="{7F2CDBF7-FB9E-475D-A61F-8D304CE82732}" type="parTrans" cxnId="{C931375C-2055-4385-B5FC-3CCFF115CD0B}">
      <dgm:prSet/>
      <dgm:spPr/>
      <dgm:t>
        <a:bodyPr/>
        <a:lstStyle/>
        <a:p>
          <a:endParaRPr lang="uk-UA"/>
        </a:p>
      </dgm:t>
    </dgm:pt>
    <dgm:pt modelId="{F70CFAAC-135B-4E28-88FF-086B2D7A7B5B}" type="sibTrans" cxnId="{C931375C-2055-4385-B5FC-3CCFF115CD0B}">
      <dgm:prSet/>
      <dgm:spPr/>
      <dgm:t>
        <a:bodyPr/>
        <a:lstStyle/>
        <a:p>
          <a:endParaRPr lang="uk-UA"/>
        </a:p>
      </dgm:t>
    </dgm:pt>
    <dgm:pt modelId="{0076C569-AB74-4979-84E2-D4C6E0192BAA}">
      <dgm:prSet/>
      <dgm:spPr/>
      <dgm:t>
        <a:bodyPr/>
        <a:lstStyle/>
        <a:p>
          <a:r>
            <a:rPr lang="uk-UA" b="0" i="0"/>
            <a:t>Румунії</a:t>
          </a:r>
          <a:endParaRPr lang="uk-UA"/>
        </a:p>
      </dgm:t>
    </dgm:pt>
    <dgm:pt modelId="{D86FFE13-738C-4612-AC85-9C44F5BEFD0F}" type="parTrans" cxnId="{082B440F-B030-4EDA-97B2-75D27F101EBF}">
      <dgm:prSet/>
      <dgm:spPr/>
      <dgm:t>
        <a:bodyPr/>
        <a:lstStyle/>
        <a:p>
          <a:endParaRPr lang="uk-UA"/>
        </a:p>
      </dgm:t>
    </dgm:pt>
    <dgm:pt modelId="{53680803-24F8-48C9-ACF2-363A0FC5DF13}" type="sibTrans" cxnId="{082B440F-B030-4EDA-97B2-75D27F101EBF}">
      <dgm:prSet/>
      <dgm:spPr/>
      <dgm:t>
        <a:bodyPr/>
        <a:lstStyle/>
        <a:p>
          <a:endParaRPr lang="uk-UA"/>
        </a:p>
      </dgm:t>
    </dgm:pt>
    <dgm:pt modelId="{D87F0A53-01D7-4438-80FC-922592EC0063}">
      <dgm:prSet/>
      <dgm:spPr/>
      <dgm:t>
        <a:bodyPr/>
        <a:lstStyle/>
        <a:p>
          <a:r>
            <a:rPr lang="uk-UA" b="0" i="0"/>
            <a:t>Української СРР</a:t>
          </a:r>
          <a:endParaRPr lang="uk-UA"/>
        </a:p>
      </dgm:t>
    </dgm:pt>
    <dgm:pt modelId="{2553D9AE-B852-44BD-B951-05CD0FFC2A31}" type="parTrans" cxnId="{C6823A0F-CBF9-40A0-8034-C8B6FC05844F}">
      <dgm:prSet/>
      <dgm:spPr/>
      <dgm:t>
        <a:bodyPr/>
        <a:lstStyle/>
        <a:p>
          <a:endParaRPr lang="uk-UA"/>
        </a:p>
      </dgm:t>
    </dgm:pt>
    <dgm:pt modelId="{F23E32C1-0CFA-4D94-B555-C64DA45544F1}" type="sibTrans" cxnId="{C6823A0F-CBF9-40A0-8034-C8B6FC05844F}">
      <dgm:prSet/>
      <dgm:spPr/>
      <dgm:t>
        <a:bodyPr/>
        <a:lstStyle/>
        <a:p>
          <a:endParaRPr lang="uk-UA"/>
        </a:p>
      </dgm:t>
    </dgm:pt>
    <dgm:pt modelId="{30AEDFA9-28E1-4AC2-B13A-786A43724182}" type="pres">
      <dgm:prSet presAssocID="{0D729231-49EF-49DA-A3F3-AA53E4E404BE}" presName="linear" presStyleCnt="0">
        <dgm:presLayoutVars>
          <dgm:animLvl val="lvl"/>
          <dgm:resizeHandles val="exact"/>
        </dgm:presLayoutVars>
      </dgm:prSet>
      <dgm:spPr/>
    </dgm:pt>
    <dgm:pt modelId="{DE39C3D2-51AB-44DB-A7BC-C6C1EEE0C2D9}" type="pres">
      <dgm:prSet presAssocID="{000F5518-9EDA-4508-A50E-1BBF4B5051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571073-9410-4236-8CC3-64BEBD95DBE3}" type="pres">
      <dgm:prSet presAssocID="{A32AD72E-72B1-4B46-9551-78C5E01D1AE1}" presName="spacer" presStyleCnt="0"/>
      <dgm:spPr/>
    </dgm:pt>
    <dgm:pt modelId="{7E4088EC-129D-48AD-A0D7-C6FDDE39EC97}" type="pres">
      <dgm:prSet presAssocID="{AF2C0B10-AB65-4A7B-BC11-D1D8748AD8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889CBC9-0E1E-454A-B860-0BC4D3DBF7EC}" type="pres">
      <dgm:prSet presAssocID="{F70CFAAC-135B-4E28-88FF-086B2D7A7B5B}" presName="spacer" presStyleCnt="0"/>
      <dgm:spPr/>
    </dgm:pt>
    <dgm:pt modelId="{6BE6178F-70DE-4E59-82EA-2A57D92E2C2C}" type="pres">
      <dgm:prSet presAssocID="{0076C569-AB74-4979-84E2-D4C6E0192BA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9180771-4241-40D5-9920-AD36EC82C5C8}" type="pres">
      <dgm:prSet presAssocID="{53680803-24F8-48C9-ACF2-363A0FC5DF13}" presName="spacer" presStyleCnt="0"/>
      <dgm:spPr/>
    </dgm:pt>
    <dgm:pt modelId="{52F04CDE-0A66-4B36-A96A-D0A9544D6F69}" type="pres">
      <dgm:prSet presAssocID="{D87F0A53-01D7-4438-80FC-922592EC006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D381C0C-48FF-4120-BFA2-AD47956DB180}" type="presOf" srcId="{0076C569-AB74-4979-84E2-D4C6E0192BAA}" destId="{6BE6178F-70DE-4E59-82EA-2A57D92E2C2C}" srcOrd="0" destOrd="0" presId="urn:microsoft.com/office/officeart/2005/8/layout/vList2"/>
    <dgm:cxn modelId="{C6823A0F-CBF9-40A0-8034-C8B6FC05844F}" srcId="{0D729231-49EF-49DA-A3F3-AA53E4E404BE}" destId="{D87F0A53-01D7-4438-80FC-922592EC0063}" srcOrd="3" destOrd="0" parTransId="{2553D9AE-B852-44BD-B951-05CD0FFC2A31}" sibTransId="{F23E32C1-0CFA-4D94-B555-C64DA45544F1}"/>
    <dgm:cxn modelId="{082B440F-B030-4EDA-97B2-75D27F101EBF}" srcId="{0D729231-49EF-49DA-A3F3-AA53E4E404BE}" destId="{0076C569-AB74-4979-84E2-D4C6E0192BAA}" srcOrd="2" destOrd="0" parTransId="{D86FFE13-738C-4612-AC85-9C44F5BEFD0F}" sibTransId="{53680803-24F8-48C9-ACF2-363A0FC5DF13}"/>
    <dgm:cxn modelId="{73C3793B-A7FC-41A6-AB7F-035F2561B0DC}" type="presOf" srcId="{000F5518-9EDA-4508-A50E-1BBF4B505124}" destId="{DE39C3D2-51AB-44DB-A7BC-C6C1EEE0C2D9}" srcOrd="0" destOrd="0" presId="urn:microsoft.com/office/officeart/2005/8/layout/vList2"/>
    <dgm:cxn modelId="{C931375C-2055-4385-B5FC-3CCFF115CD0B}" srcId="{0D729231-49EF-49DA-A3F3-AA53E4E404BE}" destId="{AF2C0B10-AB65-4A7B-BC11-D1D8748AD808}" srcOrd="1" destOrd="0" parTransId="{7F2CDBF7-FB9E-475D-A61F-8D304CE82732}" sibTransId="{F70CFAAC-135B-4E28-88FF-086B2D7A7B5B}"/>
    <dgm:cxn modelId="{BEE161AB-D1B3-48A0-90D3-3F687F6AB0B9}" type="presOf" srcId="{D87F0A53-01D7-4438-80FC-922592EC0063}" destId="{52F04CDE-0A66-4B36-A96A-D0A9544D6F69}" srcOrd="0" destOrd="0" presId="urn:microsoft.com/office/officeart/2005/8/layout/vList2"/>
    <dgm:cxn modelId="{DEE89FAF-BC00-4201-990F-C3867FA2EEE8}" type="presOf" srcId="{AF2C0B10-AB65-4A7B-BC11-D1D8748AD808}" destId="{7E4088EC-129D-48AD-A0D7-C6FDDE39EC97}" srcOrd="0" destOrd="0" presId="urn:microsoft.com/office/officeart/2005/8/layout/vList2"/>
    <dgm:cxn modelId="{B5DEFDE0-F3A3-469C-BAF1-CB00AE95D54B}" type="presOf" srcId="{0D729231-49EF-49DA-A3F3-AA53E4E404BE}" destId="{30AEDFA9-28E1-4AC2-B13A-786A43724182}" srcOrd="0" destOrd="0" presId="urn:microsoft.com/office/officeart/2005/8/layout/vList2"/>
    <dgm:cxn modelId="{79574DEE-D623-4ED0-B6C5-56B567972625}" srcId="{0D729231-49EF-49DA-A3F3-AA53E4E404BE}" destId="{000F5518-9EDA-4508-A50E-1BBF4B505124}" srcOrd="0" destOrd="0" parTransId="{A4048289-8EDE-4FB0-A015-AF5A1218A6FB}" sibTransId="{A32AD72E-72B1-4B46-9551-78C5E01D1AE1}"/>
    <dgm:cxn modelId="{8B97421F-1474-4FC3-9C98-DDCA17FF20D5}" type="presParOf" srcId="{30AEDFA9-28E1-4AC2-B13A-786A43724182}" destId="{DE39C3D2-51AB-44DB-A7BC-C6C1EEE0C2D9}" srcOrd="0" destOrd="0" presId="urn:microsoft.com/office/officeart/2005/8/layout/vList2"/>
    <dgm:cxn modelId="{07B5840B-854A-4483-87A1-570893D5DA11}" type="presParOf" srcId="{30AEDFA9-28E1-4AC2-B13A-786A43724182}" destId="{31571073-9410-4236-8CC3-64BEBD95DBE3}" srcOrd="1" destOrd="0" presId="urn:microsoft.com/office/officeart/2005/8/layout/vList2"/>
    <dgm:cxn modelId="{EEEE05B8-120F-4BEC-9B59-91DD71C2F7F1}" type="presParOf" srcId="{30AEDFA9-28E1-4AC2-B13A-786A43724182}" destId="{7E4088EC-129D-48AD-A0D7-C6FDDE39EC97}" srcOrd="2" destOrd="0" presId="urn:microsoft.com/office/officeart/2005/8/layout/vList2"/>
    <dgm:cxn modelId="{826BA59E-98C5-452B-8572-685AEBB93B73}" type="presParOf" srcId="{30AEDFA9-28E1-4AC2-B13A-786A43724182}" destId="{A889CBC9-0E1E-454A-B860-0BC4D3DBF7EC}" srcOrd="3" destOrd="0" presId="urn:microsoft.com/office/officeart/2005/8/layout/vList2"/>
    <dgm:cxn modelId="{2C19AF29-918F-4E00-AC3F-CE23945C8416}" type="presParOf" srcId="{30AEDFA9-28E1-4AC2-B13A-786A43724182}" destId="{6BE6178F-70DE-4E59-82EA-2A57D92E2C2C}" srcOrd="4" destOrd="0" presId="urn:microsoft.com/office/officeart/2005/8/layout/vList2"/>
    <dgm:cxn modelId="{EF450ECB-48AC-45A5-83FF-C39AE28BE7C7}" type="presParOf" srcId="{30AEDFA9-28E1-4AC2-B13A-786A43724182}" destId="{39180771-4241-40D5-9920-AD36EC82C5C8}" srcOrd="5" destOrd="0" presId="urn:microsoft.com/office/officeart/2005/8/layout/vList2"/>
    <dgm:cxn modelId="{A11911D9-F071-4950-BAE7-DD2A83D7481F}" type="presParOf" srcId="{30AEDFA9-28E1-4AC2-B13A-786A43724182}" destId="{52F04CDE-0A66-4B36-A96A-D0A9544D6F6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6DCE9990-640D-4D13-A26B-BBB2FD1836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0C052BA-D297-4243-9458-4710C42074D6}">
      <dgm:prSet/>
      <dgm:spPr/>
      <dgm:t>
        <a:bodyPr/>
        <a:lstStyle/>
        <a:p>
          <a:r>
            <a:rPr lang="uk-UA" b="0" i="1"/>
            <a:t>«Вирок прозвучав доволі трагічно: Бандеру, Лебедя і Карпинця засуджено до смертної кари... Але згідно з амністією смертну кару замінено на довічне ув'язнення... Підсудні вислухали вирок спокійно, а Бандера та Лебедь вигукнули: "Хай живе Україна!"...»</a:t>
          </a:r>
          <a:endParaRPr lang="uk-UA"/>
        </a:p>
      </dgm:t>
    </dgm:pt>
    <dgm:pt modelId="{45D281FE-879E-4F68-BD14-16F0AD33C56B}" type="parTrans" cxnId="{617EF18F-60E1-4AF5-BE5C-A990941C8BBD}">
      <dgm:prSet/>
      <dgm:spPr/>
      <dgm:t>
        <a:bodyPr/>
        <a:lstStyle/>
        <a:p>
          <a:endParaRPr lang="uk-UA"/>
        </a:p>
      </dgm:t>
    </dgm:pt>
    <dgm:pt modelId="{4C7FE1B0-69A1-4D66-8959-23374C5F092D}" type="sibTrans" cxnId="{617EF18F-60E1-4AF5-BE5C-A990941C8BBD}">
      <dgm:prSet/>
      <dgm:spPr/>
      <dgm:t>
        <a:bodyPr/>
        <a:lstStyle/>
        <a:p>
          <a:endParaRPr lang="uk-UA"/>
        </a:p>
      </dgm:t>
    </dgm:pt>
    <dgm:pt modelId="{41D0EE8E-C377-4BFE-A93A-0749C175F19A}">
      <dgm:prSet/>
      <dgm:spPr/>
      <dgm:t>
        <a:bodyPr/>
        <a:lstStyle/>
        <a:p>
          <a:r>
            <a:rPr lang="uk-UA" b="0" i="1"/>
            <a:t>«Від нинішнього дня весь український національний табір виступає як одна цілісність, стає в одній оборонній і бойовій лаві, в одній суцільній фаланзі під назвою УНДО...»</a:t>
          </a:r>
          <a:endParaRPr lang="uk-UA"/>
        </a:p>
      </dgm:t>
    </dgm:pt>
    <dgm:pt modelId="{0C4E08A7-D9F4-468B-9945-328389FE1D6B}" type="parTrans" cxnId="{B91B2E0E-4A11-4B52-B30A-99167B402F56}">
      <dgm:prSet/>
      <dgm:spPr/>
      <dgm:t>
        <a:bodyPr/>
        <a:lstStyle/>
        <a:p>
          <a:endParaRPr lang="uk-UA"/>
        </a:p>
      </dgm:t>
    </dgm:pt>
    <dgm:pt modelId="{44CF8EA9-684A-40CC-ACEC-F114BE9E37A9}" type="sibTrans" cxnId="{B91B2E0E-4A11-4B52-B30A-99167B402F56}">
      <dgm:prSet/>
      <dgm:spPr/>
      <dgm:t>
        <a:bodyPr/>
        <a:lstStyle/>
        <a:p>
          <a:endParaRPr lang="uk-UA"/>
        </a:p>
      </dgm:t>
    </dgm:pt>
    <dgm:pt modelId="{F9A2C2C2-043D-47AA-9481-4493F4E0EB1A}" type="pres">
      <dgm:prSet presAssocID="{6DCE9990-640D-4D13-A26B-BBB2FD183693}" presName="linear" presStyleCnt="0">
        <dgm:presLayoutVars>
          <dgm:animLvl val="lvl"/>
          <dgm:resizeHandles val="exact"/>
        </dgm:presLayoutVars>
      </dgm:prSet>
      <dgm:spPr/>
    </dgm:pt>
    <dgm:pt modelId="{CF1C37ED-896C-4456-8527-8E564C49F075}" type="pres">
      <dgm:prSet presAssocID="{40C052BA-D297-4243-9458-4710C42074D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DFE73FE-CA80-4166-8FC9-C65EDB80FD55}" type="pres">
      <dgm:prSet presAssocID="{4C7FE1B0-69A1-4D66-8959-23374C5F092D}" presName="spacer" presStyleCnt="0"/>
      <dgm:spPr/>
    </dgm:pt>
    <dgm:pt modelId="{16AE31AD-D77A-4E64-9E9E-91AC35EAAB31}" type="pres">
      <dgm:prSet presAssocID="{41D0EE8E-C377-4BFE-A93A-0749C175F19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91B2E0E-4A11-4B52-B30A-99167B402F56}" srcId="{6DCE9990-640D-4D13-A26B-BBB2FD183693}" destId="{41D0EE8E-C377-4BFE-A93A-0749C175F19A}" srcOrd="1" destOrd="0" parTransId="{0C4E08A7-D9F4-468B-9945-328389FE1D6B}" sibTransId="{44CF8EA9-684A-40CC-ACEC-F114BE9E37A9}"/>
    <dgm:cxn modelId="{29FCEB2B-A12D-4A4B-821E-0CF219A9B9F2}" type="presOf" srcId="{41D0EE8E-C377-4BFE-A93A-0749C175F19A}" destId="{16AE31AD-D77A-4E64-9E9E-91AC35EAAB31}" srcOrd="0" destOrd="0" presId="urn:microsoft.com/office/officeart/2005/8/layout/vList2"/>
    <dgm:cxn modelId="{B694974B-E15B-4FBA-BCCD-167ABE0123F9}" type="presOf" srcId="{6DCE9990-640D-4D13-A26B-BBB2FD183693}" destId="{F9A2C2C2-043D-47AA-9481-4493F4E0EB1A}" srcOrd="0" destOrd="0" presId="urn:microsoft.com/office/officeart/2005/8/layout/vList2"/>
    <dgm:cxn modelId="{617EF18F-60E1-4AF5-BE5C-A990941C8BBD}" srcId="{6DCE9990-640D-4D13-A26B-BBB2FD183693}" destId="{40C052BA-D297-4243-9458-4710C42074D6}" srcOrd="0" destOrd="0" parTransId="{45D281FE-879E-4F68-BD14-16F0AD33C56B}" sibTransId="{4C7FE1B0-69A1-4D66-8959-23374C5F092D}"/>
    <dgm:cxn modelId="{CC4E8591-12E6-4AB2-A287-D11B4A23753E}" type="presOf" srcId="{40C052BA-D297-4243-9458-4710C42074D6}" destId="{CF1C37ED-896C-4456-8527-8E564C49F075}" srcOrd="0" destOrd="0" presId="urn:microsoft.com/office/officeart/2005/8/layout/vList2"/>
    <dgm:cxn modelId="{D180B9F9-FB1C-41DF-B5A8-45A7B883C7F4}" type="presParOf" srcId="{F9A2C2C2-043D-47AA-9481-4493F4E0EB1A}" destId="{CF1C37ED-896C-4456-8527-8E564C49F075}" srcOrd="0" destOrd="0" presId="urn:microsoft.com/office/officeart/2005/8/layout/vList2"/>
    <dgm:cxn modelId="{0390F169-DC0C-46D5-9443-DC626FDDA8FD}" type="presParOf" srcId="{F9A2C2C2-043D-47AA-9481-4493F4E0EB1A}" destId="{2DFE73FE-CA80-4166-8FC9-C65EDB80FD55}" srcOrd="1" destOrd="0" presId="urn:microsoft.com/office/officeart/2005/8/layout/vList2"/>
    <dgm:cxn modelId="{3D546B92-46B6-4C52-993A-98467582451B}" type="presParOf" srcId="{F9A2C2C2-043D-47AA-9481-4493F4E0EB1A}" destId="{16AE31AD-D77A-4E64-9E9E-91AC35EAAB3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C0B1A6DB-F21E-4016-9284-2583E1D767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BA599B-FCF0-480F-BC5D-279EAD99C76D}">
      <dgm:prSet/>
      <dgm:spPr/>
      <dgm:t>
        <a:bodyPr/>
        <a:lstStyle/>
        <a:p>
          <a:r>
            <a:rPr lang="uk-UA" b="0" i="1"/>
            <a:t>«Громадяни! Українці–Українки! Пам'ятайте, що 12 лютого Ви виберете свій перший сойм! На чолі кандидатів стоять: батько прем'єр отець Августин Волошин та міністр Юліян Ревай...»</a:t>
          </a:r>
          <a:endParaRPr lang="uk-UA"/>
        </a:p>
      </dgm:t>
    </dgm:pt>
    <dgm:pt modelId="{98EA800B-1740-4F97-AFD8-5D4A47C981AB}" type="parTrans" cxnId="{DC1CE2F0-18CF-4D05-9B8D-BD567C9CD5F1}">
      <dgm:prSet/>
      <dgm:spPr/>
      <dgm:t>
        <a:bodyPr/>
        <a:lstStyle/>
        <a:p>
          <a:endParaRPr lang="uk-UA"/>
        </a:p>
      </dgm:t>
    </dgm:pt>
    <dgm:pt modelId="{8474F747-6B60-44B4-BDB6-413D169615BD}" type="sibTrans" cxnId="{DC1CE2F0-18CF-4D05-9B8D-BD567C9CD5F1}">
      <dgm:prSet/>
      <dgm:spPr/>
      <dgm:t>
        <a:bodyPr/>
        <a:lstStyle/>
        <a:p>
          <a:endParaRPr lang="uk-UA"/>
        </a:p>
      </dgm:t>
    </dgm:pt>
    <dgm:pt modelId="{A0913A4F-0D2D-40AB-9316-8CBA9EA47DD3}">
      <dgm:prSet/>
      <dgm:spPr/>
      <dgm:t>
        <a:bodyPr/>
        <a:lstStyle/>
        <a:p>
          <a:r>
            <a:rPr lang="uk-UA" b="0" i="1"/>
            <a:t>«У селі Копилів Сокальського повіту Львівського воєводства знищено приміщення читальні, подерто бібліотечні книжки й портрети Шевченка та Франка. Після знищення читальні вишикувано людей перед читальнею і змушено їх кричати: Хай живе Пілсудський!"...»</a:t>
          </a:r>
          <a:endParaRPr lang="uk-UA"/>
        </a:p>
      </dgm:t>
    </dgm:pt>
    <dgm:pt modelId="{0E11B8BF-1D36-47D1-A3FB-161F2A89BB8D}" type="parTrans" cxnId="{0322BEC9-B163-412A-8C09-B67AFC57CC7E}">
      <dgm:prSet/>
      <dgm:spPr/>
      <dgm:t>
        <a:bodyPr/>
        <a:lstStyle/>
        <a:p>
          <a:endParaRPr lang="uk-UA"/>
        </a:p>
      </dgm:t>
    </dgm:pt>
    <dgm:pt modelId="{E2C1D05C-8744-4BC0-A7A0-579AEEC23E82}" type="sibTrans" cxnId="{0322BEC9-B163-412A-8C09-B67AFC57CC7E}">
      <dgm:prSet/>
      <dgm:spPr/>
      <dgm:t>
        <a:bodyPr/>
        <a:lstStyle/>
        <a:p>
          <a:endParaRPr lang="uk-UA"/>
        </a:p>
      </dgm:t>
    </dgm:pt>
    <dgm:pt modelId="{DCE2F904-954F-46D3-8EC7-BFD716E0058C}" type="pres">
      <dgm:prSet presAssocID="{C0B1A6DB-F21E-4016-9284-2583E1D767C3}" presName="linear" presStyleCnt="0">
        <dgm:presLayoutVars>
          <dgm:animLvl val="lvl"/>
          <dgm:resizeHandles val="exact"/>
        </dgm:presLayoutVars>
      </dgm:prSet>
      <dgm:spPr/>
    </dgm:pt>
    <dgm:pt modelId="{A3E168BC-2861-437D-9ADB-67DFB7C4E64E}" type="pres">
      <dgm:prSet presAssocID="{C6BA599B-FCF0-480F-BC5D-279EAD99C76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112CD4F-067E-4EF8-A05D-D635BD0004EF}" type="pres">
      <dgm:prSet presAssocID="{8474F747-6B60-44B4-BDB6-413D169615BD}" presName="spacer" presStyleCnt="0"/>
      <dgm:spPr/>
    </dgm:pt>
    <dgm:pt modelId="{BBA182E4-C0FB-46BA-9593-187378C54D3B}" type="pres">
      <dgm:prSet presAssocID="{A0913A4F-0D2D-40AB-9316-8CBA9EA47DD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EDB163B-7BF0-4F6C-849C-BF1B6CC038C9}" type="presOf" srcId="{C0B1A6DB-F21E-4016-9284-2583E1D767C3}" destId="{DCE2F904-954F-46D3-8EC7-BFD716E0058C}" srcOrd="0" destOrd="0" presId="urn:microsoft.com/office/officeart/2005/8/layout/vList2"/>
    <dgm:cxn modelId="{7EAF724F-09E9-4E48-A8D1-57395666C90D}" type="presOf" srcId="{A0913A4F-0D2D-40AB-9316-8CBA9EA47DD3}" destId="{BBA182E4-C0FB-46BA-9593-187378C54D3B}" srcOrd="0" destOrd="0" presId="urn:microsoft.com/office/officeart/2005/8/layout/vList2"/>
    <dgm:cxn modelId="{7BAE8DC3-BE24-4856-A78C-0907511E565D}" type="presOf" srcId="{C6BA599B-FCF0-480F-BC5D-279EAD99C76D}" destId="{A3E168BC-2861-437D-9ADB-67DFB7C4E64E}" srcOrd="0" destOrd="0" presId="urn:microsoft.com/office/officeart/2005/8/layout/vList2"/>
    <dgm:cxn modelId="{0322BEC9-B163-412A-8C09-B67AFC57CC7E}" srcId="{C0B1A6DB-F21E-4016-9284-2583E1D767C3}" destId="{A0913A4F-0D2D-40AB-9316-8CBA9EA47DD3}" srcOrd="1" destOrd="0" parTransId="{0E11B8BF-1D36-47D1-A3FB-161F2A89BB8D}" sibTransId="{E2C1D05C-8744-4BC0-A7A0-579AEEC23E82}"/>
    <dgm:cxn modelId="{DC1CE2F0-18CF-4D05-9B8D-BD567C9CD5F1}" srcId="{C0B1A6DB-F21E-4016-9284-2583E1D767C3}" destId="{C6BA599B-FCF0-480F-BC5D-279EAD99C76D}" srcOrd="0" destOrd="0" parTransId="{98EA800B-1740-4F97-AFD8-5D4A47C981AB}" sibTransId="{8474F747-6B60-44B4-BDB6-413D169615BD}"/>
    <dgm:cxn modelId="{C6575084-62F3-4197-A1CE-75C1904A31E9}" type="presParOf" srcId="{DCE2F904-954F-46D3-8EC7-BFD716E0058C}" destId="{A3E168BC-2861-437D-9ADB-67DFB7C4E64E}" srcOrd="0" destOrd="0" presId="urn:microsoft.com/office/officeart/2005/8/layout/vList2"/>
    <dgm:cxn modelId="{52D3095B-4E58-4094-8F92-20979BCCE0C6}" type="presParOf" srcId="{DCE2F904-954F-46D3-8EC7-BFD716E0058C}" destId="{9112CD4F-067E-4EF8-A05D-D635BD0004EF}" srcOrd="1" destOrd="0" presId="urn:microsoft.com/office/officeart/2005/8/layout/vList2"/>
    <dgm:cxn modelId="{EA5DBF77-E68F-4D1E-A9B9-94688F9D439B}" type="presParOf" srcId="{DCE2F904-954F-46D3-8EC7-BFD716E0058C}" destId="{BBA182E4-C0FB-46BA-9593-187378C54D3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93342A0A-EDFD-4F23-9BD7-27AE621E544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590C5A6-4208-47EA-A135-E6744017AC70}">
      <dgm:prSet/>
      <dgm:spPr/>
      <dgm:t>
        <a:bodyPr/>
        <a:lstStyle/>
        <a:p>
          <a:r>
            <a:rPr lang="uk-UA" b="0" i="0"/>
            <a:t>Польщі.</a:t>
          </a:r>
          <a:endParaRPr lang="uk-UA"/>
        </a:p>
      </dgm:t>
    </dgm:pt>
    <dgm:pt modelId="{01583A6D-0109-4065-8AA8-27356975BCC7}" type="parTrans" cxnId="{8CC494EE-EED1-4608-B755-AAEB614D24D2}">
      <dgm:prSet/>
      <dgm:spPr/>
      <dgm:t>
        <a:bodyPr/>
        <a:lstStyle/>
        <a:p>
          <a:endParaRPr lang="uk-UA"/>
        </a:p>
      </dgm:t>
    </dgm:pt>
    <dgm:pt modelId="{E8BDAFD4-705F-4563-AC04-02CEA51B4931}" type="sibTrans" cxnId="{8CC494EE-EED1-4608-B755-AAEB614D24D2}">
      <dgm:prSet/>
      <dgm:spPr/>
      <dgm:t>
        <a:bodyPr/>
        <a:lstStyle/>
        <a:p>
          <a:endParaRPr lang="uk-UA"/>
        </a:p>
      </dgm:t>
    </dgm:pt>
    <dgm:pt modelId="{B002B828-86B4-4D90-8EE8-F191C2F907A5}">
      <dgm:prSet/>
      <dgm:spPr/>
      <dgm:t>
        <a:bodyPr/>
        <a:lstStyle/>
        <a:p>
          <a:r>
            <a:rPr lang="uk-UA" b="0" i="0"/>
            <a:t>Румунії.</a:t>
          </a:r>
          <a:endParaRPr lang="uk-UA"/>
        </a:p>
      </dgm:t>
    </dgm:pt>
    <dgm:pt modelId="{0AEFBB87-F1C9-45E0-A2BC-667412CB8212}" type="parTrans" cxnId="{FA2333FA-A035-4A3F-9920-47D0ACD7ED3E}">
      <dgm:prSet/>
      <dgm:spPr/>
      <dgm:t>
        <a:bodyPr/>
        <a:lstStyle/>
        <a:p>
          <a:endParaRPr lang="uk-UA"/>
        </a:p>
      </dgm:t>
    </dgm:pt>
    <dgm:pt modelId="{47DFB765-1A84-4F78-989D-55F46A406B85}" type="sibTrans" cxnId="{FA2333FA-A035-4A3F-9920-47D0ACD7ED3E}">
      <dgm:prSet/>
      <dgm:spPr/>
      <dgm:t>
        <a:bodyPr/>
        <a:lstStyle/>
        <a:p>
          <a:endParaRPr lang="uk-UA"/>
        </a:p>
      </dgm:t>
    </dgm:pt>
    <dgm:pt modelId="{59841B08-EBFE-46A8-B42C-0CD0FF16680E}">
      <dgm:prSet/>
      <dgm:spPr/>
      <dgm:t>
        <a:bodyPr/>
        <a:lstStyle/>
        <a:p>
          <a:r>
            <a:rPr lang="uk-UA" b="0" i="0"/>
            <a:t>Угорщини.</a:t>
          </a:r>
          <a:endParaRPr lang="uk-UA"/>
        </a:p>
      </dgm:t>
    </dgm:pt>
    <dgm:pt modelId="{32C1767E-128A-49B6-A9D3-BEDF0A9A9A97}" type="parTrans" cxnId="{FE3ECB64-5548-46BC-AECC-BB0018DB936F}">
      <dgm:prSet/>
      <dgm:spPr/>
      <dgm:t>
        <a:bodyPr/>
        <a:lstStyle/>
        <a:p>
          <a:endParaRPr lang="uk-UA"/>
        </a:p>
      </dgm:t>
    </dgm:pt>
    <dgm:pt modelId="{A7062472-26C8-48DD-842F-58E399639791}" type="sibTrans" cxnId="{FE3ECB64-5548-46BC-AECC-BB0018DB936F}">
      <dgm:prSet/>
      <dgm:spPr/>
      <dgm:t>
        <a:bodyPr/>
        <a:lstStyle/>
        <a:p>
          <a:endParaRPr lang="uk-UA"/>
        </a:p>
      </dgm:t>
    </dgm:pt>
    <dgm:pt modelId="{37E7BE9C-1C3D-4D83-BAD4-887242B1C886}">
      <dgm:prSet/>
      <dgm:spPr/>
      <dgm:t>
        <a:bodyPr/>
        <a:lstStyle/>
        <a:p>
          <a:r>
            <a:rPr lang="uk-UA" b="0" i="0"/>
            <a:t>Чехословаччини.</a:t>
          </a:r>
          <a:endParaRPr lang="uk-UA"/>
        </a:p>
      </dgm:t>
    </dgm:pt>
    <dgm:pt modelId="{03960E2B-EC97-4A2D-8066-494BACEF2BEA}" type="parTrans" cxnId="{D17EAA68-C7E3-462F-AF69-59F7DD41D428}">
      <dgm:prSet/>
      <dgm:spPr/>
      <dgm:t>
        <a:bodyPr/>
        <a:lstStyle/>
        <a:p>
          <a:endParaRPr lang="uk-UA"/>
        </a:p>
      </dgm:t>
    </dgm:pt>
    <dgm:pt modelId="{A408F7C9-FF66-464D-875A-70454F446784}" type="sibTrans" cxnId="{D17EAA68-C7E3-462F-AF69-59F7DD41D428}">
      <dgm:prSet/>
      <dgm:spPr/>
      <dgm:t>
        <a:bodyPr/>
        <a:lstStyle/>
        <a:p>
          <a:endParaRPr lang="uk-UA"/>
        </a:p>
      </dgm:t>
    </dgm:pt>
    <dgm:pt modelId="{67A3CB29-8336-447E-B536-276A5CEF54E0}" type="pres">
      <dgm:prSet presAssocID="{93342A0A-EDFD-4F23-9BD7-27AE621E5440}" presName="linearFlow" presStyleCnt="0">
        <dgm:presLayoutVars>
          <dgm:dir/>
          <dgm:resizeHandles val="exact"/>
        </dgm:presLayoutVars>
      </dgm:prSet>
      <dgm:spPr/>
    </dgm:pt>
    <dgm:pt modelId="{056603A6-849D-4011-94BD-C2D0B53112A9}" type="pres">
      <dgm:prSet presAssocID="{C590C5A6-4208-47EA-A135-E6744017AC70}" presName="composite" presStyleCnt="0"/>
      <dgm:spPr/>
    </dgm:pt>
    <dgm:pt modelId="{0B1EE923-0E95-4A11-8EC0-6898AA8AB380}" type="pres">
      <dgm:prSet presAssocID="{C590C5A6-4208-47EA-A135-E6744017AC70}" presName="imgShp" presStyleLbl="fgImgPlace1" presStyleIdx="0" presStyleCnt="4"/>
      <dgm:spPr/>
    </dgm:pt>
    <dgm:pt modelId="{C9912614-D3A4-4122-8B38-047B45F26AEA}" type="pres">
      <dgm:prSet presAssocID="{C590C5A6-4208-47EA-A135-E6744017AC70}" presName="txShp" presStyleLbl="node1" presStyleIdx="0" presStyleCnt="4">
        <dgm:presLayoutVars>
          <dgm:bulletEnabled val="1"/>
        </dgm:presLayoutVars>
      </dgm:prSet>
      <dgm:spPr/>
    </dgm:pt>
    <dgm:pt modelId="{332B63FD-336D-422E-A931-C79D01D17E29}" type="pres">
      <dgm:prSet presAssocID="{E8BDAFD4-705F-4563-AC04-02CEA51B4931}" presName="spacing" presStyleCnt="0"/>
      <dgm:spPr/>
    </dgm:pt>
    <dgm:pt modelId="{D5E8397F-DA02-422D-AD0E-2BDC081D68F6}" type="pres">
      <dgm:prSet presAssocID="{B002B828-86B4-4D90-8EE8-F191C2F907A5}" presName="composite" presStyleCnt="0"/>
      <dgm:spPr/>
    </dgm:pt>
    <dgm:pt modelId="{DE2CDAB0-CD9F-4848-B8E3-3A9C1DAB3CB0}" type="pres">
      <dgm:prSet presAssocID="{B002B828-86B4-4D90-8EE8-F191C2F907A5}" presName="imgShp" presStyleLbl="fgImgPlace1" presStyleIdx="1" presStyleCnt="4"/>
      <dgm:spPr/>
    </dgm:pt>
    <dgm:pt modelId="{ECCB7644-D505-4D4E-BF6B-FE0039DAE209}" type="pres">
      <dgm:prSet presAssocID="{B002B828-86B4-4D90-8EE8-F191C2F907A5}" presName="txShp" presStyleLbl="node1" presStyleIdx="1" presStyleCnt="4">
        <dgm:presLayoutVars>
          <dgm:bulletEnabled val="1"/>
        </dgm:presLayoutVars>
      </dgm:prSet>
      <dgm:spPr/>
    </dgm:pt>
    <dgm:pt modelId="{A4586044-89CB-4746-98FB-757AA4833A13}" type="pres">
      <dgm:prSet presAssocID="{47DFB765-1A84-4F78-989D-55F46A406B85}" presName="spacing" presStyleCnt="0"/>
      <dgm:spPr/>
    </dgm:pt>
    <dgm:pt modelId="{53937348-F7E5-4E60-B89F-48ADB433EAD8}" type="pres">
      <dgm:prSet presAssocID="{59841B08-EBFE-46A8-B42C-0CD0FF16680E}" presName="composite" presStyleCnt="0"/>
      <dgm:spPr/>
    </dgm:pt>
    <dgm:pt modelId="{FDECF394-D1CD-47A7-A9FA-8AA06C1CB7F1}" type="pres">
      <dgm:prSet presAssocID="{59841B08-EBFE-46A8-B42C-0CD0FF16680E}" presName="imgShp" presStyleLbl="fgImgPlace1" presStyleIdx="2" presStyleCnt="4"/>
      <dgm:spPr/>
    </dgm:pt>
    <dgm:pt modelId="{23E16117-D0A0-47D4-8ED2-FA9C62BD43C4}" type="pres">
      <dgm:prSet presAssocID="{59841B08-EBFE-46A8-B42C-0CD0FF16680E}" presName="txShp" presStyleLbl="node1" presStyleIdx="2" presStyleCnt="4">
        <dgm:presLayoutVars>
          <dgm:bulletEnabled val="1"/>
        </dgm:presLayoutVars>
      </dgm:prSet>
      <dgm:spPr/>
    </dgm:pt>
    <dgm:pt modelId="{E9BE3714-CCA3-4692-AF5F-03132B828014}" type="pres">
      <dgm:prSet presAssocID="{A7062472-26C8-48DD-842F-58E399639791}" presName="spacing" presStyleCnt="0"/>
      <dgm:spPr/>
    </dgm:pt>
    <dgm:pt modelId="{F19C1F78-D02A-4E7B-AF74-7C9BC68B0B4C}" type="pres">
      <dgm:prSet presAssocID="{37E7BE9C-1C3D-4D83-BAD4-887242B1C886}" presName="composite" presStyleCnt="0"/>
      <dgm:spPr/>
    </dgm:pt>
    <dgm:pt modelId="{3496C2DD-5C3A-4861-AA58-4AA6D6C846FD}" type="pres">
      <dgm:prSet presAssocID="{37E7BE9C-1C3D-4D83-BAD4-887242B1C886}" presName="imgShp" presStyleLbl="fgImgPlace1" presStyleIdx="3" presStyleCnt="4"/>
      <dgm:spPr/>
    </dgm:pt>
    <dgm:pt modelId="{1DA8FA22-633C-42AA-879B-F870523621FD}" type="pres">
      <dgm:prSet presAssocID="{37E7BE9C-1C3D-4D83-BAD4-887242B1C886}" presName="txShp" presStyleLbl="node1" presStyleIdx="3" presStyleCnt="4">
        <dgm:presLayoutVars>
          <dgm:bulletEnabled val="1"/>
        </dgm:presLayoutVars>
      </dgm:prSet>
      <dgm:spPr/>
    </dgm:pt>
  </dgm:ptLst>
  <dgm:cxnLst>
    <dgm:cxn modelId="{CEBAD15F-F423-455F-9697-DB6B15F4EBAD}" type="presOf" srcId="{37E7BE9C-1C3D-4D83-BAD4-887242B1C886}" destId="{1DA8FA22-633C-42AA-879B-F870523621FD}" srcOrd="0" destOrd="0" presId="urn:microsoft.com/office/officeart/2005/8/layout/vList3"/>
    <dgm:cxn modelId="{DFCE3541-ACB0-404C-B45F-6D6E1AEB9A36}" type="presOf" srcId="{C590C5A6-4208-47EA-A135-E6744017AC70}" destId="{C9912614-D3A4-4122-8B38-047B45F26AEA}" srcOrd="0" destOrd="0" presId="urn:microsoft.com/office/officeart/2005/8/layout/vList3"/>
    <dgm:cxn modelId="{FE3ECB64-5548-46BC-AECC-BB0018DB936F}" srcId="{93342A0A-EDFD-4F23-9BD7-27AE621E5440}" destId="{59841B08-EBFE-46A8-B42C-0CD0FF16680E}" srcOrd="2" destOrd="0" parTransId="{32C1767E-128A-49B6-A9D3-BEDF0A9A9A97}" sibTransId="{A7062472-26C8-48DD-842F-58E399639791}"/>
    <dgm:cxn modelId="{D17EAA68-C7E3-462F-AF69-59F7DD41D428}" srcId="{93342A0A-EDFD-4F23-9BD7-27AE621E5440}" destId="{37E7BE9C-1C3D-4D83-BAD4-887242B1C886}" srcOrd="3" destOrd="0" parTransId="{03960E2B-EC97-4A2D-8066-494BACEF2BEA}" sibTransId="{A408F7C9-FF66-464D-875A-70454F446784}"/>
    <dgm:cxn modelId="{5794F655-FBB5-4A00-82D0-499DF9EB6FE9}" type="presOf" srcId="{B002B828-86B4-4D90-8EE8-F191C2F907A5}" destId="{ECCB7644-D505-4D4E-BF6B-FE0039DAE209}" srcOrd="0" destOrd="0" presId="urn:microsoft.com/office/officeart/2005/8/layout/vList3"/>
    <dgm:cxn modelId="{0A91115A-CC45-4BE6-9AB0-47AD38BA3888}" type="presOf" srcId="{59841B08-EBFE-46A8-B42C-0CD0FF16680E}" destId="{23E16117-D0A0-47D4-8ED2-FA9C62BD43C4}" srcOrd="0" destOrd="0" presId="urn:microsoft.com/office/officeart/2005/8/layout/vList3"/>
    <dgm:cxn modelId="{8CC494EE-EED1-4608-B755-AAEB614D24D2}" srcId="{93342A0A-EDFD-4F23-9BD7-27AE621E5440}" destId="{C590C5A6-4208-47EA-A135-E6744017AC70}" srcOrd="0" destOrd="0" parTransId="{01583A6D-0109-4065-8AA8-27356975BCC7}" sibTransId="{E8BDAFD4-705F-4563-AC04-02CEA51B4931}"/>
    <dgm:cxn modelId="{B90613F7-1552-407D-95B5-D5ECE0B388AE}" type="presOf" srcId="{93342A0A-EDFD-4F23-9BD7-27AE621E5440}" destId="{67A3CB29-8336-447E-B536-276A5CEF54E0}" srcOrd="0" destOrd="0" presId="urn:microsoft.com/office/officeart/2005/8/layout/vList3"/>
    <dgm:cxn modelId="{FA2333FA-A035-4A3F-9920-47D0ACD7ED3E}" srcId="{93342A0A-EDFD-4F23-9BD7-27AE621E5440}" destId="{B002B828-86B4-4D90-8EE8-F191C2F907A5}" srcOrd="1" destOrd="0" parTransId="{0AEFBB87-F1C9-45E0-A2BC-667412CB8212}" sibTransId="{47DFB765-1A84-4F78-989D-55F46A406B85}"/>
    <dgm:cxn modelId="{DD64A466-A610-4D8D-B903-BBBE382A6BCC}" type="presParOf" srcId="{67A3CB29-8336-447E-B536-276A5CEF54E0}" destId="{056603A6-849D-4011-94BD-C2D0B53112A9}" srcOrd="0" destOrd="0" presId="urn:microsoft.com/office/officeart/2005/8/layout/vList3"/>
    <dgm:cxn modelId="{25774F92-2266-43F4-9D4A-CC10709E7FF0}" type="presParOf" srcId="{056603A6-849D-4011-94BD-C2D0B53112A9}" destId="{0B1EE923-0E95-4A11-8EC0-6898AA8AB380}" srcOrd="0" destOrd="0" presId="urn:microsoft.com/office/officeart/2005/8/layout/vList3"/>
    <dgm:cxn modelId="{487A245E-7503-41E4-A8F2-A3399CCB0118}" type="presParOf" srcId="{056603A6-849D-4011-94BD-C2D0B53112A9}" destId="{C9912614-D3A4-4122-8B38-047B45F26AEA}" srcOrd="1" destOrd="0" presId="urn:microsoft.com/office/officeart/2005/8/layout/vList3"/>
    <dgm:cxn modelId="{344548E2-79A0-4BD5-90C4-B5249295D3B2}" type="presParOf" srcId="{67A3CB29-8336-447E-B536-276A5CEF54E0}" destId="{332B63FD-336D-422E-A931-C79D01D17E29}" srcOrd="1" destOrd="0" presId="urn:microsoft.com/office/officeart/2005/8/layout/vList3"/>
    <dgm:cxn modelId="{4D9D9161-1A8A-402D-88C0-6F9D49867277}" type="presParOf" srcId="{67A3CB29-8336-447E-B536-276A5CEF54E0}" destId="{D5E8397F-DA02-422D-AD0E-2BDC081D68F6}" srcOrd="2" destOrd="0" presId="urn:microsoft.com/office/officeart/2005/8/layout/vList3"/>
    <dgm:cxn modelId="{D4D28010-A050-4360-A315-AD791F2CA0CC}" type="presParOf" srcId="{D5E8397F-DA02-422D-AD0E-2BDC081D68F6}" destId="{DE2CDAB0-CD9F-4848-B8E3-3A9C1DAB3CB0}" srcOrd="0" destOrd="0" presId="urn:microsoft.com/office/officeart/2005/8/layout/vList3"/>
    <dgm:cxn modelId="{A010922A-2FEA-44CE-AE78-01C14BBE4854}" type="presParOf" srcId="{D5E8397F-DA02-422D-AD0E-2BDC081D68F6}" destId="{ECCB7644-D505-4D4E-BF6B-FE0039DAE209}" srcOrd="1" destOrd="0" presId="urn:microsoft.com/office/officeart/2005/8/layout/vList3"/>
    <dgm:cxn modelId="{A522A9E9-2526-4A6A-ADC0-98CFE68849D4}" type="presParOf" srcId="{67A3CB29-8336-447E-B536-276A5CEF54E0}" destId="{A4586044-89CB-4746-98FB-757AA4833A13}" srcOrd="3" destOrd="0" presId="urn:microsoft.com/office/officeart/2005/8/layout/vList3"/>
    <dgm:cxn modelId="{1A6E8A35-B6F0-4911-A04A-4E4E326F6BE2}" type="presParOf" srcId="{67A3CB29-8336-447E-B536-276A5CEF54E0}" destId="{53937348-F7E5-4E60-B89F-48ADB433EAD8}" srcOrd="4" destOrd="0" presId="urn:microsoft.com/office/officeart/2005/8/layout/vList3"/>
    <dgm:cxn modelId="{C82FE1D3-6E34-4C1D-A4B4-BB877BF02129}" type="presParOf" srcId="{53937348-F7E5-4E60-B89F-48ADB433EAD8}" destId="{FDECF394-D1CD-47A7-A9FA-8AA06C1CB7F1}" srcOrd="0" destOrd="0" presId="urn:microsoft.com/office/officeart/2005/8/layout/vList3"/>
    <dgm:cxn modelId="{BF78DB9F-7B8B-4E1D-A865-69F7094561CB}" type="presParOf" srcId="{53937348-F7E5-4E60-B89F-48ADB433EAD8}" destId="{23E16117-D0A0-47D4-8ED2-FA9C62BD43C4}" srcOrd="1" destOrd="0" presId="urn:microsoft.com/office/officeart/2005/8/layout/vList3"/>
    <dgm:cxn modelId="{98864061-545A-4F20-93B3-C61FA5AFBFDE}" type="presParOf" srcId="{67A3CB29-8336-447E-B536-276A5CEF54E0}" destId="{E9BE3714-CCA3-4692-AF5F-03132B828014}" srcOrd="5" destOrd="0" presId="urn:microsoft.com/office/officeart/2005/8/layout/vList3"/>
    <dgm:cxn modelId="{35ECD70E-4BBC-4B95-8E67-F618D26B9071}" type="presParOf" srcId="{67A3CB29-8336-447E-B536-276A5CEF54E0}" destId="{F19C1F78-D02A-4E7B-AF74-7C9BC68B0B4C}" srcOrd="6" destOrd="0" presId="urn:microsoft.com/office/officeart/2005/8/layout/vList3"/>
    <dgm:cxn modelId="{886610DD-462D-4D77-8473-A003942B0610}" type="presParOf" srcId="{F19C1F78-D02A-4E7B-AF74-7C9BC68B0B4C}" destId="{3496C2DD-5C3A-4861-AA58-4AA6D6C846FD}" srcOrd="0" destOrd="0" presId="urn:microsoft.com/office/officeart/2005/8/layout/vList3"/>
    <dgm:cxn modelId="{9828B8DD-1652-4258-BD39-48CCBA0E43ED}" type="presParOf" srcId="{F19C1F78-D02A-4E7B-AF74-7C9BC68B0B4C}" destId="{1DA8FA22-633C-42AA-879B-F870523621F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D8948064-F5D5-4031-B9F3-75F477B545F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8D4DB80-D426-4FCA-AA66-55678900E685}">
      <dgm:prSet/>
      <dgm:spPr/>
      <dgm:t>
        <a:bodyPr/>
        <a:lstStyle/>
        <a:p>
          <a:r>
            <a:rPr lang="ru-RU" b="0" i="0"/>
            <a:t>К. Левицького.</a:t>
          </a:r>
          <a:endParaRPr lang="uk-UA"/>
        </a:p>
      </dgm:t>
    </dgm:pt>
    <dgm:pt modelId="{FDD1C60A-987F-47F3-916D-65CF22D94B6A}" type="parTrans" cxnId="{F1746C26-B188-4D86-B2B5-822EBD7B5F6E}">
      <dgm:prSet/>
      <dgm:spPr/>
      <dgm:t>
        <a:bodyPr/>
        <a:lstStyle/>
        <a:p>
          <a:endParaRPr lang="uk-UA"/>
        </a:p>
      </dgm:t>
    </dgm:pt>
    <dgm:pt modelId="{8E01B4A2-C056-40CE-8074-6B17D4F7C8E0}" type="sibTrans" cxnId="{F1746C26-B188-4D86-B2B5-822EBD7B5F6E}">
      <dgm:prSet/>
      <dgm:spPr/>
      <dgm:t>
        <a:bodyPr/>
        <a:lstStyle/>
        <a:p>
          <a:endParaRPr lang="uk-UA"/>
        </a:p>
      </dgm:t>
    </dgm:pt>
    <dgm:pt modelId="{93FB3BF1-A62A-4E4F-A714-C9095160BD6C}">
      <dgm:prSet/>
      <dgm:spPr/>
      <dgm:t>
        <a:bodyPr/>
        <a:lstStyle/>
        <a:p>
          <a:r>
            <a:rPr lang="ru-RU" b="0" i="0"/>
            <a:t>А. Волошина.</a:t>
          </a:r>
          <a:endParaRPr lang="uk-UA"/>
        </a:p>
      </dgm:t>
    </dgm:pt>
    <dgm:pt modelId="{A8DE40C1-4AD5-4C40-95F0-F43FB534D9B7}" type="parTrans" cxnId="{78A90049-7689-44C3-87C0-AF35B18AC143}">
      <dgm:prSet/>
      <dgm:spPr/>
      <dgm:t>
        <a:bodyPr/>
        <a:lstStyle/>
        <a:p>
          <a:endParaRPr lang="uk-UA"/>
        </a:p>
      </dgm:t>
    </dgm:pt>
    <dgm:pt modelId="{FBF5BCB5-CAD6-4230-ACB3-95EF82AE07B1}" type="sibTrans" cxnId="{78A90049-7689-44C3-87C0-AF35B18AC143}">
      <dgm:prSet/>
      <dgm:spPr/>
      <dgm:t>
        <a:bodyPr/>
        <a:lstStyle/>
        <a:p>
          <a:endParaRPr lang="uk-UA"/>
        </a:p>
      </dgm:t>
    </dgm:pt>
    <dgm:pt modelId="{448CDD0D-1960-4CDE-9061-EC86C06DEDBD}">
      <dgm:prSet/>
      <dgm:spPr/>
      <dgm:t>
        <a:bodyPr/>
        <a:lstStyle/>
        <a:p>
          <a:r>
            <a:rPr lang="ru-RU" b="0" i="0"/>
            <a:t>Є. Петрушевича.</a:t>
          </a:r>
          <a:endParaRPr lang="uk-UA"/>
        </a:p>
      </dgm:t>
    </dgm:pt>
    <dgm:pt modelId="{39E7B068-2FED-4DAF-BE2A-04A1262BE56F}" type="parTrans" cxnId="{7A5913E2-A271-49E4-9CF9-45C5D9F15F58}">
      <dgm:prSet/>
      <dgm:spPr/>
      <dgm:t>
        <a:bodyPr/>
        <a:lstStyle/>
        <a:p>
          <a:endParaRPr lang="uk-UA"/>
        </a:p>
      </dgm:t>
    </dgm:pt>
    <dgm:pt modelId="{C5B0BA54-C70F-462F-A211-5AC707801F59}" type="sibTrans" cxnId="{7A5913E2-A271-49E4-9CF9-45C5D9F15F58}">
      <dgm:prSet/>
      <dgm:spPr/>
      <dgm:t>
        <a:bodyPr/>
        <a:lstStyle/>
        <a:p>
          <a:endParaRPr lang="uk-UA"/>
        </a:p>
      </dgm:t>
    </dgm:pt>
    <dgm:pt modelId="{089D821E-3E80-4D33-B73D-447B0CCDC0C4}">
      <dgm:prSet/>
      <dgm:spPr/>
      <dgm:t>
        <a:bodyPr/>
        <a:lstStyle/>
        <a:p>
          <a:r>
            <a:rPr lang="ru-RU" b="0" i="0"/>
            <a:t>М. Грушевського.</a:t>
          </a:r>
          <a:endParaRPr lang="uk-UA"/>
        </a:p>
      </dgm:t>
    </dgm:pt>
    <dgm:pt modelId="{F3783762-7EBF-4F8E-9519-D0AF2A6E6004}" type="parTrans" cxnId="{D098AE38-2FA9-4A20-833F-0CD19F98BE31}">
      <dgm:prSet/>
      <dgm:spPr/>
      <dgm:t>
        <a:bodyPr/>
        <a:lstStyle/>
        <a:p>
          <a:endParaRPr lang="uk-UA"/>
        </a:p>
      </dgm:t>
    </dgm:pt>
    <dgm:pt modelId="{1C940346-E58F-47A5-B6FD-879A8487AAA5}" type="sibTrans" cxnId="{D098AE38-2FA9-4A20-833F-0CD19F98BE31}">
      <dgm:prSet/>
      <dgm:spPr/>
      <dgm:t>
        <a:bodyPr/>
        <a:lstStyle/>
        <a:p>
          <a:endParaRPr lang="uk-UA"/>
        </a:p>
      </dgm:t>
    </dgm:pt>
    <dgm:pt modelId="{8D907BED-5F8E-449D-AC90-72E177D05A21}" type="pres">
      <dgm:prSet presAssocID="{D8948064-F5D5-4031-B9F3-75F477B545F0}" presName="linearFlow" presStyleCnt="0">
        <dgm:presLayoutVars>
          <dgm:dir/>
          <dgm:resizeHandles val="exact"/>
        </dgm:presLayoutVars>
      </dgm:prSet>
      <dgm:spPr/>
    </dgm:pt>
    <dgm:pt modelId="{DA3257B7-1353-4037-8EC7-4A49767E0B2B}" type="pres">
      <dgm:prSet presAssocID="{08D4DB80-D426-4FCA-AA66-55678900E685}" presName="composite" presStyleCnt="0"/>
      <dgm:spPr/>
    </dgm:pt>
    <dgm:pt modelId="{4EE63A4B-9128-4912-82EC-92D8DA72CE06}" type="pres">
      <dgm:prSet presAssocID="{08D4DB80-D426-4FCA-AA66-55678900E685}" presName="imgShp" presStyleLbl="fgImgPlace1" presStyleIdx="0" presStyleCnt="4"/>
      <dgm:spPr/>
    </dgm:pt>
    <dgm:pt modelId="{FEEEE884-0043-4084-99FD-0EEFD63F02D2}" type="pres">
      <dgm:prSet presAssocID="{08D4DB80-D426-4FCA-AA66-55678900E685}" presName="txShp" presStyleLbl="node1" presStyleIdx="0" presStyleCnt="4">
        <dgm:presLayoutVars>
          <dgm:bulletEnabled val="1"/>
        </dgm:presLayoutVars>
      </dgm:prSet>
      <dgm:spPr/>
    </dgm:pt>
    <dgm:pt modelId="{B8FFDC3E-E26F-449B-B587-3D5CEC05E878}" type="pres">
      <dgm:prSet presAssocID="{8E01B4A2-C056-40CE-8074-6B17D4F7C8E0}" presName="spacing" presStyleCnt="0"/>
      <dgm:spPr/>
    </dgm:pt>
    <dgm:pt modelId="{52DEAAD5-B68F-47DA-A971-C33D53BE2248}" type="pres">
      <dgm:prSet presAssocID="{93FB3BF1-A62A-4E4F-A714-C9095160BD6C}" presName="composite" presStyleCnt="0"/>
      <dgm:spPr/>
    </dgm:pt>
    <dgm:pt modelId="{D57FCD4F-2F08-41F7-9F12-B3D9D2EDF7D3}" type="pres">
      <dgm:prSet presAssocID="{93FB3BF1-A62A-4E4F-A714-C9095160BD6C}" presName="imgShp" presStyleLbl="fgImgPlace1" presStyleIdx="1" presStyleCnt="4"/>
      <dgm:spPr/>
    </dgm:pt>
    <dgm:pt modelId="{76A1D599-CE22-4FDD-BE6A-D68CC9D8396F}" type="pres">
      <dgm:prSet presAssocID="{93FB3BF1-A62A-4E4F-A714-C9095160BD6C}" presName="txShp" presStyleLbl="node1" presStyleIdx="1" presStyleCnt="4">
        <dgm:presLayoutVars>
          <dgm:bulletEnabled val="1"/>
        </dgm:presLayoutVars>
      </dgm:prSet>
      <dgm:spPr/>
    </dgm:pt>
    <dgm:pt modelId="{B62ABA7F-1F26-4B8C-A62A-FFCB43F8DDDA}" type="pres">
      <dgm:prSet presAssocID="{FBF5BCB5-CAD6-4230-ACB3-95EF82AE07B1}" presName="spacing" presStyleCnt="0"/>
      <dgm:spPr/>
    </dgm:pt>
    <dgm:pt modelId="{6B479EA9-E7BB-47B1-8BC7-705EB12B53D0}" type="pres">
      <dgm:prSet presAssocID="{448CDD0D-1960-4CDE-9061-EC86C06DEDBD}" presName="composite" presStyleCnt="0"/>
      <dgm:spPr/>
    </dgm:pt>
    <dgm:pt modelId="{B2BB288C-FF7B-4210-8855-1E8AE3E154BB}" type="pres">
      <dgm:prSet presAssocID="{448CDD0D-1960-4CDE-9061-EC86C06DEDBD}" presName="imgShp" presStyleLbl="fgImgPlace1" presStyleIdx="2" presStyleCnt="4"/>
      <dgm:spPr/>
    </dgm:pt>
    <dgm:pt modelId="{C0EDBF2A-021A-4ED1-9A83-ABEC05F45B7A}" type="pres">
      <dgm:prSet presAssocID="{448CDD0D-1960-4CDE-9061-EC86C06DEDBD}" presName="txShp" presStyleLbl="node1" presStyleIdx="2" presStyleCnt="4">
        <dgm:presLayoutVars>
          <dgm:bulletEnabled val="1"/>
        </dgm:presLayoutVars>
      </dgm:prSet>
      <dgm:spPr/>
    </dgm:pt>
    <dgm:pt modelId="{BC97F4FE-037D-4BCE-8D04-AB88043734C7}" type="pres">
      <dgm:prSet presAssocID="{C5B0BA54-C70F-462F-A211-5AC707801F59}" presName="spacing" presStyleCnt="0"/>
      <dgm:spPr/>
    </dgm:pt>
    <dgm:pt modelId="{1339C5F8-3857-4856-96A8-89BAA41B7853}" type="pres">
      <dgm:prSet presAssocID="{089D821E-3E80-4D33-B73D-447B0CCDC0C4}" presName="composite" presStyleCnt="0"/>
      <dgm:spPr/>
    </dgm:pt>
    <dgm:pt modelId="{54B5D06F-D40B-4899-8C11-4E793EDDFD51}" type="pres">
      <dgm:prSet presAssocID="{089D821E-3E80-4D33-B73D-447B0CCDC0C4}" presName="imgShp" presStyleLbl="fgImgPlace1" presStyleIdx="3" presStyleCnt="4"/>
      <dgm:spPr/>
    </dgm:pt>
    <dgm:pt modelId="{A8412A6C-D489-4234-BA84-0D0915842256}" type="pres">
      <dgm:prSet presAssocID="{089D821E-3E80-4D33-B73D-447B0CCDC0C4}" presName="txShp" presStyleLbl="node1" presStyleIdx="3" presStyleCnt="4">
        <dgm:presLayoutVars>
          <dgm:bulletEnabled val="1"/>
        </dgm:presLayoutVars>
      </dgm:prSet>
      <dgm:spPr/>
    </dgm:pt>
  </dgm:ptLst>
  <dgm:cxnLst>
    <dgm:cxn modelId="{D0C3141E-4647-4395-922B-9F8A0B2D8668}" type="presOf" srcId="{089D821E-3E80-4D33-B73D-447B0CCDC0C4}" destId="{A8412A6C-D489-4234-BA84-0D0915842256}" srcOrd="0" destOrd="0" presId="urn:microsoft.com/office/officeart/2005/8/layout/vList3"/>
    <dgm:cxn modelId="{D69D5025-1BBC-410A-9241-AD39A4BBD25C}" type="presOf" srcId="{08D4DB80-D426-4FCA-AA66-55678900E685}" destId="{FEEEE884-0043-4084-99FD-0EEFD63F02D2}" srcOrd="0" destOrd="0" presId="urn:microsoft.com/office/officeart/2005/8/layout/vList3"/>
    <dgm:cxn modelId="{F1746C26-B188-4D86-B2B5-822EBD7B5F6E}" srcId="{D8948064-F5D5-4031-B9F3-75F477B545F0}" destId="{08D4DB80-D426-4FCA-AA66-55678900E685}" srcOrd="0" destOrd="0" parTransId="{FDD1C60A-987F-47F3-916D-65CF22D94B6A}" sibTransId="{8E01B4A2-C056-40CE-8074-6B17D4F7C8E0}"/>
    <dgm:cxn modelId="{D098AE38-2FA9-4A20-833F-0CD19F98BE31}" srcId="{D8948064-F5D5-4031-B9F3-75F477B545F0}" destId="{089D821E-3E80-4D33-B73D-447B0CCDC0C4}" srcOrd="3" destOrd="0" parTransId="{F3783762-7EBF-4F8E-9519-D0AF2A6E6004}" sibTransId="{1C940346-E58F-47A5-B6FD-879A8487AAA5}"/>
    <dgm:cxn modelId="{CFA9923F-89B5-4A23-B710-33CCBEA4A62F}" type="presOf" srcId="{93FB3BF1-A62A-4E4F-A714-C9095160BD6C}" destId="{76A1D599-CE22-4FDD-BE6A-D68CC9D8396F}" srcOrd="0" destOrd="0" presId="urn:microsoft.com/office/officeart/2005/8/layout/vList3"/>
    <dgm:cxn modelId="{B4741266-86D9-450E-9405-2343C75037E5}" type="presOf" srcId="{D8948064-F5D5-4031-B9F3-75F477B545F0}" destId="{8D907BED-5F8E-449D-AC90-72E177D05A21}" srcOrd="0" destOrd="0" presId="urn:microsoft.com/office/officeart/2005/8/layout/vList3"/>
    <dgm:cxn modelId="{78A90049-7689-44C3-87C0-AF35B18AC143}" srcId="{D8948064-F5D5-4031-B9F3-75F477B545F0}" destId="{93FB3BF1-A62A-4E4F-A714-C9095160BD6C}" srcOrd="1" destOrd="0" parTransId="{A8DE40C1-4AD5-4C40-95F0-F43FB534D9B7}" sibTransId="{FBF5BCB5-CAD6-4230-ACB3-95EF82AE07B1}"/>
    <dgm:cxn modelId="{13F804AF-6409-4D7F-8283-EEE6B92C1E9F}" type="presOf" srcId="{448CDD0D-1960-4CDE-9061-EC86C06DEDBD}" destId="{C0EDBF2A-021A-4ED1-9A83-ABEC05F45B7A}" srcOrd="0" destOrd="0" presId="urn:microsoft.com/office/officeart/2005/8/layout/vList3"/>
    <dgm:cxn modelId="{7A5913E2-A271-49E4-9CF9-45C5D9F15F58}" srcId="{D8948064-F5D5-4031-B9F3-75F477B545F0}" destId="{448CDD0D-1960-4CDE-9061-EC86C06DEDBD}" srcOrd="2" destOrd="0" parTransId="{39E7B068-2FED-4DAF-BE2A-04A1262BE56F}" sibTransId="{C5B0BA54-C70F-462F-A211-5AC707801F59}"/>
    <dgm:cxn modelId="{FC0322D0-35ED-43DD-AB4F-F409E04F2582}" type="presParOf" srcId="{8D907BED-5F8E-449D-AC90-72E177D05A21}" destId="{DA3257B7-1353-4037-8EC7-4A49767E0B2B}" srcOrd="0" destOrd="0" presId="urn:microsoft.com/office/officeart/2005/8/layout/vList3"/>
    <dgm:cxn modelId="{0A718417-EEBB-40D9-8F8C-AA598FA18464}" type="presParOf" srcId="{DA3257B7-1353-4037-8EC7-4A49767E0B2B}" destId="{4EE63A4B-9128-4912-82EC-92D8DA72CE06}" srcOrd="0" destOrd="0" presId="urn:microsoft.com/office/officeart/2005/8/layout/vList3"/>
    <dgm:cxn modelId="{F673CBC6-66F4-436A-9055-98D59C56F4A5}" type="presParOf" srcId="{DA3257B7-1353-4037-8EC7-4A49767E0B2B}" destId="{FEEEE884-0043-4084-99FD-0EEFD63F02D2}" srcOrd="1" destOrd="0" presId="urn:microsoft.com/office/officeart/2005/8/layout/vList3"/>
    <dgm:cxn modelId="{62CB2054-9515-44EE-A902-6823688FE5BB}" type="presParOf" srcId="{8D907BED-5F8E-449D-AC90-72E177D05A21}" destId="{B8FFDC3E-E26F-449B-B587-3D5CEC05E878}" srcOrd="1" destOrd="0" presId="urn:microsoft.com/office/officeart/2005/8/layout/vList3"/>
    <dgm:cxn modelId="{D41FEA11-985C-4CF7-BA34-08CAB76D17C9}" type="presParOf" srcId="{8D907BED-5F8E-449D-AC90-72E177D05A21}" destId="{52DEAAD5-B68F-47DA-A971-C33D53BE2248}" srcOrd="2" destOrd="0" presId="urn:microsoft.com/office/officeart/2005/8/layout/vList3"/>
    <dgm:cxn modelId="{A86C593D-1348-4112-AFD0-26B27CE7E213}" type="presParOf" srcId="{52DEAAD5-B68F-47DA-A971-C33D53BE2248}" destId="{D57FCD4F-2F08-41F7-9F12-B3D9D2EDF7D3}" srcOrd="0" destOrd="0" presId="urn:microsoft.com/office/officeart/2005/8/layout/vList3"/>
    <dgm:cxn modelId="{64DD3A4C-B9FC-491F-9E01-11A2B8F39E20}" type="presParOf" srcId="{52DEAAD5-B68F-47DA-A971-C33D53BE2248}" destId="{76A1D599-CE22-4FDD-BE6A-D68CC9D8396F}" srcOrd="1" destOrd="0" presId="urn:microsoft.com/office/officeart/2005/8/layout/vList3"/>
    <dgm:cxn modelId="{B6E49E24-4AE4-4042-8F5D-B1489A193FA3}" type="presParOf" srcId="{8D907BED-5F8E-449D-AC90-72E177D05A21}" destId="{B62ABA7F-1F26-4B8C-A62A-FFCB43F8DDDA}" srcOrd="3" destOrd="0" presId="urn:microsoft.com/office/officeart/2005/8/layout/vList3"/>
    <dgm:cxn modelId="{8DE240C4-7265-4ABC-A136-6ABCC9B6B0C5}" type="presParOf" srcId="{8D907BED-5F8E-449D-AC90-72E177D05A21}" destId="{6B479EA9-E7BB-47B1-8BC7-705EB12B53D0}" srcOrd="4" destOrd="0" presId="urn:microsoft.com/office/officeart/2005/8/layout/vList3"/>
    <dgm:cxn modelId="{FF26CFFD-5E8F-42E5-9E13-C2CC9C1C8DA8}" type="presParOf" srcId="{6B479EA9-E7BB-47B1-8BC7-705EB12B53D0}" destId="{B2BB288C-FF7B-4210-8855-1E8AE3E154BB}" srcOrd="0" destOrd="0" presId="urn:microsoft.com/office/officeart/2005/8/layout/vList3"/>
    <dgm:cxn modelId="{D427CD10-CB6E-4C13-BB92-87A36FFBCE90}" type="presParOf" srcId="{6B479EA9-E7BB-47B1-8BC7-705EB12B53D0}" destId="{C0EDBF2A-021A-4ED1-9A83-ABEC05F45B7A}" srcOrd="1" destOrd="0" presId="urn:microsoft.com/office/officeart/2005/8/layout/vList3"/>
    <dgm:cxn modelId="{A64DF54D-5600-42F0-A56E-4AB56734A9D3}" type="presParOf" srcId="{8D907BED-5F8E-449D-AC90-72E177D05A21}" destId="{BC97F4FE-037D-4BCE-8D04-AB88043734C7}" srcOrd="5" destOrd="0" presId="urn:microsoft.com/office/officeart/2005/8/layout/vList3"/>
    <dgm:cxn modelId="{63486B34-A0BF-483F-83AC-D306E9906FC1}" type="presParOf" srcId="{8D907BED-5F8E-449D-AC90-72E177D05A21}" destId="{1339C5F8-3857-4856-96A8-89BAA41B7853}" srcOrd="6" destOrd="0" presId="urn:microsoft.com/office/officeart/2005/8/layout/vList3"/>
    <dgm:cxn modelId="{B7747AC5-CE59-42F8-ADAC-25F8C9D5DBDF}" type="presParOf" srcId="{1339C5F8-3857-4856-96A8-89BAA41B7853}" destId="{54B5D06F-D40B-4899-8C11-4E793EDDFD51}" srcOrd="0" destOrd="0" presId="urn:microsoft.com/office/officeart/2005/8/layout/vList3"/>
    <dgm:cxn modelId="{8DB3695E-FA97-4F1C-B8FF-12E5728AB64E}" type="presParOf" srcId="{1339C5F8-3857-4856-96A8-89BAA41B7853}" destId="{A8412A6C-D489-4234-BA84-0D091584225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D87BC5F8-EBA4-444C-89DE-D573801D80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89124AB-9875-49DD-AA15-6B0492ECC35E}">
      <dgm:prSet/>
      <dgm:spPr/>
      <dgm:t>
        <a:bodyPr/>
        <a:lstStyle/>
        <a:p>
          <a:r>
            <a:rPr lang="ru-RU" b="0" i="0"/>
            <a:t>15 березня 1939 р.</a:t>
          </a:r>
          <a:endParaRPr lang="uk-UA"/>
        </a:p>
      </dgm:t>
    </dgm:pt>
    <dgm:pt modelId="{9EA2E04B-0271-48E7-AE76-C02632007E78}" type="parTrans" cxnId="{C96B9CDA-D905-41DF-A05E-2B8D5534105E}">
      <dgm:prSet/>
      <dgm:spPr/>
      <dgm:t>
        <a:bodyPr/>
        <a:lstStyle/>
        <a:p>
          <a:endParaRPr lang="uk-UA"/>
        </a:p>
      </dgm:t>
    </dgm:pt>
    <dgm:pt modelId="{294AC85A-CADF-42FB-8ECA-F783FB7B2C7A}" type="sibTrans" cxnId="{C96B9CDA-D905-41DF-A05E-2B8D5534105E}">
      <dgm:prSet/>
      <dgm:spPr/>
      <dgm:t>
        <a:bodyPr/>
        <a:lstStyle/>
        <a:p>
          <a:endParaRPr lang="uk-UA"/>
        </a:p>
      </dgm:t>
    </dgm:pt>
    <dgm:pt modelId="{BC5E5ED4-E136-4FF4-9374-BB26FECA71A6}">
      <dgm:prSet/>
      <dgm:spPr/>
      <dgm:t>
        <a:bodyPr/>
        <a:lstStyle/>
        <a:p>
          <a:r>
            <a:rPr lang="ru-RU" b="0" i="0"/>
            <a:t>23 серпня 1939 р.</a:t>
          </a:r>
          <a:endParaRPr lang="uk-UA"/>
        </a:p>
      </dgm:t>
    </dgm:pt>
    <dgm:pt modelId="{AF06EBF3-AE20-4C2E-8F7E-8EA55C064371}" type="parTrans" cxnId="{F14924D9-0A1D-468D-83C8-182D9554343E}">
      <dgm:prSet/>
      <dgm:spPr/>
      <dgm:t>
        <a:bodyPr/>
        <a:lstStyle/>
        <a:p>
          <a:endParaRPr lang="uk-UA"/>
        </a:p>
      </dgm:t>
    </dgm:pt>
    <dgm:pt modelId="{4A455FCC-DEBD-4AE1-841D-72A64E8D4245}" type="sibTrans" cxnId="{F14924D9-0A1D-468D-83C8-182D9554343E}">
      <dgm:prSet/>
      <dgm:spPr/>
      <dgm:t>
        <a:bodyPr/>
        <a:lstStyle/>
        <a:p>
          <a:endParaRPr lang="uk-UA"/>
        </a:p>
      </dgm:t>
    </dgm:pt>
    <dgm:pt modelId="{6854DFD4-9D6F-427D-8A1F-774B18FE9C8F}">
      <dgm:prSet/>
      <dgm:spPr/>
      <dgm:t>
        <a:bodyPr/>
        <a:lstStyle/>
        <a:p>
          <a:r>
            <a:rPr lang="ru-RU" b="0" i="0"/>
            <a:t>17 вересня 1939 р.</a:t>
          </a:r>
          <a:endParaRPr lang="uk-UA"/>
        </a:p>
      </dgm:t>
    </dgm:pt>
    <dgm:pt modelId="{283F6832-1443-499F-85E6-AB017ACC880C}" type="parTrans" cxnId="{498100A5-53E9-4FC3-9BDB-B1747B2104C0}">
      <dgm:prSet/>
      <dgm:spPr/>
      <dgm:t>
        <a:bodyPr/>
        <a:lstStyle/>
        <a:p>
          <a:endParaRPr lang="uk-UA"/>
        </a:p>
      </dgm:t>
    </dgm:pt>
    <dgm:pt modelId="{04545176-9D0A-444F-9FC4-57AD0C38C57D}" type="sibTrans" cxnId="{498100A5-53E9-4FC3-9BDB-B1747B2104C0}">
      <dgm:prSet/>
      <dgm:spPr/>
      <dgm:t>
        <a:bodyPr/>
        <a:lstStyle/>
        <a:p>
          <a:endParaRPr lang="uk-UA"/>
        </a:p>
      </dgm:t>
    </dgm:pt>
    <dgm:pt modelId="{DB8B9188-FE12-4F11-A295-1BD0843219E4}">
      <dgm:prSet/>
      <dgm:spPr/>
      <dgm:t>
        <a:bodyPr/>
        <a:lstStyle/>
        <a:p>
          <a:r>
            <a:rPr lang="ru-RU" b="0" i="0"/>
            <a:t>26 жовтня 1939 р.</a:t>
          </a:r>
          <a:endParaRPr lang="uk-UA"/>
        </a:p>
      </dgm:t>
    </dgm:pt>
    <dgm:pt modelId="{9561288B-C551-481C-AEFE-A345FE0E704F}" type="parTrans" cxnId="{8E4A76AA-AC44-43D2-86A9-60D69D6812E1}">
      <dgm:prSet/>
      <dgm:spPr/>
      <dgm:t>
        <a:bodyPr/>
        <a:lstStyle/>
        <a:p>
          <a:endParaRPr lang="uk-UA"/>
        </a:p>
      </dgm:t>
    </dgm:pt>
    <dgm:pt modelId="{5049B218-6663-4D1F-A7B9-223DC4F7227F}" type="sibTrans" cxnId="{8E4A76AA-AC44-43D2-86A9-60D69D6812E1}">
      <dgm:prSet/>
      <dgm:spPr/>
      <dgm:t>
        <a:bodyPr/>
        <a:lstStyle/>
        <a:p>
          <a:endParaRPr lang="uk-UA"/>
        </a:p>
      </dgm:t>
    </dgm:pt>
    <dgm:pt modelId="{5692DE1B-D4C9-4E40-819F-6274FAB976AD}" type="pres">
      <dgm:prSet presAssocID="{D87BC5F8-EBA4-444C-89DE-D573801D80D2}" presName="linear" presStyleCnt="0">
        <dgm:presLayoutVars>
          <dgm:animLvl val="lvl"/>
          <dgm:resizeHandles val="exact"/>
        </dgm:presLayoutVars>
      </dgm:prSet>
      <dgm:spPr/>
    </dgm:pt>
    <dgm:pt modelId="{D0B0AD25-97C9-437D-AE53-67C7D7709C54}" type="pres">
      <dgm:prSet presAssocID="{B89124AB-9875-49DD-AA15-6B0492ECC35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D43B9BA-040C-4E8A-91D2-8250FE9D16C2}" type="pres">
      <dgm:prSet presAssocID="{294AC85A-CADF-42FB-8ECA-F783FB7B2C7A}" presName="spacer" presStyleCnt="0"/>
      <dgm:spPr/>
    </dgm:pt>
    <dgm:pt modelId="{9214FBD4-9E4A-464F-8781-4247B00D2C29}" type="pres">
      <dgm:prSet presAssocID="{BC5E5ED4-E136-4FF4-9374-BB26FECA71A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4869285-4AC4-4FBE-8518-36DA50E660FC}" type="pres">
      <dgm:prSet presAssocID="{4A455FCC-DEBD-4AE1-841D-72A64E8D4245}" presName="spacer" presStyleCnt="0"/>
      <dgm:spPr/>
    </dgm:pt>
    <dgm:pt modelId="{42BBADB8-9F98-49D0-A241-BD9E45D8AD13}" type="pres">
      <dgm:prSet presAssocID="{6854DFD4-9D6F-427D-8A1F-774B18FE9C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209116-3E88-4889-BF30-271F964BF01E}" type="pres">
      <dgm:prSet presAssocID="{04545176-9D0A-444F-9FC4-57AD0C38C57D}" presName="spacer" presStyleCnt="0"/>
      <dgm:spPr/>
    </dgm:pt>
    <dgm:pt modelId="{9C761EF4-9A09-466A-A666-BB46BA4E2D82}" type="pres">
      <dgm:prSet presAssocID="{DB8B9188-FE12-4F11-A295-1BD0843219E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1388806-3FD3-4C49-9CC4-15E6443266EB}" type="presOf" srcId="{D87BC5F8-EBA4-444C-89DE-D573801D80D2}" destId="{5692DE1B-D4C9-4E40-819F-6274FAB976AD}" srcOrd="0" destOrd="0" presId="urn:microsoft.com/office/officeart/2005/8/layout/vList2"/>
    <dgm:cxn modelId="{E707A515-77EC-44A2-A0F8-0CB9BD48C619}" type="presOf" srcId="{6854DFD4-9D6F-427D-8A1F-774B18FE9C8F}" destId="{42BBADB8-9F98-49D0-A241-BD9E45D8AD13}" srcOrd="0" destOrd="0" presId="urn:microsoft.com/office/officeart/2005/8/layout/vList2"/>
    <dgm:cxn modelId="{39392F98-3C45-4695-AD8A-9128B79BAC97}" type="presOf" srcId="{B89124AB-9875-49DD-AA15-6B0492ECC35E}" destId="{D0B0AD25-97C9-437D-AE53-67C7D7709C54}" srcOrd="0" destOrd="0" presId="urn:microsoft.com/office/officeart/2005/8/layout/vList2"/>
    <dgm:cxn modelId="{498100A5-53E9-4FC3-9BDB-B1747B2104C0}" srcId="{D87BC5F8-EBA4-444C-89DE-D573801D80D2}" destId="{6854DFD4-9D6F-427D-8A1F-774B18FE9C8F}" srcOrd="2" destOrd="0" parTransId="{283F6832-1443-499F-85E6-AB017ACC880C}" sibTransId="{04545176-9D0A-444F-9FC4-57AD0C38C57D}"/>
    <dgm:cxn modelId="{8E4A76AA-AC44-43D2-86A9-60D69D6812E1}" srcId="{D87BC5F8-EBA4-444C-89DE-D573801D80D2}" destId="{DB8B9188-FE12-4F11-A295-1BD0843219E4}" srcOrd="3" destOrd="0" parTransId="{9561288B-C551-481C-AEFE-A345FE0E704F}" sibTransId="{5049B218-6663-4D1F-A7B9-223DC4F7227F}"/>
    <dgm:cxn modelId="{4C0BD1AC-4C4A-4FA8-A41B-ACE5EC171D52}" type="presOf" srcId="{BC5E5ED4-E136-4FF4-9374-BB26FECA71A6}" destId="{9214FBD4-9E4A-464F-8781-4247B00D2C29}" srcOrd="0" destOrd="0" presId="urn:microsoft.com/office/officeart/2005/8/layout/vList2"/>
    <dgm:cxn modelId="{3A9F1DC3-0E5D-4667-BB43-68C30BD92026}" type="presOf" srcId="{DB8B9188-FE12-4F11-A295-1BD0843219E4}" destId="{9C761EF4-9A09-466A-A666-BB46BA4E2D82}" srcOrd="0" destOrd="0" presId="urn:microsoft.com/office/officeart/2005/8/layout/vList2"/>
    <dgm:cxn modelId="{F14924D9-0A1D-468D-83C8-182D9554343E}" srcId="{D87BC5F8-EBA4-444C-89DE-D573801D80D2}" destId="{BC5E5ED4-E136-4FF4-9374-BB26FECA71A6}" srcOrd="1" destOrd="0" parTransId="{AF06EBF3-AE20-4C2E-8F7E-8EA55C064371}" sibTransId="{4A455FCC-DEBD-4AE1-841D-72A64E8D4245}"/>
    <dgm:cxn modelId="{C96B9CDA-D905-41DF-A05E-2B8D5534105E}" srcId="{D87BC5F8-EBA4-444C-89DE-D573801D80D2}" destId="{B89124AB-9875-49DD-AA15-6B0492ECC35E}" srcOrd="0" destOrd="0" parTransId="{9EA2E04B-0271-48E7-AE76-C02632007E78}" sibTransId="{294AC85A-CADF-42FB-8ECA-F783FB7B2C7A}"/>
    <dgm:cxn modelId="{C0F40A02-FBB7-4D89-AFD1-304E54D4C183}" type="presParOf" srcId="{5692DE1B-D4C9-4E40-819F-6274FAB976AD}" destId="{D0B0AD25-97C9-437D-AE53-67C7D7709C54}" srcOrd="0" destOrd="0" presId="urn:microsoft.com/office/officeart/2005/8/layout/vList2"/>
    <dgm:cxn modelId="{AE67E09E-D720-43BB-A938-C80F0947CB16}" type="presParOf" srcId="{5692DE1B-D4C9-4E40-819F-6274FAB976AD}" destId="{ED43B9BA-040C-4E8A-91D2-8250FE9D16C2}" srcOrd="1" destOrd="0" presId="urn:microsoft.com/office/officeart/2005/8/layout/vList2"/>
    <dgm:cxn modelId="{E3B47011-CC6A-4E32-9A67-1F777FB3A5A7}" type="presParOf" srcId="{5692DE1B-D4C9-4E40-819F-6274FAB976AD}" destId="{9214FBD4-9E4A-464F-8781-4247B00D2C29}" srcOrd="2" destOrd="0" presId="urn:microsoft.com/office/officeart/2005/8/layout/vList2"/>
    <dgm:cxn modelId="{9F6BAB94-D7DF-4E5C-9D9E-E6B024704932}" type="presParOf" srcId="{5692DE1B-D4C9-4E40-819F-6274FAB976AD}" destId="{34869285-4AC4-4FBE-8518-36DA50E660FC}" srcOrd="3" destOrd="0" presId="urn:microsoft.com/office/officeart/2005/8/layout/vList2"/>
    <dgm:cxn modelId="{15077199-5AA1-4678-9213-663088469B1F}" type="presParOf" srcId="{5692DE1B-D4C9-4E40-819F-6274FAB976AD}" destId="{42BBADB8-9F98-49D0-A241-BD9E45D8AD13}" srcOrd="4" destOrd="0" presId="urn:microsoft.com/office/officeart/2005/8/layout/vList2"/>
    <dgm:cxn modelId="{69875707-130E-418B-B715-581C532F51B1}" type="presParOf" srcId="{5692DE1B-D4C9-4E40-819F-6274FAB976AD}" destId="{53209116-3E88-4889-BF30-271F964BF01E}" srcOrd="5" destOrd="0" presId="urn:microsoft.com/office/officeart/2005/8/layout/vList2"/>
    <dgm:cxn modelId="{E5C7B189-7794-4451-B1F7-2B8A9721D178}" type="presParOf" srcId="{5692DE1B-D4C9-4E40-819F-6274FAB976AD}" destId="{9C761EF4-9A09-466A-A666-BB46BA4E2D8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B27838CD-6A09-46E6-9FC4-73CB975948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BBA26C-AE47-43F4-8F64-99B32D3A914C}">
      <dgm:prSet/>
      <dgm:spPr/>
      <dgm:t>
        <a:bodyPr/>
        <a:lstStyle/>
        <a:p>
          <a:r>
            <a:rPr lang="uk-UA" b="0" i="0"/>
            <a:t>надання автономії Підкарпатській Русі в складі Чехо-Словаччини.</a:t>
          </a:r>
          <a:endParaRPr lang="uk-UA"/>
        </a:p>
      </dgm:t>
    </dgm:pt>
    <dgm:pt modelId="{5C140015-4F61-4CC6-BC1E-CB9B846909B3}" type="parTrans" cxnId="{304B49DD-CDD4-4228-8B3B-0162F9528F5F}">
      <dgm:prSet/>
      <dgm:spPr/>
      <dgm:t>
        <a:bodyPr/>
        <a:lstStyle/>
        <a:p>
          <a:endParaRPr lang="uk-UA"/>
        </a:p>
      </dgm:t>
    </dgm:pt>
    <dgm:pt modelId="{88FF6D7C-49CE-4232-8FAF-A9F24532C417}" type="sibTrans" cxnId="{304B49DD-CDD4-4228-8B3B-0162F9528F5F}">
      <dgm:prSet/>
      <dgm:spPr/>
      <dgm:t>
        <a:bodyPr/>
        <a:lstStyle/>
        <a:p>
          <a:endParaRPr lang="uk-UA"/>
        </a:p>
      </dgm:t>
    </dgm:pt>
    <dgm:pt modelId="{5A6A1E2F-2837-4AAB-A829-D5E26547A013}">
      <dgm:prSet/>
      <dgm:spPr/>
      <dgm:t>
        <a:bodyPr/>
        <a:lstStyle/>
        <a:p>
          <a:r>
            <a:rPr lang="uk-UA" b="0" i="0"/>
            <a:t>утворення Закарпатської області в складі Української РСР.</a:t>
          </a:r>
          <a:endParaRPr lang="uk-UA"/>
        </a:p>
      </dgm:t>
    </dgm:pt>
    <dgm:pt modelId="{2ABBC039-7E96-4CAC-BE28-46D491910C5D}" type="parTrans" cxnId="{ECDC9708-F4CD-469D-8E36-FFF9276F8996}">
      <dgm:prSet/>
      <dgm:spPr/>
      <dgm:t>
        <a:bodyPr/>
        <a:lstStyle/>
        <a:p>
          <a:endParaRPr lang="uk-UA"/>
        </a:p>
      </dgm:t>
    </dgm:pt>
    <dgm:pt modelId="{579AB366-451F-4885-BE4E-154C78B03D14}" type="sibTrans" cxnId="{ECDC9708-F4CD-469D-8E36-FFF9276F8996}">
      <dgm:prSet/>
      <dgm:spPr/>
      <dgm:t>
        <a:bodyPr/>
        <a:lstStyle/>
        <a:p>
          <a:endParaRPr lang="uk-UA"/>
        </a:p>
      </dgm:t>
    </dgm:pt>
    <dgm:pt modelId="{141319FD-1385-4197-94A2-273DDE5E3155}">
      <dgm:prSet/>
      <dgm:spPr/>
      <dgm:t>
        <a:bodyPr/>
        <a:lstStyle/>
        <a:p>
          <a:r>
            <a:rPr lang="uk-UA" b="0" i="0"/>
            <a:t>ухвалення Маніфесту про возз’єднання Закарпатської України з УРСР.</a:t>
          </a:r>
          <a:endParaRPr lang="uk-UA"/>
        </a:p>
      </dgm:t>
    </dgm:pt>
    <dgm:pt modelId="{C0275FCD-0AE7-4249-ADC8-090F0568EE58}" type="parTrans" cxnId="{4946105E-77A9-471C-91AE-ADF2BD4B17F9}">
      <dgm:prSet/>
      <dgm:spPr/>
      <dgm:t>
        <a:bodyPr/>
        <a:lstStyle/>
        <a:p>
          <a:endParaRPr lang="uk-UA"/>
        </a:p>
      </dgm:t>
    </dgm:pt>
    <dgm:pt modelId="{7AC521D4-2346-4841-A405-705B31AE953E}" type="sibTrans" cxnId="{4946105E-77A9-471C-91AE-ADF2BD4B17F9}">
      <dgm:prSet/>
      <dgm:spPr/>
      <dgm:t>
        <a:bodyPr/>
        <a:lstStyle/>
        <a:p>
          <a:endParaRPr lang="uk-UA"/>
        </a:p>
      </dgm:t>
    </dgm:pt>
    <dgm:pt modelId="{43ED9FA5-A41A-4A40-B623-72B958B93F09}">
      <dgm:prSet/>
      <dgm:spPr/>
      <dgm:t>
        <a:bodyPr/>
        <a:lstStyle/>
        <a:p>
          <a:r>
            <a:rPr lang="uk-UA" b="0" i="0"/>
            <a:t>проголошення незалежності Карпатської України.</a:t>
          </a:r>
          <a:endParaRPr lang="uk-UA"/>
        </a:p>
      </dgm:t>
    </dgm:pt>
    <dgm:pt modelId="{0C695368-A64D-48DB-8721-C8D85FB1D676}" type="parTrans" cxnId="{F94D4D91-2AD5-48F3-88DE-A4A52B875B53}">
      <dgm:prSet/>
      <dgm:spPr/>
      <dgm:t>
        <a:bodyPr/>
        <a:lstStyle/>
        <a:p>
          <a:endParaRPr lang="uk-UA"/>
        </a:p>
      </dgm:t>
    </dgm:pt>
    <dgm:pt modelId="{E77A340B-78B6-4B61-827A-31FECCDB77B9}" type="sibTrans" cxnId="{F94D4D91-2AD5-48F3-88DE-A4A52B875B53}">
      <dgm:prSet/>
      <dgm:spPr/>
      <dgm:t>
        <a:bodyPr/>
        <a:lstStyle/>
        <a:p>
          <a:endParaRPr lang="uk-UA"/>
        </a:p>
      </dgm:t>
    </dgm:pt>
    <dgm:pt modelId="{741A8DE6-DA6B-4D41-AA07-2ADF66F8CC56}" type="pres">
      <dgm:prSet presAssocID="{B27838CD-6A09-46E6-9FC4-73CB97594816}" presName="linear" presStyleCnt="0">
        <dgm:presLayoutVars>
          <dgm:animLvl val="lvl"/>
          <dgm:resizeHandles val="exact"/>
        </dgm:presLayoutVars>
      </dgm:prSet>
      <dgm:spPr/>
    </dgm:pt>
    <dgm:pt modelId="{128B31F4-D822-45A9-9376-D935241CE812}" type="pres">
      <dgm:prSet presAssocID="{58BBA26C-AE47-43F4-8F64-99B32D3A91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07C4A12-0A74-4C9D-B46C-A68EA999A3C1}" type="pres">
      <dgm:prSet presAssocID="{88FF6D7C-49CE-4232-8FAF-A9F24532C417}" presName="spacer" presStyleCnt="0"/>
      <dgm:spPr/>
    </dgm:pt>
    <dgm:pt modelId="{44726A1A-C65C-4DD0-A387-04702D103DE2}" type="pres">
      <dgm:prSet presAssocID="{5A6A1E2F-2837-4AAB-A829-D5E26547A0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C055E62-9FCE-48B9-B85C-6B14D55DAF09}" type="pres">
      <dgm:prSet presAssocID="{579AB366-451F-4885-BE4E-154C78B03D14}" presName="spacer" presStyleCnt="0"/>
      <dgm:spPr/>
    </dgm:pt>
    <dgm:pt modelId="{71F15EA0-5716-4D8A-893F-4CDD28C7A07B}" type="pres">
      <dgm:prSet presAssocID="{141319FD-1385-4197-94A2-273DDE5E315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BD53C85-DF47-44EA-AB55-FB9144DFA3BF}" type="pres">
      <dgm:prSet presAssocID="{7AC521D4-2346-4841-A405-705B31AE953E}" presName="spacer" presStyleCnt="0"/>
      <dgm:spPr/>
    </dgm:pt>
    <dgm:pt modelId="{7D547574-ED65-4AF1-842D-2EAB0B9E8213}" type="pres">
      <dgm:prSet presAssocID="{43ED9FA5-A41A-4A40-B623-72B958B93F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CDC9708-F4CD-469D-8E36-FFF9276F8996}" srcId="{B27838CD-6A09-46E6-9FC4-73CB97594816}" destId="{5A6A1E2F-2837-4AAB-A829-D5E26547A013}" srcOrd="1" destOrd="0" parTransId="{2ABBC039-7E96-4CAC-BE28-46D491910C5D}" sibTransId="{579AB366-451F-4885-BE4E-154C78B03D14}"/>
    <dgm:cxn modelId="{99602F1A-D069-42D0-9A41-B3236AD7CD2F}" type="presOf" srcId="{43ED9FA5-A41A-4A40-B623-72B958B93F09}" destId="{7D547574-ED65-4AF1-842D-2EAB0B9E8213}" srcOrd="0" destOrd="0" presId="urn:microsoft.com/office/officeart/2005/8/layout/vList2"/>
    <dgm:cxn modelId="{4946105E-77A9-471C-91AE-ADF2BD4B17F9}" srcId="{B27838CD-6A09-46E6-9FC4-73CB97594816}" destId="{141319FD-1385-4197-94A2-273DDE5E3155}" srcOrd="2" destOrd="0" parTransId="{C0275FCD-0AE7-4249-ADC8-090F0568EE58}" sibTransId="{7AC521D4-2346-4841-A405-705B31AE953E}"/>
    <dgm:cxn modelId="{A008C344-4D42-4E28-AA54-F004C9EF9D6B}" type="presOf" srcId="{141319FD-1385-4197-94A2-273DDE5E3155}" destId="{71F15EA0-5716-4D8A-893F-4CDD28C7A07B}" srcOrd="0" destOrd="0" presId="urn:microsoft.com/office/officeart/2005/8/layout/vList2"/>
    <dgm:cxn modelId="{BEE5F877-79E2-41D9-8AF2-F11D0010B0E3}" type="presOf" srcId="{B27838CD-6A09-46E6-9FC4-73CB97594816}" destId="{741A8DE6-DA6B-4D41-AA07-2ADF66F8CC56}" srcOrd="0" destOrd="0" presId="urn:microsoft.com/office/officeart/2005/8/layout/vList2"/>
    <dgm:cxn modelId="{F94D4D91-2AD5-48F3-88DE-A4A52B875B53}" srcId="{B27838CD-6A09-46E6-9FC4-73CB97594816}" destId="{43ED9FA5-A41A-4A40-B623-72B958B93F09}" srcOrd="3" destOrd="0" parTransId="{0C695368-A64D-48DB-8721-C8D85FB1D676}" sibTransId="{E77A340B-78B6-4B61-827A-31FECCDB77B9}"/>
    <dgm:cxn modelId="{522286B2-295E-49D1-948C-61BCFA4CBBF8}" type="presOf" srcId="{58BBA26C-AE47-43F4-8F64-99B32D3A914C}" destId="{128B31F4-D822-45A9-9376-D935241CE812}" srcOrd="0" destOrd="0" presId="urn:microsoft.com/office/officeart/2005/8/layout/vList2"/>
    <dgm:cxn modelId="{04440CBA-AF56-4EE3-9821-E53EBC1749F4}" type="presOf" srcId="{5A6A1E2F-2837-4AAB-A829-D5E26547A013}" destId="{44726A1A-C65C-4DD0-A387-04702D103DE2}" srcOrd="0" destOrd="0" presId="urn:microsoft.com/office/officeart/2005/8/layout/vList2"/>
    <dgm:cxn modelId="{304B49DD-CDD4-4228-8B3B-0162F9528F5F}" srcId="{B27838CD-6A09-46E6-9FC4-73CB97594816}" destId="{58BBA26C-AE47-43F4-8F64-99B32D3A914C}" srcOrd="0" destOrd="0" parTransId="{5C140015-4F61-4CC6-BC1E-CB9B846909B3}" sibTransId="{88FF6D7C-49CE-4232-8FAF-A9F24532C417}"/>
    <dgm:cxn modelId="{04C43472-4562-4B25-8F0A-64794689C98A}" type="presParOf" srcId="{741A8DE6-DA6B-4D41-AA07-2ADF66F8CC56}" destId="{128B31F4-D822-45A9-9376-D935241CE812}" srcOrd="0" destOrd="0" presId="urn:microsoft.com/office/officeart/2005/8/layout/vList2"/>
    <dgm:cxn modelId="{585D3D01-6298-4D1D-A84F-206F4E33E2F6}" type="presParOf" srcId="{741A8DE6-DA6B-4D41-AA07-2ADF66F8CC56}" destId="{607C4A12-0A74-4C9D-B46C-A68EA999A3C1}" srcOrd="1" destOrd="0" presId="urn:microsoft.com/office/officeart/2005/8/layout/vList2"/>
    <dgm:cxn modelId="{28CB9F11-F8C0-4D8D-9F1B-20A2C1B77595}" type="presParOf" srcId="{741A8DE6-DA6B-4D41-AA07-2ADF66F8CC56}" destId="{44726A1A-C65C-4DD0-A387-04702D103DE2}" srcOrd="2" destOrd="0" presId="urn:microsoft.com/office/officeart/2005/8/layout/vList2"/>
    <dgm:cxn modelId="{F6B311C8-D0D5-4933-98CD-0A2A807D6767}" type="presParOf" srcId="{741A8DE6-DA6B-4D41-AA07-2ADF66F8CC56}" destId="{AC055E62-9FCE-48B9-B85C-6B14D55DAF09}" srcOrd="3" destOrd="0" presId="urn:microsoft.com/office/officeart/2005/8/layout/vList2"/>
    <dgm:cxn modelId="{BF5753A0-05FC-4085-9452-4B302E6DF30C}" type="presParOf" srcId="{741A8DE6-DA6B-4D41-AA07-2ADF66F8CC56}" destId="{71F15EA0-5716-4D8A-893F-4CDD28C7A07B}" srcOrd="4" destOrd="0" presId="urn:microsoft.com/office/officeart/2005/8/layout/vList2"/>
    <dgm:cxn modelId="{B5843A5D-3E5E-4FBC-B221-9A984D844891}" type="presParOf" srcId="{741A8DE6-DA6B-4D41-AA07-2ADF66F8CC56}" destId="{ABD53C85-DF47-44EA-AB55-FB9144DFA3BF}" srcOrd="5" destOrd="0" presId="urn:microsoft.com/office/officeart/2005/8/layout/vList2"/>
    <dgm:cxn modelId="{27DE3AEC-C3C4-4CC4-943F-A3159E254CE9}" type="presParOf" srcId="{741A8DE6-DA6B-4D41-AA07-2ADF66F8CC56}" destId="{7D547574-ED65-4AF1-842D-2EAB0B9E82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812EC2BB-B031-46B5-AEFB-09510588DBE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66CF5E-9F41-4720-A323-196FC4492436}">
      <dgm:prSet/>
      <dgm:spPr/>
      <dgm:t>
        <a:bodyPr/>
        <a:lstStyle/>
        <a:p>
          <a:r>
            <a:rPr lang="uk-UA" b="0" i="0"/>
            <a:t>розчленування та ліквідація Чехо-Словаччини</a:t>
          </a:r>
          <a:endParaRPr lang="uk-UA"/>
        </a:p>
      </dgm:t>
    </dgm:pt>
    <dgm:pt modelId="{799C0D3E-0D31-452F-BC21-9271D9A7CC8C}" type="parTrans" cxnId="{6506F32D-2096-4BA3-9C71-1B02F19BF072}">
      <dgm:prSet/>
      <dgm:spPr/>
      <dgm:t>
        <a:bodyPr/>
        <a:lstStyle/>
        <a:p>
          <a:endParaRPr lang="uk-UA"/>
        </a:p>
      </dgm:t>
    </dgm:pt>
    <dgm:pt modelId="{79EE206C-8B10-4019-8A23-81748B16E551}" type="sibTrans" cxnId="{6506F32D-2096-4BA3-9C71-1B02F19BF072}">
      <dgm:prSet/>
      <dgm:spPr/>
      <dgm:t>
        <a:bodyPr/>
        <a:lstStyle/>
        <a:p>
          <a:endParaRPr lang="uk-UA"/>
        </a:p>
      </dgm:t>
    </dgm:pt>
    <dgm:pt modelId="{07E63FDD-9E66-495D-A87D-B2861AA44FD9}">
      <dgm:prSet/>
      <dgm:spPr/>
      <dgm:t>
        <a:bodyPr/>
        <a:lstStyle/>
        <a:p>
          <a:r>
            <a:rPr lang="uk-UA" b="0" i="0"/>
            <a:t>початок Другої світової війни</a:t>
          </a:r>
          <a:endParaRPr lang="uk-UA"/>
        </a:p>
      </dgm:t>
    </dgm:pt>
    <dgm:pt modelId="{35748B1C-2B37-4904-BDDB-A2455C92085B}" type="parTrans" cxnId="{B1278DBF-2FBF-4E21-86A5-AB64982DA98A}">
      <dgm:prSet/>
      <dgm:spPr/>
      <dgm:t>
        <a:bodyPr/>
        <a:lstStyle/>
        <a:p>
          <a:endParaRPr lang="uk-UA"/>
        </a:p>
      </dgm:t>
    </dgm:pt>
    <dgm:pt modelId="{73E9E3F4-9932-4E91-A186-9366F7082C8D}" type="sibTrans" cxnId="{B1278DBF-2FBF-4E21-86A5-AB64982DA98A}">
      <dgm:prSet/>
      <dgm:spPr/>
      <dgm:t>
        <a:bodyPr/>
        <a:lstStyle/>
        <a:p>
          <a:endParaRPr lang="uk-UA"/>
        </a:p>
      </dgm:t>
    </dgm:pt>
    <dgm:pt modelId="{E86F1770-F3AD-41DC-A283-58F503E8CDFA}">
      <dgm:prSet/>
      <dgm:spPr/>
      <dgm:t>
        <a:bodyPr/>
        <a:lstStyle/>
        <a:p>
          <a:r>
            <a:rPr lang="uk-UA" b="0" i="0"/>
            <a:t>напад Німеччини на Радянський Союз</a:t>
          </a:r>
          <a:endParaRPr lang="uk-UA"/>
        </a:p>
      </dgm:t>
    </dgm:pt>
    <dgm:pt modelId="{DC3DA1B1-DC45-4B89-BBA4-F0D61600D2A8}" type="parTrans" cxnId="{F23B3039-0CF9-4C4B-992C-4A48BD809820}">
      <dgm:prSet/>
      <dgm:spPr/>
      <dgm:t>
        <a:bodyPr/>
        <a:lstStyle/>
        <a:p>
          <a:endParaRPr lang="uk-UA"/>
        </a:p>
      </dgm:t>
    </dgm:pt>
    <dgm:pt modelId="{35F02DC5-57EE-414B-829C-110DDC94985F}" type="sibTrans" cxnId="{F23B3039-0CF9-4C4B-992C-4A48BD809820}">
      <dgm:prSet/>
      <dgm:spPr/>
      <dgm:t>
        <a:bodyPr/>
        <a:lstStyle/>
        <a:p>
          <a:endParaRPr lang="uk-UA"/>
        </a:p>
      </dgm:t>
    </dgm:pt>
    <dgm:pt modelId="{ACCDADB5-DDEF-4DC4-BEF0-2F58989C58B6}">
      <dgm:prSet/>
      <dgm:spPr/>
      <dgm:t>
        <a:bodyPr/>
        <a:lstStyle/>
        <a:p>
          <a:r>
            <a:rPr lang="uk-UA" b="0" i="0"/>
            <a:t>«визвольний похід» Червоної армії в Західну Україну</a:t>
          </a:r>
          <a:endParaRPr lang="uk-UA"/>
        </a:p>
      </dgm:t>
    </dgm:pt>
    <dgm:pt modelId="{071EA617-944D-42AA-9863-7035103FF3EB}" type="parTrans" cxnId="{83F71DB5-CD28-42CA-99A2-6A5BD2995E9B}">
      <dgm:prSet/>
      <dgm:spPr/>
      <dgm:t>
        <a:bodyPr/>
        <a:lstStyle/>
        <a:p>
          <a:endParaRPr lang="uk-UA"/>
        </a:p>
      </dgm:t>
    </dgm:pt>
    <dgm:pt modelId="{685E5D3A-84AB-4815-8CE0-EF1A069C5525}" type="sibTrans" cxnId="{83F71DB5-CD28-42CA-99A2-6A5BD2995E9B}">
      <dgm:prSet/>
      <dgm:spPr/>
      <dgm:t>
        <a:bodyPr/>
        <a:lstStyle/>
        <a:p>
          <a:endParaRPr lang="uk-UA"/>
        </a:p>
      </dgm:t>
    </dgm:pt>
    <dgm:pt modelId="{DE462FF2-3203-49A4-9B69-646F6AD03668}" type="pres">
      <dgm:prSet presAssocID="{812EC2BB-B031-46B5-AEFB-09510588DBEA}" presName="linear" presStyleCnt="0">
        <dgm:presLayoutVars>
          <dgm:animLvl val="lvl"/>
          <dgm:resizeHandles val="exact"/>
        </dgm:presLayoutVars>
      </dgm:prSet>
      <dgm:spPr/>
    </dgm:pt>
    <dgm:pt modelId="{954E0178-321E-49AA-87A5-F50342DFFE8E}" type="pres">
      <dgm:prSet presAssocID="{1A66CF5E-9F41-4720-A323-196FC44924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0C9CF0-8B67-4397-ADB4-5F453428DC55}" type="pres">
      <dgm:prSet presAssocID="{79EE206C-8B10-4019-8A23-81748B16E551}" presName="spacer" presStyleCnt="0"/>
      <dgm:spPr/>
    </dgm:pt>
    <dgm:pt modelId="{F27DFB97-429D-4A2A-B8FB-73B146F9AFB4}" type="pres">
      <dgm:prSet presAssocID="{07E63FDD-9E66-495D-A87D-B2861AA44F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9DC726E-0824-4765-81C7-ADF243D0AFC5}" type="pres">
      <dgm:prSet presAssocID="{73E9E3F4-9932-4E91-A186-9366F7082C8D}" presName="spacer" presStyleCnt="0"/>
      <dgm:spPr/>
    </dgm:pt>
    <dgm:pt modelId="{A9A7CA01-6C0F-4629-AC2F-365CF60B1D44}" type="pres">
      <dgm:prSet presAssocID="{E86F1770-F3AD-41DC-A283-58F503E8CD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CAD4D6-6DEC-4C9B-B3A5-0C3A5CA9C5E2}" type="pres">
      <dgm:prSet presAssocID="{35F02DC5-57EE-414B-829C-110DDC94985F}" presName="spacer" presStyleCnt="0"/>
      <dgm:spPr/>
    </dgm:pt>
    <dgm:pt modelId="{DA96E496-7BDB-48B7-8422-6D40994815F9}" type="pres">
      <dgm:prSet presAssocID="{ACCDADB5-DDEF-4DC4-BEF0-2F58989C58B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26E41D-8F67-4438-AE0F-E71AFA7D27B1}" type="presOf" srcId="{ACCDADB5-DDEF-4DC4-BEF0-2F58989C58B6}" destId="{DA96E496-7BDB-48B7-8422-6D40994815F9}" srcOrd="0" destOrd="0" presId="urn:microsoft.com/office/officeart/2005/8/layout/vList2"/>
    <dgm:cxn modelId="{6506F32D-2096-4BA3-9C71-1B02F19BF072}" srcId="{812EC2BB-B031-46B5-AEFB-09510588DBEA}" destId="{1A66CF5E-9F41-4720-A323-196FC4492436}" srcOrd="0" destOrd="0" parTransId="{799C0D3E-0D31-452F-BC21-9271D9A7CC8C}" sibTransId="{79EE206C-8B10-4019-8A23-81748B16E551}"/>
    <dgm:cxn modelId="{F23B3039-0CF9-4C4B-992C-4A48BD809820}" srcId="{812EC2BB-B031-46B5-AEFB-09510588DBEA}" destId="{E86F1770-F3AD-41DC-A283-58F503E8CDFA}" srcOrd="2" destOrd="0" parTransId="{DC3DA1B1-DC45-4B89-BBA4-F0D61600D2A8}" sibTransId="{35F02DC5-57EE-414B-829C-110DDC94985F}"/>
    <dgm:cxn modelId="{FB9678A2-9FB5-447D-8ED2-36E4B9AB6B8B}" type="presOf" srcId="{812EC2BB-B031-46B5-AEFB-09510588DBEA}" destId="{DE462FF2-3203-49A4-9B69-646F6AD03668}" srcOrd="0" destOrd="0" presId="urn:microsoft.com/office/officeart/2005/8/layout/vList2"/>
    <dgm:cxn modelId="{03040BA8-2CAC-4E67-9553-8DF0C42E038B}" type="presOf" srcId="{07E63FDD-9E66-495D-A87D-B2861AA44FD9}" destId="{F27DFB97-429D-4A2A-B8FB-73B146F9AFB4}" srcOrd="0" destOrd="0" presId="urn:microsoft.com/office/officeart/2005/8/layout/vList2"/>
    <dgm:cxn modelId="{83F71DB5-CD28-42CA-99A2-6A5BD2995E9B}" srcId="{812EC2BB-B031-46B5-AEFB-09510588DBEA}" destId="{ACCDADB5-DDEF-4DC4-BEF0-2F58989C58B6}" srcOrd="3" destOrd="0" parTransId="{071EA617-944D-42AA-9863-7035103FF3EB}" sibTransId="{685E5D3A-84AB-4815-8CE0-EF1A069C5525}"/>
    <dgm:cxn modelId="{B1278DBF-2FBF-4E21-86A5-AB64982DA98A}" srcId="{812EC2BB-B031-46B5-AEFB-09510588DBEA}" destId="{07E63FDD-9E66-495D-A87D-B2861AA44FD9}" srcOrd="1" destOrd="0" parTransId="{35748B1C-2B37-4904-BDDB-A2455C92085B}" sibTransId="{73E9E3F4-9932-4E91-A186-9366F7082C8D}"/>
    <dgm:cxn modelId="{6B7F18CD-FB3E-4045-B5EE-980DBC948B1A}" type="presOf" srcId="{1A66CF5E-9F41-4720-A323-196FC4492436}" destId="{954E0178-321E-49AA-87A5-F50342DFFE8E}" srcOrd="0" destOrd="0" presId="urn:microsoft.com/office/officeart/2005/8/layout/vList2"/>
    <dgm:cxn modelId="{2AB0F8D2-BE2A-430E-9BCA-2EE74B9F2B44}" type="presOf" srcId="{E86F1770-F3AD-41DC-A283-58F503E8CDFA}" destId="{A9A7CA01-6C0F-4629-AC2F-365CF60B1D44}" srcOrd="0" destOrd="0" presId="urn:microsoft.com/office/officeart/2005/8/layout/vList2"/>
    <dgm:cxn modelId="{0FD239D3-EE23-4291-AD00-73E391D4A202}" type="presParOf" srcId="{DE462FF2-3203-49A4-9B69-646F6AD03668}" destId="{954E0178-321E-49AA-87A5-F50342DFFE8E}" srcOrd="0" destOrd="0" presId="urn:microsoft.com/office/officeart/2005/8/layout/vList2"/>
    <dgm:cxn modelId="{ACD45E30-103B-46FC-BBBF-D1EF30FC8B7E}" type="presParOf" srcId="{DE462FF2-3203-49A4-9B69-646F6AD03668}" destId="{AF0C9CF0-8B67-4397-ADB4-5F453428DC55}" srcOrd="1" destOrd="0" presId="urn:microsoft.com/office/officeart/2005/8/layout/vList2"/>
    <dgm:cxn modelId="{B271E048-8FB0-44AE-912E-1A002050F10A}" type="presParOf" srcId="{DE462FF2-3203-49A4-9B69-646F6AD03668}" destId="{F27DFB97-429D-4A2A-B8FB-73B146F9AFB4}" srcOrd="2" destOrd="0" presId="urn:microsoft.com/office/officeart/2005/8/layout/vList2"/>
    <dgm:cxn modelId="{902AEAFF-54DA-4863-8A65-7A4FEDD7B91C}" type="presParOf" srcId="{DE462FF2-3203-49A4-9B69-646F6AD03668}" destId="{59DC726E-0824-4765-81C7-ADF243D0AFC5}" srcOrd="3" destOrd="0" presId="urn:microsoft.com/office/officeart/2005/8/layout/vList2"/>
    <dgm:cxn modelId="{F3BDB12D-EE57-495D-ACB9-BD7EE3786EC3}" type="presParOf" srcId="{DE462FF2-3203-49A4-9B69-646F6AD03668}" destId="{A9A7CA01-6C0F-4629-AC2F-365CF60B1D44}" srcOrd="4" destOrd="0" presId="urn:microsoft.com/office/officeart/2005/8/layout/vList2"/>
    <dgm:cxn modelId="{E0A8152B-4B69-4B3C-89C4-F23936A3E2F7}" type="presParOf" srcId="{DE462FF2-3203-49A4-9B69-646F6AD03668}" destId="{F3CAD4D6-6DEC-4C9B-B3A5-0C3A5CA9C5E2}" srcOrd="5" destOrd="0" presId="urn:microsoft.com/office/officeart/2005/8/layout/vList2"/>
    <dgm:cxn modelId="{C3056FF0-DE5E-4083-9A10-91050A8D57C1}" type="presParOf" srcId="{DE462FF2-3203-49A4-9B69-646F6AD03668}" destId="{DA96E496-7BDB-48B7-8422-6D40994815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279DBC86-1C17-4A93-8BA3-B51A8DB260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C940A6B-0FAD-4694-9169-DAC2CDA3A592}">
      <dgm:prSet/>
      <dgm:spPr/>
      <dgm:t>
        <a:bodyPr/>
        <a:lstStyle/>
        <a:p>
          <a:r>
            <a:rPr lang="uk-UA" b="0" i="0"/>
            <a:t>Московського договору між СРСР і Німеччиною про ненапад (пакт «Молотова–Ріббентропа»).</a:t>
          </a:r>
          <a:endParaRPr lang="uk-UA"/>
        </a:p>
      </dgm:t>
    </dgm:pt>
    <dgm:pt modelId="{7BA08819-E1C7-4B12-B2C2-991FBC1F63D0}" type="parTrans" cxnId="{392DBD43-81DD-4AD8-A20A-A08A2FC73A41}">
      <dgm:prSet/>
      <dgm:spPr/>
      <dgm:t>
        <a:bodyPr/>
        <a:lstStyle/>
        <a:p>
          <a:endParaRPr lang="uk-UA"/>
        </a:p>
      </dgm:t>
    </dgm:pt>
    <dgm:pt modelId="{CCCF9576-69E4-414C-89A9-43D8E3D74814}" type="sibTrans" cxnId="{392DBD43-81DD-4AD8-A20A-A08A2FC73A41}">
      <dgm:prSet/>
      <dgm:spPr/>
      <dgm:t>
        <a:bodyPr/>
        <a:lstStyle/>
        <a:p>
          <a:endParaRPr lang="uk-UA"/>
        </a:p>
      </dgm:t>
    </dgm:pt>
    <dgm:pt modelId="{A3A66B16-CE95-4F0A-A498-8F1F5126A83C}">
      <dgm:prSet/>
      <dgm:spPr/>
      <dgm:t>
        <a:bodyPr/>
        <a:lstStyle/>
        <a:p>
          <a:r>
            <a:rPr lang="uk-UA" b="0" i="0"/>
            <a:t>Версальського договору між Німеччиною та Великою Британією, Францією, Італією, Японією.</a:t>
          </a:r>
          <a:endParaRPr lang="uk-UA"/>
        </a:p>
      </dgm:t>
    </dgm:pt>
    <dgm:pt modelId="{E51959E1-FCE2-41F9-B57F-9E56A9ED00F6}" type="parTrans" cxnId="{42FA39F6-C1F0-486C-83E9-D20B4B5694F4}">
      <dgm:prSet/>
      <dgm:spPr/>
      <dgm:t>
        <a:bodyPr/>
        <a:lstStyle/>
        <a:p>
          <a:endParaRPr lang="uk-UA"/>
        </a:p>
      </dgm:t>
    </dgm:pt>
    <dgm:pt modelId="{BA1E9E7D-ADA2-4DAE-B66B-13890DD8949A}" type="sibTrans" cxnId="{42FA39F6-C1F0-486C-83E9-D20B4B5694F4}">
      <dgm:prSet/>
      <dgm:spPr/>
      <dgm:t>
        <a:bodyPr/>
        <a:lstStyle/>
        <a:p>
          <a:endParaRPr lang="uk-UA"/>
        </a:p>
      </dgm:t>
    </dgm:pt>
    <dgm:pt modelId="{F8D09F2D-A7CE-42C6-86FB-4E313E400802}">
      <dgm:prSet/>
      <dgm:spPr/>
      <dgm:t>
        <a:bodyPr/>
        <a:lstStyle/>
        <a:p>
          <a:r>
            <a:rPr lang="uk-UA" b="0" i="0"/>
            <a:t>Брест-Литовського договору між УНР, Німеччиною та її союзниками.</a:t>
          </a:r>
          <a:endParaRPr lang="uk-UA"/>
        </a:p>
      </dgm:t>
    </dgm:pt>
    <dgm:pt modelId="{7F86D475-09E3-4F1F-8940-DA37FA27828F}" type="parTrans" cxnId="{1DC9A599-FF41-4F54-BD96-E36EB30F1235}">
      <dgm:prSet/>
      <dgm:spPr/>
      <dgm:t>
        <a:bodyPr/>
        <a:lstStyle/>
        <a:p>
          <a:endParaRPr lang="uk-UA"/>
        </a:p>
      </dgm:t>
    </dgm:pt>
    <dgm:pt modelId="{87662A3F-ACD1-46E0-BE42-64F89E34A2A7}" type="sibTrans" cxnId="{1DC9A599-FF41-4F54-BD96-E36EB30F1235}">
      <dgm:prSet/>
      <dgm:spPr/>
      <dgm:t>
        <a:bodyPr/>
        <a:lstStyle/>
        <a:p>
          <a:endParaRPr lang="uk-UA"/>
        </a:p>
      </dgm:t>
    </dgm:pt>
    <dgm:pt modelId="{A1DBC830-C1D6-4C97-804D-F8090BEC3945}">
      <dgm:prSet/>
      <dgm:spPr/>
      <dgm:t>
        <a:bodyPr/>
        <a:lstStyle/>
        <a:p>
          <a:r>
            <a:rPr lang="uk-UA" b="0" i="0"/>
            <a:t>Мюнхенської угоди між Німеччиною та Великобританією, Францією, Італією.</a:t>
          </a:r>
          <a:endParaRPr lang="uk-UA"/>
        </a:p>
      </dgm:t>
    </dgm:pt>
    <dgm:pt modelId="{F8EF55A2-6275-4CF0-AAE7-12ECAEBF4B60}" type="parTrans" cxnId="{DAF2EBF6-4B14-4785-81C5-C65F3DC06A63}">
      <dgm:prSet/>
      <dgm:spPr/>
      <dgm:t>
        <a:bodyPr/>
        <a:lstStyle/>
        <a:p>
          <a:endParaRPr lang="uk-UA"/>
        </a:p>
      </dgm:t>
    </dgm:pt>
    <dgm:pt modelId="{382FB631-8AF4-4254-B3D2-870910A41242}" type="sibTrans" cxnId="{DAF2EBF6-4B14-4785-81C5-C65F3DC06A63}">
      <dgm:prSet/>
      <dgm:spPr/>
      <dgm:t>
        <a:bodyPr/>
        <a:lstStyle/>
        <a:p>
          <a:endParaRPr lang="uk-UA"/>
        </a:p>
      </dgm:t>
    </dgm:pt>
    <dgm:pt modelId="{E1D3424C-27E5-477E-9A45-BEBB3FF9EE33}" type="pres">
      <dgm:prSet presAssocID="{279DBC86-1C17-4A93-8BA3-B51A8DB2608A}" presName="linear" presStyleCnt="0">
        <dgm:presLayoutVars>
          <dgm:animLvl val="lvl"/>
          <dgm:resizeHandles val="exact"/>
        </dgm:presLayoutVars>
      </dgm:prSet>
      <dgm:spPr/>
    </dgm:pt>
    <dgm:pt modelId="{CA96D4CA-0B24-4B7B-A228-681AC6A79DA0}" type="pres">
      <dgm:prSet presAssocID="{CC940A6B-0FAD-4694-9169-DAC2CDA3A5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7A7EA4F-2937-4069-80A1-93F954E1662F}" type="pres">
      <dgm:prSet presAssocID="{CCCF9576-69E4-414C-89A9-43D8E3D74814}" presName="spacer" presStyleCnt="0"/>
      <dgm:spPr/>
    </dgm:pt>
    <dgm:pt modelId="{784E566F-7A83-44A0-95A8-EA151E6449FB}" type="pres">
      <dgm:prSet presAssocID="{A3A66B16-CE95-4F0A-A498-8F1F5126A83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60425D-6CED-46C7-B905-5E707E0C1A5B}" type="pres">
      <dgm:prSet presAssocID="{BA1E9E7D-ADA2-4DAE-B66B-13890DD8949A}" presName="spacer" presStyleCnt="0"/>
      <dgm:spPr/>
    </dgm:pt>
    <dgm:pt modelId="{0A029083-33B4-4C06-902F-22C3C08D586F}" type="pres">
      <dgm:prSet presAssocID="{F8D09F2D-A7CE-42C6-86FB-4E313E4008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0523CEC-184C-4A42-BABC-8BCF7DC0E055}" type="pres">
      <dgm:prSet presAssocID="{87662A3F-ACD1-46E0-BE42-64F89E34A2A7}" presName="spacer" presStyleCnt="0"/>
      <dgm:spPr/>
    </dgm:pt>
    <dgm:pt modelId="{A829C945-211F-433B-B166-75B3F1033409}" type="pres">
      <dgm:prSet presAssocID="{A1DBC830-C1D6-4C97-804D-F8090BEC39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92DBD43-81DD-4AD8-A20A-A08A2FC73A41}" srcId="{279DBC86-1C17-4A93-8BA3-B51A8DB2608A}" destId="{CC940A6B-0FAD-4694-9169-DAC2CDA3A592}" srcOrd="0" destOrd="0" parTransId="{7BA08819-E1C7-4B12-B2C2-991FBC1F63D0}" sibTransId="{CCCF9576-69E4-414C-89A9-43D8E3D74814}"/>
    <dgm:cxn modelId="{425F144F-2810-42A9-9F73-AA96D3654874}" type="presOf" srcId="{A3A66B16-CE95-4F0A-A498-8F1F5126A83C}" destId="{784E566F-7A83-44A0-95A8-EA151E6449FB}" srcOrd="0" destOrd="0" presId="urn:microsoft.com/office/officeart/2005/8/layout/vList2"/>
    <dgm:cxn modelId="{982C2558-593B-4674-8051-36E7B4483A27}" type="presOf" srcId="{F8D09F2D-A7CE-42C6-86FB-4E313E400802}" destId="{0A029083-33B4-4C06-902F-22C3C08D586F}" srcOrd="0" destOrd="0" presId="urn:microsoft.com/office/officeart/2005/8/layout/vList2"/>
    <dgm:cxn modelId="{02B2A180-D516-40EE-8C1A-9690417C0993}" type="presOf" srcId="{CC940A6B-0FAD-4694-9169-DAC2CDA3A592}" destId="{CA96D4CA-0B24-4B7B-A228-681AC6A79DA0}" srcOrd="0" destOrd="0" presId="urn:microsoft.com/office/officeart/2005/8/layout/vList2"/>
    <dgm:cxn modelId="{1DC9A599-FF41-4F54-BD96-E36EB30F1235}" srcId="{279DBC86-1C17-4A93-8BA3-B51A8DB2608A}" destId="{F8D09F2D-A7CE-42C6-86FB-4E313E400802}" srcOrd="2" destOrd="0" parTransId="{7F86D475-09E3-4F1F-8940-DA37FA27828F}" sibTransId="{87662A3F-ACD1-46E0-BE42-64F89E34A2A7}"/>
    <dgm:cxn modelId="{9C4EECEB-48F6-4950-B1AC-606D3A3AEE0B}" type="presOf" srcId="{279DBC86-1C17-4A93-8BA3-B51A8DB2608A}" destId="{E1D3424C-27E5-477E-9A45-BEBB3FF9EE33}" srcOrd="0" destOrd="0" presId="urn:microsoft.com/office/officeart/2005/8/layout/vList2"/>
    <dgm:cxn modelId="{77260CF0-A6C6-4E7E-B20C-03EA85001E02}" type="presOf" srcId="{A1DBC830-C1D6-4C97-804D-F8090BEC3945}" destId="{A829C945-211F-433B-B166-75B3F1033409}" srcOrd="0" destOrd="0" presId="urn:microsoft.com/office/officeart/2005/8/layout/vList2"/>
    <dgm:cxn modelId="{42FA39F6-C1F0-486C-83E9-D20B4B5694F4}" srcId="{279DBC86-1C17-4A93-8BA3-B51A8DB2608A}" destId="{A3A66B16-CE95-4F0A-A498-8F1F5126A83C}" srcOrd="1" destOrd="0" parTransId="{E51959E1-FCE2-41F9-B57F-9E56A9ED00F6}" sibTransId="{BA1E9E7D-ADA2-4DAE-B66B-13890DD8949A}"/>
    <dgm:cxn modelId="{DAF2EBF6-4B14-4785-81C5-C65F3DC06A63}" srcId="{279DBC86-1C17-4A93-8BA3-B51A8DB2608A}" destId="{A1DBC830-C1D6-4C97-804D-F8090BEC3945}" srcOrd="3" destOrd="0" parTransId="{F8EF55A2-6275-4CF0-AAE7-12ECAEBF4B60}" sibTransId="{382FB631-8AF4-4254-B3D2-870910A41242}"/>
    <dgm:cxn modelId="{46585EA5-3DA8-4EF6-9F10-552BD7DD03A6}" type="presParOf" srcId="{E1D3424C-27E5-477E-9A45-BEBB3FF9EE33}" destId="{CA96D4CA-0B24-4B7B-A228-681AC6A79DA0}" srcOrd="0" destOrd="0" presId="urn:microsoft.com/office/officeart/2005/8/layout/vList2"/>
    <dgm:cxn modelId="{243C80D0-F86B-4906-ADB6-2B2C4561004F}" type="presParOf" srcId="{E1D3424C-27E5-477E-9A45-BEBB3FF9EE33}" destId="{A7A7EA4F-2937-4069-80A1-93F954E1662F}" srcOrd="1" destOrd="0" presId="urn:microsoft.com/office/officeart/2005/8/layout/vList2"/>
    <dgm:cxn modelId="{67BF6EC8-E64C-46AD-87F7-9A0FF3DFA63E}" type="presParOf" srcId="{E1D3424C-27E5-477E-9A45-BEBB3FF9EE33}" destId="{784E566F-7A83-44A0-95A8-EA151E6449FB}" srcOrd="2" destOrd="0" presId="urn:microsoft.com/office/officeart/2005/8/layout/vList2"/>
    <dgm:cxn modelId="{5F7CF09B-8926-4FB9-BBFE-5ED4E595AD0C}" type="presParOf" srcId="{E1D3424C-27E5-477E-9A45-BEBB3FF9EE33}" destId="{DD60425D-6CED-46C7-B905-5E707E0C1A5B}" srcOrd="3" destOrd="0" presId="urn:microsoft.com/office/officeart/2005/8/layout/vList2"/>
    <dgm:cxn modelId="{C3AAA7F4-EEEB-42AC-AD05-504F076EE48C}" type="presParOf" srcId="{E1D3424C-27E5-477E-9A45-BEBB3FF9EE33}" destId="{0A029083-33B4-4C06-902F-22C3C08D586F}" srcOrd="4" destOrd="0" presId="urn:microsoft.com/office/officeart/2005/8/layout/vList2"/>
    <dgm:cxn modelId="{F3018888-D971-4C50-B8DF-508AABAFCA78}" type="presParOf" srcId="{E1D3424C-27E5-477E-9A45-BEBB3FF9EE33}" destId="{F0523CEC-184C-4A42-BABC-8BCF7DC0E055}" srcOrd="5" destOrd="0" presId="urn:microsoft.com/office/officeart/2005/8/layout/vList2"/>
    <dgm:cxn modelId="{3CE4FBCC-0AF5-42D5-A146-18EADE6833F8}" type="presParOf" srcId="{E1D3424C-27E5-477E-9A45-BEBB3FF9EE33}" destId="{A829C945-211F-433B-B166-75B3F103340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AA2BFDF0-D636-4379-B610-D9C49B8673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D69C29B-A1F8-4093-96AE-3E5B37C05EC8}">
      <dgm:prSet/>
      <dgm:spPr/>
      <dgm:t>
        <a:bodyPr/>
        <a:lstStyle/>
        <a:p>
          <a:r>
            <a:rPr lang="uk-UA" b="0" i="0"/>
            <a:t>Закарпатті.</a:t>
          </a:r>
          <a:endParaRPr lang="uk-UA"/>
        </a:p>
      </dgm:t>
    </dgm:pt>
    <dgm:pt modelId="{BAF369C1-C1FF-447D-8849-C75321D0C64F}" type="parTrans" cxnId="{FEE688E8-78DC-4182-A889-7E9132055133}">
      <dgm:prSet/>
      <dgm:spPr/>
      <dgm:t>
        <a:bodyPr/>
        <a:lstStyle/>
        <a:p>
          <a:endParaRPr lang="uk-UA"/>
        </a:p>
      </dgm:t>
    </dgm:pt>
    <dgm:pt modelId="{DFAB04C9-7784-4B63-89C4-4F97C99CA792}" type="sibTrans" cxnId="{FEE688E8-78DC-4182-A889-7E9132055133}">
      <dgm:prSet/>
      <dgm:spPr/>
      <dgm:t>
        <a:bodyPr/>
        <a:lstStyle/>
        <a:p>
          <a:endParaRPr lang="uk-UA"/>
        </a:p>
      </dgm:t>
    </dgm:pt>
    <dgm:pt modelId="{3CA69585-791B-449F-A942-78836DD73431}">
      <dgm:prSet/>
      <dgm:spPr/>
      <dgm:t>
        <a:bodyPr/>
        <a:lstStyle/>
        <a:p>
          <a:r>
            <a:rPr lang="uk-UA" b="0" i="0"/>
            <a:t>Східній Галичині.</a:t>
          </a:r>
          <a:endParaRPr lang="uk-UA"/>
        </a:p>
      </dgm:t>
    </dgm:pt>
    <dgm:pt modelId="{0E30F2EA-0E84-4B1C-8B8D-632AB0404D58}" type="parTrans" cxnId="{2F6514CD-F86F-4EEA-B3A3-6D8863C19DFB}">
      <dgm:prSet/>
      <dgm:spPr/>
      <dgm:t>
        <a:bodyPr/>
        <a:lstStyle/>
        <a:p>
          <a:endParaRPr lang="uk-UA"/>
        </a:p>
      </dgm:t>
    </dgm:pt>
    <dgm:pt modelId="{9BDD575A-3A06-48EC-90BD-53DDCCCAFF2C}" type="sibTrans" cxnId="{2F6514CD-F86F-4EEA-B3A3-6D8863C19DFB}">
      <dgm:prSet/>
      <dgm:spPr/>
      <dgm:t>
        <a:bodyPr/>
        <a:lstStyle/>
        <a:p>
          <a:endParaRPr lang="uk-UA"/>
        </a:p>
      </dgm:t>
    </dgm:pt>
    <dgm:pt modelId="{BF94D880-BC14-45F0-94B4-43B986E0A72A}">
      <dgm:prSet/>
      <dgm:spPr/>
      <dgm:t>
        <a:bodyPr/>
        <a:lstStyle/>
        <a:p>
          <a:r>
            <a:rPr lang="uk-UA" b="0" i="0"/>
            <a:t>Північній Буковині.</a:t>
          </a:r>
          <a:endParaRPr lang="uk-UA"/>
        </a:p>
      </dgm:t>
    </dgm:pt>
    <dgm:pt modelId="{9D026218-228A-47FB-81BF-343E853A9F43}" type="parTrans" cxnId="{0A119618-504B-45E4-A03D-255E7C00DBFF}">
      <dgm:prSet/>
      <dgm:spPr/>
      <dgm:t>
        <a:bodyPr/>
        <a:lstStyle/>
        <a:p>
          <a:endParaRPr lang="uk-UA"/>
        </a:p>
      </dgm:t>
    </dgm:pt>
    <dgm:pt modelId="{675F6962-3367-4BC4-B386-D6F21286A594}" type="sibTrans" cxnId="{0A119618-504B-45E4-A03D-255E7C00DBFF}">
      <dgm:prSet/>
      <dgm:spPr/>
      <dgm:t>
        <a:bodyPr/>
        <a:lstStyle/>
        <a:p>
          <a:endParaRPr lang="uk-UA"/>
        </a:p>
      </dgm:t>
    </dgm:pt>
    <dgm:pt modelId="{BB7CE31C-109F-43CE-B2A1-637921D98B60}">
      <dgm:prSet/>
      <dgm:spPr/>
      <dgm:t>
        <a:bodyPr/>
        <a:lstStyle/>
        <a:p>
          <a:r>
            <a:rPr lang="uk-UA" b="0" i="0"/>
            <a:t>Волині.</a:t>
          </a:r>
          <a:endParaRPr lang="uk-UA"/>
        </a:p>
      </dgm:t>
    </dgm:pt>
    <dgm:pt modelId="{A903349A-6CA8-47B3-A210-0B43CEBD116A}" type="parTrans" cxnId="{BA67DA41-C0D2-4FB8-9D84-9C272A144E0F}">
      <dgm:prSet/>
      <dgm:spPr/>
      <dgm:t>
        <a:bodyPr/>
        <a:lstStyle/>
        <a:p>
          <a:endParaRPr lang="uk-UA"/>
        </a:p>
      </dgm:t>
    </dgm:pt>
    <dgm:pt modelId="{0D1E04E7-DCC3-44EF-9AE2-358054A04B73}" type="sibTrans" cxnId="{BA67DA41-C0D2-4FB8-9D84-9C272A144E0F}">
      <dgm:prSet/>
      <dgm:spPr/>
      <dgm:t>
        <a:bodyPr/>
        <a:lstStyle/>
        <a:p>
          <a:endParaRPr lang="uk-UA"/>
        </a:p>
      </dgm:t>
    </dgm:pt>
    <dgm:pt modelId="{13ABD032-7AA4-4273-925E-EAE9E23F433E}" type="pres">
      <dgm:prSet presAssocID="{AA2BFDF0-D636-4379-B610-D9C49B867393}" presName="linear" presStyleCnt="0">
        <dgm:presLayoutVars>
          <dgm:animLvl val="lvl"/>
          <dgm:resizeHandles val="exact"/>
        </dgm:presLayoutVars>
      </dgm:prSet>
      <dgm:spPr/>
    </dgm:pt>
    <dgm:pt modelId="{4761964D-5B98-4100-B369-5AB91CD2125A}" type="pres">
      <dgm:prSet presAssocID="{CD69C29B-A1F8-4093-96AE-3E5B37C05EC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8E2190-2197-450B-8E0D-6153B52A549B}" type="pres">
      <dgm:prSet presAssocID="{DFAB04C9-7784-4B63-89C4-4F97C99CA792}" presName="spacer" presStyleCnt="0"/>
      <dgm:spPr/>
    </dgm:pt>
    <dgm:pt modelId="{41E47248-C84C-4C47-9CF6-5BB521C4F345}" type="pres">
      <dgm:prSet presAssocID="{3CA69585-791B-449F-A942-78836DD7343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878AE1A-B00B-41B2-AAF1-5420BAD92243}" type="pres">
      <dgm:prSet presAssocID="{9BDD575A-3A06-48EC-90BD-53DDCCCAFF2C}" presName="spacer" presStyleCnt="0"/>
      <dgm:spPr/>
    </dgm:pt>
    <dgm:pt modelId="{2506FADC-5E29-4644-8036-25403645CA4D}" type="pres">
      <dgm:prSet presAssocID="{BF94D880-BC14-45F0-94B4-43B986E0A7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FD06C85-260B-41D1-A561-FD690CC0F0B6}" type="pres">
      <dgm:prSet presAssocID="{675F6962-3367-4BC4-B386-D6F21286A594}" presName="spacer" presStyleCnt="0"/>
      <dgm:spPr/>
    </dgm:pt>
    <dgm:pt modelId="{89115173-1D95-4686-9E78-4C674D9489FA}" type="pres">
      <dgm:prSet presAssocID="{BB7CE31C-109F-43CE-B2A1-637921D98B6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A119618-504B-45E4-A03D-255E7C00DBFF}" srcId="{AA2BFDF0-D636-4379-B610-D9C49B867393}" destId="{BF94D880-BC14-45F0-94B4-43B986E0A72A}" srcOrd="2" destOrd="0" parTransId="{9D026218-228A-47FB-81BF-343E853A9F43}" sibTransId="{675F6962-3367-4BC4-B386-D6F21286A594}"/>
    <dgm:cxn modelId="{DE61012C-2BC3-427D-90C4-E3C7DC35945E}" type="presOf" srcId="{BF94D880-BC14-45F0-94B4-43B986E0A72A}" destId="{2506FADC-5E29-4644-8036-25403645CA4D}" srcOrd="0" destOrd="0" presId="urn:microsoft.com/office/officeart/2005/8/layout/vList2"/>
    <dgm:cxn modelId="{BA67DA41-C0D2-4FB8-9D84-9C272A144E0F}" srcId="{AA2BFDF0-D636-4379-B610-D9C49B867393}" destId="{BB7CE31C-109F-43CE-B2A1-637921D98B60}" srcOrd="3" destOrd="0" parTransId="{A903349A-6CA8-47B3-A210-0B43CEBD116A}" sibTransId="{0D1E04E7-DCC3-44EF-9AE2-358054A04B73}"/>
    <dgm:cxn modelId="{83132266-5A0B-4614-BE7C-F48A22450181}" type="presOf" srcId="{3CA69585-791B-449F-A942-78836DD73431}" destId="{41E47248-C84C-4C47-9CF6-5BB521C4F345}" srcOrd="0" destOrd="0" presId="urn:microsoft.com/office/officeart/2005/8/layout/vList2"/>
    <dgm:cxn modelId="{BC8EF648-9C79-4DBB-8A0E-C85B6A767F0B}" type="presOf" srcId="{CD69C29B-A1F8-4093-96AE-3E5B37C05EC8}" destId="{4761964D-5B98-4100-B369-5AB91CD2125A}" srcOrd="0" destOrd="0" presId="urn:microsoft.com/office/officeart/2005/8/layout/vList2"/>
    <dgm:cxn modelId="{AC152486-1446-4B80-8084-70D17369E93E}" type="presOf" srcId="{BB7CE31C-109F-43CE-B2A1-637921D98B60}" destId="{89115173-1D95-4686-9E78-4C674D9489FA}" srcOrd="0" destOrd="0" presId="urn:microsoft.com/office/officeart/2005/8/layout/vList2"/>
    <dgm:cxn modelId="{2F6514CD-F86F-4EEA-B3A3-6D8863C19DFB}" srcId="{AA2BFDF0-D636-4379-B610-D9C49B867393}" destId="{3CA69585-791B-449F-A942-78836DD73431}" srcOrd="1" destOrd="0" parTransId="{0E30F2EA-0E84-4B1C-8B8D-632AB0404D58}" sibTransId="{9BDD575A-3A06-48EC-90BD-53DDCCCAFF2C}"/>
    <dgm:cxn modelId="{F31653E3-93E0-4A27-9748-97F30E2708C6}" type="presOf" srcId="{AA2BFDF0-D636-4379-B610-D9C49B867393}" destId="{13ABD032-7AA4-4273-925E-EAE9E23F433E}" srcOrd="0" destOrd="0" presId="urn:microsoft.com/office/officeart/2005/8/layout/vList2"/>
    <dgm:cxn modelId="{FEE688E8-78DC-4182-A889-7E9132055133}" srcId="{AA2BFDF0-D636-4379-B610-D9C49B867393}" destId="{CD69C29B-A1F8-4093-96AE-3E5B37C05EC8}" srcOrd="0" destOrd="0" parTransId="{BAF369C1-C1FF-447D-8849-C75321D0C64F}" sibTransId="{DFAB04C9-7784-4B63-89C4-4F97C99CA792}"/>
    <dgm:cxn modelId="{FB17221C-8EA6-4D8E-9D6A-2EA8F0F107E2}" type="presParOf" srcId="{13ABD032-7AA4-4273-925E-EAE9E23F433E}" destId="{4761964D-5B98-4100-B369-5AB91CD2125A}" srcOrd="0" destOrd="0" presId="urn:microsoft.com/office/officeart/2005/8/layout/vList2"/>
    <dgm:cxn modelId="{9F86D932-168A-4CCD-8F31-14B6E8E3C13B}" type="presParOf" srcId="{13ABD032-7AA4-4273-925E-EAE9E23F433E}" destId="{8D8E2190-2197-450B-8E0D-6153B52A549B}" srcOrd="1" destOrd="0" presId="urn:microsoft.com/office/officeart/2005/8/layout/vList2"/>
    <dgm:cxn modelId="{C3CC5D5D-0067-4194-BC48-44CDE4AD05A2}" type="presParOf" srcId="{13ABD032-7AA4-4273-925E-EAE9E23F433E}" destId="{41E47248-C84C-4C47-9CF6-5BB521C4F345}" srcOrd="2" destOrd="0" presId="urn:microsoft.com/office/officeart/2005/8/layout/vList2"/>
    <dgm:cxn modelId="{AE33F44B-6A85-4516-B6E4-1B6FFDA24F4C}" type="presParOf" srcId="{13ABD032-7AA4-4273-925E-EAE9E23F433E}" destId="{4878AE1A-B00B-41B2-AAF1-5420BAD92243}" srcOrd="3" destOrd="0" presId="urn:microsoft.com/office/officeart/2005/8/layout/vList2"/>
    <dgm:cxn modelId="{D9638B71-82DD-47B1-AA81-5C6C3BA1A83D}" type="presParOf" srcId="{13ABD032-7AA4-4273-925E-EAE9E23F433E}" destId="{2506FADC-5E29-4644-8036-25403645CA4D}" srcOrd="4" destOrd="0" presId="urn:microsoft.com/office/officeart/2005/8/layout/vList2"/>
    <dgm:cxn modelId="{2C8AB173-B724-4D4C-9CD0-E17EF4E29B12}" type="presParOf" srcId="{13ABD032-7AA4-4273-925E-EAE9E23F433E}" destId="{1FD06C85-260B-41D1-A561-FD690CC0F0B6}" srcOrd="5" destOrd="0" presId="urn:microsoft.com/office/officeart/2005/8/layout/vList2"/>
    <dgm:cxn modelId="{A6378658-0D77-4911-9432-AA2C4A87BE2E}" type="presParOf" srcId="{13ABD032-7AA4-4273-925E-EAE9E23F433E}" destId="{89115173-1D95-4686-9E78-4C674D9489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72224554-C994-4CD7-B527-6C7E10062A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22AFAF6-46D7-4E0A-8798-5E8CA3D51384}">
      <dgm:prSet/>
      <dgm:spPr/>
      <dgm:t>
        <a:bodyPr/>
        <a:lstStyle/>
        <a:p>
          <a:r>
            <a:rPr lang="uk-UA" b="0" i="0"/>
            <a:t>президент Карпатської України</a:t>
          </a:r>
          <a:endParaRPr lang="uk-UA"/>
        </a:p>
      </dgm:t>
    </dgm:pt>
    <dgm:pt modelId="{1E22145C-6370-4BBC-B4B4-B16F11E275C1}" type="parTrans" cxnId="{36535F06-8600-489D-AFD2-F6D9C4E217F4}">
      <dgm:prSet/>
      <dgm:spPr/>
      <dgm:t>
        <a:bodyPr/>
        <a:lstStyle/>
        <a:p>
          <a:endParaRPr lang="uk-UA"/>
        </a:p>
      </dgm:t>
    </dgm:pt>
    <dgm:pt modelId="{3787313D-BCB4-44C6-9558-8A28686E9AA2}" type="sibTrans" cxnId="{36535F06-8600-489D-AFD2-F6D9C4E217F4}">
      <dgm:prSet/>
      <dgm:spPr/>
      <dgm:t>
        <a:bodyPr/>
        <a:lstStyle/>
        <a:p>
          <a:endParaRPr lang="uk-UA"/>
        </a:p>
      </dgm:t>
    </dgm:pt>
    <dgm:pt modelId="{74D63F5D-23D5-44FD-BD9D-1AC22C679B43}">
      <dgm:prSet/>
      <dgm:spPr/>
      <dgm:t>
        <a:bodyPr/>
        <a:lstStyle/>
        <a:p>
          <a:r>
            <a:rPr lang="uk-UA" b="0" i="0"/>
            <a:t>в’язень радянських тюрем</a:t>
          </a:r>
          <a:endParaRPr lang="uk-UA"/>
        </a:p>
      </dgm:t>
    </dgm:pt>
    <dgm:pt modelId="{87DDA7B9-4226-4BD0-9D89-54684FBD705B}" type="parTrans" cxnId="{3B5B0C6A-123E-4FCB-8026-63FB231B10DA}">
      <dgm:prSet/>
      <dgm:spPr/>
      <dgm:t>
        <a:bodyPr/>
        <a:lstStyle/>
        <a:p>
          <a:endParaRPr lang="uk-UA"/>
        </a:p>
      </dgm:t>
    </dgm:pt>
    <dgm:pt modelId="{ADBBE05C-EEF9-481D-902E-BE3FA7F27F85}" type="sibTrans" cxnId="{3B5B0C6A-123E-4FCB-8026-63FB231B10DA}">
      <dgm:prSet/>
      <dgm:spPr/>
      <dgm:t>
        <a:bodyPr/>
        <a:lstStyle/>
        <a:p>
          <a:endParaRPr lang="uk-UA"/>
        </a:p>
      </dgm:t>
    </dgm:pt>
    <dgm:pt modelId="{A56E01E6-D41B-45BB-98E0-07A5BC894F9C}">
      <dgm:prSet/>
      <dgm:spPr/>
      <dgm:t>
        <a:bodyPr/>
        <a:lstStyle/>
        <a:p>
          <a:r>
            <a:rPr lang="uk-UA" b="0" i="0"/>
            <a:t>засновник Учительської громади Підкарпатської Руси</a:t>
          </a:r>
          <a:endParaRPr lang="uk-UA"/>
        </a:p>
      </dgm:t>
    </dgm:pt>
    <dgm:pt modelId="{6615878F-2D2D-4DE5-8206-E2FACF839A9A}" type="parTrans" cxnId="{7BEE731E-669F-4F5B-AEF7-E475C4943763}">
      <dgm:prSet/>
      <dgm:spPr/>
      <dgm:t>
        <a:bodyPr/>
        <a:lstStyle/>
        <a:p>
          <a:endParaRPr lang="uk-UA"/>
        </a:p>
      </dgm:t>
    </dgm:pt>
    <dgm:pt modelId="{2D919DFE-2B01-460C-AF78-806B6FE3E12F}" type="sibTrans" cxnId="{7BEE731E-669F-4F5B-AEF7-E475C4943763}">
      <dgm:prSet/>
      <dgm:spPr/>
      <dgm:t>
        <a:bodyPr/>
        <a:lstStyle/>
        <a:p>
          <a:endParaRPr lang="uk-UA"/>
        </a:p>
      </dgm:t>
    </dgm:pt>
    <dgm:pt modelId="{768B66FB-960E-4E5D-87B7-8E8E02167340}">
      <dgm:prSet/>
      <dgm:spPr/>
      <dgm:t>
        <a:bodyPr/>
        <a:lstStyle/>
        <a:p>
          <a:r>
            <a:rPr lang="uk-UA" b="0" i="0"/>
            <a:t>ректор Українського вільного університету в Празі</a:t>
          </a:r>
          <a:endParaRPr lang="uk-UA"/>
        </a:p>
      </dgm:t>
    </dgm:pt>
    <dgm:pt modelId="{F14F991D-DE8A-43AB-A58A-1DD64DC41AF9}" type="parTrans" cxnId="{329407CA-A807-4FEA-A96E-0EFF22231864}">
      <dgm:prSet/>
      <dgm:spPr/>
      <dgm:t>
        <a:bodyPr/>
        <a:lstStyle/>
        <a:p>
          <a:endParaRPr lang="uk-UA"/>
        </a:p>
      </dgm:t>
    </dgm:pt>
    <dgm:pt modelId="{4FA06582-65EB-4AB3-97FC-F21B5C1D238B}" type="sibTrans" cxnId="{329407CA-A807-4FEA-A96E-0EFF22231864}">
      <dgm:prSet/>
      <dgm:spPr/>
      <dgm:t>
        <a:bodyPr/>
        <a:lstStyle/>
        <a:p>
          <a:endParaRPr lang="uk-UA"/>
        </a:p>
      </dgm:t>
    </dgm:pt>
    <dgm:pt modelId="{5AC9CAD2-9405-458E-8990-536AF6179000}" type="pres">
      <dgm:prSet presAssocID="{72224554-C994-4CD7-B527-6C7E10062A8C}" presName="linear" presStyleCnt="0">
        <dgm:presLayoutVars>
          <dgm:animLvl val="lvl"/>
          <dgm:resizeHandles val="exact"/>
        </dgm:presLayoutVars>
      </dgm:prSet>
      <dgm:spPr/>
    </dgm:pt>
    <dgm:pt modelId="{B99EB60C-C020-4DDA-813A-7C7937D498FB}" type="pres">
      <dgm:prSet presAssocID="{E22AFAF6-46D7-4E0A-8798-5E8CA3D5138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02BFB79-F43F-4A4E-90C3-737C893B126D}" type="pres">
      <dgm:prSet presAssocID="{3787313D-BCB4-44C6-9558-8A28686E9AA2}" presName="spacer" presStyleCnt="0"/>
      <dgm:spPr/>
    </dgm:pt>
    <dgm:pt modelId="{53A6ABC6-6B20-4566-A42B-29C55E4EFC37}" type="pres">
      <dgm:prSet presAssocID="{74D63F5D-23D5-44FD-BD9D-1AC22C679B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B4044A-134D-4DA0-B029-5ED165C128B0}" type="pres">
      <dgm:prSet presAssocID="{ADBBE05C-EEF9-481D-902E-BE3FA7F27F85}" presName="spacer" presStyleCnt="0"/>
      <dgm:spPr/>
    </dgm:pt>
    <dgm:pt modelId="{7619A448-28B9-4D4F-BCC4-2978167D706C}" type="pres">
      <dgm:prSet presAssocID="{A56E01E6-D41B-45BB-98E0-07A5BC894F9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E8FCAF8-A980-46B0-B373-E4B4DDE98234}" type="pres">
      <dgm:prSet presAssocID="{2D919DFE-2B01-460C-AF78-806B6FE3E12F}" presName="spacer" presStyleCnt="0"/>
      <dgm:spPr/>
    </dgm:pt>
    <dgm:pt modelId="{1F5ED12D-4225-4CD3-9D5B-920C32A2D583}" type="pres">
      <dgm:prSet presAssocID="{768B66FB-960E-4E5D-87B7-8E8E0216734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A4E9602-78F4-4D16-BBAA-CD7F8F1CEBA2}" type="presOf" srcId="{A56E01E6-D41B-45BB-98E0-07A5BC894F9C}" destId="{7619A448-28B9-4D4F-BCC4-2978167D706C}" srcOrd="0" destOrd="0" presId="urn:microsoft.com/office/officeart/2005/8/layout/vList2"/>
    <dgm:cxn modelId="{36535F06-8600-489D-AFD2-F6D9C4E217F4}" srcId="{72224554-C994-4CD7-B527-6C7E10062A8C}" destId="{E22AFAF6-46D7-4E0A-8798-5E8CA3D51384}" srcOrd="0" destOrd="0" parTransId="{1E22145C-6370-4BBC-B4B4-B16F11E275C1}" sibTransId="{3787313D-BCB4-44C6-9558-8A28686E9AA2}"/>
    <dgm:cxn modelId="{7BEE731E-669F-4F5B-AEF7-E475C4943763}" srcId="{72224554-C994-4CD7-B527-6C7E10062A8C}" destId="{A56E01E6-D41B-45BB-98E0-07A5BC894F9C}" srcOrd="2" destOrd="0" parTransId="{6615878F-2D2D-4DE5-8206-E2FACF839A9A}" sibTransId="{2D919DFE-2B01-460C-AF78-806B6FE3E12F}"/>
    <dgm:cxn modelId="{37AB312A-20DA-4A05-8A18-B1958749CC38}" type="presOf" srcId="{E22AFAF6-46D7-4E0A-8798-5E8CA3D51384}" destId="{B99EB60C-C020-4DDA-813A-7C7937D498FB}" srcOrd="0" destOrd="0" presId="urn:microsoft.com/office/officeart/2005/8/layout/vList2"/>
    <dgm:cxn modelId="{3B5B0C6A-123E-4FCB-8026-63FB231B10DA}" srcId="{72224554-C994-4CD7-B527-6C7E10062A8C}" destId="{74D63F5D-23D5-44FD-BD9D-1AC22C679B43}" srcOrd="1" destOrd="0" parTransId="{87DDA7B9-4226-4BD0-9D89-54684FBD705B}" sibTransId="{ADBBE05C-EEF9-481D-902E-BE3FA7F27F85}"/>
    <dgm:cxn modelId="{69EF5B98-CF54-4CA3-9AEF-982AE0327CE1}" type="presOf" srcId="{768B66FB-960E-4E5D-87B7-8E8E02167340}" destId="{1F5ED12D-4225-4CD3-9D5B-920C32A2D583}" srcOrd="0" destOrd="0" presId="urn:microsoft.com/office/officeart/2005/8/layout/vList2"/>
    <dgm:cxn modelId="{329407CA-A807-4FEA-A96E-0EFF22231864}" srcId="{72224554-C994-4CD7-B527-6C7E10062A8C}" destId="{768B66FB-960E-4E5D-87B7-8E8E02167340}" srcOrd="3" destOrd="0" parTransId="{F14F991D-DE8A-43AB-A58A-1DD64DC41AF9}" sibTransId="{4FA06582-65EB-4AB3-97FC-F21B5C1D238B}"/>
    <dgm:cxn modelId="{AA9481D4-C482-41AE-8549-85D85D730AF4}" type="presOf" srcId="{72224554-C994-4CD7-B527-6C7E10062A8C}" destId="{5AC9CAD2-9405-458E-8990-536AF6179000}" srcOrd="0" destOrd="0" presId="urn:microsoft.com/office/officeart/2005/8/layout/vList2"/>
    <dgm:cxn modelId="{A04521FF-EC48-4455-88F3-C1B6417D8634}" type="presOf" srcId="{74D63F5D-23D5-44FD-BD9D-1AC22C679B43}" destId="{53A6ABC6-6B20-4566-A42B-29C55E4EFC37}" srcOrd="0" destOrd="0" presId="urn:microsoft.com/office/officeart/2005/8/layout/vList2"/>
    <dgm:cxn modelId="{320A1FA3-A55E-49FF-9EDA-3E37D5BFEED7}" type="presParOf" srcId="{5AC9CAD2-9405-458E-8990-536AF6179000}" destId="{B99EB60C-C020-4DDA-813A-7C7937D498FB}" srcOrd="0" destOrd="0" presId="urn:microsoft.com/office/officeart/2005/8/layout/vList2"/>
    <dgm:cxn modelId="{1ADE9CE1-2F1E-4EC6-92FC-42B2202397F4}" type="presParOf" srcId="{5AC9CAD2-9405-458E-8990-536AF6179000}" destId="{802BFB79-F43F-4A4E-90C3-737C893B126D}" srcOrd="1" destOrd="0" presId="urn:microsoft.com/office/officeart/2005/8/layout/vList2"/>
    <dgm:cxn modelId="{6477174A-7180-471A-823D-800C832E083C}" type="presParOf" srcId="{5AC9CAD2-9405-458E-8990-536AF6179000}" destId="{53A6ABC6-6B20-4566-A42B-29C55E4EFC37}" srcOrd="2" destOrd="0" presId="urn:microsoft.com/office/officeart/2005/8/layout/vList2"/>
    <dgm:cxn modelId="{95CD4498-E175-4B1B-84CD-50D855144C9D}" type="presParOf" srcId="{5AC9CAD2-9405-458E-8990-536AF6179000}" destId="{24B4044A-134D-4DA0-B029-5ED165C128B0}" srcOrd="3" destOrd="0" presId="urn:microsoft.com/office/officeart/2005/8/layout/vList2"/>
    <dgm:cxn modelId="{AF124120-05DF-4100-86DD-AE8BA73A5B10}" type="presParOf" srcId="{5AC9CAD2-9405-458E-8990-536AF6179000}" destId="{7619A448-28B9-4D4F-BCC4-2978167D706C}" srcOrd="4" destOrd="0" presId="urn:microsoft.com/office/officeart/2005/8/layout/vList2"/>
    <dgm:cxn modelId="{BF6C34CF-027C-4CD7-8E00-27F727E09984}" type="presParOf" srcId="{5AC9CAD2-9405-458E-8990-536AF6179000}" destId="{6E8FCAF8-A980-46B0-B373-E4B4DDE98234}" srcOrd="5" destOrd="0" presId="urn:microsoft.com/office/officeart/2005/8/layout/vList2"/>
    <dgm:cxn modelId="{85EFE357-0477-458A-BC87-68591008E766}" type="presParOf" srcId="{5AC9CAD2-9405-458E-8990-536AF6179000}" destId="{1F5ED12D-4225-4CD3-9D5B-920C32A2D5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5291F48D-9755-4BFD-B214-DBF5A57074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96AE9B-30F3-485F-BEAF-3333608B9701}">
      <dgm:prSet/>
      <dgm:spPr/>
      <dgm:t>
        <a:bodyPr/>
        <a:lstStyle/>
        <a:p>
          <a:r>
            <a:rPr lang="uk-UA" b="0" i="0"/>
            <a:t>листопаді 1938 р.</a:t>
          </a:r>
          <a:endParaRPr lang="uk-UA"/>
        </a:p>
      </dgm:t>
    </dgm:pt>
    <dgm:pt modelId="{6F776CE7-6C00-4838-ACCD-D781324A8C91}" type="parTrans" cxnId="{EAEFBD57-1E1B-4F05-8236-9C5CC7285E3A}">
      <dgm:prSet/>
      <dgm:spPr/>
      <dgm:t>
        <a:bodyPr/>
        <a:lstStyle/>
        <a:p>
          <a:endParaRPr lang="uk-UA"/>
        </a:p>
      </dgm:t>
    </dgm:pt>
    <dgm:pt modelId="{A7ADD241-9ACB-4B9F-B69F-E24AFF880162}" type="sibTrans" cxnId="{EAEFBD57-1E1B-4F05-8236-9C5CC7285E3A}">
      <dgm:prSet/>
      <dgm:spPr/>
      <dgm:t>
        <a:bodyPr/>
        <a:lstStyle/>
        <a:p>
          <a:endParaRPr lang="uk-UA"/>
        </a:p>
      </dgm:t>
    </dgm:pt>
    <dgm:pt modelId="{E2FDBE0F-1B9C-42BA-BE54-A2A784900126}">
      <dgm:prSet/>
      <dgm:spPr/>
      <dgm:t>
        <a:bodyPr/>
        <a:lstStyle/>
        <a:p>
          <a:r>
            <a:rPr lang="uk-UA" b="0" i="0"/>
            <a:t>березні 1939 р.</a:t>
          </a:r>
          <a:endParaRPr lang="uk-UA"/>
        </a:p>
      </dgm:t>
    </dgm:pt>
    <dgm:pt modelId="{CDA26B72-7F59-4EB9-98EF-ACC8F97C2AE5}" type="parTrans" cxnId="{7D5BA465-8B58-41C4-AD26-B2FB091DE9BD}">
      <dgm:prSet/>
      <dgm:spPr/>
      <dgm:t>
        <a:bodyPr/>
        <a:lstStyle/>
        <a:p>
          <a:endParaRPr lang="uk-UA"/>
        </a:p>
      </dgm:t>
    </dgm:pt>
    <dgm:pt modelId="{2D959D6B-29C3-4CBC-9748-0BE54B88ADA7}" type="sibTrans" cxnId="{7D5BA465-8B58-41C4-AD26-B2FB091DE9BD}">
      <dgm:prSet/>
      <dgm:spPr/>
      <dgm:t>
        <a:bodyPr/>
        <a:lstStyle/>
        <a:p>
          <a:endParaRPr lang="uk-UA"/>
        </a:p>
      </dgm:t>
    </dgm:pt>
    <dgm:pt modelId="{B4629BA7-1AA5-4902-AB9D-D2B479995E99}">
      <dgm:prSet/>
      <dgm:spPr/>
      <dgm:t>
        <a:bodyPr/>
        <a:lstStyle/>
        <a:p>
          <a:r>
            <a:rPr lang="uk-UA" b="0" i="0"/>
            <a:t>серпні 1940 р.</a:t>
          </a:r>
          <a:endParaRPr lang="uk-UA"/>
        </a:p>
      </dgm:t>
    </dgm:pt>
    <dgm:pt modelId="{8224A8C8-9FF5-427E-A9BC-2F7A2B928246}" type="parTrans" cxnId="{E9C49FC7-9C61-4E03-963F-3D3797B5C050}">
      <dgm:prSet/>
      <dgm:spPr/>
      <dgm:t>
        <a:bodyPr/>
        <a:lstStyle/>
        <a:p>
          <a:endParaRPr lang="uk-UA"/>
        </a:p>
      </dgm:t>
    </dgm:pt>
    <dgm:pt modelId="{A5D0C742-4C8A-477D-AD9D-0038DD51AE27}" type="sibTrans" cxnId="{E9C49FC7-9C61-4E03-963F-3D3797B5C050}">
      <dgm:prSet/>
      <dgm:spPr/>
      <dgm:t>
        <a:bodyPr/>
        <a:lstStyle/>
        <a:p>
          <a:endParaRPr lang="uk-UA"/>
        </a:p>
      </dgm:t>
    </dgm:pt>
    <dgm:pt modelId="{67560078-402E-4951-8421-B7295826BA44}">
      <dgm:prSet/>
      <dgm:spPr/>
      <dgm:t>
        <a:bodyPr/>
        <a:lstStyle/>
        <a:p>
          <a:r>
            <a:rPr lang="uk-UA" b="0" i="0"/>
            <a:t>червні 1941 р.</a:t>
          </a:r>
          <a:endParaRPr lang="uk-UA"/>
        </a:p>
      </dgm:t>
    </dgm:pt>
    <dgm:pt modelId="{3E6B47BD-D4A5-44EB-AD62-4C32B14811F6}" type="parTrans" cxnId="{614BBB69-44F5-4B11-BE59-DACAFC0AB821}">
      <dgm:prSet/>
      <dgm:spPr/>
      <dgm:t>
        <a:bodyPr/>
        <a:lstStyle/>
        <a:p>
          <a:endParaRPr lang="uk-UA"/>
        </a:p>
      </dgm:t>
    </dgm:pt>
    <dgm:pt modelId="{620CA8CF-A98C-4BDB-807B-8E19D5CB6459}" type="sibTrans" cxnId="{614BBB69-44F5-4B11-BE59-DACAFC0AB821}">
      <dgm:prSet/>
      <dgm:spPr/>
      <dgm:t>
        <a:bodyPr/>
        <a:lstStyle/>
        <a:p>
          <a:endParaRPr lang="uk-UA"/>
        </a:p>
      </dgm:t>
    </dgm:pt>
    <dgm:pt modelId="{400DA72C-CD8D-4924-A61B-1009E4687DBB}" type="pres">
      <dgm:prSet presAssocID="{5291F48D-9755-4BFD-B214-DBF5A570745A}" presName="linear" presStyleCnt="0">
        <dgm:presLayoutVars>
          <dgm:animLvl val="lvl"/>
          <dgm:resizeHandles val="exact"/>
        </dgm:presLayoutVars>
      </dgm:prSet>
      <dgm:spPr/>
    </dgm:pt>
    <dgm:pt modelId="{2D221807-CA75-4C6B-B213-1183F951489D}" type="pres">
      <dgm:prSet presAssocID="{D896AE9B-30F3-485F-BEAF-3333608B970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DA7753E-0919-4634-A4C3-D29B1737F86B}" type="pres">
      <dgm:prSet presAssocID="{A7ADD241-9ACB-4B9F-B69F-E24AFF880162}" presName="spacer" presStyleCnt="0"/>
      <dgm:spPr/>
    </dgm:pt>
    <dgm:pt modelId="{700828C7-E218-4A31-9B04-3E299638D2D4}" type="pres">
      <dgm:prSet presAssocID="{E2FDBE0F-1B9C-42BA-BE54-A2A78490012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CEFFF97-902C-4193-9F5D-3DFD1EEED3B4}" type="pres">
      <dgm:prSet presAssocID="{2D959D6B-29C3-4CBC-9748-0BE54B88ADA7}" presName="spacer" presStyleCnt="0"/>
      <dgm:spPr/>
    </dgm:pt>
    <dgm:pt modelId="{7586D72F-7250-4228-8584-E522FB128B20}" type="pres">
      <dgm:prSet presAssocID="{B4629BA7-1AA5-4902-AB9D-D2B479995E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CDC8E9-ECFA-4674-A8C1-CD3875400497}" type="pres">
      <dgm:prSet presAssocID="{A5D0C742-4C8A-477D-AD9D-0038DD51AE27}" presName="spacer" presStyleCnt="0"/>
      <dgm:spPr/>
    </dgm:pt>
    <dgm:pt modelId="{D4E5F741-0CA1-4EA5-B942-BF95A08E5DE7}" type="pres">
      <dgm:prSet presAssocID="{67560078-402E-4951-8421-B7295826BA4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AC2C0C-43D7-4389-973F-ADBACAFFF726}" type="presOf" srcId="{D896AE9B-30F3-485F-BEAF-3333608B9701}" destId="{2D221807-CA75-4C6B-B213-1183F951489D}" srcOrd="0" destOrd="0" presId="urn:microsoft.com/office/officeart/2005/8/layout/vList2"/>
    <dgm:cxn modelId="{B4680B27-D8B5-4800-BB48-39DF023EC4FA}" type="presOf" srcId="{B4629BA7-1AA5-4902-AB9D-D2B479995E99}" destId="{7586D72F-7250-4228-8584-E522FB128B20}" srcOrd="0" destOrd="0" presId="urn:microsoft.com/office/officeart/2005/8/layout/vList2"/>
    <dgm:cxn modelId="{E5A7C938-C3B2-4073-88AF-DB62C6530D14}" type="presOf" srcId="{5291F48D-9755-4BFD-B214-DBF5A570745A}" destId="{400DA72C-CD8D-4924-A61B-1009E4687DBB}" srcOrd="0" destOrd="0" presId="urn:microsoft.com/office/officeart/2005/8/layout/vList2"/>
    <dgm:cxn modelId="{DDC88F42-7FCF-4431-91B8-E048E6A1E232}" type="presOf" srcId="{67560078-402E-4951-8421-B7295826BA44}" destId="{D4E5F741-0CA1-4EA5-B942-BF95A08E5DE7}" srcOrd="0" destOrd="0" presId="urn:microsoft.com/office/officeart/2005/8/layout/vList2"/>
    <dgm:cxn modelId="{7D5BA465-8B58-41C4-AD26-B2FB091DE9BD}" srcId="{5291F48D-9755-4BFD-B214-DBF5A570745A}" destId="{E2FDBE0F-1B9C-42BA-BE54-A2A784900126}" srcOrd="1" destOrd="0" parTransId="{CDA26B72-7F59-4EB9-98EF-ACC8F97C2AE5}" sibTransId="{2D959D6B-29C3-4CBC-9748-0BE54B88ADA7}"/>
    <dgm:cxn modelId="{614BBB69-44F5-4B11-BE59-DACAFC0AB821}" srcId="{5291F48D-9755-4BFD-B214-DBF5A570745A}" destId="{67560078-402E-4951-8421-B7295826BA44}" srcOrd="3" destOrd="0" parTransId="{3E6B47BD-D4A5-44EB-AD62-4C32B14811F6}" sibTransId="{620CA8CF-A98C-4BDB-807B-8E19D5CB6459}"/>
    <dgm:cxn modelId="{EAEFBD57-1E1B-4F05-8236-9C5CC7285E3A}" srcId="{5291F48D-9755-4BFD-B214-DBF5A570745A}" destId="{D896AE9B-30F3-485F-BEAF-3333608B9701}" srcOrd="0" destOrd="0" parTransId="{6F776CE7-6C00-4838-ACCD-D781324A8C91}" sibTransId="{A7ADD241-9ACB-4B9F-B69F-E24AFF880162}"/>
    <dgm:cxn modelId="{E9C49FC7-9C61-4E03-963F-3D3797B5C050}" srcId="{5291F48D-9755-4BFD-B214-DBF5A570745A}" destId="{B4629BA7-1AA5-4902-AB9D-D2B479995E99}" srcOrd="2" destOrd="0" parTransId="{8224A8C8-9FF5-427E-A9BC-2F7A2B928246}" sibTransId="{A5D0C742-4C8A-477D-AD9D-0038DD51AE27}"/>
    <dgm:cxn modelId="{EDA06BEF-9401-469B-A9A0-A22887ED9AFC}" type="presOf" srcId="{E2FDBE0F-1B9C-42BA-BE54-A2A784900126}" destId="{700828C7-E218-4A31-9B04-3E299638D2D4}" srcOrd="0" destOrd="0" presId="urn:microsoft.com/office/officeart/2005/8/layout/vList2"/>
    <dgm:cxn modelId="{2D6AA359-7FC8-4D22-83F1-B36A93128DC7}" type="presParOf" srcId="{400DA72C-CD8D-4924-A61B-1009E4687DBB}" destId="{2D221807-CA75-4C6B-B213-1183F951489D}" srcOrd="0" destOrd="0" presId="urn:microsoft.com/office/officeart/2005/8/layout/vList2"/>
    <dgm:cxn modelId="{690E10C6-A1C9-4BB0-8F4E-F32B1196F82B}" type="presParOf" srcId="{400DA72C-CD8D-4924-A61B-1009E4687DBB}" destId="{0DA7753E-0919-4634-A4C3-D29B1737F86B}" srcOrd="1" destOrd="0" presId="urn:microsoft.com/office/officeart/2005/8/layout/vList2"/>
    <dgm:cxn modelId="{5F877345-4A4A-45D9-B4CE-0E95376D9A04}" type="presParOf" srcId="{400DA72C-CD8D-4924-A61B-1009E4687DBB}" destId="{700828C7-E218-4A31-9B04-3E299638D2D4}" srcOrd="2" destOrd="0" presId="urn:microsoft.com/office/officeart/2005/8/layout/vList2"/>
    <dgm:cxn modelId="{DED8224D-9395-49DE-A14D-752F04961143}" type="presParOf" srcId="{400DA72C-CD8D-4924-A61B-1009E4687DBB}" destId="{CCEFFF97-902C-4193-9F5D-3DFD1EEED3B4}" srcOrd="3" destOrd="0" presId="urn:microsoft.com/office/officeart/2005/8/layout/vList2"/>
    <dgm:cxn modelId="{59427930-526C-4368-80B9-107D4D058391}" type="presParOf" srcId="{400DA72C-CD8D-4924-A61B-1009E4687DBB}" destId="{7586D72F-7250-4228-8584-E522FB128B20}" srcOrd="4" destOrd="0" presId="urn:microsoft.com/office/officeart/2005/8/layout/vList2"/>
    <dgm:cxn modelId="{6A0B12D3-B569-4BBD-9875-EAA72FBD09FA}" type="presParOf" srcId="{400DA72C-CD8D-4924-A61B-1009E4687DBB}" destId="{82CDC8E9-ECFA-4674-A8C1-CD3875400497}" srcOrd="5" destOrd="0" presId="urn:microsoft.com/office/officeart/2005/8/layout/vList2"/>
    <dgm:cxn modelId="{B9E42EB4-0C5E-40D8-87E3-A87AA0AAC33E}" type="presParOf" srcId="{400DA72C-CD8D-4924-A61B-1009E4687DBB}" destId="{D4E5F741-0CA1-4EA5-B942-BF95A08E5DE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0CB1CC52-C6D0-41FE-958E-09662C076AF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D476DD5-273B-4940-8300-488ED33185B4}">
      <dgm:prSet/>
      <dgm:spPr/>
      <dgm:t>
        <a:bodyPr/>
        <a:lstStyle/>
        <a:p>
          <a:r>
            <a:rPr lang="ru-RU" b="0" i="0"/>
            <a:t>Румунії</a:t>
          </a:r>
          <a:endParaRPr lang="uk-UA"/>
        </a:p>
      </dgm:t>
    </dgm:pt>
    <dgm:pt modelId="{29DE759D-594C-4D87-ACED-7CDAB3897E0F}" type="parTrans" cxnId="{3151EB37-9617-418B-8BE1-549A008BEC5B}">
      <dgm:prSet/>
      <dgm:spPr/>
      <dgm:t>
        <a:bodyPr/>
        <a:lstStyle/>
        <a:p>
          <a:endParaRPr lang="uk-UA"/>
        </a:p>
      </dgm:t>
    </dgm:pt>
    <dgm:pt modelId="{D019F631-C2CA-4DC7-93B6-5618C7190C27}" type="sibTrans" cxnId="{3151EB37-9617-418B-8BE1-549A008BEC5B}">
      <dgm:prSet/>
      <dgm:spPr/>
      <dgm:t>
        <a:bodyPr/>
        <a:lstStyle/>
        <a:p>
          <a:endParaRPr lang="uk-UA"/>
        </a:p>
      </dgm:t>
    </dgm:pt>
    <dgm:pt modelId="{A7C8F244-FC36-466F-AD5D-5DD59DC5622E}">
      <dgm:prSet/>
      <dgm:spPr/>
      <dgm:t>
        <a:bodyPr/>
        <a:lstStyle/>
        <a:p>
          <a:r>
            <a:rPr lang="ru-RU" b="0" i="0"/>
            <a:t>Угорщини</a:t>
          </a:r>
          <a:endParaRPr lang="uk-UA"/>
        </a:p>
      </dgm:t>
    </dgm:pt>
    <dgm:pt modelId="{5B3BD35B-C991-4687-B21F-85580B143C9F}" type="parTrans" cxnId="{240BC3F0-D122-43A2-B9A4-CB8232BDB8CA}">
      <dgm:prSet/>
      <dgm:spPr/>
      <dgm:t>
        <a:bodyPr/>
        <a:lstStyle/>
        <a:p>
          <a:endParaRPr lang="uk-UA"/>
        </a:p>
      </dgm:t>
    </dgm:pt>
    <dgm:pt modelId="{D5D14637-F8E4-4581-AC47-894911D98DD3}" type="sibTrans" cxnId="{240BC3F0-D122-43A2-B9A4-CB8232BDB8CA}">
      <dgm:prSet/>
      <dgm:spPr/>
      <dgm:t>
        <a:bodyPr/>
        <a:lstStyle/>
        <a:p>
          <a:endParaRPr lang="uk-UA"/>
        </a:p>
      </dgm:t>
    </dgm:pt>
    <dgm:pt modelId="{DD3CB80B-A718-4DF4-8565-A441D0EEB1AA}">
      <dgm:prSet/>
      <dgm:spPr/>
      <dgm:t>
        <a:bodyPr/>
        <a:lstStyle/>
        <a:p>
          <a:r>
            <a:rPr lang="ru-RU" b="0" i="0"/>
            <a:t>Чехо-Словаччини</a:t>
          </a:r>
          <a:endParaRPr lang="uk-UA"/>
        </a:p>
      </dgm:t>
    </dgm:pt>
    <dgm:pt modelId="{B3BA18A5-2123-4C76-B3AC-29FF7915D811}" type="parTrans" cxnId="{4BF19056-D7E5-49EB-B580-3B868F4E259C}">
      <dgm:prSet/>
      <dgm:spPr/>
      <dgm:t>
        <a:bodyPr/>
        <a:lstStyle/>
        <a:p>
          <a:endParaRPr lang="uk-UA"/>
        </a:p>
      </dgm:t>
    </dgm:pt>
    <dgm:pt modelId="{AD9C16D7-4A64-4E42-8D1D-1BBC76BA4C87}" type="sibTrans" cxnId="{4BF19056-D7E5-49EB-B580-3B868F4E259C}">
      <dgm:prSet/>
      <dgm:spPr/>
      <dgm:t>
        <a:bodyPr/>
        <a:lstStyle/>
        <a:p>
          <a:endParaRPr lang="uk-UA"/>
        </a:p>
      </dgm:t>
    </dgm:pt>
    <dgm:pt modelId="{B51E84AE-4FF6-4009-BD84-846689F8EA75}">
      <dgm:prSet/>
      <dgm:spPr/>
      <dgm:t>
        <a:bodyPr/>
        <a:lstStyle/>
        <a:p>
          <a:r>
            <a:rPr lang="ru-RU" b="0" i="0"/>
            <a:t>Радянського Союзу</a:t>
          </a:r>
          <a:endParaRPr lang="uk-UA"/>
        </a:p>
      </dgm:t>
    </dgm:pt>
    <dgm:pt modelId="{E9517BDA-00CE-4280-BD47-8AEC19F7E51B}" type="parTrans" cxnId="{9558EA6E-57EB-4DF8-8C58-FCAC3FFC01E0}">
      <dgm:prSet/>
      <dgm:spPr/>
      <dgm:t>
        <a:bodyPr/>
        <a:lstStyle/>
        <a:p>
          <a:endParaRPr lang="uk-UA"/>
        </a:p>
      </dgm:t>
    </dgm:pt>
    <dgm:pt modelId="{DC85EC21-327C-458C-8824-56C04BEA2109}" type="sibTrans" cxnId="{9558EA6E-57EB-4DF8-8C58-FCAC3FFC01E0}">
      <dgm:prSet/>
      <dgm:spPr/>
      <dgm:t>
        <a:bodyPr/>
        <a:lstStyle/>
        <a:p>
          <a:endParaRPr lang="uk-UA"/>
        </a:p>
      </dgm:t>
    </dgm:pt>
    <dgm:pt modelId="{61685E8D-B234-415F-804F-633F0B85A895}" type="pres">
      <dgm:prSet presAssocID="{0CB1CC52-C6D0-41FE-958E-09662C076AF2}" presName="linearFlow" presStyleCnt="0">
        <dgm:presLayoutVars>
          <dgm:dir/>
          <dgm:resizeHandles val="exact"/>
        </dgm:presLayoutVars>
      </dgm:prSet>
      <dgm:spPr/>
    </dgm:pt>
    <dgm:pt modelId="{1E89EFA4-C160-4A6A-B2F3-C767EF312749}" type="pres">
      <dgm:prSet presAssocID="{6D476DD5-273B-4940-8300-488ED33185B4}" presName="composite" presStyleCnt="0"/>
      <dgm:spPr/>
    </dgm:pt>
    <dgm:pt modelId="{89B7D34C-858C-429F-BA63-D0073185D8D9}" type="pres">
      <dgm:prSet presAssocID="{6D476DD5-273B-4940-8300-488ED33185B4}" presName="imgShp" presStyleLbl="fgImgPlace1" presStyleIdx="0" presStyleCnt="4"/>
      <dgm:spPr/>
    </dgm:pt>
    <dgm:pt modelId="{C604E4FE-067C-4676-832D-D5A5E154F106}" type="pres">
      <dgm:prSet presAssocID="{6D476DD5-273B-4940-8300-488ED33185B4}" presName="txShp" presStyleLbl="node1" presStyleIdx="0" presStyleCnt="4">
        <dgm:presLayoutVars>
          <dgm:bulletEnabled val="1"/>
        </dgm:presLayoutVars>
      </dgm:prSet>
      <dgm:spPr/>
    </dgm:pt>
    <dgm:pt modelId="{F4FB1E50-13CE-4993-886A-73C45DFE0E73}" type="pres">
      <dgm:prSet presAssocID="{D019F631-C2CA-4DC7-93B6-5618C7190C27}" presName="spacing" presStyleCnt="0"/>
      <dgm:spPr/>
    </dgm:pt>
    <dgm:pt modelId="{436BF9B9-CBFB-4C82-B18A-A65DE1C2DEC3}" type="pres">
      <dgm:prSet presAssocID="{A7C8F244-FC36-466F-AD5D-5DD59DC5622E}" presName="composite" presStyleCnt="0"/>
      <dgm:spPr/>
    </dgm:pt>
    <dgm:pt modelId="{E61EBE50-9AC8-4DE2-B377-EFEE9E1DFB53}" type="pres">
      <dgm:prSet presAssocID="{A7C8F244-FC36-466F-AD5D-5DD59DC5622E}" presName="imgShp" presStyleLbl="fgImgPlace1" presStyleIdx="1" presStyleCnt="4"/>
      <dgm:spPr/>
    </dgm:pt>
    <dgm:pt modelId="{CF4C36AD-3299-4AD3-A1DE-C7C9F1C15D57}" type="pres">
      <dgm:prSet presAssocID="{A7C8F244-FC36-466F-AD5D-5DD59DC5622E}" presName="txShp" presStyleLbl="node1" presStyleIdx="1" presStyleCnt="4">
        <dgm:presLayoutVars>
          <dgm:bulletEnabled val="1"/>
        </dgm:presLayoutVars>
      </dgm:prSet>
      <dgm:spPr/>
    </dgm:pt>
    <dgm:pt modelId="{48D88B0B-DA01-4E52-851E-8C0711E2FC01}" type="pres">
      <dgm:prSet presAssocID="{D5D14637-F8E4-4581-AC47-894911D98DD3}" presName="spacing" presStyleCnt="0"/>
      <dgm:spPr/>
    </dgm:pt>
    <dgm:pt modelId="{1BE491DF-3238-4119-B4F1-5F50323955CC}" type="pres">
      <dgm:prSet presAssocID="{DD3CB80B-A718-4DF4-8565-A441D0EEB1AA}" presName="composite" presStyleCnt="0"/>
      <dgm:spPr/>
    </dgm:pt>
    <dgm:pt modelId="{25E5088D-BEED-4022-B2F3-B3B0D9281C02}" type="pres">
      <dgm:prSet presAssocID="{DD3CB80B-A718-4DF4-8565-A441D0EEB1AA}" presName="imgShp" presStyleLbl="fgImgPlace1" presStyleIdx="2" presStyleCnt="4"/>
      <dgm:spPr/>
    </dgm:pt>
    <dgm:pt modelId="{5A9A72DA-B9DA-4FFF-B0DC-E68BF97A96BA}" type="pres">
      <dgm:prSet presAssocID="{DD3CB80B-A718-4DF4-8565-A441D0EEB1AA}" presName="txShp" presStyleLbl="node1" presStyleIdx="2" presStyleCnt="4">
        <dgm:presLayoutVars>
          <dgm:bulletEnabled val="1"/>
        </dgm:presLayoutVars>
      </dgm:prSet>
      <dgm:spPr/>
    </dgm:pt>
    <dgm:pt modelId="{D4881B72-2659-4BFB-A93A-6FE08C52119A}" type="pres">
      <dgm:prSet presAssocID="{AD9C16D7-4A64-4E42-8D1D-1BBC76BA4C87}" presName="spacing" presStyleCnt="0"/>
      <dgm:spPr/>
    </dgm:pt>
    <dgm:pt modelId="{477E0D9F-DA89-453B-8FAD-649191078E67}" type="pres">
      <dgm:prSet presAssocID="{B51E84AE-4FF6-4009-BD84-846689F8EA75}" presName="composite" presStyleCnt="0"/>
      <dgm:spPr/>
    </dgm:pt>
    <dgm:pt modelId="{83E9FF33-72DA-431E-AEB3-5FE177A2B7E6}" type="pres">
      <dgm:prSet presAssocID="{B51E84AE-4FF6-4009-BD84-846689F8EA75}" presName="imgShp" presStyleLbl="fgImgPlace1" presStyleIdx="3" presStyleCnt="4"/>
      <dgm:spPr/>
    </dgm:pt>
    <dgm:pt modelId="{232842D1-88F3-4868-8C55-F11A3F663407}" type="pres">
      <dgm:prSet presAssocID="{B51E84AE-4FF6-4009-BD84-846689F8EA75}" presName="txShp" presStyleLbl="node1" presStyleIdx="3" presStyleCnt="4">
        <dgm:presLayoutVars>
          <dgm:bulletEnabled val="1"/>
        </dgm:presLayoutVars>
      </dgm:prSet>
      <dgm:spPr/>
    </dgm:pt>
  </dgm:ptLst>
  <dgm:cxnLst>
    <dgm:cxn modelId="{687F5E2E-81DD-4E83-914E-1BCE251E226A}" type="presOf" srcId="{6D476DD5-273B-4940-8300-488ED33185B4}" destId="{C604E4FE-067C-4676-832D-D5A5E154F106}" srcOrd="0" destOrd="0" presId="urn:microsoft.com/office/officeart/2005/8/layout/vList3"/>
    <dgm:cxn modelId="{6974312F-6023-4428-97DD-E1750A54E15F}" type="presOf" srcId="{0CB1CC52-C6D0-41FE-958E-09662C076AF2}" destId="{61685E8D-B234-415F-804F-633F0B85A895}" srcOrd="0" destOrd="0" presId="urn:microsoft.com/office/officeart/2005/8/layout/vList3"/>
    <dgm:cxn modelId="{352B5433-AA88-4A1C-BA66-95A2667C617D}" type="presOf" srcId="{DD3CB80B-A718-4DF4-8565-A441D0EEB1AA}" destId="{5A9A72DA-B9DA-4FFF-B0DC-E68BF97A96BA}" srcOrd="0" destOrd="0" presId="urn:microsoft.com/office/officeart/2005/8/layout/vList3"/>
    <dgm:cxn modelId="{3151EB37-9617-418B-8BE1-549A008BEC5B}" srcId="{0CB1CC52-C6D0-41FE-958E-09662C076AF2}" destId="{6D476DD5-273B-4940-8300-488ED33185B4}" srcOrd="0" destOrd="0" parTransId="{29DE759D-594C-4D87-ACED-7CDAB3897E0F}" sibTransId="{D019F631-C2CA-4DC7-93B6-5618C7190C27}"/>
    <dgm:cxn modelId="{FBC0D566-787C-4307-92E1-C339D4F428B3}" type="presOf" srcId="{A7C8F244-FC36-466F-AD5D-5DD59DC5622E}" destId="{CF4C36AD-3299-4AD3-A1DE-C7C9F1C15D57}" srcOrd="0" destOrd="0" presId="urn:microsoft.com/office/officeart/2005/8/layout/vList3"/>
    <dgm:cxn modelId="{9558EA6E-57EB-4DF8-8C58-FCAC3FFC01E0}" srcId="{0CB1CC52-C6D0-41FE-958E-09662C076AF2}" destId="{B51E84AE-4FF6-4009-BD84-846689F8EA75}" srcOrd="3" destOrd="0" parTransId="{E9517BDA-00CE-4280-BD47-8AEC19F7E51B}" sibTransId="{DC85EC21-327C-458C-8824-56C04BEA2109}"/>
    <dgm:cxn modelId="{4BF19056-D7E5-49EB-B580-3B868F4E259C}" srcId="{0CB1CC52-C6D0-41FE-958E-09662C076AF2}" destId="{DD3CB80B-A718-4DF4-8565-A441D0EEB1AA}" srcOrd="2" destOrd="0" parTransId="{B3BA18A5-2123-4C76-B3AC-29FF7915D811}" sibTransId="{AD9C16D7-4A64-4E42-8D1D-1BBC76BA4C87}"/>
    <dgm:cxn modelId="{2EA873BE-FA89-4F08-803C-149B74A8192D}" type="presOf" srcId="{B51E84AE-4FF6-4009-BD84-846689F8EA75}" destId="{232842D1-88F3-4868-8C55-F11A3F663407}" srcOrd="0" destOrd="0" presId="urn:microsoft.com/office/officeart/2005/8/layout/vList3"/>
    <dgm:cxn modelId="{240BC3F0-D122-43A2-B9A4-CB8232BDB8CA}" srcId="{0CB1CC52-C6D0-41FE-958E-09662C076AF2}" destId="{A7C8F244-FC36-466F-AD5D-5DD59DC5622E}" srcOrd="1" destOrd="0" parTransId="{5B3BD35B-C991-4687-B21F-85580B143C9F}" sibTransId="{D5D14637-F8E4-4581-AC47-894911D98DD3}"/>
    <dgm:cxn modelId="{A7FA8248-9D9A-473C-B5C3-415AF201D309}" type="presParOf" srcId="{61685E8D-B234-415F-804F-633F0B85A895}" destId="{1E89EFA4-C160-4A6A-B2F3-C767EF312749}" srcOrd="0" destOrd="0" presId="urn:microsoft.com/office/officeart/2005/8/layout/vList3"/>
    <dgm:cxn modelId="{DF179EC3-7A77-405A-B4AC-23F51F0AB760}" type="presParOf" srcId="{1E89EFA4-C160-4A6A-B2F3-C767EF312749}" destId="{89B7D34C-858C-429F-BA63-D0073185D8D9}" srcOrd="0" destOrd="0" presId="urn:microsoft.com/office/officeart/2005/8/layout/vList3"/>
    <dgm:cxn modelId="{94FA4477-E5C0-480D-AB11-7534D2E5931B}" type="presParOf" srcId="{1E89EFA4-C160-4A6A-B2F3-C767EF312749}" destId="{C604E4FE-067C-4676-832D-D5A5E154F106}" srcOrd="1" destOrd="0" presId="urn:microsoft.com/office/officeart/2005/8/layout/vList3"/>
    <dgm:cxn modelId="{7012F01B-2984-4057-9A0A-4ADC3E8F8425}" type="presParOf" srcId="{61685E8D-B234-415F-804F-633F0B85A895}" destId="{F4FB1E50-13CE-4993-886A-73C45DFE0E73}" srcOrd="1" destOrd="0" presId="urn:microsoft.com/office/officeart/2005/8/layout/vList3"/>
    <dgm:cxn modelId="{7960C9DF-A745-4455-AE8B-162C70BE73EB}" type="presParOf" srcId="{61685E8D-B234-415F-804F-633F0B85A895}" destId="{436BF9B9-CBFB-4C82-B18A-A65DE1C2DEC3}" srcOrd="2" destOrd="0" presId="urn:microsoft.com/office/officeart/2005/8/layout/vList3"/>
    <dgm:cxn modelId="{A3C907B2-65AB-48F9-B790-87CBBA535323}" type="presParOf" srcId="{436BF9B9-CBFB-4C82-B18A-A65DE1C2DEC3}" destId="{E61EBE50-9AC8-4DE2-B377-EFEE9E1DFB53}" srcOrd="0" destOrd="0" presId="urn:microsoft.com/office/officeart/2005/8/layout/vList3"/>
    <dgm:cxn modelId="{098D99E1-8F4F-4914-821C-B57A4AC78927}" type="presParOf" srcId="{436BF9B9-CBFB-4C82-B18A-A65DE1C2DEC3}" destId="{CF4C36AD-3299-4AD3-A1DE-C7C9F1C15D57}" srcOrd="1" destOrd="0" presId="urn:microsoft.com/office/officeart/2005/8/layout/vList3"/>
    <dgm:cxn modelId="{D0BD29F8-AB35-4C57-84A6-565E4B2CF555}" type="presParOf" srcId="{61685E8D-B234-415F-804F-633F0B85A895}" destId="{48D88B0B-DA01-4E52-851E-8C0711E2FC01}" srcOrd="3" destOrd="0" presId="urn:microsoft.com/office/officeart/2005/8/layout/vList3"/>
    <dgm:cxn modelId="{469489C4-B191-4E4B-9E60-70D3FCD95845}" type="presParOf" srcId="{61685E8D-B234-415F-804F-633F0B85A895}" destId="{1BE491DF-3238-4119-B4F1-5F50323955CC}" srcOrd="4" destOrd="0" presId="urn:microsoft.com/office/officeart/2005/8/layout/vList3"/>
    <dgm:cxn modelId="{679CF6EE-CDF9-4FCF-9AF6-38C0485154E0}" type="presParOf" srcId="{1BE491DF-3238-4119-B4F1-5F50323955CC}" destId="{25E5088D-BEED-4022-B2F3-B3B0D9281C02}" srcOrd="0" destOrd="0" presId="urn:microsoft.com/office/officeart/2005/8/layout/vList3"/>
    <dgm:cxn modelId="{9C8215CA-415F-41E4-8DF7-52304C0D6B06}" type="presParOf" srcId="{1BE491DF-3238-4119-B4F1-5F50323955CC}" destId="{5A9A72DA-B9DA-4FFF-B0DC-E68BF97A96BA}" srcOrd="1" destOrd="0" presId="urn:microsoft.com/office/officeart/2005/8/layout/vList3"/>
    <dgm:cxn modelId="{35C1A3EF-F3AF-4755-8B42-68D08B3CAF17}" type="presParOf" srcId="{61685E8D-B234-415F-804F-633F0B85A895}" destId="{D4881B72-2659-4BFB-A93A-6FE08C52119A}" srcOrd="5" destOrd="0" presId="urn:microsoft.com/office/officeart/2005/8/layout/vList3"/>
    <dgm:cxn modelId="{87BD50FA-C438-4894-8657-94C9C67EF3ED}" type="presParOf" srcId="{61685E8D-B234-415F-804F-633F0B85A895}" destId="{477E0D9F-DA89-453B-8FAD-649191078E67}" srcOrd="6" destOrd="0" presId="urn:microsoft.com/office/officeart/2005/8/layout/vList3"/>
    <dgm:cxn modelId="{BB20848D-571E-4782-915C-5A607B698BC0}" type="presParOf" srcId="{477E0D9F-DA89-453B-8FAD-649191078E67}" destId="{83E9FF33-72DA-431E-AEB3-5FE177A2B7E6}" srcOrd="0" destOrd="0" presId="urn:microsoft.com/office/officeart/2005/8/layout/vList3"/>
    <dgm:cxn modelId="{668380FD-9F88-476C-841E-249464355464}" type="presParOf" srcId="{477E0D9F-DA89-453B-8FAD-649191078E67}" destId="{232842D1-88F3-4868-8C55-F11A3F66340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2ECD7C9F-0315-4AE2-8840-A3DAF0F019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D0C5BDF-4328-4491-BD05-D230FB36AFC2}">
      <dgm:prSet/>
      <dgm:spPr/>
      <dgm:t>
        <a:bodyPr/>
        <a:lstStyle/>
        <a:p>
          <a:r>
            <a:rPr lang="uk-UA" b="0" i="0"/>
            <a:t>Західноукраїнської Народної Республіки.</a:t>
          </a:r>
          <a:endParaRPr lang="uk-UA"/>
        </a:p>
      </dgm:t>
    </dgm:pt>
    <dgm:pt modelId="{DC5D0A19-2542-45B3-948C-D7EC8AABE4E0}" type="parTrans" cxnId="{E77AAA7B-2403-499E-8D7B-80E516916CDF}">
      <dgm:prSet/>
      <dgm:spPr/>
      <dgm:t>
        <a:bodyPr/>
        <a:lstStyle/>
        <a:p>
          <a:endParaRPr lang="uk-UA"/>
        </a:p>
      </dgm:t>
    </dgm:pt>
    <dgm:pt modelId="{90E5C1A4-6C10-4AD3-9118-E7B11E06B6EA}" type="sibTrans" cxnId="{E77AAA7B-2403-499E-8D7B-80E516916CDF}">
      <dgm:prSet/>
      <dgm:spPr/>
      <dgm:t>
        <a:bodyPr/>
        <a:lstStyle/>
        <a:p>
          <a:endParaRPr lang="uk-UA"/>
        </a:p>
      </dgm:t>
    </dgm:pt>
    <dgm:pt modelId="{1E3905BA-C9A6-433A-9CB8-AEC8C3FACE43}">
      <dgm:prSet/>
      <dgm:spPr/>
      <dgm:t>
        <a:bodyPr/>
        <a:lstStyle/>
        <a:p>
          <a:r>
            <a:rPr lang="uk-UA" b="0" i="0"/>
            <a:t>Карпатської України.</a:t>
          </a:r>
          <a:endParaRPr lang="uk-UA"/>
        </a:p>
      </dgm:t>
    </dgm:pt>
    <dgm:pt modelId="{3F46DB42-ABB2-436A-BCB1-933A0D112626}" type="parTrans" cxnId="{BC067F10-A9FA-4258-8E0C-CCAED2D2ECE4}">
      <dgm:prSet/>
      <dgm:spPr/>
      <dgm:t>
        <a:bodyPr/>
        <a:lstStyle/>
        <a:p>
          <a:endParaRPr lang="uk-UA"/>
        </a:p>
      </dgm:t>
    </dgm:pt>
    <dgm:pt modelId="{60ABD297-2BC7-4CE7-BD55-4E35C4AE7592}" type="sibTrans" cxnId="{BC067F10-A9FA-4258-8E0C-CCAED2D2ECE4}">
      <dgm:prSet/>
      <dgm:spPr/>
      <dgm:t>
        <a:bodyPr/>
        <a:lstStyle/>
        <a:p>
          <a:endParaRPr lang="uk-UA"/>
        </a:p>
      </dgm:t>
    </dgm:pt>
    <dgm:pt modelId="{49D06395-6205-472B-AFDB-347B26A2241B}">
      <dgm:prSet/>
      <dgm:spPr/>
      <dgm:t>
        <a:bodyPr/>
        <a:lstStyle/>
        <a:p>
          <a:r>
            <a:rPr lang="uk-UA" b="0" i="0"/>
            <a:t>Української Народної Республіки.</a:t>
          </a:r>
          <a:endParaRPr lang="uk-UA"/>
        </a:p>
      </dgm:t>
    </dgm:pt>
    <dgm:pt modelId="{C3D2C573-EDF7-45F7-A829-9FF9D39C9F03}" type="parTrans" cxnId="{2C2951E6-5990-4011-9C82-9302F1B450E0}">
      <dgm:prSet/>
      <dgm:spPr/>
      <dgm:t>
        <a:bodyPr/>
        <a:lstStyle/>
        <a:p>
          <a:endParaRPr lang="uk-UA"/>
        </a:p>
      </dgm:t>
    </dgm:pt>
    <dgm:pt modelId="{3C0061EA-D70A-4F85-9805-52FFC5D4C20B}" type="sibTrans" cxnId="{2C2951E6-5990-4011-9C82-9302F1B450E0}">
      <dgm:prSet/>
      <dgm:spPr/>
      <dgm:t>
        <a:bodyPr/>
        <a:lstStyle/>
        <a:p>
          <a:endParaRPr lang="uk-UA"/>
        </a:p>
      </dgm:t>
    </dgm:pt>
    <dgm:pt modelId="{3F738562-5740-4573-A995-0258BADE3756}">
      <dgm:prSet/>
      <dgm:spPr/>
      <dgm:t>
        <a:bodyPr/>
        <a:lstStyle/>
        <a:p>
          <a:r>
            <a:rPr lang="uk-UA" b="0" i="0"/>
            <a:t>Української Радянської Соціалістичної Республіки.</a:t>
          </a:r>
          <a:endParaRPr lang="uk-UA"/>
        </a:p>
      </dgm:t>
    </dgm:pt>
    <dgm:pt modelId="{599D6099-0C3F-4594-87FC-DF4C9E79633C}" type="parTrans" cxnId="{0446084C-C94D-43D3-97B1-0659FE45A857}">
      <dgm:prSet/>
      <dgm:spPr/>
      <dgm:t>
        <a:bodyPr/>
        <a:lstStyle/>
        <a:p>
          <a:endParaRPr lang="uk-UA"/>
        </a:p>
      </dgm:t>
    </dgm:pt>
    <dgm:pt modelId="{3D25608E-A2D9-4310-81D7-BDBC96B3C184}" type="sibTrans" cxnId="{0446084C-C94D-43D3-97B1-0659FE45A857}">
      <dgm:prSet/>
      <dgm:spPr/>
      <dgm:t>
        <a:bodyPr/>
        <a:lstStyle/>
        <a:p>
          <a:endParaRPr lang="uk-UA"/>
        </a:p>
      </dgm:t>
    </dgm:pt>
    <dgm:pt modelId="{33CA9AD6-7ED2-4938-9AFC-03D294B45553}" type="pres">
      <dgm:prSet presAssocID="{2ECD7C9F-0315-4AE2-8840-A3DAF0F019D6}" presName="linear" presStyleCnt="0">
        <dgm:presLayoutVars>
          <dgm:animLvl val="lvl"/>
          <dgm:resizeHandles val="exact"/>
        </dgm:presLayoutVars>
      </dgm:prSet>
      <dgm:spPr/>
    </dgm:pt>
    <dgm:pt modelId="{C4C53215-DE4E-473B-9CEA-3A80D7DE0124}" type="pres">
      <dgm:prSet presAssocID="{CD0C5BDF-4328-4491-BD05-D230FB36AFC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FF5D18-D327-4635-A893-8769C227A76B}" type="pres">
      <dgm:prSet presAssocID="{90E5C1A4-6C10-4AD3-9118-E7B11E06B6EA}" presName="spacer" presStyleCnt="0"/>
      <dgm:spPr/>
    </dgm:pt>
    <dgm:pt modelId="{8EE3D85B-8999-4D9F-93CB-10DC6481541A}" type="pres">
      <dgm:prSet presAssocID="{1E3905BA-C9A6-433A-9CB8-AEC8C3FACE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7C36333-1E90-4082-AE22-95F282214C47}" type="pres">
      <dgm:prSet presAssocID="{60ABD297-2BC7-4CE7-BD55-4E35C4AE7592}" presName="spacer" presStyleCnt="0"/>
      <dgm:spPr/>
    </dgm:pt>
    <dgm:pt modelId="{DCC8ABE1-73DB-4C64-A672-943C1D2E6598}" type="pres">
      <dgm:prSet presAssocID="{49D06395-6205-472B-AFDB-347B26A2241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E2E3E7-4D87-40A8-8D2F-056CEE628FF8}" type="pres">
      <dgm:prSet presAssocID="{3C0061EA-D70A-4F85-9805-52FFC5D4C20B}" presName="spacer" presStyleCnt="0"/>
      <dgm:spPr/>
    </dgm:pt>
    <dgm:pt modelId="{B7DEB477-1BFB-4309-AD2F-F264C1F9F959}" type="pres">
      <dgm:prSet presAssocID="{3F738562-5740-4573-A995-0258BADE37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067F10-A9FA-4258-8E0C-CCAED2D2ECE4}" srcId="{2ECD7C9F-0315-4AE2-8840-A3DAF0F019D6}" destId="{1E3905BA-C9A6-433A-9CB8-AEC8C3FACE43}" srcOrd="1" destOrd="0" parTransId="{3F46DB42-ABB2-436A-BCB1-933A0D112626}" sibTransId="{60ABD297-2BC7-4CE7-BD55-4E35C4AE7592}"/>
    <dgm:cxn modelId="{2FE7AC2A-E775-4E27-A384-8D08BCC8E85C}" type="presOf" srcId="{1E3905BA-C9A6-433A-9CB8-AEC8C3FACE43}" destId="{8EE3D85B-8999-4D9F-93CB-10DC6481541A}" srcOrd="0" destOrd="0" presId="urn:microsoft.com/office/officeart/2005/8/layout/vList2"/>
    <dgm:cxn modelId="{36E5BE36-F763-4C14-AB0C-414FD731951D}" type="presOf" srcId="{2ECD7C9F-0315-4AE2-8840-A3DAF0F019D6}" destId="{33CA9AD6-7ED2-4938-9AFC-03D294B45553}" srcOrd="0" destOrd="0" presId="urn:microsoft.com/office/officeart/2005/8/layout/vList2"/>
    <dgm:cxn modelId="{0446084C-C94D-43D3-97B1-0659FE45A857}" srcId="{2ECD7C9F-0315-4AE2-8840-A3DAF0F019D6}" destId="{3F738562-5740-4573-A995-0258BADE3756}" srcOrd="3" destOrd="0" parTransId="{599D6099-0C3F-4594-87FC-DF4C9E79633C}" sibTransId="{3D25608E-A2D9-4310-81D7-BDBC96B3C184}"/>
    <dgm:cxn modelId="{E77AAA7B-2403-499E-8D7B-80E516916CDF}" srcId="{2ECD7C9F-0315-4AE2-8840-A3DAF0F019D6}" destId="{CD0C5BDF-4328-4491-BD05-D230FB36AFC2}" srcOrd="0" destOrd="0" parTransId="{DC5D0A19-2542-45B3-948C-D7EC8AABE4E0}" sibTransId="{90E5C1A4-6C10-4AD3-9118-E7B11E06B6EA}"/>
    <dgm:cxn modelId="{94301499-71F1-4089-89E6-B2F27808DEF7}" type="presOf" srcId="{3F738562-5740-4573-A995-0258BADE3756}" destId="{B7DEB477-1BFB-4309-AD2F-F264C1F9F959}" srcOrd="0" destOrd="0" presId="urn:microsoft.com/office/officeart/2005/8/layout/vList2"/>
    <dgm:cxn modelId="{ECE9DDE2-5714-4DAE-AD54-347EF78FE8CC}" type="presOf" srcId="{CD0C5BDF-4328-4491-BD05-D230FB36AFC2}" destId="{C4C53215-DE4E-473B-9CEA-3A80D7DE0124}" srcOrd="0" destOrd="0" presId="urn:microsoft.com/office/officeart/2005/8/layout/vList2"/>
    <dgm:cxn modelId="{2C2951E6-5990-4011-9C82-9302F1B450E0}" srcId="{2ECD7C9F-0315-4AE2-8840-A3DAF0F019D6}" destId="{49D06395-6205-472B-AFDB-347B26A2241B}" srcOrd="2" destOrd="0" parTransId="{C3D2C573-EDF7-45F7-A829-9FF9D39C9F03}" sibTransId="{3C0061EA-D70A-4F85-9805-52FFC5D4C20B}"/>
    <dgm:cxn modelId="{835B43FB-CF8B-4D9C-9926-BDF8A9BEB558}" type="presOf" srcId="{49D06395-6205-472B-AFDB-347B26A2241B}" destId="{DCC8ABE1-73DB-4C64-A672-943C1D2E6598}" srcOrd="0" destOrd="0" presId="urn:microsoft.com/office/officeart/2005/8/layout/vList2"/>
    <dgm:cxn modelId="{EF4A2BA6-A725-45C6-9401-03E76DEDA68B}" type="presParOf" srcId="{33CA9AD6-7ED2-4938-9AFC-03D294B45553}" destId="{C4C53215-DE4E-473B-9CEA-3A80D7DE0124}" srcOrd="0" destOrd="0" presId="urn:microsoft.com/office/officeart/2005/8/layout/vList2"/>
    <dgm:cxn modelId="{7731468D-27E7-405C-AFAE-503BFF4BC004}" type="presParOf" srcId="{33CA9AD6-7ED2-4938-9AFC-03D294B45553}" destId="{96FF5D18-D327-4635-A893-8769C227A76B}" srcOrd="1" destOrd="0" presId="urn:microsoft.com/office/officeart/2005/8/layout/vList2"/>
    <dgm:cxn modelId="{A8098DE5-971D-4501-ADB3-DF9781B82017}" type="presParOf" srcId="{33CA9AD6-7ED2-4938-9AFC-03D294B45553}" destId="{8EE3D85B-8999-4D9F-93CB-10DC6481541A}" srcOrd="2" destOrd="0" presId="urn:microsoft.com/office/officeart/2005/8/layout/vList2"/>
    <dgm:cxn modelId="{91F83C5D-5F8D-4D5A-AD7C-12D43465C37F}" type="presParOf" srcId="{33CA9AD6-7ED2-4938-9AFC-03D294B45553}" destId="{77C36333-1E90-4082-AE22-95F282214C47}" srcOrd="3" destOrd="0" presId="urn:microsoft.com/office/officeart/2005/8/layout/vList2"/>
    <dgm:cxn modelId="{D222F2D5-BB30-488F-BF98-9E4D33B58E91}" type="presParOf" srcId="{33CA9AD6-7ED2-4938-9AFC-03D294B45553}" destId="{DCC8ABE1-73DB-4C64-A672-943C1D2E6598}" srcOrd="4" destOrd="0" presId="urn:microsoft.com/office/officeart/2005/8/layout/vList2"/>
    <dgm:cxn modelId="{D19E67BC-A653-49CA-809E-6C124F95F6A6}" type="presParOf" srcId="{33CA9AD6-7ED2-4938-9AFC-03D294B45553}" destId="{FAE2E3E7-4D87-40A8-8D2F-056CEE628FF8}" srcOrd="5" destOrd="0" presId="urn:microsoft.com/office/officeart/2005/8/layout/vList2"/>
    <dgm:cxn modelId="{7F4E69E5-E7C1-46EA-BF01-998B8DCD1802}" type="presParOf" srcId="{33CA9AD6-7ED2-4938-9AFC-03D294B45553}" destId="{B7DEB477-1BFB-4309-AD2F-F264C1F9F95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8C6BE43E-77B8-4B5F-A173-2F63E2C4477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8DA2DA-C2B3-44AF-8B93-677BB9730FE5}">
      <dgm:prSet/>
      <dgm:spPr/>
      <dgm:t>
        <a:bodyPr/>
        <a:lstStyle/>
        <a:p>
          <a:r>
            <a:rPr lang="uk-UA" b="0" i="0"/>
            <a:t>Польщі.</a:t>
          </a:r>
          <a:endParaRPr lang="uk-UA"/>
        </a:p>
      </dgm:t>
    </dgm:pt>
    <dgm:pt modelId="{30F377F7-7909-49FC-B02F-840FA3F2A6A3}" type="parTrans" cxnId="{485E04D8-4687-4FB7-9DE6-E467E4492FD3}">
      <dgm:prSet/>
      <dgm:spPr/>
      <dgm:t>
        <a:bodyPr/>
        <a:lstStyle/>
        <a:p>
          <a:endParaRPr lang="uk-UA"/>
        </a:p>
      </dgm:t>
    </dgm:pt>
    <dgm:pt modelId="{7FB50FCC-EB06-4E87-92FF-64FF05F5C01E}" type="sibTrans" cxnId="{485E04D8-4687-4FB7-9DE6-E467E4492FD3}">
      <dgm:prSet/>
      <dgm:spPr/>
      <dgm:t>
        <a:bodyPr/>
        <a:lstStyle/>
        <a:p>
          <a:endParaRPr lang="uk-UA"/>
        </a:p>
      </dgm:t>
    </dgm:pt>
    <dgm:pt modelId="{6B034CA9-9427-4B10-B3E0-5D04B885B24F}">
      <dgm:prSet/>
      <dgm:spPr/>
      <dgm:t>
        <a:bodyPr/>
        <a:lstStyle/>
        <a:p>
          <a:r>
            <a:rPr lang="uk-UA" b="0" i="0"/>
            <a:t>Румунії.</a:t>
          </a:r>
          <a:endParaRPr lang="uk-UA"/>
        </a:p>
      </dgm:t>
    </dgm:pt>
    <dgm:pt modelId="{2472A477-5310-4853-860A-52D1D3922E68}" type="parTrans" cxnId="{4B05DA1F-2368-4453-BAAE-D9458553C5F3}">
      <dgm:prSet/>
      <dgm:spPr/>
      <dgm:t>
        <a:bodyPr/>
        <a:lstStyle/>
        <a:p>
          <a:endParaRPr lang="uk-UA"/>
        </a:p>
      </dgm:t>
    </dgm:pt>
    <dgm:pt modelId="{FB5D6445-8D83-49DF-96B6-18C93CA61430}" type="sibTrans" cxnId="{4B05DA1F-2368-4453-BAAE-D9458553C5F3}">
      <dgm:prSet/>
      <dgm:spPr/>
      <dgm:t>
        <a:bodyPr/>
        <a:lstStyle/>
        <a:p>
          <a:endParaRPr lang="uk-UA"/>
        </a:p>
      </dgm:t>
    </dgm:pt>
    <dgm:pt modelId="{E964F64B-A570-4B55-A11D-E4F97ED9785E}">
      <dgm:prSet/>
      <dgm:spPr/>
      <dgm:t>
        <a:bodyPr/>
        <a:lstStyle/>
        <a:p>
          <a:r>
            <a:rPr lang="uk-UA" b="0" i="0"/>
            <a:t>Угорщини.</a:t>
          </a:r>
          <a:endParaRPr lang="uk-UA"/>
        </a:p>
      </dgm:t>
    </dgm:pt>
    <dgm:pt modelId="{3B6DF3B8-9DF6-4BB0-8ED3-2B161A265670}" type="parTrans" cxnId="{84A4DA5C-9C66-4ABE-8698-879B02947F49}">
      <dgm:prSet/>
      <dgm:spPr/>
      <dgm:t>
        <a:bodyPr/>
        <a:lstStyle/>
        <a:p>
          <a:endParaRPr lang="uk-UA"/>
        </a:p>
      </dgm:t>
    </dgm:pt>
    <dgm:pt modelId="{FD5366BF-39C9-4019-972F-B18039E4E67A}" type="sibTrans" cxnId="{84A4DA5C-9C66-4ABE-8698-879B02947F49}">
      <dgm:prSet/>
      <dgm:spPr/>
      <dgm:t>
        <a:bodyPr/>
        <a:lstStyle/>
        <a:p>
          <a:endParaRPr lang="uk-UA"/>
        </a:p>
      </dgm:t>
    </dgm:pt>
    <dgm:pt modelId="{97205B27-47BA-46E5-8CDF-7BE1FD4F5C16}">
      <dgm:prSet/>
      <dgm:spPr/>
      <dgm:t>
        <a:bodyPr/>
        <a:lstStyle/>
        <a:p>
          <a:r>
            <a:rPr lang="uk-UA" b="0" i="0"/>
            <a:t>Чехословаччини.</a:t>
          </a:r>
          <a:endParaRPr lang="uk-UA"/>
        </a:p>
      </dgm:t>
    </dgm:pt>
    <dgm:pt modelId="{AF30E654-280C-4161-8B61-768349116561}" type="parTrans" cxnId="{3A1B8651-A59D-434B-B19F-3DD2F771E3AC}">
      <dgm:prSet/>
      <dgm:spPr/>
      <dgm:t>
        <a:bodyPr/>
        <a:lstStyle/>
        <a:p>
          <a:endParaRPr lang="uk-UA"/>
        </a:p>
      </dgm:t>
    </dgm:pt>
    <dgm:pt modelId="{17B62AF1-279F-4F6A-A04C-5D8B5E22C41C}" type="sibTrans" cxnId="{3A1B8651-A59D-434B-B19F-3DD2F771E3AC}">
      <dgm:prSet/>
      <dgm:spPr/>
      <dgm:t>
        <a:bodyPr/>
        <a:lstStyle/>
        <a:p>
          <a:endParaRPr lang="uk-UA"/>
        </a:p>
      </dgm:t>
    </dgm:pt>
    <dgm:pt modelId="{588F1985-0876-418A-BA51-67C674DF054C}" type="pres">
      <dgm:prSet presAssocID="{8C6BE43E-77B8-4B5F-A173-2F63E2C44777}" presName="linear" presStyleCnt="0">
        <dgm:presLayoutVars>
          <dgm:animLvl val="lvl"/>
          <dgm:resizeHandles val="exact"/>
        </dgm:presLayoutVars>
      </dgm:prSet>
      <dgm:spPr/>
    </dgm:pt>
    <dgm:pt modelId="{680DBEF9-3A16-441C-AE54-DDD1FDFC49D7}" type="pres">
      <dgm:prSet presAssocID="{4A8DA2DA-C2B3-44AF-8B93-677BB9730F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C42765-7407-4AB7-9F14-3DBB3F1EA9E6}" type="pres">
      <dgm:prSet presAssocID="{7FB50FCC-EB06-4E87-92FF-64FF05F5C01E}" presName="spacer" presStyleCnt="0"/>
      <dgm:spPr/>
    </dgm:pt>
    <dgm:pt modelId="{C2D9F04A-A76E-4605-AD36-B7967086328B}" type="pres">
      <dgm:prSet presAssocID="{6B034CA9-9427-4B10-B3E0-5D04B885B2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98CB802-1C6C-4690-B0C0-6EC51EB8A047}" type="pres">
      <dgm:prSet presAssocID="{FB5D6445-8D83-49DF-96B6-18C93CA61430}" presName="spacer" presStyleCnt="0"/>
      <dgm:spPr/>
    </dgm:pt>
    <dgm:pt modelId="{2D43FDD3-8190-437F-A824-2881AA2C108E}" type="pres">
      <dgm:prSet presAssocID="{E964F64B-A570-4B55-A11D-E4F97ED978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DED7F0-D640-4B8C-B542-B4324F0B4BC9}" type="pres">
      <dgm:prSet presAssocID="{FD5366BF-39C9-4019-972F-B18039E4E67A}" presName="spacer" presStyleCnt="0"/>
      <dgm:spPr/>
    </dgm:pt>
    <dgm:pt modelId="{6795945A-A2BA-4072-8C61-DB1A24F28EB7}" type="pres">
      <dgm:prSet presAssocID="{97205B27-47BA-46E5-8CDF-7BE1FD4F5C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05DA1F-2368-4453-BAAE-D9458553C5F3}" srcId="{8C6BE43E-77B8-4B5F-A173-2F63E2C44777}" destId="{6B034CA9-9427-4B10-B3E0-5D04B885B24F}" srcOrd="1" destOrd="0" parTransId="{2472A477-5310-4853-860A-52D1D3922E68}" sibTransId="{FB5D6445-8D83-49DF-96B6-18C93CA61430}"/>
    <dgm:cxn modelId="{84A4DA5C-9C66-4ABE-8698-879B02947F49}" srcId="{8C6BE43E-77B8-4B5F-A173-2F63E2C44777}" destId="{E964F64B-A570-4B55-A11D-E4F97ED9785E}" srcOrd="2" destOrd="0" parTransId="{3B6DF3B8-9DF6-4BB0-8ED3-2B161A265670}" sibTransId="{FD5366BF-39C9-4019-972F-B18039E4E67A}"/>
    <dgm:cxn modelId="{3A1B8651-A59D-434B-B19F-3DD2F771E3AC}" srcId="{8C6BE43E-77B8-4B5F-A173-2F63E2C44777}" destId="{97205B27-47BA-46E5-8CDF-7BE1FD4F5C16}" srcOrd="3" destOrd="0" parTransId="{AF30E654-280C-4161-8B61-768349116561}" sibTransId="{17B62AF1-279F-4F6A-A04C-5D8B5E22C41C}"/>
    <dgm:cxn modelId="{4FABA1AB-4336-4B69-A048-7E1495B14511}" type="presOf" srcId="{97205B27-47BA-46E5-8CDF-7BE1FD4F5C16}" destId="{6795945A-A2BA-4072-8C61-DB1A24F28EB7}" srcOrd="0" destOrd="0" presId="urn:microsoft.com/office/officeart/2005/8/layout/vList2"/>
    <dgm:cxn modelId="{B2AF4AAE-FFA6-44FD-BAED-B16535ADC59A}" type="presOf" srcId="{8C6BE43E-77B8-4B5F-A173-2F63E2C44777}" destId="{588F1985-0876-418A-BA51-67C674DF054C}" srcOrd="0" destOrd="0" presId="urn:microsoft.com/office/officeart/2005/8/layout/vList2"/>
    <dgm:cxn modelId="{1AD10DD6-FACB-443D-8FC5-1AAAA62C83EC}" type="presOf" srcId="{6B034CA9-9427-4B10-B3E0-5D04B885B24F}" destId="{C2D9F04A-A76E-4605-AD36-B7967086328B}" srcOrd="0" destOrd="0" presId="urn:microsoft.com/office/officeart/2005/8/layout/vList2"/>
    <dgm:cxn modelId="{485E04D8-4687-4FB7-9DE6-E467E4492FD3}" srcId="{8C6BE43E-77B8-4B5F-A173-2F63E2C44777}" destId="{4A8DA2DA-C2B3-44AF-8B93-677BB9730FE5}" srcOrd="0" destOrd="0" parTransId="{30F377F7-7909-49FC-B02F-840FA3F2A6A3}" sibTransId="{7FB50FCC-EB06-4E87-92FF-64FF05F5C01E}"/>
    <dgm:cxn modelId="{837D5DE3-ABEF-4E27-844A-363CE6DBC6F2}" type="presOf" srcId="{E964F64B-A570-4B55-A11D-E4F97ED9785E}" destId="{2D43FDD3-8190-437F-A824-2881AA2C108E}" srcOrd="0" destOrd="0" presId="urn:microsoft.com/office/officeart/2005/8/layout/vList2"/>
    <dgm:cxn modelId="{82B4C3EA-7AD1-4AAC-8E47-1588822B569B}" type="presOf" srcId="{4A8DA2DA-C2B3-44AF-8B93-677BB9730FE5}" destId="{680DBEF9-3A16-441C-AE54-DDD1FDFC49D7}" srcOrd="0" destOrd="0" presId="urn:microsoft.com/office/officeart/2005/8/layout/vList2"/>
    <dgm:cxn modelId="{BD5AE43A-0B96-44ED-B035-78634F81A49B}" type="presParOf" srcId="{588F1985-0876-418A-BA51-67C674DF054C}" destId="{680DBEF9-3A16-441C-AE54-DDD1FDFC49D7}" srcOrd="0" destOrd="0" presId="urn:microsoft.com/office/officeart/2005/8/layout/vList2"/>
    <dgm:cxn modelId="{C2085720-93AF-47CA-9B8D-F906BF87303F}" type="presParOf" srcId="{588F1985-0876-418A-BA51-67C674DF054C}" destId="{C1C42765-7407-4AB7-9F14-3DBB3F1EA9E6}" srcOrd="1" destOrd="0" presId="urn:microsoft.com/office/officeart/2005/8/layout/vList2"/>
    <dgm:cxn modelId="{BE06CABD-4572-43A1-B350-1B8632512F6D}" type="presParOf" srcId="{588F1985-0876-418A-BA51-67C674DF054C}" destId="{C2D9F04A-A76E-4605-AD36-B7967086328B}" srcOrd="2" destOrd="0" presId="urn:microsoft.com/office/officeart/2005/8/layout/vList2"/>
    <dgm:cxn modelId="{132E5169-8598-47DE-BA1A-A90EFB847FC4}" type="presParOf" srcId="{588F1985-0876-418A-BA51-67C674DF054C}" destId="{598CB802-1C6C-4690-B0C0-6EC51EB8A047}" srcOrd="3" destOrd="0" presId="urn:microsoft.com/office/officeart/2005/8/layout/vList2"/>
    <dgm:cxn modelId="{8F01AA34-15E6-4C91-894C-184600F17C57}" type="presParOf" srcId="{588F1985-0876-418A-BA51-67C674DF054C}" destId="{2D43FDD3-8190-437F-A824-2881AA2C108E}" srcOrd="4" destOrd="0" presId="urn:microsoft.com/office/officeart/2005/8/layout/vList2"/>
    <dgm:cxn modelId="{40E6CF9D-657A-402D-9311-C44FC3B0F81B}" type="presParOf" srcId="{588F1985-0876-418A-BA51-67C674DF054C}" destId="{66DED7F0-D640-4B8C-B542-B4324F0B4BC9}" srcOrd="5" destOrd="0" presId="urn:microsoft.com/office/officeart/2005/8/layout/vList2"/>
    <dgm:cxn modelId="{D8D27EC9-52C7-44D2-839D-D57ACA82CCBE}" type="presParOf" srcId="{588F1985-0876-418A-BA51-67C674DF054C}" destId="{6795945A-A2BA-4072-8C61-DB1A24F28E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F255B1E0-0CCC-468C-AB41-1E12BDD4C06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220668A-8193-4C1A-A632-5EBAF0425555}">
      <dgm:prSet/>
      <dgm:spPr/>
      <dgm:t>
        <a:bodyPr/>
        <a:lstStyle/>
        <a:p>
          <a:r>
            <a:rPr lang="uk-UA" b="0" i="0"/>
            <a:t>Румунія</a:t>
          </a:r>
          <a:endParaRPr lang="uk-UA"/>
        </a:p>
      </dgm:t>
    </dgm:pt>
    <dgm:pt modelId="{03B0304E-1397-4A4C-AA1D-17FF3A670245}" type="parTrans" cxnId="{52BF3CFC-8810-4523-917E-9BE08AA48012}">
      <dgm:prSet/>
      <dgm:spPr/>
      <dgm:t>
        <a:bodyPr/>
        <a:lstStyle/>
        <a:p>
          <a:endParaRPr lang="uk-UA"/>
        </a:p>
      </dgm:t>
    </dgm:pt>
    <dgm:pt modelId="{D7A84B54-EF5C-43BA-BC63-B754EB2FA91C}" type="sibTrans" cxnId="{52BF3CFC-8810-4523-917E-9BE08AA48012}">
      <dgm:prSet/>
      <dgm:spPr/>
      <dgm:t>
        <a:bodyPr/>
        <a:lstStyle/>
        <a:p>
          <a:endParaRPr lang="uk-UA"/>
        </a:p>
      </dgm:t>
    </dgm:pt>
    <dgm:pt modelId="{7B0E5312-A2A2-4ED9-80FB-8FB7FC8C852E}">
      <dgm:prSet/>
      <dgm:spPr/>
      <dgm:t>
        <a:bodyPr/>
        <a:lstStyle/>
        <a:p>
          <a:r>
            <a:rPr lang="uk-UA" b="0" i="0"/>
            <a:t>Угорщина</a:t>
          </a:r>
          <a:endParaRPr lang="uk-UA"/>
        </a:p>
      </dgm:t>
    </dgm:pt>
    <dgm:pt modelId="{755807DA-338D-401D-AE01-B8E675A598A5}" type="parTrans" cxnId="{BCBEA860-1E85-4761-A2E9-C4B5691B0244}">
      <dgm:prSet/>
      <dgm:spPr/>
      <dgm:t>
        <a:bodyPr/>
        <a:lstStyle/>
        <a:p>
          <a:endParaRPr lang="uk-UA"/>
        </a:p>
      </dgm:t>
    </dgm:pt>
    <dgm:pt modelId="{157E461E-B645-420C-A993-E7C4F0E4E4BB}" type="sibTrans" cxnId="{BCBEA860-1E85-4761-A2E9-C4B5691B0244}">
      <dgm:prSet/>
      <dgm:spPr/>
      <dgm:t>
        <a:bodyPr/>
        <a:lstStyle/>
        <a:p>
          <a:endParaRPr lang="uk-UA"/>
        </a:p>
      </dgm:t>
    </dgm:pt>
    <dgm:pt modelId="{3F2CC63E-883D-40F9-AD38-102633D840B7}">
      <dgm:prSet/>
      <dgm:spPr/>
      <dgm:t>
        <a:bodyPr/>
        <a:lstStyle/>
        <a:p>
          <a:r>
            <a:rPr lang="uk-UA" b="0" i="0"/>
            <a:t>Польща</a:t>
          </a:r>
          <a:endParaRPr lang="uk-UA"/>
        </a:p>
      </dgm:t>
    </dgm:pt>
    <dgm:pt modelId="{F98F62F5-339E-4991-B351-1CD974BBB6A7}" type="parTrans" cxnId="{E51936D3-4029-4C34-8978-DCEF1BDD0128}">
      <dgm:prSet/>
      <dgm:spPr/>
      <dgm:t>
        <a:bodyPr/>
        <a:lstStyle/>
        <a:p>
          <a:endParaRPr lang="uk-UA"/>
        </a:p>
      </dgm:t>
    </dgm:pt>
    <dgm:pt modelId="{C256FA64-5B4F-4C35-A0BF-148CD3A16744}" type="sibTrans" cxnId="{E51936D3-4029-4C34-8978-DCEF1BDD0128}">
      <dgm:prSet/>
      <dgm:spPr/>
      <dgm:t>
        <a:bodyPr/>
        <a:lstStyle/>
        <a:p>
          <a:endParaRPr lang="uk-UA"/>
        </a:p>
      </dgm:t>
    </dgm:pt>
    <dgm:pt modelId="{CF51D3F8-DB63-40AA-8D01-9342206E6B32}">
      <dgm:prSet/>
      <dgm:spPr/>
      <dgm:t>
        <a:bodyPr/>
        <a:lstStyle/>
        <a:p>
          <a:r>
            <a:rPr lang="uk-UA" b="0" i="0"/>
            <a:t>Німеччина</a:t>
          </a:r>
          <a:endParaRPr lang="uk-UA"/>
        </a:p>
      </dgm:t>
    </dgm:pt>
    <dgm:pt modelId="{A4D498EF-2147-4957-8F82-0C767A971EB9}" type="parTrans" cxnId="{E13BB05C-2C7D-425A-BF3D-2F482B354DE2}">
      <dgm:prSet/>
      <dgm:spPr/>
      <dgm:t>
        <a:bodyPr/>
        <a:lstStyle/>
        <a:p>
          <a:endParaRPr lang="uk-UA"/>
        </a:p>
      </dgm:t>
    </dgm:pt>
    <dgm:pt modelId="{10C8C043-8E9A-4B1F-B476-6D7D1DC712DB}" type="sibTrans" cxnId="{E13BB05C-2C7D-425A-BF3D-2F482B354DE2}">
      <dgm:prSet/>
      <dgm:spPr/>
      <dgm:t>
        <a:bodyPr/>
        <a:lstStyle/>
        <a:p>
          <a:endParaRPr lang="uk-UA"/>
        </a:p>
      </dgm:t>
    </dgm:pt>
    <dgm:pt modelId="{7C17C137-C62B-4D7C-A0ED-12C97516D231}" type="pres">
      <dgm:prSet presAssocID="{F255B1E0-0CCC-468C-AB41-1E12BDD4C067}" presName="linearFlow" presStyleCnt="0">
        <dgm:presLayoutVars>
          <dgm:dir/>
          <dgm:resizeHandles val="exact"/>
        </dgm:presLayoutVars>
      </dgm:prSet>
      <dgm:spPr/>
    </dgm:pt>
    <dgm:pt modelId="{D079C965-D5DC-4355-A0C8-2899D771CEBD}" type="pres">
      <dgm:prSet presAssocID="{0220668A-8193-4C1A-A632-5EBAF0425555}" presName="composite" presStyleCnt="0"/>
      <dgm:spPr/>
    </dgm:pt>
    <dgm:pt modelId="{955C4E46-383A-4566-B0D2-3F6D0D34F09A}" type="pres">
      <dgm:prSet presAssocID="{0220668A-8193-4C1A-A632-5EBAF0425555}" presName="imgShp" presStyleLbl="fgImgPlace1" presStyleIdx="0" presStyleCnt="4"/>
      <dgm:spPr/>
    </dgm:pt>
    <dgm:pt modelId="{B0A107EE-3538-4176-8522-B9C29E8DCA8B}" type="pres">
      <dgm:prSet presAssocID="{0220668A-8193-4C1A-A632-5EBAF0425555}" presName="txShp" presStyleLbl="node1" presStyleIdx="0" presStyleCnt="4">
        <dgm:presLayoutVars>
          <dgm:bulletEnabled val="1"/>
        </dgm:presLayoutVars>
      </dgm:prSet>
      <dgm:spPr/>
    </dgm:pt>
    <dgm:pt modelId="{9CF40580-D51E-4EB8-B17D-0D40CBD6A8BB}" type="pres">
      <dgm:prSet presAssocID="{D7A84B54-EF5C-43BA-BC63-B754EB2FA91C}" presName="spacing" presStyleCnt="0"/>
      <dgm:spPr/>
    </dgm:pt>
    <dgm:pt modelId="{92E5907C-B6B6-466D-9C76-05CCA981F08C}" type="pres">
      <dgm:prSet presAssocID="{7B0E5312-A2A2-4ED9-80FB-8FB7FC8C852E}" presName="composite" presStyleCnt="0"/>
      <dgm:spPr/>
    </dgm:pt>
    <dgm:pt modelId="{9F1B7B8C-5120-4B9F-BD7F-31F7A6B41974}" type="pres">
      <dgm:prSet presAssocID="{7B0E5312-A2A2-4ED9-80FB-8FB7FC8C852E}" presName="imgShp" presStyleLbl="fgImgPlace1" presStyleIdx="1" presStyleCnt="4"/>
      <dgm:spPr/>
    </dgm:pt>
    <dgm:pt modelId="{530A7CCA-47B0-40D2-B75E-FC4D44DD53FF}" type="pres">
      <dgm:prSet presAssocID="{7B0E5312-A2A2-4ED9-80FB-8FB7FC8C852E}" presName="txShp" presStyleLbl="node1" presStyleIdx="1" presStyleCnt="4">
        <dgm:presLayoutVars>
          <dgm:bulletEnabled val="1"/>
        </dgm:presLayoutVars>
      </dgm:prSet>
      <dgm:spPr/>
    </dgm:pt>
    <dgm:pt modelId="{AB772817-2CC7-41B0-A904-9CE883064E9F}" type="pres">
      <dgm:prSet presAssocID="{157E461E-B645-420C-A993-E7C4F0E4E4BB}" presName="spacing" presStyleCnt="0"/>
      <dgm:spPr/>
    </dgm:pt>
    <dgm:pt modelId="{E416F53E-73D4-4836-AC26-DF8B80042229}" type="pres">
      <dgm:prSet presAssocID="{3F2CC63E-883D-40F9-AD38-102633D840B7}" presName="composite" presStyleCnt="0"/>
      <dgm:spPr/>
    </dgm:pt>
    <dgm:pt modelId="{2C22DEF6-FB86-4C8B-A8E6-84D36AB5F1CD}" type="pres">
      <dgm:prSet presAssocID="{3F2CC63E-883D-40F9-AD38-102633D840B7}" presName="imgShp" presStyleLbl="fgImgPlace1" presStyleIdx="2" presStyleCnt="4"/>
      <dgm:spPr/>
    </dgm:pt>
    <dgm:pt modelId="{1C0F4FC8-205F-46F5-B439-2A7A05FA9BC2}" type="pres">
      <dgm:prSet presAssocID="{3F2CC63E-883D-40F9-AD38-102633D840B7}" presName="txShp" presStyleLbl="node1" presStyleIdx="2" presStyleCnt="4">
        <dgm:presLayoutVars>
          <dgm:bulletEnabled val="1"/>
        </dgm:presLayoutVars>
      </dgm:prSet>
      <dgm:spPr/>
    </dgm:pt>
    <dgm:pt modelId="{EAFE5977-A376-4B8B-AD23-A62A3CB7A7B4}" type="pres">
      <dgm:prSet presAssocID="{C256FA64-5B4F-4C35-A0BF-148CD3A16744}" presName="spacing" presStyleCnt="0"/>
      <dgm:spPr/>
    </dgm:pt>
    <dgm:pt modelId="{AB579DB2-89D8-4AEF-AD04-359412441F46}" type="pres">
      <dgm:prSet presAssocID="{CF51D3F8-DB63-40AA-8D01-9342206E6B32}" presName="composite" presStyleCnt="0"/>
      <dgm:spPr/>
    </dgm:pt>
    <dgm:pt modelId="{0AD1CE16-B582-4F63-829A-6D561F788202}" type="pres">
      <dgm:prSet presAssocID="{CF51D3F8-DB63-40AA-8D01-9342206E6B32}" presName="imgShp" presStyleLbl="fgImgPlace1" presStyleIdx="3" presStyleCnt="4"/>
      <dgm:spPr/>
    </dgm:pt>
    <dgm:pt modelId="{212CFC69-916E-4F77-BC70-699EC0375B63}" type="pres">
      <dgm:prSet presAssocID="{CF51D3F8-DB63-40AA-8D01-9342206E6B32}" presName="txShp" presStyleLbl="node1" presStyleIdx="3" presStyleCnt="4">
        <dgm:presLayoutVars>
          <dgm:bulletEnabled val="1"/>
        </dgm:presLayoutVars>
      </dgm:prSet>
      <dgm:spPr/>
    </dgm:pt>
  </dgm:ptLst>
  <dgm:cxnLst>
    <dgm:cxn modelId="{E13BB05C-2C7D-425A-BF3D-2F482B354DE2}" srcId="{F255B1E0-0CCC-468C-AB41-1E12BDD4C067}" destId="{CF51D3F8-DB63-40AA-8D01-9342206E6B32}" srcOrd="3" destOrd="0" parTransId="{A4D498EF-2147-4957-8F82-0C767A971EB9}" sibTransId="{10C8C043-8E9A-4B1F-B476-6D7D1DC712DB}"/>
    <dgm:cxn modelId="{BCBEA860-1E85-4761-A2E9-C4B5691B0244}" srcId="{F255B1E0-0CCC-468C-AB41-1E12BDD4C067}" destId="{7B0E5312-A2A2-4ED9-80FB-8FB7FC8C852E}" srcOrd="1" destOrd="0" parTransId="{755807DA-338D-401D-AE01-B8E675A598A5}" sibTransId="{157E461E-B645-420C-A993-E7C4F0E4E4BB}"/>
    <dgm:cxn modelId="{40D99B4C-4F40-47F9-A8CF-1D12FA0C83D3}" type="presOf" srcId="{CF51D3F8-DB63-40AA-8D01-9342206E6B32}" destId="{212CFC69-916E-4F77-BC70-699EC0375B63}" srcOrd="0" destOrd="0" presId="urn:microsoft.com/office/officeart/2005/8/layout/vList3"/>
    <dgm:cxn modelId="{983CF7A4-3ECE-42CB-BC5A-4A84AF745615}" type="presOf" srcId="{3F2CC63E-883D-40F9-AD38-102633D840B7}" destId="{1C0F4FC8-205F-46F5-B439-2A7A05FA9BC2}" srcOrd="0" destOrd="0" presId="urn:microsoft.com/office/officeart/2005/8/layout/vList3"/>
    <dgm:cxn modelId="{AE8129A8-3DEA-4A8A-B2DF-4340F9F16626}" type="presOf" srcId="{7B0E5312-A2A2-4ED9-80FB-8FB7FC8C852E}" destId="{530A7CCA-47B0-40D2-B75E-FC4D44DD53FF}" srcOrd="0" destOrd="0" presId="urn:microsoft.com/office/officeart/2005/8/layout/vList3"/>
    <dgm:cxn modelId="{E51936D3-4029-4C34-8978-DCEF1BDD0128}" srcId="{F255B1E0-0CCC-468C-AB41-1E12BDD4C067}" destId="{3F2CC63E-883D-40F9-AD38-102633D840B7}" srcOrd="2" destOrd="0" parTransId="{F98F62F5-339E-4991-B351-1CD974BBB6A7}" sibTransId="{C256FA64-5B4F-4C35-A0BF-148CD3A16744}"/>
    <dgm:cxn modelId="{6AA049D6-250D-4CF1-8390-A2511C109D71}" type="presOf" srcId="{0220668A-8193-4C1A-A632-5EBAF0425555}" destId="{B0A107EE-3538-4176-8522-B9C29E8DCA8B}" srcOrd="0" destOrd="0" presId="urn:microsoft.com/office/officeart/2005/8/layout/vList3"/>
    <dgm:cxn modelId="{569FF1EC-A3BE-4A0C-84F3-D42C83FA5460}" type="presOf" srcId="{F255B1E0-0CCC-468C-AB41-1E12BDD4C067}" destId="{7C17C137-C62B-4D7C-A0ED-12C97516D231}" srcOrd="0" destOrd="0" presId="urn:microsoft.com/office/officeart/2005/8/layout/vList3"/>
    <dgm:cxn modelId="{52BF3CFC-8810-4523-917E-9BE08AA48012}" srcId="{F255B1E0-0CCC-468C-AB41-1E12BDD4C067}" destId="{0220668A-8193-4C1A-A632-5EBAF0425555}" srcOrd="0" destOrd="0" parTransId="{03B0304E-1397-4A4C-AA1D-17FF3A670245}" sibTransId="{D7A84B54-EF5C-43BA-BC63-B754EB2FA91C}"/>
    <dgm:cxn modelId="{6B158AE2-D2C9-486A-8B09-1D51860EDEDD}" type="presParOf" srcId="{7C17C137-C62B-4D7C-A0ED-12C97516D231}" destId="{D079C965-D5DC-4355-A0C8-2899D771CEBD}" srcOrd="0" destOrd="0" presId="urn:microsoft.com/office/officeart/2005/8/layout/vList3"/>
    <dgm:cxn modelId="{2D5EE843-CFD6-4AD3-9E84-96F3C71BB0A7}" type="presParOf" srcId="{D079C965-D5DC-4355-A0C8-2899D771CEBD}" destId="{955C4E46-383A-4566-B0D2-3F6D0D34F09A}" srcOrd="0" destOrd="0" presId="urn:microsoft.com/office/officeart/2005/8/layout/vList3"/>
    <dgm:cxn modelId="{F0281343-AE8A-47A9-AE29-C7E9A27D3611}" type="presParOf" srcId="{D079C965-D5DC-4355-A0C8-2899D771CEBD}" destId="{B0A107EE-3538-4176-8522-B9C29E8DCA8B}" srcOrd="1" destOrd="0" presId="urn:microsoft.com/office/officeart/2005/8/layout/vList3"/>
    <dgm:cxn modelId="{C81FE166-0A3E-4A82-B83B-84E958DA28EE}" type="presParOf" srcId="{7C17C137-C62B-4D7C-A0ED-12C97516D231}" destId="{9CF40580-D51E-4EB8-B17D-0D40CBD6A8BB}" srcOrd="1" destOrd="0" presId="urn:microsoft.com/office/officeart/2005/8/layout/vList3"/>
    <dgm:cxn modelId="{92BA4514-B4A1-4509-B005-DC2E4DDBF483}" type="presParOf" srcId="{7C17C137-C62B-4D7C-A0ED-12C97516D231}" destId="{92E5907C-B6B6-466D-9C76-05CCA981F08C}" srcOrd="2" destOrd="0" presId="urn:microsoft.com/office/officeart/2005/8/layout/vList3"/>
    <dgm:cxn modelId="{EE5AD6C5-A75B-4E54-AA0F-6A4C8FC36C2F}" type="presParOf" srcId="{92E5907C-B6B6-466D-9C76-05CCA981F08C}" destId="{9F1B7B8C-5120-4B9F-BD7F-31F7A6B41974}" srcOrd="0" destOrd="0" presId="urn:microsoft.com/office/officeart/2005/8/layout/vList3"/>
    <dgm:cxn modelId="{500814BA-B740-43C6-9250-957A1398A91B}" type="presParOf" srcId="{92E5907C-B6B6-466D-9C76-05CCA981F08C}" destId="{530A7CCA-47B0-40D2-B75E-FC4D44DD53FF}" srcOrd="1" destOrd="0" presId="urn:microsoft.com/office/officeart/2005/8/layout/vList3"/>
    <dgm:cxn modelId="{C71540AE-4505-4FC5-A01E-1BC2F2DA1626}" type="presParOf" srcId="{7C17C137-C62B-4D7C-A0ED-12C97516D231}" destId="{AB772817-2CC7-41B0-A904-9CE883064E9F}" srcOrd="3" destOrd="0" presId="urn:microsoft.com/office/officeart/2005/8/layout/vList3"/>
    <dgm:cxn modelId="{63665A71-2F3D-401D-97CC-B289FEECF1C6}" type="presParOf" srcId="{7C17C137-C62B-4D7C-A0ED-12C97516D231}" destId="{E416F53E-73D4-4836-AC26-DF8B80042229}" srcOrd="4" destOrd="0" presId="urn:microsoft.com/office/officeart/2005/8/layout/vList3"/>
    <dgm:cxn modelId="{C7273A86-5397-432B-8A9E-26C9691489F2}" type="presParOf" srcId="{E416F53E-73D4-4836-AC26-DF8B80042229}" destId="{2C22DEF6-FB86-4C8B-A8E6-84D36AB5F1CD}" srcOrd="0" destOrd="0" presId="urn:microsoft.com/office/officeart/2005/8/layout/vList3"/>
    <dgm:cxn modelId="{117B68A6-396B-43F5-98D5-E8E7350F4217}" type="presParOf" srcId="{E416F53E-73D4-4836-AC26-DF8B80042229}" destId="{1C0F4FC8-205F-46F5-B439-2A7A05FA9BC2}" srcOrd="1" destOrd="0" presId="urn:microsoft.com/office/officeart/2005/8/layout/vList3"/>
    <dgm:cxn modelId="{8FEABB61-0348-433D-9D56-E47156A44843}" type="presParOf" srcId="{7C17C137-C62B-4D7C-A0ED-12C97516D231}" destId="{EAFE5977-A376-4B8B-AD23-A62A3CB7A7B4}" srcOrd="5" destOrd="0" presId="urn:microsoft.com/office/officeart/2005/8/layout/vList3"/>
    <dgm:cxn modelId="{43127560-B150-4D85-9D74-7B88A4EAFE77}" type="presParOf" srcId="{7C17C137-C62B-4D7C-A0ED-12C97516D231}" destId="{AB579DB2-89D8-4AEF-AD04-359412441F46}" srcOrd="6" destOrd="0" presId="urn:microsoft.com/office/officeart/2005/8/layout/vList3"/>
    <dgm:cxn modelId="{BAA6D5F6-CD16-4BD0-A370-E4A4BA5233A2}" type="presParOf" srcId="{AB579DB2-89D8-4AEF-AD04-359412441F46}" destId="{0AD1CE16-B582-4F63-829A-6D561F788202}" srcOrd="0" destOrd="0" presId="urn:microsoft.com/office/officeart/2005/8/layout/vList3"/>
    <dgm:cxn modelId="{0190EA08-94D3-4252-BAC3-959DF3D05FA5}" type="presParOf" srcId="{AB579DB2-89D8-4AEF-AD04-359412441F46}" destId="{212CFC69-916E-4F77-BC70-699EC0375B6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D1D95D5E-7EC0-40C0-B7F7-5D45F17DA1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F5A2C1B-7AF3-430E-9C30-67E32231121C}">
      <dgm:prSet/>
      <dgm:spPr/>
      <dgm:t>
        <a:bodyPr/>
        <a:lstStyle/>
        <a:p>
          <a:r>
            <a:rPr lang="uk-UA" b="0" i="0"/>
            <a:t>Польщі</a:t>
          </a:r>
          <a:endParaRPr lang="uk-UA"/>
        </a:p>
      </dgm:t>
    </dgm:pt>
    <dgm:pt modelId="{EE080E85-0365-47F1-A38B-50A828B7743A}" type="parTrans" cxnId="{AA540F90-7883-4AC1-BFE3-F617D253F374}">
      <dgm:prSet/>
      <dgm:spPr/>
      <dgm:t>
        <a:bodyPr/>
        <a:lstStyle/>
        <a:p>
          <a:endParaRPr lang="uk-UA"/>
        </a:p>
      </dgm:t>
    </dgm:pt>
    <dgm:pt modelId="{84A2F17E-1717-494B-A916-347C6FD05DC5}" type="sibTrans" cxnId="{AA540F90-7883-4AC1-BFE3-F617D253F374}">
      <dgm:prSet/>
      <dgm:spPr/>
      <dgm:t>
        <a:bodyPr/>
        <a:lstStyle/>
        <a:p>
          <a:endParaRPr lang="uk-UA"/>
        </a:p>
      </dgm:t>
    </dgm:pt>
    <dgm:pt modelId="{2FDEBEA2-857D-4796-9918-D75599CD244F}">
      <dgm:prSet/>
      <dgm:spPr/>
      <dgm:t>
        <a:bodyPr/>
        <a:lstStyle/>
        <a:p>
          <a:r>
            <a:rPr lang="uk-UA" b="0" i="0"/>
            <a:t>Чехословаччині</a:t>
          </a:r>
          <a:endParaRPr lang="uk-UA"/>
        </a:p>
      </dgm:t>
    </dgm:pt>
    <dgm:pt modelId="{DDD27847-64F9-4EE2-AA57-593727A900D9}" type="parTrans" cxnId="{5932A27D-7DEE-40A6-97D1-5E1604C8AC53}">
      <dgm:prSet/>
      <dgm:spPr/>
      <dgm:t>
        <a:bodyPr/>
        <a:lstStyle/>
        <a:p>
          <a:endParaRPr lang="uk-UA"/>
        </a:p>
      </dgm:t>
    </dgm:pt>
    <dgm:pt modelId="{3D9E90ED-CE1B-407C-A4B8-248EA8B7F84D}" type="sibTrans" cxnId="{5932A27D-7DEE-40A6-97D1-5E1604C8AC53}">
      <dgm:prSet/>
      <dgm:spPr/>
      <dgm:t>
        <a:bodyPr/>
        <a:lstStyle/>
        <a:p>
          <a:endParaRPr lang="uk-UA"/>
        </a:p>
      </dgm:t>
    </dgm:pt>
    <dgm:pt modelId="{75CB3BA8-52EF-4D3C-A303-DB9C064E478F}">
      <dgm:prSet/>
      <dgm:spPr/>
      <dgm:t>
        <a:bodyPr/>
        <a:lstStyle/>
        <a:p>
          <a:r>
            <a:rPr lang="uk-UA" b="0" i="0"/>
            <a:t>Румунії</a:t>
          </a:r>
          <a:endParaRPr lang="uk-UA"/>
        </a:p>
      </dgm:t>
    </dgm:pt>
    <dgm:pt modelId="{866D1867-F441-4413-860C-58875FF592CD}" type="parTrans" cxnId="{73B92E05-0ED4-40C3-89EB-89618604482A}">
      <dgm:prSet/>
      <dgm:spPr/>
      <dgm:t>
        <a:bodyPr/>
        <a:lstStyle/>
        <a:p>
          <a:endParaRPr lang="uk-UA"/>
        </a:p>
      </dgm:t>
    </dgm:pt>
    <dgm:pt modelId="{71206428-60AA-4A16-BAD4-9B8E6F1BE702}" type="sibTrans" cxnId="{73B92E05-0ED4-40C3-89EB-89618604482A}">
      <dgm:prSet/>
      <dgm:spPr/>
      <dgm:t>
        <a:bodyPr/>
        <a:lstStyle/>
        <a:p>
          <a:endParaRPr lang="uk-UA"/>
        </a:p>
      </dgm:t>
    </dgm:pt>
    <dgm:pt modelId="{C3B35D06-132F-4828-BDBC-D8614F3F181E}">
      <dgm:prSet/>
      <dgm:spPr/>
      <dgm:t>
        <a:bodyPr/>
        <a:lstStyle/>
        <a:p>
          <a:r>
            <a:rPr lang="uk-UA" b="0" i="0"/>
            <a:t>Угорщині</a:t>
          </a:r>
          <a:endParaRPr lang="uk-UA"/>
        </a:p>
      </dgm:t>
    </dgm:pt>
    <dgm:pt modelId="{937F2DF5-3CDB-428C-8B5E-731661EF57A5}" type="parTrans" cxnId="{0555DAF6-A7D6-40FC-B0FE-DD8F110778AB}">
      <dgm:prSet/>
      <dgm:spPr/>
      <dgm:t>
        <a:bodyPr/>
        <a:lstStyle/>
        <a:p>
          <a:endParaRPr lang="uk-UA"/>
        </a:p>
      </dgm:t>
    </dgm:pt>
    <dgm:pt modelId="{1E8F4E1A-6404-4A58-AB5B-041CAAE8C436}" type="sibTrans" cxnId="{0555DAF6-A7D6-40FC-B0FE-DD8F110778AB}">
      <dgm:prSet/>
      <dgm:spPr/>
      <dgm:t>
        <a:bodyPr/>
        <a:lstStyle/>
        <a:p>
          <a:endParaRPr lang="uk-UA"/>
        </a:p>
      </dgm:t>
    </dgm:pt>
    <dgm:pt modelId="{086EB174-7FED-401B-AB06-E039FBD44DD0}" type="pres">
      <dgm:prSet presAssocID="{D1D95D5E-7EC0-40C0-B7F7-5D45F17DA11B}" presName="linear" presStyleCnt="0">
        <dgm:presLayoutVars>
          <dgm:animLvl val="lvl"/>
          <dgm:resizeHandles val="exact"/>
        </dgm:presLayoutVars>
      </dgm:prSet>
      <dgm:spPr/>
    </dgm:pt>
    <dgm:pt modelId="{2E457DBC-F41E-447A-BF77-ABA051F88DBC}" type="pres">
      <dgm:prSet presAssocID="{4F5A2C1B-7AF3-430E-9C30-67E3223112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82D2289-9BBF-4A27-852A-AE9BFD0B46B7}" type="pres">
      <dgm:prSet presAssocID="{84A2F17E-1717-494B-A916-347C6FD05DC5}" presName="spacer" presStyleCnt="0"/>
      <dgm:spPr/>
    </dgm:pt>
    <dgm:pt modelId="{A7B726E3-6B72-4488-ADC5-FCE6CEC027B5}" type="pres">
      <dgm:prSet presAssocID="{2FDEBEA2-857D-4796-9918-D75599CD24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0B4EF1-A9CC-4E1C-A072-743177300E16}" type="pres">
      <dgm:prSet presAssocID="{3D9E90ED-CE1B-407C-A4B8-248EA8B7F84D}" presName="spacer" presStyleCnt="0"/>
      <dgm:spPr/>
    </dgm:pt>
    <dgm:pt modelId="{C830C65F-8E40-46D3-ACBF-8E24CEABEB1D}" type="pres">
      <dgm:prSet presAssocID="{75CB3BA8-52EF-4D3C-A303-DB9C064E47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465CF3A-95AC-485E-8648-DF2D4F85BB0F}" type="pres">
      <dgm:prSet presAssocID="{71206428-60AA-4A16-BAD4-9B8E6F1BE702}" presName="spacer" presStyleCnt="0"/>
      <dgm:spPr/>
    </dgm:pt>
    <dgm:pt modelId="{BE826F8F-10C1-459A-B9C5-F472A67FA10B}" type="pres">
      <dgm:prSet presAssocID="{C3B35D06-132F-4828-BDBC-D8614F3F181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47A901-2BDB-480E-995A-A09336373C3C}" type="presOf" srcId="{C3B35D06-132F-4828-BDBC-D8614F3F181E}" destId="{BE826F8F-10C1-459A-B9C5-F472A67FA10B}" srcOrd="0" destOrd="0" presId="urn:microsoft.com/office/officeart/2005/8/layout/vList2"/>
    <dgm:cxn modelId="{73B92E05-0ED4-40C3-89EB-89618604482A}" srcId="{D1D95D5E-7EC0-40C0-B7F7-5D45F17DA11B}" destId="{75CB3BA8-52EF-4D3C-A303-DB9C064E478F}" srcOrd="2" destOrd="0" parTransId="{866D1867-F441-4413-860C-58875FF592CD}" sibTransId="{71206428-60AA-4A16-BAD4-9B8E6F1BE702}"/>
    <dgm:cxn modelId="{015C5A53-A77A-47AF-9D61-ACF6DF982F82}" type="presOf" srcId="{75CB3BA8-52EF-4D3C-A303-DB9C064E478F}" destId="{C830C65F-8E40-46D3-ACBF-8E24CEABEB1D}" srcOrd="0" destOrd="0" presId="urn:microsoft.com/office/officeart/2005/8/layout/vList2"/>
    <dgm:cxn modelId="{5932A27D-7DEE-40A6-97D1-5E1604C8AC53}" srcId="{D1D95D5E-7EC0-40C0-B7F7-5D45F17DA11B}" destId="{2FDEBEA2-857D-4796-9918-D75599CD244F}" srcOrd="1" destOrd="0" parTransId="{DDD27847-64F9-4EE2-AA57-593727A900D9}" sibTransId="{3D9E90ED-CE1B-407C-A4B8-248EA8B7F84D}"/>
    <dgm:cxn modelId="{AA540F90-7883-4AC1-BFE3-F617D253F374}" srcId="{D1D95D5E-7EC0-40C0-B7F7-5D45F17DA11B}" destId="{4F5A2C1B-7AF3-430E-9C30-67E32231121C}" srcOrd="0" destOrd="0" parTransId="{EE080E85-0365-47F1-A38B-50A828B7743A}" sibTransId="{84A2F17E-1717-494B-A916-347C6FD05DC5}"/>
    <dgm:cxn modelId="{AB8CE4B8-C151-4BDE-9F81-32464142B177}" type="presOf" srcId="{4F5A2C1B-7AF3-430E-9C30-67E32231121C}" destId="{2E457DBC-F41E-447A-BF77-ABA051F88DBC}" srcOrd="0" destOrd="0" presId="urn:microsoft.com/office/officeart/2005/8/layout/vList2"/>
    <dgm:cxn modelId="{47BD44E6-C168-4607-B0B4-2E90A0AE222C}" type="presOf" srcId="{D1D95D5E-7EC0-40C0-B7F7-5D45F17DA11B}" destId="{086EB174-7FED-401B-AB06-E039FBD44DD0}" srcOrd="0" destOrd="0" presId="urn:microsoft.com/office/officeart/2005/8/layout/vList2"/>
    <dgm:cxn modelId="{0555DAF6-A7D6-40FC-B0FE-DD8F110778AB}" srcId="{D1D95D5E-7EC0-40C0-B7F7-5D45F17DA11B}" destId="{C3B35D06-132F-4828-BDBC-D8614F3F181E}" srcOrd="3" destOrd="0" parTransId="{937F2DF5-3CDB-428C-8B5E-731661EF57A5}" sibTransId="{1E8F4E1A-6404-4A58-AB5B-041CAAE8C436}"/>
    <dgm:cxn modelId="{2A60CEFA-D918-4678-B12E-8E1CEF06DA6A}" type="presOf" srcId="{2FDEBEA2-857D-4796-9918-D75599CD244F}" destId="{A7B726E3-6B72-4488-ADC5-FCE6CEC027B5}" srcOrd="0" destOrd="0" presId="urn:microsoft.com/office/officeart/2005/8/layout/vList2"/>
    <dgm:cxn modelId="{077A8FE1-0B88-4B97-A72B-A57C6A0C8DBD}" type="presParOf" srcId="{086EB174-7FED-401B-AB06-E039FBD44DD0}" destId="{2E457DBC-F41E-447A-BF77-ABA051F88DBC}" srcOrd="0" destOrd="0" presId="urn:microsoft.com/office/officeart/2005/8/layout/vList2"/>
    <dgm:cxn modelId="{26253B70-1705-4AAC-BB67-DF2CD8F5401C}" type="presParOf" srcId="{086EB174-7FED-401B-AB06-E039FBD44DD0}" destId="{482D2289-9BBF-4A27-852A-AE9BFD0B46B7}" srcOrd="1" destOrd="0" presId="urn:microsoft.com/office/officeart/2005/8/layout/vList2"/>
    <dgm:cxn modelId="{9B094A56-5EB7-4743-8C9F-B2BBB8253699}" type="presParOf" srcId="{086EB174-7FED-401B-AB06-E039FBD44DD0}" destId="{A7B726E3-6B72-4488-ADC5-FCE6CEC027B5}" srcOrd="2" destOrd="0" presId="urn:microsoft.com/office/officeart/2005/8/layout/vList2"/>
    <dgm:cxn modelId="{90F9A9A3-2B6C-4384-8313-3199EC6BB46D}" type="presParOf" srcId="{086EB174-7FED-401B-AB06-E039FBD44DD0}" destId="{0F0B4EF1-A9CC-4E1C-A072-743177300E16}" srcOrd="3" destOrd="0" presId="urn:microsoft.com/office/officeart/2005/8/layout/vList2"/>
    <dgm:cxn modelId="{8D118C70-7FE1-41A5-BA5C-CF485FB96E87}" type="presParOf" srcId="{086EB174-7FED-401B-AB06-E039FBD44DD0}" destId="{C830C65F-8E40-46D3-ACBF-8E24CEABEB1D}" srcOrd="4" destOrd="0" presId="urn:microsoft.com/office/officeart/2005/8/layout/vList2"/>
    <dgm:cxn modelId="{685334B7-B559-4616-B6D4-3F338DE6358C}" type="presParOf" srcId="{086EB174-7FED-401B-AB06-E039FBD44DD0}" destId="{D465CF3A-95AC-485E-8648-DF2D4F85BB0F}" srcOrd="5" destOrd="0" presId="urn:microsoft.com/office/officeart/2005/8/layout/vList2"/>
    <dgm:cxn modelId="{FCB47065-323E-4147-8384-03D150B02123}" type="presParOf" srcId="{086EB174-7FED-401B-AB06-E039FBD44DD0}" destId="{BE826F8F-10C1-459A-B9C5-F472A67FA1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8088ED64-3C20-47E7-A2B4-2AAF42656D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48E40F2-80FC-4DF4-81B8-B7670EE7DE08}">
      <dgm:prSet/>
      <dgm:spPr/>
      <dgm:t>
        <a:bodyPr/>
        <a:lstStyle/>
        <a:p>
          <a:r>
            <a:rPr lang="ru-RU" b="0" i="0"/>
            <a:t>В. Мудрого</a:t>
          </a:r>
          <a:endParaRPr lang="uk-UA"/>
        </a:p>
      </dgm:t>
    </dgm:pt>
    <dgm:pt modelId="{88C8E94A-B8C2-456A-B67A-0503C88AF8B3}" type="parTrans" cxnId="{39D3D934-AC30-4AD0-BA61-8DB6E8871695}">
      <dgm:prSet/>
      <dgm:spPr/>
      <dgm:t>
        <a:bodyPr/>
        <a:lstStyle/>
        <a:p>
          <a:endParaRPr lang="uk-UA"/>
        </a:p>
      </dgm:t>
    </dgm:pt>
    <dgm:pt modelId="{D15640B0-514D-4F06-8682-9D101CDD7784}" type="sibTrans" cxnId="{39D3D934-AC30-4AD0-BA61-8DB6E8871695}">
      <dgm:prSet/>
      <dgm:spPr/>
      <dgm:t>
        <a:bodyPr/>
        <a:lstStyle/>
        <a:p>
          <a:endParaRPr lang="uk-UA"/>
        </a:p>
      </dgm:t>
    </dgm:pt>
    <dgm:pt modelId="{A9A28693-29F4-4EDE-981B-464EE623DBEC}">
      <dgm:prSet/>
      <dgm:spPr/>
      <dgm:t>
        <a:bodyPr/>
        <a:lstStyle/>
        <a:p>
          <a:r>
            <a:rPr lang="ru-RU" b="0" i="0"/>
            <a:t>С. Бандери</a:t>
          </a:r>
          <a:endParaRPr lang="uk-UA"/>
        </a:p>
      </dgm:t>
    </dgm:pt>
    <dgm:pt modelId="{CF751D93-5A71-4336-9DDE-D226E6DFC245}" type="parTrans" cxnId="{0B1F22E8-8A0D-4F33-995B-60DEFA4017D5}">
      <dgm:prSet/>
      <dgm:spPr/>
      <dgm:t>
        <a:bodyPr/>
        <a:lstStyle/>
        <a:p>
          <a:endParaRPr lang="uk-UA"/>
        </a:p>
      </dgm:t>
    </dgm:pt>
    <dgm:pt modelId="{CF020AE5-330F-4558-A1F5-901E15DEB635}" type="sibTrans" cxnId="{0B1F22E8-8A0D-4F33-995B-60DEFA4017D5}">
      <dgm:prSet/>
      <dgm:spPr/>
      <dgm:t>
        <a:bodyPr/>
        <a:lstStyle/>
        <a:p>
          <a:endParaRPr lang="uk-UA"/>
        </a:p>
      </dgm:t>
    </dgm:pt>
    <dgm:pt modelId="{14E83D1A-FB70-410F-951E-F077346658B7}">
      <dgm:prSet/>
      <dgm:spPr/>
      <dgm:t>
        <a:bodyPr/>
        <a:lstStyle/>
        <a:p>
          <a:r>
            <a:rPr lang="ru-RU" b="0" i="0"/>
            <a:t>А. Волошина</a:t>
          </a:r>
          <a:endParaRPr lang="uk-UA"/>
        </a:p>
      </dgm:t>
    </dgm:pt>
    <dgm:pt modelId="{EBEC1950-73FC-402D-81A0-5D1419077F67}" type="parTrans" cxnId="{69DD04C8-7718-4DA5-89FC-96E5B02E32B6}">
      <dgm:prSet/>
      <dgm:spPr/>
      <dgm:t>
        <a:bodyPr/>
        <a:lstStyle/>
        <a:p>
          <a:endParaRPr lang="uk-UA"/>
        </a:p>
      </dgm:t>
    </dgm:pt>
    <dgm:pt modelId="{A6059AFA-B58E-45A4-91DD-C9CAC4B7EC60}" type="sibTrans" cxnId="{69DD04C8-7718-4DA5-89FC-96E5B02E32B6}">
      <dgm:prSet/>
      <dgm:spPr/>
      <dgm:t>
        <a:bodyPr/>
        <a:lstStyle/>
        <a:p>
          <a:endParaRPr lang="uk-UA"/>
        </a:p>
      </dgm:t>
    </dgm:pt>
    <dgm:pt modelId="{C9D9F8E4-02CC-4F74-8940-F931F967E983}">
      <dgm:prSet/>
      <dgm:spPr/>
      <dgm:t>
        <a:bodyPr/>
        <a:lstStyle/>
        <a:p>
          <a:r>
            <a:rPr lang="ru-RU" b="0" i="0"/>
            <a:t>Є. Коновальця</a:t>
          </a:r>
          <a:endParaRPr lang="uk-UA"/>
        </a:p>
      </dgm:t>
    </dgm:pt>
    <dgm:pt modelId="{9948BD69-25EC-4191-AD4B-0635CF6F9F92}" type="parTrans" cxnId="{AB200F43-CB91-444C-AFD5-5BED3DB8E0F5}">
      <dgm:prSet/>
      <dgm:spPr/>
      <dgm:t>
        <a:bodyPr/>
        <a:lstStyle/>
        <a:p>
          <a:endParaRPr lang="uk-UA"/>
        </a:p>
      </dgm:t>
    </dgm:pt>
    <dgm:pt modelId="{F8D318BF-F87C-4466-9FC3-BF4CFA9C92CC}" type="sibTrans" cxnId="{AB200F43-CB91-444C-AFD5-5BED3DB8E0F5}">
      <dgm:prSet/>
      <dgm:spPr/>
      <dgm:t>
        <a:bodyPr/>
        <a:lstStyle/>
        <a:p>
          <a:endParaRPr lang="uk-UA"/>
        </a:p>
      </dgm:t>
    </dgm:pt>
    <dgm:pt modelId="{505BE09F-C24F-4A0C-A958-CD8DC5FCEE5C}" type="pres">
      <dgm:prSet presAssocID="{8088ED64-3C20-47E7-A2B4-2AAF42656D9D}" presName="linear" presStyleCnt="0">
        <dgm:presLayoutVars>
          <dgm:animLvl val="lvl"/>
          <dgm:resizeHandles val="exact"/>
        </dgm:presLayoutVars>
      </dgm:prSet>
      <dgm:spPr/>
    </dgm:pt>
    <dgm:pt modelId="{518A6954-D433-4F38-97C2-889282F9F41C}" type="pres">
      <dgm:prSet presAssocID="{148E40F2-80FC-4DF4-81B8-B7670EE7DE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BF43D5-B289-4DAA-B1B2-509EB6058965}" type="pres">
      <dgm:prSet presAssocID="{D15640B0-514D-4F06-8682-9D101CDD7784}" presName="spacer" presStyleCnt="0"/>
      <dgm:spPr/>
    </dgm:pt>
    <dgm:pt modelId="{D820E7C8-7F15-4402-980C-F8265C15CF37}" type="pres">
      <dgm:prSet presAssocID="{A9A28693-29F4-4EDE-981B-464EE623DB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BDF388-DABC-4560-9573-9F8C441E52FB}" type="pres">
      <dgm:prSet presAssocID="{CF020AE5-330F-4558-A1F5-901E15DEB635}" presName="spacer" presStyleCnt="0"/>
      <dgm:spPr/>
    </dgm:pt>
    <dgm:pt modelId="{AE433D4E-BA8B-4680-BED9-F9EB4DBC79BE}" type="pres">
      <dgm:prSet presAssocID="{14E83D1A-FB70-410F-951E-F077346658B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3C183C-731A-4751-BF0E-DF2C071C8AE9}" type="pres">
      <dgm:prSet presAssocID="{A6059AFA-B58E-45A4-91DD-C9CAC4B7EC60}" presName="spacer" presStyleCnt="0"/>
      <dgm:spPr/>
    </dgm:pt>
    <dgm:pt modelId="{BF4DA08D-2192-4857-830C-3F2ADB7037DC}" type="pres">
      <dgm:prSet presAssocID="{C9D9F8E4-02CC-4F74-8940-F931F967E9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853C626-616B-4FFD-8C8B-34169461BAE2}" type="presOf" srcId="{C9D9F8E4-02CC-4F74-8940-F931F967E983}" destId="{BF4DA08D-2192-4857-830C-3F2ADB7037DC}" srcOrd="0" destOrd="0" presId="urn:microsoft.com/office/officeart/2005/8/layout/vList2"/>
    <dgm:cxn modelId="{B41F9534-581B-47AD-AF28-7089A95AB3E7}" type="presOf" srcId="{8088ED64-3C20-47E7-A2B4-2AAF42656D9D}" destId="{505BE09F-C24F-4A0C-A958-CD8DC5FCEE5C}" srcOrd="0" destOrd="0" presId="urn:microsoft.com/office/officeart/2005/8/layout/vList2"/>
    <dgm:cxn modelId="{39D3D934-AC30-4AD0-BA61-8DB6E8871695}" srcId="{8088ED64-3C20-47E7-A2B4-2AAF42656D9D}" destId="{148E40F2-80FC-4DF4-81B8-B7670EE7DE08}" srcOrd="0" destOrd="0" parTransId="{88C8E94A-B8C2-456A-B67A-0503C88AF8B3}" sibTransId="{D15640B0-514D-4F06-8682-9D101CDD7784}"/>
    <dgm:cxn modelId="{AB200F43-CB91-444C-AFD5-5BED3DB8E0F5}" srcId="{8088ED64-3C20-47E7-A2B4-2AAF42656D9D}" destId="{C9D9F8E4-02CC-4F74-8940-F931F967E983}" srcOrd="3" destOrd="0" parTransId="{9948BD69-25EC-4191-AD4B-0635CF6F9F92}" sibTransId="{F8D318BF-F87C-4466-9FC3-BF4CFA9C92CC}"/>
    <dgm:cxn modelId="{F5D8EFAA-E911-455D-B2DF-46529DD7AB3C}" type="presOf" srcId="{A9A28693-29F4-4EDE-981B-464EE623DBEC}" destId="{D820E7C8-7F15-4402-980C-F8265C15CF37}" srcOrd="0" destOrd="0" presId="urn:microsoft.com/office/officeart/2005/8/layout/vList2"/>
    <dgm:cxn modelId="{69DD04C8-7718-4DA5-89FC-96E5B02E32B6}" srcId="{8088ED64-3C20-47E7-A2B4-2AAF42656D9D}" destId="{14E83D1A-FB70-410F-951E-F077346658B7}" srcOrd="2" destOrd="0" parTransId="{EBEC1950-73FC-402D-81A0-5D1419077F67}" sibTransId="{A6059AFA-B58E-45A4-91DD-C9CAC4B7EC60}"/>
    <dgm:cxn modelId="{0B1F22E8-8A0D-4F33-995B-60DEFA4017D5}" srcId="{8088ED64-3C20-47E7-A2B4-2AAF42656D9D}" destId="{A9A28693-29F4-4EDE-981B-464EE623DBEC}" srcOrd="1" destOrd="0" parTransId="{CF751D93-5A71-4336-9DDE-D226E6DFC245}" sibTransId="{CF020AE5-330F-4558-A1F5-901E15DEB635}"/>
    <dgm:cxn modelId="{5C3AC3EB-7E38-46B5-85F7-560B379ECD84}" type="presOf" srcId="{148E40F2-80FC-4DF4-81B8-B7670EE7DE08}" destId="{518A6954-D433-4F38-97C2-889282F9F41C}" srcOrd="0" destOrd="0" presId="urn:microsoft.com/office/officeart/2005/8/layout/vList2"/>
    <dgm:cxn modelId="{AB86A9FE-B6C5-4EE8-8012-DE3D18EE8C4B}" type="presOf" srcId="{14E83D1A-FB70-410F-951E-F077346658B7}" destId="{AE433D4E-BA8B-4680-BED9-F9EB4DBC79BE}" srcOrd="0" destOrd="0" presId="urn:microsoft.com/office/officeart/2005/8/layout/vList2"/>
    <dgm:cxn modelId="{41771569-9E60-4B41-99DB-447C38FB885B}" type="presParOf" srcId="{505BE09F-C24F-4A0C-A958-CD8DC5FCEE5C}" destId="{518A6954-D433-4F38-97C2-889282F9F41C}" srcOrd="0" destOrd="0" presId="urn:microsoft.com/office/officeart/2005/8/layout/vList2"/>
    <dgm:cxn modelId="{CBF8FCF9-DAE2-4C54-A088-5C7D1CBF85EE}" type="presParOf" srcId="{505BE09F-C24F-4A0C-A958-CD8DC5FCEE5C}" destId="{43BF43D5-B289-4DAA-B1B2-509EB6058965}" srcOrd="1" destOrd="0" presId="urn:microsoft.com/office/officeart/2005/8/layout/vList2"/>
    <dgm:cxn modelId="{C2F1CA74-998C-4426-BBD8-9ADEB38FA9C1}" type="presParOf" srcId="{505BE09F-C24F-4A0C-A958-CD8DC5FCEE5C}" destId="{D820E7C8-7F15-4402-980C-F8265C15CF37}" srcOrd="2" destOrd="0" presId="urn:microsoft.com/office/officeart/2005/8/layout/vList2"/>
    <dgm:cxn modelId="{964B86D2-466B-4251-ABCC-2E5D21D4B37D}" type="presParOf" srcId="{505BE09F-C24F-4A0C-A958-CD8DC5FCEE5C}" destId="{8BBDF388-DABC-4560-9573-9F8C441E52FB}" srcOrd="3" destOrd="0" presId="urn:microsoft.com/office/officeart/2005/8/layout/vList2"/>
    <dgm:cxn modelId="{006AFB97-23DB-4946-880E-00DB2E45C02F}" type="presParOf" srcId="{505BE09F-C24F-4A0C-A958-CD8DC5FCEE5C}" destId="{AE433D4E-BA8B-4680-BED9-F9EB4DBC79BE}" srcOrd="4" destOrd="0" presId="urn:microsoft.com/office/officeart/2005/8/layout/vList2"/>
    <dgm:cxn modelId="{9C95F58D-1949-4D5F-99F8-984A6248DF78}" type="presParOf" srcId="{505BE09F-C24F-4A0C-A958-CD8DC5FCEE5C}" destId="{3D3C183C-731A-4751-BF0E-DF2C071C8AE9}" srcOrd="5" destOrd="0" presId="urn:microsoft.com/office/officeart/2005/8/layout/vList2"/>
    <dgm:cxn modelId="{776EDBBA-F4DB-4A10-829A-1E5B51675475}" type="presParOf" srcId="{505BE09F-C24F-4A0C-A958-CD8DC5FCEE5C}" destId="{BF4DA08D-2192-4857-830C-3F2ADB7037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FE131945-05E2-4684-9544-1BD8F1D7F5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EC529EB-C7C3-4913-A763-1064DBF28E4E}">
      <dgm:prSet/>
      <dgm:spPr/>
      <dgm:t>
        <a:bodyPr/>
        <a:lstStyle/>
        <a:p>
          <a:r>
            <a:rPr lang="uk-UA" b="0" i="0"/>
            <a:t>Польщі.</a:t>
          </a:r>
          <a:endParaRPr lang="uk-UA"/>
        </a:p>
      </dgm:t>
    </dgm:pt>
    <dgm:pt modelId="{DA16E771-CFE7-40BC-AA51-9C4DF50E5ADF}" type="parTrans" cxnId="{51DD1CAC-A1EC-4880-BC03-D6570945114B}">
      <dgm:prSet/>
      <dgm:spPr/>
      <dgm:t>
        <a:bodyPr/>
        <a:lstStyle/>
        <a:p>
          <a:endParaRPr lang="uk-UA"/>
        </a:p>
      </dgm:t>
    </dgm:pt>
    <dgm:pt modelId="{ED54ADB8-C1C7-459C-A8B2-CBB35F5EEB86}" type="sibTrans" cxnId="{51DD1CAC-A1EC-4880-BC03-D6570945114B}">
      <dgm:prSet/>
      <dgm:spPr/>
      <dgm:t>
        <a:bodyPr/>
        <a:lstStyle/>
        <a:p>
          <a:endParaRPr lang="uk-UA"/>
        </a:p>
      </dgm:t>
    </dgm:pt>
    <dgm:pt modelId="{7FE09C08-798E-4867-9110-71756C57184E}">
      <dgm:prSet/>
      <dgm:spPr/>
      <dgm:t>
        <a:bodyPr/>
        <a:lstStyle/>
        <a:p>
          <a:r>
            <a:rPr lang="uk-UA" b="0" i="0"/>
            <a:t>Угорщини.</a:t>
          </a:r>
          <a:endParaRPr lang="uk-UA"/>
        </a:p>
      </dgm:t>
    </dgm:pt>
    <dgm:pt modelId="{8BC8F865-E3BE-4915-B0CF-88DE211A2E33}" type="parTrans" cxnId="{33758AFC-982D-4713-AE4C-97D2F923CC77}">
      <dgm:prSet/>
      <dgm:spPr/>
      <dgm:t>
        <a:bodyPr/>
        <a:lstStyle/>
        <a:p>
          <a:endParaRPr lang="uk-UA"/>
        </a:p>
      </dgm:t>
    </dgm:pt>
    <dgm:pt modelId="{61A7B38E-A65F-4490-84E7-DC7FD10BBAE4}" type="sibTrans" cxnId="{33758AFC-982D-4713-AE4C-97D2F923CC77}">
      <dgm:prSet/>
      <dgm:spPr/>
      <dgm:t>
        <a:bodyPr/>
        <a:lstStyle/>
        <a:p>
          <a:endParaRPr lang="uk-UA"/>
        </a:p>
      </dgm:t>
    </dgm:pt>
    <dgm:pt modelId="{AB2B28B1-45DC-405D-BC2D-29BF6565B796}">
      <dgm:prSet/>
      <dgm:spPr/>
      <dgm:t>
        <a:bodyPr/>
        <a:lstStyle/>
        <a:p>
          <a:r>
            <a:rPr lang="uk-UA" b="0" i="0"/>
            <a:t>Чехословаччини.</a:t>
          </a:r>
          <a:endParaRPr lang="uk-UA"/>
        </a:p>
      </dgm:t>
    </dgm:pt>
    <dgm:pt modelId="{42FA4337-763C-4A7C-861D-1DFD07137CDD}" type="parTrans" cxnId="{80F13B86-C6A5-403D-AADD-CDE4F0BCFC2A}">
      <dgm:prSet/>
      <dgm:spPr/>
      <dgm:t>
        <a:bodyPr/>
        <a:lstStyle/>
        <a:p>
          <a:endParaRPr lang="uk-UA"/>
        </a:p>
      </dgm:t>
    </dgm:pt>
    <dgm:pt modelId="{B1305B0C-6380-40F6-A753-A129F688634E}" type="sibTrans" cxnId="{80F13B86-C6A5-403D-AADD-CDE4F0BCFC2A}">
      <dgm:prSet/>
      <dgm:spPr/>
      <dgm:t>
        <a:bodyPr/>
        <a:lstStyle/>
        <a:p>
          <a:endParaRPr lang="uk-UA"/>
        </a:p>
      </dgm:t>
    </dgm:pt>
    <dgm:pt modelId="{CF840AB5-B15A-4F61-A1AA-28F64A70F879}">
      <dgm:prSet/>
      <dgm:spPr/>
      <dgm:t>
        <a:bodyPr/>
        <a:lstStyle/>
        <a:p>
          <a:r>
            <a:rPr lang="uk-UA" b="0" i="0"/>
            <a:t>Румунії.</a:t>
          </a:r>
          <a:endParaRPr lang="uk-UA"/>
        </a:p>
      </dgm:t>
    </dgm:pt>
    <dgm:pt modelId="{05C1293C-4912-4EA3-8CCE-419BC253E8DF}" type="parTrans" cxnId="{1F7D655D-972B-40E6-863F-D00CFB605D95}">
      <dgm:prSet/>
      <dgm:spPr/>
      <dgm:t>
        <a:bodyPr/>
        <a:lstStyle/>
        <a:p>
          <a:endParaRPr lang="uk-UA"/>
        </a:p>
      </dgm:t>
    </dgm:pt>
    <dgm:pt modelId="{054040A7-0A73-4F27-BA6E-DCEEEFACA414}" type="sibTrans" cxnId="{1F7D655D-972B-40E6-863F-D00CFB605D95}">
      <dgm:prSet/>
      <dgm:spPr/>
      <dgm:t>
        <a:bodyPr/>
        <a:lstStyle/>
        <a:p>
          <a:endParaRPr lang="uk-UA"/>
        </a:p>
      </dgm:t>
    </dgm:pt>
    <dgm:pt modelId="{C9F12A8B-9592-4540-8DA7-D9CF2E96D65B}" type="pres">
      <dgm:prSet presAssocID="{FE131945-05E2-4684-9544-1BD8F1D7F541}" presName="linear" presStyleCnt="0">
        <dgm:presLayoutVars>
          <dgm:animLvl val="lvl"/>
          <dgm:resizeHandles val="exact"/>
        </dgm:presLayoutVars>
      </dgm:prSet>
      <dgm:spPr/>
    </dgm:pt>
    <dgm:pt modelId="{4BB86433-F9E2-438A-82DD-9FA6524A33DA}" type="pres">
      <dgm:prSet presAssocID="{FEC529EB-C7C3-4913-A763-1064DBF28E4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90628D4-8485-4E41-A8A1-FD9D09FA88FB}" type="pres">
      <dgm:prSet presAssocID="{ED54ADB8-C1C7-459C-A8B2-CBB35F5EEB86}" presName="spacer" presStyleCnt="0"/>
      <dgm:spPr/>
    </dgm:pt>
    <dgm:pt modelId="{007EBC6F-2924-498C-85B5-58D4D61D2049}" type="pres">
      <dgm:prSet presAssocID="{7FE09C08-798E-4867-9110-71756C5718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90F783-E348-4DF0-98CF-53BE8D821004}" type="pres">
      <dgm:prSet presAssocID="{61A7B38E-A65F-4490-84E7-DC7FD10BBAE4}" presName="spacer" presStyleCnt="0"/>
      <dgm:spPr/>
    </dgm:pt>
    <dgm:pt modelId="{9DFBE757-8621-4465-9E75-920D1E19D1B5}" type="pres">
      <dgm:prSet presAssocID="{AB2B28B1-45DC-405D-BC2D-29BF6565B79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7990A07-B669-44F7-979F-33F3B4C7F6EA}" type="pres">
      <dgm:prSet presAssocID="{B1305B0C-6380-40F6-A753-A129F688634E}" presName="spacer" presStyleCnt="0"/>
      <dgm:spPr/>
    </dgm:pt>
    <dgm:pt modelId="{6BC362E6-2581-4FB4-B198-45BFC469B76C}" type="pres">
      <dgm:prSet presAssocID="{CF840AB5-B15A-4F61-A1AA-28F64A70F87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44AC1E-44F0-4904-BB2D-498049559E1D}" type="presOf" srcId="{CF840AB5-B15A-4F61-A1AA-28F64A70F879}" destId="{6BC362E6-2581-4FB4-B198-45BFC469B76C}" srcOrd="0" destOrd="0" presId="urn:microsoft.com/office/officeart/2005/8/layout/vList2"/>
    <dgm:cxn modelId="{1F7D655D-972B-40E6-863F-D00CFB605D95}" srcId="{FE131945-05E2-4684-9544-1BD8F1D7F541}" destId="{CF840AB5-B15A-4F61-A1AA-28F64A70F879}" srcOrd="3" destOrd="0" parTransId="{05C1293C-4912-4EA3-8CCE-419BC253E8DF}" sibTransId="{054040A7-0A73-4F27-BA6E-DCEEEFACA414}"/>
    <dgm:cxn modelId="{F0D85E62-6566-49C6-A21D-B55308E8C9A0}" type="presOf" srcId="{FEC529EB-C7C3-4913-A763-1064DBF28E4E}" destId="{4BB86433-F9E2-438A-82DD-9FA6524A33DA}" srcOrd="0" destOrd="0" presId="urn:microsoft.com/office/officeart/2005/8/layout/vList2"/>
    <dgm:cxn modelId="{5B19F458-DAF0-4DD1-8FD6-940C13AC00F4}" type="presOf" srcId="{7FE09C08-798E-4867-9110-71756C57184E}" destId="{007EBC6F-2924-498C-85B5-58D4D61D2049}" srcOrd="0" destOrd="0" presId="urn:microsoft.com/office/officeart/2005/8/layout/vList2"/>
    <dgm:cxn modelId="{80F13B86-C6A5-403D-AADD-CDE4F0BCFC2A}" srcId="{FE131945-05E2-4684-9544-1BD8F1D7F541}" destId="{AB2B28B1-45DC-405D-BC2D-29BF6565B796}" srcOrd="2" destOrd="0" parTransId="{42FA4337-763C-4A7C-861D-1DFD07137CDD}" sibTransId="{B1305B0C-6380-40F6-A753-A129F688634E}"/>
    <dgm:cxn modelId="{51DD1CAC-A1EC-4880-BC03-D6570945114B}" srcId="{FE131945-05E2-4684-9544-1BD8F1D7F541}" destId="{FEC529EB-C7C3-4913-A763-1064DBF28E4E}" srcOrd="0" destOrd="0" parTransId="{DA16E771-CFE7-40BC-AA51-9C4DF50E5ADF}" sibTransId="{ED54ADB8-C1C7-459C-A8B2-CBB35F5EEB86}"/>
    <dgm:cxn modelId="{4A3533D4-F128-4467-8BE5-89F8351E32C5}" type="presOf" srcId="{FE131945-05E2-4684-9544-1BD8F1D7F541}" destId="{C9F12A8B-9592-4540-8DA7-D9CF2E96D65B}" srcOrd="0" destOrd="0" presId="urn:microsoft.com/office/officeart/2005/8/layout/vList2"/>
    <dgm:cxn modelId="{33758AFC-982D-4713-AE4C-97D2F923CC77}" srcId="{FE131945-05E2-4684-9544-1BD8F1D7F541}" destId="{7FE09C08-798E-4867-9110-71756C57184E}" srcOrd="1" destOrd="0" parTransId="{8BC8F865-E3BE-4915-B0CF-88DE211A2E33}" sibTransId="{61A7B38E-A65F-4490-84E7-DC7FD10BBAE4}"/>
    <dgm:cxn modelId="{358A8EFF-5300-45C8-90A8-C2359B679555}" type="presOf" srcId="{AB2B28B1-45DC-405D-BC2D-29BF6565B796}" destId="{9DFBE757-8621-4465-9E75-920D1E19D1B5}" srcOrd="0" destOrd="0" presId="urn:microsoft.com/office/officeart/2005/8/layout/vList2"/>
    <dgm:cxn modelId="{90A7AC91-8672-418D-B70E-1B9AFBE5ED53}" type="presParOf" srcId="{C9F12A8B-9592-4540-8DA7-D9CF2E96D65B}" destId="{4BB86433-F9E2-438A-82DD-9FA6524A33DA}" srcOrd="0" destOrd="0" presId="urn:microsoft.com/office/officeart/2005/8/layout/vList2"/>
    <dgm:cxn modelId="{C3AD9DC3-D388-4DDE-9F5B-F94B73FA025A}" type="presParOf" srcId="{C9F12A8B-9592-4540-8DA7-D9CF2E96D65B}" destId="{D90628D4-8485-4E41-A8A1-FD9D09FA88FB}" srcOrd="1" destOrd="0" presId="urn:microsoft.com/office/officeart/2005/8/layout/vList2"/>
    <dgm:cxn modelId="{31706CF8-7A25-45CD-99C5-E4F8B526AE75}" type="presParOf" srcId="{C9F12A8B-9592-4540-8DA7-D9CF2E96D65B}" destId="{007EBC6F-2924-498C-85B5-58D4D61D2049}" srcOrd="2" destOrd="0" presId="urn:microsoft.com/office/officeart/2005/8/layout/vList2"/>
    <dgm:cxn modelId="{5E6357DC-55E4-4C48-861D-48AC845A1C0F}" type="presParOf" srcId="{C9F12A8B-9592-4540-8DA7-D9CF2E96D65B}" destId="{9F90F783-E348-4DF0-98CF-53BE8D821004}" srcOrd="3" destOrd="0" presId="urn:microsoft.com/office/officeart/2005/8/layout/vList2"/>
    <dgm:cxn modelId="{6AAE93ED-321B-4027-80A8-D54D13D986AA}" type="presParOf" srcId="{C9F12A8B-9592-4540-8DA7-D9CF2E96D65B}" destId="{9DFBE757-8621-4465-9E75-920D1E19D1B5}" srcOrd="4" destOrd="0" presId="urn:microsoft.com/office/officeart/2005/8/layout/vList2"/>
    <dgm:cxn modelId="{1FC9A860-DFAC-4997-BBA3-7C3246378968}" type="presParOf" srcId="{C9F12A8B-9592-4540-8DA7-D9CF2E96D65B}" destId="{37990A07-B669-44F7-979F-33F3B4C7F6EA}" srcOrd="5" destOrd="0" presId="urn:microsoft.com/office/officeart/2005/8/layout/vList2"/>
    <dgm:cxn modelId="{AB420F2E-E57C-4F05-BFE0-CD80E3D0E36A}" type="presParOf" srcId="{C9F12A8B-9592-4540-8DA7-D9CF2E96D65B}" destId="{6BC362E6-2581-4FB4-B198-45BFC469B76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8FA3D534-2B4B-42E0-9986-F9FB6D10561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4FFA20-3B18-4B37-9128-32C60E1E51D7}">
      <dgm:prSet/>
      <dgm:spPr/>
      <dgm:t>
        <a:bodyPr/>
        <a:lstStyle/>
        <a:p>
          <a:r>
            <a:rPr lang="ru-RU" b="0" i="0"/>
            <a:t>К. Левицький</a:t>
          </a:r>
          <a:endParaRPr lang="uk-UA"/>
        </a:p>
      </dgm:t>
    </dgm:pt>
    <dgm:pt modelId="{B66DA077-7E46-48F2-9EA2-D794CFF8FED8}" type="parTrans" cxnId="{9E3BFEC8-F855-46D9-86E3-4BBDDADACC78}">
      <dgm:prSet/>
      <dgm:spPr/>
      <dgm:t>
        <a:bodyPr/>
        <a:lstStyle/>
        <a:p>
          <a:endParaRPr lang="uk-UA"/>
        </a:p>
      </dgm:t>
    </dgm:pt>
    <dgm:pt modelId="{28F7A7C4-57F4-4A26-AE59-CD19C1055470}" type="sibTrans" cxnId="{9E3BFEC8-F855-46D9-86E3-4BBDDADACC78}">
      <dgm:prSet/>
      <dgm:spPr/>
      <dgm:t>
        <a:bodyPr/>
        <a:lstStyle/>
        <a:p>
          <a:endParaRPr lang="uk-UA"/>
        </a:p>
      </dgm:t>
    </dgm:pt>
    <dgm:pt modelId="{417B528C-D8F6-4860-8278-F9973A680E33}">
      <dgm:prSet/>
      <dgm:spPr/>
      <dgm:t>
        <a:bodyPr/>
        <a:lstStyle/>
        <a:p>
          <a:r>
            <a:rPr lang="ru-RU" b="0" i="0"/>
            <a:t>Д. Донцов</a:t>
          </a:r>
          <a:endParaRPr lang="uk-UA"/>
        </a:p>
      </dgm:t>
    </dgm:pt>
    <dgm:pt modelId="{3619B8E9-EB4F-4873-8FA1-6562506B25C4}" type="parTrans" cxnId="{3B661E68-439B-4812-BED6-8B968DADF6D8}">
      <dgm:prSet/>
      <dgm:spPr/>
      <dgm:t>
        <a:bodyPr/>
        <a:lstStyle/>
        <a:p>
          <a:endParaRPr lang="uk-UA"/>
        </a:p>
      </dgm:t>
    </dgm:pt>
    <dgm:pt modelId="{53E26F15-73DB-4931-9729-0D594D356F2E}" type="sibTrans" cxnId="{3B661E68-439B-4812-BED6-8B968DADF6D8}">
      <dgm:prSet/>
      <dgm:spPr/>
      <dgm:t>
        <a:bodyPr/>
        <a:lstStyle/>
        <a:p>
          <a:endParaRPr lang="uk-UA"/>
        </a:p>
      </dgm:t>
    </dgm:pt>
    <dgm:pt modelId="{0EE09B3B-9ACF-4DF5-9A9A-8C31A198F4F5}">
      <dgm:prSet/>
      <dgm:spPr/>
      <dgm:t>
        <a:bodyPr/>
        <a:lstStyle/>
        <a:p>
          <a:r>
            <a:rPr lang="ru-RU" b="0" i="0"/>
            <a:t>Є. Коновалець</a:t>
          </a:r>
          <a:endParaRPr lang="uk-UA"/>
        </a:p>
      </dgm:t>
    </dgm:pt>
    <dgm:pt modelId="{FD82B5AE-3FB9-4490-934C-A59269416811}" type="parTrans" cxnId="{5D01130C-7A7E-490E-BF18-EC6058A80D2A}">
      <dgm:prSet/>
      <dgm:spPr/>
      <dgm:t>
        <a:bodyPr/>
        <a:lstStyle/>
        <a:p>
          <a:endParaRPr lang="uk-UA"/>
        </a:p>
      </dgm:t>
    </dgm:pt>
    <dgm:pt modelId="{B110C3DD-CEC5-4B54-8113-C3EC223782BE}" type="sibTrans" cxnId="{5D01130C-7A7E-490E-BF18-EC6058A80D2A}">
      <dgm:prSet/>
      <dgm:spPr/>
      <dgm:t>
        <a:bodyPr/>
        <a:lstStyle/>
        <a:p>
          <a:endParaRPr lang="uk-UA"/>
        </a:p>
      </dgm:t>
    </dgm:pt>
    <dgm:pt modelId="{B6217652-DF96-4337-B523-4733CC157A37}">
      <dgm:prSet/>
      <dgm:spPr/>
      <dgm:t>
        <a:bodyPr/>
        <a:lstStyle/>
        <a:p>
          <a:r>
            <a:rPr lang="ru-RU" b="0" i="0"/>
            <a:t>А. Жук</a:t>
          </a:r>
          <a:endParaRPr lang="uk-UA"/>
        </a:p>
      </dgm:t>
    </dgm:pt>
    <dgm:pt modelId="{B4F6EAA8-3D79-4E13-A232-AA70355111A8}" type="parTrans" cxnId="{4C9A5A5C-5A24-43C8-BE68-E36ADC9AEFCA}">
      <dgm:prSet/>
      <dgm:spPr/>
      <dgm:t>
        <a:bodyPr/>
        <a:lstStyle/>
        <a:p>
          <a:endParaRPr lang="uk-UA"/>
        </a:p>
      </dgm:t>
    </dgm:pt>
    <dgm:pt modelId="{A383F07D-4EE4-4E33-8A14-FE1EDAB945C5}" type="sibTrans" cxnId="{4C9A5A5C-5A24-43C8-BE68-E36ADC9AEFCA}">
      <dgm:prSet/>
      <dgm:spPr/>
      <dgm:t>
        <a:bodyPr/>
        <a:lstStyle/>
        <a:p>
          <a:endParaRPr lang="uk-UA"/>
        </a:p>
      </dgm:t>
    </dgm:pt>
    <dgm:pt modelId="{1DA94728-FAF0-41A8-B61B-1AAE6ABAC500}" type="pres">
      <dgm:prSet presAssocID="{8FA3D534-2B4B-42E0-9986-F9FB6D10561B}" presName="linearFlow" presStyleCnt="0">
        <dgm:presLayoutVars>
          <dgm:dir/>
          <dgm:resizeHandles val="exact"/>
        </dgm:presLayoutVars>
      </dgm:prSet>
      <dgm:spPr/>
    </dgm:pt>
    <dgm:pt modelId="{A9738F18-8993-43B2-96A4-AFCE82290669}" type="pres">
      <dgm:prSet presAssocID="{C34FFA20-3B18-4B37-9128-32C60E1E51D7}" presName="composite" presStyleCnt="0"/>
      <dgm:spPr/>
    </dgm:pt>
    <dgm:pt modelId="{200EC0C6-2E99-4F8B-A048-7232C0CD3703}" type="pres">
      <dgm:prSet presAssocID="{C34FFA20-3B18-4B37-9128-32C60E1E51D7}" presName="imgShp" presStyleLbl="fgImgPlace1" presStyleIdx="0" presStyleCnt="4"/>
      <dgm:spPr/>
    </dgm:pt>
    <dgm:pt modelId="{8283924B-3366-4063-BC82-66AB39A6AB2C}" type="pres">
      <dgm:prSet presAssocID="{C34FFA20-3B18-4B37-9128-32C60E1E51D7}" presName="txShp" presStyleLbl="node1" presStyleIdx="0" presStyleCnt="4">
        <dgm:presLayoutVars>
          <dgm:bulletEnabled val="1"/>
        </dgm:presLayoutVars>
      </dgm:prSet>
      <dgm:spPr/>
    </dgm:pt>
    <dgm:pt modelId="{BC628268-5179-4D31-9181-741C63D50781}" type="pres">
      <dgm:prSet presAssocID="{28F7A7C4-57F4-4A26-AE59-CD19C1055470}" presName="spacing" presStyleCnt="0"/>
      <dgm:spPr/>
    </dgm:pt>
    <dgm:pt modelId="{8D699394-7CDB-4C64-9015-A9A58734F953}" type="pres">
      <dgm:prSet presAssocID="{417B528C-D8F6-4860-8278-F9973A680E33}" presName="composite" presStyleCnt="0"/>
      <dgm:spPr/>
    </dgm:pt>
    <dgm:pt modelId="{EC1BC003-E77F-4AA5-9973-79A50870E3B2}" type="pres">
      <dgm:prSet presAssocID="{417B528C-D8F6-4860-8278-F9973A680E33}" presName="imgShp" presStyleLbl="fgImgPlace1" presStyleIdx="1" presStyleCnt="4"/>
      <dgm:spPr/>
    </dgm:pt>
    <dgm:pt modelId="{98D027E2-E21D-4C92-9319-947041A594B0}" type="pres">
      <dgm:prSet presAssocID="{417B528C-D8F6-4860-8278-F9973A680E33}" presName="txShp" presStyleLbl="node1" presStyleIdx="1" presStyleCnt="4">
        <dgm:presLayoutVars>
          <dgm:bulletEnabled val="1"/>
        </dgm:presLayoutVars>
      </dgm:prSet>
      <dgm:spPr/>
    </dgm:pt>
    <dgm:pt modelId="{89B0A859-B611-42F6-8ACA-220689926F05}" type="pres">
      <dgm:prSet presAssocID="{53E26F15-73DB-4931-9729-0D594D356F2E}" presName="spacing" presStyleCnt="0"/>
      <dgm:spPr/>
    </dgm:pt>
    <dgm:pt modelId="{713E9396-632E-4796-98E3-A7A4A3CBA997}" type="pres">
      <dgm:prSet presAssocID="{0EE09B3B-9ACF-4DF5-9A9A-8C31A198F4F5}" presName="composite" presStyleCnt="0"/>
      <dgm:spPr/>
    </dgm:pt>
    <dgm:pt modelId="{0CEF33A0-2E20-43AB-90F2-F228F86B713D}" type="pres">
      <dgm:prSet presAssocID="{0EE09B3B-9ACF-4DF5-9A9A-8C31A198F4F5}" presName="imgShp" presStyleLbl="fgImgPlace1" presStyleIdx="2" presStyleCnt="4"/>
      <dgm:spPr/>
    </dgm:pt>
    <dgm:pt modelId="{304413EA-7793-4016-8559-CC0942A8AD28}" type="pres">
      <dgm:prSet presAssocID="{0EE09B3B-9ACF-4DF5-9A9A-8C31A198F4F5}" presName="txShp" presStyleLbl="node1" presStyleIdx="2" presStyleCnt="4">
        <dgm:presLayoutVars>
          <dgm:bulletEnabled val="1"/>
        </dgm:presLayoutVars>
      </dgm:prSet>
      <dgm:spPr/>
    </dgm:pt>
    <dgm:pt modelId="{7F4260C3-4CF0-4847-9366-E7E63FE81DC0}" type="pres">
      <dgm:prSet presAssocID="{B110C3DD-CEC5-4B54-8113-C3EC223782BE}" presName="spacing" presStyleCnt="0"/>
      <dgm:spPr/>
    </dgm:pt>
    <dgm:pt modelId="{248E04F1-D8E8-4C02-BECB-53B7179D9DE6}" type="pres">
      <dgm:prSet presAssocID="{B6217652-DF96-4337-B523-4733CC157A37}" presName="composite" presStyleCnt="0"/>
      <dgm:spPr/>
    </dgm:pt>
    <dgm:pt modelId="{2A1F7011-41F8-4F29-B3A1-80553C1158D5}" type="pres">
      <dgm:prSet presAssocID="{B6217652-DF96-4337-B523-4733CC157A37}" presName="imgShp" presStyleLbl="fgImgPlace1" presStyleIdx="3" presStyleCnt="4"/>
      <dgm:spPr/>
    </dgm:pt>
    <dgm:pt modelId="{DD582CC2-9736-4842-8251-0DD3F8DB0083}" type="pres">
      <dgm:prSet presAssocID="{B6217652-DF96-4337-B523-4733CC157A37}" presName="txShp" presStyleLbl="node1" presStyleIdx="3" presStyleCnt="4">
        <dgm:presLayoutVars>
          <dgm:bulletEnabled val="1"/>
        </dgm:presLayoutVars>
      </dgm:prSet>
      <dgm:spPr/>
    </dgm:pt>
  </dgm:ptLst>
  <dgm:cxnLst>
    <dgm:cxn modelId="{B5523508-4518-4618-B565-266DE7C37A64}" type="presOf" srcId="{417B528C-D8F6-4860-8278-F9973A680E33}" destId="{98D027E2-E21D-4C92-9319-947041A594B0}" srcOrd="0" destOrd="0" presId="urn:microsoft.com/office/officeart/2005/8/layout/vList3"/>
    <dgm:cxn modelId="{5D01130C-7A7E-490E-BF18-EC6058A80D2A}" srcId="{8FA3D534-2B4B-42E0-9986-F9FB6D10561B}" destId="{0EE09B3B-9ACF-4DF5-9A9A-8C31A198F4F5}" srcOrd="2" destOrd="0" parTransId="{FD82B5AE-3FB9-4490-934C-A59269416811}" sibTransId="{B110C3DD-CEC5-4B54-8113-C3EC223782BE}"/>
    <dgm:cxn modelId="{6DEE1236-AA8F-4777-8103-46E179915551}" type="presOf" srcId="{0EE09B3B-9ACF-4DF5-9A9A-8C31A198F4F5}" destId="{304413EA-7793-4016-8559-CC0942A8AD28}" srcOrd="0" destOrd="0" presId="urn:microsoft.com/office/officeart/2005/8/layout/vList3"/>
    <dgm:cxn modelId="{4C9A5A5C-5A24-43C8-BE68-E36ADC9AEFCA}" srcId="{8FA3D534-2B4B-42E0-9986-F9FB6D10561B}" destId="{B6217652-DF96-4337-B523-4733CC157A37}" srcOrd="3" destOrd="0" parTransId="{B4F6EAA8-3D79-4E13-A232-AA70355111A8}" sibTransId="{A383F07D-4EE4-4E33-8A14-FE1EDAB945C5}"/>
    <dgm:cxn modelId="{3B661E68-439B-4812-BED6-8B968DADF6D8}" srcId="{8FA3D534-2B4B-42E0-9986-F9FB6D10561B}" destId="{417B528C-D8F6-4860-8278-F9973A680E33}" srcOrd="1" destOrd="0" parTransId="{3619B8E9-EB4F-4873-8FA1-6562506B25C4}" sibTransId="{53E26F15-73DB-4931-9729-0D594D356F2E}"/>
    <dgm:cxn modelId="{A6CEFC8A-9172-4854-B9EC-9BB0E0390AC2}" type="presOf" srcId="{8FA3D534-2B4B-42E0-9986-F9FB6D10561B}" destId="{1DA94728-FAF0-41A8-B61B-1AAE6ABAC500}" srcOrd="0" destOrd="0" presId="urn:microsoft.com/office/officeart/2005/8/layout/vList3"/>
    <dgm:cxn modelId="{79E71390-9FBE-401E-939C-F1FCF9DD0E5C}" type="presOf" srcId="{B6217652-DF96-4337-B523-4733CC157A37}" destId="{DD582CC2-9736-4842-8251-0DD3F8DB0083}" srcOrd="0" destOrd="0" presId="urn:microsoft.com/office/officeart/2005/8/layout/vList3"/>
    <dgm:cxn modelId="{9E3BFEC8-F855-46D9-86E3-4BBDDADACC78}" srcId="{8FA3D534-2B4B-42E0-9986-F9FB6D10561B}" destId="{C34FFA20-3B18-4B37-9128-32C60E1E51D7}" srcOrd="0" destOrd="0" parTransId="{B66DA077-7E46-48F2-9EA2-D794CFF8FED8}" sibTransId="{28F7A7C4-57F4-4A26-AE59-CD19C1055470}"/>
    <dgm:cxn modelId="{C57C9BF3-B7B2-429D-A054-09B878FB8761}" type="presOf" srcId="{C34FFA20-3B18-4B37-9128-32C60E1E51D7}" destId="{8283924B-3366-4063-BC82-66AB39A6AB2C}" srcOrd="0" destOrd="0" presId="urn:microsoft.com/office/officeart/2005/8/layout/vList3"/>
    <dgm:cxn modelId="{393D6349-768B-40D2-80B4-A7E0D5A7E0D1}" type="presParOf" srcId="{1DA94728-FAF0-41A8-B61B-1AAE6ABAC500}" destId="{A9738F18-8993-43B2-96A4-AFCE82290669}" srcOrd="0" destOrd="0" presId="urn:microsoft.com/office/officeart/2005/8/layout/vList3"/>
    <dgm:cxn modelId="{84F3BAAA-5441-49C3-B30B-04994FF16D0C}" type="presParOf" srcId="{A9738F18-8993-43B2-96A4-AFCE82290669}" destId="{200EC0C6-2E99-4F8B-A048-7232C0CD3703}" srcOrd="0" destOrd="0" presId="urn:microsoft.com/office/officeart/2005/8/layout/vList3"/>
    <dgm:cxn modelId="{CAC4C75F-552A-48B2-8F49-9153E5F3F416}" type="presParOf" srcId="{A9738F18-8993-43B2-96A4-AFCE82290669}" destId="{8283924B-3366-4063-BC82-66AB39A6AB2C}" srcOrd="1" destOrd="0" presId="urn:microsoft.com/office/officeart/2005/8/layout/vList3"/>
    <dgm:cxn modelId="{ACE5245C-739E-4FE8-B39A-F43B5FBAA177}" type="presParOf" srcId="{1DA94728-FAF0-41A8-B61B-1AAE6ABAC500}" destId="{BC628268-5179-4D31-9181-741C63D50781}" srcOrd="1" destOrd="0" presId="urn:microsoft.com/office/officeart/2005/8/layout/vList3"/>
    <dgm:cxn modelId="{90ED1F93-471B-46DE-9D31-9F09B4B042EC}" type="presParOf" srcId="{1DA94728-FAF0-41A8-B61B-1AAE6ABAC500}" destId="{8D699394-7CDB-4C64-9015-A9A58734F953}" srcOrd="2" destOrd="0" presId="urn:microsoft.com/office/officeart/2005/8/layout/vList3"/>
    <dgm:cxn modelId="{310F5760-7AA5-496D-A68B-67F1121AA018}" type="presParOf" srcId="{8D699394-7CDB-4C64-9015-A9A58734F953}" destId="{EC1BC003-E77F-4AA5-9973-79A50870E3B2}" srcOrd="0" destOrd="0" presId="urn:microsoft.com/office/officeart/2005/8/layout/vList3"/>
    <dgm:cxn modelId="{9259C661-B4C3-49AD-A754-33D292C4C61B}" type="presParOf" srcId="{8D699394-7CDB-4C64-9015-A9A58734F953}" destId="{98D027E2-E21D-4C92-9319-947041A594B0}" srcOrd="1" destOrd="0" presId="urn:microsoft.com/office/officeart/2005/8/layout/vList3"/>
    <dgm:cxn modelId="{C22F7D17-3F6E-4315-92EE-956D52BB381D}" type="presParOf" srcId="{1DA94728-FAF0-41A8-B61B-1AAE6ABAC500}" destId="{89B0A859-B611-42F6-8ACA-220689926F05}" srcOrd="3" destOrd="0" presId="urn:microsoft.com/office/officeart/2005/8/layout/vList3"/>
    <dgm:cxn modelId="{945CD1DE-CCDE-478A-B155-F104F3576F0C}" type="presParOf" srcId="{1DA94728-FAF0-41A8-B61B-1AAE6ABAC500}" destId="{713E9396-632E-4796-98E3-A7A4A3CBA997}" srcOrd="4" destOrd="0" presId="urn:microsoft.com/office/officeart/2005/8/layout/vList3"/>
    <dgm:cxn modelId="{1657629F-6FA2-4A60-8E68-C9AFB0771588}" type="presParOf" srcId="{713E9396-632E-4796-98E3-A7A4A3CBA997}" destId="{0CEF33A0-2E20-43AB-90F2-F228F86B713D}" srcOrd="0" destOrd="0" presId="urn:microsoft.com/office/officeart/2005/8/layout/vList3"/>
    <dgm:cxn modelId="{66F2D9F0-B502-4857-BFC1-529051470E25}" type="presParOf" srcId="{713E9396-632E-4796-98E3-A7A4A3CBA997}" destId="{304413EA-7793-4016-8559-CC0942A8AD28}" srcOrd="1" destOrd="0" presId="urn:microsoft.com/office/officeart/2005/8/layout/vList3"/>
    <dgm:cxn modelId="{9B65A865-2650-4387-B2E7-9F82685A5252}" type="presParOf" srcId="{1DA94728-FAF0-41A8-B61B-1AAE6ABAC500}" destId="{7F4260C3-4CF0-4847-9366-E7E63FE81DC0}" srcOrd="5" destOrd="0" presId="urn:microsoft.com/office/officeart/2005/8/layout/vList3"/>
    <dgm:cxn modelId="{130D4EE1-39CA-4698-8623-509D58CE1860}" type="presParOf" srcId="{1DA94728-FAF0-41A8-B61B-1AAE6ABAC500}" destId="{248E04F1-D8E8-4C02-BECB-53B7179D9DE6}" srcOrd="6" destOrd="0" presId="urn:microsoft.com/office/officeart/2005/8/layout/vList3"/>
    <dgm:cxn modelId="{C950D117-C320-4DE4-BA52-CC3479B66CC2}" type="presParOf" srcId="{248E04F1-D8E8-4C02-BECB-53B7179D9DE6}" destId="{2A1F7011-41F8-4F29-B3A1-80553C1158D5}" srcOrd="0" destOrd="0" presId="urn:microsoft.com/office/officeart/2005/8/layout/vList3"/>
    <dgm:cxn modelId="{D2A6C215-36F9-4B5C-8433-4125EE166F00}" type="presParOf" srcId="{248E04F1-D8E8-4C02-BECB-53B7179D9DE6}" destId="{DD582CC2-9736-4842-8251-0DD3F8DB008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F8D0664B-0776-4767-830E-02B523E59A9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7219526-4B81-49E0-BD61-B187FA841AAC}">
      <dgm:prSet/>
      <dgm:spPr/>
      <dgm:t>
        <a:bodyPr/>
        <a:lstStyle/>
        <a:p>
          <a:r>
            <a:rPr lang="uk-UA" b="0" i="0"/>
            <a:t>співзасновник Української національно-демократичної партії, голова Державного секретаріату ЗУНР</a:t>
          </a:r>
          <a:endParaRPr lang="uk-UA"/>
        </a:p>
      </dgm:t>
    </dgm:pt>
    <dgm:pt modelId="{08FFB58B-6538-4F2D-995B-12A5135E3C93}" type="parTrans" cxnId="{BAF6F444-6B83-4F0F-8E42-7A62117E32CC}">
      <dgm:prSet/>
      <dgm:spPr/>
      <dgm:t>
        <a:bodyPr/>
        <a:lstStyle/>
        <a:p>
          <a:endParaRPr lang="uk-UA"/>
        </a:p>
      </dgm:t>
    </dgm:pt>
    <dgm:pt modelId="{1316EE2E-1BBD-4CA8-8F37-B5A4530A9781}" type="sibTrans" cxnId="{BAF6F444-6B83-4F0F-8E42-7A62117E32CC}">
      <dgm:prSet/>
      <dgm:spPr/>
      <dgm:t>
        <a:bodyPr/>
        <a:lstStyle/>
        <a:p>
          <a:endParaRPr lang="uk-UA"/>
        </a:p>
      </dgm:t>
    </dgm:pt>
    <dgm:pt modelId="{1A0114C1-266A-496F-80FB-D1FBEC54522B}">
      <dgm:prSet/>
      <dgm:spPr/>
      <dgm:t>
        <a:bodyPr/>
        <a:lstStyle/>
        <a:p>
          <a:r>
            <a:rPr lang="uk-UA" b="0" i="0"/>
            <a:t>учасник боїв за гору Маківка, командир Галицько-Буковинського куреня січових стрільців</a:t>
          </a:r>
          <a:endParaRPr lang="uk-UA"/>
        </a:p>
      </dgm:t>
    </dgm:pt>
    <dgm:pt modelId="{BD897112-411E-4F77-9215-2F329341B8AD}" type="parTrans" cxnId="{1561857D-675D-49DE-B00B-16589BCF3DC7}">
      <dgm:prSet/>
      <dgm:spPr/>
      <dgm:t>
        <a:bodyPr/>
        <a:lstStyle/>
        <a:p>
          <a:endParaRPr lang="uk-UA"/>
        </a:p>
      </dgm:t>
    </dgm:pt>
    <dgm:pt modelId="{3C3817E0-A8E9-4F94-8C7F-D2FD6814475B}" type="sibTrans" cxnId="{1561857D-675D-49DE-B00B-16589BCF3DC7}">
      <dgm:prSet/>
      <dgm:spPr/>
      <dgm:t>
        <a:bodyPr/>
        <a:lstStyle/>
        <a:p>
          <a:endParaRPr lang="uk-UA"/>
        </a:p>
      </dgm:t>
    </dgm:pt>
    <dgm:pt modelId="{94FF0310-14A4-4E3F-B656-540EAB712819}">
      <dgm:prSet/>
      <dgm:spPr/>
      <dgm:t>
        <a:bodyPr/>
        <a:lstStyle/>
        <a:p>
          <a:r>
            <a:rPr lang="uk-UA" b="0" i="0"/>
            <a:t>член Головної української ради, Загальної української ради, дипломат Української Держави, УНР</a:t>
          </a:r>
          <a:endParaRPr lang="uk-UA"/>
        </a:p>
      </dgm:t>
    </dgm:pt>
    <dgm:pt modelId="{377D0F4A-3959-4482-912A-020CEC63BAD1}" type="parTrans" cxnId="{E3623A72-3619-4599-9727-C0CCE608B884}">
      <dgm:prSet/>
      <dgm:spPr/>
      <dgm:t>
        <a:bodyPr/>
        <a:lstStyle/>
        <a:p>
          <a:endParaRPr lang="uk-UA"/>
        </a:p>
      </dgm:t>
    </dgm:pt>
    <dgm:pt modelId="{424DBB5D-866D-4CDE-BFC7-40042EF8170A}" type="sibTrans" cxnId="{E3623A72-3619-4599-9727-C0CCE608B884}">
      <dgm:prSet/>
      <dgm:spPr/>
      <dgm:t>
        <a:bodyPr/>
        <a:lstStyle/>
        <a:p>
          <a:endParaRPr lang="uk-UA"/>
        </a:p>
      </dgm:t>
    </dgm:pt>
    <dgm:pt modelId="{C3697C50-B3B6-4360-B283-CCC8B627D3E4}">
      <dgm:prSet/>
      <dgm:spPr/>
      <dgm:t>
        <a:bodyPr/>
        <a:lstStyle/>
        <a:p>
          <a:r>
            <a:rPr lang="uk-UA" b="0" i="0"/>
            <a:t>співзасновник і голова Української національної партії на Буковині, Голова української національної громади в Румунії</a:t>
          </a:r>
          <a:endParaRPr lang="uk-UA"/>
        </a:p>
      </dgm:t>
    </dgm:pt>
    <dgm:pt modelId="{97B5D973-DB81-4B92-A6E1-DF51DB10B71E}" type="parTrans" cxnId="{8E0BB337-E27C-40A1-A853-A8A5D1C73589}">
      <dgm:prSet/>
      <dgm:spPr/>
      <dgm:t>
        <a:bodyPr/>
        <a:lstStyle/>
        <a:p>
          <a:endParaRPr lang="uk-UA"/>
        </a:p>
      </dgm:t>
    </dgm:pt>
    <dgm:pt modelId="{E16816BE-91AA-4DEB-9FF2-655BA03A13C6}" type="sibTrans" cxnId="{8E0BB337-E27C-40A1-A853-A8A5D1C73589}">
      <dgm:prSet/>
      <dgm:spPr/>
      <dgm:t>
        <a:bodyPr/>
        <a:lstStyle/>
        <a:p>
          <a:endParaRPr lang="uk-UA"/>
        </a:p>
      </dgm:t>
    </dgm:pt>
    <dgm:pt modelId="{5BF12C53-897F-4388-B79C-B21FBA1A47DB}">
      <dgm:prSet/>
      <dgm:spPr/>
      <dgm:t>
        <a:bodyPr/>
        <a:lstStyle/>
        <a:p>
          <a:r>
            <a:rPr lang="uk-UA" b="0" i="0"/>
            <a:t>голова Союзу визволення України, теоретик та ідеолог українського націоналізму</a:t>
          </a:r>
          <a:endParaRPr lang="uk-UA"/>
        </a:p>
      </dgm:t>
    </dgm:pt>
    <dgm:pt modelId="{0617CF5D-B599-40FF-96D7-6E0BD0EE479D}" type="parTrans" cxnId="{6DDACBDC-CC1F-48B8-A78E-E37D064C5F12}">
      <dgm:prSet/>
      <dgm:spPr/>
      <dgm:t>
        <a:bodyPr/>
        <a:lstStyle/>
        <a:p>
          <a:endParaRPr lang="uk-UA"/>
        </a:p>
      </dgm:t>
    </dgm:pt>
    <dgm:pt modelId="{53274BF9-632D-4A78-8EAC-E11DDBB0C5B1}" type="sibTrans" cxnId="{6DDACBDC-CC1F-48B8-A78E-E37D064C5F12}">
      <dgm:prSet/>
      <dgm:spPr/>
      <dgm:t>
        <a:bodyPr/>
        <a:lstStyle/>
        <a:p>
          <a:endParaRPr lang="uk-UA"/>
        </a:p>
      </dgm:t>
    </dgm:pt>
    <dgm:pt modelId="{E3DA9FBB-56DB-430C-A407-560D23993A9A}" type="pres">
      <dgm:prSet presAssocID="{F8D0664B-0776-4767-830E-02B523E59A94}" presName="vert0" presStyleCnt="0">
        <dgm:presLayoutVars>
          <dgm:dir/>
          <dgm:animOne val="branch"/>
          <dgm:animLvl val="lvl"/>
        </dgm:presLayoutVars>
      </dgm:prSet>
      <dgm:spPr/>
    </dgm:pt>
    <dgm:pt modelId="{87D69928-BC9D-4DAE-8A45-154351A43067}" type="pres">
      <dgm:prSet presAssocID="{F7219526-4B81-49E0-BD61-B187FA841AAC}" presName="thickLine" presStyleLbl="alignNode1" presStyleIdx="0" presStyleCnt="5"/>
      <dgm:spPr/>
    </dgm:pt>
    <dgm:pt modelId="{B5F995E9-75D6-42F8-B50C-810B43CC014A}" type="pres">
      <dgm:prSet presAssocID="{F7219526-4B81-49E0-BD61-B187FA841AAC}" presName="horz1" presStyleCnt="0"/>
      <dgm:spPr/>
    </dgm:pt>
    <dgm:pt modelId="{24AB7416-5763-4E09-B13C-FD652C7E422D}" type="pres">
      <dgm:prSet presAssocID="{F7219526-4B81-49E0-BD61-B187FA841AAC}" presName="tx1" presStyleLbl="revTx" presStyleIdx="0" presStyleCnt="5"/>
      <dgm:spPr/>
    </dgm:pt>
    <dgm:pt modelId="{A24062E8-8149-4D25-8BBD-0D9562EAD599}" type="pres">
      <dgm:prSet presAssocID="{F7219526-4B81-49E0-BD61-B187FA841AAC}" presName="vert1" presStyleCnt="0"/>
      <dgm:spPr/>
    </dgm:pt>
    <dgm:pt modelId="{B1F90A08-BAE4-4EA8-8EB8-0A7B45015677}" type="pres">
      <dgm:prSet presAssocID="{1A0114C1-266A-496F-80FB-D1FBEC54522B}" presName="thickLine" presStyleLbl="alignNode1" presStyleIdx="1" presStyleCnt="5"/>
      <dgm:spPr/>
    </dgm:pt>
    <dgm:pt modelId="{63028AB5-83C7-45B3-834A-61D308D3AFC1}" type="pres">
      <dgm:prSet presAssocID="{1A0114C1-266A-496F-80FB-D1FBEC54522B}" presName="horz1" presStyleCnt="0"/>
      <dgm:spPr/>
    </dgm:pt>
    <dgm:pt modelId="{9D0D5DC2-357F-49B6-9DCE-29613F0F8C73}" type="pres">
      <dgm:prSet presAssocID="{1A0114C1-266A-496F-80FB-D1FBEC54522B}" presName="tx1" presStyleLbl="revTx" presStyleIdx="1" presStyleCnt="5"/>
      <dgm:spPr/>
    </dgm:pt>
    <dgm:pt modelId="{B3C325F7-AF7C-4A5D-A538-3FF6A09DF91B}" type="pres">
      <dgm:prSet presAssocID="{1A0114C1-266A-496F-80FB-D1FBEC54522B}" presName="vert1" presStyleCnt="0"/>
      <dgm:spPr/>
    </dgm:pt>
    <dgm:pt modelId="{7397ACC7-B50E-4E70-B31B-82268047F0F4}" type="pres">
      <dgm:prSet presAssocID="{94FF0310-14A4-4E3F-B656-540EAB712819}" presName="thickLine" presStyleLbl="alignNode1" presStyleIdx="2" presStyleCnt="5"/>
      <dgm:spPr/>
    </dgm:pt>
    <dgm:pt modelId="{BFC14850-E885-439B-B3D3-060A0E8DF84E}" type="pres">
      <dgm:prSet presAssocID="{94FF0310-14A4-4E3F-B656-540EAB712819}" presName="horz1" presStyleCnt="0"/>
      <dgm:spPr/>
    </dgm:pt>
    <dgm:pt modelId="{1E8B292C-DD47-4B1A-B55D-48205F595ACF}" type="pres">
      <dgm:prSet presAssocID="{94FF0310-14A4-4E3F-B656-540EAB712819}" presName="tx1" presStyleLbl="revTx" presStyleIdx="2" presStyleCnt="5"/>
      <dgm:spPr/>
    </dgm:pt>
    <dgm:pt modelId="{F6E7A3EB-610C-414C-B411-65C8A0B7B18E}" type="pres">
      <dgm:prSet presAssocID="{94FF0310-14A4-4E3F-B656-540EAB712819}" presName="vert1" presStyleCnt="0"/>
      <dgm:spPr/>
    </dgm:pt>
    <dgm:pt modelId="{5C8AC1C7-6037-4B4D-B485-150CE2C8AE2E}" type="pres">
      <dgm:prSet presAssocID="{C3697C50-B3B6-4360-B283-CCC8B627D3E4}" presName="thickLine" presStyleLbl="alignNode1" presStyleIdx="3" presStyleCnt="5"/>
      <dgm:spPr/>
    </dgm:pt>
    <dgm:pt modelId="{9FDC9BB6-A39F-4950-98A0-B1789244E3C6}" type="pres">
      <dgm:prSet presAssocID="{C3697C50-B3B6-4360-B283-CCC8B627D3E4}" presName="horz1" presStyleCnt="0"/>
      <dgm:spPr/>
    </dgm:pt>
    <dgm:pt modelId="{E4624740-9B6C-4419-BE44-8A6813400E9F}" type="pres">
      <dgm:prSet presAssocID="{C3697C50-B3B6-4360-B283-CCC8B627D3E4}" presName="tx1" presStyleLbl="revTx" presStyleIdx="3" presStyleCnt="5"/>
      <dgm:spPr/>
    </dgm:pt>
    <dgm:pt modelId="{B4CB4295-3559-4D09-B84B-E2AB6E12D844}" type="pres">
      <dgm:prSet presAssocID="{C3697C50-B3B6-4360-B283-CCC8B627D3E4}" presName="vert1" presStyleCnt="0"/>
      <dgm:spPr/>
    </dgm:pt>
    <dgm:pt modelId="{40DBD9F9-584D-447C-A747-A0B6D889661A}" type="pres">
      <dgm:prSet presAssocID="{5BF12C53-897F-4388-B79C-B21FBA1A47DB}" presName="thickLine" presStyleLbl="alignNode1" presStyleIdx="4" presStyleCnt="5"/>
      <dgm:spPr/>
    </dgm:pt>
    <dgm:pt modelId="{5E9198E4-485A-4AD5-86A8-082C5CC8E5ED}" type="pres">
      <dgm:prSet presAssocID="{5BF12C53-897F-4388-B79C-B21FBA1A47DB}" presName="horz1" presStyleCnt="0"/>
      <dgm:spPr/>
    </dgm:pt>
    <dgm:pt modelId="{2F848BD3-8836-46E3-B618-73E49966C4DC}" type="pres">
      <dgm:prSet presAssocID="{5BF12C53-897F-4388-B79C-B21FBA1A47DB}" presName="tx1" presStyleLbl="revTx" presStyleIdx="4" presStyleCnt="5"/>
      <dgm:spPr/>
    </dgm:pt>
    <dgm:pt modelId="{BC81BFA3-BBDD-4D56-898B-876BBBF29108}" type="pres">
      <dgm:prSet presAssocID="{5BF12C53-897F-4388-B79C-B21FBA1A47DB}" presName="vert1" presStyleCnt="0"/>
      <dgm:spPr/>
    </dgm:pt>
  </dgm:ptLst>
  <dgm:cxnLst>
    <dgm:cxn modelId="{8E0BB337-E27C-40A1-A853-A8A5D1C73589}" srcId="{F8D0664B-0776-4767-830E-02B523E59A94}" destId="{C3697C50-B3B6-4360-B283-CCC8B627D3E4}" srcOrd="3" destOrd="0" parTransId="{97B5D973-DB81-4B92-A6E1-DF51DB10B71E}" sibTransId="{E16816BE-91AA-4DEB-9FF2-655BA03A13C6}"/>
    <dgm:cxn modelId="{4C7B5339-900B-4D55-9C29-CAD6A4699A45}" type="presOf" srcId="{1A0114C1-266A-496F-80FB-D1FBEC54522B}" destId="{9D0D5DC2-357F-49B6-9DCE-29613F0F8C73}" srcOrd="0" destOrd="0" presId="urn:microsoft.com/office/officeart/2008/layout/LinedList"/>
    <dgm:cxn modelId="{C0A78F3C-D908-4E44-B11A-54AB3B0854C6}" type="presOf" srcId="{F8D0664B-0776-4767-830E-02B523E59A94}" destId="{E3DA9FBB-56DB-430C-A407-560D23993A9A}" srcOrd="0" destOrd="0" presId="urn:microsoft.com/office/officeart/2008/layout/LinedList"/>
    <dgm:cxn modelId="{BAF6F444-6B83-4F0F-8E42-7A62117E32CC}" srcId="{F8D0664B-0776-4767-830E-02B523E59A94}" destId="{F7219526-4B81-49E0-BD61-B187FA841AAC}" srcOrd="0" destOrd="0" parTransId="{08FFB58B-6538-4F2D-995B-12A5135E3C93}" sibTransId="{1316EE2E-1BBD-4CA8-8F37-B5A4530A9781}"/>
    <dgm:cxn modelId="{E3623A72-3619-4599-9727-C0CCE608B884}" srcId="{F8D0664B-0776-4767-830E-02B523E59A94}" destId="{94FF0310-14A4-4E3F-B656-540EAB712819}" srcOrd="2" destOrd="0" parTransId="{377D0F4A-3959-4482-912A-020CEC63BAD1}" sibTransId="{424DBB5D-866D-4CDE-BFC7-40042EF8170A}"/>
    <dgm:cxn modelId="{9EAEF352-0CD1-4CB8-9779-46843BE47186}" type="presOf" srcId="{94FF0310-14A4-4E3F-B656-540EAB712819}" destId="{1E8B292C-DD47-4B1A-B55D-48205F595ACF}" srcOrd="0" destOrd="0" presId="urn:microsoft.com/office/officeart/2008/layout/LinedList"/>
    <dgm:cxn modelId="{1561857D-675D-49DE-B00B-16589BCF3DC7}" srcId="{F8D0664B-0776-4767-830E-02B523E59A94}" destId="{1A0114C1-266A-496F-80FB-D1FBEC54522B}" srcOrd="1" destOrd="0" parTransId="{BD897112-411E-4F77-9215-2F329341B8AD}" sibTransId="{3C3817E0-A8E9-4F94-8C7F-D2FD6814475B}"/>
    <dgm:cxn modelId="{F06D949D-E316-4D69-8DED-951DBD98A1FF}" type="presOf" srcId="{C3697C50-B3B6-4360-B283-CCC8B627D3E4}" destId="{E4624740-9B6C-4419-BE44-8A6813400E9F}" srcOrd="0" destOrd="0" presId="urn:microsoft.com/office/officeart/2008/layout/LinedList"/>
    <dgm:cxn modelId="{9224BEA0-AC5E-4DDB-AD6A-7CC1C2160627}" type="presOf" srcId="{F7219526-4B81-49E0-BD61-B187FA841AAC}" destId="{24AB7416-5763-4E09-B13C-FD652C7E422D}" srcOrd="0" destOrd="0" presId="urn:microsoft.com/office/officeart/2008/layout/LinedList"/>
    <dgm:cxn modelId="{1FCC97C9-03C8-4993-9169-183435B0A844}" type="presOf" srcId="{5BF12C53-897F-4388-B79C-B21FBA1A47DB}" destId="{2F848BD3-8836-46E3-B618-73E49966C4DC}" srcOrd="0" destOrd="0" presId="urn:microsoft.com/office/officeart/2008/layout/LinedList"/>
    <dgm:cxn modelId="{6DDACBDC-CC1F-48B8-A78E-E37D064C5F12}" srcId="{F8D0664B-0776-4767-830E-02B523E59A94}" destId="{5BF12C53-897F-4388-B79C-B21FBA1A47DB}" srcOrd="4" destOrd="0" parTransId="{0617CF5D-B599-40FF-96D7-6E0BD0EE479D}" sibTransId="{53274BF9-632D-4A78-8EAC-E11DDBB0C5B1}"/>
    <dgm:cxn modelId="{A90C7491-9959-415C-856E-419F7065DB68}" type="presParOf" srcId="{E3DA9FBB-56DB-430C-A407-560D23993A9A}" destId="{87D69928-BC9D-4DAE-8A45-154351A43067}" srcOrd="0" destOrd="0" presId="urn:microsoft.com/office/officeart/2008/layout/LinedList"/>
    <dgm:cxn modelId="{3B5E7514-1EDB-4A7B-94CF-C1C9DD57F32A}" type="presParOf" srcId="{E3DA9FBB-56DB-430C-A407-560D23993A9A}" destId="{B5F995E9-75D6-42F8-B50C-810B43CC014A}" srcOrd="1" destOrd="0" presId="urn:microsoft.com/office/officeart/2008/layout/LinedList"/>
    <dgm:cxn modelId="{F17BD872-84A2-4DCF-8C34-71C6864D25AB}" type="presParOf" srcId="{B5F995E9-75D6-42F8-B50C-810B43CC014A}" destId="{24AB7416-5763-4E09-B13C-FD652C7E422D}" srcOrd="0" destOrd="0" presId="urn:microsoft.com/office/officeart/2008/layout/LinedList"/>
    <dgm:cxn modelId="{A53D5D9F-6619-4529-AAC8-C26FC7286169}" type="presParOf" srcId="{B5F995E9-75D6-42F8-B50C-810B43CC014A}" destId="{A24062E8-8149-4D25-8BBD-0D9562EAD599}" srcOrd="1" destOrd="0" presId="urn:microsoft.com/office/officeart/2008/layout/LinedList"/>
    <dgm:cxn modelId="{EBF31136-D534-4322-B9DD-90460E1F1DA7}" type="presParOf" srcId="{E3DA9FBB-56DB-430C-A407-560D23993A9A}" destId="{B1F90A08-BAE4-4EA8-8EB8-0A7B45015677}" srcOrd="2" destOrd="0" presId="urn:microsoft.com/office/officeart/2008/layout/LinedList"/>
    <dgm:cxn modelId="{8AFE8F9A-96A5-4767-B2CD-5C7B8A06F1ED}" type="presParOf" srcId="{E3DA9FBB-56DB-430C-A407-560D23993A9A}" destId="{63028AB5-83C7-45B3-834A-61D308D3AFC1}" srcOrd="3" destOrd="0" presId="urn:microsoft.com/office/officeart/2008/layout/LinedList"/>
    <dgm:cxn modelId="{D2CE9115-2C19-4A50-978F-08DF142DF7F2}" type="presParOf" srcId="{63028AB5-83C7-45B3-834A-61D308D3AFC1}" destId="{9D0D5DC2-357F-49B6-9DCE-29613F0F8C73}" srcOrd="0" destOrd="0" presId="urn:microsoft.com/office/officeart/2008/layout/LinedList"/>
    <dgm:cxn modelId="{E533C8A1-E739-4FF5-9ABE-1B03BC693768}" type="presParOf" srcId="{63028AB5-83C7-45B3-834A-61D308D3AFC1}" destId="{B3C325F7-AF7C-4A5D-A538-3FF6A09DF91B}" srcOrd="1" destOrd="0" presId="urn:microsoft.com/office/officeart/2008/layout/LinedList"/>
    <dgm:cxn modelId="{5854BD65-5DDD-47DB-B081-F463978FCFD5}" type="presParOf" srcId="{E3DA9FBB-56DB-430C-A407-560D23993A9A}" destId="{7397ACC7-B50E-4E70-B31B-82268047F0F4}" srcOrd="4" destOrd="0" presId="urn:microsoft.com/office/officeart/2008/layout/LinedList"/>
    <dgm:cxn modelId="{5F6C85CC-93A0-4AFF-8BBD-E7053F8039E9}" type="presParOf" srcId="{E3DA9FBB-56DB-430C-A407-560D23993A9A}" destId="{BFC14850-E885-439B-B3D3-060A0E8DF84E}" srcOrd="5" destOrd="0" presId="urn:microsoft.com/office/officeart/2008/layout/LinedList"/>
    <dgm:cxn modelId="{AE7A4FCB-33E1-4423-B990-9DFA8F31EB98}" type="presParOf" srcId="{BFC14850-E885-439B-B3D3-060A0E8DF84E}" destId="{1E8B292C-DD47-4B1A-B55D-48205F595ACF}" srcOrd="0" destOrd="0" presId="urn:microsoft.com/office/officeart/2008/layout/LinedList"/>
    <dgm:cxn modelId="{BBCC587E-4614-4DF7-82BC-B9310828EF81}" type="presParOf" srcId="{BFC14850-E885-439B-B3D3-060A0E8DF84E}" destId="{F6E7A3EB-610C-414C-B411-65C8A0B7B18E}" srcOrd="1" destOrd="0" presId="urn:microsoft.com/office/officeart/2008/layout/LinedList"/>
    <dgm:cxn modelId="{EDA315B6-4850-4BB1-8299-2531FD724EDE}" type="presParOf" srcId="{E3DA9FBB-56DB-430C-A407-560D23993A9A}" destId="{5C8AC1C7-6037-4B4D-B485-150CE2C8AE2E}" srcOrd="6" destOrd="0" presId="urn:microsoft.com/office/officeart/2008/layout/LinedList"/>
    <dgm:cxn modelId="{22B55630-579C-4766-8002-86337FD419EC}" type="presParOf" srcId="{E3DA9FBB-56DB-430C-A407-560D23993A9A}" destId="{9FDC9BB6-A39F-4950-98A0-B1789244E3C6}" srcOrd="7" destOrd="0" presId="urn:microsoft.com/office/officeart/2008/layout/LinedList"/>
    <dgm:cxn modelId="{ECEA83C1-1498-44E0-8C07-51CB2D8082CA}" type="presParOf" srcId="{9FDC9BB6-A39F-4950-98A0-B1789244E3C6}" destId="{E4624740-9B6C-4419-BE44-8A6813400E9F}" srcOrd="0" destOrd="0" presId="urn:microsoft.com/office/officeart/2008/layout/LinedList"/>
    <dgm:cxn modelId="{078BCE9F-A169-46A7-A122-559206C59BBA}" type="presParOf" srcId="{9FDC9BB6-A39F-4950-98A0-B1789244E3C6}" destId="{B4CB4295-3559-4D09-B84B-E2AB6E12D844}" srcOrd="1" destOrd="0" presId="urn:microsoft.com/office/officeart/2008/layout/LinedList"/>
    <dgm:cxn modelId="{CE87A9E5-6662-4E64-A874-E269ECE68F97}" type="presParOf" srcId="{E3DA9FBB-56DB-430C-A407-560D23993A9A}" destId="{40DBD9F9-584D-447C-A747-A0B6D889661A}" srcOrd="8" destOrd="0" presId="urn:microsoft.com/office/officeart/2008/layout/LinedList"/>
    <dgm:cxn modelId="{52A0B53D-1440-4B31-A3A7-5BE7766A4E53}" type="presParOf" srcId="{E3DA9FBB-56DB-430C-A407-560D23993A9A}" destId="{5E9198E4-485A-4AD5-86A8-082C5CC8E5ED}" srcOrd="9" destOrd="0" presId="urn:microsoft.com/office/officeart/2008/layout/LinedList"/>
    <dgm:cxn modelId="{2ED9D54E-768A-4132-A642-1DE0A09A8157}" type="presParOf" srcId="{5E9198E4-485A-4AD5-86A8-082C5CC8E5ED}" destId="{2F848BD3-8836-46E3-B618-73E49966C4DC}" srcOrd="0" destOrd="0" presId="urn:microsoft.com/office/officeart/2008/layout/LinedList"/>
    <dgm:cxn modelId="{5783BC10-6ED8-4B2E-8626-4BCA890F19C3}" type="presParOf" srcId="{5E9198E4-485A-4AD5-86A8-082C5CC8E5ED}" destId="{BC81BFA3-BBDD-4D56-898B-876BBBF2910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1553FBBC-BB0B-4E22-A571-BF13B14519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1CCF28E-7625-4C2B-BA3C-E1330CD80FDC}">
      <dgm:prSet/>
      <dgm:spPr/>
      <dgm:t>
        <a:bodyPr/>
        <a:lstStyle/>
        <a:p>
          <a:r>
            <a:rPr lang="uk-UA" b="0" i="0"/>
            <a:t>створення «похідних груп».</a:t>
          </a:r>
          <a:endParaRPr lang="uk-UA"/>
        </a:p>
      </dgm:t>
    </dgm:pt>
    <dgm:pt modelId="{64A08E55-FBFC-487F-B6B6-AFD3CAC950A2}" type="parTrans" cxnId="{BA037B79-F717-459E-8126-FD09AFD62E5B}">
      <dgm:prSet/>
      <dgm:spPr/>
      <dgm:t>
        <a:bodyPr/>
        <a:lstStyle/>
        <a:p>
          <a:endParaRPr lang="uk-UA"/>
        </a:p>
      </dgm:t>
    </dgm:pt>
    <dgm:pt modelId="{FDFF6273-9351-43FF-B4F0-654A77D9E453}" type="sibTrans" cxnId="{BA037B79-F717-459E-8126-FD09AFD62E5B}">
      <dgm:prSet/>
      <dgm:spPr/>
      <dgm:t>
        <a:bodyPr/>
        <a:lstStyle/>
        <a:p>
          <a:endParaRPr lang="uk-UA"/>
        </a:p>
      </dgm:t>
    </dgm:pt>
    <dgm:pt modelId="{D1CDE469-3B01-4124-AA7E-69782760D845}">
      <dgm:prSet/>
      <dgm:spPr/>
      <dgm:t>
        <a:bodyPr/>
        <a:lstStyle/>
        <a:p>
          <a:r>
            <a:rPr lang="uk-UA" b="0" i="0"/>
            <a:t>проведення «рейкової війни».</a:t>
          </a:r>
          <a:endParaRPr lang="uk-UA"/>
        </a:p>
      </dgm:t>
    </dgm:pt>
    <dgm:pt modelId="{8E1958D9-14A6-4CB6-BF4C-82AE819BB2BC}" type="parTrans" cxnId="{A911555E-6C66-4300-8A8A-191BAD62C1EE}">
      <dgm:prSet/>
      <dgm:spPr/>
      <dgm:t>
        <a:bodyPr/>
        <a:lstStyle/>
        <a:p>
          <a:endParaRPr lang="uk-UA"/>
        </a:p>
      </dgm:t>
    </dgm:pt>
    <dgm:pt modelId="{3E17F89D-31C9-4A74-8E27-B2237147DB82}" type="sibTrans" cxnId="{A911555E-6C66-4300-8A8A-191BAD62C1EE}">
      <dgm:prSet/>
      <dgm:spPr/>
      <dgm:t>
        <a:bodyPr/>
        <a:lstStyle/>
        <a:p>
          <a:endParaRPr lang="uk-UA"/>
        </a:p>
      </dgm:t>
    </dgm:pt>
    <dgm:pt modelId="{0486A0D7-1151-438E-989C-27F986BDD210}">
      <dgm:prSet/>
      <dgm:spPr/>
      <dgm:t>
        <a:bodyPr/>
        <a:lstStyle/>
        <a:p>
          <a:r>
            <a:rPr lang="uk-UA" b="0" i="0"/>
            <a:t>здійснення «Карпатського рейду».</a:t>
          </a:r>
          <a:endParaRPr lang="uk-UA"/>
        </a:p>
      </dgm:t>
    </dgm:pt>
    <dgm:pt modelId="{316553AC-FC82-453F-B1FE-C7003C7BFB34}" type="parTrans" cxnId="{AF736DAF-8537-4158-9D35-C588672B5AA4}">
      <dgm:prSet/>
      <dgm:spPr/>
      <dgm:t>
        <a:bodyPr/>
        <a:lstStyle/>
        <a:p>
          <a:endParaRPr lang="uk-UA"/>
        </a:p>
      </dgm:t>
    </dgm:pt>
    <dgm:pt modelId="{67267061-AF91-4940-9ABF-08D8783162BA}" type="sibTrans" cxnId="{AF736DAF-8537-4158-9D35-C588672B5AA4}">
      <dgm:prSet/>
      <dgm:spPr/>
      <dgm:t>
        <a:bodyPr/>
        <a:lstStyle/>
        <a:p>
          <a:endParaRPr lang="uk-UA"/>
        </a:p>
      </dgm:t>
    </dgm:pt>
    <dgm:pt modelId="{6D125BF0-4F51-49BA-9F69-82544CAD1ED3}">
      <dgm:prSet/>
      <dgm:spPr/>
      <dgm:t>
        <a:bodyPr/>
        <a:lstStyle/>
        <a:p>
          <a:r>
            <a:rPr lang="uk-UA" b="0" i="0"/>
            <a:t>формування підрозділів «чорносвитників».</a:t>
          </a:r>
          <a:endParaRPr lang="uk-UA"/>
        </a:p>
      </dgm:t>
    </dgm:pt>
    <dgm:pt modelId="{0D13B9D3-0CF1-43E5-84B8-223EBD965112}" type="parTrans" cxnId="{99B4CF9E-FED4-4347-B059-0801F2AC7D12}">
      <dgm:prSet/>
      <dgm:spPr/>
      <dgm:t>
        <a:bodyPr/>
        <a:lstStyle/>
        <a:p>
          <a:endParaRPr lang="uk-UA"/>
        </a:p>
      </dgm:t>
    </dgm:pt>
    <dgm:pt modelId="{AB2F1F98-111C-4E60-989F-8FA7BC58CECB}" type="sibTrans" cxnId="{99B4CF9E-FED4-4347-B059-0801F2AC7D12}">
      <dgm:prSet/>
      <dgm:spPr/>
      <dgm:t>
        <a:bodyPr/>
        <a:lstStyle/>
        <a:p>
          <a:endParaRPr lang="uk-UA"/>
        </a:p>
      </dgm:t>
    </dgm:pt>
    <dgm:pt modelId="{3A8A96AF-A6A2-48C5-A503-D84FC531211E}" type="pres">
      <dgm:prSet presAssocID="{1553FBBC-BB0B-4E22-A571-BF13B1451954}" presName="linear" presStyleCnt="0">
        <dgm:presLayoutVars>
          <dgm:animLvl val="lvl"/>
          <dgm:resizeHandles val="exact"/>
        </dgm:presLayoutVars>
      </dgm:prSet>
      <dgm:spPr/>
    </dgm:pt>
    <dgm:pt modelId="{B1CF9EDC-6A66-4E5C-B3F1-D11829E5F6F8}" type="pres">
      <dgm:prSet presAssocID="{11CCF28E-7625-4C2B-BA3C-E1330CD80FD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DC056F-BC17-4A02-B24C-1A9E0139F6C1}" type="pres">
      <dgm:prSet presAssocID="{FDFF6273-9351-43FF-B4F0-654A77D9E453}" presName="spacer" presStyleCnt="0"/>
      <dgm:spPr/>
    </dgm:pt>
    <dgm:pt modelId="{B93B26A4-619E-44D3-A826-7E3434F2D6EF}" type="pres">
      <dgm:prSet presAssocID="{D1CDE469-3B01-4124-AA7E-69782760D8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698F93-202D-4228-A7A6-EB432AC109B3}" type="pres">
      <dgm:prSet presAssocID="{3E17F89D-31C9-4A74-8E27-B2237147DB82}" presName="spacer" presStyleCnt="0"/>
      <dgm:spPr/>
    </dgm:pt>
    <dgm:pt modelId="{C7847D76-155E-45BB-B9F0-1970DAF0F2B9}" type="pres">
      <dgm:prSet presAssocID="{0486A0D7-1151-438E-989C-27F986BDD21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42F9E6D-5B2A-4631-A480-530D922D57C7}" type="pres">
      <dgm:prSet presAssocID="{67267061-AF91-4940-9ABF-08D8783162BA}" presName="spacer" presStyleCnt="0"/>
      <dgm:spPr/>
    </dgm:pt>
    <dgm:pt modelId="{085E9C31-08BA-467E-B61D-905E49AC3D9B}" type="pres">
      <dgm:prSet presAssocID="{6D125BF0-4F51-49BA-9F69-82544CAD1ED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7115227-41DC-474E-8CA0-D4ED4C65B297}" type="presOf" srcId="{11CCF28E-7625-4C2B-BA3C-E1330CD80FDC}" destId="{B1CF9EDC-6A66-4E5C-B3F1-D11829E5F6F8}" srcOrd="0" destOrd="0" presId="urn:microsoft.com/office/officeart/2005/8/layout/vList2"/>
    <dgm:cxn modelId="{A911555E-6C66-4300-8A8A-191BAD62C1EE}" srcId="{1553FBBC-BB0B-4E22-A571-BF13B1451954}" destId="{D1CDE469-3B01-4124-AA7E-69782760D845}" srcOrd="1" destOrd="0" parTransId="{8E1958D9-14A6-4CB6-BF4C-82AE819BB2BC}" sibTransId="{3E17F89D-31C9-4A74-8E27-B2237147DB82}"/>
    <dgm:cxn modelId="{BA037B79-F717-459E-8126-FD09AFD62E5B}" srcId="{1553FBBC-BB0B-4E22-A571-BF13B1451954}" destId="{11CCF28E-7625-4C2B-BA3C-E1330CD80FDC}" srcOrd="0" destOrd="0" parTransId="{64A08E55-FBFC-487F-B6B6-AFD3CAC950A2}" sibTransId="{FDFF6273-9351-43FF-B4F0-654A77D9E453}"/>
    <dgm:cxn modelId="{4E279F9B-B74F-424C-8A31-6D4D387DAC4B}" type="presOf" srcId="{0486A0D7-1151-438E-989C-27F986BDD210}" destId="{C7847D76-155E-45BB-B9F0-1970DAF0F2B9}" srcOrd="0" destOrd="0" presId="urn:microsoft.com/office/officeart/2005/8/layout/vList2"/>
    <dgm:cxn modelId="{99B4CF9E-FED4-4347-B059-0801F2AC7D12}" srcId="{1553FBBC-BB0B-4E22-A571-BF13B1451954}" destId="{6D125BF0-4F51-49BA-9F69-82544CAD1ED3}" srcOrd="3" destOrd="0" parTransId="{0D13B9D3-0CF1-43E5-84B8-223EBD965112}" sibTransId="{AB2F1F98-111C-4E60-989F-8FA7BC58CECB}"/>
    <dgm:cxn modelId="{AF736DAF-8537-4158-9D35-C588672B5AA4}" srcId="{1553FBBC-BB0B-4E22-A571-BF13B1451954}" destId="{0486A0D7-1151-438E-989C-27F986BDD210}" srcOrd="2" destOrd="0" parTransId="{316553AC-FC82-453F-B1FE-C7003C7BFB34}" sibTransId="{67267061-AF91-4940-9ABF-08D8783162BA}"/>
    <dgm:cxn modelId="{BC777CE4-C197-44E3-8B5B-B1C09CF92D61}" type="presOf" srcId="{1553FBBC-BB0B-4E22-A571-BF13B1451954}" destId="{3A8A96AF-A6A2-48C5-A503-D84FC531211E}" srcOrd="0" destOrd="0" presId="urn:microsoft.com/office/officeart/2005/8/layout/vList2"/>
    <dgm:cxn modelId="{8DDFCAFA-8076-46BF-94B6-4BC48472AA40}" type="presOf" srcId="{6D125BF0-4F51-49BA-9F69-82544CAD1ED3}" destId="{085E9C31-08BA-467E-B61D-905E49AC3D9B}" srcOrd="0" destOrd="0" presId="urn:microsoft.com/office/officeart/2005/8/layout/vList2"/>
    <dgm:cxn modelId="{98E270FF-190E-4ECF-99A4-F4EF6C8C34AF}" type="presOf" srcId="{D1CDE469-3B01-4124-AA7E-69782760D845}" destId="{B93B26A4-619E-44D3-A826-7E3434F2D6EF}" srcOrd="0" destOrd="0" presId="urn:microsoft.com/office/officeart/2005/8/layout/vList2"/>
    <dgm:cxn modelId="{D16F0118-130A-4ECD-9EB8-498493053EAB}" type="presParOf" srcId="{3A8A96AF-A6A2-48C5-A503-D84FC531211E}" destId="{B1CF9EDC-6A66-4E5C-B3F1-D11829E5F6F8}" srcOrd="0" destOrd="0" presId="urn:microsoft.com/office/officeart/2005/8/layout/vList2"/>
    <dgm:cxn modelId="{E4671331-4C5A-4ACB-A26E-C85DE42C02C2}" type="presParOf" srcId="{3A8A96AF-A6A2-48C5-A503-D84FC531211E}" destId="{A3DC056F-BC17-4A02-B24C-1A9E0139F6C1}" srcOrd="1" destOrd="0" presId="urn:microsoft.com/office/officeart/2005/8/layout/vList2"/>
    <dgm:cxn modelId="{CAA12496-0A2E-477A-AC72-F13DF4E7D537}" type="presParOf" srcId="{3A8A96AF-A6A2-48C5-A503-D84FC531211E}" destId="{B93B26A4-619E-44D3-A826-7E3434F2D6EF}" srcOrd="2" destOrd="0" presId="urn:microsoft.com/office/officeart/2005/8/layout/vList2"/>
    <dgm:cxn modelId="{AF11B57A-0EF1-4CEA-BA79-8D2FEE714684}" type="presParOf" srcId="{3A8A96AF-A6A2-48C5-A503-D84FC531211E}" destId="{DF698F93-202D-4228-A7A6-EB432AC109B3}" srcOrd="3" destOrd="0" presId="urn:microsoft.com/office/officeart/2005/8/layout/vList2"/>
    <dgm:cxn modelId="{01EFC317-A880-49E5-8551-94BEB2AC9255}" type="presParOf" srcId="{3A8A96AF-A6A2-48C5-A503-D84FC531211E}" destId="{C7847D76-155E-45BB-B9F0-1970DAF0F2B9}" srcOrd="4" destOrd="0" presId="urn:microsoft.com/office/officeart/2005/8/layout/vList2"/>
    <dgm:cxn modelId="{D21384A9-15DB-4779-A413-C7A7D11D675D}" type="presParOf" srcId="{3A8A96AF-A6A2-48C5-A503-D84FC531211E}" destId="{142F9E6D-5B2A-4631-A480-530D922D57C7}" srcOrd="5" destOrd="0" presId="urn:microsoft.com/office/officeart/2005/8/layout/vList2"/>
    <dgm:cxn modelId="{2129208C-C918-4031-A961-B77D941E5D83}" type="presParOf" srcId="{3A8A96AF-A6A2-48C5-A503-D84FC531211E}" destId="{085E9C31-08BA-467E-B61D-905E49AC3D9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ED2D8-1BA6-4572-9FB9-67974349B084}">
      <dsp:nvSpPr>
        <dsp:cNvPr id="0" name=""/>
        <dsp:cNvSpPr/>
      </dsp:nvSpPr>
      <dsp:spPr>
        <a:xfrm>
          <a:off x="0" y="208911"/>
          <a:ext cx="4271771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Установлення комуністичного тоталітарного режиму в Україні (1921–1928 рр.)</a:t>
          </a:r>
          <a:endParaRPr lang="uk-UA" sz="1600" kern="1200"/>
        </a:p>
      </dsp:txBody>
      <dsp:txXfrm>
        <a:off x="31070" y="239981"/>
        <a:ext cx="4209631" cy="574340"/>
      </dsp:txXfrm>
    </dsp:sp>
    <dsp:sp modelId="{A2D03CBD-7A1F-467C-9284-D8EB92427E8C}">
      <dsp:nvSpPr>
        <dsp:cNvPr id="0" name=""/>
        <dsp:cNvSpPr/>
      </dsp:nvSpPr>
      <dsp:spPr>
        <a:xfrm>
          <a:off x="0" y="891471"/>
          <a:ext cx="4271771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Утвердження більшовицького тоталітарного режиму в Україні (1929–1938 рр.)</a:t>
          </a:r>
          <a:endParaRPr lang="uk-UA" sz="1600" kern="1200"/>
        </a:p>
      </dsp:txBody>
      <dsp:txXfrm>
        <a:off x="31070" y="922541"/>
        <a:ext cx="4209631" cy="574340"/>
      </dsp:txXfrm>
    </dsp:sp>
    <dsp:sp modelId="{0C880FF3-F67A-4C2A-8F7B-3BBCC2CF88F8}">
      <dsp:nvSpPr>
        <dsp:cNvPr id="0" name=""/>
        <dsp:cNvSpPr/>
      </dsp:nvSpPr>
      <dsp:spPr>
        <a:xfrm>
          <a:off x="0" y="1574031"/>
          <a:ext cx="4271771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Західноукраїнські землі у міжвоєнний період (1921–1938 рр.)</a:t>
          </a:r>
          <a:endParaRPr lang="uk-UA" sz="1600" kern="1200"/>
        </a:p>
      </dsp:txBody>
      <dsp:txXfrm>
        <a:off x="31070" y="1605101"/>
        <a:ext cx="4209631" cy="574340"/>
      </dsp:txXfrm>
    </dsp:sp>
    <dsp:sp modelId="{77DC483F-F2D6-45E5-A30B-39D4BD6ADB00}">
      <dsp:nvSpPr>
        <dsp:cNvPr id="0" name=""/>
        <dsp:cNvSpPr/>
      </dsp:nvSpPr>
      <dsp:spPr>
        <a:xfrm>
          <a:off x="0" y="2256591"/>
          <a:ext cx="4271771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Україна в роки Другої світової війни (1939–1945 рр.)</a:t>
          </a:r>
          <a:endParaRPr lang="uk-UA" sz="1600" kern="1200"/>
        </a:p>
      </dsp:txBody>
      <dsp:txXfrm>
        <a:off x="31070" y="2287661"/>
        <a:ext cx="4209631" cy="5743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BB24B-A1EF-4D1A-8DF2-79AE3DCD8B1F}">
      <dsp:nvSpPr>
        <dsp:cNvPr id="0" name=""/>
        <dsp:cNvSpPr/>
      </dsp:nvSpPr>
      <dsp:spPr>
        <a:xfrm>
          <a:off x="0" y="37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88BF8-8267-4B77-85ED-3B3162A1D868}">
      <dsp:nvSpPr>
        <dsp:cNvPr id="0" name=""/>
        <dsp:cNvSpPr/>
      </dsp:nvSpPr>
      <dsp:spPr>
        <a:xfrm>
          <a:off x="0" y="37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«осадництво», «пацифікація», «інтегральний націоналізм»</a:t>
          </a:r>
          <a:endParaRPr lang="uk-UA" sz="1700" kern="1200"/>
        </a:p>
      </dsp:txBody>
      <dsp:txXfrm>
        <a:off x="0" y="378"/>
        <a:ext cx="4270247" cy="620244"/>
      </dsp:txXfrm>
    </dsp:sp>
    <dsp:sp modelId="{3F9DF270-8A16-4191-A297-7CF93922D458}">
      <dsp:nvSpPr>
        <dsp:cNvPr id="0" name=""/>
        <dsp:cNvSpPr/>
      </dsp:nvSpPr>
      <dsp:spPr>
        <a:xfrm>
          <a:off x="0" y="620623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738E9-13E8-48E5-81D1-762693DC5B5B}">
      <dsp:nvSpPr>
        <dsp:cNvPr id="0" name=""/>
        <dsp:cNvSpPr/>
      </dsp:nvSpPr>
      <dsp:spPr>
        <a:xfrm>
          <a:off x="0" y="620623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«операція “Вісла”», «ждановщина», «космополітизм»</a:t>
          </a:r>
          <a:endParaRPr lang="uk-UA" sz="1700" kern="1200"/>
        </a:p>
      </dsp:txBody>
      <dsp:txXfrm>
        <a:off x="0" y="620623"/>
        <a:ext cx="4270247" cy="620244"/>
      </dsp:txXfrm>
    </dsp:sp>
    <dsp:sp modelId="{D207A3A9-8C37-4CA5-AF82-95ACAE6F8278}">
      <dsp:nvSpPr>
        <dsp:cNvPr id="0" name=""/>
        <dsp:cNvSpPr/>
      </dsp:nvSpPr>
      <dsp:spPr>
        <a:xfrm>
          <a:off x="0" y="124086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AAC1F-D59F-428E-A3D0-44B6C513AFB1}">
      <dsp:nvSpPr>
        <dsp:cNvPr id="0" name=""/>
        <dsp:cNvSpPr/>
      </dsp:nvSpPr>
      <dsp:spPr>
        <a:xfrm>
          <a:off x="0" y="124086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«п’ятирічка», «розкуркулення», «розстріляне відродження»</a:t>
          </a:r>
          <a:endParaRPr lang="uk-UA" sz="1700" kern="1200"/>
        </a:p>
      </dsp:txBody>
      <dsp:txXfrm>
        <a:off x="0" y="1240868"/>
        <a:ext cx="4270247" cy="620244"/>
      </dsp:txXfrm>
    </dsp:sp>
    <dsp:sp modelId="{17ED05E1-14B7-48B6-BA7B-1A70F0171F3A}">
      <dsp:nvSpPr>
        <dsp:cNvPr id="0" name=""/>
        <dsp:cNvSpPr/>
      </dsp:nvSpPr>
      <dsp:spPr>
        <a:xfrm>
          <a:off x="0" y="1861113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3B921-5EF9-4912-A7B2-76E9C45939B1}">
      <dsp:nvSpPr>
        <dsp:cNvPr id="0" name=""/>
        <dsp:cNvSpPr/>
      </dsp:nvSpPr>
      <dsp:spPr>
        <a:xfrm>
          <a:off x="0" y="1861113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«новий порядок», «план “Ост”», «Голокост»</a:t>
          </a:r>
          <a:endParaRPr lang="uk-UA" sz="1700" kern="1200"/>
        </a:p>
      </dsp:txBody>
      <dsp:txXfrm>
        <a:off x="0" y="1861113"/>
        <a:ext cx="4270247" cy="620244"/>
      </dsp:txXfrm>
    </dsp:sp>
    <dsp:sp modelId="{E96D4878-70A0-4355-B13E-ACA149C92D01}">
      <dsp:nvSpPr>
        <dsp:cNvPr id="0" name=""/>
        <dsp:cNvSpPr/>
      </dsp:nvSpPr>
      <dsp:spPr>
        <a:xfrm>
          <a:off x="0" y="2481358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4391F-6CF8-40E0-8FB2-0F255D56AAA0}">
      <dsp:nvSpPr>
        <dsp:cNvPr id="0" name=""/>
        <dsp:cNvSpPr/>
      </dsp:nvSpPr>
      <dsp:spPr>
        <a:xfrm>
          <a:off x="0" y="2481358"/>
          <a:ext cx="4270247" cy="620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«нова економічна політика», «коренізація», «індустріалізація»</a:t>
          </a:r>
          <a:endParaRPr lang="uk-UA" sz="1700" kern="1200"/>
        </a:p>
      </dsp:txBody>
      <dsp:txXfrm>
        <a:off x="0" y="2481358"/>
        <a:ext cx="4270247" cy="6202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725E6-E312-419B-90E4-7DCAB76A5994}">
      <dsp:nvSpPr>
        <dsp:cNvPr id="0" name=""/>
        <dsp:cNvSpPr/>
      </dsp:nvSpPr>
      <dsp:spPr>
        <a:xfrm rot="10800000">
          <a:off x="1138721" y="1764"/>
          <a:ext cx="3892701" cy="632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0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Наддніпрянщина та Слобожанщина</a:t>
          </a:r>
          <a:endParaRPr lang="uk-UA" sz="1700" kern="1200"/>
        </a:p>
      </dsp:txBody>
      <dsp:txXfrm rot="10800000">
        <a:off x="1296950" y="1764"/>
        <a:ext cx="3734472" cy="632915"/>
      </dsp:txXfrm>
    </dsp:sp>
    <dsp:sp modelId="{EA1CA415-1176-41D9-A9C5-79C802329CBC}">
      <dsp:nvSpPr>
        <dsp:cNvPr id="0" name=""/>
        <dsp:cNvSpPr/>
      </dsp:nvSpPr>
      <dsp:spPr>
        <a:xfrm>
          <a:off x="822263" y="1764"/>
          <a:ext cx="632915" cy="632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C3534-F742-4FAA-9147-D98074C38F64}">
      <dsp:nvSpPr>
        <dsp:cNvPr id="0" name=""/>
        <dsp:cNvSpPr/>
      </dsp:nvSpPr>
      <dsp:spPr>
        <a:xfrm rot="10800000">
          <a:off x="1138721" y="823610"/>
          <a:ext cx="3892701" cy="632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0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Східна Галичина та Західна Волинь</a:t>
          </a:r>
          <a:endParaRPr lang="uk-UA" sz="1700" kern="1200"/>
        </a:p>
      </dsp:txBody>
      <dsp:txXfrm rot="10800000">
        <a:off x="1296950" y="823610"/>
        <a:ext cx="3734472" cy="632915"/>
      </dsp:txXfrm>
    </dsp:sp>
    <dsp:sp modelId="{8FA4F52F-68A2-465E-9BC8-9AC862D222AA}">
      <dsp:nvSpPr>
        <dsp:cNvPr id="0" name=""/>
        <dsp:cNvSpPr/>
      </dsp:nvSpPr>
      <dsp:spPr>
        <a:xfrm>
          <a:off x="822263" y="823610"/>
          <a:ext cx="632915" cy="632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1FEF53-259B-4E7A-9A40-5A7B2DCCF791}">
      <dsp:nvSpPr>
        <dsp:cNvPr id="0" name=""/>
        <dsp:cNvSpPr/>
      </dsp:nvSpPr>
      <dsp:spPr>
        <a:xfrm rot="10800000">
          <a:off x="1138721" y="1645456"/>
          <a:ext cx="3892701" cy="632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0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Північна Буковина та Південна Бессарабія</a:t>
          </a:r>
          <a:endParaRPr lang="uk-UA" sz="1700" kern="1200"/>
        </a:p>
      </dsp:txBody>
      <dsp:txXfrm rot="10800000">
        <a:off x="1296950" y="1645456"/>
        <a:ext cx="3734472" cy="632915"/>
      </dsp:txXfrm>
    </dsp:sp>
    <dsp:sp modelId="{4AE49BE6-B229-450A-B792-612B3956D922}">
      <dsp:nvSpPr>
        <dsp:cNvPr id="0" name=""/>
        <dsp:cNvSpPr/>
      </dsp:nvSpPr>
      <dsp:spPr>
        <a:xfrm>
          <a:off x="822263" y="1645456"/>
          <a:ext cx="632915" cy="632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79D8E-38B4-4DAB-A298-64178E9C94AE}">
      <dsp:nvSpPr>
        <dsp:cNvPr id="0" name=""/>
        <dsp:cNvSpPr/>
      </dsp:nvSpPr>
      <dsp:spPr>
        <a:xfrm rot="10800000">
          <a:off x="1138721" y="2467301"/>
          <a:ext cx="3892701" cy="632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0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Закарпаття</a:t>
          </a:r>
          <a:endParaRPr lang="uk-UA" sz="1700" kern="1200"/>
        </a:p>
      </dsp:txBody>
      <dsp:txXfrm rot="10800000">
        <a:off x="1296950" y="2467301"/>
        <a:ext cx="3734472" cy="632915"/>
      </dsp:txXfrm>
    </dsp:sp>
    <dsp:sp modelId="{97B11E1A-A7F4-4B39-A21B-91E71DDD5A81}">
      <dsp:nvSpPr>
        <dsp:cNvPr id="0" name=""/>
        <dsp:cNvSpPr/>
      </dsp:nvSpPr>
      <dsp:spPr>
        <a:xfrm>
          <a:off x="822263" y="2467301"/>
          <a:ext cx="632915" cy="632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84CE38-0578-474C-A902-6E7D0E4BAF3A}">
      <dsp:nvSpPr>
        <dsp:cNvPr id="0" name=""/>
        <dsp:cNvSpPr/>
      </dsp:nvSpPr>
      <dsp:spPr>
        <a:xfrm>
          <a:off x="0" y="39373"/>
          <a:ext cx="4270247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Польська Республіка</a:t>
          </a:r>
          <a:endParaRPr lang="uk-UA" sz="2300" kern="1200"/>
        </a:p>
      </dsp:txBody>
      <dsp:txXfrm>
        <a:off x="26930" y="66303"/>
        <a:ext cx="4216387" cy="497795"/>
      </dsp:txXfrm>
    </dsp:sp>
    <dsp:sp modelId="{04745088-B29C-4359-85BA-2497D207411E}">
      <dsp:nvSpPr>
        <dsp:cNvPr id="0" name=""/>
        <dsp:cNvSpPr/>
      </dsp:nvSpPr>
      <dsp:spPr>
        <a:xfrm>
          <a:off x="0" y="657268"/>
          <a:ext cx="4270247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Чехословацька Республіка</a:t>
          </a:r>
          <a:endParaRPr lang="uk-UA" sz="2300" kern="1200"/>
        </a:p>
      </dsp:txBody>
      <dsp:txXfrm>
        <a:off x="26930" y="684198"/>
        <a:ext cx="4216387" cy="497795"/>
      </dsp:txXfrm>
    </dsp:sp>
    <dsp:sp modelId="{25716670-D6B1-4EA8-83D0-C6E16C6865E7}">
      <dsp:nvSpPr>
        <dsp:cNvPr id="0" name=""/>
        <dsp:cNvSpPr/>
      </dsp:nvSpPr>
      <dsp:spPr>
        <a:xfrm>
          <a:off x="0" y="1275163"/>
          <a:ext cx="4270247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королівство Угорщина</a:t>
          </a:r>
          <a:endParaRPr lang="uk-UA" sz="2300" kern="1200"/>
        </a:p>
      </dsp:txBody>
      <dsp:txXfrm>
        <a:off x="26930" y="1302093"/>
        <a:ext cx="4216387" cy="497795"/>
      </dsp:txXfrm>
    </dsp:sp>
    <dsp:sp modelId="{1FD3BE23-6059-4FF4-AF9E-FE6342BF9738}">
      <dsp:nvSpPr>
        <dsp:cNvPr id="0" name=""/>
        <dsp:cNvSpPr/>
      </dsp:nvSpPr>
      <dsp:spPr>
        <a:xfrm>
          <a:off x="0" y="1893058"/>
          <a:ext cx="4270247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Українська РСР</a:t>
          </a:r>
          <a:endParaRPr lang="uk-UA" sz="2300" kern="1200"/>
        </a:p>
      </dsp:txBody>
      <dsp:txXfrm>
        <a:off x="26930" y="1919988"/>
        <a:ext cx="4216387" cy="497795"/>
      </dsp:txXfrm>
    </dsp:sp>
    <dsp:sp modelId="{47F6DE58-F135-419F-83EA-CC072392E306}">
      <dsp:nvSpPr>
        <dsp:cNvPr id="0" name=""/>
        <dsp:cNvSpPr/>
      </dsp:nvSpPr>
      <dsp:spPr>
        <a:xfrm>
          <a:off x="0" y="2510953"/>
          <a:ext cx="4270247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королівство Румунія</a:t>
          </a:r>
          <a:endParaRPr lang="uk-UA" sz="2300" kern="1200"/>
        </a:p>
      </dsp:txBody>
      <dsp:txXfrm>
        <a:off x="26930" y="2537883"/>
        <a:ext cx="4216387" cy="4977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1FC90-1EA1-4EBC-9AD4-485DB2E625D7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П. Скоропадський</a:t>
          </a:r>
          <a:endParaRPr lang="uk-UA" sz="2900" kern="1200"/>
        </a:p>
      </dsp:txBody>
      <dsp:txXfrm>
        <a:off x="33955" y="68535"/>
        <a:ext cx="4202337" cy="627655"/>
      </dsp:txXfrm>
    </dsp:sp>
    <dsp:sp modelId="{8B03CB98-E50C-4307-9825-00609F3E1705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М. Грушевський</a:t>
          </a:r>
          <a:endParaRPr lang="uk-UA" sz="2900" kern="1200"/>
        </a:p>
      </dsp:txBody>
      <dsp:txXfrm>
        <a:off x="33955" y="847620"/>
        <a:ext cx="4202337" cy="627655"/>
      </dsp:txXfrm>
    </dsp:sp>
    <dsp:sp modelId="{798E6343-D81A-4DE9-B848-042BAB597ADD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С. Петлюра</a:t>
          </a:r>
          <a:endParaRPr lang="uk-UA" sz="2900" kern="1200"/>
        </a:p>
      </dsp:txBody>
      <dsp:txXfrm>
        <a:off x="33955" y="1626706"/>
        <a:ext cx="4202337" cy="627655"/>
      </dsp:txXfrm>
    </dsp:sp>
    <dsp:sp modelId="{BC8ACC6C-C8A9-44C4-8D98-9C4BF1BA0B12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А. Волошин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A09DF-4478-4478-815A-E2B3AD6A467B}">
      <dsp:nvSpPr>
        <dsp:cNvPr id="0" name=""/>
        <dsp:cNvSpPr/>
      </dsp:nvSpPr>
      <dsp:spPr>
        <a:xfrm>
          <a:off x="0" y="296031"/>
          <a:ext cx="427024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Ризьким договором</a:t>
          </a:r>
          <a:endParaRPr lang="uk-UA" sz="2400" kern="1200"/>
        </a:p>
      </dsp:txBody>
      <dsp:txXfrm>
        <a:off x="28100" y="324131"/>
        <a:ext cx="4214047" cy="519439"/>
      </dsp:txXfrm>
    </dsp:sp>
    <dsp:sp modelId="{67EB24D2-6AE3-4309-AAF8-486416850D8A}">
      <dsp:nvSpPr>
        <dsp:cNvPr id="0" name=""/>
        <dsp:cNvSpPr/>
      </dsp:nvSpPr>
      <dsp:spPr>
        <a:xfrm>
          <a:off x="0" y="940791"/>
          <a:ext cx="427024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Брестським договором</a:t>
          </a:r>
          <a:endParaRPr lang="uk-UA" sz="2400" kern="1200"/>
        </a:p>
      </dsp:txBody>
      <dsp:txXfrm>
        <a:off x="28100" y="968891"/>
        <a:ext cx="4214047" cy="519439"/>
      </dsp:txXfrm>
    </dsp:sp>
    <dsp:sp modelId="{96D22722-C0C6-48F0-AD39-F2C3200585D6}">
      <dsp:nvSpPr>
        <dsp:cNvPr id="0" name=""/>
        <dsp:cNvSpPr/>
      </dsp:nvSpPr>
      <dsp:spPr>
        <a:xfrm>
          <a:off x="0" y="1585551"/>
          <a:ext cx="427024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Версальським договором</a:t>
          </a:r>
          <a:endParaRPr lang="uk-UA" sz="2400" kern="1200"/>
        </a:p>
      </dsp:txBody>
      <dsp:txXfrm>
        <a:off x="28100" y="1613651"/>
        <a:ext cx="4214047" cy="519439"/>
      </dsp:txXfrm>
    </dsp:sp>
    <dsp:sp modelId="{68A9200D-82F0-4B7C-8605-3F8CC091CF20}">
      <dsp:nvSpPr>
        <dsp:cNvPr id="0" name=""/>
        <dsp:cNvSpPr/>
      </dsp:nvSpPr>
      <dsp:spPr>
        <a:xfrm>
          <a:off x="0" y="2230311"/>
          <a:ext cx="427024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Сен-Жерменським договором</a:t>
          </a:r>
          <a:endParaRPr lang="uk-UA" sz="2400" kern="1200"/>
        </a:p>
      </dsp:txBody>
      <dsp:txXfrm>
        <a:off x="28100" y="2258411"/>
        <a:ext cx="4214047" cy="5194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F61882-B85A-4794-82D9-73B4EEAE76DE}">
      <dsp:nvSpPr>
        <dsp:cNvPr id="0" name=""/>
        <dsp:cNvSpPr/>
      </dsp:nvSpPr>
      <dsp:spPr>
        <a:xfrm>
          <a:off x="0" y="376671"/>
          <a:ext cx="4270247" cy="55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1919, Великої Британії та Франції, Східною Галичиною та Західною Волинню, по «лінії Керзона»</a:t>
          </a:r>
          <a:endParaRPr lang="uk-UA" sz="1400" kern="1200"/>
        </a:p>
      </dsp:txBody>
      <dsp:txXfrm>
        <a:off x="27187" y="403858"/>
        <a:ext cx="4215873" cy="502546"/>
      </dsp:txXfrm>
    </dsp:sp>
    <dsp:sp modelId="{CF901FBF-A66D-4FE9-9673-71F908635FE2}">
      <dsp:nvSpPr>
        <dsp:cNvPr id="0" name=""/>
        <dsp:cNvSpPr/>
      </dsp:nvSpPr>
      <dsp:spPr>
        <a:xfrm>
          <a:off x="0" y="973911"/>
          <a:ext cx="4270247" cy="55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1920, Антанти, Західною Галичиною, Варшавським договором</a:t>
          </a:r>
          <a:endParaRPr lang="uk-UA" sz="1400" kern="1200"/>
        </a:p>
      </dsp:txBody>
      <dsp:txXfrm>
        <a:off x="27187" y="1001098"/>
        <a:ext cx="4215873" cy="502546"/>
      </dsp:txXfrm>
    </dsp:sp>
    <dsp:sp modelId="{2C5C16A2-E83F-43DF-ADC3-B087C6A5D6E1}">
      <dsp:nvSpPr>
        <dsp:cNvPr id="0" name=""/>
        <dsp:cNvSpPr/>
      </dsp:nvSpPr>
      <dsp:spPr>
        <a:xfrm>
          <a:off x="0" y="1571151"/>
          <a:ext cx="4270247" cy="55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1921, Великої Британії, Франції та США, Західною Волинню, Сен-Жерменським договором</a:t>
          </a:r>
          <a:endParaRPr lang="uk-UA" sz="1400" kern="1200"/>
        </a:p>
      </dsp:txBody>
      <dsp:txXfrm>
        <a:off x="27187" y="1598338"/>
        <a:ext cx="4215873" cy="502546"/>
      </dsp:txXfrm>
    </dsp:sp>
    <dsp:sp modelId="{328B9430-92E3-499D-91AF-E0F9E47AABF2}">
      <dsp:nvSpPr>
        <dsp:cNvPr id="0" name=""/>
        <dsp:cNvSpPr/>
      </dsp:nvSpPr>
      <dsp:spPr>
        <a:xfrm>
          <a:off x="0" y="2168391"/>
          <a:ext cx="4270247" cy="55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1923, Антанти, Східною Галичиною, Ризьким договором</a:t>
          </a:r>
          <a:endParaRPr lang="uk-UA" sz="1400" kern="1200"/>
        </a:p>
      </dsp:txBody>
      <dsp:txXfrm>
        <a:off x="27187" y="2195578"/>
        <a:ext cx="4215873" cy="5025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302D2-6871-4277-9D8D-BDFCC65D80E9}">
      <dsp:nvSpPr>
        <dsp:cNvPr id="0" name=""/>
        <dsp:cNvSpPr/>
      </dsp:nvSpPr>
      <dsp:spPr>
        <a:xfrm>
          <a:off x="0" y="4115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перетворення ЗУНР на західну область УНР</a:t>
          </a:r>
          <a:endParaRPr lang="uk-UA" sz="1800" kern="1200"/>
        </a:p>
      </dsp:txBody>
      <dsp:txXfrm>
        <a:off x="34954" y="76105"/>
        <a:ext cx="4200339" cy="646132"/>
      </dsp:txXfrm>
    </dsp:sp>
    <dsp:sp modelId="{D396008D-12AC-4BA0-B975-BB58AD928A7B}">
      <dsp:nvSpPr>
        <dsp:cNvPr id="0" name=""/>
        <dsp:cNvSpPr/>
      </dsp:nvSpPr>
      <dsp:spPr>
        <a:xfrm>
          <a:off x="0" y="80903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розпуск уряду ЗУНР, що перебував в еміграції</a:t>
          </a:r>
          <a:endParaRPr lang="uk-UA" sz="1800" kern="1200"/>
        </a:p>
      </dsp:txBody>
      <dsp:txXfrm>
        <a:off x="34954" y="843985"/>
        <a:ext cx="4200339" cy="646132"/>
      </dsp:txXfrm>
    </dsp:sp>
    <dsp:sp modelId="{2BB50DA1-2483-49C7-B656-BC3DA0E14412}">
      <dsp:nvSpPr>
        <dsp:cNvPr id="0" name=""/>
        <dsp:cNvSpPr/>
      </dsp:nvSpPr>
      <dsp:spPr>
        <a:xfrm>
          <a:off x="0" y="157691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скасування Акта Злуки між УНР та ЗУНР</a:t>
          </a:r>
          <a:endParaRPr lang="uk-UA" sz="1800" kern="1200"/>
        </a:p>
      </dsp:txBody>
      <dsp:txXfrm>
        <a:off x="34954" y="1611865"/>
        <a:ext cx="4200339" cy="646132"/>
      </dsp:txXfrm>
    </dsp:sp>
    <dsp:sp modelId="{C59BAF29-3BE9-455B-BBC5-FDF2E090275E}">
      <dsp:nvSpPr>
        <dsp:cNvPr id="0" name=""/>
        <dsp:cNvSpPr/>
      </dsp:nvSpPr>
      <dsp:spPr>
        <a:xfrm>
          <a:off x="0" y="234479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проголошення ЗУНР</a:t>
          </a:r>
          <a:endParaRPr lang="uk-UA" sz="1800" kern="1200"/>
        </a:p>
      </dsp:txBody>
      <dsp:txXfrm>
        <a:off x="34954" y="2379745"/>
        <a:ext cx="4200339" cy="6461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5F5B2C-4A2A-4BFB-9F60-8B2058BEE70F}">
      <dsp:nvSpPr>
        <dsp:cNvPr id="0" name=""/>
        <dsp:cNvSpPr/>
      </dsp:nvSpPr>
      <dsp:spPr>
        <a:xfrm>
          <a:off x="0" y="400610"/>
          <a:ext cx="4270247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держав Осі.</a:t>
          </a:r>
          <a:endParaRPr lang="uk-UA" sz="2200" kern="1200"/>
        </a:p>
      </dsp:txBody>
      <dsp:txXfrm>
        <a:off x="25759" y="426369"/>
        <a:ext cx="4218729" cy="476152"/>
      </dsp:txXfrm>
    </dsp:sp>
    <dsp:sp modelId="{E7AAC5E2-943B-4415-9CE6-7930393B464D}">
      <dsp:nvSpPr>
        <dsp:cNvPr id="0" name=""/>
        <dsp:cNvSpPr/>
      </dsp:nvSpPr>
      <dsp:spPr>
        <a:xfrm>
          <a:off x="0" y="991640"/>
          <a:ext cx="4270247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держав Антанти.</a:t>
          </a:r>
          <a:endParaRPr lang="uk-UA" sz="2200" kern="1200"/>
        </a:p>
      </dsp:txBody>
      <dsp:txXfrm>
        <a:off x="25759" y="1017399"/>
        <a:ext cx="4218729" cy="476152"/>
      </dsp:txXfrm>
    </dsp:sp>
    <dsp:sp modelId="{D776737A-3F39-4B53-9D03-860F0CBA6DAA}">
      <dsp:nvSpPr>
        <dsp:cNvPr id="0" name=""/>
        <dsp:cNvSpPr/>
      </dsp:nvSpPr>
      <dsp:spPr>
        <a:xfrm>
          <a:off x="0" y="1582670"/>
          <a:ext cx="4270247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держав Четверного союзу.</a:t>
          </a:r>
          <a:endParaRPr lang="uk-UA" sz="2200" kern="1200"/>
        </a:p>
      </dsp:txBody>
      <dsp:txXfrm>
        <a:off x="25759" y="1608429"/>
        <a:ext cx="4218729" cy="476152"/>
      </dsp:txXfrm>
    </dsp:sp>
    <dsp:sp modelId="{D185B4F6-E4EA-427A-AFAE-A33131F42895}">
      <dsp:nvSpPr>
        <dsp:cNvPr id="0" name=""/>
        <dsp:cNvSpPr/>
      </dsp:nvSpPr>
      <dsp:spPr>
        <a:xfrm>
          <a:off x="0" y="2173701"/>
          <a:ext cx="4270247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федерації радянських республік</a:t>
          </a:r>
          <a:endParaRPr lang="uk-UA" sz="2200" kern="1200"/>
        </a:p>
      </dsp:txBody>
      <dsp:txXfrm>
        <a:off x="25759" y="2199460"/>
        <a:ext cx="4218729" cy="47615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4660FD-DD6E-4FBA-BF20-994B88984804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С. Бандера</a:t>
          </a:r>
          <a:endParaRPr lang="uk-UA" sz="2900" kern="1200"/>
        </a:p>
      </dsp:txBody>
      <dsp:txXfrm>
        <a:off x="33955" y="68535"/>
        <a:ext cx="4202337" cy="627655"/>
      </dsp:txXfrm>
    </dsp:sp>
    <dsp:sp modelId="{ADF5D1A6-9283-4AD9-9EE9-EC0ECE35D0C2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А. Волошин</a:t>
          </a:r>
          <a:endParaRPr lang="uk-UA" sz="2900" kern="1200"/>
        </a:p>
      </dsp:txBody>
      <dsp:txXfrm>
        <a:off x="33955" y="847620"/>
        <a:ext cx="4202337" cy="627655"/>
      </dsp:txXfrm>
    </dsp:sp>
    <dsp:sp modelId="{74009C18-9534-49CF-AA9B-509D4D1986BC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Є. Петрушевич</a:t>
          </a:r>
          <a:endParaRPr lang="uk-UA" sz="2900" kern="1200"/>
        </a:p>
      </dsp:txBody>
      <dsp:txXfrm>
        <a:off x="33955" y="1626706"/>
        <a:ext cx="4202337" cy="627655"/>
      </dsp:txXfrm>
    </dsp:sp>
    <dsp:sp modelId="{29AE38E9-4B99-48DF-933A-F44F24A02FC4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А. Шептицький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09E84-ED4F-4275-BD89-96838B0BDD4D}">
      <dsp:nvSpPr>
        <dsp:cNvPr id="0" name=""/>
        <dsp:cNvSpPr/>
      </dsp:nvSpPr>
      <dsp:spPr>
        <a:xfrm>
          <a:off x="584132" y="0"/>
          <a:ext cx="3101982" cy="310198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28150-E76D-47B8-9509-B2F69349B0BB}">
      <dsp:nvSpPr>
        <dsp:cNvPr id="0" name=""/>
        <dsp:cNvSpPr/>
      </dsp:nvSpPr>
      <dsp:spPr>
        <a:xfrm>
          <a:off x="878820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1919 р.</a:t>
          </a:r>
          <a:endParaRPr lang="uk-UA" sz="3000" kern="1200"/>
        </a:p>
      </dsp:txBody>
      <dsp:txXfrm>
        <a:off x="937876" y="353744"/>
        <a:ext cx="1091660" cy="1091660"/>
      </dsp:txXfrm>
    </dsp:sp>
    <dsp:sp modelId="{508DE2FB-5F6C-43F0-8606-C85846597E90}">
      <dsp:nvSpPr>
        <dsp:cNvPr id="0" name=""/>
        <dsp:cNvSpPr/>
      </dsp:nvSpPr>
      <dsp:spPr>
        <a:xfrm>
          <a:off x="2181653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1921 р.</a:t>
          </a:r>
          <a:endParaRPr lang="uk-UA" sz="3000" kern="1200"/>
        </a:p>
      </dsp:txBody>
      <dsp:txXfrm>
        <a:off x="2240709" y="353744"/>
        <a:ext cx="1091660" cy="1091660"/>
      </dsp:txXfrm>
    </dsp:sp>
    <dsp:sp modelId="{817D5F83-A447-4647-A346-3C038B26B212}">
      <dsp:nvSpPr>
        <dsp:cNvPr id="0" name=""/>
        <dsp:cNvSpPr/>
      </dsp:nvSpPr>
      <dsp:spPr>
        <a:xfrm>
          <a:off x="878820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1923 р.</a:t>
          </a:r>
          <a:endParaRPr lang="uk-UA" sz="3000" kern="1200"/>
        </a:p>
      </dsp:txBody>
      <dsp:txXfrm>
        <a:off x="937876" y="1656576"/>
        <a:ext cx="1091660" cy="1091660"/>
      </dsp:txXfrm>
    </dsp:sp>
    <dsp:sp modelId="{0E7C65D5-76FA-407A-9A48-934C52236397}">
      <dsp:nvSpPr>
        <dsp:cNvPr id="0" name=""/>
        <dsp:cNvSpPr/>
      </dsp:nvSpPr>
      <dsp:spPr>
        <a:xfrm>
          <a:off x="2181653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1925 р.</a:t>
          </a:r>
          <a:endParaRPr lang="uk-UA" sz="3000" kern="1200"/>
        </a:p>
      </dsp:txBody>
      <dsp:txXfrm>
        <a:off x="2240709" y="1656576"/>
        <a:ext cx="1091660" cy="10916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1D127-C0B6-4FF1-8ABE-9C7F66E1A132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Закарпаття.</a:t>
          </a:r>
          <a:endParaRPr lang="uk-UA" sz="2900" kern="1200"/>
        </a:p>
      </dsp:txBody>
      <dsp:txXfrm>
        <a:off x="33955" y="68535"/>
        <a:ext cx="4202337" cy="627655"/>
      </dsp:txXfrm>
    </dsp:sp>
    <dsp:sp modelId="{AE7A78D4-A951-4B2A-9884-695C05D205F7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Східної Галичини.</a:t>
          </a:r>
          <a:endParaRPr lang="uk-UA" sz="2900" kern="1200"/>
        </a:p>
      </dsp:txBody>
      <dsp:txXfrm>
        <a:off x="33955" y="847620"/>
        <a:ext cx="4202337" cy="627655"/>
      </dsp:txXfrm>
    </dsp:sp>
    <dsp:sp modelId="{0F10A751-A599-421C-A10A-C4BDB77315DB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Північної Буковини.</a:t>
          </a:r>
          <a:endParaRPr lang="uk-UA" sz="2900" kern="1200"/>
        </a:p>
      </dsp:txBody>
      <dsp:txXfrm>
        <a:off x="33955" y="1626706"/>
        <a:ext cx="4202337" cy="627655"/>
      </dsp:txXfrm>
    </dsp:sp>
    <dsp:sp modelId="{1EFCDE63-531B-4E2E-90E6-41A9DA9CC102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Південної Бессарабії.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13735-72F7-414C-84F9-A05AB81F6BA2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Польща</a:t>
          </a:r>
          <a:endParaRPr lang="uk-UA" sz="2900" kern="1200"/>
        </a:p>
      </dsp:txBody>
      <dsp:txXfrm>
        <a:off x="33955" y="68535"/>
        <a:ext cx="4202337" cy="627655"/>
      </dsp:txXfrm>
    </dsp:sp>
    <dsp:sp modelId="{E2D2B5F8-30DD-4829-80B5-70512165D76C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Румунія</a:t>
          </a:r>
          <a:endParaRPr lang="uk-UA" sz="2900" kern="1200"/>
        </a:p>
      </dsp:txBody>
      <dsp:txXfrm>
        <a:off x="33955" y="847620"/>
        <a:ext cx="4202337" cy="627655"/>
      </dsp:txXfrm>
    </dsp:sp>
    <dsp:sp modelId="{215955ED-61B9-4E09-9DB0-ABCF2315220C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Угорщина</a:t>
          </a:r>
          <a:endParaRPr lang="uk-UA" sz="2900" kern="1200"/>
        </a:p>
      </dsp:txBody>
      <dsp:txXfrm>
        <a:off x="33955" y="1626706"/>
        <a:ext cx="4202337" cy="627655"/>
      </dsp:txXfrm>
    </dsp:sp>
    <dsp:sp modelId="{75116152-9C3A-424B-B9F3-C56386D9F869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Чехословаччина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E89B75-A298-40EE-9975-BB7933690076}">
      <dsp:nvSpPr>
        <dsp:cNvPr id="0" name=""/>
        <dsp:cNvSpPr/>
      </dsp:nvSpPr>
      <dsp:spPr>
        <a:xfrm rot="10800000">
          <a:off x="873651" y="232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Польщі.</a:t>
          </a:r>
          <a:endParaRPr lang="uk-UA" sz="1800" kern="1200"/>
        </a:p>
      </dsp:txBody>
      <dsp:txXfrm rot="10800000">
        <a:off x="1032036" y="232"/>
        <a:ext cx="2681329" cy="633541"/>
      </dsp:txXfrm>
    </dsp:sp>
    <dsp:sp modelId="{7D0DA372-0049-4625-A96A-40737C9ED7A8}">
      <dsp:nvSpPr>
        <dsp:cNvPr id="0" name=""/>
        <dsp:cNvSpPr/>
      </dsp:nvSpPr>
      <dsp:spPr>
        <a:xfrm>
          <a:off x="556880" y="232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D7980B-DFBC-4669-8C80-122CA193D445}">
      <dsp:nvSpPr>
        <dsp:cNvPr id="0" name=""/>
        <dsp:cNvSpPr/>
      </dsp:nvSpPr>
      <dsp:spPr>
        <a:xfrm rot="10800000">
          <a:off x="873651" y="822890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Румунії.</a:t>
          </a:r>
          <a:endParaRPr lang="uk-UA" sz="1800" kern="1200"/>
        </a:p>
      </dsp:txBody>
      <dsp:txXfrm rot="10800000">
        <a:off x="1032036" y="822890"/>
        <a:ext cx="2681329" cy="633541"/>
      </dsp:txXfrm>
    </dsp:sp>
    <dsp:sp modelId="{14115F3F-CCF9-4AE4-BB70-56F97C045D87}">
      <dsp:nvSpPr>
        <dsp:cNvPr id="0" name=""/>
        <dsp:cNvSpPr/>
      </dsp:nvSpPr>
      <dsp:spPr>
        <a:xfrm>
          <a:off x="556880" y="822890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4629B-1557-4DB5-AA5D-884C4146B491}">
      <dsp:nvSpPr>
        <dsp:cNvPr id="0" name=""/>
        <dsp:cNvSpPr/>
      </dsp:nvSpPr>
      <dsp:spPr>
        <a:xfrm rot="10800000">
          <a:off x="873651" y="1645549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Угорщини.</a:t>
          </a:r>
          <a:endParaRPr lang="uk-UA" sz="1800" kern="1200"/>
        </a:p>
      </dsp:txBody>
      <dsp:txXfrm rot="10800000">
        <a:off x="1032036" y="1645549"/>
        <a:ext cx="2681329" cy="633541"/>
      </dsp:txXfrm>
    </dsp:sp>
    <dsp:sp modelId="{DD71B5BA-3BD0-4B31-8966-00D460BDA1EF}">
      <dsp:nvSpPr>
        <dsp:cNvPr id="0" name=""/>
        <dsp:cNvSpPr/>
      </dsp:nvSpPr>
      <dsp:spPr>
        <a:xfrm>
          <a:off x="556880" y="1645549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6E436F-CEDB-4FC1-BCD9-59E51207A0BD}">
      <dsp:nvSpPr>
        <dsp:cNvPr id="0" name=""/>
        <dsp:cNvSpPr/>
      </dsp:nvSpPr>
      <dsp:spPr>
        <a:xfrm rot="10800000">
          <a:off x="873651" y="2468207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Чехословаччини.</a:t>
          </a:r>
          <a:endParaRPr lang="uk-UA" sz="1800" kern="1200"/>
        </a:p>
      </dsp:txBody>
      <dsp:txXfrm rot="10800000">
        <a:off x="1032036" y="2468207"/>
        <a:ext cx="2681329" cy="633541"/>
      </dsp:txXfrm>
    </dsp:sp>
    <dsp:sp modelId="{610F0918-AAFC-4209-A64E-98A42774DBF0}">
      <dsp:nvSpPr>
        <dsp:cNvPr id="0" name=""/>
        <dsp:cNvSpPr/>
      </dsp:nvSpPr>
      <dsp:spPr>
        <a:xfrm>
          <a:off x="556880" y="2468207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96D513-7DA3-4D97-962B-08016975CB57}">
      <dsp:nvSpPr>
        <dsp:cNvPr id="0" name=""/>
        <dsp:cNvSpPr/>
      </dsp:nvSpPr>
      <dsp:spPr>
        <a:xfrm>
          <a:off x="584132" y="0"/>
          <a:ext cx="3101982" cy="310198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F241A-23B7-44E1-B644-8D9DE3544003}">
      <dsp:nvSpPr>
        <dsp:cNvPr id="0" name=""/>
        <dsp:cNvSpPr/>
      </dsp:nvSpPr>
      <dsp:spPr>
        <a:xfrm>
          <a:off x="878820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1918 р.</a:t>
          </a:r>
          <a:endParaRPr lang="uk-UA" sz="3000" kern="1200"/>
        </a:p>
      </dsp:txBody>
      <dsp:txXfrm>
        <a:off x="937876" y="353744"/>
        <a:ext cx="1091660" cy="1091660"/>
      </dsp:txXfrm>
    </dsp:sp>
    <dsp:sp modelId="{A47AFB56-2D4D-455D-AFB2-6728F3CB147E}">
      <dsp:nvSpPr>
        <dsp:cNvPr id="0" name=""/>
        <dsp:cNvSpPr/>
      </dsp:nvSpPr>
      <dsp:spPr>
        <a:xfrm>
          <a:off x="2181653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1919 р.</a:t>
          </a:r>
          <a:endParaRPr lang="uk-UA" sz="3000" kern="1200"/>
        </a:p>
      </dsp:txBody>
      <dsp:txXfrm>
        <a:off x="2240709" y="353744"/>
        <a:ext cx="1091660" cy="1091660"/>
      </dsp:txXfrm>
    </dsp:sp>
    <dsp:sp modelId="{B87732C7-E9FC-424B-B019-6FD9A57D958F}">
      <dsp:nvSpPr>
        <dsp:cNvPr id="0" name=""/>
        <dsp:cNvSpPr/>
      </dsp:nvSpPr>
      <dsp:spPr>
        <a:xfrm>
          <a:off x="878820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1921 р.</a:t>
          </a:r>
          <a:endParaRPr lang="uk-UA" sz="3000" kern="1200"/>
        </a:p>
      </dsp:txBody>
      <dsp:txXfrm>
        <a:off x="937876" y="1656576"/>
        <a:ext cx="1091660" cy="1091660"/>
      </dsp:txXfrm>
    </dsp:sp>
    <dsp:sp modelId="{C0D67AC0-35F9-40DF-8C89-09CF702ADE32}">
      <dsp:nvSpPr>
        <dsp:cNvPr id="0" name=""/>
        <dsp:cNvSpPr/>
      </dsp:nvSpPr>
      <dsp:spPr>
        <a:xfrm>
          <a:off x="2181653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1923 р.</a:t>
          </a:r>
          <a:endParaRPr lang="uk-UA" sz="3000" kern="1200"/>
        </a:p>
      </dsp:txBody>
      <dsp:txXfrm>
        <a:off x="2240709" y="1656576"/>
        <a:ext cx="1091660" cy="109166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D7DB8-9306-4A34-932A-57D12B9415D8}">
      <dsp:nvSpPr>
        <dsp:cNvPr id="0" name=""/>
        <dsp:cNvSpPr/>
      </dsp:nvSpPr>
      <dsp:spPr>
        <a:xfrm rot="10800000">
          <a:off x="873788" y="1389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Королівство Румунія</a:t>
          </a:r>
          <a:endParaRPr lang="uk-UA" sz="1700" kern="1200"/>
        </a:p>
      </dsp:txBody>
      <dsp:txXfrm rot="10800000">
        <a:off x="1032055" y="1389"/>
        <a:ext cx="2682460" cy="633068"/>
      </dsp:txXfrm>
    </dsp:sp>
    <dsp:sp modelId="{9F69FD1E-B32A-4C22-AE60-C794F2F2F288}">
      <dsp:nvSpPr>
        <dsp:cNvPr id="0" name=""/>
        <dsp:cNvSpPr/>
      </dsp:nvSpPr>
      <dsp:spPr>
        <a:xfrm>
          <a:off x="557254" y="1389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8FB4C2-BD4B-43F3-99E2-19B30D95402F}">
      <dsp:nvSpPr>
        <dsp:cNvPr id="0" name=""/>
        <dsp:cNvSpPr/>
      </dsp:nvSpPr>
      <dsp:spPr>
        <a:xfrm rot="10800000">
          <a:off x="873788" y="823434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Чехо-Словацька Республіка</a:t>
          </a:r>
          <a:endParaRPr lang="uk-UA" sz="1700" kern="1200"/>
        </a:p>
      </dsp:txBody>
      <dsp:txXfrm rot="10800000">
        <a:off x="1032055" y="823434"/>
        <a:ext cx="2682460" cy="633068"/>
      </dsp:txXfrm>
    </dsp:sp>
    <dsp:sp modelId="{F43CB325-B2A3-47C7-A830-83004373C519}">
      <dsp:nvSpPr>
        <dsp:cNvPr id="0" name=""/>
        <dsp:cNvSpPr/>
      </dsp:nvSpPr>
      <dsp:spPr>
        <a:xfrm>
          <a:off x="557254" y="823434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72B37-0964-4F76-A2CC-D659426FF728}">
      <dsp:nvSpPr>
        <dsp:cNvPr id="0" name=""/>
        <dsp:cNvSpPr/>
      </dsp:nvSpPr>
      <dsp:spPr>
        <a:xfrm rot="10800000">
          <a:off x="873788" y="1645478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Українська СРР</a:t>
          </a:r>
          <a:endParaRPr lang="uk-UA" sz="1700" kern="1200"/>
        </a:p>
      </dsp:txBody>
      <dsp:txXfrm rot="10800000">
        <a:off x="1032055" y="1645478"/>
        <a:ext cx="2682460" cy="633068"/>
      </dsp:txXfrm>
    </dsp:sp>
    <dsp:sp modelId="{6DBA2651-643B-4517-A007-E8C076AB2101}">
      <dsp:nvSpPr>
        <dsp:cNvPr id="0" name=""/>
        <dsp:cNvSpPr/>
      </dsp:nvSpPr>
      <dsp:spPr>
        <a:xfrm>
          <a:off x="557254" y="1645478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DB9798-F2F7-45EB-8173-94B835845530}">
      <dsp:nvSpPr>
        <dsp:cNvPr id="0" name=""/>
        <dsp:cNvSpPr/>
      </dsp:nvSpPr>
      <dsp:spPr>
        <a:xfrm rot="10800000">
          <a:off x="873788" y="2467523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Польська Республіка</a:t>
          </a:r>
          <a:endParaRPr lang="uk-UA" sz="1700" kern="1200"/>
        </a:p>
      </dsp:txBody>
      <dsp:txXfrm rot="10800000">
        <a:off x="1032055" y="2467523"/>
        <a:ext cx="2682460" cy="633068"/>
      </dsp:txXfrm>
    </dsp:sp>
    <dsp:sp modelId="{5FC8AA05-5820-4726-8789-AF57DD30C5B1}">
      <dsp:nvSpPr>
        <dsp:cNvPr id="0" name=""/>
        <dsp:cNvSpPr/>
      </dsp:nvSpPr>
      <dsp:spPr>
        <a:xfrm>
          <a:off x="557254" y="2467523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420B3-366A-4B36-833C-0A636D9A19C9}">
      <dsp:nvSpPr>
        <dsp:cNvPr id="0" name=""/>
        <dsp:cNvSpPr/>
      </dsp:nvSpPr>
      <dsp:spPr>
        <a:xfrm>
          <a:off x="0" y="89357"/>
          <a:ext cx="4270247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створення Є. Коновальцем Організації українських націоналістів (ОУН)</a:t>
          </a:r>
          <a:endParaRPr lang="uk-UA" sz="1500" kern="1200"/>
        </a:p>
      </dsp:txBody>
      <dsp:txXfrm>
        <a:off x="40962" y="130319"/>
        <a:ext cx="4188323" cy="757185"/>
      </dsp:txXfrm>
    </dsp:sp>
    <dsp:sp modelId="{69B93C40-8E68-41F8-B5D8-3F4D9A904F92}">
      <dsp:nvSpPr>
        <dsp:cNvPr id="0" name=""/>
        <dsp:cNvSpPr/>
      </dsp:nvSpPr>
      <dsp:spPr>
        <a:xfrm>
          <a:off x="0" y="971666"/>
          <a:ext cx="4270247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проголошення автономії Підкарпатської Русі</a:t>
          </a:r>
          <a:endParaRPr lang="uk-UA" sz="1500" kern="1200"/>
        </a:p>
      </dsp:txBody>
      <dsp:txXfrm>
        <a:off x="40962" y="1012628"/>
        <a:ext cx="4188323" cy="757185"/>
      </dsp:txXfrm>
    </dsp:sp>
    <dsp:sp modelId="{98970661-9478-4BDC-8DE7-7A01ED24D970}">
      <dsp:nvSpPr>
        <dsp:cNvPr id="0" name=""/>
        <dsp:cNvSpPr/>
      </dsp:nvSpPr>
      <dsp:spPr>
        <a:xfrm>
          <a:off x="0" y="1853975"/>
          <a:ext cx="4270247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судовий процес над членами ОУН у справі вбивства міністра внутрішніх справ Б. Перацького</a:t>
          </a:r>
          <a:endParaRPr lang="uk-UA" sz="1500" kern="1200"/>
        </a:p>
      </dsp:txBody>
      <dsp:txXfrm>
        <a:off x="40962" y="1894937"/>
        <a:ext cx="4188323" cy="757185"/>
      </dsp:txXfrm>
    </dsp:sp>
    <dsp:sp modelId="{7F0D5E10-8A8E-49E2-945F-3F06A7E6A63E}">
      <dsp:nvSpPr>
        <dsp:cNvPr id="0" name=""/>
        <dsp:cNvSpPr/>
      </dsp:nvSpPr>
      <dsp:spPr>
        <a:xfrm>
          <a:off x="0" y="2736285"/>
          <a:ext cx="4270247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судовий процес над представниками української інтелігенції в справі «Спілки визволення України»</a:t>
          </a:r>
          <a:endParaRPr lang="uk-UA" sz="1500" kern="1200"/>
        </a:p>
      </dsp:txBody>
      <dsp:txXfrm>
        <a:off x="40962" y="2777247"/>
        <a:ext cx="4188323" cy="757185"/>
      </dsp:txXfrm>
    </dsp:sp>
    <dsp:sp modelId="{4C8B7B68-2336-4558-8196-5C73876EC912}">
      <dsp:nvSpPr>
        <dsp:cNvPr id="0" name=""/>
        <dsp:cNvSpPr/>
      </dsp:nvSpPr>
      <dsp:spPr>
        <a:xfrm>
          <a:off x="0" y="3618594"/>
          <a:ext cx="4270247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створення В. Залозецьким Української національної партії (УНП)</a:t>
          </a:r>
          <a:endParaRPr lang="uk-UA" sz="1500" kern="1200"/>
        </a:p>
      </dsp:txBody>
      <dsp:txXfrm>
        <a:off x="40962" y="3659556"/>
        <a:ext cx="4188323" cy="75718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BB72CE-AACB-4050-B8B1-AE41ED6400DD}">
      <dsp:nvSpPr>
        <dsp:cNvPr id="0" name=""/>
        <dsp:cNvSpPr/>
      </dsp:nvSpPr>
      <dsp:spPr>
        <a:xfrm rot="10800000">
          <a:off x="873788" y="1389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Польща</a:t>
          </a:r>
          <a:endParaRPr lang="uk-UA" sz="1800" kern="1200"/>
        </a:p>
      </dsp:txBody>
      <dsp:txXfrm rot="10800000">
        <a:off x="1032055" y="1389"/>
        <a:ext cx="2682460" cy="633068"/>
      </dsp:txXfrm>
    </dsp:sp>
    <dsp:sp modelId="{A47EDEE3-1D72-4297-A2D1-43D5EF35977D}">
      <dsp:nvSpPr>
        <dsp:cNvPr id="0" name=""/>
        <dsp:cNvSpPr/>
      </dsp:nvSpPr>
      <dsp:spPr>
        <a:xfrm>
          <a:off x="557254" y="1389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809E6E-711F-4F40-BF6D-CE141A5F244F}">
      <dsp:nvSpPr>
        <dsp:cNvPr id="0" name=""/>
        <dsp:cNvSpPr/>
      </dsp:nvSpPr>
      <dsp:spPr>
        <a:xfrm rot="10800000">
          <a:off x="873788" y="823434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Румунія</a:t>
          </a:r>
          <a:endParaRPr lang="uk-UA" sz="1800" kern="1200"/>
        </a:p>
      </dsp:txBody>
      <dsp:txXfrm rot="10800000">
        <a:off x="1032055" y="823434"/>
        <a:ext cx="2682460" cy="633068"/>
      </dsp:txXfrm>
    </dsp:sp>
    <dsp:sp modelId="{29A98F23-F3CF-44A4-A4BE-A957E33034C2}">
      <dsp:nvSpPr>
        <dsp:cNvPr id="0" name=""/>
        <dsp:cNvSpPr/>
      </dsp:nvSpPr>
      <dsp:spPr>
        <a:xfrm>
          <a:off x="557254" y="823434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8BA3D-AC8C-4F7E-BC36-E12B2FB12304}">
      <dsp:nvSpPr>
        <dsp:cNvPr id="0" name=""/>
        <dsp:cNvSpPr/>
      </dsp:nvSpPr>
      <dsp:spPr>
        <a:xfrm rot="10800000">
          <a:off x="873788" y="1645478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Чехословаччина</a:t>
          </a:r>
          <a:endParaRPr lang="uk-UA" sz="1800" kern="1200"/>
        </a:p>
      </dsp:txBody>
      <dsp:txXfrm rot="10800000">
        <a:off x="1032055" y="1645478"/>
        <a:ext cx="2682460" cy="633068"/>
      </dsp:txXfrm>
    </dsp:sp>
    <dsp:sp modelId="{2D439F4E-8430-4952-B7CA-3EFAE3704E32}">
      <dsp:nvSpPr>
        <dsp:cNvPr id="0" name=""/>
        <dsp:cNvSpPr/>
      </dsp:nvSpPr>
      <dsp:spPr>
        <a:xfrm>
          <a:off x="557254" y="1645478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DABE1-BA6B-440A-8CC2-4142179813FD}">
      <dsp:nvSpPr>
        <dsp:cNvPr id="0" name=""/>
        <dsp:cNvSpPr/>
      </dsp:nvSpPr>
      <dsp:spPr>
        <a:xfrm rot="10800000">
          <a:off x="873788" y="2467523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Радянський Союз</a:t>
          </a:r>
          <a:endParaRPr lang="uk-UA" sz="1800" kern="1200"/>
        </a:p>
      </dsp:txBody>
      <dsp:txXfrm rot="10800000">
        <a:off x="1032055" y="2467523"/>
        <a:ext cx="2682460" cy="633068"/>
      </dsp:txXfrm>
    </dsp:sp>
    <dsp:sp modelId="{656B5929-BABF-454B-913A-DC6F8A54FD18}">
      <dsp:nvSpPr>
        <dsp:cNvPr id="0" name=""/>
        <dsp:cNvSpPr/>
      </dsp:nvSpPr>
      <dsp:spPr>
        <a:xfrm>
          <a:off x="557254" y="2467523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DD9B0-550D-4A75-A415-345984D4F619}">
      <dsp:nvSpPr>
        <dsp:cNvPr id="0" name=""/>
        <dsp:cNvSpPr/>
      </dsp:nvSpPr>
      <dsp:spPr>
        <a:xfrm>
          <a:off x="0" y="118729"/>
          <a:ext cx="4270247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проголошення автономії Підкарпатської Русі (Карпатської України)</a:t>
          </a:r>
          <a:endParaRPr lang="uk-UA" sz="1300" kern="1200"/>
        </a:p>
      </dsp:txBody>
      <dsp:txXfrm>
        <a:off x="35500" y="154229"/>
        <a:ext cx="4199247" cy="656228"/>
      </dsp:txXfrm>
    </dsp:sp>
    <dsp:sp modelId="{399A3C5A-EFD4-46D7-B063-F9FD98165953}">
      <dsp:nvSpPr>
        <dsp:cNvPr id="0" name=""/>
        <dsp:cNvSpPr/>
      </dsp:nvSpPr>
      <dsp:spPr>
        <a:xfrm>
          <a:off x="0" y="883397"/>
          <a:ext cx="4270247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проведення «пацифікації»</a:t>
          </a:r>
          <a:endParaRPr lang="uk-UA" sz="1300" kern="1200"/>
        </a:p>
      </dsp:txBody>
      <dsp:txXfrm>
        <a:off x="35500" y="918897"/>
        <a:ext cx="4199247" cy="656228"/>
      </dsp:txXfrm>
    </dsp:sp>
    <dsp:sp modelId="{4164BF50-9D0B-46E7-A233-A8F8B9B7D211}">
      <dsp:nvSpPr>
        <dsp:cNvPr id="0" name=""/>
        <dsp:cNvSpPr/>
      </dsp:nvSpPr>
      <dsp:spPr>
        <a:xfrm>
          <a:off x="0" y="1648065"/>
          <a:ext cx="4270247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Татарбунарське повстання</a:t>
          </a:r>
          <a:endParaRPr lang="uk-UA" sz="1300" kern="1200"/>
        </a:p>
      </dsp:txBody>
      <dsp:txXfrm>
        <a:off x="35500" y="1683565"/>
        <a:ext cx="4199247" cy="656228"/>
      </dsp:txXfrm>
    </dsp:sp>
    <dsp:sp modelId="{D5502595-6A3C-4BD3-98FC-39898DC18B10}">
      <dsp:nvSpPr>
        <dsp:cNvPr id="0" name=""/>
        <dsp:cNvSpPr/>
      </dsp:nvSpPr>
      <dsp:spPr>
        <a:xfrm>
          <a:off x="0" y="2412733"/>
          <a:ext cx="4270247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Голодомор – геноцид українського народу</a:t>
          </a:r>
          <a:endParaRPr lang="uk-UA" sz="1300" kern="1200"/>
        </a:p>
      </dsp:txBody>
      <dsp:txXfrm>
        <a:off x="35500" y="2448233"/>
        <a:ext cx="4199247" cy="656228"/>
      </dsp:txXfrm>
    </dsp:sp>
    <dsp:sp modelId="{A8442473-4AD4-428D-AFE1-C35645843756}">
      <dsp:nvSpPr>
        <dsp:cNvPr id="0" name=""/>
        <dsp:cNvSpPr/>
      </dsp:nvSpPr>
      <dsp:spPr>
        <a:xfrm>
          <a:off x="0" y="3177401"/>
          <a:ext cx="4270247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загибель Є. Коновальця в результаті терористичного акту, організованого радянськими органами держбезпеки</a:t>
          </a:r>
          <a:endParaRPr lang="uk-UA" sz="1300" kern="1200"/>
        </a:p>
      </dsp:txBody>
      <dsp:txXfrm>
        <a:off x="35500" y="3212901"/>
        <a:ext cx="4199247" cy="65622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1A62DE-869F-4BBA-9877-A5805B5DB0F8}">
      <dsp:nvSpPr>
        <dsp:cNvPr id="0" name=""/>
        <dsp:cNvSpPr/>
      </dsp:nvSpPr>
      <dsp:spPr>
        <a:xfrm>
          <a:off x="0" y="41151"/>
          <a:ext cx="7729728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політико-ідеологічний контроль за українськими партіями, здійснюваний чехословацькими партіями в 1920–1930-х рр.</a:t>
          </a:r>
          <a:endParaRPr lang="uk-UA" sz="1800" kern="1200"/>
        </a:p>
      </dsp:txBody>
      <dsp:txXfrm>
        <a:off x="34954" y="76105"/>
        <a:ext cx="7659820" cy="646132"/>
      </dsp:txXfrm>
    </dsp:sp>
    <dsp:sp modelId="{6645B2BA-F04F-4959-A26D-12B9AA73F3EE}">
      <dsp:nvSpPr>
        <dsp:cNvPr id="0" name=""/>
        <dsp:cNvSpPr/>
      </dsp:nvSpPr>
      <dsp:spPr>
        <a:xfrm>
          <a:off x="0" y="809031"/>
          <a:ext cx="7729728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адміністративна уніфікація українських земель, здійснювана урядом Румунії в 1920 — першій половині 1930-х рр.</a:t>
          </a:r>
          <a:endParaRPr lang="uk-UA" sz="1800" kern="1200"/>
        </a:p>
      </dsp:txBody>
      <dsp:txXfrm>
        <a:off x="34954" y="843985"/>
        <a:ext cx="7659820" cy="646132"/>
      </dsp:txXfrm>
    </dsp:sp>
    <dsp:sp modelId="{77744755-9921-453B-8B1C-CB5742018EC4}">
      <dsp:nvSpPr>
        <dsp:cNvPr id="0" name=""/>
        <dsp:cNvSpPr/>
      </dsp:nvSpPr>
      <dsp:spPr>
        <a:xfrm>
          <a:off x="0" y="1576911"/>
          <a:ext cx="7729728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процес згортання української освіти, здійснюваний урядом Угорщини наприкінці 1930-х рр.</a:t>
          </a:r>
          <a:endParaRPr lang="uk-UA" sz="1800" kern="1200"/>
        </a:p>
      </dsp:txBody>
      <dsp:txXfrm>
        <a:off x="34954" y="1611865"/>
        <a:ext cx="7659820" cy="646132"/>
      </dsp:txXfrm>
    </dsp:sp>
    <dsp:sp modelId="{E233F7EA-6EA4-4325-A76F-0C658B641436}">
      <dsp:nvSpPr>
        <dsp:cNvPr id="0" name=""/>
        <dsp:cNvSpPr/>
      </dsp:nvSpPr>
      <dsp:spPr>
        <a:xfrm>
          <a:off x="0" y="2344791"/>
          <a:ext cx="7729728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політика планомірного заселення українських земель військовими та цивільними колоністами, здійснювана урядом Польщі в 1920-х рр.</a:t>
          </a:r>
          <a:endParaRPr lang="uk-UA" sz="1800" kern="1200"/>
        </a:p>
      </dsp:txBody>
      <dsp:txXfrm>
        <a:off x="34954" y="2379745"/>
        <a:ext cx="7659820" cy="64613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1CE9E1-5E51-4903-87CD-9F76EFBEC388}">
      <dsp:nvSpPr>
        <dsp:cNvPr id="0" name=""/>
        <dsp:cNvSpPr/>
      </dsp:nvSpPr>
      <dsp:spPr>
        <a:xfrm>
          <a:off x="0" y="43125"/>
          <a:ext cx="7729728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активізувало прорадянські настрої серед польських селян.</a:t>
          </a:r>
          <a:endParaRPr lang="uk-UA" sz="1800" kern="1200"/>
        </a:p>
      </dsp:txBody>
      <dsp:txXfrm>
        <a:off x="34906" y="78031"/>
        <a:ext cx="7659916" cy="645240"/>
      </dsp:txXfrm>
    </dsp:sp>
    <dsp:sp modelId="{C0A86140-F381-4BD9-B229-115F88AB1E85}">
      <dsp:nvSpPr>
        <dsp:cNvPr id="0" name=""/>
        <dsp:cNvSpPr/>
      </dsp:nvSpPr>
      <dsp:spPr>
        <a:xfrm>
          <a:off x="0" y="810018"/>
          <a:ext cx="7729728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привело до ліквідації в регіоні поміщицького землеволодіння.</a:t>
          </a:r>
          <a:endParaRPr lang="uk-UA" sz="1800" kern="1200"/>
        </a:p>
      </dsp:txBody>
      <dsp:txXfrm>
        <a:off x="34906" y="844924"/>
        <a:ext cx="7659916" cy="645240"/>
      </dsp:txXfrm>
    </dsp:sp>
    <dsp:sp modelId="{479338BA-F805-4304-890F-C7A3A0D74316}">
      <dsp:nvSpPr>
        <dsp:cNvPr id="0" name=""/>
        <dsp:cNvSpPr/>
      </dsp:nvSpPr>
      <dsp:spPr>
        <a:xfrm>
          <a:off x="0" y="1576911"/>
          <a:ext cx="7729728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послабило податковий тиск польської влади на українських селян.</a:t>
          </a:r>
          <a:endParaRPr lang="uk-UA" sz="1800" kern="1200"/>
        </a:p>
      </dsp:txBody>
      <dsp:txXfrm>
        <a:off x="34906" y="1611817"/>
        <a:ext cx="7659916" cy="645240"/>
      </dsp:txXfrm>
    </dsp:sp>
    <dsp:sp modelId="{38226243-C623-41DB-9037-DBE30A4B6F7B}">
      <dsp:nvSpPr>
        <dsp:cNvPr id="0" name=""/>
        <dsp:cNvSpPr/>
      </dsp:nvSpPr>
      <dsp:spPr>
        <a:xfrm>
          <a:off x="0" y="2343804"/>
          <a:ext cx="7729728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призвело до погромів українських осередків громадсько-політичного життя.</a:t>
          </a:r>
          <a:endParaRPr lang="uk-UA" sz="1800" kern="1200"/>
        </a:p>
      </dsp:txBody>
      <dsp:txXfrm>
        <a:off x="34906" y="2378710"/>
        <a:ext cx="7659916" cy="64524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38505E-5C57-40E8-8BC0-061B03C9AFF4}">
      <dsp:nvSpPr>
        <dsp:cNvPr id="0" name=""/>
        <dsp:cNvSpPr/>
      </dsp:nvSpPr>
      <dsp:spPr>
        <a:xfrm>
          <a:off x="0" y="230690"/>
          <a:ext cx="4271771" cy="1298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«Міністерство освіти категорично відхилило прохання відкрити школи з викладанням українською мовою, наголосивши, що громадяни зобов’язані давати своїм дітям освіту тільки в ...школах з румунською мовою викладання».</a:t>
          </a:r>
          <a:endParaRPr lang="uk-UA" sz="1500" kern="1200"/>
        </a:p>
      </dsp:txBody>
      <dsp:txXfrm>
        <a:off x="63397" y="294087"/>
        <a:ext cx="4144977" cy="1171906"/>
      </dsp:txXfrm>
    </dsp:sp>
    <dsp:sp modelId="{95E47932-495D-4D61-91BB-45D709577565}">
      <dsp:nvSpPr>
        <dsp:cNvPr id="0" name=""/>
        <dsp:cNvSpPr/>
      </dsp:nvSpPr>
      <dsp:spPr>
        <a:xfrm>
          <a:off x="0" y="1572591"/>
          <a:ext cx="4271771" cy="1298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«На Волині та Поліссі осаджено понад 8 тисяч родин військових. Дано їм, за урядовим розпорядженням, землі від 20 до 80 га, деревину на будівництво, грошей чимало»</a:t>
          </a:r>
          <a:endParaRPr lang="uk-UA" sz="1500" kern="1200"/>
        </a:p>
      </dsp:txBody>
      <dsp:txXfrm>
        <a:off x="63397" y="1635988"/>
        <a:ext cx="4144977" cy="117190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36856-5EF1-49E1-A496-47BFCB4FBFE7}">
      <dsp:nvSpPr>
        <dsp:cNvPr id="0" name=""/>
        <dsp:cNvSpPr/>
      </dsp:nvSpPr>
      <dsp:spPr>
        <a:xfrm>
          <a:off x="0" y="136235"/>
          <a:ext cx="4270247" cy="1391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1" kern="1200"/>
            <a:t>«Країна русинів на південь від Карпат буде мати окремий сойм. Цей сойм буде виконувати владу в усіх мовних, шкільних, релігійних питаннях краю».</a:t>
          </a:r>
          <a:endParaRPr lang="uk-UA" sz="1600" kern="1200"/>
        </a:p>
      </dsp:txBody>
      <dsp:txXfrm>
        <a:off x="67938" y="204173"/>
        <a:ext cx="4134371" cy="1255839"/>
      </dsp:txXfrm>
    </dsp:sp>
    <dsp:sp modelId="{9E330E51-F93D-4E00-B20B-3F41F9BD583A}">
      <dsp:nvSpPr>
        <dsp:cNvPr id="0" name=""/>
        <dsp:cNvSpPr/>
      </dsp:nvSpPr>
      <dsp:spPr>
        <a:xfrm>
          <a:off x="0" y="1574031"/>
          <a:ext cx="4270247" cy="1391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1" kern="1200"/>
            <a:t>«Відновлюються культурні товариства, театральні трупи, студентські гуртки та органи преси. За таких обставин можна було думати про відродження українського життя в обмежених рамках».</a:t>
          </a:r>
          <a:endParaRPr lang="uk-UA" sz="1600" kern="1200"/>
        </a:p>
      </dsp:txBody>
      <dsp:txXfrm>
        <a:off x="67938" y="1641969"/>
        <a:ext cx="4134371" cy="125583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13496-A366-47C3-A347-F5151730EA04}">
      <dsp:nvSpPr>
        <dsp:cNvPr id="0" name=""/>
        <dsp:cNvSpPr/>
      </dsp:nvSpPr>
      <dsp:spPr>
        <a:xfrm>
          <a:off x="584132" y="0"/>
          <a:ext cx="3101982" cy="310198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3D0445-16EB-488D-B4CA-431D6AE12051}">
      <dsp:nvSpPr>
        <dsp:cNvPr id="0" name=""/>
        <dsp:cNvSpPr/>
      </dsp:nvSpPr>
      <dsp:spPr>
        <a:xfrm>
          <a:off x="878820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1, 3</a:t>
          </a:r>
          <a:endParaRPr lang="uk-UA" sz="4100" kern="1200"/>
        </a:p>
      </dsp:txBody>
      <dsp:txXfrm>
        <a:off x="937876" y="353744"/>
        <a:ext cx="1091660" cy="1091660"/>
      </dsp:txXfrm>
    </dsp:sp>
    <dsp:sp modelId="{D5BD754D-A63F-45FD-B32A-246FFD5E05E2}">
      <dsp:nvSpPr>
        <dsp:cNvPr id="0" name=""/>
        <dsp:cNvSpPr/>
      </dsp:nvSpPr>
      <dsp:spPr>
        <a:xfrm>
          <a:off x="2181653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2, 4</a:t>
          </a:r>
          <a:endParaRPr lang="uk-UA" sz="4100" kern="1200"/>
        </a:p>
      </dsp:txBody>
      <dsp:txXfrm>
        <a:off x="2240709" y="353744"/>
        <a:ext cx="1091660" cy="1091660"/>
      </dsp:txXfrm>
    </dsp:sp>
    <dsp:sp modelId="{B557E088-F4EA-4525-9E68-D9DF421F92F7}">
      <dsp:nvSpPr>
        <dsp:cNvPr id="0" name=""/>
        <dsp:cNvSpPr/>
      </dsp:nvSpPr>
      <dsp:spPr>
        <a:xfrm>
          <a:off x="878820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1, 4</a:t>
          </a:r>
          <a:endParaRPr lang="uk-UA" sz="4100" kern="1200"/>
        </a:p>
      </dsp:txBody>
      <dsp:txXfrm>
        <a:off x="937876" y="1656576"/>
        <a:ext cx="1091660" cy="1091660"/>
      </dsp:txXfrm>
    </dsp:sp>
    <dsp:sp modelId="{45E395BB-DD12-48AB-AAFF-79F140679EB5}">
      <dsp:nvSpPr>
        <dsp:cNvPr id="0" name=""/>
        <dsp:cNvSpPr/>
      </dsp:nvSpPr>
      <dsp:spPr>
        <a:xfrm>
          <a:off x="2181653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2, 3</a:t>
          </a:r>
          <a:endParaRPr lang="uk-UA" sz="4100" kern="1200"/>
        </a:p>
      </dsp:txBody>
      <dsp:txXfrm>
        <a:off x="2240709" y="1656576"/>
        <a:ext cx="1091660" cy="109166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135A24-A033-4BC0-97F5-6193C0DF2E6F}">
      <dsp:nvSpPr>
        <dsp:cNvPr id="0" name=""/>
        <dsp:cNvSpPr/>
      </dsp:nvSpPr>
      <dsp:spPr>
        <a:xfrm rot="10800000">
          <a:off x="873788" y="1389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Польщі</a:t>
          </a:r>
          <a:endParaRPr lang="uk-UA" sz="1800" kern="1200"/>
        </a:p>
      </dsp:txBody>
      <dsp:txXfrm rot="10800000">
        <a:off x="1032055" y="1389"/>
        <a:ext cx="2682460" cy="633068"/>
      </dsp:txXfrm>
    </dsp:sp>
    <dsp:sp modelId="{99B70FC7-2D40-49FA-BA63-293F246BE572}">
      <dsp:nvSpPr>
        <dsp:cNvPr id="0" name=""/>
        <dsp:cNvSpPr/>
      </dsp:nvSpPr>
      <dsp:spPr>
        <a:xfrm>
          <a:off x="557254" y="1389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BCA62-B0ED-413D-A545-76C3BFFCEC7E}">
      <dsp:nvSpPr>
        <dsp:cNvPr id="0" name=""/>
        <dsp:cNvSpPr/>
      </dsp:nvSpPr>
      <dsp:spPr>
        <a:xfrm rot="10800000">
          <a:off x="873788" y="823434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Чехословаччини</a:t>
          </a:r>
          <a:endParaRPr lang="uk-UA" sz="1800" kern="1200"/>
        </a:p>
      </dsp:txBody>
      <dsp:txXfrm rot="10800000">
        <a:off x="1032055" y="823434"/>
        <a:ext cx="2682460" cy="633068"/>
      </dsp:txXfrm>
    </dsp:sp>
    <dsp:sp modelId="{977F639A-5CA7-4E04-9C99-C90EAFC470AF}">
      <dsp:nvSpPr>
        <dsp:cNvPr id="0" name=""/>
        <dsp:cNvSpPr/>
      </dsp:nvSpPr>
      <dsp:spPr>
        <a:xfrm>
          <a:off x="557254" y="823434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BC746-4CC8-42E9-868A-4523D7577D98}">
      <dsp:nvSpPr>
        <dsp:cNvPr id="0" name=""/>
        <dsp:cNvSpPr/>
      </dsp:nvSpPr>
      <dsp:spPr>
        <a:xfrm rot="10800000">
          <a:off x="873788" y="1645478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Румунії</a:t>
          </a:r>
          <a:endParaRPr lang="uk-UA" sz="1800" kern="1200"/>
        </a:p>
      </dsp:txBody>
      <dsp:txXfrm rot="10800000">
        <a:off x="1032055" y="1645478"/>
        <a:ext cx="2682460" cy="633068"/>
      </dsp:txXfrm>
    </dsp:sp>
    <dsp:sp modelId="{53159CF7-491D-4DEA-8288-126FCFDE618A}">
      <dsp:nvSpPr>
        <dsp:cNvPr id="0" name=""/>
        <dsp:cNvSpPr/>
      </dsp:nvSpPr>
      <dsp:spPr>
        <a:xfrm>
          <a:off x="557254" y="1645478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DD108-5954-478C-8320-073BC0FA279A}">
      <dsp:nvSpPr>
        <dsp:cNvPr id="0" name=""/>
        <dsp:cNvSpPr/>
      </dsp:nvSpPr>
      <dsp:spPr>
        <a:xfrm rot="10800000">
          <a:off x="873788" y="2467523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Угорщини</a:t>
          </a:r>
          <a:endParaRPr lang="uk-UA" sz="1800" kern="1200"/>
        </a:p>
      </dsp:txBody>
      <dsp:txXfrm rot="10800000">
        <a:off x="1032055" y="2467523"/>
        <a:ext cx="2682460" cy="633068"/>
      </dsp:txXfrm>
    </dsp:sp>
    <dsp:sp modelId="{1BD59693-A5F5-4B76-9B05-99335E40B0AD}">
      <dsp:nvSpPr>
        <dsp:cNvPr id="0" name=""/>
        <dsp:cNvSpPr/>
      </dsp:nvSpPr>
      <dsp:spPr>
        <a:xfrm>
          <a:off x="557254" y="2467523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67390-2416-4232-8531-5CA094599687}">
      <dsp:nvSpPr>
        <dsp:cNvPr id="0" name=""/>
        <dsp:cNvSpPr/>
      </dsp:nvSpPr>
      <dsp:spPr>
        <a:xfrm>
          <a:off x="0" y="4115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штучне стримування промислового будівництва та розвитку</a:t>
          </a:r>
          <a:endParaRPr lang="uk-UA" sz="1800" kern="1200"/>
        </a:p>
      </dsp:txBody>
      <dsp:txXfrm>
        <a:off x="34954" y="76105"/>
        <a:ext cx="4200339" cy="646132"/>
      </dsp:txXfrm>
    </dsp:sp>
    <dsp:sp modelId="{CA4250BA-2944-4794-A16D-F1A066E23C03}">
      <dsp:nvSpPr>
        <dsp:cNvPr id="0" name=""/>
        <dsp:cNvSpPr/>
      </dsp:nvSpPr>
      <dsp:spPr>
        <a:xfrm>
          <a:off x="0" y="80903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скорочення трудової еміграції до країн Північної Америки</a:t>
          </a:r>
          <a:endParaRPr lang="uk-UA" sz="1800" kern="1200"/>
        </a:p>
      </dsp:txBody>
      <dsp:txXfrm>
        <a:off x="34954" y="843985"/>
        <a:ext cx="4200339" cy="646132"/>
      </dsp:txXfrm>
    </dsp:sp>
    <dsp:sp modelId="{AE08B217-5ED9-4D65-A72F-2797601DD755}">
      <dsp:nvSpPr>
        <dsp:cNvPr id="0" name=""/>
        <dsp:cNvSpPr/>
      </dsp:nvSpPr>
      <dsp:spPr>
        <a:xfrm>
          <a:off x="0" y="157691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суттєве зростання заробітної плати та подолання безробіття</a:t>
          </a:r>
          <a:endParaRPr lang="uk-UA" sz="1800" kern="1200"/>
        </a:p>
      </dsp:txBody>
      <dsp:txXfrm>
        <a:off x="34954" y="1611865"/>
        <a:ext cx="4200339" cy="646132"/>
      </dsp:txXfrm>
    </dsp:sp>
    <dsp:sp modelId="{99C3D057-264D-47F4-825E-CF7BB1986888}">
      <dsp:nvSpPr>
        <dsp:cNvPr id="0" name=""/>
        <dsp:cNvSpPr/>
      </dsp:nvSpPr>
      <dsp:spPr>
        <a:xfrm>
          <a:off x="0" y="234479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ліквідація аграрного перенаселення та селянського безземелля</a:t>
          </a:r>
          <a:endParaRPr lang="uk-UA" sz="1800" kern="1200"/>
        </a:p>
      </dsp:txBody>
      <dsp:txXfrm>
        <a:off x="34954" y="2379745"/>
        <a:ext cx="4200339" cy="64613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8A25F-7867-432E-B362-15D3C4B7DE54}">
      <dsp:nvSpPr>
        <dsp:cNvPr id="0" name=""/>
        <dsp:cNvSpPr/>
      </dsp:nvSpPr>
      <dsp:spPr>
        <a:xfrm>
          <a:off x="0" y="4115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Українське національно-демократичне об’єднання (УНДО)</a:t>
          </a:r>
          <a:endParaRPr lang="uk-UA" sz="1800" kern="1200"/>
        </a:p>
      </dsp:txBody>
      <dsp:txXfrm>
        <a:off x="34954" y="76105"/>
        <a:ext cx="4200339" cy="646132"/>
      </dsp:txXfrm>
    </dsp:sp>
    <dsp:sp modelId="{A058EF01-AA74-4057-BE86-F2A28E52A5DB}">
      <dsp:nvSpPr>
        <dsp:cNvPr id="0" name=""/>
        <dsp:cNvSpPr/>
      </dsp:nvSpPr>
      <dsp:spPr>
        <a:xfrm>
          <a:off x="0" y="80903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Українська соціалістично-радикальна партія (УСРП)</a:t>
          </a:r>
          <a:endParaRPr lang="uk-UA" sz="1800" kern="1200"/>
        </a:p>
      </dsp:txBody>
      <dsp:txXfrm>
        <a:off x="34954" y="843985"/>
        <a:ext cx="4200339" cy="646132"/>
      </dsp:txXfrm>
    </dsp:sp>
    <dsp:sp modelId="{86B01386-BA45-4F3E-A73A-324C3B46B350}">
      <dsp:nvSpPr>
        <dsp:cNvPr id="0" name=""/>
        <dsp:cNvSpPr/>
      </dsp:nvSpPr>
      <dsp:spPr>
        <a:xfrm>
          <a:off x="0" y="157691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Організація українських націоналістів (ОУН)</a:t>
          </a:r>
          <a:endParaRPr lang="uk-UA" sz="1800" kern="1200"/>
        </a:p>
      </dsp:txBody>
      <dsp:txXfrm>
        <a:off x="34954" y="1611865"/>
        <a:ext cx="4200339" cy="646132"/>
      </dsp:txXfrm>
    </dsp:sp>
    <dsp:sp modelId="{415231E1-CD58-4501-BF52-B3C470D9CE60}">
      <dsp:nvSpPr>
        <dsp:cNvPr id="0" name=""/>
        <dsp:cNvSpPr/>
      </dsp:nvSpPr>
      <dsp:spPr>
        <a:xfrm>
          <a:off x="0" y="234479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Українська національна партія (УНП)</a:t>
          </a:r>
          <a:endParaRPr lang="uk-UA" sz="1800" kern="1200"/>
        </a:p>
      </dsp:txBody>
      <dsp:txXfrm>
        <a:off x="34954" y="2379745"/>
        <a:ext cx="4200339" cy="64613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3FD55-8F5D-4499-98A6-2C4966616E86}">
      <dsp:nvSpPr>
        <dsp:cNvPr id="0" name=""/>
        <dsp:cNvSpPr/>
      </dsp:nvSpPr>
      <dsp:spPr>
        <a:xfrm>
          <a:off x="0" y="43125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учасник боїв за гору Маківка</a:t>
          </a:r>
          <a:endParaRPr lang="uk-UA" sz="1800" kern="1200"/>
        </a:p>
      </dsp:txBody>
      <dsp:txXfrm>
        <a:off x="34906" y="78031"/>
        <a:ext cx="4200435" cy="645240"/>
      </dsp:txXfrm>
    </dsp:sp>
    <dsp:sp modelId="{12EE5108-754B-4C3D-A067-0BE6D9EB08F4}">
      <dsp:nvSpPr>
        <dsp:cNvPr id="0" name=""/>
        <dsp:cNvSpPr/>
      </dsp:nvSpPr>
      <dsp:spPr>
        <a:xfrm>
          <a:off x="0" y="810018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засновник Української військової організації (УВО)</a:t>
          </a:r>
          <a:endParaRPr lang="uk-UA" sz="1800" kern="1200"/>
        </a:p>
      </dsp:txBody>
      <dsp:txXfrm>
        <a:off x="34906" y="844924"/>
        <a:ext cx="4200435" cy="645240"/>
      </dsp:txXfrm>
    </dsp:sp>
    <dsp:sp modelId="{603E60B9-6B43-43AD-82D4-9BE1E5090942}">
      <dsp:nvSpPr>
        <dsp:cNvPr id="0" name=""/>
        <dsp:cNvSpPr/>
      </dsp:nvSpPr>
      <dsp:spPr>
        <a:xfrm>
          <a:off x="0" y="1576911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командир Галицько-Буковинського куреня січових стрільців</a:t>
          </a:r>
          <a:endParaRPr lang="uk-UA" sz="1800" kern="1200"/>
        </a:p>
      </dsp:txBody>
      <dsp:txXfrm>
        <a:off x="34906" y="1611817"/>
        <a:ext cx="4200435" cy="645240"/>
      </dsp:txXfrm>
    </dsp:sp>
    <dsp:sp modelId="{4EE2C11B-4413-42FE-AB79-3D8C3789F131}">
      <dsp:nvSpPr>
        <dsp:cNvPr id="0" name=""/>
        <dsp:cNvSpPr/>
      </dsp:nvSpPr>
      <dsp:spPr>
        <a:xfrm>
          <a:off x="0" y="2343803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керівник Організації українських націоналістів (ОУН)</a:t>
          </a:r>
          <a:endParaRPr lang="uk-UA" sz="1800" kern="1200"/>
        </a:p>
      </dsp:txBody>
      <dsp:txXfrm>
        <a:off x="34906" y="2378709"/>
        <a:ext cx="4200435" cy="64524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A3D01-1C9B-45B7-A425-DB8BCF9E1A7E}">
      <dsp:nvSpPr>
        <dsp:cNvPr id="0" name=""/>
        <dsp:cNvSpPr/>
      </dsp:nvSpPr>
      <dsp:spPr>
        <a:xfrm>
          <a:off x="0" y="43125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Української національної партії (УНП)</a:t>
          </a:r>
          <a:endParaRPr lang="uk-UA" sz="1800" kern="1200"/>
        </a:p>
      </dsp:txBody>
      <dsp:txXfrm>
        <a:off x="34906" y="78031"/>
        <a:ext cx="4200435" cy="645240"/>
      </dsp:txXfrm>
    </dsp:sp>
    <dsp:sp modelId="{431E9DDB-638C-400B-9283-3632688BAC3A}">
      <dsp:nvSpPr>
        <dsp:cNvPr id="0" name=""/>
        <dsp:cNvSpPr/>
      </dsp:nvSpPr>
      <dsp:spPr>
        <a:xfrm>
          <a:off x="0" y="810018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Організації українських націоналістів (ОУН)</a:t>
          </a:r>
          <a:endParaRPr lang="uk-UA" sz="1800" kern="1200"/>
        </a:p>
      </dsp:txBody>
      <dsp:txXfrm>
        <a:off x="34906" y="844924"/>
        <a:ext cx="4200435" cy="645240"/>
      </dsp:txXfrm>
    </dsp:sp>
    <dsp:sp modelId="{545318C6-81EE-47B3-96A5-AED25410BA37}">
      <dsp:nvSpPr>
        <dsp:cNvPr id="0" name=""/>
        <dsp:cNvSpPr/>
      </dsp:nvSpPr>
      <dsp:spPr>
        <a:xfrm>
          <a:off x="0" y="1576911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Комуністичної партії Західної України (КПЗУ)</a:t>
          </a:r>
          <a:endParaRPr lang="uk-UA" sz="1800" kern="1200"/>
        </a:p>
      </dsp:txBody>
      <dsp:txXfrm>
        <a:off x="34906" y="1611817"/>
        <a:ext cx="4200435" cy="645240"/>
      </dsp:txXfrm>
    </dsp:sp>
    <dsp:sp modelId="{4F0CD9BC-FC80-4CB2-8FA1-C075C93C2002}">
      <dsp:nvSpPr>
        <dsp:cNvPr id="0" name=""/>
        <dsp:cNvSpPr/>
      </dsp:nvSpPr>
      <dsp:spPr>
        <a:xfrm>
          <a:off x="0" y="2343803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Українського національно-демократичного об’єднання (УНДО)</a:t>
          </a:r>
          <a:endParaRPr lang="uk-UA" sz="1800" kern="1200"/>
        </a:p>
      </dsp:txBody>
      <dsp:txXfrm>
        <a:off x="34906" y="2378709"/>
        <a:ext cx="4200435" cy="645240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7BD40-FFCF-4135-89D0-5BD644F0951B}">
      <dsp:nvSpPr>
        <dsp:cNvPr id="0" name=""/>
        <dsp:cNvSpPr/>
      </dsp:nvSpPr>
      <dsp:spPr>
        <a:xfrm>
          <a:off x="0" y="4115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Організація українських націоналістів (ОУН)</a:t>
          </a:r>
          <a:endParaRPr lang="uk-UA" sz="1800" kern="1200"/>
        </a:p>
      </dsp:txBody>
      <dsp:txXfrm>
        <a:off x="34954" y="76105"/>
        <a:ext cx="4200339" cy="646132"/>
      </dsp:txXfrm>
    </dsp:sp>
    <dsp:sp modelId="{980AD835-2F2A-4E2A-8069-7EE81BAC3661}">
      <dsp:nvSpPr>
        <dsp:cNvPr id="0" name=""/>
        <dsp:cNvSpPr/>
      </dsp:nvSpPr>
      <dsp:spPr>
        <a:xfrm>
          <a:off x="0" y="80903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Комуністична партія Західної України (КПЗУ)</a:t>
          </a:r>
          <a:endParaRPr lang="uk-UA" sz="1800" kern="1200"/>
        </a:p>
      </dsp:txBody>
      <dsp:txXfrm>
        <a:off x="34954" y="843985"/>
        <a:ext cx="4200339" cy="646132"/>
      </dsp:txXfrm>
    </dsp:sp>
    <dsp:sp modelId="{211E0487-40AA-45ED-871F-A2929A390A56}">
      <dsp:nvSpPr>
        <dsp:cNvPr id="0" name=""/>
        <dsp:cNvSpPr/>
      </dsp:nvSpPr>
      <dsp:spPr>
        <a:xfrm>
          <a:off x="0" y="157691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Українська соціал-демократична партія (УСДП)</a:t>
          </a:r>
          <a:endParaRPr lang="uk-UA" sz="1800" kern="1200"/>
        </a:p>
      </dsp:txBody>
      <dsp:txXfrm>
        <a:off x="34954" y="1611865"/>
        <a:ext cx="4200339" cy="646132"/>
      </dsp:txXfrm>
    </dsp:sp>
    <dsp:sp modelId="{EB445274-C37F-4582-8830-8FC115DF399F}">
      <dsp:nvSpPr>
        <dsp:cNvPr id="0" name=""/>
        <dsp:cNvSpPr/>
      </dsp:nvSpPr>
      <dsp:spPr>
        <a:xfrm>
          <a:off x="0" y="234479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Українське національно-демократичне об’єднання (УНДО)</a:t>
          </a:r>
          <a:endParaRPr lang="uk-UA" sz="1800" kern="1200"/>
        </a:p>
      </dsp:txBody>
      <dsp:txXfrm>
        <a:off x="34954" y="2379745"/>
        <a:ext cx="4200339" cy="64613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6CB833-3E0B-4CB7-8C44-066198B4BADA}">
      <dsp:nvSpPr>
        <dsp:cNvPr id="0" name=""/>
        <dsp:cNvSpPr/>
      </dsp:nvSpPr>
      <dsp:spPr>
        <a:xfrm>
          <a:off x="584132" y="0"/>
          <a:ext cx="3101982" cy="310198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F817B-ABCE-4AC8-8439-4B2AC55A949F}">
      <dsp:nvSpPr>
        <dsp:cNvPr id="0" name=""/>
        <dsp:cNvSpPr/>
      </dsp:nvSpPr>
      <dsp:spPr>
        <a:xfrm>
          <a:off x="878820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1938 р.</a:t>
          </a:r>
          <a:endParaRPr lang="uk-UA" sz="3000" kern="1200"/>
        </a:p>
      </dsp:txBody>
      <dsp:txXfrm>
        <a:off x="937876" y="353744"/>
        <a:ext cx="1091660" cy="1091660"/>
      </dsp:txXfrm>
    </dsp:sp>
    <dsp:sp modelId="{12BFCE88-452D-493A-89BF-0B02DC8FF9D8}">
      <dsp:nvSpPr>
        <dsp:cNvPr id="0" name=""/>
        <dsp:cNvSpPr/>
      </dsp:nvSpPr>
      <dsp:spPr>
        <a:xfrm>
          <a:off x="2181653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1939 р.</a:t>
          </a:r>
          <a:endParaRPr lang="uk-UA" sz="3000" kern="1200"/>
        </a:p>
      </dsp:txBody>
      <dsp:txXfrm>
        <a:off x="2240709" y="353744"/>
        <a:ext cx="1091660" cy="1091660"/>
      </dsp:txXfrm>
    </dsp:sp>
    <dsp:sp modelId="{AB2E55A4-2FDA-45F9-9FF2-A52BD8F430D5}">
      <dsp:nvSpPr>
        <dsp:cNvPr id="0" name=""/>
        <dsp:cNvSpPr/>
      </dsp:nvSpPr>
      <dsp:spPr>
        <a:xfrm>
          <a:off x="878820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1944 р.</a:t>
          </a:r>
          <a:endParaRPr lang="uk-UA" sz="3000" kern="1200"/>
        </a:p>
      </dsp:txBody>
      <dsp:txXfrm>
        <a:off x="937876" y="1656576"/>
        <a:ext cx="1091660" cy="1091660"/>
      </dsp:txXfrm>
    </dsp:sp>
    <dsp:sp modelId="{A58CB8DB-59DA-4A6F-8BF9-F6F5C4C26373}">
      <dsp:nvSpPr>
        <dsp:cNvPr id="0" name=""/>
        <dsp:cNvSpPr/>
      </dsp:nvSpPr>
      <dsp:spPr>
        <a:xfrm>
          <a:off x="2181653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1946 р.</a:t>
          </a:r>
          <a:endParaRPr lang="uk-UA" sz="3000" kern="1200"/>
        </a:p>
      </dsp:txBody>
      <dsp:txXfrm>
        <a:off x="2240709" y="1656576"/>
        <a:ext cx="1091660" cy="1091660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5C09F-DDE6-4D38-A2B3-CC62103AB97F}">
      <dsp:nvSpPr>
        <dsp:cNvPr id="0" name=""/>
        <dsp:cNvSpPr/>
      </dsp:nvSpPr>
      <dsp:spPr>
        <a:xfrm>
          <a:off x="0" y="43125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голів проводу українських націоналістів.</a:t>
          </a:r>
          <a:endParaRPr lang="uk-UA" sz="1800" kern="1200"/>
        </a:p>
      </dsp:txBody>
      <dsp:txXfrm>
        <a:off x="34906" y="78031"/>
        <a:ext cx="4200435" cy="645240"/>
      </dsp:txXfrm>
    </dsp:sp>
    <dsp:sp modelId="{3A22F621-ABBF-46AD-A1AE-7FDCD42B09F6}">
      <dsp:nvSpPr>
        <dsp:cNvPr id="0" name=""/>
        <dsp:cNvSpPr/>
      </dsp:nvSpPr>
      <dsp:spPr>
        <a:xfrm>
          <a:off x="0" y="810018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партійно-радянських керівників України.</a:t>
          </a:r>
          <a:endParaRPr lang="uk-UA" sz="1800" kern="1200"/>
        </a:p>
      </dsp:txBody>
      <dsp:txXfrm>
        <a:off x="34906" y="844924"/>
        <a:ext cx="4200435" cy="645240"/>
      </dsp:txXfrm>
    </dsp:sp>
    <dsp:sp modelId="{66A0A5FD-11D0-46B8-BD0A-B65D4F2C3A32}">
      <dsp:nvSpPr>
        <dsp:cNvPr id="0" name=""/>
        <dsp:cNvSpPr/>
      </dsp:nvSpPr>
      <dsp:spPr>
        <a:xfrm>
          <a:off x="0" y="1576911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учасників українського дисидентського руху.</a:t>
          </a:r>
          <a:endParaRPr lang="uk-UA" sz="1800" kern="1200"/>
        </a:p>
      </dsp:txBody>
      <dsp:txXfrm>
        <a:off x="34906" y="1611817"/>
        <a:ext cx="4200435" cy="645240"/>
      </dsp:txXfrm>
    </dsp:sp>
    <dsp:sp modelId="{DF4722AB-A861-4C75-B102-83CE8DEC3C84}">
      <dsp:nvSpPr>
        <dsp:cNvPr id="0" name=""/>
        <dsp:cNvSpPr/>
      </dsp:nvSpPr>
      <dsp:spPr>
        <a:xfrm>
          <a:off x="0" y="2343803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командувачів радянських партизанських з’єднань.</a:t>
          </a:r>
          <a:endParaRPr lang="uk-UA" sz="1800" kern="1200"/>
        </a:p>
      </dsp:txBody>
      <dsp:txXfrm>
        <a:off x="34906" y="2378709"/>
        <a:ext cx="4200435" cy="645240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DB4FB7-452F-473E-94DC-574C9DE6A1E5}">
      <dsp:nvSpPr>
        <dsp:cNvPr id="0" name=""/>
        <dsp:cNvSpPr/>
      </dsp:nvSpPr>
      <dsp:spPr>
        <a:xfrm>
          <a:off x="584132" y="0"/>
          <a:ext cx="3101982" cy="310198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07953-21A2-4334-80AB-AF650C953371}">
      <dsp:nvSpPr>
        <dsp:cNvPr id="0" name=""/>
        <dsp:cNvSpPr/>
      </dsp:nvSpPr>
      <dsp:spPr>
        <a:xfrm>
          <a:off x="878820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1921 р.</a:t>
          </a:r>
          <a:endParaRPr lang="uk-UA" sz="3000" kern="1200"/>
        </a:p>
      </dsp:txBody>
      <dsp:txXfrm>
        <a:off x="937876" y="353744"/>
        <a:ext cx="1091660" cy="1091660"/>
      </dsp:txXfrm>
    </dsp:sp>
    <dsp:sp modelId="{67B18D91-FEC7-4994-A9AF-C6CB47CC8B3B}">
      <dsp:nvSpPr>
        <dsp:cNvPr id="0" name=""/>
        <dsp:cNvSpPr/>
      </dsp:nvSpPr>
      <dsp:spPr>
        <a:xfrm>
          <a:off x="2181653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1925 р.</a:t>
          </a:r>
          <a:endParaRPr lang="uk-UA" sz="3000" kern="1200"/>
        </a:p>
      </dsp:txBody>
      <dsp:txXfrm>
        <a:off x="2240709" y="353744"/>
        <a:ext cx="1091660" cy="1091660"/>
      </dsp:txXfrm>
    </dsp:sp>
    <dsp:sp modelId="{64B20D89-5ECA-4A20-A852-91CC519662CF}">
      <dsp:nvSpPr>
        <dsp:cNvPr id="0" name=""/>
        <dsp:cNvSpPr/>
      </dsp:nvSpPr>
      <dsp:spPr>
        <a:xfrm>
          <a:off x="878820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1929 р.</a:t>
          </a:r>
          <a:endParaRPr lang="uk-UA" sz="3000" kern="1200"/>
        </a:p>
      </dsp:txBody>
      <dsp:txXfrm>
        <a:off x="937876" y="1656576"/>
        <a:ext cx="1091660" cy="1091660"/>
      </dsp:txXfrm>
    </dsp:sp>
    <dsp:sp modelId="{B2EF8446-C3A7-4B4C-809F-3DCF6F6FCD4A}">
      <dsp:nvSpPr>
        <dsp:cNvPr id="0" name=""/>
        <dsp:cNvSpPr/>
      </dsp:nvSpPr>
      <dsp:spPr>
        <a:xfrm>
          <a:off x="2181653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1938 р.</a:t>
          </a:r>
          <a:endParaRPr lang="uk-UA" sz="3000" kern="1200"/>
        </a:p>
      </dsp:txBody>
      <dsp:txXfrm>
        <a:off x="2240709" y="1656576"/>
        <a:ext cx="1091660" cy="1091660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D8726-F46F-4A49-9298-153CE509B634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Польща.</a:t>
          </a:r>
          <a:endParaRPr lang="uk-UA" sz="2900" kern="1200"/>
        </a:p>
      </dsp:txBody>
      <dsp:txXfrm>
        <a:off x="33955" y="68535"/>
        <a:ext cx="4202337" cy="627655"/>
      </dsp:txXfrm>
    </dsp:sp>
    <dsp:sp modelId="{6966C3ED-50D2-4E92-B3E5-C08E667965AC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Румунія.</a:t>
          </a:r>
          <a:endParaRPr lang="uk-UA" sz="2900" kern="1200"/>
        </a:p>
      </dsp:txBody>
      <dsp:txXfrm>
        <a:off x="33955" y="847620"/>
        <a:ext cx="4202337" cy="627655"/>
      </dsp:txXfrm>
    </dsp:sp>
    <dsp:sp modelId="{CC59318C-1915-4182-A218-BD8A18023257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Угорщина.</a:t>
          </a:r>
          <a:endParaRPr lang="uk-UA" sz="2900" kern="1200"/>
        </a:p>
      </dsp:txBody>
      <dsp:txXfrm>
        <a:off x="33955" y="1626706"/>
        <a:ext cx="4202337" cy="627655"/>
      </dsp:txXfrm>
    </dsp:sp>
    <dsp:sp modelId="{DA847B92-5C98-4D11-9435-8D5686B22F3D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Чехо-Словаччина.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08BB2-F3FD-466F-A27D-49294A6B21DA}">
      <dsp:nvSpPr>
        <dsp:cNvPr id="0" name=""/>
        <dsp:cNvSpPr/>
      </dsp:nvSpPr>
      <dsp:spPr>
        <a:xfrm>
          <a:off x="0" y="4115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долучитися до політичного життя країни.</a:t>
          </a:r>
          <a:endParaRPr lang="uk-UA" sz="1800" kern="1200"/>
        </a:p>
      </dsp:txBody>
      <dsp:txXfrm>
        <a:off x="34954" y="76105"/>
        <a:ext cx="4200339" cy="646132"/>
      </dsp:txXfrm>
    </dsp:sp>
    <dsp:sp modelId="{02E70167-B018-40E6-BA9B-173D650E7811}">
      <dsp:nvSpPr>
        <dsp:cNvPr id="0" name=""/>
        <dsp:cNvSpPr/>
      </dsp:nvSpPr>
      <dsp:spPr>
        <a:xfrm>
          <a:off x="0" y="80903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обмежуватися лише культурницькою діяльністю.</a:t>
          </a:r>
          <a:endParaRPr lang="uk-UA" sz="1800" kern="1200"/>
        </a:p>
      </dsp:txBody>
      <dsp:txXfrm>
        <a:off x="34954" y="843985"/>
        <a:ext cx="4200339" cy="646132"/>
      </dsp:txXfrm>
    </dsp:sp>
    <dsp:sp modelId="{601134A6-B86C-434F-B73F-537C97D86B99}">
      <dsp:nvSpPr>
        <dsp:cNvPr id="0" name=""/>
        <dsp:cNvSpPr/>
      </dsp:nvSpPr>
      <dsp:spPr>
        <a:xfrm>
          <a:off x="0" y="157691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вести підпільну збройну боротьбу проти чинної влади.</a:t>
          </a:r>
          <a:endParaRPr lang="uk-UA" sz="1800" kern="1200"/>
        </a:p>
      </dsp:txBody>
      <dsp:txXfrm>
        <a:off x="34954" y="1611865"/>
        <a:ext cx="4200339" cy="646132"/>
      </dsp:txXfrm>
    </dsp:sp>
    <dsp:sp modelId="{4AB3F35D-43CB-49D5-9F96-261C0DFD85D8}">
      <dsp:nvSpPr>
        <dsp:cNvPr id="0" name=""/>
        <dsp:cNvSpPr/>
      </dsp:nvSpPr>
      <dsp:spPr>
        <a:xfrm>
          <a:off x="0" y="234479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пропагувати в суспільстві форми радянської державності</a:t>
          </a:r>
          <a:endParaRPr lang="uk-UA" sz="1800" kern="1200"/>
        </a:p>
      </dsp:txBody>
      <dsp:txXfrm>
        <a:off x="34954" y="2379745"/>
        <a:ext cx="4200339" cy="646132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FBDD05-17E0-4222-ACE6-646EE09FE85C}">
      <dsp:nvSpPr>
        <dsp:cNvPr id="0" name=""/>
        <dsp:cNvSpPr/>
      </dsp:nvSpPr>
      <dsp:spPr>
        <a:xfrm>
          <a:off x="584132" y="0"/>
          <a:ext cx="3101982" cy="310198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B77D7-2013-4822-854F-CAE6AAC367B9}">
      <dsp:nvSpPr>
        <dsp:cNvPr id="0" name=""/>
        <dsp:cNvSpPr/>
      </dsp:nvSpPr>
      <dsp:spPr>
        <a:xfrm>
          <a:off x="878820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1929 р.</a:t>
          </a:r>
          <a:endParaRPr lang="uk-UA" sz="3000" kern="1200"/>
        </a:p>
      </dsp:txBody>
      <dsp:txXfrm>
        <a:off x="937876" y="353744"/>
        <a:ext cx="1091660" cy="1091660"/>
      </dsp:txXfrm>
    </dsp:sp>
    <dsp:sp modelId="{40E55B50-7EB6-473F-9C1A-C673D8C4EE1D}">
      <dsp:nvSpPr>
        <dsp:cNvPr id="0" name=""/>
        <dsp:cNvSpPr/>
      </dsp:nvSpPr>
      <dsp:spPr>
        <a:xfrm>
          <a:off x="2181653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1933 р.</a:t>
          </a:r>
          <a:endParaRPr lang="uk-UA" sz="3000" kern="1200"/>
        </a:p>
      </dsp:txBody>
      <dsp:txXfrm>
        <a:off x="2240709" y="353744"/>
        <a:ext cx="1091660" cy="1091660"/>
      </dsp:txXfrm>
    </dsp:sp>
    <dsp:sp modelId="{EBA0F6A1-12AC-400C-B863-87D24E71D85F}">
      <dsp:nvSpPr>
        <dsp:cNvPr id="0" name=""/>
        <dsp:cNvSpPr/>
      </dsp:nvSpPr>
      <dsp:spPr>
        <a:xfrm>
          <a:off x="878820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1939 р.</a:t>
          </a:r>
          <a:endParaRPr lang="uk-UA" sz="3000" kern="1200"/>
        </a:p>
      </dsp:txBody>
      <dsp:txXfrm>
        <a:off x="937876" y="1656576"/>
        <a:ext cx="1091660" cy="1091660"/>
      </dsp:txXfrm>
    </dsp:sp>
    <dsp:sp modelId="{15449C6E-AB6C-4BA4-889C-4D312716BCC3}">
      <dsp:nvSpPr>
        <dsp:cNvPr id="0" name=""/>
        <dsp:cNvSpPr/>
      </dsp:nvSpPr>
      <dsp:spPr>
        <a:xfrm>
          <a:off x="2181653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1941 р.</a:t>
          </a:r>
          <a:endParaRPr lang="uk-UA" sz="3000" kern="1200"/>
        </a:p>
      </dsp:txBody>
      <dsp:txXfrm>
        <a:off x="2240709" y="1656576"/>
        <a:ext cx="1091660" cy="1091660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148DB-34BB-45EE-AB64-BBBC55B2700B}">
      <dsp:nvSpPr>
        <dsp:cNvPr id="0" name=""/>
        <dsp:cNvSpPr/>
      </dsp:nvSpPr>
      <dsp:spPr>
        <a:xfrm>
          <a:off x="584132" y="0"/>
          <a:ext cx="3101982" cy="310198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7E5888-BE4A-4D63-885E-B2AA6F53DAD8}">
      <dsp:nvSpPr>
        <dsp:cNvPr id="0" name=""/>
        <dsp:cNvSpPr/>
      </dsp:nvSpPr>
      <dsp:spPr>
        <a:xfrm>
          <a:off x="878820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1918 р.</a:t>
          </a:r>
          <a:endParaRPr lang="uk-UA" sz="3000" kern="1200"/>
        </a:p>
      </dsp:txBody>
      <dsp:txXfrm>
        <a:off x="937876" y="353744"/>
        <a:ext cx="1091660" cy="1091660"/>
      </dsp:txXfrm>
    </dsp:sp>
    <dsp:sp modelId="{BF42A7E7-C1A8-40A6-9C2F-E037638EC1C1}">
      <dsp:nvSpPr>
        <dsp:cNvPr id="0" name=""/>
        <dsp:cNvSpPr/>
      </dsp:nvSpPr>
      <dsp:spPr>
        <a:xfrm>
          <a:off x="2181653" y="294688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1923 р.</a:t>
          </a:r>
          <a:endParaRPr lang="uk-UA" sz="3000" kern="1200"/>
        </a:p>
      </dsp:txBody>
      <dsp:txXfrm>
        <a:off x="2240709" y="353744"/>
        <a:ext cx="1091660" cy="1091660"/>
      </dsp:txXfrm>
    </dsp:sp>
    <dsp:sp modelId="{70713BC0-C61C-41AE-BE5A-B2A27421AE67}">
      <dsp:nvSpPr>
        <dsp:cNvPr id="0" name=""/>
        <dsp:cNvSpPr/>
      </dsp:nvSpPr>
      <dsp:spPr>
        <a:xfrm>
          <a:off x="878820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1930 р.</a:t>
          </a:r>
          <a:endParaRPr lang="uk-UA" sz="3000" kern="1200"/>
        </a:p>
      </dsp:txBody>
      <dsp:txXfrm>
        <a:off x="937876" y="1656576"/>
        <a:ext cx="1091660" cy="1091660"/>
      </dsp:txXfrm>
    </dsp:sp>
    <dsp:sp modelId="{F59C87C1-A91E-4698-B913-5204F48599E6}">
      <dsp:nvSpPr>
        <dsp:cNvPr id="0" name=""/>
        <dsp:cNvSpPr/>
      </dsp:nvSpPr>
      <dsp:spPr>
        <a:xfrm>
          <a:off x="2181653" y="1597520"/>
          <a:ext cx="1209772" cy="12097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1939 р.</a:t>
          </a:r>
          <a:endParaRPr lang="uk-UA" sz="3000" kern="1200"/>
        </a:p>
      </dsp:txBody>
      <dsp:txXfrm>
        <a:off x="2240709" y="1656576"/>
        <a:ext cx="1091660" cy="1091660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59939-55A2-4D65-A595-FE649E1345BE}">
      <dsp:nvSpPr>
        <dsp:cNvPr id="0" name=""/>
        <dsp:cNvSpPr/>
      </dsp:nvSpPr>
      <dsp:spPr>
        <a:xfrm>
          <a:off x="0" y="348320"/>
          <a:ext cx="4270247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проведення акції «пацифікації»</a:t>
          </a:r>
          <a:endParaRPr lang="uk-UA" sz="2300" kern="1200"/>
        </a:p>
      </dsp:txBody>
      <dsp:txXfrm>
        <a:off x="26930" y="375250"/>
        <a:ext cx="4216387" cy="497795"/>
      </dsp:txXfrm>
    </dsp:sp>
    <dsp:sp modelId="{13B56779-A2ED-4583-8C8D-706E5263D81E}">
      <dsp:nvSpPr>
        <dsp:cNvPr id="0" name=""/>
        <dsp:cNvSpPr/>
      </dsp:nvSpPr>
      <dsp:spPr>
        <a:xfrm>
          <a:off x="0" y="966215"/>
          <a:ext cx="4270247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установлення режиму «санації»</a:t>
          </a:r>
          <a:endParaRPr lang="uk-UA" sz="2300" kern="1200"/>
        </a:p>
      </dsp:txBody>
      <dsp:txXfrm>
        <a:off x="26930" y="993145"/>
        <a:ext cx="4216387" cy="497795"/>
      </dsp:txXfrm>
    </dsp:sp>
    <dsp:sp modelId="{AF31BD98-113B-4EE0-8B51-7D8A810015DB}">
      <dsp:nvSpPr>
        <dsp:cNvPr id="0" name=""/>
        <dsp:cNvSpPr/>
      </dsp:nvSpPr>
      <dsp:spPr>
        <a:xfrm>
          <a:off x="0" y="1584110"/>
          <a:ext cx="4270247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реалізація плану «Ост»</a:t>
          </a:r>
          <a:endParaRPr lang="uk-UA" sz="2300" kern="1200"/>
        </a:p>
      </dsp:txBody>
      <dsp:txXfrm>
        <a:off x="26930" y="1611040"/>
        <a:ext cx="4216387" cy="497795"/>
      </dsp:txXfrm>
    </dsp:sp>
    <dsp:sp modelId="{8B4D194E-4598-4646-A17F-3743F50CF390}">
      <dsp:nvSpPr>
        <dsp:cNvPr id="0" name=""/>
        <dsp:cNvSpPr/>
      </dsp:nvSpPr>
      <dsp:spPr>
        <a:xfrm>
          <a:off x="0" y="2202006"/>
          <a:ext cx="4270247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здійснення операції «Вісла»</a:t>
          </a:r>
          <a:endParaRPr lang="uk-UA" sz="2300" kern="1200"/>
        </a:p>
      </dsp:txBody>
      <dsp:txXfrm>
        <a:off x="26930" y="2228936"/>
        <a:ext cx="4216387" cy="497795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9C3D2-51AB-44DB-A7BC-C6C1EEE0C2D9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Польщі</a:t>
          </a:r>
          <a:endParaRPr lang="uk-UA" sz="2900" kern="1200"/>
        </a:p>
      </dsp:txBody>
      <dsp:txXfrm>
        <a:off x="33955" y="68535"/>
        <a:ext cx="4202337" cy="627655"/>
      </dsp:txXfrm>
    </dsp:sp>
    <dsp:sp modelId="{7E4088EC-129D-48AD-A0D7-C6FDDE39EC97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Чехословаччини</a:t>
          </a:r>
          <a:endParaRPr lang="uk-UA" sz="2900" kern="1200"/>
        </a:p>
      </dsp:txBody>
      <dsp:txXfrm>
        <a:off x="33955" y="847620"/>
        <a:ext cx="4202337" cy="627655"/>
      </dsp:txXfrm>
    </dsp:sp>
    <dsp:sp modelId="{6BE6178F-70DE-4E59-82EA-2A57D92E2C2C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Румунії</a:t>
          </a:r>
          <a:endParaRPr lang="uk-UA" sz="2900" kern="1200"/>
        </a:p>
      </dsp:txBody>
      <dsp:txXfrm>
        <a:off x="33955" y="1626706"/>
        <a:ext cx="4202337" cy="627655"/>
      </dsp:txXfrm>
    </dsp:sp>
    <dsp:sp modelId="{52F04CDE-0A66-4B36-A96A-D0A9544D6F69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Української СРР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C37ED-896C-4456-8527-8E564C49F075}">
      <dsp:nvSpPr>
        <dsp:cNvPr id="0" name=""/>
        <dsp:cNvSpPr/>
      </dsp:nvSpPr>
      <dsp:spPr>
        <a:xfrm>
          <a:off x="0" y="89391"/>
          <a:ext cx="4271771" cy="1441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/>
            <a:t>«Вирок прозвучав доволі трагічно: Бандеру, Лебедя і Карпинця засуджено до смертної кари... Але згідно з амністією смертну кару замінено на довічне ув'язнення... Підсудні вислухали вирок спокійно, а Бандера та Лебедь вигукнули: "Хай живе Україна!"...»</a:t>
          </a:r>
          <a:endParaRPr lang="uk-UA" sz="1400" kern="1200"/>
        </a:p>
      </dsp:txBody>
      <dsp:txXfrm>
        <a:off x="70365" y="159756"/>
        <a:ext cx="4131041" cy="1300710"/>
      </dsp:txXfrm>
    </dsp:sp>
    <dsp:sp modelId="{16AE31AD-D77A-4E64-9E9E-91AC35EAAB31}">
      <dsp:nvSpPr>
        <dsp:cNvPr id="0" name=""/>
        <dsp:cNvSpPr/>
      </dsp:nvSpPr>
      <dsp:spPr>
        <a:xfrm>
          <a:off x="0" y="1571151"/>
          <a:ext cx="4271771" cy="1441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/>
            <a:t>«Від нинішнього дня весь український національний табір виступає як одна цілісність, стає в одній оборонній і бойовій лаві, в одній суцільній фаланзі під назвою УНДО...»</a:t>
          </a:r>
          <a:endParaRPr lang="uk-UA" sz="1400" kern="1200"/>
        </a:p>
      </dsp:txBody>
      <dsp:txXfrm>
        <a:off x="70365" y="1641516"/>
        <a:ext cx="4131041" cy="1300710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168BC-2861-437D-9ADB-67DFB7C4E64E}">
      <dsp:nvSpPr>
        <dsp:cNvPr id="0" name=""/>
        <dsp:cNvSpPr/>
      </dsp:nvSpPr>
      <dsp:spPr>
        <a:xfrm>
          <a:off x="0" y="94509"/>
          <a:ext cx="4270247" cy="14363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/>
            <a:t>«Громадяни! Українці–Українки! Пам'ятайте, що 12 лютого Ви виберете свій перший сойм! На чолі кандидатів стоять: батько прем'єр отець Августин Волошин та міністр Юліян Ревай...»</a:t>
          </a:r>
          <a:endParaRPr lang="uk-UA" sz="1400" kern="1200"/>
        </a:p>
      </dsp:txBody>
      <dsp:txXfrm>
        <a:off x="70115" y="164624"/>
        <a:ext cx="4130017" cy="1296091"/>
      </dsp:txXfrm>
    </dsp:sp>
    <dsp:sp modelId="{BBA182E4-C0FB-46BA-9593-187378C54D3B}">
      <dsp:nvSpPr>
        <dsp:cNvPr id="0" name=""/>
        <dsp:cNvSpPr/>
      </dsp:nvSpPr>
      <dsp:spPr>
        <a:xfrm>
          <a:off x="0" y="1571151"/>
          <a:ext cx="4270247" cy="14363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/>
            <a:t>«У селі Копилів Сокальського повіту Львівського воєводства знищено приміщення читальні, подерто бібліотечні книжки й портрети Шевченка та Франка. Після знищення читальні вишикувано людей перед читальнею і змушено їх кричати: Хай живе Пілсудський!"...»</a:t>
          </a:r>
          <a:endParaRPr lang="uk-UA" sz="1400" kern="1200"/>
        </a:p>
      </dsp:txBody>
      <dsp:txXfrm>
        <a:off x="70115" y="1641266"/>
        <a:ext cx="4130017" cy="1296091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12614-D3A4-4122-8B38-047B45F26AEA}">
      <dsp:nvSpPr>
        <dsp:cNvPr id="0" name=""/>
        <dsp:cNvSpPr/>
      </dsp:nvSpPr>
      <dsp:spPr>
        <a:xfrm rot="10800000">
          <a:off x="1453093" y="441"/>
          <a:ext cx="5140269" cy="6334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3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Польщі.</a:t>
          </a:r>
          <a:endParaRPr lang="uk-UA" sz="2900" kern="1200"/>
        </a:p>
      </dsp:txBody>
      <dsp:txXfrm rot="10800000">
        <a:off x="1611457" y="441"/>
        <a:ext cx="4981905" cy="633456"/>
      </dsp:txXfrm>
    </dsp:sp>
    <dsp:sp modelId="{0B1EE923-0E95-4A11-8EC0-6898AA8AB380}">
      <dsp:nvSpPr>
        <dsp:cNvPr id="0" name=""/>
        <dsp:cNvSpPr/>
      </dsp:nvSpPr>
      <dsp:spPr>
        <a:xfrm>
          <a:off x="1136365" y="441"/>
          <a:ext cx="633456" cy="63345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B7644-D505-4D4E-BF6B-FE0039DAE209}">
      <dsp:nvSpPr>
        <dsp:cNvPr id="0" name=""/>
        <dsp:cNvSpPr/>
      </dsp:nvSpPr>
      <dsp:spPr>
        <a:xfrm rot="10800000">
          <a:off x="1453093" y="822989"/>
          <a:ext cx="5140269" cy="6334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3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Румунії.</a:t>
          </a:r>
          <a:endParaRPr lang="uk-UA" sz="2900" kern="1200"/>
        </a:p>
      </dsp:txBody>
      <dsp:txXfrm rot="10800000">
        <a:off x="1611457" y="822989"/>
        <a:ext cx="4981905" cy="633456"/>
      </dsp:txXfrm>
    </dsp:sp>
    <dsp:sp modelId="{DE2CDAB0-CD9F-4848-B8E3-3A9C1DAB3CB0}">
      <dsp:nvSpPr>
        <dsp:cNvPr id="0" name=""/>
        <dsp:cNvSpPr/>
      </dsp:nvSpPr>
      <dsp:spPr>
        <a:xfrm>
          <a:off x="1136365" y="822989"/>
          <a:ext cx="633456" cy="63345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16117-D0A0-47D4-8ED2-FA9C62BD43C4}">
      <dsp:nvSpPr>
        <dsp:cNvPr id="0" name=""/>
        <dsp:cNvSpPr/>
      </dsp:nvSpPr>
      <dsp:spPr>
        <a:xfrm rot="10800000">
          <a:off x="1453093" y="1645537"/>
          <a:ext cx="5140269" cy="6334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3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Угорщини.</a:t>
          </a:r>
          <a:endParaRPr lang="uk-UA" sz="2900" kern="1200"/>
        </a:p>
      </dsp:txBody>
      <dsp:txXfrm rot="10800000">
        <a:off x="1611457" y="1645537"/>
        <a:ext cx="4981905" cy="633456"/>
      </dsp:txXfrm>
    </dsp:sp>
    <dsp:sp modelId="{FDECF394-D1CD-47A7-A9FA-8AA06C1CB7F1}">
      <dsp:nvSpPr>
        <dsp:cNvPr id="0" name=""/>
        <dsp:cNvSpPr/>
      </dsp:nvSpPr>
      <dsp:spPr>
        <a:xfrm>
          <a:off x="1136365" y="1645537"/>
          <a:ext cx="633456" cy="63345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8FA22-633C-42AA-879B-F870523621FD}">
      <dsp:nvSpPr>
        <dsp:cNvPr id="0" name=""/>
        <dsp:cNvSpPr/>
      </dsp:nvSpPr>
      <dsp:spPr>
        <a:xfrm rot="10800000">
          <a:off x="1453093" y="2468085"/>
          <a:ext cx="5140269" cy="6334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3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Чехословаччини.</a:t>
          </a:r>
          <a:endParaRPr lang="uk-UA" sz="2900" kern="1200"/>
        </a:p>
      </dsp:txBody>
      <dsp:txXfrm rot="10800000">
        <a:off x="1611457" y="2468085"/>
        <a:ext cx="4981905" cy="633456"/>
      </dsp:txXfrm>
    </dsp:sp>
    <dsp:sp modelId="{3496C2DD-5C3A-4861-AA58-4AA6D6C846FD}">
      <dsp:nvSpPr>
        <dsp:cNvPr id="0" name=""/>
        <dsp:cNvSpPr/>
      </dsp:nvSpPr>
      <dsp:spPr>
        <a:xfrm>
          <a:off x="1136365" y="2468085"/>
          <a:ext cx="633456" cy="63345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EE884-0043-4084-99FD-0EEFD63F02D2}">
      <dsp:nvSpPr>
        <dsp:cNvPr id="0" name=""/>
        <dsp:cNvSpPr/>
      </dsp:nvSpPr>
      <dsp:spPr>
        <a:xfrm rot="10800000">
          <a:off x="1453093" y="441"/>
          <a:ext cx="5140269" cy="6334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3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К. Левицького.</a:t>
          </a:r>
          <a:endParaRPr lang="uk-UA" sz="2900" kern="1200"/>
        </a:p>
      </dsp:txBody>
      <dsp:txXfrm rot="10800000">
        <a:off x="1611457" y="441"/>
        <a:ext cx="4981905" cy="633456"/>
      </dsp:txXfrm>
    </dsp:sp>
    <dsp:sp modelId="{4EE63A4B-9128-4912-82EC-92D8DA72CE06}">
      <dsp:nvSpPr>
        <dsp:cNvPr id="0" name=""/>
        <dsp:cNvSpPr/>
      </dsp:nvSpPr>
      <dsp:spPr>
        <a:xfrm>
          <a:off x="1136365" y="441"/>
          <a:ext cx="633456" cy="63345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A1D599-CE22-4FDD-BE6A-D68CC9D8396F}">
      <dsp:nvSpPr>
        <dsp:cNvPr id="0" name=""/>
        <dsp:cNvSpPr/>
      </dsp:nvSpPr>
      <dsp:spPr>
        <a:xfrm rot="10800000">
          <a:off x="1453093" y="822989"/>
          <a:ext cx="5140269" cy="6334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3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А. Волошина.</a:t>
          </a:r>
          <a:endParaRPr lang="uk-UA" sz="2900" kern="1200"/>
        </a:p>
      </dsp:txBody>
      <dsp:txXfrm rot="10800000">
        <a:off x="1611457" y="822989"/>
        <a:ext cx="4981905" cy="633456"/>
      </dsp:txXfrm>
    </dsp:sp>
    <dsp:sp modelId="{D57FCD4F-2F08-41F7-9F12-B3D9D2EDF7D3}">
      <dsp:nvSpPr>
        <dsp:cNvPr id="0" name=""/>
        <dsp:cNvSpPr/>
      </dsp:nvSpPr>
      <dsp:spPr>
        <a:xfrm>
          <a:off x="1136365" y="822989"/>
          <a:ext cx="633456" cy="63345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EDBF2A-021A-4ED1-9A83-ABEC05F45B7A}">
      <dsp:nvSpPr>
        <dsp:cNvPr id="0" name=""/>
        <dsp:cNvSpPr/>
      </dsp:nvSpPr>
      <dsp:spPr>
        <a:xfrm rot="10800000">
          <a:off x="1453093" y="1645537"/>
          <a:ext cx="5140269" cy="6334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3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Є. Петрушевича.</a:t>
          </a:r>
          <a:endParaRPr lang="uk-UA" sz="2900" kern="1200"/>
        </a:p>
      </dsp:txBody>
      <dsp:txXfrm rot="10800000">
        <a:off x="1611457" y="1645537"/>
        <a:ext cx="4981905" cy="633456"/>
      </dsp:txXfrm>
    </dsp:sp>
    <dsp:sp modelId="{B2BB288C-FF7B-4210-8855-1E8AE3E154BB}">
      <dsp:nvSpPr>
        <dsp:cNvPr id="0" name=""/>
        <dsp:cNvSpPr/>
      </dsp:nvSpPr>
      <dsp:spPr>
        <a:xfrm>
          <a:off x="1136365" y="1645537"/>
          <a:ext cx="633456" cy="63345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412A6C-D489-4234-BA84-0D0915842256}">
      <dsp:nvSpPr>
        <dsp:cNvPr id="0" name=""/>
        <dsp:cNvSpPr/>
      </dsp:nvSpPr>
      <dsp:spPr>
        <a:xfrm rot="10800000">
          <a:off x="1453093" y="2468085"/>
          <a:ext cx="5140269" cy="6334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3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М. Грушевського.</a:t>
          </a:r>
          <a:endParaRPr lang="uk-UA" sz="2900" kern="1200"/>
        </a:p>
      </dsp:txBody>
      <dsp:txXfrm rot="10800000">
        <a:off x="1611457" y="2468085"/>
        <a:ext cx="4981905" cy="633456"/>
      </dsp:txXfrm>
    </dsp:sp>
    <dsp:sp modelId="{54B5D06F-D40B-4899-8C11-4E793EDDFD51}">
      <dsp:nvSpPr>
        <dsp:cNvPr id="0" name=""/>
        <dsp:cNvSpPr/>
      </dsp:nvSpPr>
      <dsp:spPr>
        <a:xfrm>
          <a:off x="1136365" y="2468085"/>
          <a:ext cx="633456" cy="63345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B0AD25-97C9-437D-AE53-67C7D7709C54}">
      <dsp:nvSpPr>
        <dsp:cNvPr id="0" name=""/>
        <dsp:cNvSpPr/>
      </dsp:nvSpPr>
      <dsp:spPr>
        <a:xfrm>
          <a:off x="0" y="34580"/>
          <a:ext cx="4271771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15 березня 1939 р.</a:t>
          </a:r>
          <a:endParaRPr lang="uk-UA" sz="2900" kern="1200"/>
        </a:p>
      </dsp:txBody>
      <dsp:txXfrm>
        <a:off x="33955" y="68535"/>
        <a:ext cx="4203861" cy="627655"/>
      </dsp:txXfrm>
    </dsp:sp>
    <dsp:sp modelId="{9214FBD4-9E4A-464F-8781-4247B00D2C29}">
      <dsp:nvSpPr>
        <dsp:cNvPr id="0" name=""/>
        <dsp:cNvSpPr/>
      </dsp:nvSpPr>
      <dsp:spPr>
        <a:xfrm>
          <a:off x="0" y="813665"/>
          <a:ext cx="4271771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23 серпня 1939 р.</a:t>
          </a:r>
          <a:endParaRPr lang="uk-UA" sz="2900" kern="1200"/>
        </a:p>
      </dsp:txBody>
      <dsp:txXfrm>
        <a:off x="33955" y="847620"/>
        <a:ext cx="4203861" cy="627655"/>
      </dsp:txXfrm>
    </dsp:sp>
    <dsp:sp modelId="{42BBADB8-9F98-49D0-A241-BD9E45D8AD13}">
      <dsp:nvSpPr>
        <dsp:cNvPr id="0" name=""/>
        <dsp:cNvSpPr/>
      </dsp:nvSpPr>
      <dsp:spPr>
        <a:xfrm>
          <a:off x="0" y="1592751"/>
          <a:ext cx="4271771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17 вересня 1939 р.</a:t>
          </a:r>
          <a:endParaRPr lang="uk-UA" sz="2900" kern="1200"/>
        </a:p>
      </dsp:txBody>
      <dsp:txXfrm>
        <a:off x="33955" y="1626706"/>
        <a:ext cx="4203861" cy="627655"/>
      </dsp:txXfrm>
    </dsp:sp>
    <dsp:sp modelId="{9C761EF4-9A09-466A-A666-BB46BA4E2D82}">
      <dsp:nvSpPr>
        <dsp:cNvPr id="0" name=""/>
        <dsp:cNvSpPr/>
      </dsp:nvSpPr>
      <dsp:spPr>
        <a:xfrm>
          <a:off x="0" y="2371836"/>
          <a:ext cx="4271771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26 жовтня 1939 р.</a:t>
          </a:r>
          <a:endParaRPr lang="uk-UA" sz="2900" kern="1200"/>
        </a:p>
      </dsp:txBody>
      <dsp:txXfrm>
        <a:off x="33955" y="2405791"/>
        <a:ext cx="4203861" cy="627655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B31F4-D822-45A9-9376-D935241CE812}">
      <dsp:nvSpPr>
        <dsp:cNvPr id="0" name=""/>
        <dsp:cNvSpPr/>
      </dsp:nvSpPr>
      <dsp:spPr>
        <a:xfrm>
          <a:off x="0" y="4115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надання автономії Підкарпатській Русі в складі Чехо-Словаччини.</a:t>
          </a:r>
          <a:endParaRPr lang="uk-UA" sz="1800" kern="1200"/>
        </a:p>
      </dsp:txBody>
      <dsp:txXfrm>
        <a:off x="34954" y="76105"/>
        <a:ext cx="4200339" cy="646132"/>
      </dsp:txXfrm>
    </dsp:sp>
    <dsp:sp modelId="{44726A1A-C65C-4DD0-A387-04702D103DE2}">
      <dsp:nvSpPr>
        <dsp:cNvPr id="0" name=""/>
        <dsp:cNvSpPr/>
      </dsp:nvSpPr>
      <dsp:spPr>
        <a:xfrm>
          <a:off x="0" y="80903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утворення Закарпатської області в складі Української РСР.</a:t>
          </a:r>
          <a:endParaRPr lang="uk-UA" sz="1800" kern="1200"/>
        </a:p>
      </dsp:txBody>
      <dsp:txXfrm>
        <a:off x="34954" y="843985"/>
        <a:ext cx="4200339" cy="646132"/>
      </dsp:txXfrm>
    </dsp:sp>
    <dsp:sp modelId="{71F15EA0-5716-4D8A-893F-4CDD28C7A07B}">
      <dsp:nvSpPr>
        <dsp:cNvPr id="0" name=""/>
        <dsp:cNvSpPr/>
      </dsp:nvSpPr>
      <dsp:spPr>
        <a:xfrm>
          <a:off x="0" y="157691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ухвалення Маніфесту про возз’єднання Закарпатської України з УРСР.</a:t>
          </a:r>
          <a:endParaRPr lang="uk-UA" sz="1800" kern="1200"/>
        </a:p>
      </dsp:txBody>
      <dsp:txXfrm>
        <a:off x="34954" y="1611865"/>
        <a:ext cx="4200339" cy="646132"/>
      </dsp:txXfrm>
    </dsp:sp>
    <dsp:sp modelId="{7D547574-ED65-4AF1-842D-2EAB0B9E8213}">
      <dsp:nvSpPr>
        <dsp:cNvPr id="0" name=""/>
        <dsp:cNvSpPr/>
      </dsp:nvSpPr>
      <dsp:spPr>
        <a:xfrm>
          <a:off x="0" y="234479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проголошення незалежності Карпатської України.</a:t>
          </a:r>
          <a:endParaRPr lang="uk-UA" sz="1800" kern="1200"/>
        </a:p>
      </dsp:txBody>
      <dsp:txXfrm>
        <a:off x="34954" y="2379745"/>
        <a:ext cx="4200339" cy="646132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E0178-321E-49AA-87A5-F50342DFFE8E}">
      <dsp:nvSpPr>
        <dsp:cNvPr id="0" name=""/>
        <dsp:cNvSpPr/>
      </dsp:nvSpPr>
      <dsp:spPr>
        <a:xfrm>
          <a:off x="0" y="4115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розчленування та ліквідація Чехо-Словаччини</a:t>
          </a:r>
          <a:endParaRPr lang="uk-UA" sz="1800" kern="1200"/>
        </a:p>
      </dsp:txBody>
      <dsp:txXfrm>
        <a:off x="34954" y="76105"/>
        <a:ext cx="4200339" cy="646132"/>
      </dsp:txXfrm>
    </dsp:sp>
    <dsp:sp modelId="{F27DFB97-429D-4A2A-B8FB-73B146F9AFB4}">
      <dsp:nvSpPr>
        <dsp:cNvPr id="0" name=""/>
        <dsp:cNvSpPr/>
      </dsp:nvSpPr>
      <dsp:spPr>
        <a:xfrm>
          <a:off x="0" y="80903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початок Другої світової війни</a:t>
          </a:r>
          <a:endParaRPr lang="uk-UA" sz="1800" kern="1200"/>
        </a:p>
      </dsp:txBody>
      <dsp:txXfrm>
        <a:off x="34954" y="843985"/>
        <a:ext cx="4200339" cy="646132"/>
      </dsp:txXfrm>
    </dsp:sp>
    <dsp:sp modelId="{A9A7CA01-6C0F-4629-AC2F-365CF60B1D44}">
      <dsp:nvSpPr>
        <dsp:cNvPr id="0" name=""/>
        <dsp:cNvSpPr/>
      </dsp:nvSpPr>
      <dsp:spPr>
        <a:xfrm>
          <a:off x="0" y="157691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напад Німеччини на Радянський Союз</a:t>
          </a:r>
          <a:endParaRPr lang="uk-UA" sz="1800" kern="1200"/>
        </a:p>
      </dsp:txBody>
      <dsp:txXfrm>
        <a:off x="34954" y="1611865"/>
        <a:ext cx="4200339" cy="646132"/>
      </dsp:txXfrm>
    </dsp:sp>
    <dsp:sp modelId="{DA96E496-7BDB-48B7-8422-6D40994815F9}">
      <dsp:nvSpPr>
        <dsp:cNvPr id="0" name=""/>
        <dsp:cNvSpPr/>
      </dsp:nvSpPr>
      <dsp:spPr>
        <a:xfrm>
          <a:off x="0" y="2344791"/>
          <a:ext cx="427024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«визвольний похід» Червоної армії в Західну Україну</a:t>
          </a:r>
          <a:endParaRPr lang="uk-UA" sz="1800" kern="1200"/>
        </a:p>
      </dsp:txBody>
      <dsp:txXfrm>
        <a:off x="34954" y="2379745"/>
        <a:ext cx="4200339" cy="646132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6D4CA-0B24-4B7B-A228-681AC6A79DA0}">
      <dsp:nvSpPr>
        <dsp:cNvPr id="0" name=""/>
        <dsp:cNvSpPr/>
      </dsp:nvSpPr>
      <dsp:spPr>
        <a:xfrm>
          <a:off x="0" y="292790"/>
          <a:ext cx="4270247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Московського договору між СРСР і Німеччиною про ненапад (пакт «Молотова–Ріббентропа»).</a:t>
          </a:r>
          <a:endParaRPr lang="uk-UA" sz="1500" kern="1200"/>
        </a:p>
      </dsp:txBody>
      <dsp:txXfrm>
        <a:off x="29128" y="321918"/>
        <a:ext cx="4211991" cy="538444"/>
      </dsp:txXfrm>
    </dsp:sp>
    <dsp:sp modelId="{784E566F-7A83-44A0-95A8-EA151E6449FB}">
      <dsp:nvSpPr>
        <dsp:cNvPr id="0" name=""/>
        <dsp:cNvSpPr/>
      </dsp:nvSpPr>
      <dsp:spPr>
        <a:xfrm>
          <a:off x="0" y="932690"/>
          <a:ext cx="4270247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Версальського договору між Німеччиною та Великою Британією, Францією, Італією, Японією.</a:t>
          </a:r>
          <a:endParaRPr lang="uk-UA" sz="1500" kern="1200"/>
        </a:p>
      </dsp:txBody>
      <dsp:txXfrm>
        <a:off x="29128" y="961818"/>
        <a:ext cx="4211991" cy="538444"/>
      </dsp:txXfrm>
    </dsp:sp>
    <dsp:sp modelId="{0A029083-33B4-4C06-902F-22C3C08D586F}">
      <dsp:nvSpPr>
        <dsp:cNvPr id="0" name=""/>
        <dsp:cNvSpPr/>
      </dsp:nvSpPr>
      <dsp:spPr>
        <a:xfrm>
          <a:off x="0" y="1572590"/>
          <a:ext cx="4270247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Брест-Литовського договору між УНР, Німеччиною та її союзниками.</a:t>
          </a:r>
          <a:endParaRPr lang="uk-UA" sz="1500" kern="1200"/>
        </a:p>
      </dsp:txBody>
      <dsp:txXfrm>
        <a:off x="29128" y="1601718"/>
        <a:ext cx="4211991" cy="538444"/>
      </dsp:txXfrm>
    </dsp:sp>
    <dsp:sp modelId="{A829C945-211F-433B-B166-75B3F1033409}">
      <dsp:nvSpPr>
        <dsp:cNvPr id="0" name=""/>
        <dsp:cNvSpPr/>
      </dsp:nvSpPr>
      <dsp:spPr>
        <a:xfrm>
          <a:off x="0" y="2212491"/>
          <a:ext cx="4270247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Мюнхенської угоди між Німеччиною та Великобританією, Францією, Італією.</a:t>
          </a:r>
          <a:endParaRPr lang="uk-UA" sz="1500" kern="1200"/>
        </a:p>
      </dsp:txBody>
      <dsp:txXfrm>
        <a:off x="29128" y="2241619"/>
        <a:ext cx="4211991" cy="538444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1964D-5B98-4100-B369-5AB91CD2125A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Закарпатті.</a:t>
          </a:r>
          <a:endParaRPr lang="uk-UA" sz="2900" kern="1200"/>
        </a:p>
      </dsp:txBody>
      <dsp:txXfrm>
        <a:off x="33955" y="68535"/>
        <a:ext cx="4202337" cy="627655"/>
      </dsp:txXfrm>
    </dsp:sp>
    <dsp:sp modelId="{41E47248-C84C-4C47-9CF6-5BB521C4F345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Східній Галичині.</a:t>
          </a:r>
          <a:endParaRPr lang="uk-UA" sz="2900" kern="1200"/>
        </a:p>
      </dsp:txBody>
      <dsp:txXfrm>
        <a:off x="33955" y="847620"/>
        <a:ext cx="4202337" cy="627655"/>
      </dsp:txXfrm>
    </dsp:sp>
    <dsp:sp modelId="{2506FADC-5E29-4644-8036-25403645CA4D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Північній Буковині.</a:t>
          </a:r>
          <a:endParaRPr lang="uk-UA" sz="2900" kern="1200"/>
        </a:p>
      </dsp:txBody>
      <dsp:txXfrm>
        <a:off x="33955" y="1626706"/>
        <a:ext cx="4202337" cy="627655"/>
      </dsp:txXfrm>
    </dsp:sp>
    <dsp:sp modelId="{89115173-1D95-4686-9E78-4C674D9489FA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Волині.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EB60C-C020-4DDA-813A-7C7937D498FB}">
      <dsp:nvSpPr>
        <dsp:cNvPr id="0" name=""/>
        <dsp:cNvSpPr/>
      </dsp:nvSpPr>
      <dsp:spPr>
        <a:xfrm>
          <a:off x="0" y="43125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президент Карпатської України</a:t>
          </a:r>
          <a:endParaRPr lang="uk-UA" sz="1800" kern="1200"/>
        </a:p>
      </dsp:txBody>
      <dsp:txXfrm>
        <a:off x="34906" y="78031"/>
        <a:ext cx="4200435" cy="645240"/>
      </dsp:txXfrm>
    </dsp:sp>
    <dsp:sp modelId="{53A6ABC6-6B20-4566-A42B-29C55E4EFC37}">
      <dsp:nvSpPr>
        <dsp:cNvPr id="0" name=""/>
        <dsp:cNvSpPr/>
      </dsp:nvSpPr>
      <dsp:spPr>
        <a:xfrm>
          <a:off x="0" y="810018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в’язень радянських тюрем</a:t>
          </a:r>
          <a:endParaRPr lang="uk-UA" sz="1800" kern="1200"/>
        </a:p>
      </dsp:txBody>
      <dsp:txXfrm>
        <a:off x="34906" y="844924"/>
        <a:ext cx="4200435" cy="645240"/>
      </dsp:txXfrm>
    </dsp:sp>
    <dsp:sp modelId="{7619A448-28B9-4D4F-BCC4-2978167D706C}">
      <dsp:nvSpPr>
        <dsp:cNvPr id="0" name=""/>
        <dsp:cNvSpPr/>
      </dsp:nvSpPr>
      <dsp:spPr>
        <a:xfrm>
          <a:off x="0" y="1576911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засновник Учительської громади Підкарпатської Руси</a:t>
          </a:r>
          <a:endParaRPr lang="uk-UA" sz="1800" kern="1200"/>
        </a:p>
      </dsp:txBody>
      <dsp:txXfrm>
        <a:off x="34906" y="1611817"/>
        <a:ext cx="4200435" cy="645240"/>
      </dsp:txXfrm>
    </dsp:sp>
    <dsp:sp modelId="{1F5ED12D-4225-4CD3-9D5B-920C32A2D583}">
      <dsp:nvSpPr>
        <dsp:cNvPr id="0" name=""/>
        <dsp:cNvSpPr/>
      </dsp:nvSpPr>
      <dsp:spPr>
        <a:xfrm>
          <a:off x="0" y="2343803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ректор Українського вільного університету в Празі</a:t>
          </a:r>
          <a:endParaRPr lang="uk-UA" sz="1800" kern="1200"/>
        </a:p>
      </dsp:txBody>
      <dsp:txXfrm>
        <a:off x="34906" y="2378709"/>
        <a:ext cx="4200435" cy="645240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221807-CA75-4C6B-B213-1183F951489D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листопаді 1938 р.</a:t>
          </a:r>
          <a:endParaRPr lang="uk-UA" sz="2900" kern="1200"/>
        </a:p>
      </dsp:txBody>
      <dsp:txXfrm>
        <a:off x="33955" y="68535"/>
        <a:ext cx="4202337" cy="627655"/>
      </dsp:txXfrm>
    </dsp:sp>
    <dsp:sp modelId="{700828C7-E218-4A31-9B04-3E299638D2D4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березні 1939 р.</a:t>
          </a:r>
          <a:endParaRPr lang="uk-UA" sz="2900" kern="1200"/>
        </a:p>
      </dsp:txBody>
      <dsp:txXfrm>
        <a:off x="33955" y="847620"/>
        <a:ext cx="4202337" cy="627655"/>
      </dsp:txXfrm>
    </dsp:sp>
    <dsp:sp modelId="{7586D72F-7250-4228-8584-E522FB128B20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серпні 1940 р.</a:t>
          </a:r>
          <a:endParaRPr lang="uk-UA" sz="2900" kern="1200"/>
        </a:p>
      </dsp:txBody>
      <dsp:txXfrm>
        <a:off x="33955" y="1626706"/>
        <a:ext cx="4202337" cy="627655"/>
      </dsp:txXfrm>
    </dsp:sp>
    <dsp:sp modelId="{D4E5F741-0CA1-4EA5-B942-BF95A08E5DE7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червні 1941 р.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4E4FE-067C-4676-832D-D5A5E154F106}">
      <dsp:nvSpPr>
        <dsp:cNvPr id="0" name=""/>
        <dsp:cNvSpPr/>
      </dsp:nvSpPr>
      <dsp:spPr>
        <a:xfrm rot="10800000">
          <a:off x="873651" y="232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Румунії</a:t>
          </a:r>
          <a:endParaRPr lang="uk-UA" sz="2100" kern="1200"/>
        </a:p>
      </dsp:txBody>
      <dsp:txXfrm rot="10800000">
        <a:off x="1032036" y="232"/>
        <a:ext cx="2681329" cy="633541"/>
      </dsp:txXfrm>
    </dsp:sp>
    <dsp:sp modelId="{89B7D34C-858C-429F-BA63-D0073185D8D9}">
      <dsp:nvSpPr>
        <dsp:cNvPr id="0" name=""/>
        <dsp:cNvSpPr/>
      </dsp:nvSpPr>
      <dsp:spPr>
        <a:xfrm>
          <a:off x="556880" y="232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4C36AD-3299-4AD3-A1DE-C7C9F1C15D57}">
      <dsp:nvSpPr>
        <dsp:cNvPr id="0" name=""/>
        <dsp:cNvSpPr/>
      </dsp:nvSpPr>
      <dsp:spPr>
        <a:xfrm rot="10800000">
          <a:off x="873651" y="822890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Угорщини</a:t>
          </a:r>
          <a:endParaRPr lang="uk-UA" sz="2100" kern="1200"/>
        </a:p>
      </dsp:txBody>
      <dsp:txXfrm rot="10800000">
        <a:off x="1032036" y="822890"/>
        <a:ext cx="2681329" cy="633541"/>
      </dsp:txXfrm>
    </dsp:sp>
    <dsp:sp modelId="{E61EBE50-9AC8-4DE2-B377-EFEE9E1DFB53}">
      <dsp:nvSpPr>
        <dsp:cNvPr id="0" name=""/>
        <dsp:cNvSpPr/>
      </dsp:nvSpPr>
      <dsp:spPr>
        <a:xfrm>
          <a:off x="556880" y="822890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9A72DA-B9DA-4FFF-B0DC-E68BF97A96BA}">
      <dsp:nvSpPr>
        <dsp:cNvPr id="0" name=""/>
        <dsp:cNvSpPr/>
      </dsp:nvSpPr>
      <dsp:spPr>
        <a:xfrm rot="10800000">
          <a:off x="873651" y="1645549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Чехо-Словаччини</a:t>
          </a:r>
          <a:endParaRPr lang="uk-UA" sz="2100" kern="1200"/>
        </a:p>
      </dsp:txBody>
      <dsp:txXfrm rot="10800000">
        <a:off x="1032036" y="1645549"/>
        <a:ext cx="2681329" cy="633541"/>
      </dsp:txXfrm>
    </dsp:sp>
    <dsp:sp modelId="{25E5088D-BEED-4022-B2F3-B3B0D9281C02}">
      <dsp:nvSpPr>
        <dsp:cNvPr id="0" name=""/>
        <dsp:cNvSpPr/>
      </dsp:nvSpPr>
      <dsp:spPr>
        <a:xfrm>
          <a:off x="556880" y="1645549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2842D1-88F3-4868-8C55-F11A3F663407}">
      <dsp:nvSpPr>
        <dsp:cNvPr id="0" name=""/>
        <dsp:cNvSpPr/>
      </dsp:nvSpPr>
      <dsp:spPr>
        <a:xfrm rot="10800000">
          <a:off x="873651" y="2468207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Радянського Союзу</a:t>
          </a:r>
          <a:endParaRPr lang="uk-UA" sz="2100" kern="1200"/>
        </a:p>
      </dsp:txBody>
      <dsp:txXfrm rot="10800000">
        <a:off x="1032036" y="2468207"/>
        <a:ext cx="2681329" cy="633541"/>
      </dsp:txXfrm>
    </dsp:sp>
    <dsp:sp modelId="{83E9FF33-72DA-431E-AEB3-5FE177A2B7E6}">
      <dsp:nvSpPr>
        <dsp:cNvPr id="0" name=""/>
        <dsp:cNvSpPr/>
      </dsp:nvSpPr>
      <dsp:spPr>
        <a:xfrm>
          <a:off x="556880" y="2468207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C53215-DE4E-473B-9CEA-3A80D7DE0124}">
      <dsp:nvSpPr>
        <dsp:cNvPr id="0" name=""/>
        <dsp:cNvSpPr/>
      </dsp:nvSpPr>
      <dsp:spPr>
        <a:xfrm>
          <a:off x="0" y="43125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Західноукраїнської Народної Республіки.</a:t>
          </a:r>
          <a:endParaRPr lang="uk-UA" sz="1800" kern="1200"/>
        </a:p>
      </dsp:txBody>
      <dsp:txXfrm>
        <a:off x="34906" y="78031"/>
        <a:ext cx="4200435" cy="645240"/>
      </dsp:txXfrm>
    </dsp:sp>
    <dsp:sp modelId="{8EE3D85B-8999-4D9F-93CB-10DC6481541A}">
      <dsp:nvSpPr>
        <dsp:cNvPr id="0" name=""/>
        <dsp:cNvSpPr/>
      </dsp:nvSpPr>
      <dsp:spPr>
        <a:xfrm>
          <a:off x="0" y="810018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Карпатської України.</a:t>
          </a:r>
          <a:endParaRPr lang="uk-UA" sz="1800" kern="1200"/>
        </a:p>
      </dsp:txBody>
      <dsp:txXfrm>
        <a:off x="34906" y="844924"/>
        <a:ext cx="4200435" cy="645240"/>
      </dsp:txXfrm>
    </dsp:sp>
    <dsp:sp modelId="{DCC8ABE1-73DB-4C64-A672-943C1D2E6598}">
      <dsp:nvSpPr>
        <dsp:cNvPr id="0" name=""/>
        <dsp:cNvSpPr/>
      </dsp:nvSpPr>
      <dsp:spPr>
        <a:xfrm>
          <a:off x="0" y="1576911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Української Народної Республіки.</a:t>
          </a:r>
          <a:endParaRPr lang="uk-UA" sz="1800" kern="1200"/>
        </a:p>
      </dsp:txBody>
      <dsp:txXfrm>
        <a:off x="34906" y="1611817"/>
        <a:ext cx="4200435" cy="645240"/>
      </dsp:txXfrm>
    </dsp:sp>
    <dsp:sp modelId="{B7DEB477-1BFB-4309-AD2F-F264C1F9F959}">
      <dsp:nvSpPr>
        <dsp:cNvPr id="0" name=""/>
        <dsp:cNvSpPr/>
      </dsp:nvSpPr>
      <dsp:spPr>
        <a:xfrm>
          <a:off x="0" y="2343803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Української Радянської Соціалістичної Республіки.</a:t>
          </a:r>
          <a:endParaRPr lang="uk-UA" sz="1800" kern="1200"/>
        </a:p>
      </dsp:txBody>
      <dsp:txXfrm>
        <a:off x="34906" y="2378709"/>
        <a:ext cx="4200435" cy="645240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DBEF9-3A16-441C-AE54-DDD1FDFC49D7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Польщі.</a:t>
          </a:r>
          <a:endParaRPr lang="uk-UA" sz="2900" kern="1200"/>
        </a:p>
      </dsp:txBody>
      <dsp:txXfrm>
        <a:off x="33955" y="68535"/>
        <a:ext cx="4202337" cy="627655"/>
      </dsp:txXfrm>
    </dsp:sp>
    <dsp:sp modelId="{C2D9F04A-A76E-4605-AD36-B7967086328B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Румунії.</a:t>
          </a:r>
          <a:endParaRPr lang="uk-UA" sz="2900" kern="1200"/>
        </a:p>
      </dsp:txBody>
      <dsp:txXfrm>
        <a:off x="33955" y="847620"/>
        <a:ext cx="4202337" cy="627655"/>
      </dsp:txXfrm>
    </dsp:sp>
    <dsp:sp modelId="{2D43FDD3-8190-437F-A824-2881AA2C108E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Угорщини.</a:t>
          </a:r>
          <a:endParaRPr lang="uk-UA" sz="2900" kern="1200"/>
        </a:p>
      </dsp:txBody>
      <dsp:txXfrm>
        <a:off x="33955" y="1626706"/>
        <a:ext cx="4202337" cy="627655"/>
      </dsp:txXfrm>
    </dsp:sp>
    <dsp:sp modelId="{6795945A-A2BA-4072-8C61-DB1A24F28EB7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Чехословаччини.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A107EE-3538-4176-8522-B9C29E8DCA8B}">
      <dsp:nvSpPr>
        <dsp:cNvPr id="0" name=""/>
        <dsp:cNvSpPr/>
      </dsp:nvSpPr>
      <dsp:spPr>
        <a:xfrm rot="10800000">
          <a:off x="873651" y="232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Румунія</a:t>
          </a:r>
          <a:endParaRPr lang="uk-UA" sz="2800" kern="1200"/>
        </a:p>
      </dsp:txBody>
      <dsp:txXfrm rot="10800000">
        <a:off x="1032036" y="232"/>
        <a:ext cx="2681329" cy="633541"/>
      </dsp:txXfrm>
    </dsp:sp>
    <dsp:sp modelId="{955C4E46-383A-4566-B0D2-3F6D0D34F09A}">
      <dsp:nvSpPr>
        <dsp:cNvPr id="0" name=""/>
        <dsp:cNvSpPr/>
      </dsp:nvSpPr>
      <dsp:spPr>
        <a:xfrm>
          <a:off x="556880" y="232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0A7CCA-47B0-40D2-B75E-FC4D44DD53FF}">
      <dsp:nvSpPr>
        <dsp:cNvPr id="0" name=""/>
        <dsp:cNvSpPr/>
      </dsp:nvSpPr>
      <dsp:spPr>
        <a:xfrm rot="10800000">
          <a:off x="873651" y="822890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Угорщина</a:t>
          </a:r>
          <a:endParaRPr lang="uk-UA" sz="2800" kern="1200"/>
        </a:p>
      </dsp:txBody>
      <dsp:txXfrm rot="10800000">
        <a:off x="1032036" y="822890"/>
        <a:ext cx="2681329" cy="633541"/>
      </dsp:txXfrm>
    </dsp:sp>
    <dsp:sp modelId="{9F1B7B8C-5120-4B9F-BD7F-31F7A6B41974}">
      <dsp:nvSpPr>
        <dsp:cNvPr id="0" name=""/>
        <dsp:cNvSpPr/>
      </dsp:nvSpPr>
      <dsp:spPr>
        <a:xfrm>
          <a:off x="556880" y="822890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0F4FC8-205F-46F5-B439-2A7A05FA9BC2}">
      <dsp:nvSpPr>
        <dsp:cNvPr id="0" name=""/>
        <dsp:cNvSpPr/>
      </dsp:nvSpPr>
      <dsp:spPr>
        <a:xfrm rot="10800000">
          <a:off x="873651" y="1645549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Польща</a:t>
          </a:r>
          <a:endParaRPr lang="uk-UA" sz="2800" kern="1200"/>
        </a:p>
      </dsp:txBody>
      <dsp:txXfrm rot="10800000">
        <a:off x="1032036" y="1645549"/>
        <a:ext cx="2681329" cy="633541"/>
      </dsp:txXfrm>
    </dsp:sp>
    <dsp:sp modelId="{2C22DEF6-FB86-4C8B-A8E6-84D36AB5F1CD}">
      <dsp:nvSpPr>
        <dsp:cNvPr id="0" name=""/>
        <dsp:cNvSpPr/>
      </dsp:nvSpPr>
      <dsp:spPr>
        <a:xfrm>
          <a:off x="556880" y="1645549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CFC69-916E-4F77-BC70-699EC0375B63}">
      <dsp:nvSpPr>
        <dsp:cNvPr id="0" name=""/>
        <dsp:cNvSpPr/>
      </dsp:nvSpPr>
      <dsp:spPr>
        <a:xfrm rot="10800000">
          <a:off x="873651" y="2468207"/>
          <a:ext cx="2839714" cy="6335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374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Німеччина</a:t>
          </a:r>
          <a:endParaRPr lang="uk-UA" sz="2800" kern="1200"/>
        </a:p>
      </dsp:txBody>
      <dsp:txXfrm rot="10800000">
        <a:off x="1032036" y="2468207"/>
        <a:ext cx="2681329" cy="633541"/>
      </dsp:txXfrm>
    </dsp:sp>
    <dsp:sp modelId="{0AD1CE16-B582-4F63-829A-6D561F788202}">
      <dsp:nvSpPr>
        <dsp:cNvPr id="0" name=""/>
        <dsp:cNvSpPr/>
      </dsp:nvSpPr>
      <dsp:spPr>
        <a:xfrm>
          <a:off x="556880" y="2468207"/>
          <a:ext cx="633541" cy="6335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57DBC-F41E-447A-BF77-ABA051F88DBC}">
      <dsp:nvSpPr>
        <dsp:cNvPr id="0" name=""/>
        <dsp:cNvSpPr/>
      </dsp:nvSpPr>
      <dsp:spPr>
        <a:xfrm>
          <a:off x="0" y="34580"/>
          <a:ext cx="4271771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Польщі</a:t>
          </a:r>
          <a:endParaRPr lang="uk-UA" sz="2900" kern="1200"/>
        </a:p>
      </dsp:txBody>
      <dsp:txXfrm>
        <a:off x="33955" y="68535"/>
        <a:ext cx="4203861" cy="627655"/>
      </dsp:txXfrm>
    </dsp:sp>
    <dsp:sp modelId="{A7B726E3-6B72-4488-ADC5-FCE6CEC027B5}">
      <dsp:nvSpPr>
        <dsp:cNvPr id="0" name=""/>
        <dsp:cNvSpPr/>
      </dsp:nvSpPr>
      <dsp:spPr>
        <a:xfrm>
          <a:off x="0" y="813665"/>
          <a:ext cx="4271771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Чехословаччині</a:t>
          </a:r>
          <a:endParaRPr lang="uk-UA" sz="2900" kern="1200"/>
        </a:p>
      </dsp:txBody>
      <dsp:txXfrm>
        <a:off x="33955" y="847620"/>
        <a:ext cx="4203861" cy="627655"/>
      </dsp:txXfrm>
    </dsp:sp>
    <dsp:sp modelId="{C830C65F-8E40-46D3-ACBF-8E24CEABEB1D}">
      <dsp:nvSpPr>
        <dsp:cNvPr id="0" name=""/>
        <dsp:cNvSpPr/>
      </dsp:nvSpPr>
      <dsp:spPr>
        <a:xfrm>
          <a:off x="0" y="1592751"/>
          <a:ext cx="4271771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Румунії</a:t>
          </a:r>
          <a:endParaRPr lang="uk-UA" sz="2900" kern="1200"/>
        </a:p>
      </dsp:txBody>
      <dsp:txXfrm>
        <a:off x="33955" y="1626706"/>
        <a:ext cx="4203861" cy="627655"/>
      </dsp:txXfrm>
    </dsp:sp>
    <dsp:sp modelId="{BE826F8F-10C1-459A-B9C5-F472A67FA10B}">
      <dsp:nvSpPr>
        <dsp:cNvPr id="0" name=""/>
        <dsp:cNvSpPr/>
      </dsp:nvSpPr>
      <dsp:spPr>
        <a:xfrm>
          <a:off x="0" y="2371836"/>
          <a:ext cx="4271771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Угорщині</a:t>
          </a:r>
          <a:endParaRPr lang="uk-UA" sz="2900" kern="1200"/>
        </a:p>
      </dsp:txBody>
      <dsp:txXfrm>
        <a:off x="33955" y="2405791"/>
        <a:ext cx="4203861" cy="627655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8A6954-D433-4F38-97C2-889282F9F41C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В. Мудрого</a:t>
          </a:r>
          <a:endParaRPr lang="uk-UA" sz="2900" kern="1200"/>
        </a:p>
      </dsp:txBody>
      <dsp:txXfrm>
        <a:off x="33955" y="68535"/>
        <a:ext cx="4202337" cy="627655"/>
      </dsp:txXfrm>
    </dsp:sp>
    <dsp:sp modelId="{D820E7C8-7F15-4402-980C-F8265C15CF37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С. Бандери</a:t>
          </a:r>
          <a:endParaRPr lang="uk-UA" sz="2900" kern="1200"/>
        </a:p>
      </dsp:txBody>
      <dsp:txXfrm>
        <a:off x="33955" y="847620"/>
        <a:ext cx="4202337" cy="627655"/>
      </dsp:txXfrm>
    </dsp:sp>
    <dsp:sp modelId="{AE433D4E-BA8B-4680-BED9-F9EB4DBC79BE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А. Волошина</a:t>
          </a:r>
          <a:endParaRPr lang="uk-UA" sz="2900" kern="1200"/>
        </a:p>
      </dsp:txBody>
      <dsp:txXfrm>
        <a:off x="33955" y="1626706"/>
        <a:ext cx="4202337" cy="627655"/>
      </dsp:txXfrm>
    </dsp:sp>
    <dsp:sp modelId="{BF4DA08D-2192-4857-830C-3F2ADB7037DC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Є. Коновальця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86433-F9E2-438A-82DD-9FA6524A33DA}">
      <dsp:nvSpPr>
        <dsp:cNvPr id="0" name=""/>
        <dsp:cNvSpPr/>
      </dsp:nvSpPr>
      <dsp:spPr>
        <a:xfrm>
          <a:off x="0" y="34580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Польщі.</a:t>
          </a:r>
          <a:endParaRPr lang="uk-UA" sz="2900" kern="1200"/>
        </a:p>
      </dsp:txBody>
      <dsp:txXfrm>
        <a:off x="33955" y="68535"/>
        <a:ext cx="4202337" cy="627655"/>
      </dsp:txXfrm>
    </dsp:sp>
    <dsp:sp modelId="{007EBC6F-2924-498C-85B5-58D4D61D2049}">
      <dsp:nvSpPr>
        <dsp:cNvPr id="0" name=""/>
        <dsp:cNvSpPr/>
      </dsp:nvSpPr>
      <dsp:spPr>
        <a:xfrm>
          <a:off x="0" y="813665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Угорщини.</a:t>
          </a:r>
          <a:endParaRPr lang="uk-UA" sz="2900" kern="1200"/>
        </a:p>
      </dsp:txBody>
      <dsp:txXfrm>
        <a:off x="33955" y="847620"/>
        <a:ext cx="4202337" cy="627655"/>
      </dsp:txXfrm>
    </dsp:sp>
    <dsp:sp modelId="{9DFBE757-8621-4465-9E75-920D1E19D1B5}">
      <dsp:nvSpPr>
        <dsp:cNvPr id="0" name=""/>
        <dsp:cNvSpPr/>
      </dsp:nvSpPr>
      <dsp:spPr>
        <a:xfrm>
          <a:off x="0" y="1592751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Чехословаччини.</a:t>
          </a:r>
          <a:endParaRPr lang="uk-UA" sz="2900" kern="1200"/>
        </a:p>
      </dsp:txBody>
      <dsp:txXfrm>
        <a:off x="33955" y="1626706"/>
        <a:ext cx="4202337" cy="627655"/>
      </dsp:txXfrm>
    </dsp:sp>
    <dsp:sp modelId="{6BC362E6-2581-4FB4-B198-45BFC469B76C}">
      <dsp:nvSpPr>
        <dsp:cNvPr id="0" name=""/>
        <dsp:cNvSpPr/>
      </dsp:nvSpPr>
      <dsp:spPr>
        <a:xfrm>
          <a:off x="0" y="2371836"/>
          <a:ext cx="427024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Румунії.</a:t>
          </a:r>
          <a:endParaRPr lang="uk-UA" sz="2900" kern="1200"/>
        </a:p>
      </dsp:txBody>
      <dsp:txXfrm>
        <a:off x="33955" y="2405791"/>
        <a:ext cx="4202337" cy="627655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83924B-3366-4063-BC82-66AB39A6AB2C}">
      <dsp:nvSpPr>
        <dsp:cNvPr id="0" name=""/>
        <dsp:cNvSpPr/>
      </dsp:nvSpPr>
      <dsp:spPr>
        <a:xfrm rot="10800000">
          <a:off x="873788" y="1389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К. Левицький</a:t>
          </a:r>
          <a:endParaRPr lang="uk-UA" sz="2500" kern="1200"/>
        </a:p>
      </dsp:txBody>
      <dsp:txXfrm rot="10800000">
        <a:off x="1032055" y="1389"/>
        <a:ext cx="2682460" cy="633068"/>
      </dsp:txXfrm>
    </dsp:sp>
    <dsp:sp modelId="{200EC0C6-2E99-4F8B-A048-7232C0CD3703}">
      <dsp:nvSpPr>
        <dsp:cNvPr id="0" name=""/>
        <dsp:cNvSpPr/>
      </dsp:nvSpPr>
      <dsp:spPr>
        <a:xfrm>
          <a:off x="557254" y="1389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D027E2-E21D-4C92-9319-947041A594B0}">
      <dsp:nvSpPr>
        <dsp:cNvPr id="0" name=""/>
        <dsp:cNvSpPr/>
      </dsp:nvSpPr>
      <dsp:spPr>
        <a:xfrm rot="10800000">
          <a:off x="873788" y="823434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Д. Донцов</a:t>
          </a:r>
          <a:endParaRPr lang="uk-UA" sz="2500" kern="1200"/>
        </a:p>
      </dsp:txBody>
      <dsp:txXfrm rot="10800000">
        <a:off x="1032055" y="823434"/>
        <a:ext cx="2682460" cy="633068"/>
      </dsp:txXfrm>
    </dsp:sp>
    <dsp:sp modelId="{EC1BC003-E77F-4AA5-9973-79A50870E3B2}">
      <dsp:nvSpPr>
        <dsp:cNvPr id="0" name=""/>
        <dsp:cNvSpPr/>
      </dsp:nvSpPr>
      <dsp:spPr>
        <a:xfrm>
          <a:off x="557254" y="823434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4413EA-7793-4016-8559-CC0942A8AD28}">
      <dsp:nvSpPr>
        <dsp:cNvPr id="0" name=""/>
        <dsp:cNvSpPr/>
      </dsp:nvSpPr>
      <dsp:spPr>
        <a:xfrm rot="10800000">
          <a:off x="873788" y="1645478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Є. Коновалець</a:t>
          </a:r>
          <a:endParaRPr lang="uk-UA" sz="2500" kern="1200"/>
        </a:p>
      </dsp:txBody>
      <dsp:txXfrm rot="10800000">
        <a:off x="1032055" y="1645478"/>
        <a:ext cx="2682460" cy="633068"/>
      </dsp:txXfrm>
    </dsp:sp>
    <dsp:sp modelId="{0CEF33A0-2E20-43AB-90F2-F228F86B713D}">
      <dsp:nvSpPr>
        <dsp:cNvPr id="0" name=""/>
        <dsp:cNvSpPr/>
      </dsp:nvSpPr>
      <dsp:spPr>
        <a:xfrm>
          <a:off x="557254" y="1645478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82CC2-9736-4842-8251-0DD3F8DB0083}">
      <dsp:nvSpPr>
        <dsp:cNvPr id="0" name=""/>
        <dsp:cNvSpPr/>
      </dsp:nvSpPr>
      <dsp:spPr>
        <a:xfrm rot="10800000">
          <a:off x="873788" y="2467523"/>
          <a:ext cx="2840727" cy="63306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166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А. Жук</a:t>
          </a:r>
          <a:endParaRPr lang="uk-UA" sz="2500" kern="1200"/>
        </a:p>
      </dsp:txBody>
      <dsp:txXfrm rot="10800000">
        <a:off x="1032055" y="2467523"/>
        <a:ext cx="2682460" cy="633068"/>
      </dsp:txXfrm>
    </dsp:sp>
    <dsp:sp modelId="{2A1F7011-41F8-4F29-B3A1-80553C1158D5}">
      <dsp:nvSpPr>
        <dsp:cNvPr id="0" name=""/>
        <dsp:cNvSpPr/>
      </dsp:nvSpPr>
      <dsp:spPr>
        <a:xfrm>
          <a:off x="557254" y="2467523"/>
          <a:ext cx="633068" cy="63306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69928-BC9D-4DAE-8A45-154351A43067}">
      <dsp:nvSpPr>
        <dsp:cNvPr id="0" name=""/>
        <dsp:cNvSpPr/>
      </dsp:nvSpPr>
      <dsp:spPr>
        <a:xfrm>
          <a:off x="0" y="495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AB7416-5763-4E09-B13C-FD652C7E422D}">
      <dsp:nvSpPr>
        <dsp:cNvPr id="0" name=""/>
        <dsp:cNvSpPr/>
      </dsp:nvSpPr>
      <dsp:spPr>
        <a:xfrm>
          <a:off x="0" y="495"/>
          <a:ext cx="4270247" cy="81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співзасновник Української національно-демократичної партії, голова Державного секретаріату ЗУНР</a:t>
          </a:r>
          <a:endParaRPr lang="uk-UA" sz="1600" kern="1200"/>
        </a:p>
      </dsp:txBody>
      <dsp:txXfrm>
        <a:off x="0" y="495"/>
        <a:ext cx="4270247" cy="812204"/>
      </dsp:txXfrm>
    </dsp:sp>
    <dsp:sp modelId="{B1F90A08-BAE4-4EA8-8EB8-0A7B45015677}">
      <dsp:nvSpPr>
        <dsp:cNvPr id="0" name=""/>
        <dsp:cNvSpPr/>
      </dsp:nvSpPr>
      <dsp:spPr>
        <a:xfrm>
          <a:off x="0" y="812700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D5DC2-357F-49B6-9DCE-29613F0F8C73}">
      <dsp:nvSpPr>
        <dsp:cNvPr id="0" name=""/>
        <dsp:cNvSpPr/>
      </dsp:nvSpPr>
      <dsp:spPr>
        <a:xfrm>
          <a:off x="0" y="812700"/>
          <a:ext cx="4270247" cy="81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учасник боїв за гору Маківка, командир Галицько-Буковинського куреня січових стрільців</a:t>
          </a:r>
          <a:endParaRPr lang="uk-UA" sz="1600" kern="1200"/>
        </a:p>
      </dsp:txBody>
      <dsp:txXfrm>
        <a:off x="0" y="812700"/>
        <a:ext cx="4270247" cy="812204"/>
      </dsp:txXfrm>
    </dsp:sp>
    <dsp:sp modelId="{7397ACC7-B50E-4E70-B31B-82268047F0F4}">
      <dsp:nvSpPr>
        <dsp:cNvPr id="0" name=""/>
        <dsp:cNvSpPr/>
      </dsp:nvSpPr>
      <dsp:spPr>
        <a:xfrm>
          <a:off x="0" y="1624904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B292C-DD47-4B1A-B55D-48205F595ACF}">
      <dsp:nvSpPr>
        <dsp:cNvPr id="0" name=""/>
        <dsp:cNvSpPr/>
      </dsp:nvSpPr>
      <dsp:spPr>
        <a:xfrm>
          <a:off x="0" y="1624904"/>
          <a:ext cx="4270247" cy="81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член Головної української ради, Загальної української ради, дипломат Української Держави, УНР</a:t>
          </a:r>
          <a:endParaRPr lang="uk-UA" sz="1600" kern="1200"/>
        </a:p>
      </dsp:txBody>
      <dsp:txXfrm>
        <a:off x="0" y="1624904"/>
        <a:ext cx="4270247" cy="812204"/>
      </dsp:txXfrm>
    </dsp:sp>
    <dsp:sp modelId="{5C8AC1C7-6037-4B4D-B485-150CE2C8AE2E}">
      <dsp:nvSpPr>
        <dsp:cNvPr id="0" name=""/>
        <dsp:cNvSpPr/>
      </dsp:nvSpPr>
      <dsp:spPr>
        <a:xfrm>
          <a:off x="0" y="2437109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24740-9B6C-4419-BE44-8A6813400E9F}">
      <dsp:nvSpPr>
        <dsp:cNvPr id="0" name=""/>
        <dsp:cNvSpPr/>
      </dsp:nvSpPr>
      <dsp:spPr>
        <a:xfrm>
          <a:off x="0" y="2437109"/>
          <a:ext cx="4270247" cy="81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співзасновник і голова Української національної партії на Буковині, Голова української національної громади в Румунії</a:t>
          </a:r>
          <a:endParaRPr lang="uk-UA" sz="1600" kern="1200"/>
        </a:p>
      </dsp:txBody>
      <dsp:txXfrm>
        <a:off x="0" y="2437109"/>
        <a:ext cx="4270247" cy="812204"/>
      </dsp:txXfrm>
    </dsp:sp>
    <dsp:sp modelId="{40DBD9F9-584D-447C-A747-A0B6D889661A}">
      <dsp:nvSpPr>
        <dsp:cNvPr id="0" name=""/>
        <dsp:cNvSpPr/>
      </dsp:nvSpPr>
      <dsp:spPr>
        <a:xfrm>
          <a:off x="0" y="3249313"/>
          <a:ext cx="42702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48BD3-8836-46E3-B618-73E49966C4DC}">
      <dsp:nvSpPr>
        <dsp:cNvPr id="0" name=""/>
        <dsp:cNvSpPr/>
      </dsp:nvSpPr>
      <dsp:spPr>
        <a:xfrm>
          <a:off x="0" y="3249313"/>
          <a:ext cx="4270247" cy="81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голова Союзу визволення України, теоретик та ідеолог українського націоналізму</a:t>
          </a:r>
          <a:endParaRPr lang="uk-UA" sz="1600" kern="1200"/>
        </a:p>
      </dsp:txBody>
      <dsp:txXfrm>
        <a:off x="0" y="3249313"/>
        <a:ext cx="4270247" cy="812204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CF9EDC-6A66-4E5C-B3F1-D11829E5F6F8}">
      <dsp:nvSpPr>
        <dsp:cNvPr id="0" name=""/>
        <dsp:cNvSpPr/>
      </dsp:nvSpPr>
      <dsp:spPr>
        <a:xfrm>
          <a:off x="0" y="43125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створення «похідних груп».</a:t>
          </a:r>
          <a:endParaRPr lang="uk-UA" sz="1800" kern="1200"/>
        </a:p>
      </dsp:txBody>
      <dsp:txXfrm>
        <a:off x="34906" y="78031"/>
        <a:ext cx="4200435" cy="645240"/>
      </dsp:txXfrm>
    </dsp:sp>
    <dsp:sp modelId="{B93B26A4-619E-44D3-A826-7E3434F2D6EF}">
      <dsp:nvSpPr>
        <dsp:cNvPr id="0" name=""/>
        <dsp:cNvSpPr/>
      </dsp:nvSpPr>
      <dsp:spPr>
        <a:xfrm>
          <a:off x="0" y="810018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проведення «рейкової війни».</a:t>
          </a:r>
          <a:endParaRPr lang="uk-UA" sz="1800" kern="1200"/>
        </a:p>
      </dsp:txBody>
      <dsp:txXfrm>
        <a:off x="34906" y="844924"/>
        <a:ext cx="4200435" cy="645240"/>
      </dsp:txXfrm>
    </dsp:sp>
    <dsp:sp modelId="{C7847D76-155E-45BB-B9F0-1970DAF0F2B9}">
      <dsp:nvSpPr>
        <dsp:cNvPr id="0" name=""/>
        <dsp:cNvSpPr/>
      </dsp:nvSpPr>
      <dsp:spPr>
        <a:xfrm>
          <a:off x="0" y="1576911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здійснення «Карпатського рейду».</a:t>
          </a:r>
          <a:endParaRPr lang="uk-UA" sz="1800" kern="1200"/>
        </a:p>
      </dsp:txBody>
      <dsp:txXfrm>
        <a:off x="34906" y="1611817"/>
        <a:ext cx="4200435" cy="645240"/>
      </dsp:txXfrm>
    </dsp:sp>
    <dsp:sp modelId="{085E9C31-08BA-467E-B61D-905E49AC3D9B}">
      <dsp:nvSpPr>
        <dsp:cNvPr id="0" name=""/>
        <dsp:cNvSpPr/>
      </dsp:nvSpPr>
      <dsp:spPr>
        <a:xfrm>
          <a:off x="0" y="2343803"/>
          <a:ext cx="4270247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формування підрозділів «чорносвитників».</a:t>
          </a:r>
          <a:endParaRPr lang="uk-UA" sz="1800" kern="1200"/>
        </a:p>
      </dsp:txBody>
      <dsp:txXfrm>
        <a:off x="34906" y="2378709"/>
        <a:ext cx="4200435" cy="645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9621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70917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7027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085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109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987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360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02521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9879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5702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008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53580E7-164F-487A-89C5-5FC706FD2BB9}" type="datetimeFigureOut">
              <a:rPr lang="uk-UA" smtClean="0"/>
              <a:t>19.02.2025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589865D-7ECA-48A5-971F-FF48F4ABCFD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239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7" Type="http://schemas.openxmlformats.org/officeDocument/2006/relationships/image" Target="../media/image2.pn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7" Type="http://schemas.openxmlformats.org/officeDocument/2006/relationships/image" Target="../media/image3.png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4.jpe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1.xml"/><Relationship Id="rId3" Type="http://schemas.openxmlformats.org/officeDocument/2006/relationships/diagramLayout" Target="../diagrams/layout40.xml"/><Relationship Id="rId7" Type="http://schemas.openxmlformats.org/officeDocument/2006/relationships/diagramData" Target="../diagrams/data41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11" Type="http://schemas.microsoft.com/office/2007/relationships/diagramDrawing" Target="../diagrams/drawing41.xml"/><Relationship Id="rId5" Type="http://schemas.openxmlformats.org/officeDocument/2006/relationships/diagramColors" Target="../diagrams/colors40.xml"/><Relationship Id="rId10" Type="http://schemas.openxmlformats.org/officeDocument/2006/relationships/diagramColors" Target="../diagrams/colors41.xml"/><Relationship Id="rId4" Type="http://schemas.openxmlformats.org/officeDocument/2006/relationships/diagramQuickStyle" Target="../diagrams/quickStyle40.xml"/><Relationship Id="rId9" Type="http://schemas.openxmlformats.org/officeDocument/2006/relationships/diagramQuickStyle" Target="../diagrams/quickStyle4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7" Type="http://schemas.openxmlformats.org/officeDocument/2006/relationships/image" Target="../media/image9.jpeg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7" Type="http://schemas.openxmlformats.org/officeDocument/2006/relationships/image" Target="../media/image10.png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7" Type="http://schemas.openxmlformats.org/officeDocument/2006/relationships/image" Target="../media/image11.png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7" Type="http://schemas.openxmlformats.org/officeDocument/2006/relationships/image" Target="../media/image16.png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9.xml"/><Relationship Id="rId3" Type="http://schemas.openxmlformats.org/officeDocument/2006/relationships/diagramLayout" Target="../diagrams/layout58.xml"/><Relationship Id="rId7" Type="http://schemas.openxmlformats.org/officeDocument/2006/relationships/diagramData" Target="../diagrams/data59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11" Type="http://schemas.microsoft.com/office/2007/relationships/diagramDrawing" Target="../diagrams/drawing59.xml"/><Relationship Id="rId5" Type="http://schemas.openxmlformats.org/officeDocument/2006/relationships/diagramColors" Target="../diagrams/colors58.xml"/><Relationship Id="rId10" Type="http://schemas.openxmlformats.org/officeDocument/2006/relationships/diagramColors" Target="../diagrams/colors59.xml"/><Relationship Id="rId4" Type="http://schemas.openxmlformats.org/officeDocument/2006/relationships/diagramQuickStyle" Target="../diagrams/quickStyle58.xml"/><Relationship Id="rId9" Type="http://schemas.openxmlformats.org/officeDocument/2006/relationships/diagramQuickStyle" Target="../diagrams/quickStyle5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9ACCC-AEAA-66B4-DB3A-C3356AC858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Західноукраїнські землі в міжвоєнний період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3A551D4-79F3-6089-89C3-DD21FCBA69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465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5B6B38E-FA65-00D3-09E8-C176E743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Геополітична ситуація в регіоні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CDFC5F5-F947-C67F-39A5-7775A246F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0592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DE7E2-35AC-EFED-802B-C47489A6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Увідповідніть</a:t>
            </a:r>
            <a:r>
              <a:rPr lang="ru-RU" sz="2000" dirty="0"/>
              <a:t> </a:t>
            </a:r>
            <a:r>
              <a:rPr lang="ru-RU" sz="2000" dirty="0" err="1"/>
              <a:t>період</a:t>
            </a:r>
            <a:r>
              <a:rPr lang="ru-RU" sz="2000" dirty="0"/>
              <a:t> в </a:t>
            </a:r>
            <a:r>
              <a:rPr lang="ru-RU" sz="2000" dirty="0" err="1"/>
              <a:t>історії</a:t>
            </a:r>
            <a:r>
              <a:rPr lang="ru-RU" sz="2000" dirty="0"/>
              <a:t> </a:t>
            </a:r>
            <a:r>
              <a:rPr lang="ru-RU" sz="2000" dirty="0" err="1"/>
              <a:t>України</a:t>
            </a:r>
            <a:r>
              <a:rPr lang="ru-RU" sz="2000" dirty="0"/>
              <a:t> з </a:t>
            </a:r>
            <a:r>
              <a:rPr lang="ru-RU" sz="2000" dirty="0" err="1"/>
              <a:t>поняттями</a:t>
            </a:r>
            <a:r>
              <a:rPr lang="ru-RU" sz="2000" dirty="0"/>
              <a:t> й </a:t>
            </a:r>
            <a:r>
              <a:rPr lang="ru-RU" sz="2000" dirty="0" err="1"/>
              <a:t>термінами</a:t>
            </a:r>
            <a:r>
              <a:rPr lang="ru-RU" sz="2000" dirty="0"/>
              <a:t>, </a:t>
            </a:r>
            <a:r>
              <a:rPr lang="ru-RU" sz="2000" dirty="0" err="1"/>
              <a:t>які</a:t>
            </a:r>
            <a:r>
              <a:rPr lang="ru-RU" sz="2000" dirty="0"/>
              <a:t> </a:t>
            </a:r>
            <a:r>
              <a:rPr lang="ru-RU" sz="2000" dirty="0" err="1"/>
              <a:t>потрібно</a:t>
            </a:r>
            <a:r>
              <a:rPr lang="ru-RU" sz="2000" dirty="0"/>
              <a:t> </a:t>
            </a:r>
            <a:r>
              <a:rPr lang="ru-RU" sz="2000" dirty="0" err="1"/>
              <a:t>використовувати</a:t>
            </a:r>
            <a:r>
              <a:rPr lang="ru-RU" sz="2000" dirty="0"/>
              <a:t> для </a:t>
            </a:r>
            <a:r>
              <a:rPr lang="ru-RU" sz="2000" dirty="0" err="1"/>
              <a:t>його</a:t>
            </a:r>
            <a:r>
              <a:rPr lang="ru-RU" sz="2000" dirty="0"/>
              <a:t> характеристики.</a:t>
            </a:r>
            <a:endParaRPr lang="uk-UA" sz="2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E6FFC8E-CFE1-1AF0-9D4A-3170B865BB5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94226776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75CDFA6-6FDD-7AFF-6FA3-539ED73B61C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1708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25844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6E375-2DAF-1ECD-8691-57C05392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2000" dirty="0"/>
              <a:t>Установіть відповідність між історико-географічними назвами (1–4) земель та їхньою державною належністю (А – Д) на кінець 1937 р.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FB5C959-174A-7F30-FA2F-4F1DF7A5EE8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70459986"/>
              </p:ext>
            </p:extLst>
          </p:nvPr>
        </p:nvGraphicFramePr>
        <p:xfrm>
          <a:off x="0" y="2632641"/>
          <a:ext cx="5853686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3320E55-D852-D650-E053-207D2F40562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88227839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43782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F0CDB-CD72-0875-0DEF-FAD38B7A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2000" dirty="0"/>
              <a:t>Установіть послідовність зміни керівників найвищих державних інституцій України, що існували в першій половині ХХ ст.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C6C83DA-32B4-4C5C-E446-3540457072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92612EF-19D7-9619-E33E-764E1B9CA7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7326198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300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4F8D0-BF66-4FDF-4B0A-1A82191E9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Назву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договору пропущено в </a:t>
            </a:r>
            <a:r>
              <a:rPr lang="ru-RU" dirty="0" err="1"/>
              <a:t>цитованому</a:t>
            </a:r>
            <a:r>
              <a:rPr lang="ru-RU" dirty="0"/>
              <a:t> </a:t>
            </a:r>
            <a:r>
              <a:rPr lang="ru-RU" dirty="0" err="1"/>
              <a:t>документі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7AF98EE-9FBA-A016-B451-51112C415E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«У 1923 р. Рада </a:t>
            </a:r>
            <a:r>
              <a:rPr lang="ru-RU" i="1" dirty="0" err="1"/>
              <a:t>послів</a:t>
            </a:r>
            <a:r>
              <a:rPr lang="ru-RU" i="1" dirty="0"/>
              <a:t> </a:t>
            </a:r>
            <a:r>
              <a:rPr lang="ru-RU" i="1" dirty="0" err="1"/>
              <a:t>Антанти</a:t>
            </a:r>
            <a:r>
              <a:rPr lang="ru-RU" i="1" dirty="0"/>
              <a:t> в </a:t>
            </a:r>
            <a:r>
              <a:rPr lang="ru-RU" i="1" dirty="0" err="1"/>
              <a:t>Парижі</a:t>
            </a:r>
            <a:r>
              <a:rPr lang="ru-RU" i="1" dirty="0"/>
              <a:t> </a:t>
            </a:r>
            <a:r>
              <a:rPr lang="ru-RU" i="1" dirty="0" err="1"/>
              <a:t>надала</a:t>
            </a:r>
            <a:r>
              <a:rPr lang="ru-RU" i="1" dirty="0"/>
              <a:t> </a:t>
            </a:r>
            <a:r>
              <a:rPr lang="ru-RU" i="1" dirty="0" err="1"/>
              <a:t>Польщі</a:t>
            </a:r>
            <a:r>
              <a:rPr lang="ru-RU" i="1" dirty="0"/>
              <a:t> </a:t>
            </a:r>
            <a:r>
              <a:rPr lang="ru-RU" i="1" dirty="0" err="1"/>
              <a:t>всі</a:t>
            </a:r>
            <a:r>
              <a:rPr lang="ru-RU" i="1" dirty="0"/>
              <a:t> </a:t>
            </a:r>
            <a:r>
              <a:rPr lang="ru-RU" i="1" dirty="0" err="1"/>
              <a:t>юридичні</a:t>
            </a:r>
            <a:r>
              <a:rPr lang="ru-RU" i="1" dirty="0"/>
              <a:t> права на </a:t>
            </a:r>
            <a:r>
              <a:rPr lang="ru-RU" i="1" dirty="0" err="1"/>
              <a:t>володіння</a:t>
            </a:r>
            <a:r>
              <a:rPr lang="ru-RU" i="1" dirty="0"/>
              <a:t> </a:t>
            </a:r>
            <a:r>
              <a:rPr lang="ru-RU" i="1" dirty="0" err="1"/>
              <a:t>Східною</a:t>
            </a:r>
            <a:r>
              <a:rPr lang="ru-RU" i="1" dirty="0"/>
              <a:t> Галичиною. Рада </a:t>
            </a:r>
            <a:r>
              <a:rPr lang="ru-RU" i="1" dirty="0" err="1"/>
              <a:t>визнала</a:t>
            </a:r>
            <a:r>
              <a:rPr lang="ru-RU" i="1" dirty="0"/>
              <a:t> </a:t>
            </a:r>
            <a:r>
              <a:rPr lang="ru-RU" i="1" dirty="0" err="1"/>
              <a:t>східні</a:t>
            </a:r>
            <a:r>
              <a:rPr lang="ru-RU" i="1" dirty="0"/>
              <a:t> </a:t>
            </a:r>
            <a:r>
              <a:rPr lang="ru-RU" i="1" dirty="0" err="1"/>
              <a:t>кордони</a:t>
            </a:r>
            <a:r>
              <a:rPr lang="ru-RU" i="1" dirty="0"/>
              <a:t> </a:t>
            </a:r>
            <a:r>
              <a:rPr lang="ru-RU" i="1" dirty="0" err="1"/>
              <a:t>Польської</a:t>
            </a:r>
            <a:r>
              <a:rPr lang="ru-RU" i="1" dirty="0"/>
              <a:t> </a:t>
            </a:r>
            <a:r>
              <a:rPr lang="ru-RU" i="1" dirty="0" err="1"/>
              <a:t>держави</a:t>
            </a:r>
            <a:r>
              <a:rPr lang="ru-RU" i="1" dirty="0"/>
              <a:t>, </a:t>
            </a:r>
            <a:r>
              <a:rPr lang="ru-RU" i="1" dirty="0" err="1"/>
              <a:t>встановлені</a:t>
            </a:r>
            <a:r>
              <a:rPr lang="ru-RU" i="1" dirty="0"/>
              <a:t> ___»?</a:t>
            </a:r>
            <a:endParaRPr lang="uk-UA" i="1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7A3F7A8-187D-1B30-99A4-A3B3E55C1C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04040562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340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B1841B-DE4A-BA5E-5F7C-43716775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варіант</a:t>
            </a:r>
            <a:r>
              <a:rPr lang="ru-RU" dirty="0"/>
              <a:t> </a:t>
            </a:r>
            <a:r>
              <a:rPr lang="ru-RU" dirty="0" err="1"/>
              <a:t>заповнення</a:t>
            </a:r>
            <a:r>
              <a:rPr lang="ru-RU" dirty="0"/>
              <a:t> </a:t>
            </a:r>
            <a:r>
              <a:rPr lang="ru-RU" dirty="0" err="1"/>
              <a:t>пропусків</a:t>
            </a:r>
            <a:r>
              <a:rPr lang="ru-RU" dirty="0"/>
              <a:t> у </a:t>
            </a:r>
            <a:r>
              <a:rPr lang="ru-RU" dirty="0" err="1"/>
              <a:t>поданому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твердженні</a:t>
            </a:r>
            <a:r>
              <a:rPr lang="ru-RU" dirty="0"/>
              <a:t> є </a:t>
            </a:r>
            <a:r>
              <a:rPr lang="ru-RU" dirty="0" err="1"/>
              <a:t>правильним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8CDA022-F69E-9247-3EEB-7ADA9861AE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«У ____________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__________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Парижі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надала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Польщі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юридичні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права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володіння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__________. Рада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офіційно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східні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кордони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Польської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встановлені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__________».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0C356DF-D8CD-B577-8747-DE886A15F3B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91258723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6249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326AC-0B29-7D32-7C37-0D9A8914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наслідком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описаної</a:t>
            </a:r>
            <a:r>
              <a:rPr lang="ru-RU" dirty="0"/>
              <a:t> в </a:t>
            </a:r>
            <a:r>
              <a:rPr lang="ru-RU" dirty="0" err="1"/>
              <a:t>спогадах</a:t>
            </a:r>
            <a:r>
              <a:rPr lang="ru-RU" dirty="0"/>
              <a:t> Є. Петрушевича: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290CC95-7085-693D-550D-87A6EC8856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Перебуваючи</a:t>
            </a:r>
            <a:r>
              <a:rPr lang="ru-RU" i="1" dirty="0"/>
              <a:t> в </a:t>
            </a:r>
            <a:r>
              <a:rPr lang="ru-RU" i="1" dirty="0" err="1"/>
              <a:t>Парижі</a:t>
            </a:r>
            <a:r>
              <a:rPr lang="ru-RU" i="1" dirty="0"/>
              <a:t> на </a:t>
            </a:r>
            <a:r>
              <a:rPr lang="ru-RU" i="1" dirty="0" err="1"/>
              <a:t>Раді</a:t>
            </a:r>
            <a:r>
              <a:rPr lang="ru-RU" i="1" dirty="0"/>
              <a:t> </a:t>
            </a:r>
            <a:r>
              <a:rPr lang="ru-RU" i="1" dirty="0" err="1"/>
              <a:t>послів</a:t>
            </a:r>
            <a:r>
              <a:rPr lang="ru-RU" i="1" dirty="0"/>
              <a:t> </a:t>
            </a:r>
            <a:r>
              <a:rPr lang="ru-RU" i="1" dirty="0" err="1"/>
              <a:t>Антанти</a:t>
            </a:r>
            <a:r>
              <a:rPr lang="ru-RU" i="1" dirty="0"/>
              <a:t>, я сказав: “</a:t>
            </a:r>
            <a:r>
              <a:rPr lang="ru-RU" i="1" dirty="0" err="1"/>
              <a:t>Іменем</a:t>
            </a:r>
            <a:r>
              <a:rPr lang="ru-RU" i="1" dirty="0"/>
              <a:t> </a:t>
            </a:r>
            <a:r>
              <a:rPr lang="ru-RU" i="1" dirty="0" err="1"/>
              <a:t>Національної</a:t>
            </a:r>
            <a:r>
              <a:rPr lang="ru-RU" i="1" dirty="0"/>
              <a:t> Ради </a:t>
            </a:r>
            <a:r>
              <a:rPr lang="ru-RU" i="1" dirty="0" err="1"/>
              <a:t>Східної</a:t>
            </a:r>
            <a:r>
              <a:rPr lang="ru-RU" i="1" dirty="0"/>
              <a:t> </a:t>
            </a:r>
            <a:r>
              <a:rPr lang="ru-RU" i="1" dirty="0" err="1"/>
              <a:t>Галичини</a:t>
            </a:r>
            <a:r>
              <a:rPr lang="ru-RU" i="1" dirty="0"/>
              <a:t> як легального </a:t>
            </a:r>
            <a:r>
              <a:rPr lang="ru-RU" i="1" dirty="0" err="1"/>
              <a:t>представництва</a:t>
            </a:r>
            <a:r>
              <a:rPr lang="ru-RU" i="1" dirty="0"/>
              <a:t> </a:t>
            </a:r>
            <a:r>
              <a:rPr lang="ru-RU" i="1" dirty="0" err="1"/>
              <a:t>українського</a:t>
            </a:r>
            <a:r>
              <a:rPr lang="ru-RU" i="1" dirty="0"/>
              <a:t> </a:t>
            </a:r>
            <a:r>
              <a:rPr lang="ru-RU" i="1" dirty="0" err="1"/>
              <a:t>населення</a:t>
            </a:r>
            <a:r>
              <a:rPr lang="ru-RU" i="1" dirty="0"/>
              <a:t> </a:t>
            </a:r>
            <a:r>
              <a:rPr lang="ru-RU" i="1" dirty="0" err="1"/>
              <a:t>Східної</a:t>
            </a:r>
            <a:r>
              <a:rPr lang="ru-RU" i="1" dirty="0"/>
              <a:t> </a:t>
            </a:r>
            <a:r>
              <a:rPr lang="ru-RU" i="1" dirty="0" err="1"/>
              <a:t>Галичини</a:t>
            </a:r>
            <a:r>
              <a:rPr lang="ru-RU" i="1" dirty="0"/>
              <a:t> </a:t>
            </a:r>
            <a:r>
              <a:rPr lang="ru-RU" i="1" dirty="0" err="1"/>
              <a:t>виступаю</a:t>
            </a:r>
            <a:r>
              <a:rPr lang="ru-RU" i="1" dirty="0"/>
              <a:t> </a:t>
            </a:r>
            <a:r>
              <a:rPr lang="ru-RU" i="1" dirty="0" err="1"/>
              <a:t>проти</a:t>
            </a:r>
            <a:r>
              <a:rPr lang="ru-RU" i="1" dirty="0"/>
              <a:t> такого </a:t>
            </a:r>
            <a:r>
              <a:rPr lang="ru-RU" i="1" dirty="0" err="1"/>
              <a:t>рішення</a:t>
            </a:r>
            <a:r>
              <a:rPr lang="ru-RU" i="1" dirty="0"/>
              <a:t> </a:t>
            </a:r>
            <a:r>
              <a:rPr lang="ru-RU" i="1" dirty="0" err="1"/>
              <a:t>Конференції</a:t>
            </a:r>
            <a:r>
              <a:rPr lang="ru-RU" i="1" dirty="0"/>
              <a:t> </a:t>
            </a:r>
            <a:r>
              <a:rPr lang="ru-RU" i="1" dirty="0" err="1"/>
              <a:t>Амбасадорів</a:t>
            </a:r>
            <a:r>
              <a:rPr lang="ru-RU" i="1" dirty="0"/>
              <a:t> </a:t>
            </a:r>
            <a:r>
              <a:rPr lang="ru-RU" i="1" dirty="0" err="1"/>
              <a:t>від</a:t>
            </a:r>
            <a:r>
              <a:rPr lang="ru-RU" i="1" dirty="0"/>
              <a:t> 14 березня 1923 року, та заявляю,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українське</a:t>
            </a:r>
            <a:r>
              <a:rPr lang="ru-RU" i="1" dirty="0"/>
              <a:t> </a:t>
            </a:r>
            <a:r>
              <a:rPr lang="ru-RU" i="1" dirty="0" err="1"/>
              <a:t>населення</a:t>
            </a:r>
            <a:r>
              <a:rPr lang="ru-RU" i="1" dirty="0"/>
              <a:t> </a:t>
            </a:r>
            <a:r>
              <a:rPr lang="ru-RU" i="1" dirty="0" err="1"/>
              <a:t>ніколи</a:t>
            </a:r>
            <a:r>
              <a:rPr lang="ru-RU" i="1" dirty="0"/>
              <a:t> не </a:t>
            </a:r>
            <a:r>
              <a:rPr lang="ru-RU" i="1" dirty="0" err="1"/>
              <a:t>погодиться</a:t>
            </a:r>
            <a:r>
              <a:rPr lang="ru-RU" i="1" dirty="0"/>
              <a:t> з </a:t>
            </a:r>
            <a:r>
              <a:rPr lang="ru-RU" i="1" dirty="0" err="1"/>
              <a:t>пануванням</a:t>
            </a:r>
            <a:r>
              <a:rPr lang="ru-RU" i="1" dirty="0"/>
              <a:t> </a:t>
            </a:r>
            <a:r>
              <a:rPr lang="ru-RU" i="1" dirty="0" err="1"/>
              <a:t>Польщі</a:t>
            </a:r>
            <a:r>
              <a:rPr lang="ru-RU" i="1" dirty="0"/>
              <a:t>”...»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B40F868-F1B4-62B7-8EE3-EB9F947A728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45000058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113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D4678-2C26-C11B-C2A5-B7282BFF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Протест висловлено представникам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904CF82-1E3A-F319-46B2-1C8BB4CB19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«Іменем Української Національної Ради Східної Галичини як легального представництва українського населення Східної Галичини висловлюю проти того рішення Конференції Амбасадорів з 14 березня рішучий протест та заявляю, що українське населення ніколи не погодиться з пануванням Польщі, домагається незалежної Галицької Держави вільних народів та боротиметься за неї далі».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F581683-5EA7-2A93-84D2-C503C5E1CB7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74689829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1943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0E151-54BE-30DE-FA69-A94112E7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A31C7-2FE5-780D-9E54-5F7DF7E9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цитованого</a:t>
            </a:r>
            <a:r>
              <a:rPr lang="ru-RU" dirty="0"/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CF5A414-DC3A-6CAD-A27A-4E89D303D7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«Іменем Української Національної Ради Східної Галичини як легального представництва українського населення Східної Галичини висловлюю проти того рішення Конференції Амбасадорів з 14 березня рішучий протест та заявляю, що українське населення ніколи не погодиться з пануванням Польщі, домагається незалежної Галицької Держави вільних народів та боротиметься за неї далі».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AA80304D-B69D-79B0-62DA-5888E87869E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99303756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4498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C6AD9-59FD-857E-F6C0-18DBBB956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Документ створено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1561D32-B3F1-BF6C-3039-ACAAD052B5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«Іменем Української Національної Ради Східної Галичини як легального представництва українського населення Східної Галичини висловлюю проти того рішення Конференції Амбасадорів з 14 березня рішучий протест та заявляю, що українське населення ніколи не погодиться з пануванням Польщі, домагається незалежної Галицької Держави вільних народів та боротиметься за неї далі».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1658C50-ECD9-96C4-3646-8690B650517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37499356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720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10A2F-0EDE-869B-E29E-9622D28F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Саморозпуск</a:t>
            </a:r>
            <a:r>
              <a:rPr lang="ru-RU" dirty="0"/>
              <a:t> уряду ЗУНР в 1923 р. став </a:t>
            </a:r>
            <a:r>
              <a:rPr lang="ru-RU" dirty="0" err="1"/>
              <a:t>наслідком</a:t>
            </a:r>
            <a:r>
              <a:rPr lang="ru-RU" dirty="0"/>
              <a:t> </a:t>
            </a:r>
            <a:r>
              <a:rPr lang="ru-RU" dirty="0" err="1"/>
              <a:t>визнання</a:t>
            </a:r>
            <a:r>
              <a:rPr lang="ru-RU" dirty="0"/>
              <a:t> </a:t>
            </a:r>
            <a:r>
              <a:rPr lang="ru-RU" dirty="0" err="1"/>
              <a:t>країнами</a:t>
            </a:r>
            <a:r>
              <a:rPr lang="ru-RU" dirty="0"/>
              <a:t> </a:t>
            </a:r>
            <a:r>
              <a:rPr lang="ru-RU" dirty="0" err="1"/>
              <a:t>Антанти</a:t>
            </a:r>
            <a:r>
              <a:rPr lang="ru-RU" dirty="0"/>
              <a:t> </a:t>
            </a:r>
            <a:r>
              <a:rPr lang="ru-RU" dirty="0" err="1"/>
              <a:t>входження</a:t>
            </a:r>
            <a:r>
              <a:rPr lang="ru-RU" dirty="0"/>
              <a:t> до складу </a:t>
            </a:r>
            <a:r>
              <a:rPr lang="ru-RU" dirty="0" err="1"/>
              <a:t>Польщі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97EAF3B-53FF-5377-B3D0-19E17E0FBE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D3DD2D-7AA6-0449-DE13-038B5FA66C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2786426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470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0A143-0691-7EDE-7276-2C7A077F7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Історик</a:t>
            </a:r>
            <a:r>
              <a:rPr lang="ru-RU" dirty="0"/>
              <a:t> Я. Грицак у </a:t>
            </a:r>
            <a:r>
              <a:rPr lang="ru-RU" dirty="0" err="1"/>
              <a:t>праці</a:t>
            </a:r>
            <a:r>
              <a:rPr lang="ru-RU" dirty="0"/>
              <a:t> «</a:t>
            </a:r>
            <a:r>
              <a:rPr lang="ru-RU" dirty="0" err="1"/>
              <a:t>Нариси</a:t>
            </a:r>
            <a:r>
              <a:rPr lang="ru-RU" dirty="0"/>
              <a:t>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» </a:t>
            </a:r>
            <a:r>
              <a:rPr lang="ru-RU" dirty="0" err="1"/>
              <a:t>зазначив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25CF5E3-CED8-4F6F-E3A7-DDE16E770F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«...Політика стосовно національних меншин стала пробним </a:t>
            </a:r>
            <a:r>
              <a:rPr lang="uk-UA" i="1" dirty="0" err="1"/>
              <a:t>каменем</a:t>
            </a:r>
            <a:r>
              <a:rPr lang="uk-UA" i="1" dirty="0"/>
              <a:t> для демократичного устрою тих держав, які виникли в Центральній та Східній Європі після Першої світової війни».</a:t>
            </a:r>
          </a:p>
          <a:p>
            <a:endParaRPr lang="uk-UA" i="1" dirty="0"/>
          </a:p>
          <a:p>
            <a:r>
              <a:rPr lang="uk-UA" i="1" dirty="0"/>
              <a:t>Яка країна, на думку автора та більшості істориків, у період 1920-х - 1930-х рр. стала «єдиною, яка більш-менш задовільно склала цей іспит на демократію...» стосовно українців?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E320BF3-BD7E-31FB-27BF-C81A86506FF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63224844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7282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63EA9-A59A-D6A2-9C93-AC8ECFC49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Територія</a:t>
            </a:r>
            <a:r>
              <a:rPr lang="ru-RU" dirty="0"/>
              <a:t> </a:t>
            </a:r>
            <a:r>
              <a:rPr lang="ru-RU" dirty="0" err="1"/>
              <a:t>Північної</a:t>
            </a:r>
            <a:r>
              <a:rPr lang="ru-RU" dirty="0"/>
              <a:t> </a:t>
            </a:r>
            <a:r>
              <a:rPr lang="ru-RU" dirty="0" err="1"/>
              <a:t>Буковини</a:t>
            </a:r>
            <a:r>
              <a:rPr lang="ru-RU" dirty="0"/>
              <a:t> в </a:t>
            </a:r>
            <a:r>
              <a:rPr lang="ru-RU" dirty="0" err="1"/>
              <a:t>листопаді</a:t>
            </a:r>
            <a:r>
              <a:rPr lang="ru-RU" dirty="0"/>
              <a:t> 1918 року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окупована</a:t>
            </a:r>
            <a:r>
              <a:rPr lang="ru-RU" dirty="0"/>
              <a:t> </a:t>
            </a:r>
            <a:r>
              <a:rPr lang="ru-RU" dirty="0" err="1"/>
              <a:t>військами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136EDDC-880A-50E4-1A61-5A9347B249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E1AF14B-A269-E796-6AC4-272146214A4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63286258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8512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DAF7AB-92BA-802F-183E-6428C20C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Якого</a:t>
            </a:r>
            <a:r>
              <a:rPr lang="ru-RU" sz="2000" dirty="0"/>
              <a:t> року </a:t>
            </a:r>
            <a:r>
              <a:rPr lang="ru-RU" sz="2000" dirty="0" err="1"/>
              <a:t>після</a:t>
            </a:r>
            <a:r>
              <a:rPr lang="ru-RU" sz="2000" dirty="0"/>
              <a:t> </a:t>
            </a:r>
            <a:r>
              <a:rPr lang="ru-RU" sz="2000" dirty="0" err="1"/>
              <a:t>Першої</a:t>
            </a:r>
            <a:r>
              <a:rPr lang="ru-RU" sz="2000" dirty="0"/>
              <a:t> </a:t>
            </a:r>
            <a:r>
              <a:rPr lang="ru-RU" sz="2000" dirty="0" err="1"/>
              <a:t>світової</a:t>
            </a:r>
            <a:r>
              <a:rPr lang="ru-RU" sz="2000" dirty="0"/>
              <a:t> </a:t>
            </a:r>
            <a:r>
              <a:rPr lang="ru-RU" sz="2000" dirty="0" err="1"/>
              <a:t>війни</a:t>
            </a:r>
            <a:r>
              <a:rPr lang="ru-RU" sz="2000" dirty="0"/>
              <a:t> </a:t>
            </a:r>
            <a:r>
              <a:rPr lang="ru-RU" sz="2000" dirty="0" err="1"/>
              <a:t>було</a:t>
            </a:r>
            <a:r>
              <a:rPr lang="ru-RU" sz="2000" dirty="0"/>
              <a:t> </a:t>
            </a:r>
            <a:r>
              <a:rPr lang="ru-RU" sz="2000" dirty="0" err="1"/>
              <a:t>визначено</a:t>
            </a:r>
            <a:r>
              <a:rPr lang="ru-RU" sz="2000" dirty="0"/>
              <a:t> статус </a:t>
            </a:r>
            <a:r>
              <a:rPr lang="ru-RU" sz="2000" dirty="0" err="1"/>
              <a:t>території</a:t>
            </a:r>
            <a:r>
              <a:rPr lang="ru-RU" sz="2000" dirty="0"/>
              <a:t>, </a:t>
            </a:r>
            <a:r>
              <a:rPr lang="ru-RU" sz="2000" dirty="0" err="1"/>
              <a:t>позначеної</a:t>
            </a:r>
            <a:r>
              <a:rPr lang="ru-RU" sz="2000" dirty="0"/>
              <a:t> на </a:t>
            </a:r>
            <a:r>
              <a:rPr lang="ru-RU" sz="2000" dirty="0" err="1"/>
              <a:t>картосхемі</a:t>
            </a:r>
            <a:r>
              <a:rPr lang="ru-RU" sz="2000" dirty="0"/>
              <a:t> </a:t>
            </a:r>
            <a:r>
              <a:rPr lang="ru-RU" sz="2000" dirty="0" err="1"/>
              <a:t>штрихуванням</a:t>
            </a:r>
            <a:r>
              <a:rPr lang="ru-RU" sz="2000" dirty="0"/>
              <a:t>?</a:t>
            </a:r>
            <a:endParaRPr lang="uk-UA" sz="2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769CD85-AC1E-9FC6-5939-0AF009B0B0A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023217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BF1C0A59-3FB8-3D82-8719-1A3BDCD72D8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608" y="2638425"/>
            <a:ext cx="3065047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233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2CAFA-D3B8-36E8-2522-ECD403F0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 err="1"/>
              <a:t>Установіть</a:t>
            </a:r>
            <a:r>
              <a:rPr lang="ru-RU" sz="2000" dirty="0"/>
              <a:t> </a:t>
            </a:r>
            <a:r>
              <a:rPr lang="ru-RU" sz="2000" dirty="0" err="1"/>
              <a:t>відповідність</a:t>
            </a:r>
            <a:r>
              <a:rPr lang="ru-RU" sz="2000" dirty="0"/>
              <a:t> </a:t>
            </a:r>
            <a:r>
              <a:rPr lang="ru-RU" sz="2000" dirty="0" err="1"/>
              <a:t>між</a:t>
            </a:r>
            <a:r>
              <a:rPr lang="ru-RU" sz="2000" dirty="0"/>
              <a:t> </a:t>
            </a:r>
            <a:r>
              <a:rPr lang="ru-RU" sz="2000" dirty="0" err="1"/>
              <a:t>країною</a:t>
            </a:r>
            <a:r>
              <a:rPr lang="ru-RU" sz="2000" dirty="0"/>
              <a:t> та </a:t>
            </a:r>
            <a:r>
              <a:rPr lang="ru-RU" sz="2000" dirty="0" err="1"/>
              <a:t>подією</a:t>
            </a:r>
            <a:r>
              <a:rPr lang="ru-RU" sz="2000" dirty="0"/>
              <a:t> </a:t>
            </a:r>
            <a:r>
              <a:rPr lang="ru-RU" sz="2000" dirty="0" err="1"/>
              <a:t>суспільно-політичного</a:t>
            </a:r>
            <a:r>
              <a:rPr lang="ru-RU" sz="2000" dirty="0"/>
              <a:t> </a:t>
            </a:r>
            <a:r>
              <a:rPr lang="ru-RU" sz="2000" dirty="0" err="1"/>
              <a:t>життя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відбулася</a:t>
            </a:r>
            <a:r>
              <a:rPr lang="ru-RU" sz="2000" dirty="0"/>
              <a:t> на </a:t>
            </a:r>
            <a:r>
              <a:rPr lang="ru-RU" sz="2000" dirty="0" err="1"/>
              <a:t>українських</a:t>
            </a:r>
            <a:r>
              <a:rPr lang="ru-RU" sz="2000" dirty="0"/>
              <a:t> землях, </a:t>
            </a:r>
            <a:r>
              <a:rPr lang="ru-RU" sz="2000" dirty="0" err="1"/>
              <a:t>які</a:t>
            </a:r>
            <a:r>
              <a:rPr lang="ru-RU" sz="2000" dirty="0"/>
              <a:t> входили до </a:t>
            </a:r>
            <a:r>
              <a:rPr lang="ru-RU" sz="2000" dirty="0" err="1"/>
              <a:t>її</a:t>
            </a:r>
            <a:r>
              <a:rPr lang="ru-RU" sz="2000" dirty="0"/>
              <a:t> складу в 1920-х - 1930-х </a:t>
            </a:r>
            <a:r>
              <a:rPr lang="ru-RU" sz="2000" dirty="0" err="1"/>
              <a:t>рр</a:t>
            </a:r>
            <a:r>
              <a:rPr lang="ru-RU" sz="2000" dirty="0"/>
              <a:t>.</a:t>
            </a:r>
            <a:endParaRPr lang="uk-UA" sz="2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053A02B-1185-1F0C-6BBB-83F6D2D73C4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47663839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6685DDC-C7C1-D6D3-9FBE-D23D4192142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84381353"/>
              </p:ext>
            </p:extLst>
          </p:nvPr>
        </p:nvGraphicFramePr>
        <p:xfrm>
          <a:off x="6339841" y="2244437"/>
          <a:ext cx="4270247" cy="4547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45212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EF1980E-5787-58D6-8A63-55FF3A33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Політичне життя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E783082-5DFE-64B7-8CDB-C593570EA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9427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E2D76-A149-0435-DF2F-0BBB26F3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err="1"/>
              <a:t>Увідповідніть</a:t>
            </a:r>
            <a:r>
              <a:rPr lang="uk-UA" dirty="0"/>
              <a:t> країну, до складу якої в 1920–1930-ті рр. входили українські землі, з подією / явищем.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69F004C-1F94-47E4-209C-3CB216F0B35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79690523"/>
              </p:ext>
            </p:extLst>
          </p:nvPr>
        </p:nvGraphicFramePr>
        <p:xfrm>
          <a:off x="1583438" y="2791326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7B24E683-BB9A-AA7F-91A3-B3DCDFFFC7A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5065742"/>
              </p:ext>
            </p:extLst>
          </p:nvPr>
        </p:nvGraphicFramePr>
        <p:xfrm>
          <a:off x="6338315" y="2427316"/>
          <a:ext cx="4270247" cy="4023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757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1F7C1-D58D-B8F0-A7A6-649D1555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«Осадництво» — це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CC8DA72F-8ED3-E744-9984-CFFBD9E1E3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842121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4160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2347B-6471-917A-D41F-FE1DA272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Здійснення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землях, </a:t>
            </a:r>
            <a:r>
              <a:rPr lang="ru-RU" dirty="0" err="1"/>
              <a:t>що</a:t>
            </a:r>
            <a:r>
              <a:rPr lang="ru-RU" dirty="0"/>
              <a:t> були в </a:t>
            </a:r>
            <a:r>
              <a:rPr lang="ru-RU" dirty="0" err="1"/>
              <a:t>складі</a:t>
            </a:r>
            <a:r>
              <a:rPr lang="ru-RU" dirty="0"/>
              <a:t> </a:t>
            </a:r>
            <a:r>
              <a:rPr lang="ru-RU" dirty="0" err="1"/>
              <a:t>Польщі</a:t>
            </a:r>
            <a:r>
              <a:rPr lang="ru-RU" dirty="0"/>
              <a:t>, </a:t>
            </a:r>
            <a:r>
              <a:rPr lang="ru-RU" dirty="0" err="1"/>
              <a:t>заходів</a:t>
            </a:r>
            <a:r>
              <a:rPr lang="ru-RU" dirty="0"/>
              <a:t> «</a:t>
            </a:r>
            <a:r>
              <a:rPr lang="ru-RU" dirty="0" err="1"/>
              <a:t>пацифікації</a:t>
            </a:r>
            <a:r>
              <a:rPr lang="ru-RU" dirty="0"/>
              <a:t>»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6EF673BE-BDFC-4160-7120-16C7ADA83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0727181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6645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D2CB9-E19A-7DAA-F7E2-0ED1C8FD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У </a:t>
            </a:r>
            <a:r>
              <a:rPr lang="ru-RU" sz="1800" dirty="0" err="1"/>
              <a:t>якому</a:t>
            </a:r>
            <a:r>
              <a:rPr lang="ru-RU" sz="1800" dirty="0"/>
              <a:t> </a:t>
            </a:r>
            <a:r>
              <a:rPr lang="ru-RU" sz="1800" dirty="0" err="1"/>
              <a:t>уривку</a:t>
            </a:r>
            <a:r>
              <a:rPr lang="ru-RU" sz="1800" dirty="0"/>
              <a:t> з </a:t>
            </a:r>
            <a:r>
              <a:rPr lang="ru-RU" sz="1800" dirty="0" err="1"/>
              <a:t>історичного</a:t>
            </a:r>
            <a:r>
              <a:rPr lang="ru-RU" sz="1800" dirty="0"/>
              <a:t> </a:t>
            </a:r>
            <a:r>
              <a:rPr lang="ru-RU" sz="1800" dirty="0" err="1"/>
              <a:t>джерела</a:t>
            </a:r>
            <a:r>
              <a:rPr lang="ru-RU" sz="1800" dirty="0"/>
              <a:t> </a:t>
            </a:r>
            <a:r>
              <a:rPr lang="ru-RU" sz="1800" dirty="0" err="1"/>
              <a:t>відображено</a:t>
            </a:r>
            <a:r>
              <a:rPr lang="ru-RU" sz="1800" dirty="0"/>
              <a:t> один </a:t>
            </a:r>
            <a:r>
              <a:rPr lang="ru-RU" sz="1800" dirty="0" err="1"/>
              <a:t>із</a:t>
            </a:r>
            <a:r>
              <a:rPr lang="ru-RU" sz="1800" dirty="0"/>
              <a:t> </a:t>
            </a:r>
            <a:r>
              <a:rPr lang="ru-RU" sz="1800" dirty="0" err="1"/>
              <a:t>заходів</a:t>
            </a:r>
            <a:r>
              <a:rPr lang="ru-RU" sz="1800" dirty="0"/>
              <a:t>, </a:t>
            </a:r>
            <a:r>
              <a:rPr lang="ru-RU" sz="1800" dirty="0" err="1"/>
              <a:t>спрямованих</a:t>
            </a:r>
            <a:r>
              <a:rPr lang="ru-RU" sz="1800" dirty="0"/>
              <a:t> на </a:t>
            </a:r>
            <a:r>
              <a:rPr lang="ru-RU" sz="1800" dirty="0" err="1"/>
              <a:t>асиміляцію</a:t>
            </a:r>
            <a:r>
              <a:rPr lang="ru-RU" sz="1800" dirty="0"/>
              <a:t> </a:t>
            </a:r>
            <a:r>
              <a:rPr lang="ru-RU" sz="1800" dirty="0" err="1"/>
              <a:t>українців</a:t>
            </a:r>
            <a:r>
              <a:rPr lang="ru-RU" sz="1800" dirty="0"/>
              <a:t> у 1920–1930-х роках?</a:t>
            </a:r>
            <a:endParaRPr lang="uk-UA" sz="18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41E1D4C-C41E-4FCD-12D5-FA1A7562A37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56869736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C16F925C-D30F-2302-3F54-739CE202DD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85733050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19851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509183-F594-0755-F640-55B28452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Визначте</a:t>
            </a:r>
            <a:r>
              <a:rPr lang="ru-RU" dirty="0"/>
              <a:t> заходи,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характеризують</a:t>
            </a:r>
            <a:r>
              <a:rPr lang="ru-RU" dirty="0"/>
              <a:t> </a:t>
            </a:r>
            <a:r>
              <a:rPr lang="ru-RU" dirty="0" err="1"/>
              <a:t>політику</a:t>
            </a:r>
            <a:r>
              <a:rPr lang="ru-RU" dirty="0"/>
              <a:t> </a:t>
            </a:r>
            <a:r>
              <a:rPr lang="ru-RU" dirty="0" err="1"/>
              <a:t>польського</a:t>
            </a:r>
            <a:r>
              <a:rPr lang="ru-RU" dirty="0"/>
              <a:t> уряду </a:t>
            </a:r>
            <a:r>
              <a:rPr lang="ru-RU" dirty="0" err="1"/>
              <a:t>щодо</a:t>
            </a:r>
            <a:r>
              <a:rPr lang="ru-RU" dirty="0"/>
              <a:t> </a:t>
            </a:r>
            <a:r>
              <a:rPr lang="ru-RU" dirty="0" err="1"/>
              <a:t>українських</a:t>
            </a:r>
            <a:r>
              <a:rPr lang="ru-RU" dirty="0"/>
              <a:t> земель у 1927–1937 </a:t>
            </a:r>
            <a:r>
              <a:rPr lang="ru-RU" dirty="0" err="1"/>
              <a:t>рр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29D8C9B-CF26-750C-AF51-C85792F2C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4524" y="2638044"/>
            <a:ext cx="5231475" cy="371288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dirty="0"/>
              <a:t>Конституційне закріплення прав українців на власну мову й отримання початкової освіти українською мовою, надання Східній Галичині автономних прав.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Пошук порозуміння з українством шляхом створення двомовних шкіл на Волині, призначення українців на високі державні посади.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Заборона використовувати терміни «Україна» й «українці», передання українських земель польським осадникам.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Запровадження політики «пацифікації», створення табору для політв’язнів у Березі-</a:t>
            </a:r>
            <a:r>
              <a:rPr lang="uk-UA" dirty="0" err="1"/>
              <a:t>Картузькій</a:t>
            </a:r>
            <a:r>
              <a:rPr lang="uk-UA" dirty="0"/>
              <a:t>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67C4987-75D5-C209-6438-2D0324DC284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4908121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1665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E2FEB-726F-96A2-764B-AA6D8130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складі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держави</a:t>
            </a:r>
            <a:r>
              <a:rPr lang="ru-RU" dirty="0"/>
              <a:t> </a:t>
            </a:r>
            <a:r>
              <a:rPr lang="ru-RU" dirty="0" err="1"/>
              <a:t>українські</a:t>
            </a:r>
            <a:r>
              <a:rPr lang="ru-RU" dirty="0"/>
              <a:t> </a:t>
            </a:r>
            <a:r>
              <a:rPr lang="ru-RU" dirty="0" err="1"/>
              <a:t>землі</a:t>
            </a:r>
            <a:r>
              <a:rPr lang="ru-RU" dirty="0"/>
              <a:t> </a:t>
            </a:r>
            <a:r>
              <a:rPr lang="ru-RU" dirty="0" err="1"/>
              <a:t>мали</a:t>
            </a:r>
            <a:r>
              <a:rPr lang="ru-RU" dirty="0"/>
              <a:t> </a:t>
            </a:r>
            <a:r>
              <a:rPr lang="ru-RU" dirty="0" err="1"/>
              <a:t>назву</a:t>
            </a:r>
            <a:r>
              <a:rPr lang="ru-RU" dirty="0"/>
              <a:t> «</a:t>
            </a:r>
            <a:r>
              <a:rPr lang="ru-RU" dirty="0" err="1"/>
              <a:t>східні</a:t>
            </a:r>
            <a:r>
              <a:rPr lang="ru-RU" dirty="0"/>
              <a:t> </a:t>
            </a:r>
            <a:r>
              <a:rPr lang="ru-RU" dirty="0" err="1"/>
              <a:t>креси</a:t>
            </a:r>
            <a:r>
              <a:rPr lang="ru-RU" dirty="0"/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C9B29ED-9024-0656-704D-C8D14237C36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04248345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C1C72CB-85D0-5019-7A50-76705188F7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3543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CB1A2-B374-91C4-28FB-A7B671873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початку 1920-х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польський</a:t>
            </a:r>
            <a:r>
              <a:rPr lang="ru-RU" dirty="0"/>
              <a:t> уряд </a:t>
            </a:r>
            <a:r>
              <a:rPr lang="ru-RU" dirty="0" err="1"/>
              <a:t>поділив</a:t>
            </a:r>
            <a:r>
              <a:rPr lang="ru-RU" dirty="0"/>
              <a:t> </a:t>
            </a:r>
            <a:r>
              <a:rPr lang="ru-RU" dirty="0" err="1"/>
              <a:t>територію</a:t>
            </a:r>
            <a:r>
              <a:rPr lang="ru-RU" dirty="0"/>
              <a:t> </a:t>
            </a:r>
            <a:r>
              <a:rPr lang="ru-RU" dirty="0" err="1"/>
              <a:t>країни</a:t>
            </a:r>
            <a:r>
              <a:rPr lang="ru-RU" dirty="0"/>
              <a:t> на </a:t>
            </a:r>
            <a:r>
              <a:rPr lang="ru-RU" dirty="0" err="1"/>
              <a:t>дві</a:t>
            </a:r>
            <a:r>
              <a:rPr lang="ru-RU" dirty="0"/>
              <a:t> </a:t>
            </a:r>
            <a:r>
              <a:rPr lang="ru-RU" dirty="0" err="1"/>
              <a:t>господарські</a:t>
            </a:r>
            <a:r>
              <a:rPr lang="ru-RU" dirty="0"/>
              <a:t> </a:t>
            </a:r>
            <a:r>
              <a:rPr lang="ru-RU" dirty="0" err="1"/>
              <a:t>зони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D287428-46D8-0171-C290-A1C9EECF5B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Польщу «А» та Польщу «Б».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одним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такого кроку для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соціально-економічного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розвитку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західноукраїнських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земель?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FB3C2B8-62BF-785E-7237-88DCBB3DEF3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14143967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1095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3250C-4685-6075-BC5D-2555F536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Яка </a:t>
            </a:r>
            <a:r>
              <a:rPr lang="ru-RU" sz="2000" dirty="0" err="1"/>
              <a:t>політична</a:t>
            </a:r>
            <a:r>
              <a:rPr lang="ru-RU" sz="2000" dirty="0"/>
              <a:t> </a:t>
            </a:r>
            <a:r>
              <a:rPr lang="ru-RU" sz="2000" dirty="0" err="1"/>
              <a:t>партія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діяла</a:t>
            </a:r>
            <a:r>
              <a:rPr lang="ru-RU" sz="2000" dirty="0"/>
              <a:t> на </a:t>
            </a:r>
            <a:r>
              <a:rPr lang="ru-RU" sz="2000" dirty="0" err="1"/>
              <a:t>Західніи</a:t>
            </a:r>
            <a:r>
              <a:rPr lang="ru-RU" sz="2000" dirty="0"/>
              <a:t>̆ </a:t>
            </a:r>
            <a:r>
              <a:rPr lang="ru-RU" sz="2000" dirty="0" err="1"/>
              <a:t>Україні</a:t>
            </a:r>
            <a:r>
              <a:rPr lang="ru-RU" sz="2000" dirty="0"/>
              <a:t> в 1930-х </a:t>
            </a:r>
            <a:r>
              <a:rPr lang="ru-RU" sz="2000" dirty="0" err="1"/>
              <a:t>рр</a:t>
            </a:r>
            <a:r>
              <a:rPr lang="ru-RU" sz="2000" dirty="0"/>
              <a:t>., </a:t>
            </a:r>
            <a:r>
              <a:rPr lang="ru-RU" sz="2000" dirty="0" err="1"/>
              <a:t>використовувала</a:t>
            </a:r>
            <a:r>
              <a:rPr lang="ru-RU" sz="2000" dirty="0"/>
              <a:t> </a:t>
            </a:r>
            <a:r>
              <a:rPr lang="ru-RU" sz="2000" dirty="0" err="1"/>
              <a:t>терористичні</a:t>
            </a:r>
            <a:r>
              <a:rPr lang="ru-RU" sz="2000" dirty="0"/>
              <a:t> </a:t>
            </a:r>
            <a:r>
              <a:rPr lang="ru-RU" sz="2000" dirty="0" err="1"/>
              <a:t>методи</a:t>
            </a:r>
            <a:r>
              <a:rPr lang="ru-RU" sz="2000" dirty="0"/>
              <a:t> </a:t>
            </a:r>
            <a:r>
              <a:rPr lang="ru-RU" sz="2000" dirty="0" err="1"/>
              <a:t>боротьби</a:t>
            </a:r>
            <a:r>
              <a:rPr lang="ru-RU" sz="2000" dirty="0"/>
              <a:t>?</a:t>
            </a:r>
            <a:endParaRPr lang="uk-UA" sz="2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B6FB51C-E8AA-6261-CD06-555D4D9E14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A21E591-950C-B29D-3627-32AA71919E3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79888360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3700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7EE51-CD99-3E94-EAFC-EFBC98E4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фактів</a:t>
            </a:r>
            <a:r>
              <a:rPr lang="ru-RU" dirty="0"/>
              <a:t> </a:t>
            </a:r>
            <a:r>
              <a:rPr lang="ru-RU" dirty="0" err="1"/>
              <a:t>біографії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, </a:t>
            </a:r>
            <a:r>
              <a:rPr lang="ru-RU" dirty="0" err="1"/>
              <a:t>зображеного</a:t>
            </a:r>
            <a:r>
              <a:rPr lang="ru-RU" dirty="0"/>
              <a:t> на фото.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024660A-CE09-D7F7-8DAF-DFA9953E7F6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82605659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5A08E3B8-CA2E-3060-339D-9FA030149F5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103" y="2774752"/>
            <a:ext cx="2010056" cy="282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85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98069-830A-C02E-8D71-69B16FA8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Ідеологічні</a:t>
            </a:r>
            <a:r>
              <a:rPr lang="ru-RU" dirty="0"/>
              <a:t> гасла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політичної</a:t>
            </a:r>
            <a:r>
              <a:rPr lang="ru-RU" dirty="0"/>
              <a:t> сили </a:t>
            </a:r>
            <a:r>
              <a:rPr lang="ru-RU" dirty="0" err="1"/>
              <a:t>відображено</a:t>
            </a:r>
            <a:r>
              <a:rPr lang="ru-RU" dirty="0"/>
              <a:t> на </a:t>
            </a:r>
            <a:r>
              <a:rPr lang="ru-RU" dirty="0" err="1"/>
              <a:t>плакаті</a:t>
            </a:r>
            <a:r>
              <a:rPr lang="ru-RU" dirty="0"/>
              <a:t> й </a:t>
            </a:r>
            <a:r>
              <a:rPr lang="ru-RU" dirty="0" err="1"/>
              <a:t>транспаранті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6E0F8C6-91D5-5D70-E201-FFC0F66F004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51442077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BE5237F1-DEDC-DBC1-949D-817093D0EE9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3166676"/>
            <a:ext cx="4271963" cy="20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65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31089B-639E-965E-BF73-7A6F7B56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українська</a:t>
            </a:r>
            <a:r>
              <a:rPr lang="ru-RU" dirty="0"/>
              <a:t> </a:t>
            </a:r>
            <a:r>
              <a:rPr lang="ru-RU" dirty="0" err="1"/>
              <a:t>партія</a:t>
            </a:r>
            <a:r>
              <a:rPr lang="ru-RU" dirty="0"/>
              <a:t> в 1920 – 1930-ті </a:t>
            </a:r>
            <a:r>
              <a:rPr lang="ru-RU" dirty="0" err="1"/>
              <a:t>рр</a:t>
            </a:r>
            <a:r>
              <a:rPr lang="ru-RU" dirty="0"/>
              <a:t>. мала </a:t>
            </a:r>
            <a:r>
              <a:rPr lang="ru-RU" dirty="0" err="1"/>
              <a:t>найбільше</a:t>
            </a:r>
            <a:r>
              <a:rPr lang="ru-RU" dirty="0"/>
              <a:t> </a:t>
            </a:r>
            <a:r>
              <a:rPr lang="ru-RU" dirty="0" err="1"/>
              <a:t>представництво</a:t>
            </a:r>
            <a:r>
              <a:rPr lang="ru-RU" dirty="0"/>
              <a:t> в </a:t>
            </a:r>
            <a:r>
              <a:rPr lang="ru-RU" dirty="0" err="1"/>
              <a:t>польському</a:t>
            </a:r>
            <a:r>
              <a:rPr lang="ru-RU" dirty="0"/>
              <a:t> </a:t>
            </a:r>
            <a:r>
              <a:rPr lang="ru-RU" dirty="0" err="1"/>
              <a:t>Сеймі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3ED3186-5F22-EFB1-8CA2-9E1F826348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8C1D7CF-F117-7BC4-E474-431CC90045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85434889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9257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33558-0E58-29CC-B61A-A5693AA78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Заклик </a:t>
            </a:r>
            <a:r>
              <a:rPr lang="ru-RU" dirty="0" err="1"/>
              <a:t>з'явився</a:t>
            </a:r>
            <a:r>
              <a:rPr lang="ru-RU" dirty="0"/>
              <a:t> на </a:t>
            </a:r>
            <a:r>
              <a:rPr lang="ru-RU" dirty="0" err="1"/>
              <a:t>перших</a:t>
            </a:r>
            <a:r>
              <a:rPr lang="ru-RU" dirty="0"/>
              <a:t> </a:t>
            </a:r>
            <a:r>
              <a:rPr lang="ru-RU" dirty="0" err="1"/>
              <a:t>шпальтах</a:t>
            </a:r>
            <a:r>
              <a:rPr lang="ru-RU" dirty="0"/>
              <a:t> </a:t>
            </a:r>
            <a:r>
              <a:rPr lang="ru-RU" dirty="0" err="1"/>
              <a:t>львівських</a:t>
            </a:r>
            <a:r>
              <a:rPr lang="ru-RU" dirty="0"/>
              <a:t> газет у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862DD16-325B-8EFA-3DAD-CAC1FEB0F0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Громадяни</a:t>
            </a:r>
            <a:r>
              <a:rPr lang="ru-RU" i="1" dirty="0"/>
              <a:t>, </a:t>
            </a:r>
            <a:r>
              <a:rPr lang="ru-RU" i="1" dirty="0" err="1"/>
              <a:t>пам'ятайте</a:t>
            </a:r>
            <a:r>
              <a:rPr lang="ru-RU" i="1" dirty="0"/>
              <a:t>! </a:t>
            </a:r>
            <a:r>
              <a:rPr lang="ru-RU" i="1" dirty="0" err="1"/>
              <a:t>Неділя</a:t>
            </a:r>
            <a:r>
              <a:rPr lang="ru-RU" i="1" dirty="0"/>
              <a:t>, 22 </a:t>
            </a:r>
            <a:r>
              <a:rPr lang="ru-RU" i="1" dirty="0" err="1"/>
              <a:t>жовтня</a:t>
            </a:r>
            <a:r>
              <a:rPr lang="ru-RU" i="1" dirty="0"/>
              <a:t>, - день </a:t>
            </a:r>
            <a:r>
              <a:rPr lang="ru-RU" i="1" dirty="0" err="1"/>
              <a:t>виборів</a:t>
            </a:r>
            <a:r>
              <a:rPr lang="ru-RU" i="1" dirty="0"/>
              <a:t> до </a:t>
            </a:r>
            <a:r>
              <a:rPr lang="ru-RU" i="1" dirty="0" err="1"/>
              <a:t>Українських</a:t>
            </a:r>
            <a:r>
              <a:rPr lang="ru-RU" i="1" dirty="0"/>
              <a:t> </a:t>
            </a:r>
            <a:r>
              <a:rPr lang="ru-RU" i="1" dirty="0" err="1"/>
              <a:t>Народних</a:t>
            </a:r>
            <a:r>
              <a:rPr lang="ru-RU" i="1" dirty="0"/>
              <a:t> </a:t>
            </a:r>
            <a:r>
              <a:rPr lang="ru-RU" i="1" dirty="0" err="1"/>
              <a:t>Зборів</a:t>
            </a:r>
            <a:r>
              <a:rPr lang="ru-RU" i="1" dirty="0"/>
              <a:t>! </a:t>
            </a:r>
            <a:r>
              <a:rPr lang="ru-RU" i="1" dirty="0" err="1"/>
              <a:t>Усі</a:t>
            </a:r>
            <a:r>
              <a:rPr lang="ru-RU" i="1" dirty="0"/>
              <a:t> як один </a:t>
            </a:r>
            <a:r>
              <a:rPr lang="ru-RU" i="1" dirty="0" err="1"/>
              <a:t>візьмемо</a:t>
            </a:r>
            <a:r>
              <a:rPr lang="ru-RU" i="1" dirty="0"/>
              <a:t> участь у </a:t>
            </a:r>
            <a:r>
              <a:rPr lang="ru-RU" i="1" dirty="0" err="1"/>
              <a:t>виборах</a:t>
            </a:r>
            <a:r>
              <a:rPr lang="ru-RU" i="1" dirty="0"/>
              <a:t> </a:t>
            </a:r>
            <a:r>
              <a:rPr lang="ru-RU" i="1" dirty="0" err="1"/>
              <a:t>депутатів</a:t>
            </a:r>
            <a:r>
              <a:rPr lang="ru-RU" i="1" dirty="0"/>
              <a:t> до </a:t>
            </a:r>
            <a:r>
              <a:rPr lang="ru-RU" i="1" dirty="0" err="1"/>
              <a:t>Українських</a:t>
            </a:r>
            <a:r>
              <a:rPr lang="ru-RU" i="1" dirty="0"/>
              <a:t> </a:t>
            </a:r>
            <a:r>
              <a:rPr lang="ru-RU" i="1" dirty="0" err="1"/>
              <a:t>Народних</a:t>
            </a:r>
            <a:r>
              <a:rPr lang="ru-RU" i="1" dirty="0"/>
              <a:t> </a:t>
            </a:r>
            <a:r>
              <a:rPr lang="ru-RU" i="1" dirty="0" err="1"/>
              <a:t>Зборів</a:t>
            </a:r>
            <a:r>
              <a:rPr lang="ru-RU" i="1" dirty="0"/>
              <a:t>!»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CFFE07-615E-0970-19DD-D4A695B0A2A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37080638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5236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649D6-2536-0344-F9DA-FD9E8D8CB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730444B-DD9D-0FFC-EAEA-38564462CA8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37099274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600BFE30-B7C0-AB38-D43F-A219FE9D76F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76" y="3290233"/>
            <a:ext cx="5295937" cy="222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831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02D4C-7336-3CC7-39FC-58D207DC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оприлюднено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документ?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159B812-9BC0-3BD1-D8FF-ED26C5386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638044"/>
            <a:ext cx="5853683" cy="4078640"/>
          </a:xfrm>
        </p:spPr>
        <p:txBody>
          <a:bodyPr>
            <a:normAutofit lnSpcReduction="10000"/>
          </a:bodyPr>
          <a:lstStyle/>
          <a:p>
            <a:r>
              <a:rPr lang="uk-UA" i="1" dirty="0"/>
              <a:t>«..Від нинішнього дня весь український національний табір виступає як одна цілісність, стає в одній оборонній і бойовій лаві, в одній суцільній фаланзі під назвою Українського Національно-Демократичного Об'єднання...</a:t>
            </a:r>
          </a:p>
          <a:p>
            <a:endParaRPr lang="uk-UA" i="1" dirty="0"/>
          </a:p>
          <a:p>
            <a:r>
              <a:rPr lang="uk-UA" i="1" dirty="0"/>
              <a:t>Для здійснення права нації [ права самовизначення українського народу] УНДО змагатиметься всіма доцільними засобами, визнаючи лише ті акти й рішення, які створюють представники українського народу легально, відкидаючи всі акти насильства... УНДО обстоюватиме й розбудовуватиме єдиний український національний фронт, </a:t>
            </a:r>
            <a:r>
              <a:rPr lang="uk-UA" i="1" dirty="0" err="1"/>
              <a:t>прагнучи</a:t>
            </a:r>
            <a:r>
              <a:rPr lang="uk-UA" i="1" dirty="0"/>
              <a:t> до культурної, економічної й політичної спільності української нації...»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6A87278-F5DF-AEDA-9EBB-168F26CF5F8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23117231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5274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768B0-9DEB-25D4-FD52-97A73049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A7CDA-14B9-2724-75C0-EFC7A1CE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Держава, у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постала</a:t>
            </a:r>
            <a:r>
              <a:rPr lang="ru-RU" dirty="0"/>
              <a:t> </a:t>
            </a:r>
            <a:r>
              <a:rPr lang="ru-RU" dirty="0" err="1"/>
              <a:t>згадана</a:t>
            </a:r>
            <a:r>
              <a:rPr lang="ru-RU" dirty="0"/>
              <a:t> в </a:t>
            </a:r>
            <a:r>
              <a:rPr lang="ru-RU" dirty="0" err="1"/>
              <a:t>документі</a:t>
            </a:r>
            <a:r>
              <a:rPr lang="ru-RU" dirty="0"/>
              <a:t> </a:t>
            </a:r>
            <a:r>
              <a:rPr lang="ru-RU" dirty="0" err="1"/>
              <a:t>організація</a:t>
            </a:r>
            <a:r>
              <a:rPr lang="ru-RU" dirty="0"/>
              <a:t>, - </a:t>
            </a:r>
            <a:r>
              <a:rPr lang="ru-RU" dirty="0" err="1"/>
              <a:t>це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BDB380B-B214-5AE2-7468-075B05F71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317" y="2355411"/>
            <a:ext cx="5853683" cy="4078640"/>
          </a:xfrm>
        </p:spPr>
        <p:txBody>
          <a:bodyPr>
            <a:normAutofit lnSpcReduction="10000"/>
          </a:bodyPr>
          <a:lstStyle/>
          <a:p>
            <a:r>
              <a:rPr lang="uk-UA" i="1" dirty="0"/>
              <a:t>«..Від нинішнього дня весь український національний табір виступає як одна цілісність, стає в одній оборонній і бойовій лаві, в одній суцільній фаланзі під назвою Українського Національно-Демократичного Об'єднання...</a:t>
            </a:r>
          </a:p>
          <a:p>
            <a:endParaRPr lang="uk-UA" i="1" dirty="0"/>
          </a:p>
          <a:p>
            <a:r>
              <a:rPr lang="uk-UA" i="1" dirty="0"/>
              <a:t>Для здійснення права нації [ права самовизначення українського народу] УНДО змагатиметься всіма доцільними засобами, визнаючи лише ті акти й рішення, які створюють представники українського народу легально, відкидаючи всі акти насильства... УНДО обстоюватиме й розбудовуватиме єдиний український національний фронт, </a:t>
            </a:r>
            <a:r>
              <a:rPr lang="uk-UA" i="1" dirty="0" err="1"/>
              <a:t>прагнучи</a:t>
            </a:r>
            <a:r>
              <a:rPr lang="uk-UA" i="1" dirty="0"/>
              <a:t> до культурної, економічної й політичної спільності української нації...»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56C469A8-E0A3-39C4-AC09-1454B2851E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57256012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0162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E62B-6933-6A6A-28CF-954B53F2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75379-C4BA-DDA5-7E1D-E220BAE6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Згідно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цитованим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документом 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«для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здійснення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права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УНДО...» 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12232CF-6368-F1B2-4BEF-587687D13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317" y="2355411"/>
            <a:ext cx="5853683" cy="4078640"/>
          </a:xfrm>
        </p:spPr>
        <p:txBody>
          <a:bodyPr>
            <a:normAutofit lnSpcReduction="10000"/>
          </a:bodyPr>
          <a:lstStyle/>
          <a:p>
            <a:r>
              <a:rPr lang="uk-UA" i="1" dirty="0"/>
              <a:t>«..Від нинішнього дня весь український національний табір виступає як одна цілісність, стає в одній оборонній і бойовій лаві, в одній суцільній фаланзі під назвою Українського Національно-Демократичного Об'єднання...</a:t>
            </a:r>
          </a:p>
          <a:p>
            <a:endParaRPr lang="uk-UA" i="1" dirty="0"/>
          </a:p>
          <a:p>
            <a:r>
              <a:rPr lang="uk-UA" i="1" dirty="0"/>
              <a:t>Для здійснення права нації [ права самовизначення українського народу] УНДО змагатиметься всіма доцільними засобами, визнаючи лише ті акти й рішення, які створюють представники українського народу легально, відкидаючи всі акти насильства... УНДО обстоюватиме й розбудовуватиме єдиний український національний фронт, </a:t>
            </a:r>
            <a:r>
              <a:rPr lang="uk-UA" i="1" dirty="0" err="1"/>
              <a:t>прагнучи</a:t>
            </a:r>
            <a:r>
              <a:rPr lang="uk-UA" i="1" dirty="0"/>
              <a:t> до культурної, економічної й політичної спільності української нації...»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0308DF4-905A-960D-8832-366AFA8371B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80948185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2499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F37B81-762F-0F55-8404-F8F2DB81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Коли </a:t>
            </a:r>
            <a:r>
              <a:rPr lang="ru-RU" dirty="0" err="1"/>
              <a:t>було</a:t>
            </a:r>
            <a:r>
              <a:rPr lang="ru-RU" dirty="0"/>
              <a:t> створено </a:t>
            </a:r>
            <a:r>
              <a:rPr lang="ru-RU" dirty="0" err="1"/>
              <a:t>українську</a:t>
            </a:r>
            <a:r>
              <a:rPr lang="ru-RU" dirty="0"/>
              <a:t> </a:t>
            </a:r>
            <a:r>
              <a:rPr lang="ru-RU" dirty="0" err="1"/>
              <a:t>партійно-політичну</a:t>
            </a:r>
            <a:r>
              <a:rPr lang="ru-RU" dirty="0"/>
              <a:t> </a:t>
            </a:r>
            <a:r>
              <a:rPr lang="ru-RU" dirty="0" err="1"/>
              <a:t>організацію</a:t>
            </a:r>
            <a:r>
              <a:rPr lang="ru-RU" dirty="0"/>
              <a:t>, </a:t>
            </a:r>
            <a:r>
              <a:rPr lang="ru-RU" dirty="0" err="1"/>
              <a:t>програмові</a:t>
            </a:r>
            <a:r>
              <a:rPr lang="ru-RU" dirty="0"/>
              <a:t> засади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процитовано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CBEC2C0-FAE1-3179-96F2-45FD0D810F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«У часи визвольної боротьби лише національна диктатура, витворена в ході національної революції, може забезпечити внутрішню силу Української Нації та найбільшу її </a:t>
            </a:r>
            <a:r>
              <a:rPr lang="uk-UA" i="1" dirty="0" err="1"/>
              <a:t>відпорність</a:t>
            </a:r>
            <a:r>
              <a:rPr lang="uk-UA" i="1" dirty="0"/>
              <a:t> назовні»?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2ABEB9F-9E00-9E07-4D43-AEBEE97127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9311074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4374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931D22C-EEE7-1C61-C4A7-81F16D6B0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Для </a:t>
            </a:r>
            <a:r>
              <a:rPr lang="ru-RU" dirty="0" err="1"/>
              <a:t>якого</a:t>
            </a:r>
            <a:r>
              <a:rPr lang="ru-RU" dirty="0"/>
              <a:t> року були </a:t>
            </a:r>
            <a:r>
              <a:rPr lang="ru-RU" dirty="0" err="1"/>
              <a:t>характерними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описані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C2D23381-5999-42F1-3407-431CB30FC8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«У селі Копилів Сокальського повіту Львівського воєводства знищене приміщення читальні, подерто бібліотечні книжки і портрети Шевченка і Франка. Після знищення читальні установлено людей перед читальнею і змушено їх кричати: "Хай живе </a:t>
            </a:r>
            <a:r>
              <a:rPr lang="uk-UA" i="1" dirty="0" err="1"/>
              <a:t>Пілсудський</a:t>
            </a:r>
            <a:r>
              <a:rPr lang="uk-UA" i="1" dirty="0"/>
              <a:t>!"...»?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0ECCF0AA-E6FB-A298-0DDB-19B0AA28F19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80084747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381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FF951E-3487-263F-2E2D-5E57D7229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подію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викликала</a:t>
            </a:r>
            <a:r>
              <a:rPr lang="ru-RU" dirty="0"/>
              <a:t>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коментар</a:t>
            </a:r>
            <a:r>
              <a:rPr lang="ru-RU" dirty="0"/>
              <a:t> </a:t>
            </a:r>
            <a:r>
              <a:rPr lang="ru-RU" dirty="0" err="1"/>
              <a:t>сучасника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CE36679-05E0-F8F8-5702-921B2C89C5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«Відділи озброєної жандармерії та кавалерійські полки з артилерією за наказом польської влади пішли хрестовим походом проти беззбройного українського населення Східної Галичини. Шляхи цих каральних експедицій позначені ганебним насильством над українським населенням, руйнуванням і нищенням бібліотек, будинків просвітніх і економічних організацій та різного приватного майна...»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0376CC-F723-A0AD-91A2-1E4C966DF2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94651051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19346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E59C7-CFCB-0F96-1211-13EB78FA9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Освітня</a:t>
            </a:r>
            <a:r>
              <a:rPr lang="ru-RU" sz="2000" dirty="0"/>
              <a:t> </a:t>
            </a:r>
            <a:r>
              <a:rPr lang="ru-RU" sz="2000" dirty="0" err="1"/>
              <a:t>політика</a:t>
            </a:r>
            <a:r>
              <a:rPr lang="ru-RU" sz="2000" dirty="0"/>
              <a:t> </a:t>
            </a:r>
            <a:r>
              <a:rPr lang="ru-RU" sz="2000" dirty="0" err="1"/>
              <a:t>якої</a:t>
            </a:r>
            <a:r>
              <a:rPr lang="ru-RU" sz="2000" dirty="0"/>
              <a:t> </a:t>
            </a:r>
            <a:r>
              <a:rPr lang="ru-RU" sz="2000" dirty="0" err="1"/>
              <a:t>держави</a:t>
            </a:r>
            <a:r>
              <a:rPr lang="ru-RU" sz="2000" dirty="0"/>
              <a:t> в 1920-ті </a:t>
            </a:r>
            <a:r>
              <a:rPr lang="ru-RU" sz="2000" dirty="0" err="1"/>
              <a:t>рр</a:t>
            </a:r>
            <a:r>
              <a:rPr lang="ru-RU" sz="2000" dirty="0"/>
              <a:t>. </a:t>
            </a:r>
            <a:r>
              <a:rPr lang="ru-RU" sz="2000" dirty="0" err="1"/>
              <a:t>призвела</a:t>
            </a:r>
            <a:r>
              <a:rPr lang="ru-RU" sz="2000" dirty="0"/>
              <a:t> до </a:t>
            </a:r>
            <a:r>
              <a:rPr lang="ru-RU" sz="2000" dirty="0" err="1"/>
              <a:t>ліквідації</a:t>
            </a:r>
            <a:r>
              <a:rPr lang="ru-RU" sz="2000" dirty="0"/>
              <a:t> на </a:t>
            </a:r>
            <a:r>
              <a:rPr lang="ru-RU" sz="2000" dirty="0" err="1"/>
              <a:t>українських</a:t>
            </a:r>
            <a:r>
              <a:rPr lang="ru-RU" sz="2000" dirty="0"/>
              <a:t> землях </a:t>
            </a:r>
            <a:r>
              <a:rPr lang="ru-RU" sz="2000" dirty="0" err="1"/>
              <a:t>українськомовних</a:t>
            </a:r>
            <a:r>
              <a:rPr lang="ru-RU" sz="2000" dirty="0"/>
              <a:t> </a:t>
            </a:r>
            <a:r>
              <a:rPr lang="ru-RU" sz="2000" dirty="0" err="1"/>
              <a:t>шкіл</a:t>
            </a:r>
            <a:r>
              <a:rPr lang="ru-RU" sz="2000" dirty="0"/>
              <a:t>?</a:t>
            </a:r>
            <a:endParaRPr lang="uk-UA" sz="2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5C1380F-B839-1330-5D7F-AAAA0C6874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83BEF82-2924-4410-3F59-D5D86447C6E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32922783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3382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CA2CB-5B0C-0A32-6619-7C5A3AB7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 err="1"/>
              <a:t>Установіть</a:t>
            </a:r>
            <a:r>
              <a:rPr lang="ru-RU" sz="2000" dirty="0"/>
              <a:t> </a:t>
            </a:r>
            <a:r>
              <a:rPr lang="ru-RU" sz="2000" dirty="0" err="1"/>
              <a:t>послідовність</a:t>
            </a:r>
            <a:r>
              <a:rPr lang="ru-RU" sz="2000" dirty="0"/>
              <a:t> </a:t>
            </a:r>
            <a:r>
              <a:rPr lang="ru-RU" sz="2000" dirty="0" err="1"/>
              <a:t>відображених</a:t>
            </a:r>
            <a:r>
              <a:rPr lang="ru-RU" sz="2000" dirty="0"/>
              <a:t> в </a:t>
            </a:r>
            <a:r>
              <a:rPr lang="ru-RU" sz="2000" dirty="0" err="1"/>
              <a:t>уривках</a:t>
            </a:r>
            <a:r>
              <a:rPr lang="ru-RU" sz="2000" dirty="0"/>
              <a:t> </a:t>
            </a:r>
            <a:r>
              <a:rPr lang="ru-RU" sz="2000" dirty="0" err="1"/>
              <a:t>документів</a:t>
            </a:r>
            <a:r>
              <a:rPr lang="ru-RU" sz="2000" dirty="0"/>
              <a:t> </a:t>
            </a:r>
            <a:r>
              <a:rPr lang="ru-RU" sz="2000" dirty="0" err="1"/>
              <a:t>подій</a:t>
            </a:r>
            <a:r>
              <a:rPr lang="ru-RU" sz="2000" dirty="0"/>
              <a:t> на </a:t>
            </a:r>
            <a:r>
              <a:rPr lang="ru-RU" sz="2000" dirty="0" err="1"/>
              <a:t>західноукраїнських</a:t>
            </a:r>
            <a:r>
              <a:rPr lang="ru-RU" sz="2000" dirty="0"/>
              <a:t> землях у </a:t>
            </a:r>
            <a:r>
              <a:rPr lang="ru-RU" sz="2000" dirty="0" err="1"/>
              <a:t>міжвоєнний</a:t>
            </a:r>
            <a:r>
              <a:rPr lang="ru-RU" sz="2000" dirty="0"/>
              <a:t> </a:t>
            </a:r>
            <a:r>
              <a:rPr lang="ru-RU" sz="2000" dirty="0" err="1"/>
              <a:t>період</a:t>
            </a:r>
            <a:r>
              <a:rPr lang="ru-RU" sz="2000" dirty="0"/>
              <a:t>.</a:t>
            </a:r>
            <a:endParaRPr lang="uk-UA" sz="2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D15503A-803B-E4B4-BB2A-0D8269C3253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89148647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A5BA243-7616-7AB1-3093-83D194A0B0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11132656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49908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26F37A2-5932-4B8D-02C0-43737C0F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Карпатська Україна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97D05EF-BD5C-7D82-E596-9852B5042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578127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BA1F9-9406-37FA-102E-218A06EC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«</a:t>
            </a:r>
            <a:r>
              <a:rPr lang="ru-RU" dirty="0" err="1"/>
              <a:t>Підкарпатська</a:t>
            </a:r>
            <a:r>
              <a:rPr lang="ru-RU" dirty="0"/>
              <a:t> Русь» – </a:t>
            </a:r>
            <a:r>
              <a:rPr lang="ru-RU" dirty="0" err="1"/>
              <a:t>офіційна</a:t>
            </a:r>
            <a:r>
              <a:rPr lang="ru-RU" dirty="0"/>
              <a:t> </a:t>
            </a:r>
            <a:r>
              <a:rPr lang="ru-RU" dirty="0" err="1"/>
              <a:t>назва</a:t>
            </a:r>
            <a:r>
              <a:rPr lang="ru-RU" dirty="0"/>
              <a:t> в 1920-х – 1930-х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українських</a:t>
            </a:r>
            <a:r>
              <a:rPr lang="ru-RU" dirty="0"/>
              <a:t> земель у </a:t>
            </a:r>
            <a:r>
              <a:rPr lang="ru-RU" dirty="0" err="1"/>
              <a:t>складі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D99BEF1E-4134-B838-2745-6D800563A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903387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07954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F2D2B-C580-D1CF-9FDA-5822192C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фото президента </a:t>
            </a:r>
            <a:r>
              <a:rPr lang="ru-RU" dirty="0" err="1"/>
              <a:t>Карпатської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024B45-29A4-3A74-058F-056AF6353D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49" y="2462786"/>
            <a:ext cx="2990874" cy="388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0250152-D14D-EEA3-2F29-3617C7E35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660" y="2462785"/>
            <a:ext cx="2692286" cy="387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F8199A3-F652-0D2D-D3BA-0EE2B25B3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385" y="2462785"/>
            <a:ext cx="2618187" cy="3877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5E06237-8429-77B4-D7C7-505B96698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502" y="2496929"/>
            <a:ext cx="2692286" cy="387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570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6E297-90CD-D0DE-3A9B-03A6C0E6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Президентом </a:t>
            </a:r>
            <a:r>
              <a:rPr lang="ru-RU" dirty="0" err="1"/>
              <a:t>Карпатської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обрано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0DD9D24F-C4FE-9411-149F-8E1ACA6A6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5140179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3779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35675-1CE2-157E-2DB6-79956C2AE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Незалежність Карпатської України проголошено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18A21D4-6350-171C-544A-DCD23861971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01861534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E514A38-C2AE-B7B6-A1A0-E1D9C60FD2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55199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5BEC39-3D8B-84C3-5338-9297F1B02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Листівку</a:t>
            </a:r>
            <a:r>
              <a:rPr lang="ru-RU" dirty="0"/>
              <a:t> </a:t>
            </a:r>
            <a:r>
              <a:rPr lang="ru-RU" dirty="0" err="1"/>
              <a:t>присвячено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передумовою</a:t>
            </a:r>
            <a:r>
              <a:rPr lang="ru-RU" dirty="0"/>
              <a:t> для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E59A023-1008-5204-6F28-CC607F931A1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12598162"/>
              </p:ext>
            </p:extLst>
          </p:nvPr>
        </p:nvGraphicFramePr>
        <p:xfrm>
          <a:off x="6354941" y="2984658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BAE9A9A5-3C71-6D0A-3090-F42819343B5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81" y="2272665"/>
            <a:ext cx="4007141" cy="422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2436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7B3EC-CDEF-46C3-44F7-E416D087A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спонукала</a:t>
            </a:r>
            <a:r>
              <a:rPr lang="ru-RU" dirty="0"/>
              <a:t> до </a:t>
            </a:r>
            <a:r>
              <a:rPr lang="ru-RU" dirty="0" err="1"/>
              <a:t>ухвалення</a:t>
            </a:r>
            <a:r>
              <a:rPr lang="ru-RU" dirty="0"/>
              <a:t> </a:t>
            </a:r>
            <a:r>
              <a:rPr lang="ru-RU" dirty="0" err="1"/>
              <a:t>цитованого</a:t>
            </a:r>
            <a:r>
              <a:rPr lang="ru-RU" dirty="0"/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FEF4C7F-C425-8667-3BCB-9A3571682E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i="1" dirty="0"/>
              <a:t>«1. Карпатська Україна є незалежна Держава. </a:t>
            </a:r>
          </a:p>
          <a:p>
            <a:r>
              <a:rPr lang="uk-UA" i="1" dirty="0"/>
              <a:t>2. Назва Держави є Карпатська Україна.</a:t>
            </a:r>
          </a:p>
          <a:p>
            <a:r>
              <a:rPr lang="uk-UA" i="1" dirty="0"/>
              <a:t> 3. Карпатська Україна є республіка на чолі з президентом, вибраним Сеймом Карпатської України.</a:t>
            </a:r>
          </a:p>
          <a:p>
            <a:r>
              <a:rPr lang="uk-UA" i="1" dirty="0"/>
              <a:t>4. Державною мовою Карпатської України є українська мова. </a:t>
            </a:r>
          </a:p>
          <a:p>
            <a:r>
              <a:rPr lang="uk-UA" i="1" dirty="0"/>
              <a:t>5. Барвами державного прапора Карпатської України є синя і жовта...»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49FA4D9-89F1-02D5-0ABE-C436F3410E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76802262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70834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076A4-1BA4-04B4-D986-98162C08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Ухвалення</a:t>
            </a:r>
            <a:r>
              <a:rPr lang="ru-RU" dirty="0"/>
              <a:t> закону стало 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наслідків</a:t>
            </a:r>
            <a:r>
              <a:rPr lang="ru-RU" dirty="0"/>
              <a:t> </a:t>
            </a:r>
            <a:r>
              <a:rPr lang="ru-RU" dirty="0" err="1"/>
              <a:t>підписання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39B3CA1-4B6E-18AC-70EF-8D08B36493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i="1" dirty="0"/>
              <a:t>«Сейм Карпатської України ухвалив цей закон:</a:t>
            </a:r>
          </a:p>
          <a:p>
            <a:endParaRPr lang="uk-UA" i="1" dirty="0"/>
          </a:p>
          <a:p>
            <a:r>
              <a:rPr lang="uk-UA" i="1" dirty="0"/>
              <a:t>1. Карпатська Україна є незалежна Держава…</a:t>
            </a:r>
          </a:p>
          <a:p>
            <a:endParaRPr lang="uk-UA" i="1" dirty="0"/>
          </a:p>
          <a:p>
            <a:r>
              <a:rPr lang="uk-UA" i="1" dirty="0"/>
              <a:t>3. Карпатська Україна є республіка з президентом, вибраним Сеймом Карпатської України…»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D82FDA0-0894-BCD3-78FF-31807656BC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55964271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74043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FCE0D-3C28-C3F0-72EA-91703314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Газетна</a:t>
            </a:r>
            <a:r>
              <a:rPr lang="ru-RU" dirty="0"/>
              <a:t> </a:t>
            </a:r>
            <a:r>
              <a:rPr lang="ru-RU" dirty="0" err="1"/>
              <a:t>публікація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</a:t>
            </a:r>
            <a:r>
              <a:rPr lang="ru-RU" dirty="0" err="1"/>
              <a:t>інформує</a:t>
            </a:r>
            <a:r>
              <a:rPr lang="ru-RU" dirty="0"/>
              <a:t> </a:t>
            </a:r>
            <a:r>
              <a:rPr lang="ru-RU" dirty="0" err="1"/>
              <a:t>читачів</a:t>
            </a:r>
            <a:r>
              <a:rPr lang="ru-RU" dirty="0"/>
              <a:t> про </a:t>
            </a:r>
            <a:r>
              <a:rPr lang="ru-RU" dirty="0" err="1"/>
              <a:t>події</a:t>
            </a:r>
            <a:r>
              <a:rPr lang="ru-RU" dirty="0"/>
              <a:t>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8D69953-5768-861B-8ED9-F3B6F9537B5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15237457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D32B4C66-36EA-FEF5-3710-041FF2945B3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424" y="2638425"/>
            <a:ext cx="3125415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991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B52A17-E2AA-CD0C-3E5D-76211221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фактів</a:t>
            </a:r>
            <a:r>
              <a:rPr lang="ru-RU" dirty="0"/>
              <a:t> </a:t>
            </a:r>
            <a:r>
              <a:rPr lang="ru-RU" dirty="0" err="1"/>
              <a:t>біографії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, </a:t>
            </a:r>
            <a:r>
              <a:rPr lang="ru-RU" dirty="0" err="1"/>
              <a:t>зображеного</a:t>
            </a:r>
            <a:r>
              <a:rPr lang="ru-RU" dirty="0"/>
              <a:t> на фото.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7CC6074-6AA7-7343-5F7D-EB2064F5580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08844841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747D5457-F514-D6A9-8A86-50386471A1B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93" y="2865252"/>
            <a:ext cx="1800476" cy="264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6376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283B3B-FA3A-9BBF-0AD8-D9AB8D5E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Цитований лист написано 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53E5F9A-628E-5737-D290-DE821F96CE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«Ще не минуло місяця, як ми вдало перейшли кордон і вступили до лав Січі й уже вчора зіткнулися з наступом ворожого війська та прийняли нерівний бій. Сьогодні </a:t>
            </a:r>
            <a:r>
              <a:rPr lang="uk-UA" i="1" dirty="0" err="1"/>
              <a:t>Сойм</a:t>
            </a:r>
            <a:r>
              <a:rPr lang="uk-UA" i="1" dirty="0"/>
              <a:t> проголосив незалежність Карпатської України. Новообраний Президент відразу звернувся до Німеччини з проханням про взяття країни під охорону Рейху та недопущення захоплення її. Відповіді ще немає…»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012571D-25DE-832E-9724-A03A23BBA25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92802883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50889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97A5B-323A-5743-A407-96E662F5C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«</a:t>
            </a:r>
            <a:r>
              <a:rPr lang="ru-RU" dirty="0" err="1"/>
              <a:t>наступ</a:t>
            </a:r>
            <a:r>
              <a:rPr lang="ru-RU" dirty="0"/>
              <a:t> </a:t>
            </a:r>
            <a:r>
              <a:rPr lang="ru-RU" dirty="0" err="1"/>
              <a:t>ворожого</a:t>
            </a:r>
            <a:r>
              <a:rPr lang="ru-RU" dirty="0"/>
              <a:t> </a:t>
            </a:r>
            <a:r>
              <a:rPr lang="ru-RU" dirty="0" err="1"/>
              <a:t>війська</a:t>
            </a:r>
            <a:r>
              <a:rPr lang="ru-RU" dirty="0"/>
              <a:t>»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держави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листі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2F353F7-6E0D-9397-7700-70745751E4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«Ще не минуло місяця, як ми вдало перейшли кордон і вступили до лав Січі й уже вчора зіткнулися з наступом ворожого війська та прийняли нерівний бій. Сьогодні </a:t>
            </a:r>
            <a:r>
              <a:rPr lang="uk-UA" i="1" dirty="0" err="1"/>
              <a:t>Сойм</a:t>
            </a:r>
            <a:r>
              <a:rPr lang="uk-UA" i="1" dirty="0"/>
              <a:t> проголосив незалежність Карпатської України. Новообраний Президент відразу звернувся до Німеччини з проханням про взяття країни під охорону Рейху та недопущення захоплення її. Відповіді ще немає…»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B18F075-1B90-E54C-B812-77CEAB77D31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30299043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63913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254FC-D453-8D78-89DD-221F4CB28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фото </a:t>
            </a:r>
            <a:r>
              <a:rPr lang="ru-RU" dirty="0" err="1"/>
              <a:t>згаданого</a:t>
            </a:r>
            <a:r>
              <a:rPr lang="ru-RU" dirty="0"/>
              <a:t> в </a:t>
            </a:r>
            <a:r>
              <a:rPr lang="ru-RU" dirty="0" err="1"/>
              <a:t>листі</a:t>
            </a:r>
            <a:r>
              <a:rPr lang="ru-RU" dirty="0"/>
              <a:t> </a:t>
            </a:r>
            <a:r>
              <a:rPr lang="ru-RU" i="1" dirty="0"/>
              <a:t>«</a:t>
            </a:r>
            <a:r>
              <a:rPr lang="ru-RU" i="1" dirty="0" err="1"/>
              <a:t>новообраного</a:t>
            </a:r>
            <a:r>
              <a:rPr lang="ru-RU" i="1" dirty="0"/>
              <a:t> Президента».</a:t>
            </a:r>
            <a:endParaRPr lang="uk-UA" i="1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1EC912B-8419-F9DB-E005-DB563E5581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«Ще не минуло місяця, як ми вдало перейшли кордон і вступили до лав Січі й уже вчора зіткнулися з наступом ворожого війська та прийняли нерівний бій. Сьогодні </a:t>
            </a:r>
            <a:r>
              <a:rPr lang="uk-UA" i="1" dirty="0" err="1"/>
              <a:t>Сойм</a:t>
            </a:r>
            <a:r>
              <a:rPr lang="uk-UA" i="1" dirty="0"/>
              <a:t> проголосив незалежність Карпатської України. Новообраний Президент відразу звернувся до Німеччини з проханням про взяття країни під охорону Рейху та недопущення захоплення її. Відповіді ще немає…»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2E324-0733-031A-C934-51641864E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936" y="3501818"/>
            <a:ext cx="1577820" cy="2141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D011CAC-5659-A8E9-49DE-61C1F5AA6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045" y="2302142"/>
            <a:ext cx="1577601" cy="225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6119A77B-5C77-C0E1-96EB-9D1BADBE6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045" y="4675285"/>
            <a:ext cx="1577600" cy="214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A0B09D45-C84B-BE55-D481-B187AC245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848" y="3502116"/>
            <a:ext cx="1577600" cy="214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2998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172F86-A0E9-73F0-3BFD-B06FABF6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Зображене</a:t>
            </a:r>
            <a:r>
              <a:rPr lang="ru-RU" dirty="0"/>
              <a:t> фото </a:t>
            </a:r>
            <a:r>
              <a:rPr lang="ru-RU" dirty="0" err="1"/>
              <a:t>доречно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, </a:t>
            </a:r>
            <a:r>
              <a:rPr lang="ru-RU" dirty="0" err="1"/>
              <a:t>характеризуючи</a:t>
            </a:r>
            <a:r>
              <a:rPr lang="ru-RU" dirty="0"/>
              <a:t> </a:t>
            </a:r>
            <a:r>
              <a:rPr lang="ru-RU" dirty="0" err="1"/>
              <a:t>перебіг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існування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BC63FE8-832B-8DAB-D737-2D15BCEB63A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86364154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CEA6B531-E67B-869F-5F65-2B00B2B8043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339" y="2641384"/>
            <a:ext cx="3829584" cy="309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2608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CA745-C6BC-9E8B-187C-C33EA8CC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000" dirty="0"/>
              <a:t>Громадська та суспільно-політична діяльність Августина Волошина тісно пов’язана з долею західноукраїнських земель у складі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09F38C2-0EE9-CF45-1C9F-3297B29385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85B12B5-E140-75A3-0AD3-3E44DB21730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08013543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01680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037AE0-B0CF-00C0-48B9-C72EEB7A8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країну</a:t>
            </a:r>
            <a:r>
              <a:rPr lang="ru-RU" dirty="0"/>
              <a:t>, яка в </a:t>
            </a:r>
            <a:r>
              <a:rPr lang="ru-RU" dirty="0" err="1"/>
              <a:t>березні</a:t>
            </a:r>
            <a:r>
              <a:rPr lang="ru-RU" dirty="0"/>
              <a:t> 1939 р. </a:t>
            </a:r>
            <a:r>
              <a:rPr lang="ru-RU" dirty="0" err="1"/>
              <a:t>окупувала</a:t>
            </a:r>
            <a:r>
              <a:rPr lang="ru-RU" dirty="0"/>
              <a:t> </a:t>
            </a:r>
            <a:r>
              <a:rPr lang="ru-RU" dirty="0" err="1"/>
              <a:t>Карпатську</a:t>
            </a:r>
            <a:r>
              <a:rPr lang="ru-RU" dirty="0"/>
              <a:t> </a:t>
            </a:r>
            <a:r>
              <a:rPr lang="ru-RU" dirty="0" err="1"/>
              <a:t>Україну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40F3E0A-F891-E165-ACB9-A004953A0F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4FDA328-F4B3-198C-FE2D-647CCD4CAF8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96420450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75735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624FF4-C079-47C8-A381-1D6F8709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Хто</a:t>
            </a:r>
            <a:r>
              <a:rPr lang="ru-RU" sz="2000" dirty="0"/>
              <a:t> з </a:t>
            </a:r>
            <a:r>
              <a:rPr lang="ru-RU" sz="2000" dirty="0" err="1"/>
              <a:t>діячів</a:t>
            </a:r>
            <a:r>
              <a:rPr lang="ru-RU" sz="2000" dirty="0"/>
              <a:t>, </a:t>
            </a:r>
            <a:r>
              <a:rPr lang="ru-RU" sz="2000" dirty="0" err="1"/>
              <a:t>зображених</a:t>
            </a:r>
            <a:r>
              <a:rPr lang="ru-RU" sz="2000" dirty="0"/>
              <a:t> на фото, </a:t>
            </a:r>
            <a:r>
              <a:rPr lang="ru-RU" sz="2000" dirty="0" err="1"/>
              <a:t>був</a:t>
            </a:r>
            <a:r>
              <a:rPr lang="ru-RU" sz="2000" dirty="0"/>
              <a:t> Президентом державного </a:t>
            </a:r>
            <a:r>
              <a:rPr lang="ru-RU" sz="2000" dirty="0" err="1"/>
              <a:t>утворення</a:t>
            </a:r>
            <a:r>
              <a:rPr lang="ru-RU" sz="2000" dirty="0"/>
              <a:t>, </a:t>
            </a:r>
            <a:r>
              <a:rPr lang="ru-RU" sz="2000" dirty="0" err="1"/>
              <a:t>позначеного</a:t>
            </a:r>
            <a:r>
              <a:rPr lang="ru-RU" sz="2000" dirty="0"/>
              <a:t> на </a:t>
            </a:r>
            <a:r>
              <a:rPr lang="ru-RU" sz="2000" dirty="0" err="1"/>
              <a:t>картосхемі</a:t>
            </a:r>
            <a:r>
              <a:rPr lang="ru-RU" sz="2000" dirty="0"/>
              <a:t> </a:t>
            </a:r>
            <a:r>
              <a:rPr lang="ru-RU" sz="2000" dirty="0" err="1"/>
              <a:t>штрихуванням</a:t>
            </a:r>
            <a:r>
              <a:rPr lang="ru-RU" sz="2000" dirty="0"/>
              <a:t>?</a:t>
            </a:r>
            <a:endParaRPr lang="uk-UA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337F0E-66F8-9E1A-6405-D1D1C870F69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66" y="2940953"/>
            <a:ext cx="5317684" cy="310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E556CDB-A0AC-8D96-9796-45E11CE3EB0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596" y="3455891"/>
            <a:ext cx="1577820" cy="2141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DF6C0C8-862C-C644-279D-7D8FB68AB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705" y="2256215"/>
            <a:ext cx="1577601" cy="225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95D7097-BBA5-6F8A-8A44-2929294B7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705" y="4629358"/>
            <a:ext cx="1577600" cy="214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2044682-8418-3A47-EDD6-1D6F1EF14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508" y="3456189"/>
            <a:ext cx="1577600" cy="214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8222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A6B70C0-A44A-A6BA-880A-1E5A47A94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Культура та освіта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04901028-498E-97D1-B00A-E51FA55DE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37290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4FB053-8854-CE24-E5B6-8743D6D8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 якій країні в 1920-1930-ті рр. діяли Український вільний університет і Українська аграрна академія?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47F0B21-76FE-6D9E-A02E-A4818B62C52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40286227"/>
              </p:ext>
            </p:extLst>
          </p:nvPr>
        </p:nvGraphicFramePr>
        <p:xfrm>
          <a:off x="1581912" y="2638044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51EC4BA-67F6-E2A2-C466-BA761B1A65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75172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C7BC4-A1D2-2A22-80BC-D9AD9C1D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Факти</a:t>
            </a:r>
            <a:r>
              <a:rPr lang="ru-RU" dirty="0"/>
              <a:t> </a:t>
            </a:r>
            <a:r>
              <a:rPr lang="ru-RU" dirty="0" err="1"/>
              <a:t>біографії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 наведено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 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2B232CE-CE18-FB3C-6308-271E3A551D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«Одночасно з роботою в Таємному університеті... стає членом Головної управи товариства "Просвіта", ...із середини 1920-х років виступає одним із фундаторів Українського національно-демократичного об'єднання (УНДО) – найпотужнішої західноукраїнської парламентської партії 1920-х – 1930-х рр. 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F0D05BC-C54E-4066-CD14-31E55B7781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681656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15745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79D87-C429-07B9-5612-E1D0F34B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Український</a:t>
            </a:r>
            <a:r>
              <a:rPr lang="ru-RU" dirty="0"/>
              <a:t> </a:t>
            </a:r>
            <a:r>
              <a:rPr lang="ru-RU" dirty="0" err="1"/>
              <a:t>таємний</a:t>
            </a:r>
            <a:r>
              <a:rPr lang="ru-RU" dirty="0"/>
              <a:t> </a:t>
            </a:r>
            <a:r>
              <a:rPr lang="ru-RU" dirty="0" err="1"/>
              <a:t>університет</a:t>
            </a:r>
            <a:r>
              <a:rPr lang="ru-RU" dirty="0"/>
              <a:t> у 1920-ті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діяв</a:t>
            </a:r>
            <a:r>
              <a:rPr lang="ru-RU" dirty="0"/>
              <a:t> на </a:t>
            </a:r>
            <a:r>
              <a:rPr lang="ru-RU" dirty="0" err="1"/>
              <a:t>території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4824F0A-C9B7-C20C-B65E-1B3778468C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E1F12B9-BD8B-31AD-252E-9C7A4803C31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725709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16974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06F68-738C-04FB-CBC2-704DFAE8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Узгодьте ім’я історичної особи (постаті) з фактами її біографії.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20652EC-61B4-2AD1-6B2D-F9B4352518F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76666909"/>
              </p:ext>
            </p:extLst>
          </p:nvPr>
        </p:nvGraphicFramePr>
        <p:xfrm>
          <a:off x="1583438" y="3118060"/>
          <a:ext cx="4271771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9ABB0CB-E4EF-7B39-E2C5-13900875BAC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78249008"/>
              </p:ext>
            </p:extLst>
          </p:nvPr>
        </p:nvGraphicFramePr>
        <p:xfrm>
          <a:off x="6338315" y="2638044"/>
          <a:ext cx="4270247" cy="4062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609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41E8F-E7F2-14A1-9807-63FE870B1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З діяльністю Організації українських націоналістів (ОУН) у роки Другої світової війни пов’язано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0F3508F-D89E-88F4-7CA1-9E650B927E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CE8EC2C-BDF2-4202-E431-FF773DDB5D4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02032149"/>
              </p:ext>
            </p:extLst>
          </p:nvPr>
        </p:nvGraphicFramePr>
        <p:xfrm>
          <a:off x="6338315" y="2638044"/>
          <a:ext cx="4270247" cy="3101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17646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6B6A3-9CF9-3C6B-2ED5-4EAAD301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Розташуйте</a:t>
            </a:r>
            <a:r>
              <a:rPr lang="ru-RU" dirty="0"/>
              <a:t> </a:t>
            </a:r>
            <a:r>
              <a:rPr lang="ru-RU" dirty="0" err="1"/>
              <a:t>фрагменти</a:t>
            </a:r>
            <a:r>
              <a:rPr lang="ru-RU" dirty="0"/>
              <a:t> </a:t>
            </a:r>
            <a:r>
              <a:rPr lang="ru-RU" dirty="0" err="1"/>
              <a:t>перших</a:t>
            </a:r>
            <a:r>
              <a:rPr lang="ru-RU" dirty="0"/>
              <a:t> </a:t>
            </a:r>
            <a:r>
              <a:rPr lang="ru-RU" dirty="0" err="1"/>
              <a:t>шпальт</a:t>
            </a:r>
            <a:r>
              <a:rPr lang="ru-RU" dirty="0"/>
              <a:t> </a:t>
            </a:r>
            <a:r>
              <a:rPr lang="ru-RU" dirty="0" err="1"/>
              <a:t>номерів</a:t>
            </a:r>
            <a:r>
              <a:rPr lang="ru-RU" dirty="0"/>
              <a:t> газет в </a:t>
            </a:r>
            <a:r>
              <a:rPr lang="ru-RU" dirty="0" err="1"/>
              <a:t>послідовності</a:t>
            </a:r>
            <a:r>
              <a:rPr lang="ru-RU" dirty="0"/>
              <a:t> </a:t>
            </a:r>
            <a:r>
              <a:rPr lang="ru-RU" dirty="0" err="1"/>
              <a:t>виходу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друком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B5ABCDD-7ACF-5BD3-8757-2FB05E9C91E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20" y="2560975"/>
            <a:ext cx="4464130" cy="173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43822367-0724-79DA-22BC-18CFACB38C0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668" y="2622708"/>
            <a:ext cx="4172356" cy="169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4CDBCF5B-5341-454D-15CB-FA34541D4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668" y="4704589"/>
            <a:ext cx="4390573" cy="176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>
            <a:extLst>
              <a:ext uri="{FF2B5EF4-FFF2-40B4-BE49-F238E27FC236}">
                <a16:creationId xmlns:a16="http://schemas.microsoft.com/office/drawing/2014/main" id="{BF276069-33C7-98CC-4C69-AE5A753E1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20" y="4704589"/>
            <a:ext cx="4288466" cy="176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085800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илка">
  <a:themeElements>
    <a:clrScheme name="Повітряний поті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Поси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и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Посилка</Template>
  <TotalTime>640</TotalTime>
  <Words>3143</Words>
  <Application>Microsoft Office PowerPoint</Application>
  <PresentationFormat>Широкий екран</PresentationFormat>
  <Paragraphs>340</Paragraphs>
  <Slides>62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62</vt:i4>
      </vt:variant>
    </vt:vector>
  </HeadingPairs>
  <TitlesOfParts>
    <vt:vector size="67" baseType="lpstr">
      <vt:lpstr>Arial</vt:lpstr>
      <vt:lpstr>Century Gothic</vt:lpstr>
      <vt:lpstr>Corbel</vt:lpstr>
      <vt:lpstr>Gill Sans MT</vt:lpstr>
      <vt:lpstr>Посилка</vt:lpstr>
      <vt:lpstr>Західноукраїнські землі в міжвоєнний період</vt:lpstr>
      <vt:lpstr>Геополітична ситуація в регіоні</vt:lpstr>
      <vt:lpstr>Увідповідніть період в історії України з поняттями й термінами, які потрібно використовувати для його характеристики.</vt:lpstr>
      <vt:lpstr>Установіть відповідність між історико-географічними назвами (1–4) земель та їхньою державною належністю (А – Д) на кінець 1937 р.</vt:lpstr>
      <vt:lpstr>Установіть послідовність зміни керівників найвищих державних інституцій України, що існували в першій половині ХХ ст.</vt:lpstr>
      <vt:lpstr>Назву якого договору пропущено в цитованому документі:</vt:lpstr>
      <vt:lpstr>Який варіант заповнення пропусків у поданому нижче твердженні є правильним?</vt:lpstr>
      <vt:lpstr>Що стало наслідком події, описаної в спогадах Є. Петрушевича:</vt:lpstr>
      <vt:lpstr>Протест висловлено представникам</vt:lpstr>
      <vt:lpstr>Хто є автором цитованого документа?</vt:lpstr>
      <vt:lpstr>Документ створено</vt:lpstr>
      <vt:lpstr>Саморозпуск уряду ЗУНР в 1923 р. став наслідком визнання країнами Антанти входження до складу Польщі</vt:lpstr>
      <vt:lpstr>Історик Я. Грицак у праці «Нариси історії України» зазначив:</vt:lpstr>
      <vt:lpstr>Територія Північної Буковини в листопаді 1918 року була окупована військами</vt:lpstr>
      <vt:lpstr>Якого року після Першої світової війни було визначено статус території, позначеної на картосхемі штрихуванням?</vt:lpstr>
      <vt:lpstr>Установіть відповідність між країною та подією суспільно-політичного життя, що відбулася на українських землях, які входили до її складу в 1920-х - 1930-х рр.</vt:lpstr>
      <vt:lpstr>Політичне життя</vt:lpstr>
      <vt:lpstr>Увідповідніть країну, до складу якої в 1920–1930-ті рр. входили українські землі, з подією / явищем.</vt:lpstr>
      <vt:lpstr>«Осадництво» — це</vt:lpstr>
      <vt:lpstr>Здійснення на українських землях, що були в складі Польщі, заходів «пацифікації»</vt:lpstr>
      <vt:lpstr>У якому уривку з історичного джерела відображено один із заходів, спрямованих на асиміляцію українців у 1920–1930-х роках?</vt:lpstr>
      <vt:lpstr>Визначте заходи, що характеризують політику польського уряду щодо українських земель у 1927–1937 рр.</vt:lpstr>
      <vt:lpstr>У складі якої держави українські землі мали назву «східні креси»?</vt:lpstr>
      <vt:lpstr>На початку 1920-х рр. польський уряд поділив територію країни на дві господарські зони:</vt:lpstr>
      <vt:lpstr>Яка політична партія, що діяла на Західній Україні в 1930-х рр., використовувала терористичні методи боротьби?</vt:lpstr>
      <vt:lpstr>Установіть послідовність фактів біографії діяча, зображеного на фото.</vt:lpstr>
      <vt:lpstr>Ідеологічні гасла якої політичної сили відображено на плакаті й транспаранті?</vt:lpstr>
      <vt:lpstr>Яка українська партія в 1920 – 1930-ті рр. мала найбільше представництво в польському Сеймі?</vt:lpstr>
      <vt:lpstr>Заклик з'явився на перших шпальтах львівських газет у</vt:lpstr>
      <vt:lpstr>На фото зображено</vt:lpstr>
      <vt:lpstr>У якому році оприлюднено цитований документ?</vt:lpstr>
      <vt:lpstr>Держава, у якій постала згадана в документі організація, - це</vt:lpstr>
      <vt:lpstr>Згідно із цитованим документом «для здійснення права нації УНДО...» мала</vt:lpstr>
      <vt:lpstr>Коли було створено українську партійно-політичну організацію, програмові засади якої процитовано:</vt:lpstr>
      <vt:lpstr>Для якого року були характерними події, описані в уривку з історичного джерела:</vt:lpstr>
      <vt:lpstr>Укажіть подію, що викликала такий коментар сучасника:</vt:lpstr>
      <vt:lpstr>Освітня політика якої держави в 1920-ті рр. призвела до ліквідації на українських землях українськомовних шкіл?</vt:lpstr>
      <vt:lpstr>Установіть послідовність відображених в уривках документів подій на західноукраїнських землях у міжвоєнний період.</vt:lpstr>
      <vt:lpstr>Карпатська Україна</vt:lpstr>
      <vt:lpstr>«Підкарпатська Русь» – офіційна назва в 1920-х – 1930-х рр. українських земель у складі</vt:lpstr>
      <vt:lpstr>Укажіть фото президента Карпатської України.</vt:lpstr>
      <vt:lpstr>Президентом Карпатської України було обрано</vt:lpstr>
      <vt:lpstr>Незалежність Карпатської України проголошено</vt:lpstr>
      <vt:lpstr>Листівку присвячено події, що була передумовою для</vt:lpstr>
      <vt:lpstr>Яка подія спонукала до ухвалення цитованого документа?</vt:lpstr>
      <vt:lpstr>Ухвалення закону стало одним із наслідків підписання</vt:lpstr>
      <vt:lpstr>Газетна публікація, зображена на фото, інформує читачів про події в</vt:lpstr>
      <vt:lpstr>Установіть послідовність фактів біографії діяча, зображеного на фото.</vt:lpstr>
      <vt:lpstr>Цитований лист написано в</vt:lpstr>
      <vt:lpstr>Про «наступ ворожого війська» якої держави йдеться в листі?</vt:lpstr>
      <vt:lpstr>Укажіть фото згаданого в листі «новообраного Президента».</vt:lpstr>
      <vt:lpstr>Зображене фото доречно використовувати, характеризуючи перебіг подій періоду існування</vt:lpstr>
      <vt:lpstr>Громадська та суспільно-політична діяльність Августина Волошина тісно пов’язана з долею західноукраїнських земель у складі</vt:lpstr>
      <vt:lpstr>Укажіть країну, яка в березні 1939 р. окупувала Карпатську Україну.</vt:lpstr>
      <vt:lpstr>Хто з діячів, зображених на фото, був Президентом державного утворення, позначеного на картосхемі штрихуванням?</vt:lpstr>
      <vt:lpstr>Культура та освіта</vt:lpstr>
      <vt:lpstr>У якій країні в 1920-1930-ті рр. діяли Український вільний університет і Українська аграрна академія?</vt:lpstr>
      <vt:lpstr>Факти біографії якого історичного діяча наведено в уривку джерела: </vt:lpstr>
      <vt:lpstr>Український таємний університет у 1920-ті рр. діяв на території</vt:lpstr>
      <vt:lpstr>Узгодьте ім’я історичної особи (постаті) з фактами її біографії.</vt:lpstr>
      <vt:lpstr>З діяльністю Організації українських націоналістів (ОУН) у роки Другої світової війни пов’язано</vt:lpstr>
      <vt:lpstr>Розташуйте фрагменти перших шпальт номерів газет в послідовності виходу їх друком.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3</cp:revision>
  <dcterms:created xsi:type="dcterms:W3CDTF">2025-02-18T11:02:13Z</dcterms:created>
  <dcterms:modified xsi:type="dcterms:W3CDTF">2025-02-19T15:07:45Z</dcterms:modified>
</cp:coreProperties>
</file>