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notesSlides/notesSlide1.xml" ContentType="application/vnd.openxmlformats-officedocument.presentationml.notesSlide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60"/>
  </p:notesMasterIdLst>
  <p:sldIdLst>
    <p:sldId id="256" r:id="rId2"/>
    <p:sldId id="305" r:id="rId3"/>
    <p:sldId id="295" r:id="rId4"/>
    <p:sldId id="300" r:id="rId5"/>
    <p:sldId id="306" r:id="rId6"/>
    <p:sldId id="296" r:id="rId7"/>
    <p:sldId id="302" r:id="rId8"/>
    <p:sldId id="297" r:id="rId9"/>
    <p:sldId id="309" r:id="rId10"/>
    <p:sldId id="307" r:id="rId11"/>
    <p:sldId id="310" r:id="rId12"/>
    <p:sldId id="311" r:id="rId13"/>
    <p:sldId id="312" r:id="rId14"/>
    <p:sldId id="313" r:id="rId15"/>
    <p:sldId id="257" r:id="rId16"/>
    <p:sldId id="288" r:id="rId17"/>
    <p:sldId id="293" r:id="rId18"/>
    <p:sldId id="261" r:id="rId19"/>
    <p:sldId id="264" r:id="rId20"/>
    <p:sldId id="278" r:id="rId21"/>
    <p:sldId id="303" r:id="rId22"/>
    <p:sldId id="304" r:id="rId23"/>
    <p:sldId id="262" r:id="rId24"/>
    <p:sldId id="258" r:id="rId25"/>
    <p:sldId id="271" r:id="rId26"/>
    <p:sldId id="267" r:id="rId27"/>
    <p:sldId id="269" r:id="rId28"/>
    <p:sldId id="287" r:id="rId29"/>
    <p:sldId id="281" r:id="rId30"/>
    <p:sldId id="292" r:id="rId31"/>
    <p:sldId id="285" r:id="rId32"/>
    <p:sldId id="282" r:id="rId33"/>
    <p:sldId id="286" r:id="rId34"/>
    <p:sldId id="273" r:id="rId35"/>
    <p:sldId id="277" r:id="rId36"/>
    <p:sldId id="289" r:id="rId37"/>
    <p:sldId id="308" r:id="rId38"/>
    <p:sldId id="291" r:id="rId39"/>
    <p:sldId id="283" r:id="rId40"/>
    <p:sldId id="279" r:id="rId41"/>
    <p:sldId id="260" r:id="rId42"/>
    <p:sldId id="263" r:id="rId43"/>
    <p:sldId id="276" r:id="rId44"/>
    <p:sldId id="275" r:id="rId45"/>
    <p:sldId id="294" r:id="rId46"/>
    <p:sldId id="274" r:id="rId47"/>
    <p:sldId id="284" r:id="rId48"/>
    <p:sldId id="259" r:id="rId49"/>
    <p:sldId id="272" r:id="rId50"/>
    <p:sldId id="266" r:id="rId51"/>
    <p:sldId id="265" r:id="rId52"/>
    <p:sldId id="301" r:id="rId53"/>
    <p:sldId id="299" r:id="rId54"/>
    <p:sldId id="280" r:id="rId55"/>
    <p:sldId id="268" r:id="rId56"/>
    <p:sldId id="290" r:id="rId57"/>
    <p:sldId id="270" r:id="rId58"/>
    <p:sldId id="298" r:id="rId5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5983115C-CE4C-4F63-B853-6CF206782E31}">
          <p14:sldIdLst>
            <p14:sldId id="256"/>
            <p14:sldId id="305"/>
          </p14:sldIdLst>
        </p14:section>
        <p14:section name="Голодомор" id="{F3EB5F71-C3A2-42FA-AA84-D34D79520159}">
          <p14:sldIdLst>
            <p14:sldId id="295"/>
            <p14:sldId id="300"/>
            <p14:sldId id="306"/>
            <p14:sldId id="296"/>
            <p14:sldId id="302"/>
            <p14:sldId id="297"/>
            <p14:sldId id="309"/>
            <p14:sldId id="307"/>
            <p14:sldId id="310"/>
            <p14:sldId id="311"/>
            <p14:sldId id="312"/>
            <p14:sldId id="313"/>
          </p14:sldIdLst>
        </p14:section>
        <p14:section name="Промисловість" id="{57481733-01CF-4006-8C1E-B88BE7F23B6F}">
          <p14:sldIdLst>
            <p14:sldId id="257"/>
            <p14:sldId id="288"/>
            <p14:sldId id="293"/>
            <p14:sldId id="261"/>
            <p14:sldId id="264"/>
            <p14:sldId id="278"/>
            <p14:sldId id="303"/>
            <p14:sldId id="304"/>
            <p14:sldId id="262"/>
            <p14:sldId id="258"/>
            <p14:sldId id="271"/>
            <p14:sldId id="267"/>
            <p14:sldId id="269"/>
            <p14:sldId id="287"/>
            <p14:sldId id="281"/>
            <p14:sldId id="292"/>
            <p14:sldId id="285"/>
            <p14:sldId id="282"/>
            <p14:sldId id="286"/>
            <p14:sldId id="273"/>
            <p14:sldId id="277"/>
            <p14:sldId id="289"/>
            <p14:sldId id="308"/>
            <p14:sldId id="291"/>
            <p14:sldId id="283"/>
            <p14:sldId id="279"/>
          </p14:sldIdLst>
        </p14:section>
        <p14:section name="Політика та репресії" id="{3EAA7897-83D4-4FC0-A0E8-9EDF7B0869CF}">
          <p14:sldIdLst>
            <p14:sldId id="260"/>
            <p14:sldId id="263"/>
            <p14:sldId id="276"/>
            <p14:sldId id="275"/>
            <p14:sldId id="294"/>
            <p14:sldId id="274"/>
            <p14:sldId id="284"/>
            <p14:sldId id="259"/>
            <p14:sldId id="272"/>
          </p14:sldIdLst>
        </p14:section>
        <p14:section name="Культурне життя" id="{D4DFBAF3-81CC-42F9-B38E-2AEE10201A2F}">
          <p14:sldIdLst>
            <p14:sldId id="266"/>
            <p14:sldId id="265"/>
            <p14:sldId id="301"/>
            <p14:sldId id="299"/>
            <p14:sldId id="280"/>
            <p14:sldId id="268"/>
            <p14:sldId id="290"/>
            <p14:sldId id="270"/>
            <p14:sldId id="29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0DED0B-24DD-41A8-A931-16909D971C5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937D531-F7D0-4E6C-BCF0-527BFE1176B4}">
      <dgm:prSet/>
      <dgm:spPr/>
      <dgm:t>
        <a:bodyPr/>
        <a:lstStyle/>
        <a:p>
          <a:r>
            <a:rPr lang="uk-UA" b="0" i="0"/>
            <a:t>співіснування державного та приватного секторів економіки, підтримка підприємницької активності громадян</a:t>
          </a:r>
          <a:endParaRPr lang="uk-UA"/>
        </a:p>
      </dgm:t>
    </dgm:pt>
    <dgm:pt modelId="{C8E8408A-7F11-4E98-A6BA-95E1D714BB58}" type="parTrans" cxnId="{72196B3B-0C65-401E-987A-D5E2D19905DA}">
      <dgm:prSet/>
      <dgm:spPr/>
      <dgm:t>
        <a:bodyPr/>
        <a:lstStyle/>
        <a:p>
          <a:endParaRPr lang="uk-UA"/>
        </a:p>
      </dgm:t>
    </dgm:pt>
    <dgm:pt modelId="{52238FA1-28BC-4272-AE9B-634AE25FF6F3}" type="sibTrans" cxnId="{72196B3B-0C65-401E-987A-D5E2D19905DA}">
      <dgm:prSet/>
      <dgm:spPr/>
      <dgm:t>
        <a:bodyPr/>
        <a:lstStyle/>
        <a:p>
          <a:endParaRPr lang="uk-UA"/>
        </a:p>
      </dgm:t>
    </dgm:pt>
    <dgm:pt modelId="{3B83AEC5-D94D-4F83-95B3-9B74424BE856}">
      <dgm:prSet/>
      <dgm:spPr/>
      <dgm:t>
        <a:bodyPr/>
        <a:lstStyle/>
        <a:p>
          <a:r>
            <a:rPr lang="uk-UA" b="0" i="0"/>
            <a:t>усеохоплюючий політико-ідеологічний контроль держави над усіма сферами життя суспільства</a:t>
          </a:r>
          <a:endParaRPr lang="uk-UA"/>
        </a:p>
      </dgm:t>
    </dgm:pt>
    <dgm:pt modelId="{B01912FD-4BD8-4226-B11E-35763AD0C932}" type="parTrans" cxnId="{B9167559-083F-453D-BCC2-4B2BFC86500B}">
      <dgm:prSet/>
      <dgm:spPr/>
      <dgm:t>
        <a:bodyPr/>
        <a:lstStyle/>
        <a:p>
          <a:endParaRPr lang="uk-UA"/>
        </a:p>
      </dgm:t>
    </dgm:pt>
    <dgm:pt modelId="{1710749C-4B94-4BA9-921E-00CFF238BA7C}" type="sibTrans" cxnId="{B9167559-083F-453D-BCC2-4B2BFC86500B}">
      <dgm:prSet/>
      <dgm:spPr/>
      <dgm:t>
        <a:bodyPr/>
        <a:lstStyle/>
        <a:p>
          <a:endParaRPr lang="uk-UA"/>
        </a:p>
      </dgm:t>
    </dgm:pt>
    <dgm:pt modelId="{CBE72CEC-59E1-4872-8CEF-3EC2DAC7BE55}">
      <dgm:prSet/>
      <dgm:spPr/>
      <dgm:t>
        <a:bodyPr/>
        <a:lstStyle/>
        <a:p>
          <a:r>
            <a:rPr lang="uk-UA" b="0" i="0"/>
            <a:t>існування незалежних профспілок, неурядових громадських організацій та інституцій</a:t>
          </a:r>
          <a:endParaRPr lang="uk-UA"/>
        </a:p>
      </dgm:t>
    </dgm:pt>
    <dgm:pt modelId="{E8481BDB-8A60-4898-888A-23179782B45B}" type="parTrans" cxnId="{C321484C-ACF8-484C-8847-CC406286E20E}">
      <dgm:prSet/>
      <dgm:spPr/>
      <dgm:t>
        <a:bodyPr/>
        <a:lstStyle/>
        <a:p>
          <a:endParaRPr lang="uk-UA"/>
        </a:p>
      </dgm:t>
    </dgm:pt>
    <dgm:pt modelId="{15E709D4-C85D-4CDA-B5C4-AFBC25524802}" type="sibTrans" cxnId="{C321484C-ACF8-484C-8847-CC406286E20E}">
      <dgm:prSet/>
      <dgm:spPr/>
      <dgm:t>
        <a:bodyPr/>
        <a:lstStyle/>
        <a:p>
          <a:endParaRPr lang="uk-UA"/>
        </a:p>
      </dgm:t>
    </dgm:pt>
    <dgm:pt modelId="{A5C1A33C-138F-4442-A02B-4231606E133F}">
      <dgm:prSet/>
      <dgm:spPr/>
      <dgm:t>
        <a:bodyPr/>
        <a:lstStyle/>
        <a:p>
          <a:r>
            <a:rPr lang="uk-UA" b="0" i="0"/>
            <a:t>одержавлення економіки, її мілітаризація та бюрократизація, використання примусової праці</a:t>
          </a:r>
          <a:endParaRPr lang="uk-UA"/>
        </a:p>
      </dgm:t>
    </dgm:pt>
    <dgm:pt modelId="{E4ADAF6B-7399-4334-BAF7-B7F7EB0167E2}" type="parTrans" cxnId="{823FBB96-1591-4428-9862-E267946B842C}">
      <dgm:prSet/>
      <dgm:spPr/>
      <dgm:t>
        <a:bodyPr/>
        <a:lstStyle/>
        <a:p>
          <a:endParaRPr lang="uk-UA"/>
        </a:p>
      </dgm:t>
    </dgm:pt>
    <dgm:pt modelId="{0A2484ED-30F8-4808-8976-974FF5D761EE}" type="sibTrans" cxnId="{823FBB96-1591-4428-9862-E267946B842C}">
      <dgm:prSet/>
      <dgm:spPr/>
      <dgm:t>
        <a:bodyPr/>
        <a:lstStyle/>
        <a:p>
          <a:endParaRPr lang="uk-UA"/>
        </a:p>
      </dgm:t>
    </dgm:pt>
    <dgm:pt modelId="{11633789-29EA-40CA-B9C1-87B5C4B08EC3}" type="pres">
      <dgm:prSet presAssocID="{B40DED0B-24DD-41A8-A931-16909D971C53}" presName="vert0" presStyleCnt="0">
        <dgm:presLayoutVars>
          <dgm:dir/>
          <dgm:animOne val="branch"/>
          <dgm:animLvl val="lvl"/>
        </dgm:presLayoutVars>
      </dgm:prSet>
      <dgm:spPr/>
    </dgm:pt>
    <dgm:pt modelId="{646F47F6-189B-498B-918F-D4EA2DE14ED1}" type="pres">
      <dgm:prSet presAssocID="{F937D531-F7D0-4E6C-BCF0-527BFE1176B4}" presName="thickLine" presStyleLbl="alignNode1" presStyleIdx="0" presStyleCnt="4"/>
      <dgm:spPr/>
    </dgm:pt>
    <dgm:pt modelId="{7029C453-5494-49D3-9806-0733C7E5ECB0}" type="pres">
      <dgm:prSet presAssocID="{F937D531-F7D0-4E6C-BCF0-527BFE1176B4}" presName="horz1" presStyleCnt="0"/>
      <dgm:spPr/>
    </dgm:pt>
    <dgm:pt modelId="{21D63A73-4450-4540-978A-D0C8C1860EA6}" type="pres">
      <dgm:prSet presAssocID="{F937D531-F7D0-4E6C-BCF0-527BFE1176B4}" presName="tx1" presStyleLbl="revTx" presStyleIdx="0" presStyleCnt="4"/>
      <dgm:spPr/>
    </dgm:pt>
    <dgm:pt modelId="{8A8FF679-B323-4AA1-9C35-AD066C1EC159}" type="pres">
      <dgm:prSet presAssocID="{F937D531-F7D0-4E6C-BCF0-527BFE1176B4}" presName="vert1" presStyleCnt="0"/>
      <dgm:spPr/>
    </dgm:pt>
    <dgm:pt modelId="{51DB8094-E884-4259-B8BF-8569B8268705}" type="pres">
      <dgm:prSet presAssocID="{3B83AEC5-D94D-4F83-95B3-9B74424BE856}" presName="thickLine" presStyleLbl="alignNode1" presStyleIdx="1" presStyleCnt="4"/>
      <dgm:spPr/>
    </dgm:pt>
    <dgm:pt modelId="{16EB05F4-D6EE-4A66-876E-98D4D86DF39E}" type="pres">
      <dgm:prSet presAssocID="{3B83AEC5-D94D-4F83-95B3-9B74424BE856}" presName="horz1" presStyleCnt="0"/>
      <dgm:spPr/>
    </dgm:pt>
    <dgm:pt modelId="{ACBBB490-2294-41D3-A2CD-8677244BED49}" type="pres">
      <dgm:prSet presAssocID="{3B83AEC5-D94D-4F83-95B3-9B74424BE856}" presName="tx1" presStyleLbl="revTx" presStyleIdx="1" presStyleCnt="4"/>
      <dgm:spPr/>
    </dgm:pt>
    <dgm:pt modelId="{99FDD701-B842-4ED8-88E2-EA76213A523C}" type="pres">
      <dgm:prSet presAssocID="{3B83AEC5-D94D-4F83-95B3-9B74424BE856}" presName="vert1" presStyleCnt="0"/>
      <dgm:spPr/>
    </dgm:pt>
    <dgm:pt modelId="{59821B95-2864-4141-8298-3226334259DC}" type="pres">
      <dgm:prSet presAssocID="{CBE72CEC-59E1-4872-8CEF-3EC2DAC7BE55}" presName="thickLine" presStyleLbl="alignNode1" presStyleIdx="2" presStyleCnt="4"/>
      <dgm:spPr/>
    </dgm:pt>
    <dgm:pt modelId="{7AA0AB79-9C32-4A15-87B2-AC409D1C0674}" type="pres">
      <dgm:prSet presAssocID="{CBE72CEC-59E1-4872-8CEF-3EC2DAC7BE55}" presName="horz1" presStyleCnt="0"/>
      <dgm:spPr/>
    </dgm:pt>
    <dgm:pt modelId="{7109748B-8BA6-49EF-BB79-8A224A3C1768}" type="pres">
      <dgm:prSet presAssocID="{CBE72CEC-59E1-4872-8CEF-3EC2DAC7BE55}" presName="tx1" presStyleLbl="revTx" presStyleIdx="2" presStyleCnt="4"/>
      <dgm:spPr/>
    </dgm:pt>
    <dgm:pt modelId="{9AC13C2E-F686-47F6-9A33-E16D68F1458A}" type="pres">
      <dgm:prSet presAssocID="{CBE72CEC-59E1-4872-8CEF-3EC2DAC7BE55}" presName="vert1" presStyleCnt="0"/>
      <dgm:spPr/>
    </dgm:pt>
    <dgm:pt modelId="{AC9648F2-E760-4196-9FAD-20148B259914}" type="pres">
      <dgm:prSet presAssocID="{A5C1A33C-138F-4442-A02B-4231606E133F}" presName="thickLine" presStyleLbl="alignNode1" presStyleIdx="3" presStyleCnt="4"/>
      <dgm:spPr/>
    </dgm:pt>
    <dgm:pt modelId="{A59092D8-3B46-485F-AFCC-C6E6A02F56F6}" type="pres">
      <dgm:prSet presAssocID="{A5C1A33C-138F-4442-A02B-4231606E133F}" presName="horz1" presStyleCnt="0"/>
      <dgm:spPr/>
    </dgm:pt>
    <dgm:pt modelId="{F38F5005-365B-4165-B540-2143D52B1BB5}" type="pres">
      <dgm:prSet presAssocID="{A5C1A33C-138F-4442-A02B-4231606E133F}" presName="tx1" presStyleLbl="revTx" presStyleIdx="3" presStyleCnt="4"/>
      <dgm:spPr/>
    </dgm:pt>
    <dgm:pt modelId="{585A243B-4D73-4EA9-A49E-11E70F05CD87}" type="pres">
      <dgm:prSet presAssocID="{A5C1A33C-138F-4442-A02B-4231606E133F}" presName="vert1" presStyleCnt="0"/>
      <dgm:spPr/>
    </dgm:pt>
  </dgm:ptLst>
  <dgm:cxnLst>
    <dgm:cxn modelId="{181A2110-AAC8-4B2C-8406-DCE0C4E26AD6}" type="presOf" srcId="{B40DED0B-24DD-41A8-A931-16909D971C53}" destId="{11633789-29EA-40CA-B9C1-87B5C4B08EC3}" srcOrd="0" destOrd="0" presId="urn:microsoft.com/office/officeart/2008/layout/LinedList"/>
    <dgm:cxn modelId="{1861C937-9421-4082-BB2D-1B3E95A296D5}" type="presOf" srcId="{CBE72CEC-59E1-4872-8CEF-3EC2DAC7BE55}" destId="{7109748B-8BA6-49EF-BB79-8A224A3C1768}" srcOrd="0" destOrd="0" presId="urn:microsoft.com/office/officeart/2008/layout/LinedList"/>
    <dgm:cxn modelId="{72196B3B-0C65-401E-987A-D5E2D19905DA}" srcId="{B40DED0B-24DD-41A8-A931-16909D971C53}" destId="{F937D531-F7D0-4E6C-BCF0-527BFE1176B4}" srcOrd="0" destOrd="0" parTransId="{C8E8408A-7F11-4E98-A6BA-95E1D714BB58}" sibTransId="{52238FA1-28BC-4272-AE9B-634AE25FF6F3}"/>
    <dgm:cxn modelId="{DE5A9B6B-65C7-429F-845A-2B32EEC84689}" type="presOf" srcId="{3B83AEC5-D94D-4F83-95B3-9B74424BE856}" destId="{ACBBB490-2294-41D3-A2CD-8677244BED49}" srcOrd="0" destOrd="0" presId="urn:microsoft.com/office/officeart/2008/layout/LinedList"/>
    <dgm:cxn modelId="{C321484C-ACF8-484C-8847-CC406286E20E}" srcId="{B40DED0B-24DD-41A8-A931-16909D971C53}" destId="{CBE72CEC-59E1-4872-8CEF-3EC2DAC7BE55}" srcOrd="2" destOrd="0" parTransId="{E8481BDB-8A60-4898-888A-23179782B45B}" sibTransId="{15E709D4-C85D-4CDA-B5C4-AFBC25524802}"/>
    <dgm:cxn modelId="{B9167559-083F-453D-BCC2-4B2BFC86500B}" srcId="{B40DED0B-24DD-41A8-A931-16909D971C53}" destId="{3B83AEC5-D94D-4F83-95B3-9B74424BE856}" srcOrd="1" destOrd="0" parTransId="{B01912FD-4BD8-4226-B11E-35763AD0C932}" sibTransId="{1710749C-4B94-4BA9-921E-00CFF238BA7C}"/>
    <dgm:cxn modelId="{823FBB96-1591-4428-9862-E267946B842C}" srcId="{B40DED0B-24DD-41A8-A931-16909D971C53}" destId="{A5C1A33C-138F-4442-A02B-4231606E133F}" srcOrd="3" destOrd="0" parTransId="{E4ADAF6B-7399-4334-BAF7-B7F7EB0167E2}" sibTransId="{0A2484ED-30F8-4808-8976-974FF5D761EE}"/>
    <dgm:cxn modelId="{5613CBE1-CF36-4DF8-AFB5-01EE02017297}" type="presOf" srcId="{A5C1A33C-138F-4442-A02B-4231606E133F}" destId="{F38F5005-365B-4165-B540-2143D52B1BB5}" srcOrd="0" destOrd="0" presId="urn:microsoft.com/office/officeart/2008/layout/LinedList"/>
    <dgm:cxn modelId="{67C635EB-7323-4EED-AB52-70EBD4DB748E}" type="presOf" srcId="{F937D531-F7D0-4E6C-BCF0-527BFE1176B4}" destId="{21D63A73-4450-4540-978A-D0C8C1860EA6}" srcOrd="0" destOrd="0" presId="urn:microsoft.com/office/officeart/2008/layout/LinedList"/>
    <dgm:cxn modelId="{28B886F0-5B1A-4188-A020-495F403C15E7}" type="presParOf" srcId="{11633789-29EA-40CA-B9C1-87B5C4B08EC3}" destId="{646F47F6-189B-498B-918F-D4EA2DE14ED1}" srcOrd="0" destOrd="0" presId="urn:microsoft.com/office/officeart/2008/layout/LinedList"/>
    <dgm:cxn modelId="{CE883D3C-104D-48C8-987F-E93F548A517C}" type="presParOf" srcId="{11633789-29EA-40CA-B9C1-87B5C4B08EC3}" destId="{7029C453-5494-49D3-9806-0733C7E5ECB0}" srcOrd="1" destOrd="0" presId="urn:microsoft.com/office/officeart/2008/layout/LinedList"/>
    <dgm:cxn modelId="{5A91C079-308C-4953-A144-1AD764A7A025}" type="presParOf" srcId="{7029C453-5494-49D3-9806-0733C7E5ECB0}" destId="{21D63A73-4450-4540-978A-D0C8C1860EA6}" srcOrd="0" destOrd="0" presId="urn:microsoft.com/office/officeart/2008/layout/LinedList"/>
    <dgm:cxn modelId="{F974D93B-2092-46F0-AB86-40C795808D35}" type="presParOf" srcId="{7029C453-5494-49D3-9806-0733C7E5ECB0}" destId="{8A8FF679-B323-4AA1-9C35-AD066C1EC159}" srcOrd="1" destOrd="0" presId="urn:microsoft.com/office/officeart/2008/layout/LinedList"/>
    <dgm:cxn modelId="{CD8AB97D-F09E-4A7E-BD9C-BA8B1FDA4BD5}" type="presParOf" srcId="{11633789-29EA-40CA-B9C1-87B5C4B08EC3}" destId="{51DB8094-E884-4259-B8BF-8569B8268705}" srcOrd="2" destOrd="0" presId="urn:microsoft.com/office/officeart/2008/layout/LinedList"/>
    <dgm:cxn modelId="{1A6CF1E3-030D-4C4D-83E6-6B43AF0D2769}" type="presParOf" srcId="{11633789-29EA-40CA-B9C1-87B5C4B08EC3}" destId="{16EB05F4-D6EE-4A66-876E-98D4D86DF39E}" srcOrd="3" destOrd="0" presId="urn:microsoft.com/office/officeart/2008/layout/LinedList"/>
    <dgm:cxn modelId="{24DD9093-71CC-4ABF-A3A9-AE538A705804}" type="presParOf" srcId="{16EB05F4-D6EE-4A66-876E-98D4D86DF39E}" destId="{ACBBB490-2294-41D3-A2CD-8677244BED49}" srcOrd="0" destOrd="0" presId="urn:microsoft.com/office/officeart/2008/layout/LinedList"/>
    <dgm:cxn modelId="{B767A45C-972E-4BAB-96AF-93792A9D6E13}" type="presParOf" srcId="{16EB05F4-D6EE-4A66-876E-98D4D86DF39E}" destId="{99FDD701-B842-4ED8-88E2-EA76213A523C}" srcOrd="1" destOrd="0" presId="urn:microsoft.com/office/officeart/2008/layout/LinedList"/>
    <dgm:cxn modelId="{6D2608F6-47D0-4F26-AA5D-A300D7C58422}" type="presParOf" srcId="{11633789-29EA-40CA-B9C1-87B5C4B08EC3}" destId="{59821B95-2864-4141-8298-3226334259DC}" srcOrd="4" destOrd="0" presId="urn:microsoft.com/office/officeart/2008/layout/LinedList"/>
    <dgm:cxn modelId="{CDB187B9-FD43-495B-92C1-A21A5AD5B8E4}" type="presParOf" srcId="{11633789-29EA-40CA-B9C1-87B5C4B08EC3}" destId="{7AA0AB79-9C32-4A15-87B2-AC409D1C0674}" srcOrd="5" destOrd="0" presId="urn:microsoft.com/office/officeart/2008/layout/LinedList"/>
    <dgm:cxn modelId="{335A63E5-65BD-4682-8469-3598CC42758D}" type="presParOf" srcId="{7AA0AB79-9C32-4A15-87B2-AC409D1C0674}" destId="{7109748B-8BA6-49EF-BB79-8A224A3C1768}" srcOrd="0" destOrd="0" presId="urn:microsoft.com/office/officeart/2008/layout/LinedList"/>
    <dgm:cxn modelId="{0E22ADF9-CE46-4B00-AE8A-74F4FD0241E1}" type="presParOf" srcId="{7AA0AB79-9C32-4A15-87B2-AC409D1C0674}" destId="{9AC13C2E-F686-47F6-9A33-E16D68F1458A}" srcOrd="1" destOrd="0" presId="urn:microsoft.com/office/officeart/2008/layout/LinedList"/>
    <dgm:cxn modelId="{CD9457BA-F999-4A9F-9ECD-1DF637201FF3}" type="presParOf" srcId="{11633789-29EA-40CA-B9C1-87B5C4B08EC3}" destId="{AC9648F2-E760-4196-9FAD-20148B259914}" srcOrd="6" destOrd="0" presId="urn:microsoft.com/office/officeart/2008/layout/LinedList"/>
    <dgm:cxn modelId="{8ADD540E-FAA3-4DBB-8C50-0E797B5961EE}" type="presParOf" srcId="{11633789-29EA-40CA-B9C1-87B5C4B08EC3}" destId="{A59092D8-3B46-485F-AFCC-C6E6A02F56F6}" srcOrd="7" destOrd="0" presId="urn:microsoft.com/office/officeart/2008/layout/LinedList"/>
    <dgm:cxn modelId="{25D2AD31-5FE7-4C18-92B4-E8260BF90EFF}" type="presParOf" srcId="{A59092D8-3B46-485F-AFCC-C6E6A02F56F6}" destId="{F38F5005-365B-4165-B540-2143D52B1BB5}" srcOrd="0" destOrd="0" presId="urn:microsoft.com/office/officeart/2008/layout/LinedList"/>
    <dgm:cxn modelId="{A6350134-CCF2-405C-88FF-73743A36BCAD}" type="presParOf" srcId="{A59092D8-3B46-485F-AFCC-C6E6A02F56F6}" destId="{585A243B-4D73-4EA9-A49E-11E70F05CD8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B42C71-0690-4611-99DB-4D1FE2F2072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FB4BE3E-FCF9-4635-A385-70A7352E8B84}">
      <dgm:prSet/>
      <dgm:spPr/>
      <dgm:t>
        <a:bodyPr/>
        <a:lstStyle/>
        <a:p>
          <a:r>
            <a:rPr lang="uk-UA" b="0" i="0"/>
            <a:t>визнання абсолютної цінності людської особистості, дотримання владою принципу «особа важливіша за державу»</a:t>
          </a:r>
          <a:endParaRPr lang="uk-UA"/>
        </a:p>
      </dgm:t>
    </dgm:pt>
    <dgm:pt modelId="{4B26BC07-1EA2-4EE2-AC89-2965A65638AD}" type="parTrans" cxnId="{5C93D12C-007D-418B-9108-898CEAE3E875}">
      <dgm:prSet/>
      <dgm:spPr/>
      <dgm:t>
        <a:bodyPr/>
        <a:lstStyle/>
        <a:p>
          <a:endParaRPr lang="uk-UA"/>
        </a:p>
      </dgm:t>
    </dgm:pt>
    <dgm:pt modelId="{5DFE08FD-21C7-4702-930F-30B2A009409D}" type="sibTrans" cxnId="{5C93D12C-007D-418B-9108-898CEAE3E875}">
      <dgm:prSet/>
      <dgm:spPr/>
      <dgm:t>
        <a:bodyPr/>
        <a:lstStyle/>
        <a:p>
          <a:endParaRPr lang="uk-UA"/>
        </a:p>
      </dgm:t>
    </dgm:pt>
    <dgm:pt modelId="{6B3E6848-D21A-4626-8D2D-09B01895145D}">
      <dgm:prSet/>
      <dgm:spPr/>
      <dgm:t>
        <a:bodyPr/>
        <a:lstStyle/>
        <a:p>
          <a:r>
            <a:rPr lang="uk-UA" b="0" i="0"/>
            <a:t>політичний плюралізм, активна діяльність партій, які є виразниками інтересів різних верств суспільства</a:t>
          </a:r>
          <a:endParaRPr lang="uk-UA"/>
        </a:p>
      </dgm:t>
    </dgm:pt>
    <dgm:pt modelId="{E85F9A99-2C2C-4073-A6E2-8537C98BDAE5}" type="parTrans" cxnId="{4F582E71-C26A-47E2-A0BA-7AE9880A914E}">
      <dgm:prSet/>
      <dgm:spPr/>
      <dgm:t>
        <a:bodyPr/>
        <a:lstStyle/>
        <a:p>
          <a:endParaRPr lang="uk-UA"/>
        </a:p>
      </dgm:t>
    </dgm:pt>
    <dgm:pt modelId="{F6726A1F-387A-404A-939B-89C7C42008CD}" type="sibTrans" cxnId="{4F582E71-C26A-47E2-A0BA-7AE9880A914E}">
      <dgm:prSet/>
      <dgm:spPr/>
      <dgm:t>
        <a:bodyPr/>
        <a:lstStyle/>
        <a:p>
          <a:endParaRPr lang="uk-UA"/>
        </a:p>
      </dgm:t>
    </dgm:pt>
    <dgm:pt modelId="{15D70E0E-0A4C-4B2A-9CFB-DECB60C90397}">
      <dgm:prSet/>
      <dgm:spPr/>
      <dgm:t>
        <a:bodyPr/>
        <a:lstStyle/>
        <a:p>
          <a:r>
            <a:rPr lang="uk-UA" b="0" i="0"/>
            <a:t>панування однопартійної системи, зрощування партійного та державного апаратів, культ вождя</a:t>
          </a:r>
          <a:endParaRPr lang="uk-UA"/>
        </a:p>
      </dgm:t>
    </dgm:pt>
    <dgm:pt modelId="{C1364E53-4CFE-4225-8CAC-227314289BCC}" type="parTrans" cxnId="{1158C655-DDA1-4DD0-A27F-453E5CADDC0F}">
      <dgm:prSet/>
      <dgm:spPr/>
      <dgm:t>
        <a:bodyPr/>
        <a:lstStyle/>
        <a:p>
          <a:endParaRPr lang="uk-UA"/>
        </a:p>
      </dgm:t>
    </dgm:pt>
    <dgm:pt modelId="{9A7A4519-C362-4D07-ADE0-D7E2F2420671}" type="sibTrans" cxnId="{1158C655-DDA1-4DD0-A27F-453E5CADDC0F}">
      <dgm:prSet/>
      <dgm:spPr/>
      <dgm:t>
        <a:bodyPr/>
        <a:lstStyle/>
        <a:p>
          <a:endParaRPr lang="uk-UA"/>
        </a:p>
      </dgm:t>
    </dgm:pt>
    <dgm:pt modelId="{A10792DB-11CB-4525-98F0-1300BF717191}" type="pres">
      <dgm:prSet presAssocID="{A4B42C71-0690-4611-99DB-4D1FE2F20720}" presName="vert0" presStyleCnt="0">
        <dgm:presLayoutVars>
          <dgm:dir/>
          <dgm:animOne val="branch"/>
          <dgm:animLvl val="lvl"/>
        </dgm:presLayoutVars>
      </dgm:prSet>
      <dgm:spPr/>
    </dgm:pt>
    <dgm:pt modelId="{C6BD53F1-EC75-47C4-AF97-9F54A07F83E2}" type="pres">
      <dgm:prSet presAssocID="{8FB4BE3E-FCF9-4635-A385-70A7352E8B84}" presName="thickLine" presStyleLbl="alignNode1" presStyleIdx="0" presStyleCnt="3"/>
      <dgm:spPr/>
    </dgm:pt>
    <dgm:pt modelId="{6D00EAFC-7C93-45AF-8398-2766064E513D}" type="pres">
      <dgm:prSet presAssocID="{8FB4BE3E-FCF9-4635-A385-70A7352E8B84}" presName="horz1" presStyleCnt="0"/>
      <dgm:spPr/>
    </dgm:pt>
    <dgm:pt modelId="{D89575EB-79D9-41D7-8F3B-5479E97EA326}" type="pres">
      <dgm:prSet presAssocID="{8FB4BE3E-FCF9-4635-A385-70A7352E8B84}" presName="tx1" presStyleLbl="revTx" presStyleIdx="0" presStyleCnt="3"/>
      <dgm:spPr/>
    </dgm:pt>
    <dgm:pt modelId="{414ED1E5-9626-4AB9-9C14-C5BD40C93593}" type="pres">
      <dgm:prSet presAssocID="{8FB4BE3E-FCF9-4635-A385-70A7352E8B84}" presName="vert1" presStyleCnt="0"/>
      <dgm:spPr/>
    </dgm:pt>
    <dgm:pt modelId="{412EDCB4-3199-4C47-AB60-793E92BE8F35}" type="pres">
      <dgm:prSet presAssocID="{6B3E6848-D21A-4626-8D2D-09B01895145D}" presName="thickLine" presStyleLbl="alignNode1" presStyleIdx="1" presStyleCnt="3"/>
      <dgm:spPr/>
    </dgm:pt>
    <dgm:pt modelId="{9DE005C2-E1B9-4D66-A78E-D4BC555C77E9}" type="pres">
      <dgm:prSet presAssocID="{6B3E6848-D21A-4626-8D2D-09B01895145D}" presName="horz1" presStyleCnt="0"/>
      <dgm:spPr/>
    </dgm:pt>
    <dgm:pt modelId="{7FF02834-A4A2-4789-A094-9D0DEA4B10B7}" type="pres">
      <dgm:prSet presAssocID="{6B3E6848-D21A-4626-8D2D-09B01895145D}" presName="tx1" presStyleLbl="revTx" presStyleIdx="1" presStyleCnt="3"/>
      <dgm:spPr/>
    </dgm:pt>
    <dgm:pt modelId="{FF4A40DF-4455-4F0A-967A-CB69B85C6938}" type="pres">
      <dgm:prSet presAssocID="{6B3E6848-D21A-4626-8D2D-09B01895145D}" presName="vert1" presStyleCnt="0"/>
      <dgm:spPr/>
    </dgm:pt>
    <dgm:pt modelId="{25B519EF-6FFF-4D4B-AEBB-106C063D29C9}" type="pres">
      <dgm:prSet presAssocID="{15D70E0E-0A4C-4B2A-9CFB-DECB60C90397}" presName="thickLine" presStyleLbl="alignNode1" presStyleIdx="2" presStyleCnt="3"/>
      <dgm:spPr/>
    </dgm:pt>
    <dgm:pt modelId="{DCB78582-5E6F-4522-9337-4BCF454209F3}" type="pres">
      <dgm:prSet presAssocID="{15D70E0E-0A4C-4B2A-9CFB-DECB60C90397}" presName="horz1" presStyleCnt="0"/>
      <dgm:spPr/>
    </dgm:pt>
    <dgm:pt modelId="{3BBFCA4D-F3A6-4283-BF83-5AE72F1183C5}" type="pres">
      <dgm:prSet presAssocID="{15D70E0E-0A4C-4B2A-9CFB-DECB60C90397}" presName="tx1" presStyleLbl="revTx" presStyleIdx="2" presStyleCnt="3"/>
      <dgm:spPr/>
    </dgm:pt>
    <dgm:pt modelId="{85D811E3-43B1-4BC1-82F3-C790EA8A79EE}" type="pres">
      <dgm:prSet presAssocID="{15D70E0E-0A4C-4B2A-9CFB-DECB60C90397}" presName="vert1" presStyleCnt="0"/>
      <dgm:spPr/>
    </dgm:pt>
  </dgm:ptLst>
  <dgm:cxnLst>
    <dgm:cxn modelId="{5C93D12C-007D-418B-9108-898CEAE3E875}" srcId="{A4B42C71-0690-4611-99DB-4D1FE2F20720}" destId="{8FB4BE3E-FCF9-4635-A385-70A7352E8B84}" srcOrd="0" destOrd="0" parTransId="{4B26BC07-1EA2-4EE2-AC89-2965A65638AD}" sibTransId="{5DFE08FD-21C7-4702-930F-30B2A009409D}"/>
    <dgm:cxn modelId="{DAAD7669-46F4-4660-9493-23A65A0728B0}" type="presOf" srcId="{6B3E6848-D21A-4626-8D2D-09B01895145D}" destId="{7FF02834-A4A2-4789-A094-9D0DEA4B10B7}" srcOrd="0" destOrd="0" presId="urn:microsoft.com/office/officeart/2008/layout/LinedList"/>
    <dgm:cxn modelId="{17D2F06A-5B73-4D74-9319-763A856272C9}" type="presOf" srcId="{15D70E0E-0A4C-4B2A-9CFB-DECB60C90397}" destId="{3BBFCA4D-F3A6-4283-BF83-5AE72F1183C5}" srcOrd="0" destOrd="0" presId="urn:microsoft.com/office/officeart/2008/layout/LinedList"/>
    <dgm:cxn modelId="{4F582E71-C26A-47E2-A0BA-7AE9880A914E}" srcId="{A4B42C71-0690-4611-99DB-4D1FE2F20720}" destId="{6B3E6848-D21A-4626-8D2D-09B01895145D}" srcOrd="1" destOrd="0" parTransId="{E85F9A99-2C2C-4073-A6E2-8537C98BDAE5}" sibTransId="{F6726A1F-387A-404A-939B-89C7C42008CD}"/>
    <dgm:cxn modelId="{1158C655-DDA1-4DD0-A27F-453E5CADDC0F}" srcId="{A4B42C71-0690-4611-99DB-4D1FE2F20720}" destId="{15D70E0E-0A4C-4B2A-9CFB-DECB60C90397}" srcOrd="2" destOrd="0" parTransId="{C1364E53-4CFE-4225-8CAC-227314289BCC}" sibTransId="{9A7A4519-C362-4D07-ADE0-D7E2F2420671}"/>
    <dgm:cxn modelId="{DD9B27D6-8546-4CBF-8B85-70A3B6C41E62}" type="presOf" srcId="{A4B42C71-0690-4611-99DB-4D1FE2F20720}" destId="{A10792DB-11CB-4525-98F0-1300BF717191}" srcOrd="0" destOrd="0" presId="urn:microsoft.com/office/officeart/2008/layout/LinedList"/>
    <dgm:cxn modelId="{282E7DE4-32EF-492A-9662-FF19CF3A6958}" type="presOf" srcId="{8FB4BE3E-FCF9-4635-A385-70A7352E8B84}" destId="{D89575EB-79D9-41D7-8F3B-5479E97EA326}" srcOrd="0" destOrd="0" presId="urn:microsoft.com/office/officeart/2008/layout/LinedList"/>
    <dgm:cxn modelId="{A7059E8B-1C5F-4EE1-951E-97EF5E6955E8}" type="presParOf" srcId="{A10792DB-11CB-4525-98F0-1300BF717191}" destId="{C6BD53F1-EC75-47C4-AF97-9F54A07F83E2}" srcOrd="0" destOrd="0" presId="urn:microsoft.com/office/officeart/2008/layout/LinedList"/>
    <dgm:cxn modelId="{C5ECF77F-06FD-444E-90C9-55F4682BF367}" type="presParOf" srcId="{A10792DB-11CB-4525-98F0-1300BF717191}" destId="{6D00EAFC-7C93-45AF-8398-2766064E513D}" srcOrd="1" destOrd="0" presId="urn:microsoft.com/office/officeart/2008/layout/LinedList"/>
    <dgm:cxn modelId="{AEAE4868-90AF-479F-971E-4840F15F2ECC}" type="presParOf" srcId="{6D00EAFC-7C93-45AF-8398-2766064E513D}" destId="{D89575EB-79D9-41D7-8F3B-5479E97EA326}" srcOrd="0" destOrd="0" presId="urn:microsoft.com/office/officeart/2008/layout/LinedList"/>
    <dgm:cxn modelId="{22827FBF-8DF0-4427-AB42-EF5118BE4FB1}" type="presParOf" srcId="{6D00EAFC-7C93-45AF-8398-2766064E513D}" destId="{414ED1E5-9626-4AB9-9C14-C5BD40C93593}" srcOrd="1" destOrd="0" presId="urn:microsoft.com/office/officeart/2008/layout/LinedList"/>
    <dgm:cxn modelId="{6C267005-6E44-4E4B-9CE0-8B812BDE0302}" type="presParOf" srcId="{A10792DB-11CB-4525-98F0-1300BF717191}" destId="{412EDCB4-3199-4C47-AB60-793E92BE8F35}" srcOrd="2" destOrd="0" presId="urn:microsoft.com/office/officeart/2008/layout/LinedList"/>
    <dgm:cxn modelId="{33AB39C8-67ED-4F7F-9E3E-7DC65970EDDD}" type="presParOf" srcId="{A10792DB-11CB-4525-98F0-1300BF717191}" destId="{9DE005C2-E1B9-4D66-A78E-D4BC555C77E9}" srcOrd="3" destOrd="0" presId="urn:microsoft.com/office/officeart/2008/layout/LinedList"/>
    <dgm:cxn modelId="{D6297481-6201-4662-83D7-DB77AC63712D}" type="presParOf" srcId="{9DE005C2-E1B9-4D66-A78E-D4BC555C77E9}" destId="{7FF02834-A4A2-4789-A094-9D0DEA4B10B7}" srcOrd="0" destOrd="0" presId="urn:microsoft.com/office/officeart/2008/layout/LinedList"/>
    <dgm:cxn modelId="{DEA7A16A-C066-41F4-9076-B9A171492DE3}" type="presParOf" srcId="{9DE005C2-E1B9-4D66-A78E-D4BC555C77E9}" destId="{FF4A40DF-4455-4F0A-967A-CB69B85C6938}" srcOrd="1" destOrd="0" presId="urn:microsoft.com/office/officeart/2008/layout/LinedList"/>
    <dgm:cxn modelId="{6F9B2797-A75D-4835-8B42-88986CE769B4}" type="presParOf" srcId="{A10792DB-11CB-4525-98F0-1300BF717191}" destId="{25B519EF-6FFF-4D4B-AEBB-106C063D29C9}" srcOrd="4" destOrd="0" presId="urn:microsoft.com/office/officeart/2008/layout/LinedList"/>
    <dgm:cxn modelId="{E9E8AE84-59B3-435A-BA08-3F7E6E1C55D7}" type="presParOf" srcId="{A10792DB-11CB-4525-98F0-1300BF717191}" destId="{DCB78582-5E6F-4522-9337-4BCF454209F3}" srcOrd="5" destOrd="0" presId="urn:microsoft.com/office/officeart/2008/layout/LinedList"/>
    <dgm:cxn modelId="{97CAF18C-FAAB-4A76-8587-1BA63EE3EAFC}" type="presParOf" srcId="{DCB78582-5E6F-4522-9337-4BCF454209F3}" destId="{3BBFCA4D-F3A6-4283-BF83-5AE72F1183C5}" srcOrd="0" destOrd="0" presId="urn:microsoft.com/office/officeart/2008/layout/LinedList"/>
    <dgm:cxn modelId="{0173EC98-1BE9-4C2A-9CF0-524B16C90EE3}" type="presParOf" srcId="{DCB78582-5E6F-4522-9337-4BCF454209F3}" destId="{85D811E3-43B1-4BC1-82F3-C790EA8A79E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C82609-6C39-48D8-8CED-B28C8F2AD66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B2FEE2A-B0D9-4BBA-B197-7D3DF56E0A27}">
      <dgm:prSet/>
      <dgm:spPr/>
      <dgm:t>
        <a:bodyPr/>
        <a:lstStyle/>
        <a:p>
          <a:r>
            <a:rPr lang="ru-RU" b="0" i="0"/>
            <a:t>1925 р.</a:t>
          </a:r>
          <a:endParaRPr lang="uk-UA"/>
        </a:p>
      </dgm:t>
    </dgm:pt>
    <dgm:pt modelId="{F6DC71C7-3AB4-433C-98D9-33DF8C5112B3}" type="parTrans" cxnId="{41DE590D-5DD5-4F13-9763-4117A33540BA}">
      <dgm:prSet/>
      <dgm:spPr/>
      <dgm:t>
        <a:bodyPr/>
        <a:lstStyle/>
        <a:p>
          <a:endParaRPr lang="uk-UA"/>
        </a:p>
      </dgm:t>
    </dgm:pt>
    <dgm:pt modelId="{DE373169-4E74-424A-98EB-BA209C42030F}" type="sibTrans" cxnId="{41DE590D-5DD5-4F13-9763-4117A33540BA}">
      <dgm:prSet/>
      <dgm:spPr/>
      <dgm:t>
        <a:bodyPr/>
        <a:lstStyle/>
        <a:p>
          <a:endParaRPr lang="uk-UA"/>
        </a:p>
      </dgm:t>
    </dgm:pt>
    <dgm:pt modelId="{AAA553B8-7385-4677-A859-F808D02DC0B8}">
      <dgm:prSet/>
      <dgm:spPr/>
      <dgm:t>
        <a:bodyPr/>
        <a:lstStyle/>
        <a:p>
          <a:r>
            <a:rPr lang="ru-RU" b="0" i="0"/>
            <a:t>1929 р.</a:t>
          </a:r>
          <a:endParaRPr lang="uk-UA"/>
        </a:p>
      </dgm:t>
    </dgm:pt>
    <dgm:pt modelId="{2118B55F-73D0-480F-9095-6ACFA50F7CF7}" type="parTrans" cxnId="{82CDD68B-BFAF-4ECE-A25D-3493F4AF5C7B}">
      <dgm:prSet/>
      <dgm:spPr/>
      <dgm:t>
        <a:bodyPr/>
        <a:lstStyle/>
        <a:p>
          <a:endParaRPr lang="uk-UA"/>
        </a:p>
      </dgm:t>
    </dgm:pt>
    <dgm:pt modelId="{71D9246A-FB30-438E-9564-4938691BA2A1}" type="sibTrans" cxnId="{82CDD68B-BFAF-4ECE-A25D-3493F4AF5C7B}">
      <dgm:prSet/>
      <dgm:spPr/>
      <dgm:t>
        <a:bodyPr/>
        <a:lstStyle/>
        <a:p>
          <a:endParaRPr lang="uk-UA"/>
        </a:p>
      </dgm:t>
    </dgm:pt>
    <dgm:pt modelId="{0B93F702-DC99-40E6-9DED-D4BFC1CD4EE3}">
      <dgm:prSet/>
      <dgm:spPr/>
      <dgm:t>
        <a:bodyPr/>
        <a:lstStyle/>
        <a:p>
          <a:r>
            <a:rPr lang="ru-RU" b="0" i="0"/>
            <a:t>1930 р.</a:t>
          </a:r>
          <a:endParaRPr lang="uk-UA"/>
        </a:p>
      </dgm:t>
    </dgm:pt>
    <dgm:pt modelId="{71ED8881-124F-410B-B294-A7201F9F05F4}" type="parTrans" cxnId="{EB215A00-9FB2-4574-9E79-8E6DC9B42AC9}">
      <dgm:prSet/>
      <dgm:spPr/>
      <dgm:t>
        <a:bodyPr/>
        <a:lstStyle/>
        <a:p>
          <a:endParaRPr lang="uk-UA"/>
        </a:p>
      </dgm:t>
    </dgm:pt>
    <dgm:pt modelId="{255164FD-5B65-464D-9439-8B2B399221AA}" type="sibTrans" cxnId="{EB215A00-9FB2-4574-9E79-8E6DC9B42AC9}">
      <dgm:prSet/>
      <dgm:spPr/>
      <dgm:t>
        <a:bodyPr/>
        <a:lstStyle/>
        <a:p>
          <a:endParaRPr lang="uk-UA"/>
        </a:p>
      </dgm:t>
    </dgm:pt>
    <dgm:pt modelId="{C8CCE958-91A0-4BD6-AB8E-E0B680F7D4EB}">
      <dgm:prSet/>
      <dgm:spPr/>
      <dgm:t>
        <a:bodyPr/>
        <a:lstStyle/>
        <a:p>
          <a:r>
            <a:rPr lang="ru-RU" b="0" i="0"/>
            <a:t>1932 р.</a:t>
          </a:r>
          <a:endParaRPr lang="uk-UA"/>
        </a:p>
      </dgm:t>
    </dgm:pt>
    <dgm:pt modelId="{BDE79E58-05B7-4CF1-8DA3-483CB884D123}" type="parTrans" cxnId="{113E742F-48AA-482B-9C53-0A3E0CA071ED}">
      <dgm:prSet/>
      <dgm:spPr/>
      <dgm:t>
        <a:bodyPr/>
        <a:lstStyle/>
        <a:p>
          <a:endParaRPr lang="uk-UA"/>
        </a:p>
      </dgm:t>
    </dgm:pt>
    <dgm:pt modelId="{11B689DC-9FEB-40B5-B419-E9352F3C2EDF}" type="sibTrans" cxnId="{113E742F-48AA-482B-9C53-0A3E0CA071ED}">
      <dgm:prSet/>
      <dgm:spPr/>
      <dgm:t>
        <a:bodyPr/>
        <a:lstStyle/>
        <a:p>
          <a:endParaRPr lang="uk-UA"/>
        </a:p>
      </dgm:t>
    </dgm:pt>
    <dgm:pt modelId="{CA464089-EEF5-433F-B7FE-213BA2F9773C}" type="pres">
      <dgm:prSet presAssocID="{54C82609-6C39-48D8-8CED-B28C8F2AD66B}" presName="matrix" presStyleCnt="0">
        <dgm:presLayoutVars>
          <dgm:chMax val="1"/>
          <dgm:dir/>
          <dgm:resizeHandles val="exact"/>
        </dgm:presLayoutVars>
      </dgm:prSet>
      <dgm:spPr/>
    </dgm:pt>
    <dgm:pt modelId="{3B7AFDD0-2359-4B69-89D4-064D242D1666}" type="pres">
      <dgm:prSet presAssocID="{54C82609-6C39-48D8-8CED-B28C8F2AD66B}" presName="diamond" presStyleLbl="bgShp" presStyleIdx="0" presStyleCnt="1"/>
      <dgm:spPr/>
    </dgm:pt>
    <dgm:pt modelId="{D6AD2686-BA50-4073-A09F-D7F4033EC0F7}" type="pres">
      <dgm:prSet presAssocID="{54C82609-6C39-48D8-8CED-B28C8F2AD66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FAEB47E-77B5-4FFE-A2DF-B7C04183541B}" type="pres">
      <dgm:prSet presAssocID="{54C82609-6C39-48D8-8CED-B28C8F2AD66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3BDCF84-B2C9-42C0-B4BA-5360015259EE}" type="pres">
      <dgm:prSet presAssocID="{54C82609-6C39-48D8-8CED-B28C8F2AD66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440FF9D-230A-40BD-82B2-79EE4B71BAB0}" type="pres">
      <dgm:prSet presAssocID="{54C82609-6C39-48D8-8CED-B28C8F2AD66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B215A00-9FB2-4574-9E79-8E6DC9B42AC9}" srcId="{54C82609-6C39-48D8-8CED-B28C8F2AD66B}" destId="{0B93F702-DC99-40E6-9DED-D4BFC1CD4EE3}" srcOrd="2" destOrd="0" parTransId="{71ED8881-124F-410B-B294-A7201F9F05F4}" sibTransId="{255164FD-5B65-464D-9439-8B2B399221AA}"/>
    <dgm:cxn modelId="{41DE590D-5DD5-4F13-9763-4117A33540BA}" srcId="{54C82609-6C39-48D8-8CED-B28C8F2AD66B}" destId="{FB2FEE2A-B0D9-4BBA-B197-7D3DF56E0A27}" srcOrd="0" destOrd="0" parTransId="{F6DC71C7-3AB4-433C-98D9-33DF8C5112B3}" sibTransId="{DE373169-4E74-424A-98EB-BA209C42030F}"/>
    <dgm:cxn modelId="{113E742F-48AA-482B-9C53-0A3E0CA071ED}" srcId="{54C82609-6C39-48D8-8CED-B28C8F2AD66B}" destId="{C8CCE958-91A0-4BD6-AB8E-E0B680F7D4EB}" srcOrd="3" destOrd="0" parTransId="{BDE79E58-05B7-4CF1-8DA3-483CB884D123}" sibTransId="{11B689DC-9FEB-40B5-B419-E9352F3C2EDF}"/>
    <dgm:cxn modelId="{F6732674-119B-4B96-B5FC-DD1150B0AC07}" type="presOf" srcId="{AAA553B8-7385-4677-A859-F808D02DC0B8}" destId="{6FAEB47E-77B5-4FFE-A2DF-B7C04183541B}" srcOrd="0" destOrd="0" presId="urn:microsoft.com/office/officeart/2005/8/layout/matrix3"/>
    <dgm:cxn modelId="{E0416277-1023-4102-BB87-CADD1E18D6E7}" type="presOf" srcId="{FB2FEE2A-B0D9-4BBA-B197-7D3DF56E0A27}" destId="{D6AD2686-BA50-4073-A09F-D7F4033EC0F7}" srcOrd="0" destOrd="0" presId="urn:microsoft.com/office/officeart/2005/8/layout/matrix3"/>
    <dgm:cxn modelId="{82CDD68B-BFAF-4ECE-A25D-3493F4AF5C7B}" srcId="{54C82609-6C39-48D8-8CED-B28C8F2AD66B}" destId="{AAA553B8-7385-4677-A859-F808D02DC0B8}" srcOrd="1" destOrd="0" parTransId="{2118B55F-73D0-480F-9095-6ACFA50F7CF7}" sibTransId="{71D9246A-FB30-438E-9564-4938691BA2A1}"/>
    <dgm:cxn modelId="{B9CCD78F-7998-473F-9673-3800B4D1015F}" type="presOf" srcId="{0B93F702-DC99-40E6-9DED-D4BFC1CD4EE3}" destId="{63BDCF84-B2C9-42C0-B4BA-5360015259EE}" srcOrd="0" destOrd="0" presId="urn:microsoft.com/office/officeart/2005/8/layout/matrix3"/>
    <dgm:cxn modelId="{C135FCA7-7333-4345-AFB3-CFC96848EE27}" type="presOf" srcId="{C8CCE958-91A0-4BD6-AB8E-E0B680F7D4EB}" destId="{E440FF9D-230A-40BD-82B2-79EE4B71BAB0}" srcOrd="0" destOrd="0" presId="urn:microsoft.com/office/officeart/2005/8/layout/matrix3"/>
    <dgm:cxn modelId="{315BAAD8-6E10-41F9-BE8C-87CF7DBB67E7}" type="presOf" srcId="{54C82609-6C39-48D8-8CED-B28C8F2AD66B}" destId="{CA464089-EEF5-433F-B7FE-213BA2F9773C}" srcOrd="0" destOrd="0" presId="urn:microsoft.com/office/officeart/2005/8/layout/matrix3"/>
    <dgm:cxn modelId="{D9694013-9CA5-404D-84B9-6FF70C0F824D}" type="presParOf" srcId="{CA464089-EEF5-433F-B7FE-213BA2F9773C}" destId="{3B7AFDD0-2359-4B69-89D4-064D242D1666}" srcOrd="0" destOrd="0" presId="urn:microsoft.com/office/officeart/2005/8/layout/matrix3"/>
    <dgm:cxn modelId="{CF084C04-ADFD-460B-B93D-411DDD705B47}" type="presParOf" srcId="{CA464089-EEF5-433F-B7FE-213BA2F9773C}" destId="{D6AD2686-BA50-4073-A09F-D7F4033EC0F7}" srcOrd="1" destOrd="0" presId="urn:microsoft.com/office/officeart/2005/8/layout/matrix3"/>
    <dgm:cxn modelId="{31E8A9D3-913F-44FB-AD50-634626B3F25C}" type="presParOf" srcId="{CA464089-EEF5-433F-B7FE-213BA2F9773C}" destId="{6FAEB47E-77B5-4FFE-A2DF-B7C04183541B}" srcOrd="2" destOrd="0" presId="urn:microsoft.com/office/officeart/2005/8/layout/matrix3"/>
    <dgm:cxn modelId="{EFCA03E8-6627-4BD4-B6CB-974B292BC1AD}" type="presParOf" srcId="{CA464089-EEF5-433F-B7FE-213BA2F9773C}" destId="{63BDCF84-B2C9-42C0-B4BA-5360015259EE}" srcOrd="3" destOrd="0" presId="urn:microsoft.com/office/officeart/2005/8/layout/matrix3"/>
    <dgm:cxn modelId="{7F1574A8-3CA9-441F-BFE4-CF3B12E1FF23}" type="presParOf" srcId="{CA464089-EEF5-433F-B7FE-213BA2F9773C}" destId="{E440FF9D-230A-40BD-82B2-79EE4B71BAB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608977A-F61C-42BC-A960-91150AD393A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ACFD699-903C-4618-9741-2BB7E31F57EB}">
      <dgm:prSet/>
      <dgm:spPr/>
      <dgm:t>
        <a:bodyPr/>
        <a:lstStyle/>
        <a:p>
          <a:r>
            <a:rPr lang="uk-UA" b="0" i="0"/>
            <a:t>установлення державного контролю над сільськогосподарським виробництвом і використання його ресурсів для модернізації промисловості</a:t>
          </a:r>
          <a:endParaRPr lang="uk-UA"/>
        </a:p>
      </dgm:t>
    </dgm:pt>
    <dgm:pt modelId="{FFA2BF67-597F-4C77-9EBF-0205B014C5A1}" type="parTrans" cxnId="{B272FCA0-9A1D-4205-9386-1EFE6297EE2A}">
      <dgm:prSet/>
      <dgm:spPr/>
      <dgm:t>
        <a:bodyPr/>
        <a:lstStyle/>
        <a:p>
          <a:endParaRPr lang="uk-UA"/>
        </a:p>
      </dgm:t>
    </dgm:pt>
    <dgm:pt modelId="{93AC4CD5-98BC-4C55-8519-B57E72D5FB62}" type="sibTrans" cxnId="{B272FCA0-9A1D-4205-9386-1EFE6297EE2A}">
      <dgm:prSet/>
      <dgm:spPr/>
      <dgm:t>
        <a:bodyPr/>
        <a:lstStyle/>
        <a:p>
          <a:endParaRPr lang="uk-UA"/>
        </a:p>
      </dgm:t>
    </dgm:pt>
    <dgm:pt modelId="{E537C176-5248-4DC6-AFAD-F00A3018E798}">
      <dgm:prSet/>
      <dgm:spPr/>
      <dgm:t>
        <a:bodyPr/>
        <a:lstStyle/>
        <a:p>
          <a:r>
            <a:rPr lang="uk-UA" b="0" i="0"/>
            <a:t>зміцнення матеріально-технічної бази сільськогосподарського виробництва та піднесення добробуту селян</a:t>
          </a:r>
          <a:endParaRPr lang="uk-UA"/>
        </a:p>
      </dgm:t>
    </dgm:pt>
    <dgm:pt modelId="{D57C9E7E-FD06-4605-9089-16F0E2D7208D}" type="parTrans" cxnId="{2FF58939-1685-498C-8BE2-F725F89E9AB7}">
      <dgm:prSet/>
      <dgm:spPr/>
      <dgm:t>
        <a:bodyPr/>
        <a:lstStyle/>
        <a:p>
          <a:endParaRPr lang="uk-UA"/>
        </a:p>
      </dgm:t>
    </dgm:pt>
    <dgm:pt modelId="{126C2F6F-7291-4455-B082-4E3488638C4F}" type="sibTrans" cxnId="{2FF58939-1685-498C-8BE2-F725F89E9AB7}">
      <dgm:prSet/>
      <dgm:spPr/>
      <dgm:t>
        <a:bodyPr/>
        <a:lstStyle/>
        <a:p>
          <a:endParaRPr lang="uk-UA"/>
        </a:p>
      </dgm:t>
    </dgm:pt>
    <dgm:pt modelId="{4BE17348-500C-405F-A1B1-3624EB56933B}">
      <dgm:prSet/>
      <dgm:spPr/>
      <dgm:t>
        <a:bodyPr/>
        <a:lstStyle/>
        <a:p>
          <a:r>
            <a:rPr lang="uk-UA" b="0" i="0"/>
            <a:t>допомога держави процесу колгоспного будівництва та вдосконалення агротехніки та агрокультури</a:t>
          </a:r>
          <a:endParaRPr lang="uk-UA"/>
        </a:p>
      </dgm:t>
    </dgm:pt>
    <dgm:pt modelId="{D0834479-55FE-4E91-89B8-87B4A96DD002}" type="parTrans" cxnId="{A8E67508-1A0C-484D-B720-5E6A588CB3C6}">
      <dgm:prSet/>
      <dgm:spPr/>
      <dgm:t>
        <a:bodyPr/>
        <a:lstStyle/>
        <a:p>
          <a:endParaRPr lang="uk-UA"/>
        </a:p>
      </dgm:t>
    </dgm:pt>
    <dgm:pt modelId="{09898FF5-4B07-4889-B4CF-41E63C6C70A0}" type="sibTrans" cxnId="{A8E67508-1A0C-484D-B720-5E6A588CB3C6}">
      <dgm:prSet/>
      <dgm:spPr/>
      <dgm:t>
        <a:bodyPr/>
        <a:lstStyle/>
        <a:p>
          <a:endParaRPr lang="uk-UA"/>
        </a:p>
      </dgm:t>
    </dgm:pt>
    <dgm:pt modelId="{33126BD4-0481-4A7E-8BEB-F10B883F915A}">
      <dgm:prSet/>
      <dgm:spPr/>
      <dgm:t>
        <a:bodyPr/>
        <a:lstStyle/>
        <a:p>
          <a:r>
            <a:rPr lang="uk-UA" b="0" i="0"/>
            <a:t>подолання продовольчої кризи в країні, заміна екстенсивного сільськогосподарського виробництва інтенсивним</a:t>
          </a:r>
          <a:endParaRPr lang="uk-UA"/>
        </a:p>
      </dgm:t>
    </dgm:pt>
    <dgm:pt modelId="{0995B185-254C-4447-8513-60DFB0E04D95}" type="parTrans" cxnId="{E9E012B4-BB79-43E9-943C-FB3D8069F118}">
      <dgm:prSet/>
      <dgm:spPr/>
      <dgm:t>
        <a:bodyPr/>
        <a:lstStyle/>
        <a:p>
          <a:endParaRPr lang="uk-UA"/>
        </a:p>
      </dgm:t>
    </dgm:pt>
    <dgm:pt modelId="{AEDC2776-AB46-40D6-B2A0-77E327F33954}" type="sibTrans" cxnId="{E9E012B4-BB79-43E9-943C-FB3D8069F118}">
      <dgm:prSet/>
      <dgm:spPr/>
      <dgm:t>
        <a:bodyPr/>
        <a:lstStyle/>
        <a:p>
          <a:endParaRPr lang="uk-UA"/>
        </a:p>
      </dgm:t>
    </dgm:pt>
    <dgm:pt modelId="{41C7A039-C628-4B95-8BD8-8F3B57337E99}" type="pres">
      <dgm:prSet presAssocID="{9608977A-F61C-42BC-A960-91150AD393A1}" presName="linear" presStyleCnt="0">
        <dgm:presLayoutVars>
          <dgm:animLvl val="lvl"/>
          <dgm:resizeHandles val="exact"/>
        </dgm:presLayoutVars>
      </dgm:prSet>
      <dgm:spPr/>
    </dgm:pt>
    <dgm:pt modelId="{8ED097E6-0F99-4D94-9A27-924A9B2D54FA}" type="pres">
      <dgm:prSet presAssocID="{FACFD699-903C-4618-9741-2BB7E31F57E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EF11ABE-69DC-47CE-90A0-D23A71B78E11}" type="pres">
      <dgm:prSet presAssocID="{93AC4CD5-98BC-4C55-8519-B57E72D5FB62}" presName="spacer" presStyleCnt="0"/>
      <dgm:spPr/>
    </dgm:pt>
    <dgm:pt modelId="{DE6C1C96-6113-4FB6-8915-2110CF3512BC}" type="pres">
      <dgm:prSet presAssocID="{E537C176-5248-4DC6-AFAD-F00A3018E79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F046B47-526B-401B-80CB-CF82AC480C0F}" type="pres">
      <dgm:prSet presAssocID="{126C2F6F-7291-4455-B082-4E3488638C4F}" presName="spacer" presStyleCnt="0"/>
      <dgm:spPr/>
    </dgm:pt>
    <dgm:pt modelId="{B15DFD69-3D9B-4C1A-BC6D-55FE26B3DCE9}" type="pres">
      <dgm:prSet presAssocID="{4BE17348-500C-405F-A1B1-3624EB56933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8734584-373D-477E-A38B-1E6A4F526553}" type="pres">
      <dgm:prSet presAssocID="{09898FF5-4B07-4889-B4CF-41E63C6C70A0}" presName="spacer" presStyleCnt="0"/>
      <dgm:spPr/>
    </dgm:pt>
    <dgm:pt modelId="{9CCB75AF-C11B-4AA7-9B92-C056E0883EE1}" type="pres">
      <dgm:prSet presAssocID="{33126BD4-0481-4A7E-8BEB-F10B883F915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8E67508-1A0C-484D-B720-5E6A588CB3C6}" srcId="{9608977A-F61C-42BC-A960-91150AD393A1}" destId="{4BE17348-500C-405F-A1B1-3624EB56933B}" srcOrd="2" destOrd="0" parTransId="{D0834479-55FE-4E91-89B8-87B4A96DD002}" sibTransId="{09898FF5-4B07-4889-B4CF-41E63C6C70A0}"/>
    <dgm:cxn modelId="{2FF58939-1685-498C-8BE2-F725F89E9AB7}" srcId="{9608977A-F61C-42BC-A960-91150AD393A1}" destId="{E537C176-5248-4DC6-AFAD-F00A3018E798}" srcOrd="1" destOrd="0" parTransId="{D57C9E7E-FD06-4605-9089-16F0E2D7208D}" sibTransId="{126C2F6F-7291-4455-B082-4E3488638C4F}"/>
    <dgm:cxn modelId="{B34B0C49-FB90-4F73-BF3C-B8C6E4FA78C9}" type="presOf" srcId="{4BE17348-500C-405F-A1B1-3624EB56933B}" destId="{B15DFD69-3D9B-4C1A-BC6D-55FE26B3DCE9}" srcOrd="0" destOrd="0" presId="urn:microsoft.com/office/officeart/2005/8/layout/vList2"/>
    <dgm:cxn modelId="{6F18BE72-424B-44C8-8B75-40ABFA825BC5}" type="presOf" srcId="{9608977A-F61C-42BC-A960-91150AD393A1}" destId="{41C7A039-C628-4B95-8BD8-8F3B57337E99}" srcOrd="0" destOrd="0" presId="urn:microsoft.com/office/officeart/2005/8/layout/vList2"/>
    <dgm:cxn modelId="{B272FCA0-9A1D-4205-9386-1EFE6297EE2A}" srcId="{9608977A-F61C-42BC-A960-91150AD393A1}" destId="{FACFD699-903C-4618-9741-2BB7E31F57EB}" srcOrd="0" destOrd="0" parTransId="{FFA2BF67-597F-4C77-9EBF-0205B014C5A1}" sibTransId="{93AC4CD5-98BC-4C55-8519-B57E72D5FB62}"/>
    <dgm:cxn modelId="{40769EB2-9B44-49B6-9436-60E2A6DFC63E}" type="presOf" srcId="{E537C176-5248-4DC6-AFAD-F00A3018E798}" destId="{DE6C1C96-6113-4FB6-8915-2110CF3512BC}" srcOrd="0" destOrd="0" presId="urn:microsoft.com/office/officeart/2005/8/layout/vList2"/>
    <dgm:cxn modelId="{E9E012B4-BB79-43E9-943C-FB3D8069F118}" srcId="{9608977A-F61C-42BC-A960-91150AD393A1}" destId="{33126BD4-0481-4A7E-8BEB-F10B883F915A}" srcOrd="3" destOrd="0" parTransId="{0995B185-254C-4447-8513-60DFB0E04D95}" sibTransId="{AEDC2776-AB46-40D6-B2A0-77E327F33954}"/>
    <dgm:cxn modelId="{B3245EBA-A912-4637-9AAE-E971C0AE25D3}" type="presOf" srcId="{FACFD699-903C-4618-9741-2BB7E31F57EB}" destId="{8ED097E6-0F99-4D94-9A27-924A9B2D54FA}" srcOrd="0" destOrd="0" presId="urn:microsoft.com/office/officeart/2005/8/layout/vList2"/>
    <dgm:cxn modelId="{F01A4AF9-2B80-4B1C-9940-CF488A37DD2D}" type="presOf" srcId="{33126BD4-0481-4A7E-8BEB-F10B883F915A}" destId="{9CCB75AF-C11B-4AA7-9B92-C056E0883EE1}" srcOrd="0" destOrd="0" presId="urn:microsoft.com/office/officeart/2005/8/layout/vList2"/>
    <dgm:cxn modelId="{C05570F5-D5EA-4C51-93DF-1FBB28FDFEF3}" type="presParOf" srcId="{41C7A039-C628-4B95-8BD8-8F3B57337E99}" destId="{8ED097E6-0F99-4D94-9A27-924A9B2D54FA}" srcOrd="0" destOrd="0" presId="urn:microsoft.com/office/officeart/2005/8/layout/vList2"/>
    <dgm:cxn modelId="{1B6C084B-584C-4C19-8944-E455B4541CC9}" type="presParOf" srcId="{41C7A039-C628-4B95-8BD8-8F3B57337E99}" destId="{EEF11ABE-69DC-47CE-90A0-D23A71B78E11}" srcOrd="1" destOrd="0" presId="urn:microsoft.com/office/officeart/2005/8/layout/vList2"/>
    <dgm:cxn modelId="{D4C579F7-FC4A-475F-A584-E8183AB287D1}" type="presParOf" srcId="{41C7A039-C628-4B95-8BD8-8F3B57337E99}" destId="{DE6C1C96-6113-4FB6-8915-2110CF3512BC}" srcOrd="2" destOrd="0" presId="urn:microsoft.com/office/officeart/2005/8/layout/vList2"/>
    <dgm:cxn modelId="{F7B86D65-E6F6-4AF0-A9DA-438823894125}" type="presParOf" srcId="{41C7A039-C628-4B95-8BD8-8F3B57337E99}" destId="{2F046B47-526B-401B-80CB-CF82AC480C0F}" srcOrd="3" destOrd="0" presId="urn:microsoft.com/office/officeart/2005/8/layout/vList2"/>
    <dgm:cxn modelId="{D59462B5-1A11-4777-97E9-2F5451355096}" type="presParOf" srcId="{41C7A039-C628-4B95-8BD8-8F3B57337E99}" destId="{B15DFD69-3D9B-4C1A-BC6D-55FE26B3DCE9}" srcOrd="4" destOrd="0" presId="urn:microsoft.com/office/officeart/2005/8/layout/vList2"/>
    <dgm:cxn modelId="{815C9477-44F5-4EC2-83B2-B242857DF654}" type="presParOf" srcId="{41C7A039-C628-4B95-8BD8-8F3B57337E99}" destId="{78734584-373D-477E-A38B-1E6A4F526553}" srcOrd="5" destOrd="0" presId="urn:microsoft.com/office/officeart/2005/8/layout/vList2"/>
    <dgm:cxn modelId="{B7783244-89D7-4CB3-9C05-A16F6E7D5F93}" type="presParOf" srcId="{41C7A039-C628-4B95-8BD8-8F3B57337E99}" destId="{9CCB75AF-C11B-4AA7-9B92-C056E0883EE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305AFA1-4257-4BFB-BAB2-E0E4CF328D0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90CA250-8564-4841-8E30-77B8A1EC6118}">
      <dgm:prSet/>
      <dgm:spPr/>
      <dgm:t>
        <a:bodyPr/>
        <a:lstStyle/>
        <a:p>
          <a:r>
            <a:rPr lang="uk-UA" b="0" i="0"/>
            <a:t>причин.</a:t>
          </a:r>
          <a:endParaRPr lang="uk-UA"/>
        </a:p>
      </dgm:t>
    </dgm:pt>
    <dgm:pt modelId="{8657873C-C253-430F-BE78-06A1F3D2F4D9}" type="parTrans" cxnId="{6687F3F8-5161-49E3-A112-6B6F76208045}">
      <dgm:prSet/>
      <dgm:spPr/>
      <dgm:t>
        <a:bodyPr/>
        <a:lstStyle/>
        <a:p>
          <a:endParaRPr lang="uk-UA"/>
        </a:p>
      </dgm:t>
    </dgm:pt>
    <dgm:pt modelId="{0A62DEA5-E240-463F-A857-A0C06077627D}" type="sibTrans" cxnId="{6687F3F8-5161-49E3-A112-6B6F76208045}">
      <dgm:prSet/>
      <dgm:spPr/>
      <dgm:t>
        <a:bodyPr/>
        <a:lstStyle/>
        <a:p>
          <a:endParaRPr lang="uk-UA"/>
        </a:p>
      </dgm:t>
    </dgm:pt>
    <dgm:pt modelId="{154639B5-5BFC-49F8-A441-D55A96FE1C4C}">
      <dgm:prSet/>
      <dgm:spPr/>
      <dgm:t>
        <a:bodyPr/>
        <a:lstStyle/>
        <a:p>
          <a:r>
            <a:rPr lang="uk-UA" b="0" i="0"/>
            <a:t>передумов.</a:t>
          </a:r>
          <a:endParaRPr lang="uk-UA"/>
        </a:p>
      </dgm:t>
    </dgm:pt>
    <dgm:pt modelId="{F273CACE-6FE6-4673-8C57-80D462CD203E}" type="parTrans" cxnId="{CEEA17A8-480A-4CA2-8E0F-D2BC073B8409}">
      <dgm:prSet/>
      <dgm:spPr/>
      <dgm:t>
        <a:bodyPr/>
        <a:lstStyle/>
        <a:p>
          <a:endParaRPr lang="uk-UA"/>
        </a:p>
      </dgm:t>
    </dgm:pt>
    <dgm:pt modelId="{1C69BB40-BCFE-4A58-98BE-988B7ED9510A}" type="sibTrans" cxnId="{CEEA17A8-480A-4CA2-8E0F-D2BC073B8409}">
      <dgm:prSet/>
      <dgm:spPr/>
      <dgm:t>
        <a:bodyPr/>
        <a:lstStyle/>
        <a:p>
          <a:endParaRPr lang="uk-UA"/>
        </a:p>
      </dgm:t>
    </dgm:pt>
    <dgm:pt modelId="{37340258-2123-4662-9982-2356220E020A}">
      <dgm:prSet/>
      <dgm:spPr/>
      <dgm:t>
        <a:bodyPr/>
        <a:lstStyle/>
        <a:p>
          <a:r>
            <a:rPr lang="uk-UA" b="0" i="0"/>
            <a:t>значення.</a:t>
          </a:r>
          <a:endParaRPr lang="uk-UA"/>
        </a:p>
      </dgm:t>
    </dgm:pt>
    <dgm:pt modelId="{538ADB2C-527F-4EDC-B16A-CD05F2BC6527}" type="parTrans" cxnId="{0A61D3B3-A1A2-45ED-951A-AE9188AEAAC4}">
      <dgm:prSet/>
      <dgm:spPr/>
      <dgm:t>
        <a:bodyPr/>
        <a:lstStyle/>
        <a:p>
          <a:endParaRPr lang="uk-UA"/>
        </a:p>
      </dgm:t>
    </dgm:pt>
    <dgm:pt modelId="{91C57058-97EC-4C27-8FBC-E605FC89D07D}" type="sibTrans" cxnId="{0A61D3B3-A1A2-45ED-951A-AE9188AEAAC4}">
      <dgm:prSet/>
      <dgm:spPr/>
      <dgm:t>
        <a:bodyPr/>
        <a:lstStyle/>
        <a:p>
          <a:endParaRPr lang="uk-UA"/>
        </a:p>
      </dgm:t>
    </dgm:pt>
    <dgm:pt modelId="{E980F83D-C392-4A44-951A-AD197F292A35}">
      <dgm:prSet/>
      <dgm:spPr/>
      <dgm:t>
        <a:bodyPr/>
        <a:lstStyle/>
        <a:p>
          <a:r>
            <a:rPr lang="uk-UA" b="0" i="0"/>
            <a:t>мети.</a:t>
          </a:r>
          <a:endParaRPr lang="uk-UA"/>
        </a:p>
      </dgm:t>
    </dgm:pt>
    <dgm:pt modelId="{E1FE2C8C-C153-4E02-B6B0-3B9908DC991F}" type="parTrans" cxnId="{3F2E50F7-C032-4709-89D1-8DF1F04EEFB5}">
      <dgm:prSet/>
      <dgm:spPr/>
      <dgm:t>
        <a:bodyPr/>
        <a:lstStyle/>
        <a:p>
          <a:endParaRPr lang="uk-UA"/>
        </a:p>
      </dgm:t>
    </dgm:pt>
    <dgm:pt modelId="{14DE4664-3000-4846-BADD-114AC1E48915}" type="sibTrans" cxnId="{3F2E50F7-C032-4709-89D1-8DF1F04EEFB5}">
      <dgm:prSet/>
      <dgm:spPr/>
      <dgm:t>
        <a:bodyPr/>
        <a:lstStyle/>
        <a:p>
          <a:endParaRPr lang="uk-UA"/>
        </a:p>
      </dgm:t>
    </dgm:pt>
    <dgm:pt modelId="{040AFB02-4DFB-457D-B024-95D3F5302E98}" type="pres">
      <dgm:prSet presAssocID="{7305AFA1-4257-4BFB-BAB2-E0E4CF328D0A}" presName="linearFlow" presStyleCnt="0">
        <dgm:presLayoutVars>
          <dgm:dir/>
          <dgm:resizeHandles val="exact"/>
        </dgm:presLayoutVars>
      </dgm:prSet>
      <dgm:spPr/>
    </dgm:pt>
    <dgm:pt modelId="{54CD0273-744F-4BDB-AAA9-2633869ADC89}" type="pres">
      <dgm:prSet presAssocID="{D90CA250-8564-4841-8E30-77B8A1EC6118}" presName="composite" presStyleCnt="0"/>
      <dgm:spPr/>
    </dgm:pt>
    <dgm:pt modelId="{7B66C8BA-64F8-4C01-BE06-756A4B26BD1D}" type="pres">
      <dgm:prSet presAssocID="{D90CA250-8564-4841-8E30-77B8A1EC6118}" presName="imgShp" presStyleLbl="fgImgPlace1" presStyleIdx="0" presStyleCnt="4"/>
      <dgm:spPr/>
    </dgm:pt>
    <dgm:pt modelId="{B7E87E43-D8F0-4201-B91B-D0023172A50E}" type="pres">
      <dgm:prSet presAssocID="{D90CA250-8564-4841-8E30-77B8A1EC6118}" presName="txShp" presStyleLbl="node1" presStyleIdx="0" presStyleCnt="4">
        <dgm:presLayoutVars>
          <dgm:bulletEnabled val="1"/>
        </dgm:presLayoutVars>
      </dgm:prSet>
      <dgm:spPr/>
    </dgm:pt>
    <dgm:pt modelId="{75EA37AD-2669-45CB-95CE-276B9BB57195}" type="pres">
      <dgm:prSet presAssocID="{0A62DEA5-E240-463F-A857-A0C06077627D}" presName="spacing" presStyleCnt="0"/>
      <dgm:spPr/>
    </dgm:pt>
    <dgm:pt modelId="{751F38CE-37A5-4B63-A0EF-BB97B93D184F}" type="pres">
      <dgm:prSet presAssocID="{154639B5-5BFC-49F8-A441-D55A96FE1C4C}" presName="composite" presStyleCnt="0"/>
      <dgm:spPr/>
    </dgm:pt>
    <dgm:pt modelId="{63A0EBDF-71D6-4426-9BF6-C4393C730D58}" type="pres">
      <dgm:prSet presAssocID="{154639B5-5BFC-49F8-A441-D55A96FE1C4C}" presName="imgShp" presStyleLbl="fgImgPlace1" presStyleIdx="1" presStyleCnt="4"/>
      <dgm:spPr/>
    </dgm:pt>
    <dgm:pt modelId="{524F45E6-E01F-402A-914A-D50298B93743}" type="pres">
      <dgm:prSet presAssocID="{154639B5-5BFC-49F8-A441-D55A96FE1C4C}" presName="txShp" presStyleLbl="node1" presStyleIdx="1" presStyleCnt="4">
        <dgm:presLayoutVars>
          <dgm:bulletEnabled val="1"/>
        </dgm:presLayoutVars>
      </dgm:prSet>
      <dgm:spPr/>
    </dgm:pt>
    <dgm:pt modelId="{F3B70460-5ED0-41B6-962A-C2A0C4D7D760}" type="pres">
      <dgm:prSet presAssocID="{1C69BB40-BCFE-4A58-98BE-988B7ED9510A}" presName="spacing" presStyleCnt="0"/>
      <dgm:spPr/>
    </dgm:pt>
    <dgm:pt modelId="{7EE914D2-DD0C-4F46-9D72-71EE2784E43F}" type="pres">
      <dgm:prSet presAssocID="{37340258-2123-4662-9982-2356220E020A}" presName="composite" presStyleCnt="0"/>
      <dgm:spPr/>
    </dgm:pt>
    <dgm:pt modelId="{EBD2ECFB-70EF-4109-B449-82071A23B32B}" type="pres">
      <dgm:prSet presAssocID="{37340258-2123-4662-9982-2356220E020A}" presName="imgShp" presStyleLbl="fgImgPlace1" presStyleIdx="2" presStyleCnt="4"/>
      <dgm:spPr/>
    </dgm:pt>
    <dgm:pt modelId="{567335CE-FE08-4EF1-B204-D09DDA4DAE35}" type="pres">
      <dgm:prSet presAssocID="{37340258-2123-4662-9982-2356220E020A}" presName="txShp" presStyleLbl="node1" presStyleIdx="2" presStyleCnt="4">
        <dgm:presLayoutVars>
          <dgm:bulletEnabled val="1"/>
        </dgm:presLayoutVars>
      </dgm:prSet>
      <dgm:spPr/>
    </dgm:pt>
    <dgm:pt modelId="{0BA29CF0-F62B-466F-9DA5-C1C9CA07407C}" type="pres">
      <dgm:prSet presAssocID="{91C57058-97EC-4C27-8FBC-E605FC89D07D}" presName="spacing" presStyleCnt="0"/>
      <dgm:spPr/>
    </dgm:pt>
    <dgm:pt modelId="{B5AC9F6A-391F-4CC1-B87E-5C6CDC93A50B}" type="pres">
      <dgm:prSet presAssocID="{E980F83D-C392-4A44-951A-AD197F292A35}" presName="composite" presStyleCnt="0"/>
      <dgm:spPr/>
    </dgm:pt>
    <dgm:pt modelId="{28665278-C739-43E3-856D-4ED3A54D8FA3}" type="pres">
      <dgm:prSet presAssocID="{E980F83D-C392-4A44-951A-AD197F292A35}" presName="imgShp" presStyleLbl="fgImgPlace1" presStyleIdx="3" presStyleCnt="4"/>
      <dgm:spPr/>
    </dgm:pt>
    <dgm:pt modelId="{422C701F-774A-4F79-AC07-18A9FAEA99E6}" type="pres">
      <dgm:prSet presAssocID="{E980F83D-C392-4A44-951A-AD197F292A35}" presName="txShp" presStyleLbl="node1" presStyleIdx="3" presStyleCnt="4">
        <dgm:presLayoutVars>
          <dgm:bulletEnabled val="1"/>
        </dgm:presLayoutVars>
      </dgm:prSet>
      <dgm:spPr/>
    </dgm:pt>
  </dgm:ptLst>
  <dgm:cxnLst>
    <dgm:cxn modelId="{1662C460-5BF4-4340-A60E-F225EC0AF5AD}" type="presOf" srcId="{37340258-2123-4662-9982-2356220E020A}" destId="{567335CE-FE08-4EF1-B204-D09DDA4DAE35}" srcOrd="0" destOrd="0" presId="urn:microsoft.com/office/officeart/2005/8/layout/vList3"/>
    <dgm:cxn modelId="{4D38266C-FE66-4DA3-B106-873899044267}" type="presOf" srcId="{7305AFA1-4257-4BFB-BAB2-E0E4CF328D0A}" destId="{040AFB02-4DFB-457D-B024-95D3F5302E98}" srcOrd="0" destOrd="0" presId="urn:microsoft.com/office/officeart/2005/8/layout/vList3"/>
    <dgm:cxn modelId="{9121E86F-0C9B-4C6F-B1ED-C22F4AC94B37}" type="presOf" srcId="{154639B5-5BFC-49F8-A441-D55A96FE1C4C}" destId="{524F45E6-E01F-402A-914A-D50298B93743}" srcOrd="0" destOrd="0" presId="urn:microsoft.com/office/officeart/2005/8/layout/vList3"/>
    <dgm:cxn modelId="{3FCF8B76-E821-4F14-ACFE-F61F778CD90E}" type="presOf" srcId="{D90CA250-8564-4841-8E30-77B8A1EC6118}" destId="{B7E87E43-D8F0-4201-B91B-D0023172A50E}" srcOrd="0" destOrd="0" presId="urn:microsoft.com/office/officeart/2005/8/layout/vList3"/>
    <dgm:cxn modelId="{CEEA17A8-480A-4CA2-8E0F-D2BC073B8409}" srcId="{7305AFA1-4257-4BFB-BAB2-E0E4CF328D0A}" destId="{154639B5-5BFC-49F8-A441-D55A96FE1C4C}" srcOrd="1" destOrd="0" parTransId="{F273CACE-6FE6-4673-8C57-80D462CD203E}" sibTransId="{1C69BB40-BCFE-4A58-98BE-988B7ED9510A}"/>
    <dgm:cxn modelId="{0A61D3B3-A1A2-45ED-951A-AE9188AEAAC4}" srcId="{7305AFA1-4257-4BFB-BAB2-E0E4CF328D0A}" destId="{37340258-2123-4662-9982-2356220E020A}" srcOrd="2" destOrd="0" parTransId="{538ADB2C-527F-4EDC-B16A-CD05F2BC6527}" sibTransId="{91C57058-97EC-4C27-8FBC-E605FC89D07D}"/>
    <dgm:cxn modelId="{F54372D3-28B9-41B1-B9B1-44D15FF5044B}" type="presOf" srcId="{E980F83D-C392-4A44-951A-AD197F292A35}" destId="{422C701F-774A-4F79-AC07-18A9FAEA99E6}" srcOrd="0" destOrd="0" presId="urn:microsoft.com/office/officeart/2005/8/layout/vList3"/>
    <dgm:cxn modelId="{3F2E50F7-C032-4709-89D1-8DF1F04EEFB5}" srcId="{7305AFA1-4257-4BFB-BAB2-E0E4CF328D0A}" destId="{E980F83D-C392-4A44-951A-AD197F292A35}" srcOrd="3" destOrd="0" parTransId="{E1FE2C8C-C153-4E02-B6B0-3B9908DC991F}" sibTransId="{14DE4664-3000-4846-BADD-114AC1E48915}"/>
    <dgm:cxn modelId="{6687F3F8-5161-49E3-A112-6B6F76208045}" srcId="{7305AFA1-4257-4BFB-BAB2-E0E4CF328D0A}" destId="{D90CA250-8564-4841-8E30-77B8A1EC6118}" srcOrd="0" destOrd="0" parTransId="{8657873C-C253-430F-BE78-06A1F3D2F4D9}" sibTransId="{0A62DEA5-E240-463F-A857-A0C06077627D}"/>
    <dgm:cxn modelId="{D6125EAF-2CFC-4A17-A60E-72203571D933}" type="presParOf" srcId="{040AFB02-4DFB-457D-B024-95D3F5302E98}" destId="{54CD0273-744F-4BDB-AAA9-2633869ADC89}" srcOrd="0" destOrd="0" presId="urn:microsoft.com/office/officeart/2005/8/layout/vList3"/>
    <dgm:cxn modelId="{34E9C650-BD1E-4648-9E90-BAD2D6F73D40}" type="presParOf" srcId="{54CD0273-744F-4BDB-AAA9-2633869ADC89}" destId="{7B66C8BA-64F8-4C01-BE06-756A4B26BD1D}" srcOrd="0" destOrd="0" presId="urn:microsoft.com/office/officeart/2005/8/layout/vList3"/>
    <dgm:cxn modelId="{DA10E74A-447F-4770-AE68-FA12B0B36D02}" type="presParOf" srcId="{54CD0273-744F-4BDB-AAA9-2633869ADC89}" destId="{B7E87E43-D8F0-4201-B91B-D0023172A50E}" srcOrd="1" destOrd="0" presId="urn:microsoft.com/office/officeart/2005/8/layout/vList3"/>
    <dgm:cxn modelId="{E11E628F-C46D-440A-8AE2-D218E1D7D16E}" type="presParOf" srcId="{040AFB02-4DFB-457D-B024-95D3F5302E98}" destId="{75EA37AD-2669-45CB-95CE-276B9BB57195}" srcOrd="1" destOrd="0" presId="urn:microsoft.com/office/officeart/2005/8/layout/vList3"/>
    <dgm:cxn modelId="{4367438E-901F-4AE9-AAEE-F444DB1BD900}" type="presParOf" srcId="{040AFB02-4DFB-457D-B024-95D3F5302E98}" destId="{751F38CE-37A5-4B63-A0EF-BB97B93D184F}" srcOrd="2" destOrd="0" presId="urn:microsoft.com/office/officeart/2005/8/layout/vList3"/>
    <dgm:cxn modelId="{FF0C5A2C-1306-4D86-86E5-3EE7B89D44C0}" type="presParOf" srcId="{751F38CE-37A5-4B63-A0EF-BB97B93D184F}" destId="{63A0EBDF-71D6-4426-9BF6-C4393C730D58}" srcOrd="0" destOrd="0" presId="urn:microsoft.com/office/officeart/2005/8/layout/vList3"/>
    <dgm:cxn modelId="{4C15D877-8950-40D3-A5A0-A7965ACB0802}" type="presParOf" srcId="{751F38CE-37A5-4B63-A0EF-BB97B93D184F}" destId="{524F45E6-E01F-402A-914A-D50298B93743}" srcOrd="1" destOrd="0" presId="urn:microsoft.com/office/officeart/2005/8/layout/vList3"/>
    <dgm:cxn modelId="{4910FBC0-2BB7-4D65-AE5D-C02A9183753A}" type="presParOf" srcId="{040AFB02-4DFB-457D-B024-95D3F5302E98}" destId="{F3B70460-5ED0-41B6-962A-C2A0C4D7D760}" srcOrd="3" destOrd="0" presId="urn:microsoft.com/office/officeart/2005/8/layout/vList3"/>
    <dgm:cxn modelId="{DA74D6AF-0307-47CD-8B62-B6306EC526DC}" type="presParOf" srcId="{040AFB02-4DFB-457D-B024-95D3F5302E98}" destId="{7EE914D2-DD0C-4F46-9D72-71EE2784E43F}" srcOrd="4" destOrd="0" presId="urn:microsoft.com/office/officeart/2005/8/layout/vList3"/>
    <dgm:cxn modelId="{6A53F544-1D96-4859-AC0B-0F8BA9971E08}" type="presParOf" srcId="{7EE914D2-DD0C-4F46-9D72-71EE2784E43F}" destId="{EBD2ECFB-70EF-4109-B449-82071A23B32B}" srcOrd="0" destOrd="0" presId="urn:microsoft.com/office/officeart/2005/8/layout/vList3"/>
    <dgm:cxn modelId="{C09200E1-621F-4B7A-B4E6-20BD831E21A6}" type="presParOf" srcId="{7EE914D2-DD0C-4F46-9D72-71EE2784E43F}" destId="{567335CE-FE08-4EF1-B204-D09DDA4DAE35}" srcOrd="1" destOrd="0" presId="urn:microsoft.com/office/officeart/2005/8/layout/vList3"/>
    <dgm:cxn modelId="{16C9BBB5-D37B-4A96-89C1-4CD306F06720}" type="presParOf" srcId="{040AFB02-4DFB-457D-B024-95D3F5302E98}" destId="{0BA29CF0-F62B-466F-9DA5-C1C9CA07407C}" srcOrd="5" destOrd="0" presId="urn:microsoft.com/office/officeart/2005/8/layout/vList3"/>
    <dgm:cxn modelId="{100952FF-B6D7-4486-804F-EFC37412F693}" type="presParOf" srcId="{040AFB02-4DFB-457D-B024-95D3F5302E98}" destId="{B5AC9F6A-391F-4CC1-B87E-5C6CDC93A50B}" srcOrd="6" destOrd="0" presId="urn:microsoft.com/office/officeart/2005/8/layout/vList3"/>
    <dgm:cxn modelId="{213EE32A-C163-4B80-A2F4-39859BE82BD6}" type="presParOf" srcId="{B5AC9F6A-391F-4CC1-B87E-5C6CDC93A50B}" destId="{28665278-C739-43E3-856D-4ED3A54D8FA3}" srcOrd="0" destOrd="0" presId="urn:microsoft.com/office/officeart/2005/8/layout/vList3"/>
    <dgm:cxn modelId="{6159457D-539F-4663-9507-6DDEF4775A2B}" type="presParOf" srcId="{B5AC9F6A-391F-4CC1-B87E-5C6CDC93A50B}" destId="{422C701F-774A-4F79-AC07-18A9FAEA99E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572FBC4-B795-4AA7-AE94-49E9DF042C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C23EB03-C617-4FCC-99CA-8EC7A17F100D}">
      <dgm:prSet/>
      <dgm:spPr/>
      <dgm:t>
        <a:bodyPr/>
        <a:lstStyle/>
        <a:p>
          <a:r>
            <a:rPr lang="ru-RU" b="0" i="0"/>
            <a:t>«червоний терор»</a:t>
          </a:r>
          <a:endParaRPr lang="uk-UA"/>
        </a:p>
      </dgm:t>
    </dgm:pt>
    <dgm:pt modelId="{6A91B90D-14F2-46CE-91A7-D66A3B6E8A9C}" type="parTrans" cxnId="{8AF97019-165E-4B30-81A7-596E09EB0410}">
      <dgm:prSet/>
      <dgm:spPr/>
      <dgm:t>
        <a:bodyPr/>
        <a:lstStyle/>
        <a:p>
          <a:endParaRPr lang="uk-UA"/>
        </a:p>
      </dgm:t>
    </dgm:pt>
    <dgm:pt modelId="{8E257AE4-3898-446E-8C79-A0E1093C2635}" type="sibTrans" cxnId="{8AF97019-165E-4B30-81A7-596E09EB0410}">
      <dgm:prSet/>
      <dgm:spPr/>
      <dgm:t>
        <a:bodyPr/>
        <a:lstStyle/>
        <a:p>
          <a:endParaRPr lang="uk-UA"/>
        </a:p>
      </dgm:t>
    </dgm:pt>
    <dgm:pt modelId="{CCFF3A66-A98A-44A4-B022-373FC330B06A}">
      <dgm:prSet/>
      <dgm:spPr/>
      <dgm:t>
        <a:bodyPr/>
        <a:lstStyle/>
        <a:p>
          <a:r>
            <a:rPr lang="ru-RU" b="0" i="0"/>
            <a:t>Голодомор</a:t>
          </a:r>
          <a:endParaRPr lang="uk-UA"/>
        </a:p>
      </dgm:t>
    </dgm:pt>
    <dgm:pt modelId="{68B5A2B8-FC66-4FD7-AE0F-09E1EC481EFC}" type="parTrans" cxnId="{B5BB8EE3-FB47-4862-9173-7E0E0D8C28AB}">
      <dgm:prSet/>
      <dgm:spPr/>
      <dgm:t>
        <a:bodyPr/>
        <a:lstStyle/>
        <a:p>
          <a:endParaRPr lang="uk-UA"/>
        </a:p>
      </dgm:t>
    </dgm:pt>
    <dgm:pt modelId="{36384EAE-A867-4A2C-ABE3-08FB12527C6D}" type="sibTrans" cxnId="{B5BB8EE3-FB47-4862-9173-7E0E0D8C28AB}">
      <dgm:prSet/>
      <dgm:spPr/>
      <dgm:t>
        <a:bodyPr/>
        <a:lstStyle/>
        <a:p>
          <a:endParaRPr lang="uk-UA"/>
        </a:p>
      </dgm:t>
    </dgm:pt>
    <dgm:pt modelId="{1DD7F51E-0362-4C90-A33C-85C9E93FE9C9}">
      <dgm:prSet/>
      <dgm:spPr/>
      <dgm:t>
        <a:bodyPr/>
        <a:lstStyle/>
        <a:p>
          <a:r>
            <a:rPr lang="ru-RU" b="0" i="0"/>
            <a:t>«Великий терор»</a:t>
          </a:r>
          <a:endParaRPr lang="uk-UA"/>
        </a:p>
      </dgm:t>
    </dgm:pt>
    <dgm:pt modelId="{74F10CA9-7CF5-4930-BCB8-A0B5828D3505}" type="parTrans" cxnId="{9EE0275D-0555-4606-BD9A-799E8D050AF3}">
      <dgm:prSet/>
      <dgm:spPr/>
      <dgm:t>
        <a:bodyPr/>
        <a:lstStyle/>
        <a:p>
          <a:endParaRPr lang="uk-UA"/>
        </a:p>
      </dgm:t>
    </dgm:pt>
    <dgm:pt modelId="{CEFF10BD-45F9-47EB-A57B-5DF43E562B45}" type="sibTrans" cxnId="{9EE0275D-0555-4606-BD9A-799E8D050AF3}">
      <dgm:prSet/>
      <dgm:spPr/>
      <dgm:t>
        <a:bodyPr/>
        <a:lstStyle/>
        <a:p>
          <a:endParaRPr lang="uk-UA"/>
        </a:p>
      </dgm:t>
    </dgm:pt>
    <dgm:pt modelId="{237B7D72-A00E-415C-B63A-3AF301361D1F}">
      <dgm:prSet/>
      <dgm:spPr/>
      <dgm:t>
        <a:bodyPr/>
        <a:lstStyle/>
        <a:p>
          <a:r>
            <a:rPr lang="ru-RU" b="0" i="0"/>
            <a:t>«радянізація» Західної України</a:t>
          </a:r>
          <a:endParaRPr lang="uk-UA"/>
        </a:p>
      </dgm:t>
    </dgm:pt>
    <dgm:pt modelId="{C35CC4D7-9C63-4EC1-BE39-FF7F136C2102}" type="parTrans" cxnId="{D3D1AFDB-7354-4EF5-BC25-A61D7809D173}">
      <dgm:prSet/>
      <dgm:spPr/>
      <dgm:t>
        <a:bodyPr/>
        <a:lstStyle/>
        <a:p>
          <a:endParaRPr lang="uk-UA"/>
        </a:p>
      </dgm:t>
    </dgm:pt>
    <dgm:pt modelId="{6B6C24F6-2E11-446D-A08B-BF1F07B81790}" type="sibTrans" cxnId="{D3D1AFDB-7354-4EF5-BC25-A61D7809D173}">
      <dgm:prSet/>
      <dgm:spPr/>
      <dgm:t>
        <a:bodyPr/>
        <a:lstStyle/>
        <a:p>
          <a:endParaRPr lang="uk-UA"/>
        </a:p>
      </dgm:t>
    </dgm:pt>
    <dgm:pt modelId="{37266D8A-B945-4D4A-862B-C28146F9A3A1}" type="pres">
      <dgm:prSet presAssocID="{3572FBC4-B795-4AA7-AE94-49E9DF042C92}" presName="linear" presStyleCnt="0">
        <dgm:presLayoutVars>
          <dgm:animLvl val="lvl"/>
          <dgm:resizeHandles val="exact"/>
        </dgm:presLayoutVars>
      </dgm:prSet>
      <dgm:spPr/>
    </dgm:pt>
    <dgm:pt modelId="{5DFA9D47-C15B-4B4E-A332-ADCB6B44D36E}" type="pres">
      <dgm:prSet presAssocID="{5C23EB03-C617-4FCC-99CA-8EC7A17F100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5E3B2A7-6F89-4AD6-9043-43E6A361B7AF}" type="pres">
      <dgm:prSet presAssocID="{8E257AE4-3898-446E-8C79-A0E1093C2635}" presName="spacer" presStyleCnt="0"/>
      <dgm:spPr/>
    </dgm:pt>
    <dgm:pt modelId="{76691534-143A-42B7-A053-52E0A429DE17}" type="pres">
      <dgm:prSet presAssocID="{CCFF3A66-A98A-44A4-B022-373FC330B06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FCC40C9-1DE5-4E44-9C15-64F0372A4A7D}" type="pres">
      <dgm:prSet presAssocID="{36384EAE-A867-4A2C-ABE3-08FB12527C6D}" presName="spacer" presStyleCnt="0"/>
      <dgm:spPr/>
    </dgm:pt>
    <dgm:pt modelId="{A9950C22-C797-4CFB-8367-B5FAD0D06A4D}" type="pres">
      <dgm:prSet presAssocID="{1DD7F51E-0362-4C90-A33C-85C9E93FE9C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9FCDB0A-2DF2-4A2A-98BA-230523806BB2}" type="pres">
      <dgm:prSet presAssocID="{CEFF10BD-45F9-47EB-A57B-5DF43E562B45}" presName="spacer" presStyleCnt="0"/>
      <dgm:spPr/>
    </dgm:pt>
    <dgm:pt modelId="{3887450C-259F-4A96-A1BA-190F6D6F6600}" type="pres">
      <dgm:prSet presAssocID="{237B7D72-A00E-415C-B63A-3AF301361D1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39BA911-6B70-4993-8095-0A520D5AABBA}" type="presOf" srcId="{5C23EB03-C617-4FCC-99CA-8EC7A17F100D}" destId="{5DFA9D47-C15B-4B4E-A332-ADCB6B44D36E}" srcOrd="0" destOrd="0" presId="urn:microsoft.com/office/officeart/2005/8/layout/vList2"/>
    <dgm:cxn modelId="{8AF97019-165E-4B30-81A7-596E09EB0410}" srcId="{3572FBC4-B795-4AA7-AE94-49E9DF042C92}" destId="{5C23EB03-C617-4FCC-99CA-8EC7A17F100D}" srcOrd="0" destOrd="0" parTransId="{6A91B90D-14F2-46CE-91A7-D66A3B6E8A9C}" sibTransId="{8E257AE4-3898-446E-8C79-A0E1093C2635}"/>
    <dgm:cxn modelId="{9EE0275D-0555-4606-BD9A-799E8D050AF3}" srcId="{3572FBC4-B795-4AA7-AE94-49E9DF042C92}" destId="{1DD7F51E-0362-4C90-A33C-85C9E93FE9C9}" srcOrd="2" destOrd="0" parTransId="{74F10CA9-7CF5-4930-BCB8-A0B5828D3505}" sibTransId="{CEFF10BD-45F9-47EB-A57B-5DF43E562B45}"/>
    <dgm:cxn modelId="{FD8D1B52-0A05-4219-8F64-FCEB7778377D}" type="presOf" srcId="{CCFF3A66-A98A-44A4-B022-373FC330B06A}" destId="{76691534-143A-42B7-A053-52E0A429DE17}" srcOrd="0" destOrd="0" presId="urn:microsoft.com/office/officeart/2005/8/layout/vList2"/>
    <dgm:cxn modelId="{CE4B0A74-BC05-4463-A997-68DBB77D53D5}" type="presOf" srcId="{1DD7F51E-0362-4C90-A33C-85C9E93FE9C9}" destId="{A9950C22-C797-4CFB-8367-B5FAD0D06A4D}" srcOrd="0" destOrd="0" presId="urn:microsoft.com/office/officeart/2005/8/layout/vList2"/>
    <dgm:cxn modelId="{466202C0-94BE-4348-BCB6-6FE538DBDB1C}" type="presOf" srcId="{237B7D72-A00E-415C-B63A-3AF301361D1F}" destId="{3887450C-259F-4A96-A1BA-190F6D6F6600}" srcOrd="0" destOrd="0" presId="urn:microsoft.com/office/officeart/2005/8/layout/vList2"/>
    <dgm:cxn modelId="{D3D1AFDB-7354-4EF5-BC25-A61D7809D173}" srcId="{3572FBC4-B795-4AA7-AE94-49E9DF042C92}" destId="{237B7D72-A00E-415C-B63A-3AF301361D1F}" srcOrd="3" destOrd="0" parTransId="{C35CC4D7-9C63-4EC1-BE39-FF7F136C2102}" sibTransId="{6B6C24F6-2E11-446D-A08B-BF1F07B81790}"/>
    <dgm:cxn modelId="{B5BB8EE3-FB47-4862-9173-7E0E0D8C28AB}" srcId="{3572FBC4-B795-4AA7-AE94-49E9DF042C92}" destId="{CCFF3A66-A98A-44A4-B022-373FC330B06A}" srcOrd="1" destOrd="0" parTransId="{68B5A2B8-FC66-4FD7-AE0F-09E1EC481EFC}" sibTransId="{36384EAE-A867-4A2C-ABE3-08FB12527C6D}"/>
    <dgm:cxn modelId="{7512B4F0-1DCB-4EF2-95DB-62A50EF303C8}" type="presOf" srcId="{3572FBC4-B795-4AA7-AE94-49E9DF042C92}" destId="{37266D8A-B945-4D4A-862B-C28146F9A3A1}" srcOrd="0" destOrd="0" presId="urn:microsoft.com/office/officeart/2005/8/layout/vList2"/>
    <dgm:cxn modelId="{BB3AA910-AA09-4D2C-821E-15BFA279D91D}" type="presParOf" srcId="{37266D8A-B945-4D4A-862B-C28146F9A3A1}" destId="{5DFA9D47-C15B-4B4E-A332-ADCB6B44D36E}" srcOrd="0" destOrd="0" presId="urn:microsoft.com/office/officeart/2005/8/layout/vList2"/>
    <dgm:cxn modelId="{8EED4111-1BA9-4518-A821-71368D6BECC8}" type="presParOf" srcId="{37266D8A-B945-4D4A-862B-C28146F9A3A1}" destId="{45E3B2A7-6F89-4AD6-9043-43E6A361B7AF}" srcOrd="1" destOrd="0" presId="urn:microsoft.com/office/officeart/2005/8/layout/vList2"/>
    <dgm:cxn modelId="{EA532462-7CA9-4433-B6DF-F07A6EC73A22}" type="presParOf" srcId="{37266D8A-B945-4D4A-862B-C28146F9A3A1}" destId="{76691534-143A-42B7-A053-52E0A429DE17}" srcOrd="2" destOrd="0" presId="urn:microsoft.com/office/officeart/2005/8/layout/vList2"/>
    <dgm:cxn modelId="{F95AA4F3-9981-4A52-BA90-02D4DE3DEFE2}" type="presParOf" srcId="{37266D8A-B945-4D4A-862B-C28146F9A3A1}" destId="{4FCC40C9-1DE5-4E44-9C15-64F0372A4A7D}" srcOrd="3" destOrd="0" presId="urn:microsoft.com/office/officeart/2005/8/layout/vList2"/>
    <dgm:cxn modelId="{87D79B80-800D-4734-8111-E9F19773DC17}" type="presParOf" srcId="{37266D8A-B945-4D4A-862B-C28146F9A3A1}" destId="{A9950C22-C797-4CFB-8367-B5FAD0D06A4D}" srcOrd="4" destOrd="0" presId="urn:microsoft.com/office/officeart/2005/8/layout/vList2"/>
    <dgm:cxn modelId="{90B7E873-994D-4C48-9725-43B83DB23043}" type="presParOf" srcId="{37266D8A-B945-4D4A-862B-C28146F9A3A1}" destId="{A9FCDB0A-2DF2-4A2A-98BA-230523806BB2}" srcOrd="5" destOrd="0" presId="urn:microsoft.com/office/officeart/2005/8/layout/vList2"/>
    <dgm:cxn modelId="{C2B99A15-D1EA-48E9-82E9-1C0CBC597E73}" type="presParOf" srcId="{37266D8A-B945-4D4A-862B-C28146F9A3A1}" destId="{3887450C-259F-4A96-A1BA-190F6D6F660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3FFAC19-C6CD-4724-A97C-876DE5CAAB8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2E944A2-F21E-4A18-AF19-8C2DC7835EA8}">
      <dgm:prSet/>
      <dgm:spPr/>
      <dgm:t>
        <a:bodyPr/>
        <a:lstStyle/>
        <a:p>
          <a:r>
            <a:rPr lang="ru-RU" b="0" i="0"/>
            <a:t>введення госпрозрахунку між державою та колгоспами.</a:t>
          </a:r>
          <a:endParaRPr lang="uk-UA"/>
        </a:p>
      </dgm:t>
    </dgm:pt>
    <dgm:pt modelId="{B828EB6D-C153-4E52-AC70-06E1BBB126E5}" type="parTrans" cxnId="{C65A84DE-CEB7-476F-9A14-FD3B99672201}">
      <dgm:prSet/>
      <dgm:spPr/>
      <dgm:t>
        <a:bodyPr/>
        <a:lstStyle/>
        <a:p>
          <a:endParaRPr lang="uk-UA"/>
        </a:p>
      </dgm:t>
    </dgm:pt>
    <dgm:pt modelId="{69F8E5C6-8F32-40F8-BF09-1CABD45E6774}" type="sibTrans" cxnId="{C65A84DE-CEB7-476F-9A14-FD3B99672201}">
      <dgm:prSet/>
      <dgm:spPr/>
      <dgm:t>
        <a:bodyPr/>
        <a:lstStyle/>
        <a:p>
          <a:endParaRPr lang="uk-UA"/>
        </a:p>
      </dgm:t>
    </dgm:pt>
    <dgm:pt modelId="{86F463B9-15B2-4E48-BAE8-0C0FD9E45C14}">
      <dgm:prSet/>
      <dgm:spPr/>
      <dgm:t>
        <a:bodyPr/>
        <a:lstStyle/>
        <a:p>
          <a:r>
            <a:rPr lang="ru-RU" b="0" i="0"/>
            <a:t>передання земель заможних селян бідняцьким господарствам.</a:t>
          </a:r>
          <a:endParaRPr lang="uk-UA"/>
        </a:p>
      </dgm:t>
    </dgm:pt>
    <dgm:pt modelId="{3068FA8C-1A0C-47ED-90F2-FAB8829D83BF}" type="parTrans" cxnId="{75D5AD95-8B58-4AEF-8AC4-381AD682679F}">
      <dgm:prSet/>
      <dgm:spPr/>
      <dgm:t>
        <a:bodyPr/>
        <a:lstStyle/>
        <a:p>
          <a:endParaRPr lang="uk-UA"/>
        </a:p>
      </dgm:t>
    </dgm:pt>
    <dgm:pt modelId="{F8CAC7CA-96E6-49A7-9C27-A48C18676243}" type="sibTrans" cxnId="{75D5AD95-8B58-4AEF-8AC4-381AD682679F}">
      <dgm:prSet/>
      <dgm:spPr/>
      <dgm:t>
        <a:bodyPr/>
        <a:lstStyle/>
        <a:p>
          <a:endParaRPr lang="uk-UA"/>
        </a:p>
      </dgm:t>
    </dgm:pt>
    <dgm:pt modelId="{5E60EA62-5662-47E4-8E69-66D383094C3B}">
      <dgm:prSet/>
      <dgm:spPr/>
      <dgm:t>
        <a:bodyPr/>
        <a:lstStyle/>
        <a:p>
          <a:r>
            <a:rPr lang="ru-RU" b="0" i="0"/>
            <a:t>масових репресій проти селянства.</a:t>
          </a:r>
          <a:endParaRPr lang="uk-UA"/>
        </a:p>
      </dgm:t>
    </dgm:pt>
    <dgm:pt modelId="{2F9EA2DF-BBF8-4E2A-AE54-D8316A65ED38}" type="parTrans" cxnId="{E34CE552-3CC2-4534-9CDF-D0C0B21E0637}">
      <dgm:prSet/>
      <dgm:spPr/>
      <dgm:t>
        <a:bodyPr/>
        <a:lstStyle/>
        <a:p>
          <a:endParaRPr lang="uk-UA"/>
        </a:p>
      </dgm:t>
    </dgm:pt>
    <dgm:pt modelId="{198B7AF1-3EF5-42A4-9D22-667AF0854095}" type="sibTrans" cxnId="{E34CE552-3CC2-4534-9CDF-D0C0B21E0637}">
      <dgm:prSet/>
      <dgm:spPr/>
      <dgm:t>
        <a:bodyPr/>
        <a:lstStyle/>
        <a:p>
          <a:endParaRPr lang="uk-UA"/>
        </a:p>
      </dgm:t>
    </dgm:pt>
    <dgm:pt modelId="{F41428C7-2473-4ECB-80D9-C009D073BF56}">
      <dgm:prSet/>
      <dgm:spPr/>
      <dgm:t>
        <a:bodyPr/>
        <a:lstStyle/>
        <a:p>
          <a:r>
            <a:rPr lang="ru-RU" b="0" i="0"/>
            <a:t>освоєння цілинних та перелогових земель.</a:t>
          </a:r>
          <a:endParaRPr lang="uk-UA"/>
        </a:p>
      </dgm:t>
    </dgm:pt>
    <dgm:pt modelId="{627DBEEB-B000-4EAF-963B-73296E547890}" type="parTrans" cxnId="{833D519C-696F-4EFF-A191-5CBD91FB3210}">
      <dgm:prSet/>
      <dgm:spPr/>
      <dgm:t>
        <a:bodyPr/>
        <a:lstStyle/>
        <a:p>
          <a:endParaRPr lang="uk-UA"/>
        </a:p>
      </dgm:t>
    </dgm:pt>
    <dgm:pt modelId="{401A7017-E5AD-4FE0-B6E0-278F1EDB466F}" type="sibTrans" cxnId="{833D519C-696F-4EFF-A191-5CBD91FB3210}">
      <dgm:prSet/>
      <dgm:spPr/>
      <dgm:t>
        <a:bodyPr/>
        <a:lstStyle/>
        <a:p>
          <a:endParaRPr lang="uk-UA"/>
        </a:p>
      </dgm:t>
    </dgm:pt>
    <dgm:pt modelId="{FD3C1AF0-F60F-457F-B1AA-A59D8EBFFDF8}" type="pres">
      <dgm:prSet presAssocID="{93FFAC19-C6CD-4724-A97C-876DE5CAAB84}" presName="linear" presStyleCnt="0">
        <dgm:presLayoutVars>
          <dgm:animLvl val="lvl"/>
          <dgm:resizeHandles val="exact"/>
        </dgm:presLayoutVars>
      </dgm:prSet>
      <dgm:spPr/>
    </dgm:pt>
    <dgm:pt modelId="{F10CE58A-2F5A-407B-9759-54CCA6DFF567}" type="pres">
      <dgm:prSet presAssocID="{B2E944A2-F21E-4A18-AF19-8C2DC7835EA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BA4C1B1-8F68-4E97-932C-E15349442621}" type="pres">
      <dgm:prSet presAssocID="{69F8E5C6-8F32-40F8-BF09-1CABD45E6774}" presName="spacer" presStyleCnt="0"/>
      <dgm:spPr/>
    </dgm:pt>
    <dgm:pt modelId="{EB827AD0-E5D7-4107-BD99-071EDEAA0BE4}" type="pres">
      <dgm:prSet presAssocID="{86F463B9-15B2-4E48-BAE8-0C0FD9E45C1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0B7A3D4-4E2A-42AA-8860-9658F6290E85}" type="pres">
      <dgm:prSet presAssocID="{F8CAC7CA-96E6-49A7-9C27-A48C18676243}" presName="spacer" presStyleCnt="0"/>
      <dgm:spPr/>
    </dgm:pt>
    <dgm:pt modelId="{7AB7B109-8D62-4B1E-B1B2-E146EEC17717}" type="pres">
      <dgm:prSet presAssocID="{5E60EA62-5662-47E4-8E69-66D383094C3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B77DA7F-5A1C-450C-9436-B3B41A6E4AE7}" type="pres">
      <dgm:prSet presAssocID="{198B7AF1-3EF5-42A4-9D22-667AF0854095}" presName="spacer" presStyleCnt="0"/>
      <dgm:spPr/>
    </dgm:pt>
    <dgm:pt modelId="{24B35AE2-4494-4115-BB95-82B5BBCBFD4A}" type="pres">
      <dgm:prSet presAssocID="{F41428C7-2473-4ECB-80D9-C009D073BF5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D74AF0C-3420-46AB-8A73-BE8ED28433B1}" type="presOf" srcId="{86F463B9-15B2-4E48-BAE8-0C0FD9E45C14}" destId="{EB827AD0-E5D7-4107-BD99-071EDEAA0BE4}" srcOrd="0" destOrd="0" presId="urn:microsoft.com/office/officeart/2005/8/layout/vList2"/>
    <dgm:cxn modelId="{12CAF061-4B68-4B0E-966E-6BAB2C9A4E48}" type="presOf" srcId="{93FFAC19-C6CD-4724-A97C-876DE5CAAB84}" destId="{FD3C1AF0-F60F-457F-B1AA-A59D8EBFFDF8}" srcOrd="0" destOrd="0" presId="urn:microsoft.com/office/officeart/2005/8/layout/vList2"/>
    <dgm:cxn modelId="{18791945-4486-43E2-9557-67ABF9FE1574}" type="presOf" srcId="{5E60EA62-5662-47E4-8E69-66D383094C3B}" destId="{7AB7B109-8D62-4B1E-B1B2-E146EEC17717}" srcOrd="0" destOrd="0" presId="urn:microsoft.com/office/officeart/2005/8/layout/vList2"/>
    <dgm:cxn modelId="{8543CA49-EC2D-412E-A440-FA10DBA3FED8}" type="presOf" srcId="{F41428C7-2473-4ECB-80D9-C009D073BF56}" destId="{24B35AE2-4494-4115-BB95-82B5BBCBFD4A}" srcOrd="0" destOrd="0" presId="urn:microsoft.com/office/officeart/2005/8/layout/vList2"/>
    <dgm:cxn modelId="{E34CE552-3CC2-4534-9CDF-D0C0B21E0637}" srcId="{93FFAC19-C6CD-4724-A97C-876DE5CAAB84}" destId="{5E60EA62-5662-47E4-8E69-66D383094C3B}" srcOrd="2" destOrd="0" parTransId="{2F9EA2DF-BBF8-4E2A-AE54-D8316A65ED38}" sibTransId="{198B7AF1-3EF5-42A4-9D22-667AF0854095}"/>
    <dgm:cxn modelId="{75D5AD95-8B58-4AEF-8AC4-381AD682679F}" srcId="{93FFAC19-C6CD-4724-A97C-876DE5CAAB84}" destId="{86F463B9-15B2-4E48-BAE8-0C0FD9E45C14}" srcOrd="1" destOrd="0" parTransId="{3068FA8C-1A0C-47ED-90F2-FAB8829D83BF}" sibTransId="{F8CAC7CA-96E6-49A7-9C27-A48C18676243}"/>
    <dgm:cxn modelId="{833D519C-696F-4EFF-A191-5CBD91FB3210}" srcId="{93FFAC19-C6CD-4724-A97C-876DE5CAAB84}" destId="{F41428C7-2473-4ECB-80D9-C009D073BF56}" srcOrd="3" destOrd="0" parTransId="{627DBEEB-B000-4EAF-963B-73296E547890}" sibTransId="{401A7017-E5AD-4FE0-B6E0-278F1EDB466F}"/>
    <dgm:cxn modelId="{DDA53CC6-EE53-470A-8788-6BB544049C92}" type="presOf" srcId="{B2E944A2-F21E-4A18-AF19-8C2DC7835EA8}" destId="{F10CE58A-2F5A-407B-9759-54CCA6DFF567}" srcOrd="0" destOrd="0" presId="urn:microsoft.com/office/officeart/2005/8/layout/vList2"/>
    <dgm:cxn modelId="{C65A84DE-CEB7-476F-9A14-FD3B99672201}" srcId="{93FFAC19-C6CD-4724-A97C-876DE5CAAB84}" destId="{B2E944A2-F21E-4A18-AF19-8C2DC7835EA8}" srcOrd="0" destOrd="0" parTransId="{B828EB6D-C153-4E52-AC70-06E1BBB126E5}" sibTransId="{69F8E5C6-8F32-40F8-BF09-1CABD45E6774}"/>
    <dgm:cxn modelId="{457E39EF-F4D8-4FBD-9BAF-4927C312554E}" type="presParOf" srcId="{FD3C1AF0-F60F-457F-B1AA-A59D8EBFFDF8}" destId="{F10CE58A-2F5A-407B-9759-54CCA6DFF567}" srcOrd="0" destOrd="0" presId="urn:microsoft.com/office/officeart/2005/8/layout/vList2"/>
    <dgm:cxn modelId="{40AADF78-F6AD-42A0-BDD5-0D2E45B69278}" type="presParOf" srcId="{FD3C1AF0-F60F-457F-B1AA-A59D8EBFFDF8}" destId="{4BA4C1B1-8F68-4E97-932C-E15349442621}" srcOrd="1" destOrd="0" presId="urn:microsoft.com/office/officeart/2005/8/layout/vList2"/>
    <dgm:cxn modelId="{6360907B-0874-4BEF-B428-42C04C8F5469}" type="presParOf" srcId="{FD3C1AF0-F60F-457F-B1AA-A59D8EBFFDF8}" destId="{EB827AD0-E5D7-4107-BD99-071EDEAA0BE4}" srcOrd="2" destOrd="0" presId="urn:microsoft.com/office/officeart/2005/8/layout/vList2"/>
    <dgm:cxn modelId="{4EF9CC44-01B0-4ABF-BA43-BE0FE9AB6B86}" type="presParOf" srcId="{FD3C1AF0-F60F-457F-B1AA-A59D8EBFFDF8}" destId="{E0B7A3D4-4E2A-42AA-8860-9658F6290E85}" srcOrd="3" destOrd="0" presId="urn:microsoft.com/office/officeart/2005/8/layout/vList2"/>
    <dgm:cxn modelId="{13DA7EA3-3C20-4DD8-8328-9C4CD6D9A1D8}" type="presParOf" srcId="{FD3C1AF0-F60F-457F-B1AA-A59D8EBFFDF8}" destId="{7AB7B109-8D62-4B1E-B1B2-E146EEC17717}" srcOrd="4" destOrd="0" presId="urn:microsoft.com/office/officeart/2005/8/layout/vList2"/>
    <dgm:cxn modelId="{FB3F2B4E-A734-4CCF-9337-2AFFB6C34E72}" type="presParOf" srcId="{FD3C1AF0-F60F-457F-B1AA-A59D8EBFFDF8}" destId="{2B77DA7F-5A1C-450C-9436-B3B41A6E4AE7}" srcOrd="5" destOrd="0" presId="urn:microsoft.com/office/officeart/2005/8/layout/vList2"/>
    <dgm:cxn modelId="{D8CD76D2-E17D-4C30-8CAC-5918326D2100}" type="presParOf" srcId="{FD3C1AF0-F60F-457F-B1AA-A59D8EBFFDF8}" destId="{24B35AE2-4494-4115-BB95-82B5BBCBFD4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8704A21-E3C7-4E48-A287-666202692C3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546E4F7-DFE0-4AEB-BEA5-0E6C34201B0F}">
      <dgm:prSet/>
      <dgm:spPr/>
      <dgm:t>
        <a:bodyPr/>
        <a:lstStyle/>
        <a:p>
          <a:r>
            <a:rPr lang="ru-RU" b="0" i="1"/>
            <a:t>«Я готовий вислухати будь-які заяви, окрім тих, що стосуються голоду на селі та прохання допомогти. Голодують нероби й ледарі, які мають по 30-40 трудоднів на рік...»</a:t>
          </a:r>
          <a:endParaRPr lang="uk-UA"/>
        </a:p>
      </dgm:t>
    </dgm:pt>
    <dgm:pt modelId="{41C1AB99-2C7A-4C96-A398-CC209042ACAA}" type="parTrans" cxnId="{E36F7D5E-8E9C-4E9C-9B69-4721C92A7876}">
      <dgm:prSet/>
      <dgm:spPr/>
      <dgm:t>
        <a:bodyPr/>
        <a:lstStyle/>
        <a:p>
          <a:endParaRPr lang="uk-UA"/>
        </a:p>
      </dgm:t>
    </dgm:pt>
    <dgm:pt modelId="{A31F0426-F36F-4C9D-BE09-AD2AD2FD6EE7}" type="sibTrans" cxnId="{E36F7D5E-8E9C-4E9C-9B69-4721C92A7876}">
      <dgm:prSet/>
      <dgm:spPr/>
      <dgm:t>
        <a:bodyPr/>
        <a:lstStyle/>
        <a:p>
          <a:endParaRPr lang="uk-UA"/>
        </a:p>
      </dgm:t>
    </dgm:pt>
    <dgm:pt modelId="{B3A688EA-D32A-424A-A1CF-F6AAC4FD7962}">
      <dgm:prSet/>
      <dgm:spPr/>
      <dgm:t>
        <a:bodyPr/>
        <a:lstStyle/>
        <a:p>
          <a:r>
            <a:rPr lang="ru-RU" b="0" i="1"/>
            <a:t>«Нове в Шахтинській справі те, що вона має суто контрреволюційний характер...»</a:t>
          </a:r>
          <a:endParaRPr lang="uk-UA"/>
        </a:p>
      </dgm:t>
    </dgm:pt>
    <dgm:pt modelId="{9A98806E-3AC6-4B4C-BC2B-29CBFAD8AD99}" type="parTrans" cxnId="{53C6852A-5438-4C99-AECB-D93C2EED20B4}">
      <dgm:prSet/>
      <dgm:spPr/>
      <dgm:t>
        <a:bodyPr/>
        <a:lstStyle/>
        <a:p>
          <a:endParaRPr lang="uk-UA"/>
        </a:p>
      </dgm:t>
    </dgm:pt>
    <dgm:pt modelId="{89AD6D8B-1734-4DBB-896F-C1AE4D56F3B1}" type="sibTrans" cxnId="{53C6852A-5438-4C99-AECB-D93C2EED20B4}">
      <dgm:prSet/>
      <dgm:spPr/>
      <dgm:t>
        <a:bodyPr/>
        <a:lstStyle/>
        <a:p>
          <a:endParaRPr lang="uk-UA"/>
        </a:p>
      </dgm:t>
    </dgm:pt>
    <dgm:pt modelId="{DF1382E3-825A-4CA6-929A-19527CA32339}" type="pres">
      <dgm:prSet presAssocID="{78704A21-E3C7-4E48-A287-666202692C30}" presName="linear" presStyleCnt="0">
        <dgm:presLayoutVars>
          <dgm:animLvl val="lvl"/>
          <dgm:resizeHandles val="exact"/>
        </dgm:presLayoutVars>
      </dgm:prSet>
      <dgm:spPr/>
    </dgm:pt>
    <dgm:pt modelId="{43203516-8670-47CE-AA71-E9C67065168A}" type="pres">
      <dgm:prSet presAssocID="{7546E4F7-DFE0-4AEB-BEA5-0E6C34201B0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27803E7-5DB0-45D4-9A0F-9C7251402910}" type="pres">
      <dgm:prSet presAssocID="{A31F0426-F36F-4C9D-BE09-AD2AD2FD6EE7}" presName="spacer" presStyleCnt="0"/>
      <dgm:spPr/>
    </dgm:pt>
    <dgm:pt modelId="{A588A151-3BFE-41C4-B890-FB8D6A730FA2}" type="pres">
      <dgm:prSet presAssocID="{B3A688EA-D32A-424A-A1CF-F6AAC4FD796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D9A0F19-76E6-40CE-9547-BE40A1269072}" type="presOf" srcId="{7546E4F7-DFE0-4AEB-BEA5-0E6C34201B0F}" destId="{43203516-8670-47CE-AA71-E9C67065168A}" srcOrd="0" destOrd="0" presId="urn:microsoft.com/office/officeart/2005/8/layout/vList2"/>
    <dgm:cxn modelId="{53C6852A-5438-4C99-AECB-D93C2EED20B4}" srcId="{78704A21-E3C7-4E48-A287-666202692C30}" destId="{B3A688EA-D32A-424A-A1CF-F6AAC4FD7962}" srcOrd="1" destOrd="0" parTransId="{9A98806E-3AC6-4B4C-BC2B-29CBFAD8AD99}" sibTransId="{89AD6D8B-1734-4DBB-896F-C1AE4D56F3B1}"/>
    <dgm:cxn modelId="{E36F7D5E-8E9C-4E9C-9B69-4721C92A7876}" srcId="{78704A21-E3C7-4E48-A287-666202692C30}" destId="{7546E4F7-DFE0-4AEB-BEA5-0E6C34201B0F}" srcOrd="0" destOrd="0" parTransId="{41C1AB99-2C7A-4C96-A398-CC209042ACAA}" sibTransId="{A31F0426-F36F-4C9D-BE09-AD2AD2FD6EE7}"/>
    <dgm:cxn modelId="{37D9D89F-A68B-44EC-ACBC-272B45DE3668}" type="presOf" srcId="{B3A688EA-D32A-424A-A1CF-F6AAC4FD7962}" destId="{A588A151-3BFE-41C4-B890-FB8D6A730FA2}" srcOrd="0" destOrd="0" presId="urn:microsoft.com/office/officeart/2005/8/layout/vList2"/>
    <dgm:cxn modelId="{381C63CA-4033-4E25-AE15-287F879DED79}" type="presOf" srcId="{78704A21-E3C7-4E48-A287-666202692C30}" destId="{DF1382E3-825A-4CA6-929A-19527CA32339}" srcOrd="0" destOrd="0" presId="urn:microsoft.com/office/officeart/2005/8/layout/vList2"/>
    <dgm:cxn modelId="{77BAA434-5132-412A-8B35-14122F3B7401}" type="presParOf" srcId="{DF1382E3-825A-4CA6-929A-19527CA32339}" destId="{43203516-8670-47CE-AA71-E9C67065168A}" srcOrd="0" destOrd="0" presId="urn:microsoft.com/office/officeart/2005/8/layout/vList2"/>
    <dgm:cxn modelId="{20A8984E-4290-4CA3-AE83-A2A6D0AC7B9C}" type="presParOf" srcId="{DF1382E3-825A-4CA6-929A-19527CA32339}" destId="{F27803E7-5DB0-45D4-9A0F-9C7251402910}" srcOrd="1" destOrd="0" presId="urn:microsoft.com/office/officeart/2005/8/layout/vList2"/>
    <dgm:cxn modelId="{99C6D8E7-791B-45E4-AA65-CFDBE47893E3}" type="presParOf" srcId="{DF1382E3-825A-4CA6-929A-19527CA32339}" destId="{A588A151-3BFE-41C4-B890-FB8D6A730FA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83B6339-4A92-4683-84AA-6811533033B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519746C-033F-4455-AEBA-74ACEBEA5673}">
      <dgm:prSet/>
      <dgm:spPr/>
      <dgm:t>
        <a:bodyPr/>
        <a:lstStyle/>
        <a:p>
          <a:r>
            <a:rPr lang="uk-UA" b="0" i="1"/>
            <a:t>«Допомогу отримають 8 % голодуючих, якщо реалізувати план організації харчування за рахунок закордонних комісій допомоги...»</a:t>
          </a:r>
          <a:endParaRPr lang="uk-UA"/>
        </a:p>
      </dgm:t>
    </dgm:pt>
    <dgm:pt modelId="{0B4E27B4-46C0-43B7-94C9-00C09025CF1A}" type="parTrans" cxnId="{A99CF8F5-9DB8-4F87-B384-3E45D1090096}">
      <dgm:prSet/>
      <dgm:spPr/>
      <dgm:t>
        <a:bodyPr/>
        <a:lstStyle/>
        <a:p>
          <a:endParaRPr lang="uk-UA"/>
        </a:p>
      </dgm:t>
    </dgm:pt>
    <dgm:pt modelId="{64CD6217-86FE-4A91-9D05-6EF7B9E683ED}" type="sibTrans" cxnId="{A99CF8F5-9DB8-4F87-B384-3E45D1090096}">
      <dgm:prSet/>
      <dgm:spPr/>
      <dgm:t>
        <a:bodyPr/>
        <a:lstStyle/>
        <a:p>
          <a:endParaRPr lang="uk-UA"/>
        </a:p>
      </dgm:t>
    </dgm:pt>
    <dgm:pt modelId="{8915D4B8-E751-40D5-A59E-FA9ECA474332}">
      <dgm:prSet/>
      <dgm:spPr/>
      <dgm:t>
        <a:bodyPr/>
        <a:lstStyle/>
        <a:p>
          <a:r>
            <a:rPr lang="uk-UA" b="0" i="1"/>
            <a:t>«Провести роз'яснювальну роботу серед широких верств населення стосовно доцільності ліквідації так званої "Української автокефальної православної церкви" як осередку відвертої петлюрівщини...»</a:t>
          </a:r>
          <a:endParaRPr lang="uk-UA"/>
        </a:p>
      </dgm:t>
    </dgm:pt>
    <dgm:pt modelId="{2C14EA0B-36E0-48B4-A997-3871F4E9FBC9}" type="parTrans" cxnId="{77D5586C-0A98-420D-AB10-23B60CA368C3}">
      <dgm:prSet/>
      <dgm:spPr/>
      <dgm:t>
        <a:bodyPr/>
        <a:lstStyle/>
        <a:p>
          <a:endParaRPr lang="uk-UA"/>
        </a:p>
      </dgm:t>
    </dgm:pt>
    <dgm:pt modelId="{D5A6068F-F633-4BE9-A535-C12D60EEC800}" type="sibTrans" cxnId="{77D5586C-0A98-420D-AB10-23B60CA368C3}">
      <dgm:prSet/>
      <dgm:spPr/>
      <dgm:t>
        <a:bodyPr/>
        <a:lstStyle/>
        <a:p>
          <a:endParaRPr lang="uk-UA"/>
        </a:p>
      </dgm:t>
    </dgm:pt>
    <dgm:pt modelId="{662473E9-96A5-4738-9128-CDD7FAFE2CF7}" type="pres">
      <dgm:prSet presAssocID="{283B6339-4A92-4683-84AA-6811533033BF}" presName="linear" presStyleCnt="0">
        <dgm:presLayoutVars>
          <dgm:animLvl val="lvl"/>
          <dgm:resizeHandles val="exact"/>
        </dgm:presLayoutVars>
      </dgm:prSet>
      <dgm:spPr/>
    </dgm:pt>
    <dgm:pt modelId="{3D1712BB-07B3-4FBD-B2FC-9F0E4EFC411D}" type="pres">
      <dgm:prSet presAssocID="{B519746C-033F-4455-AEBA-74ACEBEA567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9C22010-88EB-492E-BC72-192E15BAF61F}" type="pres">
      <dgm:prSet presAssocID="{64CD6217-86FE-4A91-9D05-6EF7B9E683ED}" presName="spacer" presStyleCnt="0"/>
      <dgm:spPr/>
    </dgm:pt>
    <dgm:pt modelId="{D3F81B86-DCCE-419A-A598-77437BD0AD33}" type="pres">
      <dgm:prSet presAssocID="{8915D4B8-E751-40D5-A59E-FA9ECA47433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2781009-674E-437A-BE04-E2624348AFAE}" type="presOf" srcId="{B519746C-033F-4455-AEBA-74ACEBEA5673}" destId="{3D1712BB-07B3-4FBD-B2FC-9F0E4EFC411D}" srcOrd="0" destOrd="0" presId="urn:microsoft.com/office/officeart/2005/8/layout/vList2"/>
    <dgm:cxn modelId="{D633240E-7AB1-422A-B849-B23760399E82}" type="presOf" srcId="{283B6339-4A92-4683-84AA-6811533033BF}" destId="{662473E9-96A5-4738-9128-CDD7FAFE2CF7}" srcOrd="0" destOrd="0" presId="urn:microsoft.com/office/officeart/2005/8/layout/vList2"/>
    <dgm:cxn modelId="{15315A15-996A-4F88-B3FC-F46A8A906E8B}" type="presOf" srcId="{8915D4B8-E751-40D5-A59E-FA9ECA474332}" destId="{D3F81B86-DCCE-419A-A598-77437BD0AD33}" srcOrd="0" destOrd="0" presId="urn:microsoft.com/office/officeart/2005/8/layout/vList2"/>
    <dgm:cxn modelId="{77D5586C-0A98-420D-AB10-23B60CA368C3}" srcId="{283B6339-4A92-4683-84AA-6811533033BF}" destId="{8915D4B8-E751-40D5-A59E-FA9ECA474332}" srcOrd="1" destOrd="0" parTransId="{2C14EA0B-36E0-48B4-A997-3871F4E9FBC9}" sibTransId="{D5A6068F-F633-4BE9-A535-C12D60EEC800}"/>
    <dgm:cxn modelId="{A99CF8F5-9DB8-4F87-B384-3E45D1090096}" srcId="{283B6339-4A92-4683-84AA-6811533033BF}" destId="{B519746C-033F-4455-AEBA-74ACEBEA5673}" srcOrd="0" destOrd="0" parTransId="{0B4E27B4-46C0-43B7-94C9-00C09025CF1A}" sibTransId="{64CD6217-86FE-4A91-9D05-6EF7B9E683ED}"/>
    <dgm:cxn modelId="{F0B6D02A-C6BE-48E6-BD9A-99B5FE0EC7E9}" type="presParOf" srcId="{662473E9-96A5-4738-9128-CDD7FAFE2CF7}" destId="{3D1712BB-07B3-4FBD-B2FC-9F0E4EFC411D}" srcOrd="0" destOrd="0" presId="urn:microsoft.com/office/officeart/2005/8/layout/vList2"/>
    <dgm:cxn modelId="{F94DC77D-7F5E-4BA7-A13E-52E4933728DF}" type="presParOf" srcId="{662473E9-96A5-4738-9128-CDD7FAFE2CF7}" destId="{F9C22010-88EB-492E-BC72-192E15BAF61F}" srcOrd="1" destOrd="0" presId="urn:microsoft.com/office/officeart/2005/8/layout/vList2"/>
    <dgm:cxn modelId="{9CB69457-9D10-4329-B753-E3546AAE45EF}" type="presParOf" srcId="{662473E9-96A5-4738-9128-CDD7FAFE2CF7}" destId="{D3F81B86-DCCE-419A-A598-77437BD0AD3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AA3585A-B069-48CB-A7EC-28FA961B9C8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026615C-2DB5-4173-B5EC-388CEA6E5432}">
      <dgm:prSet/>
      <dgm:spPr/>
      <dgm:t>
        <a:bodyPr/>
        <a:lstStyle/>
        <a:p>
          <a:r>
            <a:rPr lang="uk-UA" b="0" i="0"/>
            <a:t>«розстріляне відродження»</a:t>
          </a:r>
          <a:endParaRPr lang="uk-UA"/>
        </a:p>
      </dgm:t>
    </dgm:pt>
    <dgm:pt modelId="{8184A723-2E64-4773-AC70-CD992E4D1CF4}" type="parTrans" cxnId="{CCA93CE4-E91A-4CD5-8574-B20060AFBDF4}">
      <dgm:prSet/>
      <dgm:spPr/>
      <dgm:t>
        <a:bodyPr/>
        <a:lstStyle/>
        <a:p>
          <a:endParaRPr lang="uk-UA"/>
        </a:p>
      </dgm:t>
    </dgm:pt>
    <dgm:pt modelId="{FF96DE03-E12C-4553-AFC5-E08A72D31254}" type="sibTrans" cxnId="{CCA93CE4-E91A-4CD5-8574-B20060AFBDF4}">
      <dgm:prSet/>
      <dgm:spPr/>
      <dgm:t>
        <a:bodyPr/>
        <a:lstStyle/>
        <a:p>
          <a:endParaRPr lang="uk-UA"/>
        </a:p>
      </dgm:t>
    </dgm:pt>
    <dgm:pt modelId="{76C46373-4EAC-4372-ACB9-096ACC5E02B0}">
      <dgm:prSet/>
      <dgm:spPr/>
      <dgm:t>
        <a:bodyPr/>
        <a:lstStyle/>
        <a:p>
          <a:r>
            <a:rPr lang="uk-UA" b="0" i="0"/>
            <a:t>«соціалістичний реалізм»</a:t>
          </a:r>
          <a:endParaRPr lang="uk-UA"/>
        </a:p>
      </dgm:t>
    </dgm:pt>
    <dgm:pt modelId="{9FDD09D3-C41D-4DB7-B623-CB14FE873F8F}" type="parTrans" cxnId="{A6655EB9-25BF-40FC-9A23-264689F5C037}">
      <dgm:prSet/>
      <dgm:spPr/>
      <dgm:t>
        <a:bodyPr/>
        <a:lstStyle/>
        <a:p>
          <a:endParaRPr lang="uk-UA"/>
        </a:p>
      </dgm:t>
    </dgm:pt>
    <dgm:pt modelId="{1B7EA72E-1CAE-4299-8CD8-FBA5D0AFA708}" type="sibTrans" cxnId="{A6655EB9-25BF-40FC-9A23-264689F5C037}">
      <dgm:prSet/>
      <dgm:spPr/>
      <dgm:t>
        <a:bodyPr/>
        <a:lstStyle/>
        <a:p>
          <a:endParaRPr lang="uk-UA"/>
        </a:p>
      </dgm:t>
    </dgm:pt>
    <dgm:pt modelId="{4F82B6BE-F98F-45B4-8FCB-3013C580E1A2}">
      <dgm:prSet/>
      <dgm:spPr/>
      <dgm:t>
        <a:bodyPr/>
        <a:lstStyle/>
        <a:p>
          <a:r>
            <a:rPr lang="uk-UA" b="0" i="0"/>
            <a:t>«розкуркулення»</a:t>
          </a:r>
          <a:endParaRPr lang="uk-UA"/>
        </a:p>
      </dgm:t>
    </dgm:pt>
    <dgm:pt modelId="{9B625723-E717-4BB3-B2D2-9A0797335FA8}" type="parTrans" cxnId="{61F50BC5-F896-4DEC-A189-7C69402766FF}">
      <dgm:prSet/>
      <dgm:spPr/>
      <dgm:t>
        <a:bodyPr/>
        <a:lstStyle/>
        <a:p>
          <a:endParaRPr lang="uk-UA"/>
        </a:p>
      </dgm:t>
    </dgm:pt>
    <dgm:pt modelId="{8099CFF2-8627-4A64-AC62-993319D956A7}" type="sibTrans" cxnId="{61F50BC5-F896-4DEC-A189-7C69402766FF}">
      <dgm:prSet/>
      <dgm:spPr/>
      <dgm:t>
        <a:bodyPr/>
        <a:lstStyle/>
        <a:p>
          <a:endParaRPr lang="uk-UA"/>
        </a:p>
      </dgm:t>
    </dgm:pt>
    <dgm:pt modelId="{13E1D25C-00A2-44FD-9BF6-E92B076EB2CA}" type="pres">
      <dgm:prSet presAssocID="{EAA3585A-B069-48CB-A7EC-28FA961B9C87}" presName="linear" presStyleCnt="0">
        <dgm:presLayoutVars>
          <dgm:animLvl val="lvl"/>
          <dgm:resizeHandles val="exact"/>
        </dgm:presLayoutVars>
      </dgm:prSet>
      <dgm:spPr/>
    </dgm:pt>
    <dgm:pt modelId="{F6C1D9FB-EF33-4CE8-9A5F-6CD4D01991F3}" type="pres">
      <dgm:prSet presAssocID="{D026615C-2DB5-4173-B5EC-388CEA6E543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725C509-FD17-41E8-81AB-654F63456DC7}" type="pres">
      <dgm:prSet presAssocID="{FF96DE03-E12C-4553-AFC5-E08A72D31254}" presName="spacer" presStyleCnt="0"/>
      <dgm:spPr/>
    </dgm:pt>
    <dgm:pt modelId="{3B394921-7BEF-48BF-9DDC-AC8453120E92}" type="pres">
      <dgm:prSet presAssocID="{76C46373-4EAC-4372-ACB9-096ACC5E02B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B8D8D73-222B-4ABF-9734-9B561E41A407}" type="pres">
      <dgm:prSet presAssocID="{1B7EA72E-1CAE-4299-8CD8-FBA5D0AFA708}" presName="spacer" presStyleCnt="0"/>
      <dgm:spPr/>
    </dgm:pt>
    <dgm:pt modelId="{3BE6A862-3776-4DFB-956F-DBEBBDB13229}" type="pres">
      <dgm:prSet presAssocID="{4F82B6BE-F98F-45B4-8FCB-3013C580E1A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11DFB0D-125E-45F1-AEE8-5F970A4D5687}" type="presOf" srcId="{EAA3585A-B069-48CB-A7EC-28FA961B9C87}" destId="{13E1D25C-00A2-44FD-9BF6-E92B076EB2CA}" srcOrd="0" destOrd="0" presId="urn:microsoft.com/office/officeart/2005/8/layout/vList2"/>
    <dgm:cxn modelId="{4F358465-A08A-4E31-97BA-A87FC2319F54}" type="presOf" srcId="{4F82B6BE-F98F-45B4-8FCB-3013C580E1A2}" destId="{3BE6A862-3776-4DFB-956F-DBEBBDB13229}" srcOrd="0" destOrd="0" presId="urn:microsoft.com/office/officeart/2005/8/layout/vList2"/>
    <dgm:cxn modelId="{A6655EB9-25BF-40FC-9A23-264689F5C037}" srcId="{EAA3585A-B069-48CB-A7EC-28FA961B9C87}" destId="{76C46373-4EAC-4372-ACB9-096ACC5E02B0}" srcOrd="1" destOrd="0" parTransId="{9FDD09D3-C41D-4DB7-B623-CB14FE873F8F}" sibTransId="{1B7EA72E-1CAE-4299-8CD8-FBA5D0AFA708}"/>
    <dgm:cxn modelId="{61F50BC5-F896-4DEC-A189-7C69402766FF}" srcId="{EAA3585A-B069-48CB-A7EC-28FA961B9C87}" destId="{4F82B6BE-F98F-45B4-8FCB-3013C580E1A2}" srcOrd="2" destOrd="0" parTransId="{9B625723-E717-4BB3-B2D2-9A0797335FA8}" sibTransId="{8099CFF2-8627-4A64-AC62-993319D956A7}"/>
    <dgm:cxn modelId="{C6CBEDE1-EFE9-4E5B-A60E-0B4982E2C2E2}" type="presOf" srcId="{D026615C-2DB5-4173-B5EC-388CEA6E5432}" destId="{F6C1D9FB-EF33-4CE8-9A5F-6CD4D01991F3}" srcOrd="0" destOrd="0" presId="urn:microsoft.com/office/officeart/2005/8/layout/vList2"/>
    <dgm:cxn modelId="{91E9FFE3-0C2B-43CD-B473-CE1E0EB78286}" type="presOf" srcId="{76C46373-4EAC-4372-ACB9-096ACC5E02B0}" destId="{3B394921-7BEF-48BF-9DDC-AC8453120E92}" srcOrd="0" destOrd="0" presId="urn:microsoft.com/office/officeart/2005/8/layout/vList2"/>
    <dgm:cxn modelId="{CCA93CE4-E91A-4CD5-8574-B20060AFBDF4}" srcId="{EAA3585A-B069-48CB-A7EC-28FA961B9C87}" destId="{D026615C-2DB5-4173-B5EC-388CEA6E5432}" srcOrd="0" destOrd="0" parTransId="{8184A723-2E64-4773-AC70-CD992E4D1CF4}" sibTransId="{FF96DE03-E12C-4553-AFC5-E08A72D31254}"/>
    <dgm:cxn modelId="{B13F7376-BBBA-4414-B320-C3A9C54D2385}" type="presParOf" srcId="{13E1D25C-00A2-44FD-9BF6-E92B076EB2CA}" destId="{F6C1D9FB-EF33-4CE8-9A5F-6CD4D01991F3}" srcOrd="0" destOrd="0" presId="urn:microsoft.com/office/officeart/2005/8/layout/vList2"/>
    <dgm:cxn modelId="{7EF41F02-C3DB-4EAE-A75E-AE1D0A5862F3}" type="presParOf" srcId="{13E1D25C-00A2-44FD-9BF6-E92B076EB2CA}" destId="{E725C509-FD17-41E8-81AB-654F63456DC7}" srcOrd="1" destOrd="0" presId="urn:microsoft.com/office/officeart/2005/8/layout/vList2"/>
    <dgm:cxn modelId="{0D9283B2-13FF-44E7-B35A-DBF914F1C59B}" type="presParOf" srcId="{13E1D25C-00A2-44FD-9BF6-E92B076EB2CA}" destId="{3B394921-7BEF-48BF-9DDC-AC8453120E92}" srcOrd="2" destOrd="0" presId="urn:microsoft.com/office/officeart/2005/8/layout/vList2"/>
    <dgm:cxn modelId="{AFA803FB-B116-4178-B48C-9461EFDE10A2}" type="presParOf" srcId="{13E1D25C-00A2-44FD-9BF6-E92B076EB2CA}" destId="{CB8D8D73-222B-4ABF-9734-9B561E41A407}" srcOrd="3" destOrd="0" presId="urn:microsoft.com/office/officeart/2005/8/layout/vList2"/>
    <dgm:cxn modelId="{C9B6F0F1-9359-4F5C-8F6D-32EFC1B120E6}" type="presParOf" srcId="{13E1D25C-00A2-44FD-9BF6-E92B076EB2CA}" destId="{3BE6A862-3776-4DFB-956F-DBEBBDB1322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269D6F9-F963-4505-80B8-E65E48E2630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F461CCC-54D1-4751-A0DA-77BDE2B917CB}">
      <dgm:prSet/>
      <dgm:spPr/>
      <dgm:t>
        <a:bodyPr/>
        <a:lstStyle/>
        <a:p>
          <a:r>
            <a:rPr lang="uk-UA"/>
            <a:t>«українізація»</a:t>
          </a:r>
        </a:p>
      </dgm:t>
    </dgm:pt>
    <dgm:pt modelId="{82F6443C-4D6C-4371-B368-157F180DF5F0}" type="parTrans" cxnId="{68BB39BB-8C48-403C-A78B-62FA9F937D94}">
      <dgm:prSet/>
      <dgm:spPr/>
      <dgm:t>
        <a:bodyPr/>
        <a:lstStyle/>
        <a:p>
          <a:endParaRPr lang="uk-UA"/>
        </a:p>
      </dgm:t>
    </dgm:pt>
    <dgm:pt modelId="{01358FDB-5C91-48EF-A1CD-02182AC1073F}" type="sibTrans" cxnId="{68BB39BB-8C48-403C-A78B-62FA9F937D94}">
      <dgm:prSet/>
      <dgm:spPr/>
      <dgm:t>
        <a:bodyPr/>
        <a:lstStyle/>
        <a:p>
          <a:endParaRPr lang="uk-UA"/>
        </a:p>
      </dgm:t>
    </dgm:pt>
    <dgm:pt modelId="{D1493127-9492-41F5-A129-C1DF2C5E4D14}">
      <dgm:prSet/>
      <dgm:spPr/>
      <dgm:t>
        <a:bodyPr/>
        <a:lstStyle/>
        <a:p>
          <a:r>
            <a:rPr lang="uk-UA"/>
            <a:t>«паспортна система»</a:t>
          </a:r>
        </a:p>
      </dgm:t>
    </dgm:pt>
    <dgm:pt modelId="{CA0E3C43-2EFB-42D4-A5E8-53A83C7EE639}" type="parTrans" cxnId="{1D3AED62-FC53-4384-8602-3BC7E0A66E76}">
      <dgm:prSet/>
      <dgm:spPr/>
      <dgm:t>
        <a:bodyPr/>
        <a:lstStyle/>
        <a:p>
          <a:endParaRPr lang="uk-UA"/>
        </a:p>
      </dgm:t>
    </dgm:pt>
    <dgm:pt modelId="{1391E2C2-0ABC-4A50-8E50-F554DDB940EB}" type="sibTrans" cxnId="{1D3AED62-FC53-4384-8602-3BC7E0A66E76}">
      <dgm:prSet/>
      <dgm:spPr/>
      <dgm:t>
        <a:bodyPr/>
        <a:lstStyle/>
        <a:p>
          <a:endParaRPr lang="uk-UA"/>
        </a:p>
      </dgm:t>
    </dgm:pt>
    <dgm:pt modelId="{02769D3C-31A6-4C7B-9580-F4B616A1A199}">
      <dgm:prSet/>
      <dgm:spPr/>
      <dgm:t>
        <a:bodyPr/>
        <a:lstStyle/>
        <a:p>
          <a:r>
            <a:rPr lang="uk-UA"/>
            <a:t>«чорна дошка»</a:t>
          </a:r>
        </a:p>
      </dgm:t>
    </dgm:pt>
    <dgm:pt modelId="{22345AFF-1315-4F4E-9E01-610D5CAE4FDC}" type="parTrans" cxnId="{A7DD639C-D78A-47AF-A48D-33FE1BF8B371}">
      <dgm:prSet/>
      <dgm:spPr/>
      <dgm:t>
        <a:bodyPr/>
        <a:lstStyle/>
        <a:p>
          <a:endParaRPr lang="uk-UA"/>
        </a:p>
      </dgm:t>
    </dgm:pt>
    <dgm:pt modelId="{F24A1A8C-D5B8-4E95-8194-001E1173D67A}" type="sibTrans" cxnId="{A7DD639C-D78A-47AF-A48D-33FE1BF8B371}">
      <dgm:prSet/>
      <dgm:spPr/>
      <dgm:t>
        <a:bodyPr/>
        <a:lstStyle/>
        <a:p>
          <a:endParaRPr lang="uk-UA"/>
        </a:p>
      </dgm:t>
    </dgm:pt>
    <dgm:pt modelId="{B64DA2EB-AE4C-4A95-962C-089133537285}">
      <dgm:prSet/>
      <dgm:spPr/>
      <dgm:t>
        <a:bodyPr/>
        <a:lstStyle/>
        <a:p>
          <a:r>
            <a:rPr lang="uk-UA"/>
            <a:t>«продрозверстка»</a:t>
          </a:r>
        </a:p>
      </dgm:t>
    </dgm:pt>
    <dgm:pt modelId="{D5DA4FD7-0BAF-4613-8E78-D4E1822A7014}" type="parTrans" cxnId="{8E3C447B-032F-4294-9252-F175CE11B0F7}">
      <dgm:prSet/>
      <dgm:spPr/>
      <dgm:t>
        <a:bodyPr/>
        <a:lstStyle/>
        <a:p>
          <a:endParaRPr lang="uk-UA"/>
        </a:p>
      </dgm:t>
    </dgm:pt>
    <dgm:pt modelId="{8547A423-3B65-4E27-A3A3-CD7968F0D8FA}" type="sibTrans" cxnId="{8E3C447B-032F-4294-9252-F175CE11B0F7}">
      <dgm:prSet/>
      <dgm:spPr/>
      <dgm:t>
        <a:bodyPr/>
        <a:lstStyle/>
        <a:p>
          <a:endParaRPr lang="uk-UA"/>
        </a:p>
      </dgm:t>
    </dgm:pt>
    <dgm:pt modelId="{518ACFD0-7F8C-4A8B-B1BC-F0BA83398E58}" type="pres">
      <dgm:prSet presAssocID="{3269D6F9-F963-4505-80B8-E65E48E2630C}" presName="linear" presStyleCnt="0">
        <dgm:presLayoutVars>
          <dgm:animLvl val="lvl"/>
          <dgm:resizeHandles val="exact"/>
        </dgm:presLayoutVars>
      </dgm:prSet>
      <dgm:spPr/>
    </dgm:pt>
    <dgm:pt modelId="{58B95B7B-C1C1-43C4-B375-4C34C29FA741}" type="pres">
      <dgm:prSet presAssocID="{7F461CCC-54D1-4751-A0DA-77BDE2B917C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697448B-16DF-4430-9399-10E2BA0C686F}" type="pres">
      <dgm:prSet presAssocID="{01358FDB-5C91-48EF-A1CD-02182AC1073F}" presName="spacer" presStyleCnt="0"/>
      <dgm:spPr/>
    </dgm:pt>
    <dgm:pt modelId="{949146EA-257E-4583-BA7A-2FAAB8D7CBB4}" type="pres">
      <dgm:prSet presAssocID="{D1493127-9492-41F5-A129-C1DF2C5E4D1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5B8106A-AB61-413A-BE26-70555CC4CD7F}" type="pres">
      <dgm:prSet presAssocID="{1391E2C2-0ABC-4A50-8E50-F554DDB940EB}" presName="spacer" presStyleCnt="0"/>
      <dgm:spPr/>
    </dgm:pt>
    <dgm:pt modelId="{9DBE7C30-F660-4A9E-8282-5108799F8E49}" type="pres">
      <dgm:prSet presAssocID="{02769D3C-31A6-4C7B-9580-F4B616A1A19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71FF320-17FB-4A41-AA44-51290D567294}" type="pres">
      <dgm:prSet presAssocID="{F24A1A8C-D5B8-4E95-8194-001E1173D67A}" presName="spacer" presStyleCnt="0"/>
      <dgm:spPr/>
    </dgm:pt>
    <dgm:pt modelId="{8F338ADB-D698-4C1C-88F2-F255428E3683}" type="pres">
      <dgm:prSet presAssocID="{B64DA2EB-AE4C-4A95-962C-08913353728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5EB7900-F6C6-4286-8982-9818FED72A8B}" type="presOf" srcId="{D1493127-9492-41F5-A129-C1DF2C5E4D14}" destId="{949146EA-257E-4583-BA7A-2FAAB8D7CBB4}" srcOrd="0" destOrd="0" presId="urn:microsoft.com/office/officeart/2005/8/layout/vList2"/>
    <dgm:cxn modelId="{D42C3C35-B3FC-4FB6-B8F4-FEE81C48B02B}" type="presOf" srcId="{B64DA2EB-AE4C-4A95-962C-089133537285}" destId="{8F338ADB-D698-4C1C-88F2-F255428E3683}" srcOrd="0" destOrd="0" presId="urn:microsoft.com/office/officeart/2005/8/layout/vList2"/>
    <dgm:cxn modelId="{CCF58138-7654-45A4-B8C3-F9DB4E78926B}" type="presOf" srcId="{7F461CCC-54D1-4751-A0DA-77BDE2B917CB}" destId="{58B95B7B-C1C1-43C4-B375-4C34C29FA741}" srcOrd="0" destOrd="0" presId="urn:microsoft.com/office/officeart/2005/8/layout/vList2"/>
    <dgm:cxn modelId="{B047EC5C-CF29-49DC-9402-4D3D9B34C59D}" type="presOf" srcId="{3269D6F9-F963-4505-80B8-E65E48E2630C}" destId="{518ACFD0-7F8C-4A8B-B1BC-F0BA83398E58}" srcOrd="0" destOrd="0" presId="urn:microsoft.com/office/officeart/2005/8/layout/vList2"/>
    <dgm:cxn modelId="{1D3AED62-FC53-4384-8602-3BC7E0A66E76}" srcId="{3269D6F9-F963-4505-80B8-E65E48E2630C}" destId="{D1493127-9492-41F5-A129-C1DF2C5E4D14}" srcOrd="1" destOrd="0" parTransId="{CA0E3C43-2EFB-42D4-A5E8-53A83C7EE639}" sibTransId="{1391E2C2-0ABC-4A50-8E50-F554DDB940EB}"/>
    <dgm:cxn modelId="{F94F0551-9C46-4265-9E83-59D76589D023}" type="presOf" srcId="{02769D3C-31A6-4C7B-9580-F4B616A1A199}" destId="{9DBE7C30-F660-4A9E-8282-5108799F8E49}" srcOrd="0" destOrd="0" presId="urn:microsoft.com/office/officeart/2005/8/layout/vList2"/>
    <dgm:cxn modelId="{8E3C447B-032F-4294-9252-F175CE11B0F7}" srcId="{3269D6F9-F963-4505-80B8-E65E48E2630C}" destId="{B64DA2EB-AE4C-4A95-962C-089133537285}" srcOrd="3" destOrd="0" parTransId="{D5DA4FD7-0BAF-4613-8E78-D4E1822A7014}" sibTransId="{8547A423-3B65-4E27-A3A3-CD7968F0D8FA}"/>
    <dgm:cxn modelId="{A7DD639C-D78A-47AF-A48D-33FE1BF8B371}" srcId="{3269D6F9-F963-4505-80B8-E65E48E2630C}" destId="{02769D3C-31A6-4C7B-9580-F4B616A1A199}" srcOrd="2" destOrd="0" parTransId="{22345AFF-1315-4F4E-9E01-610D5CAE4FDC}" sibTransId="{F24A1A8C-D5B8-4E95-8194-001E1173D67A}"/>
    <dgm:cxn modelId="{68BB39BB-8C48-403C-A78B-62FA9F937D94}" srcId="{3269D6F9-F963-4505-80B8-E65E48E2630C}" destId="{7F461CCC-54D1-4751-A0DA-77BDE2B917CB}" srcOrd="0" destOrd="0" parTransId="{82F6443C-4D6C-4371-B368-157F180DF5F0}" sibTransId="{01358FDB-5C91-48EF-A1CD-02182AC1073F}"/>
    <dgm:cxn modelId="{25226108-64E5-4ACD-881A-C4464292B5FF}" type="presParOf" srcId="{518ACFD0-7F8C-4A8B-B1BC-F0BA83398E58}" destId="{58B95B7B-C1C1-43C4-B375-4C34C29FA741}" srcOrd="0" destOrd="0" presId="urn:microsoft.com/office/officeart/2005/8/layout/vList2"/>
    <dgm:cxn modelId="{FC77A2AF-3763-4787-8D5A-F0AF6CD51C97}" type="presParOf" srcId="{518ACFD0-7F8C-4A8B-B1BC-F0BA83398E58}" destId="{3697448B-16DF-4430-9399-10E2BA0C686F}" srcOrd="1" destOrd="0" presId="urn:microsoft.com/office/officeart/2005/8/layout/vList2"/>
    <dgm:cxn modelId="{118A509E-4D16-4AFB-B435-BDBBED9342FC}" type="presParOf" srcId="{518ACFD0-7F8C-4A8B-B1BC-F0BA83398E58}" destId="{949146EA-257E-4583-BA7A-2FAAB8D7CBB4}" srcOrd="2" destOrd="0" presId="urn:microsoft.com/office/officeart/2005/8/layout/vList2"/>
    <dgm:cxn modelId="{C6F595B5-04DC-477A-A6AD-678B0F73A036}" type="presParOf" srcId="{518ACFD0-7F8C-4A8B-B1BC-F0BA83398E58}" destId="{05B8106A-AB61-413A-BE26-70555CC4CD7F}" srcOrd="3" destOrd="0" presId="urn:microsoft.com/office/officeart/2005/8/layout/vList2"/>
    <dgm:cxn modelId="{92012C13-A091-4BF4-BB9F-5F0401D77422}" type="presParOf" srcId="{518ACFD0-7F8C-4A8B-B1BC-F0BA83398E58}" destId="{9DBE7C30-F660-4A9E-8282-5108799F8E49}" srcOrd="4" destOrd="0" presId="urn:microsoft.com/office/officeart/2005/8/layout/vList2"/>
    <dgm:cxn modelId="{682213B2-9D87-4962-8E29-66AD96966A25}" type="presParOf" srcId="{518ACFD0-7F8C-4A8B-B1BC-F0BA83398E58}" destId="{971FF320-17FB-4A41-AA44-51290D567294}" srcOrd="5" destOrd="0" presId="urn:microsoft.com/office/officeart/2005/8/layout/vList2"/>
    <dgm:cxn modelId="{35F8769C-BF48-4152-B2D9-FD39123E0D76}" type="presParOf" srcId="{518ACFD0-7F8C-4A8B-B1BC-F0BA83398E58}" destId="{8F338ADB-D698-4C1C-88F2-F255428E368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97CC003-A246-4A08-B68D-AAB4B45A7FC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5895ED7-8F00-4425-A380-8589FBD68CD9}">
      <dgm:prSet/>
      <dgm:spPr/>
      <dgm:t>
        <a:bodyPr/>
        <a:lstStyle/>
        <a:p>
          <a:r>
            <a:rPr lang="uk-UA" b="0" i="0"/>
            <a:t>запровадження терору голодом.</a:t>
          </a:r>
          <a:endParaRPr lang="uk-UA"/>
        </a:p>
      </dgm:t>
    </dgm:pt>
    <dgm:pt modelId="{A6A3D9E6-B858-4372-BFE6-22E8207C3004}" type="parTrans" cxnId="{48E14E39-347A-4967-A142-78CAE3AABB15}">
      <dgm:prSet/>
      <dgm:spPr/>
      <dgm:t>
        <a:bodyPr/>
        <a:lstStyle/>
        <a:p>
          <a:endParaRPr lang="uk-UA"/>
        </a:p>
      </dgm:t>
    </dgm:pt>
    <dgm:pt modelId="{60B7579C-B7F0-400F-8C9B-87BA5D7CDD6A}" type="sibTrans" cxnId="{48E14E39-347A-4967-A142-78CAE3AABB15}">
      <dgm:prSet/>
      <dgm:spPr/>
      <dgm:t>
        <a:bodyPr/>
        <a:lstStyle/>
        <a:p>
          <a:endParaRPr lang="uk-UA"/>
        </a:p>
      </dgm:t>
    </dgm:pt>
    <dgm:pt modelId="{18EEA5A3-BCD7-4F64-BEA1-B469BC6B7CDC}">
      <dgm:prSet/>
      <dgm:spPr/>
      <dgm:t>
        <a:bodyPr/>
        <a:lstStyle/>
        <a:p>
          <a:r>
            <a:rPr lang="uk-UA" b="0" i="0"/>
            <a:t>боротьби з масовими епідеміями.</a:t>
          </a:r>
          <a:endParaRPr lang="uk-UA"/>
        </a:p>
      </dgm:t>
    </dgm:pt>
    <dgm:pt modelId="{FFEAF05B-257D-40A0-86DF-4C27000B0F1E}" type="parTrans" cxnId="{2F87A32F-2EA7-4032-BB9A-D7F2DA513ED6}">
      <dgm:prSet/>
      <dgm:spPr/>
      <dgm:t>
        <a:bodyPr/>
        <a:lstStyle/>
        <a:p>
          <a:endParaRPr lang="uk-UA"/>
        </a:p>
      </dgm:t>
    </dgm:pt>
    <dgm:pt modelId="{58883B20-F459-40B7-9269-493E52A111A9}" type="sibTrans" cxnId="{2F87A32F-2EA7-4032-BB9A-D7F2DA513ED6}">
      <dgm:prSet/>
      <dgm:spPr/>
      <dgm:t>
        <a:bodyPr/>
        <a:lstStyle/>
        <a:p>
          <a:endParaRPr lang="uk-UA"/>
        </a:p>
      </dgm:t>
    </dgm:pt>
    <dgm:pt modelId="{B05FAB22-E1CD-4F68-BBF3-604EB3D75008}">
      <dgm:prSet/>
      <dgm:spPr/>
      <dgm:t>
        <a:bodyPr/>
        <a:lstStyle/>
        <a:p>
          <a:r>
            <a:rPr lang="uk-UA" b="0" i="0"/>
            <a:t>реалізації антицерковної політики.</a:t>
          </a:r>
          <a:endParaRPr lang="uk-UA"/>
        </a:p>
      </dgm:t>
    </dgm:pt>
    <dgm:pt modelId="{5EE20863-37B3-44F5-AE8A-FA09F500D431}" type="parTrans" cxnId="{E71A4879-49E1-418E-9D12-D7AD132515A2}">
      <dgm:prSet/>
      <dgm:spPr/>
      <dgm:t>
        <a:bodyPr/>
        <a:lstStyle/>
        <a:p>
          <a:endParaRPr lang="uk-UA"/>
        </a:p>
      </dgm:t>
    </dgm:pt>
    <dgm:pt modelId="{916AF108-0EE5-46CD-922E-CAD6E121A59F}" type="sibTrans" cxnId="{E71A4879-49E1-418E-9D12-D7AD132515A2}">
      <dgm:prSet/>
      <dgm:spPr/>
      <dgm:t>
        <a:bodyPr/>
        <a:lstStyle/>
        <a:p>
          <a:endParaRPr lang="uk-UA"/>
        </a:p>
      </dgm:t>
    </dgm:pt>
    <dgm:pt modelId="{3CD7E7D6-D363-46E9-A60E-18A34CA71DE4}">
      <dgm:prSet/>
      <dgm:spPr/>
      <dgm:t>
        <a:bodyPr/>
        <a:lstStyle/>
        <a:p>
          <a:r>
            <a:rPr lang="uk-UA" b="0" i="0"/>
            <a:t>усунення наслідків політики «ножиць цін».</a:t>
          </a:r>
          <a:endParaRPr lang="uk-UA"/>
        </a:p>
      </dgm:t>
    </dgm:pt>
    <dgm:pt modelId="{BD5F9667-8ABE-41A9-90D3-C1EE34A23444}" type="parTrans" cxnId="{16BA629D-1CC1-4B3C-A7EC-0F7F16961068}">
      <dgm:prSet/>
      <dgm:spPr/>
      <dgm:t>
        <a:bodyPr/>
        <a:lstStyle/>
        <a:p>
          <a:endParaRPr lang="uk-UA"/>
        </a:p>
      </dgm:t>
    </dgm:pt>
    <dgm:pt modelId="{DBEF6307-40FD-4779-8FD1-DE79F18F5F3D}" type="sibTrans" cxnId="{16BA629D-1CC1-4B3C-A7EC-0F7F16961068}">
      <dgm:prSet/>
      <dgm:spPr/>
      <dgm:t>
        <a:bodyPr/>
        <a:lstStyle/>
        <a:p>
          <a:endParaRPr lang="uk-UA"/>
        </a:p>
      </dgm:t>
    </dgm:pt>
    <dgm:pt modelId="{56A8B32D-777F-476B-B421-07D651351226}" type="pres">
      <dgm:prSet presAssocID="{797CC003-A246-4A08-B68D-AAB4B45A7FC9}" presName="linear" presStyleCnt="0">
        <dgm:presLayoutVars>
          <dgm:animLvl val="lvl"/>
          <dgm:resizeHandles val="exact"/>
        </dgm:presLayoutVars>
      </dgm:prSet>
      <dgm:spPr/>
    </dgm:pt>
    <dgm:pt modelId="{439CE79F-9745-495F-9A2D-C4D050879566}" type="pres">
      <dgm:prSet presAssocID="{25895ED7-8F00-4425-A380-8589FBD68CD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E78E394-8C99-4F3A-A574-F5A05B5389C7}" type="pres">
      <dgm:prSet presAssocID="{60B7579C-B7F0-400F-8C9B-87BA5D7CDD6A}" presName="spacer" presStyleCnt="0"/>
      <dgm:spPr/>
    </dgm:pt>
    <dgm:pt modelId="{92509794-02AD-4EE5-A7A3-FE77F367CF7D}" type="pres">
      <dgm:prSet presAssocID="{18EEA5A3-BCD7-4F64-BEA1-B469BC6B7CD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9A29900-94FD-4A0E-95C4-3672A384C828}" type="pres">
      <dgm:prSet presAssocID="{58883B20-F459-40B7-9269-493E52A111A9}" presName="spacer" presStyleCnt="0"/>
      <dgm:spPr/>
    </dgm:pt>
    <dgm:pt modelId="{58D6B8B0-552E-4ED1-BF7A-B31EB6749F38}" type="pres">
      <dgm:prSet presAssocID="{B05FAB22-E1CD-4F68-BBF3-604EB3D7500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BB1B941-5296-469E-8D35-98E5E9A98A6D}" type="pres">
      <dgm:prSet presAssocID="{916AF108-0EE5-46CD-922E-CAD6E121A59F}" presName="spacer" presStyleCnt="0"/>
      <dgm:spPr/>
    </dgm:pt>
    <dgm:pt modelId="{4929754F-B3E1-4ACC-862F-88CD35C4D440}" type="pres">
      <dgm:prSet presAssocID="{3CD7E7D6-D363-46E9-A60E-18A34CA71DE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F87A32F-2EA7-4032-BB9A-D7F2DA513ED6}" srcId="{797CC003-A246-4A08-B68D-AAB4B45A7FC9}" destId="{18EEA5A3-BCD7-4F64-BEA1-B469BC6B7CDC}" srcOrd="1" destOrd="0" parTransId="{FFEAF05B-257D-40A0-86DF-4C27000B0F1E}" sibTransId="{58883B20-F459-40B7-9269-493E52A111A9}"/>
    <dgm:cxn modelId="{29340A30-9D48-4083-AFC4-DB87FC21D21C}" type="presOf" srcId="{25895ED7-8F00-4425-A380-8589FBD68CD9}" destId="{439CE79F-9745-495F-9A2D-C4D050879566}" srcOrd="0" destOrd="0" presId="urn:microsoft.com/office/officeart/2005/8/layout/vList2"/>
    <dgm:cxn modelId="{48E14E39-347A-4967-A142-78CAE3AABB15}" srcId="{797CC003-A246-4A08-B68D-AAB4B45A7FC9}" destId="{25895ED7-8F00-4425-A380-8589FBD68CD9}" srcOrd="0" destOrd="0" parTransId="{A6A3D9E6-B858-4372-BFE6-22E8207C3004}" sibTransId="{60B7579C-B7F0-400F-8C9B-87BA5D7CDD6A}"/>
    <dgm:cxn modelId="{865E9366-433C-4184-BC0A-EE9C8F6A1773}" type="presOf" srcId="{B05FAB22-E1CD-4F68-BBF3-604EB3D75008}" destId="{58D6B8B0-552E-4ED1-BF7A-B31EB6749F38}" srcOrd="0" destOrd="0" presId="urn:microsoft.com/office/officeart/2005/8/layout/vList2"/>
    <dgm:cxn modelId="{E71A4879-49E1-418E-9D12-D7AD132515A2}" srcId="{797CC003-A246-4A08-B68D-AAB4B45A7FC9}" destId="{B05FAB22-E1CD-4F68-BBF3-604EB3D75008}" srcOrd="2" destOrd="0" parTransId="{5EE20863-37B3-44F5-AE8A-FA09F500D431}" sibTransId="{916AF108-0EE5-46CD-922E-CAD6E121A59F}"/>
    <dgm:cxn modelId="{16BA629D-1CC1-4B3C-A7EC-0F7F16961068}" srcId="{797CC003-A246-4A08-B68D-AAB4B45A7FC9}" destId="{3CD7E7D6-D363-46E9-A60E-18A34CA71DE4}" srcOrd="3" destOrd="0" parTransId="{BD5F9667-8ABE-41A9-90D3-C1EE34A23444}" sibTransId="{DBEF6307-40FD-4779-8FD1-DE79F18F5F3D}"/>
    <dgm:cxn modelId="{3B1D1CD2-23E1-42AF-B36F-C55B80E3412C}" type="presOf" srcId="{18EEA5A3-BCD7-4F64-BEA1-B469BC6B7CDC}" destId="{92509794-02AD-4EE5-A7A3-FE77F367CF7D}" srcOrd="0" destOrd="0" presId="urn:microsoft.com/office/officeart/2005/8/layout/vList2"/>
    <dgm:cxn modelId="{0205E6DB-97D3-45EF-8332-31AEBEA8D916}" type="presOf" srcId="{797CC003-A246-4A08-B68D-AAB4B45A7FC9}" destId="{56A8B32D-777F-476B-B421-07D651351226}" srcOrd="0" destOrd="0" presId="urn:microsoft.com/office/officeart/2005/8/layout/vList2"/>
    <dgm:cxn modelId="{E29330E8-ED16-49C9-B28D-73E0E3CDDAF4}" type="presOf" srcId="{3CD7E7D6-D363-46E9-A60E-18A34CA71DE4}" destId="{4929754F-B3E1-4ACC-862F-88CD35C4D440}" srcOrd="0" destOrd="0" presId="urn:microsoft.com/office/officeart/2005/8/layout/vList2"/>
    <dgm:cxn modelId="{B4728B18-4FBF-471F-B640-7A592BB4936B}" type="presParOf" srcId="{56A8B32D-777F-476B-B421-07D651351226}" destId="{439CE79F-9745-495F-9A2D-C4D050879566}" srcOrd="0" destOrd="0" presId="urn:microsoft.com/office/officeart/2005/8/layout/vList2"/>
    <dgm:cxn modelId="{6AB4A975-7DB0-4E96-A0D0-2AD554E21F46}" type="presParOf" srcId="{56A8B32D-777F-476B-B421-07D651351226}" destId="{8E78E394-8C99-4F3A-A574-F5A05B5389C7}" srcOrd="1" destOrd="0" presId="urn:microsoft.com/office/officeart/2005/8/layout/vList2"/>
    <dgm:cxn modelId="{664B247E-1991-4AA8-95C7-50D65D310CFC}" type="presParOf" srcId="{56A8B32D-777F-476B-B421-07D651351226}" destId="{92509794-02AD-4EE5-A7A3-FE77F367CF7D}" srcOrd="2" destOrd="0" presId="urn:microsoft.com/office/officeart/2005/8/layout/vList2"/>
    <dgm:cxn modelId="{AFAC1079-9205-4DC2-B2BD-3ADC316EE2E6}" type="presParOf" srcId="{56A8B32D-777F-476B-B421-07D651351226}" destId="{E9A29900-94FD-4A0E-95C4-3672A384C828}" srcOrd="3" destOrd="0" presId="urn:microsoft.com/office/officeart/2005/8/layout/vList2"/>
    <dgm:cxn modelId="{FF1ECE4A-68E7-45CB-A617-91E9126A52B7}" type="presParOf" srcId="{56A8B32D-777F-476B-B421-07D651351226}" destId="{58D6B8B0-552E-4ED1-BF7A-B31EB6749F38}" srcOrd="4" destOrd="0" presId="urn:microsoft.com/office/officeart/2005/8/layout/vList2"/>
    <dgm:cxn modelId="{98E287B2-4E9D-4D2C-B615-0D685004461C}" type="presParOf" srcId="{56A8B32D-777F-476B-B421-07D651351226}" destId="{FBB1B941-5296-469E-8D35-98E5E9A98A6D}" srcOrd="5" destOrd="0" presId="urn:microsoft.com/office/officeart/2005/8/layout/vList2"/>
    <dgm:cxn modelId="{7E391D88-8E96-4577-BCE3-15FB978A40F2}" type="presParOf" srcId="{56A8B32D-777F-476B-B421-07D651351226}" destId="{4929754F-B3E1-4ACC-862F-88CD35C4D44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0BB9EC5-F607-413A-9D82-515D4FB924D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F1F1098-E777-48F0-8291-DD4358B9A036}">
      <dgm:prSet/>
      <dgm:spPr/>
      <dgm:t>
        <a:bodyPr/>
        <a:lstStyle/>
        <a:p>
          <a:r>
            <a:rPr lang="uk-UA" b="0" i="0"/>
            <a:t>коренізацією.</a:t>
          </a:r>
          <a:endParaRPr lang="uk-UA"/>
        </a:p>
      </dgm:t>
    </dgm:pt>
    <dgm:pt modelId="{B2E427C4-2703-45F5-8B65-4C22B8136D51}" type="parTrans" cxnId="{DC965191-3554-4D9F-858C-452D4DF153D9}">
      <dgm:prSet/>
      <dgm:spPr/>
      <dgm:t>
        <a:bodyPr/>
        <a:lstStyle/>
        <a:p>
          <a:endParaRPr lang="uk-UA"/>
        </a:p>
      </dgm:t>
    </dgm:pt>
    <dgm:pt modelId="{DB125B19-2BA5-40B8-AE74-984FE3D441C2}" type="sibTrans" cxnId="{DC965191-3554-4D9F-858C-452D4DF153D9}">
      <dgm:prSet/>
      <dgm:spPr/>
      <dgm:t>
        <a:bodyPr/>
        <a:lstStyle/>
        <a:p>
          <a:endParaRPr lang="uk-UA"/>
        </a:p>
      </dgm:t>
    </dgm:pt>
    <dgm:pt modelId="{9C877269-17D0-434B-9477-2B04A6C3B82B}">
      <dgm:prSet/>
      <dgm:spPr/>
      <dgm:t>
        <a:bodyPr/>
        <a:lstStyle/>
        <a:p>
          <a:r>
            <a:rPr lang="uk-UA" b="0" i="0"/>
            <a:t>колективізацією.</a:t>
          </a:r>
          <a:endParaRPr lang="uk-UA"/>
        </a:p>
      </dgm:t>
    </dgm:pt>
    <dgm:pt modelId="{02CB7A89-2E6A-4841-9755-3D7B83D2DEBD}" type="parTrans" cxnId="{1CB74815-273A-4782-837E-89FB29544121}">
      <dgm:prSet/>
      <dgm:spPr/>
      <dgm:t>
        <a:bodyPr/>
        <a:lstStyle/>
        <a:p>
          <a:endParaRPr lang="uk-UA"/>
        </a:p>
      </dgm:t>
    </dgm:pt>
    <dgm:pt modelId="{EF6B962E-12F9-4701-AD01-A0296067A6E3}" type="sibTrans" cxnId="{1CB74815-273A-4782-837E-89FB29544121}">
      <dgm:prSet/>
      <dgm:spPr/>
      <dgm:t>
        <a:bodyPr/>
        <a:lstStyle/>
        <a:p>
          <a:endParaRPr lang="uk-UA"/>
        </a:p>
      </dgm:t>
    </dgm:pt>
    <dgm:pt modelId="{81F4ECF9-D4F0-43D6-B350-8BF191942A5E}">
      <dgm:prSet/>
      <dgm:spPr/>
      <dgm:t>
        <a:bodyPr/>
        <a:lstStyle/>
        <a:p>
          <a:r>
            <a:rPr lang="uk-UA" b="0" i="0"/>
            <a:t>індустріалізацією.</a:t>
          </a:r>
          <a:endParaRPr lang="uk-UA"/>
        </a:p>
      </dgm:t>
    </dgm:pt>
    <dgm:pt modelId="{74EEDBEB-F24C-4289-AE6E-86896C2C7ED9}" type="parTrans" cxnId="{BEB53FDD-9CD3-4BD6-9E26-1AC946A65251}">
      <dgm:prSet/>
      <dgm:spPr/>
      <dgm:t>
        <a:bodyPr/>
        <a:lstStyle/>
        <a:p>
          <a:endParaRPr lang="uk-UA"/>
        </a:p>
      </dgm:t>
    </dgm:pt>
    <dgm:pt modelId="{1DAEFA56-EA6D-4DE1-AF01-11F68563D168}" type="sibTrans" cxnId="{BEB53FDD-9CD3-4BD6-9E26-1AC946A65251}">
      <dgm:prSet/>
      <dgm:spPr/>
      <dgm:t>
        <a:bodyPr/>
        <a:lstStyle/>
        <a:p>
          <a:endParaRPr lang="uk-UA"/>
        </a:p>
      </dgm:t>
    </dgm:pt>
    <dgm:pt modelId="{84505B35-AEA8-4439-B64A-4E324BC67AA0}">
      <dgm:prSet/>
      <dgm:spPr/>
      <dgm:t>
        <a:bodyPr/>
        <a:lstStyle/>
        <a:p>
          <a:r>
            <a:rPr lang="uk-UA" b="0" i="0"/>
            <a:t>культурною революцією.</a:t>
          </a:r>
          <a:endParaRPr lang="uk-UA"/>
        </a:p>
      </dgm:t>
    </dgm:pt>
    <dgm:pt modelId="{87C3D51F-1410-4A0A-BD59-2BA82D921EBA}" type="parTrans" cxnId="{93F2C5BC-14E7-48F9-BF21-26EA99647C31}">
      <dgm:prSet/>
      <dgm:spPr/>
      <dgm:t>
        <a:bodyPr/>
        <a:lstStyle/>
        <a:p>
          <a:endParaRPr lang="uk-UA"/>
        </a:p>
      </dgm:t>
    </dgm:pt>
    <dgm:pt modelId="{F885E163-C9E9-4B69-A462-03912347386F}" type="sibTrans" cxnId="{93F2C5BC-14E7-48F9-BF21-26EA99647C31}">
      <dgm:prSet/>
      <dgm:spPr/>
      <dgm:t>
        <a:bodyPr/>
        <a:lstStyle/>
        <a:p>
          <a:endParaRPr lang="uk-UA"/>
        </a:p>
      </dgm:t>
    </dgm:pt>
    <dgm:pt modelId="{5C8FDA74-F57B-4857-BBBA-782C738CD6D8}" type="pres">
      <dgm:prSet presAssocID="{40BB9EC5-F607-413A-9D82-515D4FB924DE}" presName="linear" presStyleCnt="0">
        <dgm:presLayoutVars>
          <dgm:animLvl val="lvl"/>
          <dgm:resizeHandles val="exact"/>
        </dgm:presLayoutVars>
      </dgm:prSet>
      <dgm:spPr/>
    </dgm:pt>
    <dgm:pt modelId="{E4DDB3BF-1666-4B24-A0CC-C9BB5CBF906F}" type="pres">
      <dgm:prSet presAssocID="{8F1F1098-E777-48F0-8291-DD4358B9A03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DF0D65B-3E20-435D-A4F5-6B7F248F41CF}" type="pres">
      <dgm:prSet presAssocID="{DB125B19-2BA5-40B8-AE74-984FE3D441C2}" presName="spacer" presStyleCnt="0"/>
      <dgm:spPr/>
    </dgm:pt>
    <dgm:pt modelId="{BFC69089-ABD1-46B6-B796-74A1C168FB91}" type="pres">
      <dgm:prSet presAssocID="{9C877269-17D0-434B-9477-2B04A6C3B82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106B792-309E-4110-8B79-71254F340AA1}" type="pres">
      <dgm:prSet presAssocID="{EF6B962E-12F9-4701-AD01-A0296067A6E3}" presName="spacer" presStyleCnt="0"/>
      <dgm:spPr/>
    </dgm:pt>
    <dgm:pt modelId="{E8267072-3224-473E-B74F-7171DFE49CF8}" type="pres">
      <dgm:prSet presAssocID="{81F4ECF9-D4F0-43D6-B350-8BF191942A5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74DDE6E-B699-4C61-A79A-D02331506B16}" type="pres">
      <dgm:prSet presAssocID="{1DAEFA56-EA6D-4DE1-AF01-11F68563D168}" presName="spacer" presStyleCnt="0"/>
      <dgm:spPr/>
    </dgm:pt>
    <dgm:pt modelId="{6C98C4AC-24E5-4D5D-9E41-08635C92B8EA}" type="pres">
      <dgm:prSet presAssocID="{84505B35-AEA8-4439-B64A-4E324BC67AA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CB74815-273A-4782-837E-89FB29544121}" srcId="{40BB9EC5-F607-413A-9D82-515D4FB924DE}" destId="{9C877269-17D0-434B-9477-2B04A6C3B82B}" srcOrd="1" destOrd="0" parTransId="{02CB7A89-2E6A-4841-9755-3D7B83D2DEBD}" sibTransId="{EF6B962E-12F9-4701-AD01-A0296067A6E3}"/>
    <dgm:cxn modelId="{50034C40-3870-4573-98E4-42E4ABE33EA3}" type="presOf" srcId="{8F1F1098-E777-48F0-8291-DD4358B9A036}" destId="{E4DDB3BF-1666-4B24-A0CC-C9BB5CBF906F}" srcOrd="0" destOrd="0" presId="urn:microsoft.com/office/officeart/2005/8/layout/vList2"/>
    <dgm:cxn modelId="{05DE434E-BDD7-44A6-9F47-87AA4D54DE6F}" type="presOf" srcId="{84505B35-AEA8-4439-B64A-4E324BC67AA0}" destId="{6C98C4AC-24E5-4D5D-9E41-08635C92B8EA}" srcOrd="0" destOrd="0" presId="urn:microsoft.com/office/officeart/2005/8/layout/vList2"/>
    <dgm:cxn modelId="{DC965191-3554-4D9F-858C-452D4DF153D9}" srcId="{40BB9EC5-F607-413A-9D82-515D4FB924DE}" destId="{8F1F1098-E777-48F0-8291-DD4358B9A036}" srcOrd="0" destOrd="0" parTransId="{B2E427C4-2703-45F5-8B65-4C22B8136D51}" sibTransId="{DB125B19-2BA5-40B8-AE74-984FE3D441C2}"/>
    <dgm:cxn modelId="{93F2C5BC-14E7-48F9-BF21-26EA99647C31}" srcId="{40BB9EC5-F607-413A-9D82-515D4FB924DE}" destId="{84505B35-AEA8-4439-B64A-4E324BC67AA0}" srcOrd="3" destOrd="0" parTransId="{87C3D51F-1410-4A0A-BD59-2BA82D921EBA}" sibTransId="{F885E163-C9E9-4B69-A462-03912347386F}"/>
    <dgm:cxn modelId="{61E7D9C2-C783-4EAE-BC21-975109FF1996}" type="presOf" srcId="{40BB9EC5-F607-413A-9D82-515D4FB924DE}" destId="{5C8FDA74-F57B-4857-BBBA-782C738CD6D8}" srcOrd="0" destOrd="0" presId="urn:microsoft.com/office/officeart/2005/8/layout/vList2"/>
    <dgm:cxn modelId="{2FFAE2D7-3339-4EC0-BAEF-746B1BA14BD3}" type="presOf" srcId="{81F4ECF9-D4F0-43D6-B350-8BF191942A5E}" destId="{E8267072-3224-473E-B74F-7171DFE49CF8}" srcOrd="0" destOrd="0" presId="urn:microsoft.com/office/officeart/2005/8/layout/vList2"/>
    <dgm:cxn modelId="{BEB53FDD-9CD3-4BD6-9E26-1AC946A65251}" srcId="{40BB9EC5-F607-413A-9D82-515D4FB924DE}" destId="{81F4ECF9-D4F0-43D6-B350-8BF191942A5E}" srcOrd="2" destOrd="0" parTransId="{74EEDBEB-F24C-4289-AE6E-86896C2C7ED9}" sibTransId="{1DAEFA56-EA6D-4DE1-AF01-11F68563D168}"/>
    <dgm:cxn modelId="{851C2AFC-DB8B-49A4-862F-75E33EB13816}" type="presOf" srcId="{9C877269-17D0-434B-9477-2B04A6C3B82B}" destId="{BFC69089-ABD1-46B6-B796-74A1C168FB91}" srcOrd="0" destOrd="0" presId="urn:microsoft.com/office/officeart/2005/8/layout/vList2"/>
    <dgm:cxn modelId="{14993FC5-E4F1-4790-8E3A-6025326523FF}" type="presParOf" srcId="{5C8FDA74-F57B-4857-BBBA-782C738CD6D8}" destId="{E4DDB3BF-1666-4B24-A0CC-C9BB5CBF906F}" srcOrd="0" destOrd="0" presId="urn:microsoft.com/office/officeart/2005/8/layout/vList2"/>
    <dgm:cxn modelId="{7BCAE280-3F67-4B79-B79C-51FB877C1D43}" type="presParOf" srcId="{5C8FDA74-F57B-4857-BBBA-782C738CD6D8}" destId="{8DF0D65B-3E20-435D-A4F5-6B7F248F41CF}" srcOrd="1" destOrd="0" presId="urn:microsoft.com/office/officeart/2005/8/layout/vList2"/>
    <dgm:cxn modelId="{DA509F9F-9954-4DAC-B089-09CB551BF67E}" type="presParOf" srcId="{5C8FDA74-F57B-4857-BBBA-782C738CD6D8}" destId="{BFC69089-ABD1-46B6-B796-74A1C168FB91}" srcOrd="2" destOrd="0" presId="urn:microsoft.com/office/officeart/2005/8/layout/vList2"/>
    <dgm:cxn modelId="{5F1D5AE5-C2F6-41EB-8F76-76CBB978AE02}" type="presParOf" srcId="{5C8FDA74-F57B-4857-BBBA-782C738CD6D8}" destId="{8106B792-309E-4110-8B79-71254F340AA1}" srcOrd="3" destOrd="0" presId="urn:microsoft.com/office/officeart/2005/8/layout/vList2"/>
    <dgm:cxn modelId="{7031F1BC-FB8B-4A85-A2A6-9612166648C0}" type="presParOf" srcId="{5C8FDA74-F57B-4857-BBBA-782C738CD6D8}" destId="{E8267072-3224-473E-B74F-7171DFE49CF8}" srcOrd="4" destOrd="0" presId="urn:microsoft.com/office/officeart/2005/8/layout/vList2"/>
    <dgm:cxn modelId="{3D15D66B-9248-4DE7-8E40-916E437EA094}" type="presParOf" srcId="{5C8FDA74-F57B-4857-BBBA-782C738CD6D8}" destId="{A74DDE6E-B699-4C61-A79A-D02331506B16}" srcOrd="5" destOrd="0" presId="urn:microsoft.com/office/officeart/2005/8/layout/vList2"/>
    <dgm:cxn modelId="{D1EC116D-9772-4F4E-944C-BDAD588B10BF}" type="presParOf" srcId="{5C8FDA74-F57B-4857-BBBA-782C738CD6D8}" destId="{6C98C4AC-24E5-4D5D-9E41-08635C92B8E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D4D4B627-AC78-4CAA-989E-9E74E350FAB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8B07716-9239-44F2-AE51-4A18661297D7}">
      <dgm:prSet/>
      <dgm:spPr/>
      <dgm:t>
        <a:bodyPr/>
        <a:lstStyle/>
        <a:p>
          <a:r>
            <a:rPr lang="uk-UA" b="0" i="0"/>
            <a:t>Лікнеп, непман, «Плуг».</a:t>
          </a:r>
          <a:endParaRPr lang="uk-UA"/>
        </a:p>
      </dgm:t>
    </dgm:pt>
    <dgm:pt modelId="{98D275E7-5CA4-4625-A408-40CDB1D8E4A9}" type="parTrans" cxnId="{7E80A0C4-600A-4CB1-948E-2A0169C02047}">
      <dgm:prSet/>
      <dgm:spPr/>
      <dgm:t>
        <a:bodyPr/>
        <a:lstStyle/>
        <a:p>
          <a:endParaRPr lang="uk-UA"/>
        </a:p>
      </dgm:t>
    </dgm:pt>
    <dgm:pt modelId="{E35288C1-8A41-4109-9AC8-110F40F82BAC}" type="sibTrans" cxnId="{7E80A0C4-600A-4CB1-948E-2A0169C02047}">
      <dgm:prSet/>
      <dgm:spPr/>
      <dgm:t>
        <a:bodyPr/>
        <a:lstStyle/>
        <a:p>
          <a:endParaRPr lang="uk-UA"/>
        </a:p>
      </dgm:t>
    </dgm:pt>
    <dgm:pt modelId="{D72F33E8-38CB-46BD-AC0D-4E5C9F4F7F6C}">
      <dgm:prSet/>
      <dgm:spPr/>
      <dgm:t>
        <a:bodyPr/>
        <a:lstStyle/>
        <a:p>
          <a:r>
            <a:rPr lang="uk-UA" b="0" i="0"/>
            <a:t>«Інтегральний націоналізм», русофільство, румунізація.</a:t>
          </a:r>
          <a:endParaRPr lang="uk-UA"/>
        </a:p>
      </dgm:t>
    </dgm:pt>
    <dgm:pt modelId="{F3DFD6DF-77D3-43CD-8D22-CE89D8A70EA0}" type="parTrans" cxnId="{35B67491-C9A4-4838-A8A1-7477D694B502}">
      <dgm:prSet/>
      <dgm:spPr/>
      <dgm:t>
        <a:bodyPr/>
        <a:lstStyle/>
        <a:p>
          <a:endParaRPr lang="uk-UA"/>
        </a:p>
      </dgm:t>
    </dgm:pt>
    <dgm:pt modelId="{D0A173DE-495F-4769-9D50-A841EAEF6FCC}" type="sibTrans" cxnId="{35B67491-C9A4-4838-A8A1-7477D694B502}">
      <dgm:prSet/>
      <dgm:spPr/>
      <dgm:t>
        <a:bodyPr/>
        <a:lstStyle/>
        <a:p>
          <a:endParaRPr lang="uk-UA"/>
        </a:p>
      </dgm:t>
    </dgm:pt>
    <dgm:pt modelId="{DBA89BB5-81AB-42CC-B117-94AC77EF7102}">
      <dgm:prSet/>
      <dgm:spPr/>
      <dgm:t>
        <a:bodyPr/>
        <a:lstStyle/>
        <a:p>
          <a:r>
            <a:rPr lang="uk-UA" b="0" i="0"/>
            <a:t>Соціалістичний реалізм, Великий терор, «стаханівський рух».</a:t>
          </a:r>
          <a:endParaRPr lang="uk-UA"/>
        </a:p>
      </dgm:t>
    </dgm:pt>
    <dgm:pt modelId="{55F7111F-49C5-4897-A61D-A177B75F14C7}" type="parTrans" cxnId="{AAEA05D4-0DF2-4226-AA17-8BA7AB45A61F}">
      <dgm:prSet/>
      <dgm:spPr/>
      <dgm:t>
        <a:bodyPr/>
        <a:lstStyle/>
        <a:p>
          <a:endParaRPr lang="uk-UA"/>
        </a:p>
      </dgm:t>
    </dgm:pt>
    <dgm:pt modelId="{EEE70D64-2CB5-42A6-9303-51AAA4E777C6}" type="sibTrans" cxnId="{AAEA05D4-0DF2-4226-AA17-8BA7AB45A61F}">
      <dgm:prSet/>
      <dgm:spPr/>
      <dgm:t>
        <a:bodyPr/>
        <a:lstStyle/>
        <a:p>
          <a:endParaRPr lang="uk-UA"/>
        </a:p>
      </dgm:t>
    </dgm:pt>
    <dgm:pt modelId="{78ED9E23-DF63-477E-9991-6E13597B970D}">
      <dgm:prSet/>
      <dgm:spPr/>
      <dgm:t>
        <a:bodyPr/>
        <a:lstStyle/>
        <a:p>
          <a:r>
            <a:rPr lang="uk-UA" b="0" i="0"/>
            <a:t>Українська академія наук, Українська автокефальна православна церква, «Молодий театр» Леся Курбаса.</a:t>
          </a:r>
          <a:endParaRPr lang="uk-UA"/>
        </a:p>
      </dgm:t>
    </dgm:pt>
    <dgm:pt modelId="{D84196B7-8C24-41D2-8522-EA85DDDD6724}" type="parTrans" cxnId="{59E0DC2A-49B7-44D8-829C-69C30E954358}">
      <dgm:prSet/>
      <dgm:spPr/>
      <dgm:t>
        <a:bodyPr/>
        <a:lstStyle/>
        <a:p>
          <a:endParaRPr lang="uk-UA"/>
        </a:p>
      </dgm:t>
    </dgm:pt>
    <dgm:pt modelId="{673A24B1-4EB9-4449-AA63-8E06E93EE622}" type="sibTrans" cxnId="{59E0DC2A-49B7-44D8-829C-69C30E954358}">
      <dgm:prSet/>
      <dgm:spPr/>
      <dgm:t>
        <a:bodyPr/>
        <a:lstStyle/>
        <a:p>
          <a:endParaRPr lang="uk-UA"/>
        </a:p>
      </dgm:t>
    </dgm:pt>
    <dgm:pt modelId="{9FFDBF95-196F-4541-83D3-03D3212CE989}" type="pres">
      <dgm:prSet presAssocID="{D4D4B627-AC78-4CAA-989E-9E74E350FAB4}" presName="linear" presStyleCnt="0">
        <dgm:presLayoutVars>
          <dgm:animLvl val="lvl"/>
          <dgm:resizeHandles val="exact"/>
        </dgm:presLayoutVars>
      </dgm:prSet>
      <dgm:spPr/>
    </dgm:pt>
    <dgm:pt modelId="{1815581A-C852-4CDC-A9C5-EFC2C2EB8121}" type="pres">
      <dgm:prSet presAssocID="{38B07716-9239-44F2-AE51-4A18661297D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1849E5D-2D6B-4488-A626-3DCAC24B04CB}" type="pres">
      <dgm:prSet presAssocID="{E35288C1-8A41-4109-9AC8-110F40F82BAC}" presName="spacer" presStyleCnt="0"/>
      <dgm:spPr/>
    </dgm:pt>
    <dgm:pt modelId="{5ACF4649-FC47-41B4-8A47-A682E56BD017}" type="pres">
      <dgm:prSet presAssocID="{D72F33E8-38CB-46BD-AC0D-4E5C9F4F7F6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0907EB5-9CB6-4F23-9EE1-D30E19385A89}" type="pres">
      <dgm:prSet presAssocID="{D0A173DE-495F-4769-9D50-A841EAEF6FCC}" presName="spacer" presStyleCnt="0"/>
      <dgm:spPr/>
    </dgm:pt>
    <dgm:pt modelId="{07B1AB4E-C7DB-4563-82CF-A8E90A14258E}" type="pres">
      <dgm:prSet presAssocID="{DBA89BB5-81AB-42CC-B117-94AC77EF710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4B2DF57-FC26-47D2-9563-668439040A51}" type="pres">
      <dgm:prSet presAssocID="{EEE70D64-2CB5-42A6-9303-51AAA4E777C6}" presName="spacer" presStyleCnt="0"/>
      <dgm:spPr/>
    </dgm:pt>
    <dgm:pt modelId="{7C9243D2-FC3A-4917-A19F-5D75A92155E1}" type="pres">
      <dgm:prSet presAssocID="{78ED9E23-DF63-477E-9991-6E13597B970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9E63907-56AE-400A-A071-AAD42E98BB9A}" type="presOf" srcId="{D4D4B627-AC78-4CAA-989E-9E74E350FAB4}" destId="{9FFDBF95-196F-4541-83D3-03D3212CE989}" srcOrd="0" destOrd="0" presId="urn:microsoft.com/office/officeart/2005/8/layout/vList2"/>
    <dgm:cxn modelId="{59E0DC2A-49B7-44D8-829C-69C30E954358}" srcId="{D4D4B627-AC78-4CAA-989E-9E74E350FAB4}" destId="{78ED9E23-DF63-477E-9991-6E13597B970D}" srcOrd="3" destOrd="0" parTransId="{D84196B7-8C24-41D2-8522-EA85DDDD6724}" sibTransId="{673A24B1-4EB9-4449-AA63-8E06E93EE622}"/>
    <dgm:cxn modelId="{8A561564-1E87-4A14-A656-57B03A0B2860}" type="presOf" srcId="{DBA89BB5-81AB-42CC-B117-94AC77EF7102}" destId="{07B1AB4E-C7DB-4563-82CF-A8E90A14258E}" srcOrd="0" destOrd="0" presId="urn:microsoft.com/office/officeart/2005/8/layout/vList2"/>
    <dgm:cxn modelId="{F7282954-306E-4EA7-AFB6-2A4A97DDAEAA}" type="presOf" srcId="{38B07716-9239-44F2-AE51-4A18661297D7}" destId="{1815581A-C852-4CDC-A9C5-EFC2C2EB8121}" srcOrd="0" destOrd="0" presId="urn:microsoft.com/office/officeart/2005/8/layout/vList2"/>
    <dgm:cxn modelId="{59831A7C-87D5-49E0-A563-DD4C2E25ECC3}" type="presOf" srcId="{78ED9E23-DF63-477E-9991-6E13597B970D}" destId="{7C9243D2-FC3A-4917-A19F-5D75A92155E1}" srcOrd="0" destOrd="0" presId="urn:microsoft.com/office/officeart/2005/8/layout/vList2"/>
    <dgm:cxn modelId="{35B67491-C9A4-4838-A8A1-7477D694B502}" srcId="{D4D4B627-AC78-4CAA-989E-9E74E350FAB4}" destId="{D72F33E8-38CB-46BD-AC0D-4E5C9F4F7F6C}" srcOrd="1" destOrd="0" parTransId="{F3DFD6DF-77D3-43CD-8D22-CE89D8A70EA0}" sibTransId="{D0A173DE-495F-4769-9D50-A841EAEF6FCC}"/>
    <dgm:cxn modelId="{7E80A0C4-600A-4CB1-948E-2A0169C02047}" srcId="{D4D4B627-AC78-4CAA-989E-9E74E350FAB4}" destId="{38B07716-9239-44F2-AE51-4A18661297D7}" srcOrd="0" destOrd="0" parTransId="{98D275E7-5CA4-4625-A408-40CDB1D8E4A9}" sibTransId="{E35288C1-8A41-4109-9AC8-110F40F82BAC}"/>
    <dgm:cxn modelId="{BE6E92CC-89DB-4843-AA51-0CEE59FE31CD}" type="presOf" srcId="{D72F33E8-38CB-46BD-AC0D-4E5C9F4F7F6C}" destId="{5ACF4649-FC47-41B4-8A47-A682E56BD017}" srcOrd="0" destOrd="0" presId="urn:microsoft.com/office/officeart/2005/8/layout/vList2"/>
    <dgm:cxn modelId="{AAEA05D4-0DF2-4226-AA17-8BA7AB45A61F}" srcId="{D4D4B627-AC78-4CAA-989E-9E74E350FAB4}" destId="{DBA89BB5-81AB-42CC-B117-94AC77EF7102}" srcOrd="2" destOrd="0" parTransId="{55F7111F-49C5-4897-A61D-A177B75F14C7}" sibTransId="{EEE70D64-2CB5-42A6-9303-51AAA4E777C6}"/>
    <dgm:cxn modelId="{8D1704D6-A9EC-437E-9AE2-10C0F3251F90}" type="presParOf" srcId="{9FFDBF95-196F-4541-83D3-03D3212CE989}" destId="{1815581A-C852-4CDC-A9C5-EFC2C2EB8121}" srcOrd="0" destOrd="0" presId="urn:microsoft.com/office/officeart/2005/8/layout/vList2"/>
    <dgm:cxn modelId="{6B8AD5CD-CF19-498F-8B49-CA5178981ED3}" type="presParOf" srcId="{9FFDBF95-196F-4541-83D3-03D3212CE989}" destId="{81849E5D-2D6B-4488-A626-3DCAC24B04CB}" srcOrd="1" destOrd="0" presId="urn:microsoft.com/office/officeart/2005/8/layout/vList2"/>
    <dgm:cxn modelId="{E7605581-D16C-4070-AFBB-5372ED2496CC}" type="presParOf" srcId="{9FFDBF95-196F-4541-83D3-03D3212CE989}" destId="{5ACF4649-FC47-41B4-8A47-A682E56BD017}" srcOrd="2" destOrd="0" presId="urn:microsoft.com/office/officeart/2005/8/layout/vList2"/>
    <dgm:cxn modelId="{5F526FFF-F0CD-4401-9440-9CBC6AA6A2DA}" type="presParOf" srcId="{9FFDBF95-196F-4541-83D3-03D3212CE989}" destId="{50907EB5-9CB6-4F23-9EE1-D30E19385A89}" srcOrd="3" destOrd="0" presId="urn:microsoft.com/office/officeart/2005/8/layout/vList2"/>
    <dgm:cxn modelId="{74CC8FD7-61D1-4125-B813-19470AC9A8FB}" type="presParOf" srcId="{9FFDBF95-196F-4541-83D3-03D3212CE989}" destId="{07B1AB4E-C7DB-4563-82CF-A8E90A14258E}" srcOrd="4" destOrd="0" presId="urn:microsoft.com/office/officeart/2005/8/layout/vList2"/>
    <dgm:cxn modelId="{C149EE4E-0AEF-4C99-B137-9B6935F5DD87}" type="presParOf" srcId="{9FFDBF95-196F-4541-83D3-03D3212CE989}" destId="{B4B2DF57-FC26-47D2-9563-668439040A51}" srcOrd="5" destOrd="0" presId="urn:microsoft.com/office/officeart/2005/8/layout/vList2"/>
    <dgm:cxn modelId="{B70492B1-8D30-42B7-94B0-B0B39A141C3F}" type="presParOf" srcId="{9FFDBF95-196F-4541-83D3-03D3212CE989}" destId="{7C9243D2-FC3A-4917-A19F-5D75A92155E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4C69F27-6108-4C4D-8507-8D4547A2E84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ABBE19A-2999-4817-BE91-DFD685C4EA12}">
      <dgm:prSet/>
      <dgm:spPr/>
      <dgm:t>
        <a:bodyPr/>
        <a:lstStyle/>
        <a:p>
          <a:r>
            <a:rPr lang="uk-UA" b="0" i="0"/>
            <a:t>індустріалізація</a:t>
          </a:r>
          <a:endParaRPr lang="uk-UA"/>
        </a:p>
      </dgm:t>
    </dgm:pt>
    <dgm:pt modelId="{C47F72F8-65CD-4BE5-AF9D-36BF5AB868AB}" type="parTrans" cxnId="{85757D14-26E5-4E9F-BFAD-DFF5E9C28C5D}">
      <dgm:prSet/>
      <dgm:spPr/>
      <dgm:t>
        <a:bodyPr/>
        <a:lstStyle/>
        <a:p>
          <a:endParaRPr lang="uk-UA"/>
        </a:p>
      </dgm:t>
    </dgm:pt>
    <dgm:pt modelId="{3C7C9A9D-1815-4EA0-806D-EA9D1FC85E80}" type="sibTrans" cxnId="{85757D14-26E5-4E9F-BFAD-DFF5E9C28C5D}">
      <dgm:prSet/>
      <dgm:spPr/>
      <dgm:t>
        <a:bodyPr/>
        <a:lstStyle/>
        <a:p>
          <a:endParaRPr lang="uk-UA"/>
        </a:p>
      </dgm:t>
    </dgm:pt>
    <dgm:pt modelId="{FA262897-B0D4-4B50-A297-FAC23A703054}">
      <dgm:prSet/>
      <dgm:spPr/>
      <dgm:t>
        <a:bodyPr/>
        <a:lstStyle/>
        <a:p>
          <a:r>
            <a:rPr lang="uk-UA" b="0" i="0"/>
            <a:t>колективізація</a:t>
          </a:r>
          <a:endParaRPr lang="uk-UA"/>
        </a:p>
      </dgm:t>
    </dgm:pt>
    <dgm:pt modelId="{811E807D-59E1-4AC9-B931-CDEF6C585F00}" type="parTrans" cxnId="{0B3AB38D-C4BF-4065-B107-32CF776856F4}">
      <dgm:prSet/>
      <dgm:spPr/>
      <dgm:t>
        <a:bodyPr/>
        <a:lstStyle/>
        <a:p>
          <a:endParaRPr lang="uk-UA"/>
        </a:p>
      </dgm:t>
    </dgm:pt>
    <dgm:pt modelId="{6C0B2D71-FFB9-4487-8D82-E902748EA2E0}" type="sibTrans" cxnId="{0B3AB38D-C4BF-4065-B107-32CF776856F4}">
      <dgm:prSet/>
      <dgm:spPr/>
      <dgm:t>
        <a:bodyPr/>
        <a:lstStyle/>
        <a:p>
          <a:endParaRPr lang="uk-UA"/>
        </a:p>
      </dgm:t>
    </dgm:pt>
    <dgm:pt modelId="{E3B425C4-7201-4D53-9E25-A5208B557F6B}">
      <dgm:prSet/>
      <dgm:spPr/>
      <dgm:t>
        <a:bodyPr/>
        <a:lstStyle/>
        <a:p>
          <a:r>
            <a:rPr lang="uk-UA" b="0" i="0"/>
            <a:t>масові репресії</a:t>
          </a:r>
          <a:endParaRPr lang="uk-UA"/>
        </a:p>
      </dgm:t>
    </dgm:pt>
    <dgm:pt modelId="{CBAF48FA-2055-4BC7-AB5B-760EEFCB5702}" type="parTrans" cxnId="{9DC17537-F882-4C1C-B839-7C41FEC279EE}">
      <dgm:prSet/>
      <dgm:spPr/>
      <dgm:t>
        <a:bodyPr/>
        <a:lstStyle/>
        <a:p>
          <a:endParaRPr lang="uk-UA"/>
        </a:p>
      </dgm:t>
    </dgm:pt>
    <dgm:pt modelId="{65A4288F-9D72-4052-8CBC-216ACA676D41}" type="sibTrans" cxnId="{9DC17537-F882-4C1C-B839-7C41FEC279EE}">
      <dgm:prSet/>
      <dgm:spPr/>
      <dgm:t>
        <a:bodyPr/>
        <a:lstStyle/>
        <a:p>
          <a:endParaRPr lang="uk-UA"/>
        </a:p>
      </dgm:t>
    </dgm:pt>
    <dgm:pt modelId="{24C2F751-DF28-4FDD-8547-5F26F9398587}">
      <dgm:prSet/>
      <dgm:spPr/>
      <dgm:t>
        <a:bodyPr/>
        <a:lstStyle/>
        <a:p>
          <a:r>
            <a:rPr lang="uk-UA" b="0" i="0"/>
            <a:t>культурна революція</a:t>
          </a:r>
          <a:endParaRPr lang="uk-UA"/>
        </a:p>
      </dgm:t>
    </dgm:pt>
    <dgm:pt modelId="{85801CFF-3CF8-49C3-9FE0-A4A6C693F658}" type="parTrans" cxnId="{52D45DCA-ADC5-4360-A227-FE65160BB444}">
      <dgm:prSet/>
      <dgm:spPr/>
      <dgm:t>
        <a:bodyPr/>
        <a:lstStyle/>
        <a:p>
          <a:endParaRPr lang="uk-UA"/>
        </a:p>
      </dgm:t>
    </dgm:pt>
    <dgm:pt modelId="{10C3CC5D-22A4-436F-927A-3464AE081A42}" type="sibTrans" cxnId="{52D45DCA-ADC5-4360-A227-FE65160BB444}">
      <dgm:prSet/>
      <dgm:spPr/>
      <dgm:t>
        <a:bodyPr/>
        <a:lstStyle/>
        <a:p>
          <a:endParaRPr lang="uk-UA"/>
        </a:p>
      </dgm:t>
    </dgm:pt>
    <dgm:pt modelId="{06FAA090-1E9E-42A6-A434-992CAB817955}" type="pres">
      <dgm:prSet presAssocID="{44C69F27-6108-4C4D-8507-8D4547A2E84A}" presName="linearFlow" presStyleCnt="0">
        <dgm:presLayoutVars>
          <dgm:dir/>
          <dgm:resizeHandles val="exact"/>
        </dgm:presLayoutVars>
      </dgm:prSet>
      <dgm:spPr/>
    </dgm:pt>
    <dgm:pt modelId="{7B036D8F-AE6E-4DD1-ACF7-0EA99FEF5EDD}" type="pres">
      <dgm:prSet presAssocID="{CABBE19A-2999-4817-BE91-DFD685C4EA12}" presName="composite" presStyleCnt="0"/>
      <dgm:spPr/>
    </dgm:pt>
    <dgm:pt modelId="{106904B7-F57E-4B0C-BD24-D94410A75A8F}" type="pres">
      <dgm:prSet presAssocID="{CABBE19A-2999-4817-BE91-DFD685C4EA12}" presName="imgShp" presStyleLbl="fgImgPlace1" presStyleIdx="0" presStyleCnt="4"/>
      <dgm:spPr/>
    </dgm:pt>
    <dgm:pt modelId="{2B103A3C-B089-4088-9147-F7F26FC55358}" type="pres">
      <dgm:prSet presAssocID="{CABBE19A-2999-4817-BE91-DFD685C4EA12}" presName="txShp" presStyleLbl="node1" presStyleIdx="0" presStyleCnt="4">
        <dgm:presLayoutVars>
          <dgm:bulletEnabled val="1"/>
        </dgm:presLayoutVars>
      </dgm:prSet>
      <dgm:spPr/>
    </dgm:pt>
    <dgm:pt modelId="{3C105DC1-028A-4F8F-9438-33406015EF1D}" type="pres">
      <dgm:prSet presAssocID="{3C7C9A9D-1815-4EA0-806D-EA9D1FC85E80}" presName="spacing" presStyleCnt="0"/>
      <dgm:spPr/>
    </dgm:pt>
    <dgm:pt modelId="{E9B48E28-91C0-4046-ADD1-81CBFAAFED5C}" type="pres">
      <dgm:prSet presAssocID="{FA262897-B0D4-4B50-A297-FAC23A703054}" presName="composite" presStyleCnt="0"/>
      <dgm:spPr/>
    </dgm:pt>
    <dgm:pt modelId="{D718110C-92C6-4FA0-B14D-4EA8B92A0CD5}" type="pres">
      <dgm:prSet presAssocID="{FA262897-B0D4-4B50-A297-FAC23A703054}" presName="imgShp" presStyleLbl="fgImgPlace1" presStyleIdx="1" presStyleCnt="4"/>
      <dgm:spPr/>
    </dgm:pt>
    <dgm:pt modelId="{1D537E88-BDBF-4562-91F6-45F825BE7A0B}" type="pres">
      <dgm:prSet presAssocID="{FA262897-B0D4-4B50-A297-FAC23A703054}" presName="txShp" presStyleLbl="node1" presStyleIdx="1" presStyleCnt="4">
        <dgm:presLayoutVars>
          <dgm:bulletEnabled val="1"/>
        </dgm:presLayoutVars>
      </dgm:prSet>
      <dgm:spPr/>
    </dgm:pt>
    <dgm:pt modelId="{EE94FB54-C316-44EF-9F13-31FCC5D8CAB0}" type="pres">
      <dgm:prSet presAssocID="{6C0B2D71-FFB9-4487-8D82-E902748EA2E0}" presName="spacing" presStyleCnt="0"/>
      <dgm:spPr/>
    </dgm:pt>
    <dgm:pt modelId="{4F58AE91-F444-4640-898D-D403B202EC36}" type="pres">
      <dgm:prSet presAssocID="{E3B425C4-7201-4D53-9E25-A5208B557F6B}" presName="composite" presStyleCnt="0"/>
      <dgm:spPr/>
    </dgm:pt>
    <dgm:pt modelId="{DE83ACC9-C6AE-4F6E-B2C5-ADD89CDC0D62}" type="pres">
      <dgm:prSet presAssocID="{E3B425C4-7201-4D53-9E25-A5208B557F6B}" presName="imgShp" presStyleLbl="fgImgPlace1" presStyleIdx="2" presStyleCnt="4"/>
      <dgm:spPr/>
    </dgm:pt>
    <dgm:pt modelId="{30EB2482-358E-4507-9D39-28E42BEA60FD}" type="pres">
      <dgm:prSet presAssocID="{E3B425C4-7201-4D53-9E25-A5208B557F6B}" presName="txShp" presStyleLbl="node1" presStyleIdx="2" presStyleCnt="4">
        <dgm:presLayoutVars>
          <dgm:bulletEnabled val="1"/>
        </dgm:presLayoutVars>
      </dgm:prSet>
      <dgm:spPr/>
    </dgm:pt>
    <dgm:pt modelId="{F1DDA48C-AB24-47E4-8458-51336601B6E7}" type="pres">
      <dgm:prSet presAssocID="{65A4288F-9D72-4052-8CBC-216ACA676D41}" presName="spacing" presStyleCnt="0"/>
      <dgm:spPr/>
    </dgm:pt>
    <dgm:pt modelId="{7F1DCA67-D171-4BDE-8DDB-8E9D185EFB14}" type="pres">
      <dgm:prSet presAssocID="{24C2F751-DF28-4FDD-8547-5F26F9398587}" presName="composite" presStyleCnt="0"/>
      <dgm:spPr/>
    </dgm:pt>
    <dgm:pt modelId="{4F91E247-3003-4D21-A371-6C9F56ED0F67}" type="pres">
      <dgm:prSet presAssocID="{24C2F751-DF28-4FDD-8547-5F26F9398587}" presName="imgShp" presStyleLbl="fgImgPlace1" presStyleIdx="3" presStyleCnt="4"/>
      <dgm:spPr/>
    </dgm:pt>
    <dgm:pt modelId="{BF9816A1-4A5B-4354-986E-82B221AC183C}" type="pres">
      <dgm:prSet presAssocID="{24C2F751-DF28-4FDD-8547-5F26F9398587}" presName="txShp" presStyleLbl="node1" presStyleIdx="3" presStyleCnt="4">
        <dgm:presLayoutVars>
          <dgm:bulletEnabled val="1"/>
        </dgm:presLayoutVars>
      </dgm:prSet>
      <dgm:spPr/>
    </dgm:pt>
  </dgm:ptLst>
  <dgm:cxnLst>
    <dgm:cxn modelId="{85757D14-26E5-4E9F-BFAD-DFF5E9C28C5D}" srcId="{44C69F27-6108-4C4D-8507-8D4547A2E84A}" destId="{CABBE19A-2999-4817-BE91-DFD685C4EA12}" srcOrd="0" destOrd="0" parTransId="{C47F72F8-65CD-4BE5-AF9D-36BF5AB868AB}" sibTransId="{3C7C9A9D-1815-4EA0-806D-EA9D1FC85E80}"/>
    <dgm:cxn modelId="{9DC17537-F882-4C1C-B839-7C41FEC279EE}" srcId="{44C69F27-6108-4C4D-8507-8D4547A2E84A}" destId="{E3B425C4-7201-4D53-9E25-A5208B557F6B}" srcOrd="2" destOrd="0" parTransId="{CBAF48FA-2055-4BC7-AB5B-760EEFCB5702}" sibTransId="{65A4288F-9D72-4052-8CBC-216ACA676D41}"/>
    <dgm:cxn modelId="{3D33178D-4077-4395-AEB3-73F7457FDF81}" type="presOf" srcId="{E3B425C4-7201-4D53-9E25-A5208B557F6B}" destId="{30EB2482-358E-4507-9D39-28E42BEA60FD}" srcOrd="0" destOrd="0" presId="urn:microsoft.com/office/officeart/2005/8/layout/vList3"/>
    <dgm:cxn modelId="{0B3AB38D-C4BF-4065-B107-32CF776856F4}" srcId="{44C69F27-6108-4C4D-8507-8D4547A2E84A}" destId="{FA262897-B0D4-4B50-A297-FAC23A703054}" srcOrd="1" destOrd="0" parTransId="{811E807D-59E1-4AC9-B931-CDEF6C585F00}" sibTransId="{6C0B2D71-FFB9-4487-8D82-E902748EA2E0}"/>
    <dgm:cxn modelId="{6042379A-DC2A-4365-9DA9-B66BBB267980}" type="presOf" srcId="{FA262897-B0D4-4B50-A297-FAC23A703054}" destId="{1D537E88-BDBF-4562-91F6-45F825BE7A0B}" srcOrd="0" destOrd="0" presId="urn:microsoft.com/office/officeart/2005/8/layout/vList3"/>
    <dgm:cxn modelId="{4DBC3FA4-AEAC-48F6-94FC-6127A901A2C3}" type="presOf" srcId="{44C69F27-6108-4C4D-8507-8D4547A2E84A}" destId="{06FAA090-1E9E-42A6-A434-992CAB817955}" srcOrd="0" destOrd="0" presId="urn:microsoft.com/office/officeart/2005/8/layout/vList3"/>
    <dgm:cxn modelId="{52D45DCA-ADC5-4360-A227-FE65160BB444}" srcId="{44C69F27-6108-4C4D-8507-8D4547A2E84A}" destId="{24C2F751-DF28-4FDD-8547-5F26F9398587}" srcOrd="3" destOrd="0" parTransId="{85801CFF-3CF8-49C3-9FE0-A4A6C693F658}" sibTransId="{10C3CC5D-22A4-436F-927A-3464AE081A42}"/>
    <dgm:cxn modelId="{64C2F1E6-160B-42D1-AEBA-682173FBF66F}" type="presOf" srcId="{24C2F751-DF28-4FDD-8547-5F26F9398587}" destId="{BF9816A1-4A5B-4354-986E-82B221AC183C}" srcOrd="0" destOrd="0" presId="urn:microsoft.com/office/officeart/2005/8/layout/vList3"/>
    <dgm:cxn modelId="{1D91BFF7-28F7-4127-9406-411C95B78BAA}" type="presOf" srcId="{CABBE19A-2999-4817-BE91-DFD685C4EA12}" destId="{2B103A3C-B089-4088-9147-F7F26FC55358}" srcOrd="0" destOrd="0" presId="urn:microsoft.com/office/officeart/2005/8/layout/vList3"/>
    <dgm:cxn modelId="{2540EE4B-23D9-4CB3-9CFC-96A91D427731}" type="presParOf" srcId="{06FAA090-1E9E-42A6-A434-992CAB817955}" destId="{7B036D8F-AE6E-4DD1-ACF7-0EA99FEF5EDD}" srcOrd="0" destOrd="0" presId="urn:microsoft.com/office/officeart/2005/8/layout/vList3"/>
    <dgm:cxn modelId="{A48D8007-B183-4472-B9E8-55940196E986}" type="presParOf" srcId="{7B036D8F-AE6E-4DD1-ACF7-0EA99FEF5EDD}" destId="{106904B7-F57E-4B0C-BD24-D94410A75A8F}" srcOrd="0" destOrd="0" presId="urn:microsoft.com/office/officeart/2005/8/layout/vList3"/>
    <dgm:cxn modelId="{050F4D1D-4AE3-4B7C-B498-C4E6479E7C11}" type="presParOf" srcId="{7B036D8F-AE6E-4DD1-ACF7-0EA99FEF5EDD}" destId="{2B103A3C-B089-4088-9147-F7F26FC55358}" srcOrd="1" destOrd="0" presId="urn:microsoft.com/office/officeart/2005/8/layout/vList3"/>
    <dgm:cxn modelId="{74B3B657-F15F-49B5-9EE7-21831B275D3F}" type="presParOf" srcId="{06FAA090-1E9E-42A6-A434-992CAB817955}" destId="{3C105DC1-028A-4F8F-9438-33406015EF1D}" srcOrd="1" destOrd="0" presId="urn:microsoft.com/office/officeart/2005/8/layout/vList3"/>
    <dgm:cxn modelId="{3EC38598-C2D7-471A-BA1E-51ABE96CA917}" type="presParOf" srcId="{06FAA090-1E9E-42A6-A434-992CAB817955}" destId="{E9B48E28-91C0-4046-ADD1-81CBFAAFED5C}" srcOrd="2" destOrd="0" presId="urn:microsoft.com/office/officeart/2005/8/layout/vList3"/>
    <dgm:cxn modelId="{3AED3B40-138D-4902-BD06-54B5F0CC05D3}" type="presParOf" srcId="{E9B48E28-91C0-4046-ADD1-81CBFAAFED5C}" destId="{D718110C-92C6-4FA0-B14D-4EA8B92A0CD5}" srcOrd="0" destOrd="0" presId="urn:microsoft.com/office/officeart/2005/8/layout/vList3"/>
    <dgm:cxn modelId="{AB359F32-F80E-416E-9567-A15434B70D87}" type="presParOf" srcId="{E9B48E28-91C0-4046-ADD1-81CBFAAFED5C}" destId="{1D537E88-BDBF-4562-91F6-45F825BE7A0B}" srcOrd="1" destOrd="0" presId="urn:microsoft.com/office/officeart/2005/8/layout/vList3"/>
    <dgm:cxn modelId="{64AE3108-E4D4-4DB2-8B4F-F197CCB0B70F}" type="presParOf" srcId="{06FAA090-1E9E-42A6-A434-992CAB817955}" destId="{EE94FB54-C316-44EF-9F13-31FCC5D8CAB0}" srcOrd="3" destOrd="0" presId="urn:microsoft.com/office/officeart/2005/8/layout/vList3"/>
    <dgm:cxn modelId="{2BE8C687-D008-4764-A343-AB7040BE57D8}" type="presParOf" srcId="{06FAA090-1E9E-42A6-A434-992CAB817955}" destId="{4F58AE91-F444-4640-898D-D403B202EC36}" srcOrd="4" destOrd="0" presId="urn:microsoft.com/office/officeart/2005/8/layout/vList3"/>
    <dgm:cxn modelId="{8D2B36F0-8024-4472-B617-790C35E8612E}" type="presParOf" srcId="{4F58AE91-F444-4640-898D-D403B202EC36}" destId="{DE83ACC9-C6AE-4F6E-B2C5-ADD89CDC0D62}" srcOrd="0" destOrd="0" presId="urn:microsoft.com/office/officeart/2005/8/layout/vList3"/>
    <dgm:cxn modelId="{6C0785B3-663F-4CDB-B114-3272B9B707FB}" type="presParOf" srcId="{4F58AE91-F444-4640-898D-D403B202EC36}" destId="{30EB2482-358E-4507-9D39-28E42BEA60FD}" srcOrd="1" destOrd="0" presId="urn:microsoft.com/office/officeart/2005/8/layout/vList3"/>
    <dgm:cxn modelId="{2D68A3A3-AA65-47DF-9950-B2D3535CB276}" type="presParOf" srcId="{06FAA090-1E9E-42A6-A434-992CAB817955}" destId="{F1DDA48C-AB24-47E4-8458-51336601B6E7}" srcOrd="5" destOrd="0" presId="urn:microsoft.com/office/officeart/2005/8/layout/vList3"/>
    <dgm:cxn modelId="{7B640ACB-9E26-4E45-A69E-55C9CBC42D0A}" type="presParOf" srcId="{06FAA090-1E9E-42A6-A434-992CAB817955}" destId="{7F1DCA67-D171-4BDE-8DDB-8E9D185EFB14}" srcOrd="6" destOrd="0" presId="urn:microsoft.com/office/officeart/2005/8/layout/vList3"/>
    <dgm:cxn modelId="{2E21B198-4A30-46B5-98EB-62829944D51F}" type="presParOf" srcId="{7F1DCA67-D171-4BDE-8DDB-8E9D185EFB14}" destId="{4F91E247-3003-4D21-A371-6C9F56ED0F67}" srcOrd="0" destOrd="0" presId="urn:microsoft.com/office/officeart/2005/8/layout/vList3"/>
    <dgm:cxn modelId="{716A8DB8-CD3B-4E41-9FF7-B251162FEF6B}" type="presParOf" srcId="{7F1DCA67-D171-4BDE-8DDB-8E9D185EFB14}" destId="{BF9816A1-4A5B-4354-986E-82B221AC183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8BE46F3-3CA5-4724-8232-D830BF0C15D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D58B57C-BE50-4A1C-BAD2-212F321ED54B}">
      <dgm:prSet/>
      <dgm:spPr/>
      <dgm:t>
        <a:bodyPr/>
        <a:lstStyle/>
        <a:p>
          <a:r>
            <a:rPr lang="uk-UA" b="0" i="0"/>
            <a:t>ліквідація індивідуального селянського господарства</a:t>
          </a:r>
          <a:endParaRPr lang="uk-UA"/>
        </a:p>
      </dgm:t>
    </dgm:pt>
    <dgm:pt modelId="{50B25D70-8068-4EC7-A5DA-BBD2C456178D}" type="parTrans" cxnId="{47758554-5AF6-431C-911C-3A4DF5802440}">
      <dgm:prSet/>
      <dgm:spPr/>
      <dgm:t>
        <a:bodyPr/>
        <a:lstStyle/>
        <a:p>
          <a:endParaRPr lang="uk-UA"/>
        </a:p>
      </dgm:t>
    </dgm:pt>
    <dgm:pt modelId="{B2515033-A63A-41E3-9275-7EFDA0B9AE8F}" type="sibTrans" cxnId="{47758554-5AF6-431C-911C-3A4DF5802440}">
      <dgm:prSet/>
      <dgm:spPr/>
      <dgm:t>
        <a:bodyPr/>
        <a:lstStyle/>
        <a:p>
          <a:endParaRPr lang="uk-UA"/>
        </a:p>
      </dgm:t>
    </dgm:pt>
    <dgm:pt modelId="{ED35AF06-5D02-4EC8-AE50-8B4EB23223BD}">
      <dgm:prSet/>
      <dgm:spPr/>
      <dgm:t>
        <a:bodyPr/>
        <a:lstStyle/>
        <a:p>
          <a:r>
            <a:rPr lang="uk-UA" b="0" i="0"/>
            <a:t>перевищення промислового виробництва над сільськогосподарським</a:t>
          </a:r>
          <a:endParaRPr lang="uk-UA"/>
        </a:p>
      </dgm:t>
    </dgm:pt>
    <dgm:pt modelId="{BB088D35-298E-4385-8F22-3574E032469E}" type="parTrans" cxnId="{5D447D23-769B-4815-922A-6E50DBBA2898}">
      <dgm:prSet/>
      <dgm:spPr/>
      <dgm:t>
        <a:bodyPr/>
        <a:lstStyle/>
        <a:p>
          <a:endParaRPr lang="uk-UA"/>
        </a:p>
      </dgm:t>
    </dgm:pt>
    <dgm:pt modelId="{71BCD8BA-EC35-4D2B-B06B-A3516F6D349C}" type="sibTrans" cxnId="{5D447D23-769B-4815-922A-6E50DBBA2898}">
      <dgm:prSet/>
      <dgm:spPr/>
      <dgm:t>
        <a:bodyPr/>
        <a:lstStyle/>
        <a:p>
          <a:endParaRPr lang="uk-UA"/>
        </a:p>
      </dgm:t>
    </dgm:pt>
    <dgm:pt modelId="{E4682D37-7D2D-4C6B-88F0-A75734097F4D}">
      <dgm:prSet/>
      <dgm:spPr/>
      <dgm:t>
        <a:bodyPr/>
        <a:lstStyle/>
        <a:p>
          <a:r>
            <a:rPr lang="uk-UA" b="0" i="0"/>
            <a:t>нав’язування суспільству комуністичної ідеології</a:t>
          </a:r>
          <a:endParaRPr lang="uk-UA"/>
        </a:p>
      </dgm:t>
    </dgm:pt>
    <dgm:pt modelId="{07A76E5A-57DC-4725-992D-F63C205B6279}" type="parTrans" cxnId="{80F54D5F-26A6-4D47-A4C2-0A71ABF8FA9A}">
      <dgm:prSet/>
      <dgm:spPr/>
      <dgm:t>
        <a:bodyPr/>
        <a:lstStyle/>
        <a:p>
          <a:endParaRPr lang="uk-UA"/>
        </a:p>
      </dgm:t>
    </dgm:pt>
    <dgm:pt modelId="{D3BB0990-42EE-42E4-B3D3-A4AA2B4C565A}" type="sibTrans" cxnId="{80F54D5F-26A6-4D47-A4C2-0A71ABF8FA9A}">
      <dgm:prSet/>
      <dgm:spPr/>
      <dgm:t>
        <a:bodyPr/>
        <a:lstStyle/>
        <a:p>
          <a:endParaRPr lang="uk-UA"/>
        </a:p>
      </dgm:t>
    </dgm:pt>
    <dgm:pt modelId="{E0A97BBA-9118-4836-BFB7-F91311AE6D83}">
      <dgm:prSet/>
      <dgm:spPr/>
      <dgm:t>
        <a:bodyPr/>
        <a:lstStyle/>
        <a:p>
          <a:r>
            <a:rPr lang="uk-UA" b="0" i="0"/>
            <a:t>ліквідація багатопартійності</a:t>
          </a:r>
          <a:endParaRPr lang="uk-UA"/>
        </a:p>
      </dgm:t>
    </dgm:pt>
    <dgm:pt modelId="{7065B247-36E8-42B6-B3E7-097994AA7FE9}" type="parTrans" cxnId="{C525EB14-A265-44D1-A5D4-75B8201516C2}">
      <dgm:prSet/>
      <dgm:spPr/>
      <dgm:t>
        <a:bodyPr/>
        <a:lstStyle/>
        <a:p>
          <a:endParaRPr lang="uk-UA"/>
        </a:p>
      </dgm:t>
    </dgm:pt>
    <dgm:pt modelId="{151197EF-9251-4690-8650-50D5918FA8A5}" type="sibTrans" cxnId="{C525EB14-A265-44D1-A5D4-75B8201516C2}">
      <dgm:prSet/>
      <dgm:spPr/>
      <dgm:t>
        <a:bodyPr/>
        <a:lstStyle/>
        <a:p>
          <a:endParaRPr lang="uk-UA"/>
        </a:p>
      </dgm:t>
    </dgm:pt>
    <dgm:pt modelId="{24119BB5-3CF8-4CA1-9806-A9BB00186A38}">
      <dgm:prSet/>
      <dgm:spPr/>
      <dgm:t>
        <a:bodyPr/>
        <a:lstStyle/>
        <a:p>
          <a:r>
            <a:rPr lang="uk-UA" b="0" i="0"/>
            <a:t>насадження в суспільстві атмосфери страху</a:t>
          </a:r>
          <a:endParaRPr lang="uk-UA"/>
        </a:p>
      </dgm:t>
    </dgm:pt>
    <dgm:pt modelId="{B3DBCA10-09AA-4DF1-BAF4-EB07FCD38F6A}" type="parTrans" cxnId="{4157A362-59F8-47DE-9D4E-E0771596D821}">
      <dgm:prSet/>
      <dgm:spPr/>
      <dgm:t>
        <a:bodyPr/>
        <a:lstStyle/>
        <a:p>
          <a:endParaRPr lang="uk-UA"/>
        </a:p>
      </dgm:t>
    </dgm:pt>
    <dgm:pt modelId="{5B0AFFBF-219D-4E97-91FF-CA20F1E33875}" type="sibTrans" cxnId="{4157A362-59F8-47DE-9D4E-E0771596D821}">
      <dgm:prSet/>
      <dgm:spPr/>
      <dgm:t>
        <a:bodyPr/>
        <a:lstStyle/>
        <a:p>
          <a:endParaRPr lang="uk-UA"/>
        </a:p>
      </dgm:t>
    </dgm:pt>
    <dgm:pt modelId="{0E42B20B-97F0-4AEE-887F-6AADF4D67BD8}" type="pres">
      <dgm:prSet presAssocID="{F8BE46F3-3CA5-4724-8232-D830BF0C15D4}" presName="vert0" presStyleCnt="0">
        <dgm:presLayoutVars>
          <dgm:dir/>
          <dgm:animOne val="branch"/>
          <dgm:animLvl val="lvl"/>
        </dgm:presLayoutVars>
      </dgm:prSet>
      <dgm:spPr/>
    </dgm:pt>
    <dgm:pt modelId="{3492D262-7C08-40BE-9156-89914AD739EC}" type="pres">
      <dgm:prSet presAssocID="{DD58B57C-BE50-4A1C-BAD2-212F321ED54B}" presName="thickLine" presStyleLbl="alignNode1" presStyleIdx="0" presStyleCnt="5"/>
      <dgm:spPr/>
    </dgm:pt>
    <dgm:pt modelId="{00CEDF70-8E81-4F0B-8AA1-B0963C0349F9}" type="pres">
      <dgm:prSet presAssocID="{DD58B57C-BE50-4A1C-BAD2-212F321ED54B}" presName="horz1" presStyleCnt="0"/>
      <dgm:spPr/>
    </dgm:pt>
    <dgm:pt modelId="{4FD1EEF6-1B76-4B97-B52F-5DBB73FD862F}" type="pres">
      <dgm:prSet presAssocID="{DD58B57C-BE50-4A1C-BAD2-212F321ED54B}" presName="tx1" presStyleLbl="revTx" presStyleIdx="0" presStyleCnt="5"/>
      <dgm:spPr/>
    </dgm:pt>
    <dgm:pt modelId="{6C24CFA5-5C9F-4343-B32D-0374D3F9B05F}" type="pres">
      <dgm:prSet presAssocID="{DD58B57C-BE50-4A1C-BAD2-212F321ED54B}" presName="vert1" presStyleCnt="0"/>
      <dgm:spPr/>
    </dgm:pt>
    <dgm:pt modelId="{9A6348A5-A3F7-4505-8C5D-3F4382896288}" type="pres">
      <dgm:prSet presAssocID="{ED35AF06-5D02-4EC8-AE50-8B4EB23223BD}" presName="thickLine" presStyleLbl="alignNode1" presStyleIdx="1" presStyleCnt="5"/>
      <dgm:spPr/>
    </dgm:pt>
    <dgm:pt modelId="{0BD6B0EB-64A7-4182-B0FF-86DA8687360A}" type="pres">
      <dgm:prSet presAssocID="{ED35AF06-5D02-4EC8-AE50-8B4EB23223BD}" presName="horz1" presStyleCnt="0"/>
      <dgm:spPr/>
    </dgm:pt>
    <dgm:pt modelId="{DBB13BA4-854C-49BB-B8F0-46F701E9467C}" type="pres">
      <dgm:prSet presAssocID="{ED35AF06-5D02-4EC8-AE50-8B4EB23223BD}" presName="tx1" presStyleLbl="revTx" presStyleIdx="1" presStyleCnt="5"/>
      <dgm:spPr/>
    </dgm:pt>
    <dgm:pt modelId="{6A7008E3-E940-46CE-A379-D7E3ADE921C3}" type="pres">
      <dgm:prSet presAssocID="{ED35AF06-5D02-4EC8-AE50-8B4EB23223BD}" presName="vert1" presStyleCnt="0"/>
      <dgm:spPr/>
    </dgm:pt>
    <dgm:pt modelId="{B058122E-D795-448B-B126-A74F68C94A3D}" type="pres">
      <dgm:prSet presAssocID="{E4682D37-7D2D-4C6B-88F0-A75734097F4D}" presName="thickLine" presStyleLbl="alignNode1" presStyleIdx="2" presStyleCnt="5"/>
      <dgm:spPr/>
    </dgm:pt>
    <dgm:pt modelId="{23C2665E-BE1E-4F4B-9353-7E328D063F59}" type="pres">
      <dgm:prSet presAssocID="{E4682D37-7D2D-4C6B-88F0-A75734097F4D}" presName="horz1" presStyleCnt="0"/>
      <dgm:spPr/>
    </dgm:pt>
    <dgm:pt modelId="{F322D025-6BE9-4985-A536-8DFFC18100A7}" type="pres">
      <dgm:prSet presAssocID="{E4682D37-7D2D-4C6B-88F0-A75734097F4D}" presName="tx1" presStyleLbl="revTx" presStyleIdx="2" presStyleCnt="5"/>
      <dgm:spPr/>
    </dgm:pt>
    <dgm:pt modelId="{2D5C7E51-2E08-48CF-A757-ECA8A7A3DA63}" type="pres">
      <dgm:prSet presAssocID="{E4682D37-7D2D-4C6B-88F0-A75734097F4D}" presName="vert1" presStyleCnt="0"/>
      <dgm:spPr/>
    </dgm:pt>
    <dgm:pt modelId="{339FE5EC-6499-41B9-B36B-AE20A55BCAB8}" type="pres">
      <dgm:prSet presAssocID="{E0A97BBA-9118-4836-BFB7-F91311AE6D83}" presName="thickLine" presStyleLbl="alignNode1" presStyleIdx="3" presStyleCnt="5"/>
      <dgm:spPr/>
    </dgm:pt>
    <dgm:pt modelId="{AC3CFD22-9368-4AFA-8C38-EA20FFB5AD81}" type="pres">
      <dgm:prSet presAssocID="{E0A97BBA-9118-4836-BFB7-F91311AE6D83}" presName="horz1" presStyleCnt="0"/>
      <dgm:spPr/>
    </dgm:pt>
    <dgm:pt modelId="{3BE2A984-2C2D-4953-81D2-B3D6F14AC28C}" type="pres">
      <dgm:prSet presAssocID="{E0A97BBA-9118-4836-BFB7-F91311AE6D83}" presName="tx1" presStyleLbl="revTx" presStyleIdx="3" presStyleCnt="5"/>
      <dgm:spPr/>
    </dgm:pt>
    <dgm:pt modelId="{14F33B39-57E1-4D4B-B24B-8CC408B6764B}" type="pres">
      <dgm:prSet presAssocID="{E0A97BBA-9118-4836-BFB7-F91311AE6D83}" presName="vert1" presStyleCnt="0"/>
      <dgm:spPr/>
    </dgm:pt>
    <dgm:pt modelId="{D91D09C7-4B20-4201-82B1-B9D3FCE5DB47}" type="pres">
      <dgm:prSet presAssocID="{24119BB5-3CF8-4CA1-9806-A9BB00186A38}" presName="thickLine" presStyleLbl="alignNode1" presStyleIdx="4" presStyleCnt="5"/>
      <dgm:spPr/>
    </dgm:pt>
    <dgm:pt modelId="{FE539171-D750-469D-86EF-A618ABDD1D65}" type="pres">
      <dgm:prSet presAssocID="{24119BB5-3CF8-4CA1-9806-A9BB00186A38}" presName="horz1" presStyleCnt="0"/>
      <dgm:spPr/>
    </dgm:pt>
    <dgm:pt modelId="{CE8FBD37-DCA5-49D6-8B08-38BAF92B2DDC}" type="pres">
      <dgm:prSet presAssocID="{24119BB5-3CF8-4CA1-9806-A9BB00186A38}" presName="tx1" presStyleLbl="revTx" presStyleIdx="4" presStyleCnt="5"/>
      <dgm:spPr/>
    </dgm:pt>
    <dgm:pt modelId="{02FF0AC5-2C7D-4D85-B27B-66223B732165}" type="pres">
      <dgm:prSet presAssocID="{24119BB5-3CF8-4CA1-9806-A9BB00186A38}" presName="vert1" presStyleCnt="0"/>
      <dgm:spPr/>
    </dgm:pt>
  </dgm:ptLst>
  <dgm:cxnLst>
    <dgm:cxn modelId="{B60CEC0D-4CD3-4285-89ED-5FDC3BDC3893}" type="presOf" srcId="{E4682D37-7D2D-4C6B-88F0-A75734097F4D}" destId="{F322D025-6BE9-4985-A536-8DFFC18100A7}" srcOrd="0" destOrd="0" presId="urn:microsoft.com/office/officeart/2008/layout/LinedList"/>
    <dgm:cxn modelId="{C525EB14-A265-44D1-A5D4-75B8201516C2}" srcId="{F8BE46F3-3CA5-4724-8232-D830BF0C15D4}" destId="{E0A97BBA-9118-4836-BFB7-F91311AE6D83}" srcOrd="3" destOrd="0" parTransId="{7065B247-36E8-42B6-B3E7-097994AA7FE9}" sibTransId="{151197EF-9251-4690-8650-50D5918FA8A5}"/>
    <dgm:cxn modelId="{5D447D23-769B-4815-922A-6E50DBBA2898}" srcId="{F8BE46F3-3CA5-4724-8232-D830BF0C15D4}" destId="{ED35AF06-5D02-4EC8-AE50-8B4EB23223BD}" srcOrd="1" destOrd="0" parTransId="{BB088D35-298E-4385-8F22-3574E032469E}" sibTransId="{71BCD8BA-EC35-4D2B-B06B-A3516F6D349C}"/>
    <dgm:cxn modelId="{0206D428-07A3-43F5-ACBB-F8AA25AC4D07}" type="presOf" srcId="{ED35AF06-5D02-4EC8-AE50-8B4EB23223BD}" destId="{DBB13BA4-854C-49BB-B8F0-46F701E9467C}" srcOrd="0" destOrd="0" presId="urn:microsoft.com/office/officeart/2008/layout/LinedList"/>
    <dgm:cxn modelId="{BC96C429-ADFB-43F4-83D0-AB220C09493B}" type="presOf" srcId="{DD58B57C-BE50-4A1C-BAD2-212F321ED54B}" destId="{4FD1EEF6-1B76-4B97-B52F-5DBB73FD862F}" srcOrd="0" destOrd="0" presId="urn:microsoft.com/office/officeart/2008/layout/LinedList"/>
    <dgm:cxn modelId="{80F54D5F-26A6-4D47-A4C2-0A71ABF8FA9A}" srcId="{F8BE46F3-3CA5-4724-8232-D830BF0C15D4}" destId="{E4682D37-7D2D-4C6B-88F0-A75734097F4D}" srcOrd="2" destOrd="0" parTransId="{07A76E5A-57DC-4725-992D-F63C205B6279}" sibTransId="{D3BB0990-42EE-42E4-B3D3-A4AA2B4C565A}"/>
    <dgm:cxn modelId="{BEF21262-035A-45E1-9959-859AAEFCC81C}" type="presOf" srcId="{F8BE46F3-3CA5-4724-8232-D830BF0C15D4}" destId="{0E42B20B-97F0-4AEE-887F-6AADF4D67BD8}" srcOrd="0" destOrd="0" presId="urn:microsoft.com/office/officeart/2008/layout/LinedList"/>
    <dgm:cxn modelId="{4157A362-59F8-47DE-9D4E-E0771596D821}" srcId="{F8BE46F3-3CA5-4724-8232-D830BF0C15D4}" destId="{24119BB5-3CF8-4CA1-9806-A9BB00186A38}" srcOrd="4" destOrd="0" parTransId="{B3DBCA10-09AA-4DF1-BAF4-EB07FCD38F6A}" sibTransId="{5B0AFFBF-219D-4E97-91FF-CA20F1E33875}"/>
    <dgm:cxn modelId="{47758554-5AF6-431C-911C-3A4DF5802440}" srcId="{F8BE46F3-3CA5-4724-8232-D830BF0C15D4}" destId="{DD58B57C-BE50-4A1C-BAD2-212F321ED54B}" srcOrd="0" destOrd="0" parTransId="{50B25D70-8068-4EC7-A5DA-BBD2C456178D}" sibTransId="{B2515033-A63A-41E3-9275-7EFDA0B9AE8F}"/>
    <dgm:cxn modelId="{0BBE5D79-0379-4C7A-8493-62B6DE92C7FC}" type="presOf" srcId="{24119BB5-3CF8-4CA1-9806-A9BB00186A38}" destId="{CE8FBD37-DCA5-49D6-8B08-38BAF92B2DDC}" srcOrd="0" destOrd="0" presId="urn:microsoft.com/office/officeart/2008/layout/LinedList"/>
    <dgm:cxn modelId="{2CB061A8-A83E-47B4-B9DA-5B1707E536B6}" type="presOf" srcId="{E0A97BBA-9118-4836-BFB7-F91311AE6D83}" destId="{3BE2A984-2C2D-4953-81D2-B3D6F14AC28C}" srcOrd="0" destOrd="0" presId="urn:microsoft.com/office/officeart/2008/layout/LinedList"/>
    <dgm:cxn modelId="{2C226D38-95B2-4695-A54F-D81AE30EB64F}" type="presParOf" srcId="{0E42B20B-97F0-4AEE-887F-6AADF4D67BD8}" destId="{3492D262-7C08-40BE-9156-89914AD739EC}" srcOrd="0" destOrd="0" presId="urn:microsoft.com/office/officeart/2008/layout/LinedList"/>
    <dgm:cxn modelId="{A8E8FC21-C35D-411D-9B63-20734494BD02}" type="presParOf" srcId="{0E42B20B-97F0-4AEE-887F-6AADF4D67BD8}" destId="{00CEDF70-8E81-4F0B-8AA1-B0963C0349F9}" srcOrd="1" destOrd="0" presId="urn:microsoft.com/office/officeart/2008/layout/LinedList"/>
    <dgm:cxn modelId="{4EC5E473-D173-486B-A961-170C78269003}" type="presParOf" srcId="{00CEDF70-8E81-4F0B-8AA1-B0963C0349F9}" destId="{4FD1EEF6-1B76-4B97-B52F-5DBB73FD862F}" srcOrd="0" destOrd="0" presId="urn:microsoft.com/office/officeart/2008/layout/LinedList"/>
    <dgm:cxn modelId="{8DC05166-EC2E-464A-B4F5-C715D745F2A9}" type="presParOf" srcId="{00CEDF70-8E81-4F0B-8AA1-B0963C0349F9}" destId="{6C24CFA5-5C9F-4343-B32D-0374D3F9B05F}" srcOrd="1" destOrd="0" presId="urn:microsoft.com/office/officeart/2008/layout/LinedList"/>
    <dgm:cxn modelId="{43CCBB55-3ADF-4F73-AE7E-672B9031FFF3}" type="presParOf" srcId="{0E42B20B-97F0-4AEE-887F-6AADF4D67BD8}" destId="{9A6348A5-A3F7-4505-8C5D-3F4382896288}" srcOrd="2" destOrd="0" presId="urn:microsoft.com/office/officeart/2008/layout/LinedList"/>
    <dgm:cxn modelId="{BAA5C601-8846-414D-B862-9AEF33503719}" type="presParOf" srcId="{0E42B20B-97F0-4AEE-887F-6AADF4D67BD8}" destId="{0BD6B0EB-64A7-4182-B0FF-86DA8687360A}" srcOrd="3" destOrd="0" presId="urn:microsoft.com/office/officeart/2008/layout/LinedList"/>
    <dgm:cxn modelId="{EC890CF9-FB16-4AC5-ADCD-2E729A5CB879}" type="presParOf" srcId="{0BD6B0EB-64A7-4182-B0FF-86DA8687360A}" destId="{DBB13BA4-854C-49BB-B8F0-46F701E9467C}" srcOrd="0" destOrd="0" presId="urn:microsoft.com/office/officeart/2008/layout/LinedList"/>
    <dgm:cxn modelId="{6917FAAD-86F5-4DF8-B9F4-396752880C84}" type="presParOf" srcId="{0BD6B0EB-64A7-4182-B0FF-86DA8687360A}" destId="{6A7008E3-E940-46CE-A379-D7E3ADE921C3}" srcOrd="1" destOrd="0" presId="urn:microsoft.com/office/officeart/2008/layout/LinedList"/>
    <dgm:cxn modelId="{6412DF49-7422-4BA1-A9E3-DDE8C6184911}" type="presParOf" srcId="{0E42B20B-97F0-4AEE-887F-6AADF4D67BD8}" destId="{B058122E-D795-448B-B126-A74F68C94A3D}" srcOrd="4" destOrd="0" presId="urn:microsoft.com/office/officeart/2008/layout/LinedList"/>
    <dgm:cxn modelId="{DC83B2C3-F290-48F2-97C7-6313B338C644}" type="presParOf" srcId="{0E42B20B-97F0-4AEE-887F-6AADF4D67BD8}" destId="{23C2665E-BE1E-4F4B-9353-7E328D063F59}" srcOrd="5" destOrd="0" presId="urn:microsoft.com/office/officeart/2008/layout/LinedList"/>
    <dgm:cxn modelId="{1DD2135F-6733-45A8-A1B3-DB15637CB6E4}" type="presParOf" srcId="{23C2665E-BE1E-4F4B-9353-7E328D063F59}" destId="{F322D025-6BE9-4985-A536-8DFFC18100A7}" srcOrd="0" destOrd="0" presId="urn:microsoft.com/office/officeart/2008/layout/LinedList"/>
    <dgm:cxn modelId="{3F769B11-7FC9-4374-AE3C-875434A431B1}" type="presParOf" srcId="{23C2665E-BE1E-4F4B-9353-7E328D063F59}" destId="{2D5C7E51-2E08-48CF-A757-ECA8A7A3DA63}" srcOrd="1" destOrd="0" presId="urn:microsoft.com/office/officeart/2008/layout/LinedList"/>
    <dgm:cxn modelId="{DE4640C9-D4DB-48CA-A8FE-60B50270354A}" type="presParOf" srcId="{0E42B20B-97F0-4AEE-887F-6AADF4D67BD8}" destId="{339FE5EC-6499-41B9-B36B-AE20A55BCAB8}" srcOrd="6" destOrd="0" presId="urn:microsoft.com/office/officeart/2008/layout/LinedList"/>
    <dgm:cxn modelId="{88161B9A-22EF-4B8B-834E-64C82044DF3A}" type="presParOf" srcId="{0E42B20B-97F0-4AEE-887F-6AADF4D67BD8}" destId="{AC3CFD22-9368-4AFA-8C38-EA20FFB5AD81}" srcOrd="7" destOrd="0" presId="urn:microsoft.com/office/officeart/2008/layout/LinedList"/>
    <dgm:cxn modelId="{10BFBE1C-9310-4B07-920A-93567463AD0F}" type="presParOf" srcId="{AC3CFD22-9368-4AFA-8C38-EA20FFB5AD81}" destId="{3BE2A984-2C2D-4953-81D2-B3D6F14AC28C}" srcOrd="0" destOrd="0" presId="urn:microsoft.com/office/officeart/2008/layout/LinedList"/>
    <dgm:cxn modelId="{9807A0EE-0BD5-4EEF-95A4-A6059FAE76A7}" type="presParOf" srcId="{AC3CFD22-9368-4AFA-8C38-EA20FFB5AD81}" destId="{14F33B39-57E1-4D4B-B24B-8CC408B6764B}" srcOrd="1" destOrd="0" presId="urn:microsoft.com/office/officeart/2008/layout/LinedList"/>
    <dgm:cxn modelId="{FBAF98F7-AF1A-4FB5-9C0A-7FA8669689F4}" type="presParOf" srcId="{0E42B20B-97F0-4AEE-887F-6AADF4D67BD8}" destId="{D91D09C7-4B20-4201-82B1-B9D3FCE5DB47}" srcOrd="8" destOrd="0" presId="urn:microsoft.com/office/officeart/2008/layout/LinedList"/>
    <dgm:cxn modelId="{7D28A450-D7C5-4841-A399-40021E07C3DB}" type="presParOf" srcId="{0E42B20B-97F0-4AEE-887F-6AADF4D67BD8}" destId="{FE539171-D750-469D-86EF-A618ABDD1D65}" srcOrd="9" destOrd="0" presId="urn:microsoft.com/office/officeart/2008/layout/LinedList"/>
    <dgm:cxn modelId="{C231605A-ACE7-471E-8308-7828A9D6201A}" type="presParOf" srcId="{FE539171-D750-469D-86EF-A618ABDD1D65}" destId="{CE8FBD37-DCA5-49D6-8B08-38BAF92B2DDC}" srcOrd="0" destOrd="0" presId="urn:microsoft.com/office/officeart/2008/layout/LinedList"/>
    <dgm:cxn modelId="{EB8E9156-9ECC-4E40-9577-74919F4270D7}" type="presParOf" srcId="{FE539171-D750-469D-86EF-A618ABDD1D65}" destId="{02FF0AC5-2C7D-4D85-B27B-66223B73216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A579A4E-4324-4EFE-9850-75805015E82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D1EE01B-EA05-4066-95AB-C90311153B0C}">
      <dgm:prSet/>
      <dgm:spPr/>
      <dgm:t>
        <a:bodyPr/>
        <a:lstStyle/>
        <a:p>
          <a:r>
            <a:rPr lang="ru-RU" b="0" i="0"/>
            <a:t>об’єднання селянських господарств у великі підприємства шляхом примусового усуспільнення землі, реманенту та худоби</a:t>
          </a:r>
          <a:endParaRPr lang="uk-UA"/>
        </a:p>
      </dgm:t>
    </dgm:pt>
    <dgm:pt modelId="{A1D44A41-FD52-4672-B1EA-E4ED67E6B89C}" type="parTrans" cxnId="{63D09DF4-0839-428C-A6C3-E99D44F3F64A}">
      <dgm:prSet/>
      <dgm:spPr/>
      <dgm:t>
        <a:bodyPr/>
        <a:lstStyle/>
        <a:p>
          <a:endParaRPr lang="uk-UA"/>
        </a:p>
      </dgm:t>
    </dgm:pt>
    <dgm:pt modelId="{9135D5EE-16BB-4DFD-89FC-F73948BD1E66}" type="sibTrans" cxnId="{63D09DF4-0839-428C-A6C3-E99D44F3F64A}">
      <dgm:prSet/>
      <dgm:spPr/>
      <dgm:t>
        <a:bodyPr/>
        <a:lstStyle/>
        <a:p>
          <a:endParaRPr lang="uk-UA"/>
        </a:p>
      </dgm:t>
    </dgm:pt>
    <dgm:pt modelId="{50F4C361-53D9-492E-A807-453DD00717C3}">
      <dgm:prSet/>
      <dgm:spPr/>
      <dgm:t>
        <a:bodyPr/>
        <a:lstStyle/>
        <a:p>
          <a:r>
            <a:rPr lang="ru-RU" b="0" i="0"/>
            <a:t>створення великого машинного виробництва в усіх галузях господарства, насамперед у промисловості</a:t>
          </a:r>
          <a:endParaRPr lang="uk-UA"/>
        </a:p>
      </dgm:t>
    </dgm:pt>
    <dgm:pt modelId="{FE391AE2-CD63-49A3-9B92-AFDC5F87D1AA}" type="parTrans" cxnId="{075E90AE-161A-4119-9933-C1A6508E950A}">
      <dgm:prSet/>
      <dgm:spPr/>
      <dgm:t>
        <a:bodyPr/>
        <a:lstStyle/>
        <a:p>
          <a:endParaRPr lang="uk-UA"/>
        </a:p>
      </dgm:t>
    </dgm:pt>
    <dgm:pt modelId="{CB1F93BB-39BD-40C5-BDCF-E11ECF0879D0}" type="sibTrans" cxnId="{075E90AE-161A-4119-9933-C1A6508E950A}">
      <dgm:prSet/>
      <dgm:spPr/>
      <dgm:t>
        <a:bodyPr/>
        <a:lstStyle/>
        <a:p>
          <a:endParaRPr lang="uk-UA"/>
        </a:p>
      </dgm:t>
    </dgm:pt>
    <dgm:pt modelId="{3A46B68A-FAE5-4728-9B1D-A5D897F3C0F1}">
      <dgm:prSet/>
      <dgm:spPr/>
      <dgm:t>
        <a:bodyPr/>
        <a:lstStyle/>
        <a:p>
          <a:r>
            <a:rPr lang="ru-RU" b="0" i="0"/>
            <a:t>тверда норма обсягів натурального відрахування державі частки продукції, виробленої селянськими господарствами</a:t>
          </a:r>
          <a:endParaRPr lang="uk-UA"/>
        </a:p>
      </dgm:t>
    </dgm:pt>
    <dgm:pt modelId="{C62EE6CA-3B2A-4073-8D54-226482797C3D}" type="parTrans" cxnId="{7ADAD246-0B30-4422-B045-6B7125B3C424}">
      <dgm:prSet/>
      <dgm:spPr/>
      <dgm:t>
        <a:bodyPr/>
        <a:lstStyle/>
        <a:p>
          <a:endParaRPr lang="uk-UA"/>
        </a:p>
      </dgm:t>
    </dgm:pt>
    <dgm:pt modelId="{76F8EA13-2DFB-4D9A-BFCB-2F0AF512A338}" type="sibTrans" cxnId="{7ADAD246-0B30-4422-B045-6B7125B3C424}">
      <dgm:prSet/>
      <dgm:spPr/>
      <dgm:t>
        <a:bodyPr/>
        <a:lstStyle/>
        <a:p>
          <a:endParaRPr lang="uk-UA"/>
        </a:p>
      </dgm:t>
    </dgm:pt>
    <dgm:pt modelId="{FFE1F611-4287-4F97-B2A0-503FD9316C7A}">
      <dgm:prSet/>
      <dgm:spPr/>
      <dgm:t>
        <a:bodyPr/>
        <a:lstStyle/>
        <a:p>
          <a:r>
            <a:rPr lang="ru-RU" b="0" i="0"/>
            <a:t>форма господарювання в державних підприємствах на основі фінансової самостій ності в умовах збереження централізованого керівництва</a:t>
          </a:r>
          <a:endParaRPr lang="uk-UA"/>
        </a:p>
      </dgm:t>
    </dgm:pt>
    <dgm:pt modelId="{C0BAF910-485E-4607-A399-4509780AA792}" type="parTrans" cxnId="{441566D6-B9B9-461F-A798-0D4E141AB10A}">
      <dgm:prSet/>
      <dgm:spPr/>
      <dgm:t>
        <a:bodyPr/>
        <a:lstStyle/>
        <a:p>
          <a:endParaRPr lang="uk-UA"/>
        </a:p>
      </dgm:t>
    </dgm:pt>
    <dgm:pt modelId="{F5A4EDF0-4EC5-4F09-9F46-0FD5F90B4D20}" type="sibTrans" cxnId="{441566D6-B9B9-461F-A798-0D4E141AB10A}">
      <dgm:prSet/>
      <dgm:spPr/>
      <dgm:t>
        <a:bodyPr/>
        <a:lstStyle/>
        <a:p>
          <a:endParaRPr lang="uk-UA"/>
        </a:p>
      </dgm:t>
    </dgm:pt>
    <dgm:pt modelId="{F14CA4B2-AF76-4E9E-A257-FF0340A7EAF0}" type="pres">
      <dgm:prSet presAssocID="{5A579A4E-4324-4EFE-9850-75805015E82F}" presName="vert0" presStyleCnt="0">
        <dgm:presLayoutVars>
          <dgm:dir/>
          <dgm:animOne val="branch"/>
          <dgm:animLvl val="lvl"/>
        </dgm:presLayoutVars>
      </dgm:prSet>
      <dgm:spPr/>
    </dgm:pt>
    <dgm:pt modelId="{7434DCA7-056C-4809-A62E-1A9EDCDE6A48}" type="pres">
      <dgm:prSet presAssocID="{FD1EE01B-EA05-4066-95AB-C90311153B0C}" presName="thickLine" presStyleLbl="alignNode1" presStyleIdx="0" presStyleCnt="4"/>
      <dgm:spPr/>
    </dgm:pt>
    <dgm:pt modelId="{515E8543-11D9-40DB-B3CB-13885C49151A}" type="pres">
      <dgm:prSet presAssocID="{FD1EE01B-EA05-4066-95AB-C90311153B0C}" presName="horz1" presStyleCnt="0"/>
      <dgm:spPr/>
    </dgm:pt>
    <dgm:pt modelId="{7EA7237B-9085-4A1D-8AB3-1751555554DA}" type="pres">
      <dgm:prSet presAssocID="{FD1EE01B-EA05-4066-95AB-C90311153B0C}" presName="tx1" presStyleLbl="revTx" presStyleIdx="0" presStyleCnt="4"/>
      <dgm:spPr/>
    </dgm:pt>
    <dgm:pt modelId="{9F3D39D9-CFB6-424A-BAAA-315820542DA7}" type="pres">
      <dgm:prSet presAssocID="{FD1EE01B-EA05-4066-95AB-C90311153B0C}" presName="vert1" presStyleCnt="0"/>
      <dgm:spPr/>
    </dgm:pt>
    <dgm:pt modelId="{36ABD47B-6AE9-410F-9F1C-1275CEB87AB7}" type="pres">
      <dgm:prSet presAssocID="{50F4C361-53D9-492E-A807-453DD00717C3}" presName="thickLine" presStyleLbl="alignNode1" presStyleIdx="1" presStyleCnt="4"/>
      <dgm:spPr/>
    </dgm:pt>
    <dgm:pt modelId="{6BA8682C-B9C0-4B29-89AA-0D367B56A172}" type="pres">
      <dgm:prSet presAssocID="{50F4C361-53D9-492E-A807-453DD00717C3}" presName="horz1" presStyleCnt="0"/>
      <dgm:spPr/>
    </dgm:pt>
    <dgm:pt modelId="{FB786BC1-DA99-4EF4-A432-77EA8227F442}" type="pres">
      <dgm:prSet presAssocID="{50F4C361-53D9-492E-A807-453DD00717C3}" presName="tx1" presStyleLbl="revTx" presStyleIdx="1" presStyleCnt="4"/>
      <dgm:spPr/>
    </dgm:pt>
    <dgm:pt modelId="{89061309-B877-4204-BF8D-801C24C8F258}" type="pres">
      <dgm:prSet presAssocID="{50F4C361-53D9-492E-A807-453DD00717C3}" presName="vert1" presStyleCnt="0"/>
      <dgm:spPr/>
    </dgm:pt>
    <dgm:pt modelId="{F5ADFEFF-9498-459C-A809-C15E8B26E2C0}" type="pres">
      <dgm:prSet presAssocID="{3A46B68A-FAE5-4728-9B1D-A5D897F3C0F1}" presName="thickLine" presStyleLbl="alignNode1" presStyleIdx="2" presStyleCnt="4"/>
      <dgm:spPr/>
    </dgm:pt>
    <dgm:pt modelId="{8882B5BC-ED36-42BA-B37E-790F9C50B720}" type="pres">
      <dgm:prSet presAssocID="{3A46B68A-FAE5-4728-9B1D-A5D897F3C0F1}" presName="horz1" presStyleCnt="0"/>
      <dgm:spPr/>
    </dgm:pt>
    <dgm:pt modelId="{53337C49-D96B-480A-852B-5CA57B6BCA9D}" type="pres">
      <dgm:prSet presAssocID="{3A46B68A-FAE5-4728-9B1D-A5D897F3C0F1}" presName="tx1" presStyleLbl="revTx" presStyleIdx="2" presStyleCnt="4"/>
      <dgm:spPr/>
    </dgm:pt>
    <dgm:pt modelId="{B8CD7F6B-283A-423D-8B00-1D1FB3CB924E}" type="pres">
      <dgm:prSet presAssocID="{3A46B68A-FAE5-4728-9B1D-A5D897F3C0F1}" presName="vert1" presStyleCnt="0"/>
      <dgm:spPr/>
    </dgm:pt>
    <dgm:pt modelId="{756FE510-E8A9-44EC-9E9F-0325D308B7EE}" type="pres">
      <dgm:prSet presAssocID="{FFE1F611-4287-4F97-B2A0-503FD9316C7A}" presName="thickLine" presStyleLbl="alignNode1" presStyleIdx="3" presStyleCnt="4"/>
      <dgm:spPr/>
    </dgm:pt>
    <dgm:pt modelId="{E0D75E95-89FB-44A9-AA9F-8A5E397AA7A5}" type="pres">
      <dgm:prSet presAssocID="{FFE1F611-4287-4F97-B2A0-503FD9316C7A}" presName="horz1" presStyleCnt="0"/>
      <dgm:spPr/>
    </dgm:pt>
    <dgm:pt modelId="{44665922-83A9-445D-A786-A022954389BF}" type="pres">
      <dgm:prSet presAssocID="{FFE1F611-4287-4F97-B2A0-503FD9316C7A}" presName="tx1" presStyleLbl="revTx" presStyleIdx="3" presStyleCnt="4"/>
      <dgm:spPr/>
    </dgm:pt>
    <dgm:pt modelId="{0E671EC7-3FF0-47C6-BC92-9EC807014A77}" type="pres">
      <dgm:prSet presAssocID="{FFE1F611-4287-4F97-B2A0-503FD9316C7A}" presName="vert1" presStyleCnt="0"/>
      <dgm:spPr/>
    </dgm:pt>
  </dgm:ptLst>
  <dgm:cxnLst>
    <dgm:cxn modelId="{D1A3EF24-9A4B-4677-AD2D-9D33BA512013}" type="presOf" srcId="{FFE1F611-4287-4F97-B2A0-503FD9316C7A}" destId="{44665922-83A9-445D-A786-A022954389BF}" srcOrd="0" destOrd="0" presId="urn:microsoft.com/office/officeart/2008/layout/LinedList"/>
    <dgm:cxn modelId="{DBCEF524-B918-40CA-AA1F-6BEF1528A37A}" type="presOf" srcId="{5A579A4E-4324-4EFE-9850-75805015E82F}" destId="{F14CA4B2-AF76-4E9E-A257-FF0340A7EAF0}" srcOrd="0" destOrd="0" presId="urn:microsoft.com/office/officeart/2008/layout/LinedList"/>
    <dgm:cxn modelId="{16C5DD26-21D5-444D-81D2-7281898ED8F6}" type="presOf" srcId="{FD1EE01B-EA05-4066-95AB-C90311153B0C}" destId="{7EA7237B-9085-4A1D-8AB3-1751555554DA}" srcOrd="0" destOrd="0" presId="urn:microsoft.com/office/officeart/2008/layout/LinedList"/>
    <dgm:cxn modelId="{7ADAD246-0B30-4422-B045-6B7125B3C424}" srcId="{5A579A4E-4324-4EFE-9850-75805015E82F}" destId="{3A46B68A-FAE5-4728-9B1D-A5D897F3C0F1}" srcOrd="2" destOrd="0" parTransId="{C62EE6CA-3B2A-4073-8D54-226482797C3D}" sibTransId="{76F8EA13-2DFB-4D9A-BFCB-2F0AF512A338}"/>
    <dgm:cxn modelId="{075E90AE-161A-4119-9933-C1A6508E950A}" srcId="{5A579A4E-4324-4EFE-9850-75805015E82F}" destId="{50F4C361-53D9-492E-A807-453DD00717C3}" srcOrd="1" destOrd="0" parTransId="{FE391AE2-CD63-49A3-9B92-AFDC5F87D1AA}" sibTransId="{CB1F93BB-39BD-40C5-BDCF-E11ECF0879D0}"/>
    <dgm:cxn modelId="{643B03C1-CAF7-4F3B-A9F1-C7AF16D7B6DF}" type="presOf" srcId="{50F4C361-53D9-492E-A807-453DD00717C3}" destId="{FB786BC1-DA99-4EF4-A432-77EA8227F442}" srcOrd="0" destOrd="0" presId="urn:microsoft.com/office/officeart/2008/layout/LinedList"/>
    <dgm:cxn modelId="{441566D6-B9B9-461F-A798-0D4E141AB10A}" srcId="{5A579A4E-4324-4EFE-9850-75805015E82F}" destId="{FFE1F611-4287-4F97-B2A0-503FD9316C7A}" srcOrd="3" destOrd="0" parTransId="{C0BAF910-485E-4607-A399-4509780AA792}" sibTransId="{F5A4EDF0-4EC5-4F09-9F46-0FD5F90B4D20}"/>
    <dgm:cxn modelId="{31CB4FD8-BCBB-45E8-ABFC-9720635DBA81}" type="presOf" srcId="{3A46B68A-FAE5-4728-9B1D-A5D897F3C0F1}" destId="{53337C49-D96B-480A-852B-5CA57B6BCA9D}" srcOrd="0" destOrd="0" presId="urn:microsoft.com/office/officeart/2008/layout/LinedList"/>
    <dgm:cxn modelId="{63D09DF4-0839-428C-A6C3-E99D44F3F64A}" srcId="{5A579A4E-4324-4EFE-9850-75805015E82F}" destId="{FD1EE01B-EA05-4066-95AB-C90311153B0C}" srcOrd="0" destOrd="0" parTransId="{A1D44A41-FD52-4672-B1EA-E4ED67E6B89C}" sibTransId="{9135D5EE-16BB-4DFD-89FC-F73948BD1E66}"/>
    <dgm:cxn modelId="{D9E329A9-52CA-4D0B-84FE-E03E77862E7F}" type="presParOf" srcId="{F14CA4B2-AF76-4E9E-A257-FF0340A7EAF0}" destId="{7434DCA7-056C-4809-A62E-1A9EDCDE6A48}" srcOrd="0" destOrd="0" presId="urn:microsoft.com/office/officeart/2008/layout/LinedList"/>
    <dgm:cxn modelId="{8EA98E6C-3F68-4F65-98A4-72C36F281E1F}" type="presParOf" srcId="{F14CA4B2-AF76-4E9E-A257-FF0340A7EAF0}" destId="{515E8543-11D9-40DB-B3CB-13885C49151A}" srcOrd="1" destOrd="0" presId="urn:microsoft.com/office/officeart/2008/layout/LinedList"/>
    <dgm:cxn modelId="{9765F455-E5BF-4322-80E3-1E978048F292}" type="presParOf" srcId="{515E8543-11D9-40DB-B3CB-13885C49151A}" destId="{7EA7237B-9085-4A1D-8AB3-1751555554DA}" srcOrd="0" destOrd="0" presId="urn:microsoft.com/office/officeart/2008/layout/LinedList"/>
    <dgm:cxn modelId="{332F7082-6546-4103-B5D7-1AF08616D5A4}" type="presParOf" srcId="{515E8543-11D9-40DB-B3CB-13885C49151A}" destId="{9F3D39D9-CFB6-424A-BAAA-315820542DA7}" srcOrd="1" destOrd="0" presId="urn:microsoft.com/office/officeart/2008/layout/LinedList"/>
    <dgm:cxn modelId="{7962868B-047F-4FAD-8D40-7CB821640F2D}" type="presParOf" srcId="{F14CA4B2-AF76-4E9E-A257-FF0340A7EAF0}" destId="{36ABD47B-6AE9-410F-9F1C-1275CEB87AB7}" srcOrd="2" destOrd="0" presId="urn:microsoft.com/office/officeart/2008/layout/LinedList"/>
    <dgm:cxn modelId="{9604DA45-C036-4834-A476-DD0943C9B2DE}" type="presParOf" srcId="{F14CA4B2-AF76-4E9E-A257-FF0340A7EAF0}" destId="{6BA8682C-B9C0-4B29-89AA-0D367B56A172}" srcOrd="3" destOrd="0" presId="urn:microsoft.com/office/officeart/2008/layout/LinedList"/>
    <dgm:cxn modelId="{5D5754D6-4906-49B7-AE0E-3B113E251AC2}" type="presParOf" srcId="{6BA8682C-B9C0-4B29-89AA-0D367B56A172}" destId="{FB786BC1-DA99-4EF4-A432-77EA8227F442}" srcOrd="0" destOrd="0" presId="urn:microsoft.com/office/officeart/2008/layout/LinedList"/>
    <dgm:cxn modelId="{95F3CFF1-A55B-451E-9B43-A5A443A6EE95}" type="presParOf" srcId="{6BA8682C-B9C0-4B29-89AA-0D367B56A172}" destId="{89061309-B877-4204-BF8D-801C24C8F258}" srcOrd="1" destOrd="0" presId="urn:microsoft.com/office/officeart/2008/layout/LinedList"/>
    <dgm:cxn modelId="{EC2676AD-F104-49B1-9721-82AB21BADBDE}" type="presParOf" srcId="{F14CA4B2-AF76-4E9E-A257-FF0340A7EAF0}" destId="{F5ADFEFF-9498-459C-A809-C15E8B26E2C0}" srcOrd="4" destOrd="0" presId="urn:microsoft.com/office/officeart/2008/layout/LinedList"/>
    <dgm:cxn modelId="{D52CD705-A4E1-4CE8-B5D2-322D920F8499}" type="presParOf" srcId="{F14CA4B2-AF76-4E9E-A257-FF0340A7EAF0}" destId="{8882B5BC-ED36-42BA-B37E-790F9C50B720}" srcOrd="5" destOrd="0" presId="urn:microsoft.com/office/officeart/2008/layout/LinedList"/>
    <dgm:cxn modelId="{0666864D-DAE5-42EC-BC11-9ECC78F9AC3B}" type="presParOf" srcId="{8882B5BC-ED36-42BA-B37E-790F9C50B720}" destId="{53337C49-D96B-480A-852B-5CA57B6BCA9D}" srcOrd="0" destOrd="0" presId="urn:microsoft.com/office/officeart/2008/layout/LinedList"/>
    <dgm:cxn modelId="{6F02A87E-3045-4C61-95F4-3503D11A2C73}" type="presParOf" srcId="{8882B5BC-ED36-42BA-B37E-790F9C50B720}" destId="{B8CD7F6B-283A-423D-8B00-1D1FB3CB924E}" srcOrd="1" destOrd="0" presId="urn:microsoft.com/office/officeart/2008/layout/LinedList"/>
    <dgm:cxn modelId="{DFD67EBE-AA29-4797-96E9-B3CF2D0C01E5}" type="presParOf" srcId="{F14CA4B2-AF76-4E9E-A257-FF0340A7EAF0}" destId="{756FE510-E8A9-44EC-9E9F-0325D308B7EE}" srcOrd="6" destOrd="0" presId="urn:microsoft.com/office/officeart/2008/layout/LinedList"/>
    <dgm:cxn modelId="{C356574C-4795-4718-B048-982D8CF085CE}" type="presParOf" srcId="{F14CA4B2-AF76-4E9E-A257-FF0340A7EAF0}" destId="{E0D75E95-89FB-44A9-AA9F-8A5E397AA7A5}" srcOrd="7" destOrd="0" presId="urn:microsoft.com/office/officeart/2008/layout/LinedList"/>
    <dgm:cxn modelId="{A301D800-5851-46E4-BF8B-5C39A33EAB33}" type="presParOf" srcId="{E0D75E95-89FB-44A9-AA9F-8A5E397AA7A5}" destId="{44665922-83A9-445D-A786-A022954389BF}" srcOrd="0" destOrd="0" presId="urn:microsoft.com/office/officeart/2008/layout/LinedList"/>
    <dgm:cxn modelId="{C1F8FE25-5927-4F0C-800C-CE10CF1EADD7}" type="presParOf" srcId="{E0D75E95-89FB-44A9-AA9F-8A5E397AA7A5}" destId="{0E671EC7-3FF0-47C6-BC92-9EC807014A7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E51ABF09-00FF-4D9C-B590-CE515F53A9B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1485987-3B5C-4AA8-A9DD-B7CB496C5BA6}">
      <dgm:prSet/>
      <dgm:spPr/>
      <dgm:t>
        <a:bodyPr/>
        <a:lstStyle/>
        <a:p>
          <a:r>
            <a:rPr lang="uk-UA" b="0" i="0"/>
            <a:t>«госпрозрахунок»</a:t>
          </a:r>
          <a:endParaRPr lang="uk-UA"/>
        </a:p>
      </dgm:t>
    </dgm:pt>
    <dgm:pt modelId="{DEA37E8F-B193-491B-A01D-1ABA2BD78D9B}" type="parTrans" cxnId="{C54ABEA4-A630-49B1-8486-3EC4999210C2}">
      <dgm:prSet/>
      <dgm:spPr/>
      <dgm:t>
        <a:bodyPr/>
        <a:lstStyle/>
        <a:p>
          <a:endParaRPr lang="uk-UA"/>
        </a:p>
      </dgm:t>
    </dgm:pt>
    <dgm:pt modelId="{473D7E55-60A0-454A-A4F7-B19871E6652C}" type="sibTrans" cxnId="{C54ABEA4-A630-49B1-8486-3EC4999210C2}">
      <dgm:prSet/>
      <dgm:spPr/>
      <dgm:t>
        <a:bodyPr/>
        <a:lstStyle/>
        <a:p>
          <a:endParaRPr lang="uk-UA"/>
        </a:p>
      </dgm:t>
    </dgm:pt>
    <dgm:pt modelId="{076E935B-1666-443A-80A6-8668549DFE79}">
      <dgm:prSet/>
      <dgm:spPr/>
      <dgm:t>
        <a:bodyPr/>
        <a:lstStyle/>
        <a:p>
          <a:r>
            <a:rPr lang="uk-UA" b="0" i="0"/>
            <a:t>«індустріалізація»</a:t>
          </a:r>
          <a:endParaRPr lang="uk-UA"/>
        </a:p>
      </dgm:t>
    </dgm:pt>
    <dgm:pt modelId="{05FD2C7E-7B7B-4C98-BCC8-5DA4C22A2C2B}" type="parTrans" cxnId="{F5D54540-504A-4145-A207-11CDC8FA1161}">
      <dgm:prSet/>
      <dgm:spPr/>
      <dgm:t>
        <a:bodyPr/>
        <a:lstStyle/>
        <a:p>
          <a:endParaRPr lang="uk-UA"/>
        </a:p>
      </dgm:t>
    </dgm:pt>
    <dgm:pt modelId="{2694B025-419D-4CBC-96F9-6578D2CC006C}" type="sibTrans" cxnId="{F5D54540-504A-4145-A207-11CDC8FA1161}">
      <dgm:prSet/>
      <dgm:spPr/>
      <dgm:t>
        <a:bodyPr/>
        <a:lstStyle/>
        <a:p>
          <a:endParaRPr lang="uk-UA"/>
        </a:p>
      </dgm:t>
    </dgm:pt>
    <dgm:pt modelId="{7F55DB1C-92CB-4423-92B5-4348916DFA42}">
      <dgm:prSet/>
      <dgm:spPr/>
      <dgm:t>
        <a:bodyPr/>
        <a:lstStyle/>
        <a:p>
          <a:r>
            <a:rPr lang="uk-UA" b="0" i="0"/>
            <a:t>«денаціоналізація»</a:t>
          </a:r>
          <a:endParaRPr lang="uk-UA"/>
        </a:p>
      </dgm:t>
    </dgm:pt>
    <dgm:pt modelId="{1600DF7C-E8C1-4FF0-8B41-77BC1A7583DB}" type="parTrans" cxnId="{01AE59CB-D983-4DAC-9CE2-239B089B5845}">
      <dgm:prSet/>
      <dgm:spPr/>
      <dgm:t>
        <a:bodyPr/>
        <a:lstStyle/>
        <a:p>
          <a:endParaRPr lang="uk-UA"/>
        </a:p>
      </dgm:t>
    </dgm:pt>
    <dgm:pt modelId="{8F84079A-B967-43EE-865F-AEC330A29420}" type="sibTrans" cxnId="{01AE59CB-D983-4DAC-9CE2-239B089B5845}">
      <dgm:prSet/>
      <dgm:spPr/>
      <dgm:t>
        <a:bodyPr/>
        <a:lstStyle/>
        <a:p>
          <a:endParaRPr lang="uk-UA"/>
        </a:p>
      </dgm:t>
    </dgm:pt>
    <dgm:pt modelId="{DAC53822-E2EB-4A33-8CB1-4B6BB216B815}">
      <dgm:prSet/>
      <dgm:spPr/>
      <dgm:t>
        <a:bodyPr/>
        <a:lstStyle/>
        <a:p>
          <a:r>
            <a:rPr lang="uk-UA" b="0" i="0"/>
            <a:t>«продподаток»</a:t>
          </a:r>
          <a:endParaRPr lang="uk-UA"/>
        </a:p>
      </dgm:t>
    </dgm:pt>
    <dgm:pt modelId="{453765E2-6333-43B8-B81E-02597C42FC48}" type="parTrans" cxnId="{116508FE-B088-419B-B24F-C4F909C1E27F}">
      <dgm:prSet/>
      <dgm:spPr/>
      <dgm:t>
        <a:bodyPr/>
        <a:lstStyle/>
        <a:p>
          <a:endParaRPr lang="uk-UA"/>
        </a:p>
      </dgm:t>
    </dgm:pt>
    <dgm:pt modelId="{832E6120-86A1-4393-A56A-176BBA44F621}" type="sibTrans" cxnId="{116508FE-B088-419B-B24F-C4F909C1E27F}">
      <dgm:prSet/>
      <dgm:spPr/>
      <dgm:t>
        <a:bodyPr/>
        <a:lstStyle/>
        <a:p>
          <a:endParaRPr lang="uk-UA"/>
        </a:p>
      </dgm:t>
    </dgm:pt>
    <dgm:pt modelId="{309CBAAB-C272-4997-9A37-28C18E0DD914}">
      <dgm:prSet/>
      <dgm:spPr/>
      <dgm:t>
        <a:bodyPr/>
        <a:lstStyle/>
        <a:p>
          <a:r>
            <a:rPr lang="uk-UA" b="0" i="0"/>
            <a:t>«колективізація»</a:t>
          </a:r>
          <a:endParaRPr lang="uk-UA"/>
        </a:p>
      </dgm:t>
    </dgm:pt>
    <dgm:pt modelId="{1241AA8D-6F2D-43D7-B84A-06830C09F711}" type="parTrans" cxnId="{C515B50D-F982-4F22-B879-5EACCBC367FF}">
      <dgm:prSet/>
      <dgm:spPr/>
      <dgm:t>
        <a:bodyPr/>
        <a:lstStyle/>
        <a:p>
          <a:endParaRPr lang="uk-UA"/>
        </a:p>
      </dgm:t>
    </dgm:pt>
    <dgm:pt modelId="{4848EA4B-C827-4447-AD6E-1348CC82A021}" type="sibTrans" cxnId="{C515B50D-F982-4F22-B879-5EACCBC367FF}">
      <dgm:prSet/>
      <dgm:spPr/>
      <dgm:t>
        <a:bodyPr/>
        <a:lstStyle/>
        <a:p>
          <a:endParaRPr lang="uk-UA"/>
        </a:p>
      </dgm:t>
    </dgm:pt>
    <dgm:pt modelId="{F5614820-E6B6-4409-BA59-10F13D7074A7}" type="pres">
      <dgm:prSet presAssocID="{E51ABF09-00FF-4D9C-B590-CE515F53A9B0}" presName="linearFlow" presStyleCnt="0">
        <dgm:presLayoutVars>
          <dgm:dir/>
          <dgm:resizeHandles val="exact"/>
        </dgm:presLayoutVars>
      </dgm:prSet>
      <dgm:spPr/>
    </dgm:pt>
    <dgm:pt modelId="{31FFD0EB-35BD-47D4-8559-D6F61D13FC7A}" type="pres">
      <dgm:prSet presAssocID="{A1485987-3B5C-4AA8-A9DD-B7CB496C5BA6}" presName="composite" presStyleCnt="0"/>
      <dgm:spPr/>
    </dgm:pt>
    <dgm:pt modelId="{715FB747-E4AE-4446-9CD6-A707EEA868F9}" type="pres">
      <dgm:prSet presAssocID="{A1485987-3B5C-4AA8-A9DD-B7CB496C5BA6}" presName="imgShp" presStyleLbl="fgImgPlace1" presStyleIdx="0" presStyleCnt="5"/>
      <dgm:spPr/>
    </dgm:pt>
    <dgm:pt modelId="{DC53AA3B-7D9E-43EE-A64F-08ABCC862AD8}" type="pres">
      <dgm:prSet presAssocID="{A1485987-3B5C-4AA8-A9DD-B7CB496C5BA6}" presName="txShp" presStyleLbl="node1" presStyleIdx="0" presStyleCnt="5">
        <dgm:presLayoutVars>
          <dgm:bulletEnabled val="1"/>
        </dgm:presLayoutVars>
      </dgm:prSet>
      <dgm:spPr/>
    </dgm:pt>
    <dgm:pt modelId="{893D65E6-14C8-474E-8D73-3A40A8118018}" type="pres">
      <dgm:prSet presAssocID="{473D7E55-60A0-454A-A4F7-B19871E6652C}" presName="spacing" presStyleCnt="0"/>
      <dgm:spPr/>
    </dgm:pt>
    <dgm:pt modelId="{43C77BC7-D48E-4456-8422-3DDA2192318D}" type="pres">
      <dgm:prSet presAssocID="{076E935B-1666-443A-80A6-8668549DFE79}" presName="composite" presStyleCnt="0"/>
      <dgm:spPr/>
    </dgm:pt>
    <dgm:pt modelId="{ADAA8AFE-B67A-44DE-A369-6C5FF38E4A6A}" type="pres">
      <dgm:prSet presAssocID="{076E935B-1666-443A-80A6-8668549DFE79}" presName="imgShp" presStyleLbl="fgImgPlace1" presStyleIdx="1" presStyleCnt="5"/>
      <dgm:spPr/>
    </dgm:pt>
    <dgm:pt modelId="{D28E65BE-0FE0-4FE1-8734-111EF13AC72A}" type="pres">
      <dgm:prSet presAssocID="{076E935B-1666-443A-80A6-8668549DFE79}" presName="txShp" presStyleLbl="node1" presStyleIdx="1" presStyleCnt="5">
        <dgm:presLayoutVars>
          <dgm:bulletEnabled val="1"/>
        </dgm:presLayoutVars>
      </dgm:prSet>
      <dgm:spPr/>
    </dgm:pt>
    <dgm:pt modelId="{83DBE66E-4CB3-4857-82CC-C2C2C73C3B7D}" type="pres">
      <dgm:prSet presAssocID="{2694B025-419D-4CBC-96F9-6578D2CC006C}" presName="spacing" presStyleCnt="0"/>
      <dgm:spPr/>
    </dgm:pt>
    <dgm:pt modelId="{B948B588-21CA-4F84-BF99-4F2F11635418}" type="pres">
      <dgm:prSet presAssocID="{7F55DB1C-92CB-4423-92B5-4348916DFA42}" presName="composite" presStyleCnt="0"/>
      <dgm:spPr/>
    </dgm:pt>
    <dgm:pt modelId="{458250CF-75B1-43F7-AA46-D70CC7786DE5}" type="pres">
      <dgm:prSet presAssocID="{7F55DB1C-92CB-4423-92B5-4348916DFA42}" presName="imgShp" presStyleLbl="fgImgPlace1" presStyleIdx="2" presStyleCnt="5"/>
      <dgm:spPr/>
    </dgm:pt>
    <dgm:pt modelId="{64E157CA-9FB9-43AA-B68D-CD55E387D8AA}" type="pres">
      <dgm:prSet presAssocID="{7F55DB1C-92CB-4423-92B5-4348916DFA42}" presName="txShp" presStyleLbl="node1" presStyleIdx="2" presStyleCnt="5">
        <dgm:presLayoutVars>
          <dgm:bulletEnabled val="1"/>
        </dgm:presLayoutVars>
      </dgm:prSet>
      <dgm:spPr/>
    </dgm:pt>
    <dgm:pt modelId="{72CBFCA1-CD64-41D5-9A4D-09FD92340DB1}" type="pres">
      <dgm:prSet presAssocID="{8F84079A-B967-43EE-865F-AEC330A29420}" presName="spacing" presStyleCnt="0"/>
      <dgm:spPr/>
    </dgm:pt>
    <dgm:pt modelId="{32AA3647-FC90-4AC8-951E-84D7D6B3A914}" type="pres">
      <dgm:prSet presAssocID="{DAC53822-E2EB-4A33-8CB1-4B6BB216B815}" presName="composite" presStyleCnt="0"/>
      <dgm:spPr/>
    </dgm:pt>
    <dgm:pt modelId="{AE8CB4A2-9058-4784-8EAA-985BA858519D}" type="pres">
      <dgm:prSet presAssocID="{DAC53822-E2EB-4A33-8CB1-4B6BB216B815}" presName="imgShp" presStyleLbl="fgImgPlace1" presStyleIdx="3" presStyleCnt="5"/>
      <dgm:spPr/>
    </dgm:pt>
    <dgm:pt modelId="{1F410021-E857-4950-996F-E6A9659800FA}" type="pres">
      <dgm:prSet presAssocID="{DAC53822-E2EB-4A33-8CB1-4B6BB216B815}" presName="txShp" presStyleLbl="node1" presStyleIdx="3" presStyleCnt="5">
        <dgm:presLayoutVars>
          <dgm:bulletEnabled val="1"/>
        </dgm:presLayoutVars>
      </dgm:prSet>
      <dgm:spPr/>
    </dgm:pt>
    <dgm:pt modelId="{C216443C-968B-481A-9385-D4AA4EC43891}" type="pres">
      <dgm:prSet presAssocID="{832E6120-86A1-4393-A56A-176BBA44F621}" presName="spacing" presStyleCnt="0"/>
      <dgm:spPr/>
    </dgm:pt>
    <dgm:pt modelId="{06C94762-4F2C-4C5A-ABF4-E13607660AC6}" type="pres">
      <dgm:prSet presAssocID="{309CBAAB-C272-4997-9A37-28C18E0DD914}" presName="composite" presStyleCnt="0"/>
      <dgm:spPr/>
    </dgm:pt>
    <dgm:pt modelId="{9CFE791D-D85E-40AB-9165-3BE1DBC94C94}" type="pres">
      <dgm:prSet presAssocID="{309CBAAB-C272-4997-9A37-28C18E0DD914}" presName="imgShp" presStyleLbl="fgImgPlace1" presStyleIdx="4" presStyleCnt="5"/>
      <dgm:spPr/>
    </dgm:pt>
    <dgm:pt modelId="{332EAAD7-BC53-4A1A-84C1-D1C52AA93C09}" type="pres">
      <dgm:prSet presAssocID="{309CBAAB-C272-4997-9A37-28C18E0DD914}" presName="txShp" presStyleLbl="node1" presStyleIdx="4" presStyleCnt="5">
        <dgm:presLayoutVars>
          <dgm:bulletEnabled val="1"/>
        </dgm:presLayoutVars>
      </dgm:prSet>
      <dgm:spPr/>
    </dgm:pt>
  </dgm:ptLst>
  <dgm:cxnLst>
    <dgm:cxn modelId="{C515B50D-F982-4F22-B879-5EACCBC367FF}" srcId="{E51ABF09-00FF-4D9C-B590-CE515F53A9B0}" destId="{309CBAAB-C272-4997-9A37-28C18E0DD914}" srcOrd="4" destOrd="0" parTransId="{1241AA8D-6F2D-43D7-B84A-06830C09F711}" sibTransId="{4848EA4B-C827-4447-AD6E-1348CC82A021}"/>
    <dgm:cxn modelId="{828FBD11-6EB9-4CA8-B7C8-8D5A73D5E842}" type="presOf" srcId="{7F55DB1C-92CB-4423-92B5-4348916DFA42}" destId="{64E157CA-9FB9-43AA-B68D-CD55E387D8AA}" srcOrd="0" destOrd="0" presId="urn:microsoft.com/office/officeart/2005/8/layout/vList3"/>
    <dgm:cxn modelId="{7B213F25-2B60-4FA8-982A-7ED514E00BA4}" type="presOf" srcId="{A1485987-3B5C-4AA8-A9DD-B7CB496C5BA6}" destId="{DC53AA3B-7D9E-43EE-A64F-08ABCC862AD8}" srcOrd="0" destOrd="0" presId="urn:microsoft.com/office/officeart/2005/8/layout/vList3"/>
    <dgm:cxn modelId="{F5D54540-504A-4145-A207-11CDC8FA1161}" srcId="{E51ABF09-00FF-4D9C-B590-CE515F53A9B0}" destId="{076E935B-1666-443A-80A6-8668549DFE79}" srcOrd="1" destOrd="0" parTransId="{05FD2C7E-7B7B-4C98-BCC8-5DA4C22A2C2B}" sibTransId="{2694B025-419D-4CBC-96F9-6578D2CC006C}"/>
    <dgm:cxn modelId="{0E783047-CE1B-4246-9895-12CBF6673AB6}" type="presOf" srcId="{E51ABF09-00FF-4D9C-B590-CE515F53A9B0}" destId="{F5614820-E6B6-4409-BA59-10F13D7074A7}" srcOrd="0" destOrd="0" presId="urn:microsoft.com/office/officeart/2005/8/layout/vList3"/>
    <dgm:cxn modelId="{40158355-8D6B-4FB7-8AC0-96D02EAD858B}" type="presOf" srcId="{DAC53822-E2EB-4A33-8CB1-4B6BB216B815}" destId="{1F410021-E857-4950-996F-E6A9659800FA}" srcOrd="0" destOrd="0" presId="urn:microsoft.com/office/officeart/2005/8/layout/vList3"/>
    <dgm:cxn modelId="{CA4C0E58-1DAB-4F0C-A30A-48578A4FC6AD}" type="presOf" srcId="{076E935B-1666-443A-80A6-8668549DFE79}" destId="{D28E65BE-0FE0-4FE1-8734-111EF13AC72A}" srcOrd="0" destOrd="0" presId="urn:microsoft.com/office/officeart/2005/8/layout/vList3"/>
    <dgm:cxn modelId="{C54ABEA4-A630-49B1-8486-3EC4999210C2}" srcId="{E51ABF09-00FF-4D9C-B590-CE515F53A9B0}" destId="{A1485987-3B5C-4AA8-A9DD-B7CB496C5BA6}" srcOrd="0" destOrd="0" parTransId="{DEA37E8F-B193-491B-A01D-1ABA2BD78D9B}" sibTransId="{473D7E55-60A0-454A-A4F7-B19871E6652C}"/>
    <dgm:cxn modelId="{01AE59CB-D983-4DAC-9CE2-239B089B5845}" srcId="{E51ABF09-00FF-4D9C-B590-CE515F53A9B0}" destId="{7F55DB1C-92CB-4423-92B5-4348916DFA42}" srcOrd="2" destOrd="0" parTransId="{1600DF7C-E8C1-4FF0-8B41-77BC1A7583DB}" sibTransId="{8F84079A-B967-43EE-865F-AEC330A29420}"/>
    <dgm:cxn modelId="{566E76D5-E879-4109-8242-E28B3CFB8E5D}" type="presOf" srcId="{309CBAAB-C272-4997-9A37-28C18E0DD914}" destId="{332EAAD7-BC53-4A1A-84C1-D1C52AA93C09}" srcOrd="0" destOrd="0" presId="urn:microsoft.com/office/officeart/2005/8/layout/vList3"/>
    <dgm:cxn modelId="{116508FE-B088-419B-B24F-C4F909C1E27F}" srcId="{E51ABF09-00FF-4D9C-B590-CE515F53A9B0}" destId="{DAC53822-E2EB-4A33-8CB1-4B6BB216B815}" srcOrd="3" destOrd="0" parTransId="{453765E2-6333-43B8-B81E-02597C42FC48}" sibTransId="{832E6120-86A1-4393-A56A-176BBA44F621}"/>
    <dgm:cxn modelId="{852A0116-72C0-4CC3-8BC3-9A2D4D3B1910}" type="presParOf" srcId="{F5614820-E6B6-4409-BA59-10F13D7074A7}" destId="{31FFD0EB-35BD-47D4-8559-D6F61D13FC7A}" srcOrd="0" destOrd="0" presId="urn:microsoft.com/office/officeart/2005/8/layout/vList3"/>
    <dgm:cxn modelId="{E3A49E4B-DCCD-41A8-BA5F-863453F4E23B}" type="presParOf" srcId="{31FFD0EB-35BD-47D4-8559-D6F61D13FC7A}" destId="{715FB747-E4AE-4446-9CD6-A707EEA868F9}" srcOrd="0" destOrd="0" presId="urn:microsoft.com/office/officeart/2005/8/layout/vList3"/>
    <dgm:cxn modelId="{AA080A01-925F-44DD-8356-47A7D60E68BB}" type="presParOf" srcId="{31FFD0EB-35BD-47D4-8559-D6F61D13FC7A}" destId="{DC53AA3B-7D9E-43EE-A64F-08ABCC862AD8}" srcOrd="1" destOrd="0" presId="urn:microsoft.com/office/officeart/2005/8/layout/vList3"/>
    <dgm:cxn modelId="{E819AB5C-9D22-42B2-AC59-1919515E3DD8}" type="presParOf" srcId="{F5614820-E6B6-4409-BA59-10F13D7074A7}" destId="{893D65E6-14C8-474E-8D73-3A40A8118018}" srcOrd="1" destOrd="0" presId="urn:microsoft.com/office/officeart/2005/8/layout/vList3"/>
    <dgm:cxn modelId="{B1B57D52-628C-4465-A140-EE4E754901CE}" type="presParOf" srcId="{F5614820-E6B6-4409-BA59-10F13D7074A7}" destId="{43C77BC7-D48E-4456-8422-3DDA2192318D}" srcOrd="2" destOrd="0" presId="urn:microsoft.com/office/officeart/2005/8/layout/vList3"/>
    <dgm:cxn modelId="{181FFD01-86E2-4275-835A-70A78E7C97A3}" type="presParOf" srcId="{43C77BC7-D48E-4456-8422-3DDA2192318D}" destId="{ADAA8AFE-B67A-44DE-A369-6C5FF38E4A6A}" srcOrd="0" destOrd="0" presId="urn:microsoft.com/office/officeart/2005/8/layout/vList3"/>
    <dgm:cxn modelId="{C328B972-A2C2-4651-B020-A4C23B72E4CE}" type="presParOf" srcId="{43C77BC7-D48E-4456-8422-3DDA2192318D}" destId="{D28E65BE-0FE0-4FE1-8734-111EF13AC72A}" srcOrd="1" destOrd="0" presId="urn:microsoft.com/office/officeart/2005/8/layout/vList3"/>
    <dgm:cxn modelId="{43620926-A5E6-4B61-BBB6-F85E6E17EC65}" type="presParOf" srcId="{F5614820-E6B6-4409-BA59-10F13D7074A7}" destId="{83DBE66E-4CB3-4857-82CC-C2C2C73C3B7D}" srcOrd="3" destOrd="0" presId="urn:microsoft.com/office/officeart/2005/8/layout/vList3"/>
    <dgm:cxn modelId="{4915F61D-F2A8-4611-BD7E-D9CDEA2DD600}" type="presParOf" srcId="{F5614820-E6B6-4409-BA59-10F13D7074A7}" destId="{B948B588-21CA-4F84-BF99-4F2F11635418}" srcOrd="4" destOrd="0" presId="urn:microsoft.com/office/officeart/2005/8/layout/vList3"/>
    <dgm:cxn modelId="{FF0FD947-7ED7-4F53-A892-C2144BBEAC7D}" type="presParOf" srcId="{B948B588-21CA-4F84-BF99-4F2F11635418}" destId="{458250CF-75B1-43F7-AA46-D70CC7786DE5}" srcOrd="0" destOrd="0" presId="urn:microsoft.com/office/officeart/2005/8/layout/vList3"/>
    <dgm:cxn modelId="{10FE296B-8267-41B1-ABF1-FB129B111736}" type="presParOf" srcId="{B948B588-21CA-4F84-BF99-4F2F11635418}" destId="{64E157CA-9FB9-43AA-B68D-CD55E387D8AA}" srcOrd="1" destOrd="0" presId="urn:microsoft.com/office/officeart/2005/8/layout/vList3"/>
    <dgm:cxn modelId="{15BDDF98-D595-475D-A608-613DF915F409}" type="presParOf" srcId="{F5614820-E6B6-4409-BA59-10F13D7074A7}" destId="{72CBFCA1-CD64-41D5-9A4D-09FD92340DB1}" srcOrd="5" destOrd="0" presId="urn:microsoft.com/office/officeart/2005/8/layout/vList3"/>
    <dgm:cxn modelId="{E160AFA5-EC93-4773-A639-147B0A241F98}" type="presParOf" srcId="{F5614820-E6B6-4409-BA59-10F13D7074A7}" destId="{32AA3647-FC90-4AC8-951E-84D7D6B3A914}" srcOrd="6" destOrd="0" presId="urn:microsoft.com/office/officeart/2005/8/layout/vList3"/>
    <dgm:cxn modelId="{1AFA48E3-258B-432D-AE11-47A8A20B4875}" type="presParOf" srcId="{32AA3647-FC90-4AC8-951E-84D7D6B3A914}" destId="{AE8CB4A2-9058-4784-8EAA-985BA858519D}" srcOrd="0" destOrd="0" presId="urn:microsoft.com/office/officeart/2005/8/layout/vList3"/>
    <dgm:cxn modelId="{8B229E9D-5006-4078-B307-99B3A4AB4DE7}" type="presParOf" srcId="{32AA3647-FC90-4AC8-951E-84D7D6B3A914}" destId="{1F410021-E857-4950-996F-E6A9659800FA}" srcOrd="1" destOrd="0" presId="urn:microsoft.com/office/officeart/2005/8/layout/vList3"/>
    <dgm:cxn modelId="{177B0DB4-BFC1-4B6F-B2AA-DA9722B01452}" type="presParOf" srcId="{F5614820-E6B6-4409-BA59-10F13D7074A7}" destId="{C216443C-968B-481A-9385-D4AA4EC43891}" srcOrd="7" destOrd="0" presId="urn:microsoft.com/office/officeart/2005/8/layout/vList3"/>
    <dgm:cxn modelId="{28B50E4C-C9D1-4E97-B878-D52B7700005E}" type="presParOf" srcId="{F5614820-E6B6-4409-BA59-10F13D7074A7}" destId="{06C94762-4F2C-4C5A-ABF4-E13607660AC6}" srcOrd="8" destOrd="0" presId="urn:microsoft.com/office/officeart/2005/8/layout/vList3"/>
    <dgm:cxn modelId="{FEA38A1D-940D-4309-8B7D-3AB493AB415D}" type="presParOf" srcId="{06C94762-4F2C-4C5A-ABF4-E13607660AC6}" destId="{9CFE791D-D85E-40AB-9165-3BE1DBC94C94}" srcOrd="0" destOrd="0" presId="urn:microsoft.com/office/officeart/2005/8/layout/vList3"/>
    <dgm:cxn modelId="{BC0B9DC7-E4E7-45FF-87AC-433F9DA1E72F}" type="presParOf" srcId="{06C94762-4F2C-4C5A-ABF4-E13607660AC6}" destId="{332EAAD7-BC53-4A1A-84C1-D1C52AA93C0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9968E743-4BBA-476C-9F8E-40E6B873DFF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315ABEF-FF98-4987-A5A4-228AA1AB0859}">
      <dgm:prSet/>
      <dgm:spPr/>
      <dgm:t>
        <a:bodyPr/>
        <a:lstStyle/>
        <a:p>
          <a:r>
            <a:rPr lang="ru-RU" b="0" i="0"/>
            <a:t>технічна перебудова</a:t>
          </a:r>
          <a:endParaRPr lang="uk-UA"/>
        </a:p>
      </dgm:t>
    </dgm:pt>
    <dgm:pt modelId="{CE700B5F-8668-432D-B8C2-B7430E3CEE9E}" type="parTrans" cxnId="{A2168430-4C7D-4F50-BDC8-E00E5C404306}">
      <dgm:prSet/>
      <dgm:spPr/>
      <dgm:t>
        <a:bodyPr/>
        <a:lstStyle/>
        <a:p>
          <a:endParaRPr lang="uk-UA"/>
        </a:p>
      </dgm:t>
    </dgm:pt>
    <dgm:pt modelId="{E1805DBF-E0F0-456F-9990-FFE13EE8E298}" type="sibTrans" cxnId="{A2168430-4C7D-4F50-BDC8-E00E5C404306}">
      <dgm:prSet/>
      <dgm:spPr/>
      <dgm:t>
        <a:bodyPr/>
        <a:lstStyle/>
        <a:p>
          <a:endParaRPr lang="uk-UA"/>
        </a:p>
      </dgm:t>
    </dgm:pt>
    <dgm:pt modelId="{E8D6A84F-9AA4-4AEF-B4EA-26E0A872923C}">
      <dgm:prSet/>
      <dgm:spPr/>
      <dgm:t>
        <a:bodyPr/>
        <a:lstStyle/>
        <a:p>
          <a:r>
            <a:rPr lang="ru-RU" b="0" i="0"/>
            <a:t>форсована індустріалізація</a:t>
          </a:r>
          <a:endParaRPr lang="uk-UA"/>
        </a:p>
      </dgm:t>
    </dgm:pt>
    <dgm:pt modelId="{6B3BEB24-1644-45E4-A54C-083078264096}" type="parTrans" cxnId="{2FC789F1-9504-4062-AF2D-2A1C87E42121}">
      <dgm:prSet/>
      <dgm:spPr/>
      <dgm:t>
        <a:bodyPr/>
        <a:lstStyle/>
        <a:p>
          <a:endParaRPr lang="uk-UA"/>
        </a:p>
      </dgm:t>
    </dgm:pt>
    <dgm:pt modelId="{4C72BD33-ACB4-4B4C-9F2D-4C18EC063F03}" type="sibTrans" cxnId="{2FC789F1-9504-4062-AF2D-2A1C87E42121}">
      <dgm:prSet/>
      <dgm:spPr/>
      <dgm:t>
        <a:bodyPr/>
        <a:lstStyle/>
        <a:p>
          <a:endParaRPr lang="uk-UA"/>
        </a:p>
      </dgm:t>
    </dgm:pt>
    <dgm:pt modelId="{43007212-E3E2-42CF-8FE3-E6183EE5EBB9}">
      <dgm:prSet/>
      <dgm:spPr/>
      <dgm:t>
        <a:bodyPr/>
        <a:lstStyle/>
        <a:p>
          <a:r>
            <a:rPr lang="ru-RU" b="0" i="0"/>
            <a:t>промисловий переворот</a:t>
          </a:r>
          <a:endParaRPr lang="uk-UA"/>
        </a:p>
      </dgm:t>
    </dgm:pt>
    <dgm:pt modelId="{29D3D48F-BF95-4ADC-8E00-979C755CA67A}" type="parTrans" cxnId="{0818D3D0-C342-47B5-BFD6-A257AB894730}">
      <dgm:prSet/>
      <dgm:spPr/>
      <dgm:t>
        <a:bodyPr/>
        <a:lstStyle/>
        <a:p>
          <a:endParaRPr lang="uk-UA"/>
        </a:p>
      </dgm:t>
    </dgm:pt>
    <dgm:pt modelId="{F6488633-6F7E-4EDA-BEF0-FFB04A40B1B7}" type="sibTrans" cxnId="{0818D3D0-C342-47B5-BFD6-A257AB894730}">
      <dgm:prSet/>
      <dgm:spPr/>
      <dgm:t>
        <a:bodyPr/>
        <a:lstStyle/>
        <a:p>
          <a:endParaRPr lang="uk-UA"/>
        </a:p>
      </dgm:t>
    </dgm:pt>
    <dgm:pt modelId="{DDE997FC-413F-4181-8C8F-468FFBC49E27}">
      <dgm:prSet/>
      <dgm:spPr/>
      <dgm:t>
        <a:bodyPr/>
        <a:lstStyle/>
        <a:p>
          <a:r>
            <a:rPr lang="ru-RU" b="0" i="0"/>
            <a:t>технологічна реконструкція</a:t>
          </a:r>
          <a:endParaRPr lang="uk-UA"/>
        </a:p>
      </dgm:t>
    </dgm:pt>
    <dgm:pt modelId="{601DCB63-339D-40F7-9D09-2CE9E9CDCAEE}" type="parTrans" cxnId="{75E69733-CBCF-44C1-B0C2-87A3D7446EB2}">
      <dgm:prSet/>
      <dgm:spPr/>
      <dgm:t>
        <a:bodyPr/>
        <a:lstStyle/>
        <a:p>
          <a:endParaRPr lang="uk-UA"/>
        </a:p>
      </dgm:t>
    </dgm:pt>
    <dgm:pt modelId="{D15A58ED-2DA4-4E86-ACBE-0CF13179177A}" type="sibTrans" cxnId="{75E69733-CBCF-44C1-B0C2-87A3D7446EB2}">
      <dgm:prSet/>
      <dgm:spPr/>
      <dgm:t>
        <a:bodyPr/>
        <a:lstStyle/>
        <a:p>
          <a:endParaRPr lang="uk-UA"/>
        </a:p>
      </dgm:t>
    </dgm:pt>
    <dgm:pt modelId="{604A6F40-84B7-4EEE-9923-14BB1855FD27}" type="pres">
      <dgm:prSet presAssocID="{9968E743-4BBA-476C-9F8E-40E6B873DFFC}" presName="linear" presStyleCnt="0">
        <dgm:presLayoutVars>
          <dgm:animLvl val="lvl"/>
          <dgm:resizeHandles val="exact"/>
        </dgm:presLayoutVars>
      </dgm:prSet>
      <dgm:spPr/>
    </dgm:pt>
    <dgm:pt modelId="{71A31DAB-56B0-4657-99E6-102F0782D8E5}" type="pres">
      <dgm:prSet presAssocID="{9315ABEF-FF98-4987-A5A4-228AA1AB08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D052531-1D27-415E-ABB2-39926C96935D}" type="pres">
      <dgm:prSet presAssocID="{E1805DBF-E0F0-456F-9990-FFE13EE8E298}" presName="spacer" presStyleCnt="0"/>
      <dgm:spPr/>
    </dgm:pt>
    <dgm:pt modelId="{FEEF7775-9F6E-4766-B7DD-C2A0A8C8604E}" type="pres">
      <dgm:prSet presAssocID="{E8D6A84F-9AA4-4AEF-B4EA-26E0A872923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F48F6E9-63FC-4D82-A453-4C6CDC3124A4}" type="pres">
      <dgm:prSet presAssocID="{4C72BD33-ACB4-4B4C-9F2D-4C18EC063F03}" presName="spacer" presStyleCnt="0"/>
      <dgm:spPr/>
    </dgm:pt>
    <dgm:pt modelId="{59F541E5-6EB1-4A62-934F-E3586DEA0A67}" type="pres">
      <dgm:prSet presAssocID="{43007212-E3E2-42CF-8FE3-E6183EE5EBB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EEA8835-FC81-413F-B5CC-DAD6FE428C8B}" type="pres">
      <dgm:prSet presAssocID="{F6488633-6F7E-4EDA-BEF0-FFB04A40B1B7}" presName="spacer" presStyleCnt="0"/>
      <dgm:spPr/>
    </dgm:pt>
    <dgm:pt modelId="{7F32698C-F6B9-4EB2-98F6-32A85456E690}" type="pres">
      <dgm:prSet presAssocID="{DDE997FC-413F-4181-8C8F-468FFBC49E2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2168430-4C7D-4F50-BDC8-E00E5C404306}" srcId="{9968E743-4BBA-476C-9F8E-40E6B873DFFC}" destId="{9315ABEF-FF98-4987-A5A4-228AA1AB0859}" srcOrd="0" destOrd="0" parTransId="{CE700B5F-8668-432D-B8C2-B7430E3CEE9E}" sibTransId="{E1805DBF-E0F0-456F-9990-FFE13EE8E298}"/>
    <dgm:cxn modelId="{75E69733-CBCF-44C1-B0C2-87A3D7446EB2}" srcId="{9968E743-4BBA-476C-9F8E-40E6B873DFFC}" destId="{DDE997FC-413F-4181-8C8F-468FFBC49E27}" srcOrd="3" destOrd="0" parTransId="{601DCB63-339D-40F7-9D09-2CE9E9CDCAEE}" sibTransId="{D15A58ED-2DA4-4E86-ACBE-0CF13179177A}"/>
    <dgm:cxn modelId="{D439DB63-A31C-4898-90D2-954A77E08EFF}" type="presOf" srcId="{43007212-E3E2-42CF-8FE3-E6183EE5EBB9}" destId="{59F541E5-6EB1-4A62-934F-E3586DEA0A67}" srcOrd="0" destOrd="0" presId="urn:microsoft.com/office/officeart/2005/8/layout/vList2"/>
    <dgm:cxn modelId="{FE7F2558-B923-4DF2-9DCE-C3CB128A716E}" type="presOf" srcId="{E8D6A84F-9AA4-4AEF-B4EA-26E0A872923C}" destId="{FEEF7775-9F6E-4766-B7DD-C2A0A8C8604E}" srcOrd="0" destOrd="0" presId="urn:microsoft.com/office/officeart/2005/8/layout/vList2"/>
    <dgm:cxn modelId="{81C1DE87-DCB3-42C6-8A31-48F5F84ABBD4}" type="presOf" srcId="{DDE997FC-413F-4181-8C8F-468FFBC49E27}" destId="{7F32698C-F6B9-4EB2-98F6-32A85456E690}" srcOrd="0" destOrd="0" presId="urn:microsoft.com/office/officeart/2005/8/layout/vList2"/>
    <dgm:cxn modelId="{DC660AC7-7AF9-4698-8F2C-5F5AFBB69242}" type="presOf" srcId="{9315ABEF-FF98-4987-A5A4-228AA1AB0859}" destId="{71A31DAB-56B0-4657-99E6-102F0782D8E5}" srcOrd="0" destOrd="0" presId="urn:microsoft.com/office/officeart/2005/8/layout/vList2"/>
    <dgm:cxn modelId="{0818D3D0-C342-47B5-BFD6-A257AB894730}" srcId="{9968E743-4BBA-476C-9F8E-40E6B873DFFC}" destId="{43007212-E3E2-42CF-8FE3-E6183EE5EBB9}" srcOrd="2" destOrd="0" parTransId="{29D3D48F-BF95-4ADC-8E00-979C755CA67A}" sibTransId="{F6488633-6F7E-4EDA-BEF0-FFB04A40B1B7}"/>
    <dgm:cxn modelId="{8C99BFD7-CA81-4AFB-84B8-390E953C730B}" type="presOf" srcId="{9968E743-4BBA-476C-9F8E-40E6B873DFFC}" destId="{604A6F40-84B7-4EEE-9923-14BB1855FD27}" srcOrd="0" destOrd="0" presId="urn:microsoft.com/office/officeart/2005/8/layout/vList2"/>
    <dgm:cxn modelId="{2FC789F1-9504-4062-AF2D-2A1C87E42121}" srcId="{9968E743-4BBA-476C-9F8E-40E6B873DFFC}" destId="{E8D6A84F-9AA4-4AEF-B4EA-26E0A872923C}" srcOrd="1" destOrd="0" parTransId="{6B3BEB24-1644-45E4-A54C-083078264096}" sibTransId="{4C72BD33-ACB4-4B4C-9F2D-4C18EC063F03}"/>
    <dgm:cxn modelId="{41A0CA89-0CE2-43B6-ABCC-7F5D8484127D}" type="presParOf" srcId="{604A6F40-84B7-4EEE-9923-14BB1855FD27}" destId="{71A31DAB-56B0-4657-99E6-102F0782D8E5}" srcOrd="0" destOrd="0" presId="urn:microsoft.com/office/officeart/2005/8/layout/vList2"/>
    <dgm:cxn modelId="{10D2AD0D-3CFD-4638-81A8-B3A7BFF61E0F}" type="presParOf" srcId="{604A6F40-84B7-4EEE-9923-14BB1855FD27}" destId="{9D052531-1D27-415E-ABB2-39926C96935D}" srcOrd="1" destOrd="0" presId="urn:microsoft.com/office/officeart/2005/8/layout/vList2"/>
    <dgm:cxn modelId="{D79A0977-2051-4D1D-A128-8263A8BA662D}" type="presParOf" srcId="{604A6F40-84B7-4EEE-9923-14BB1855FD27}" destId="{FEEF7775-9F6E-4766-B7DD-C2A0A8C8604E}" srcOrd="2" destOrd="0" presId="urn:microsoft.com/office/officeart/2005/8/layout/vList2"/>
    <dgm:cxn modelId="{755D08E4-892A-4EEF-8CBE-F9583CA13A0F}" type="presParOf" srcId="{604A6F40-84B7-4EEE-9923-14BB1855FD27}" destId="{5F48F6E9-63FC-4D82-A453-4C6CDC3124A4}" srcOrd="3" destOrd="0" presId="urn:microsoft.com/office/officeart/2005/8/layout/vList2"/>
    <dgm:cxn modelId="{A0767EE3-BFD3-41D3-A3BD-C5BA7F1B8F60}" type="presParOf" srcId="{604A6F40-84B7-4EEE-9923-14BB1855FD27}" destId="{59F541E5-6EB1-4A62-934F-E3586DEA0A67}" srcOrd="4" destOrd="0" presId="urn:microsoft.com/office/officeart/2005/8/layout/vList2"/>
    <dgm:cxn modelId="{B7CCA4E5-07D8-4265-AB3F-4BCC8347640D}" type="presParOf" srcId="{604A6F40-84B7-4EEE-9923-14BB1855FD27}" destId="{5EEA8835-FC81-413F-B5CC-DAD6FE428C8B}" srcOrd="5" destOrd="0" presId="urn:microsoft.com/office/officeart/2005/8/layout/vList2"/>
    <dgm:cxn modelId="{D81DFA1A-442F-4213-8339-43FC5FEF5CF3}" type="presParOf" srcId="{604A6F40-84B7-4EEE-9923-14BB1855FD27}" destId="{7F32698C-F6B9-4EB2-98F6-32A85456E69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CC3B5DCF-8949-46D5-8A5A-431AF2B5503C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D2763F3-B7CD-4E38-8D7F-321779230EA7}">
      <dgm:prSet/>
      <dgm:spPr/>
      <dgm:t>
        <a:bodyPr/>
        <a:lstStyle/>
        <a:p>
          <a:r>
            <a:rPr lang="ru-RU" b="0" i="0"/>
            <a:t>1, 2</a:t>
          </a:r>
          <a:endParaRPr lang="uk-UA"/>
        </a:p>
      </dgm:t>
    </dgm:pt>
    <dgm:pt modelId="{4731660D-A3DF-47A2-B452-CB271DD688AF}" type="parTrans" cxnId="{CAE89B17-FBE7-4114-A6E5-B3DFDC70A5E2}">
      <dgm:prSet/>
      <dgm:spPr/>
      <dgm:t>
        <a:bodyPr/>
        <a:lstStyle/>
        <a:p>
          <a:endParaRPr lang="uk-UA"/>
        </a:p>
      </dgm:t>
    </dgm:pt>
    <dgm:pt modelId="{178C9F86-CC3E-4F77-B87E-00135D43F50F}" type="sibTrans" cxnId="{CAE89B17-FBE7-4114-A6E5-B3DFDC70A5E2}">
      <dgm:prSet/>
      <dgm:spPr/>
      <dgm:t>
        <a:bodyPr/>
        <a:lstStyle/>
        <a:p>
          <a:endParaRPr lang="uk-UA"/>
        </a:p>
      </dgm:t>
    </dgm:pt>
    <dgm:pt modelId="{5AC07893-B419-493A-BBA3-64609C3737FE}">
      <dgm:prSet/>
      <dgm:spPr/>
      <dgm:t>
        <a:bodyPr/>
        <a:lstStyle/>
        <a:p>
          <a:r>
            <a:rPr lang="ru-RU" b="0" i="0"/>
            <a:t>1, 3</a:t>
          </a:r>
          <a:endParaRPr lang="uk-UA"/>
        </a:p>
      </dgm:t>
    </dgm:pt>
    <dgm:pt modelId="{5EEABF3F-DD2A-471C-9239-15674FD98186}" type="parTrans" cxnId="{20306A1A-49E6-4B8B-B131-792D30C972A2}">
      <dgm:prSet/>
      <dgm:spPr/>
      <dgm:t>
        <a:bodyPr/>
        <a:lstStyle/>
        <a:p>
          <a:endParaRPr lang="uk-UA"/>
        </a:p>
      </dgm:t>
    </dgm:pt>
    <dgm:pt modelId="{B477543D-8501-425A-ACA6-8F864DDB3B41}" type="sibTrans" cxnId="{20306A1A-49E6-4B8B-B131-792D30C972A2}">
      <dgm:prSet/>
      <dgm:spPr/>
      <dgm:t>
        <a:bodyPr/>
        <a:lstStyle/>
        <a:p>
          <a:endParaRPr lang="uk-UA"/>
        </a:p>
      </dgm:t>
    </dgm:pt>
    <dgm:pt modelId="{7B620F05-59F2-49C5-8122-FD6C9C99CA95}">
      <dgm:prSet/>
      <dgm:spPr/>
      <dgm:t>
        <a:bodyPr/>
        <a:lstStyle/>
        <a:p>
          <a:r>
            <a:rPr lang="ru-RU" b="0" i="0"/>
            <a:t>2, 3</a:t>
          </a:r>
          <a:endParaRPr lang="uk-UA"/>
        </a:p>
      </dgm:t>
    </dgm:pt>
    <dgm:pt modelId="{9916C60C-223D-49F5-8B42-BC3F17696107}" type="parTrans" cxnId="{821D2CB1-968C-4489-87E8-4F5714B28236}">
      <dgm:prSet/>
      <dgm:spPr/>
      <dgm:t>
        <a:bodyPr/>
        <a:lstStyle/>
        <a:p>
          <a:endParaRPr lang="uk-UA"/>
        </a:p>
      </dgm:t>
    </dgm:pt>
    <dgm:pt modelId="{6BEC4883-3CF0-4956-B944-09AD1E1337A9}" type="sibTrans" cxnId="{821D2CB1-968C-4489-87E8-4F5714B28236}">
      <dgm:prSet/>
      <dgm:spPr/>
      <dgm:t>
        <a:bodyPr/>
        <a:lstStyle/>
        <a:p>
          <a:endParaRPr lang="uk-UA"/>
        </a:p>
      </dgm:t>
    </dgm:pt>
    <dgm:pt modelId="{E4B9E090-EEBF-4276-A67D-4F8DE64C6837}">
      <dgm:prSet/>
      <dgm:spPr/>
      <dgm:t>
        <a:bodyPr/>
        <a:lstStyle/>
        <a:p>
          <a:r>
            <a:rPr lang="ru-RU" b="0" i="0"/>
            <a:t>1, 2, 3</a:t>
          </a:r>
          <a:endParaRPr lang="uk-UA"/>
        </a:p>
      </dgm:t>
    </dgm:pt>
    <dgm:pt modelId="{7C5708D6-CCDD-4C91-B22B-69722D1351C8}" type="parTrans" cxnId="{D6A3C69C-2511-48D2-9EED-761162A86194}">
      <dgm:prSet/>
      <dgm:spPr/>
      <dgm:t>
        <a:bodyPr/>
        <a:lstStyle/>
        <a:p>
          <a:endParaRPr lang="uk-UA"/>
        </a:p>
      </dgm:t>
    </dgm:pt>
    <dgm:pt modelId="{5918F9F8-6FBB-4C58-85BE-0C384B55337B}" type="sibTrans" cxnId="{D6A3C69C-2511-48D2-9EED-761162A86194}">
      <dgm:prSet/>
      <dgm:spPr/>
      <dgm:t>
        <a:bodyPr/>
        <a:lstStyle/>
        <a:p>
          <a:endParaRPr lang="uk-UA"/>
        </a:p>
      </dgm:t>
    </dgm:pt>
    <dgm:pt modelId="{342C351F-C43B-4222-9809-94023D40737D}" type="pres">
      <dgm:prSet presAssocID="{CC3B5DCF-8949-46D5-8A5A-431AF2B5503C}" presName="matrix" presStyleCnt="0">
        <dgm:presLayoutVars>
          <dgm:chMax val="1"/>
          <dgm:dir/>
          <dgm:resizeHandles val="exact"/>
        </dgm:presLayoutVars>
      </dgm:prSet>
      <dgm:spPr/>
    </dgm:pt>
    <dgm:pt modelId="{A33BD5BA-E602-45F6-82CC-00E2DB380EAE}" type="pres">
      <dgm:prSet presAssocID="{CC3B5DCF-8949-46D5-8A5A-431AF2B5503C}" presName="diamond" presStyleLbl="bgShp" presStyleIdx="0" presStyleCnt="1"/>
      <dgm:spPr/>
    </dgm:pt>
    <dgm:pt modelId="{A1E3559A-E9D9-4F03-A5C0-278CFB220BA3}" type="pres">
      <dgm:prSet presAssocID="{CC3B5DCF-8949-46D5-8A5A-431AF2B5503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940B51C-3979-45FD-BBCB-5B9BACEDB81E}" type="pres">
      <dgm:prSet presAssocID="{CC3B5DCF-8949-46D5-8A5A-431AF2B5503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A72D6DF-5FB7-4F94-B532-10C3DF83EC1B}" type="pres">
      <dgm:prSet presAssocID="{CC3B5DCF-8949-46D5-8A5A-431AF2B5503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F8B459C-D2D0-4316-BF96-D5E3D71770E6}" type="pres">
      <dgm:prSet presAssocID="{CC3B5DCF-8949-46D5-8A5A-431AF2B5503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AE89B17-FBE7-4114-A6E5-B3DFDC70A5E2}" srcId="{CC3B5DCF-8949-46D5-8A5A-431AF2B5503C}" destId="{5D2763F3-B7CD-4E38-8D7F-321779230EA7}" srcOrd="0" destOrd="0" parTransId="{4731660D-A3DF-47A2-B452-CB271DD688AF}" sibTransId="{178C9F86-CC3E-4F77-B87E-00135D43F50F}"/>
    <dgm:cxn modelId="{20306A1A-49E6-4B8B-B131-792D30C972A2}" srcId="{CC3B5DCF-8949-46D5-8A5A-431AF2B5503C}" destId="{5AC07893-B419-493A-BBA3-64609C3737FE}" srcOrd="1" destOrd="0" parTransId="{5EEABF3F-DD2A-471C-9239-15674FD98186}" sibTransId="{B477543D-8501-425A-ACA6-8F864DDB3B41}"/>
    <dgm:cxn modelId="{738A3726-9AAB-4BE7-BF27-DC5E226036B8}" type="presOf" srcId="{CC3B5DCF-8949-46D5-8A5A-431AF2B5503C}" destId="{342C351F-C43B-4222-9809-94023D40737D}" srcOrd="0" destOrd="0" presId="urn:microsoft.com/office/officeart/2005/8/layout/matrix3"/>
    <dgm:cxn modelId="{51F6AB3D-7091-4400-80ED-57730E340818}" type="presOf" srcId="{5AC07893-B419-493A-BBA3-64609C3737FE}" destId="{8940B51C-3979-45FD-BBCB-5B9BACEDB81E}" srcOrd="0" destOrd="0" presId="urn:microsoft.com/office/officeart/2005/8/layout/matrix3"/>
    <dgm:cxn modelId="{D6A3C69C-2511-48D2-9EED-761162A86194}" srcId="{CC3B5DCF-8949-46D5-8A5A-431AF2B5503C}" destId="{E4B9E090-EEBF-4276-A67D-4F8DE64C6837}" srcOrd="3" destOrd="0" parTransId="{7C5708D6-CCDD-4C91-B22B-69722D1351C8}" sibTransId="{5918F9F8-6FBB-4C58-85BE-0C384B55337B}"/>
    <dgm:cxn modelId="{821D2CB1-968C-4489-87E8-4F5714B28236}" srcId="{CC3B5DCF-8949-46D5-8A5A-431AF2B5503C}" destId="{7B620F05-59F2-49C5-8122-FD6C9C99CA95}" srcOrd="2" destOrd="0" parTransId="{9916C60C-223D-49F5-8B42-BC3F17696107}" sibTransId="{6BEC4883-3CF0-4956-B944-09AD1E1337A9}"/>
    <dgm:cxn modelId="{4EEA99B7-9F07-441D-9E9A-707E1AC1DF6B}" type="presOf" srcId="{E4B9E090-EEBF-4276-A67D-4F8DE64C6837}" destId="{3F8B459C-D2D0-4316-BF96-D5E3D71770E6}" srcOrd="0" destOrd="0" presId="urn:microsoft.com/office/officeart/2005/8/layout/matrix3"/>
    <dgm:cxn modelId="{5A387ACA-CD02-4248-AEA3-4DA11076DED2}" type="presOf" srcId="{7B620F05-59F2-49C5-8122-FD6C9C99CA95}" destId="{AA72D6DF-5FB7-4F94-B532-10C3DF83EC1B}" srcOrd="0" destOrd="0" presId="urn:microsoft.com/office/officeart/2005/8/layout/matrix3"/>
    <dgm:cxn modelId="{B3E41EFA-5457-4EFB-98F1-2F731D21C87D}" type="presOf" srcId="{5D2763F3-B7CD-4E38-8D7F-321779230EA7}" destId="{A1E3559A-E9D9-4F03-A5C0-278CFB220BA3}" srcOrd="0" destOrd="0" presId="urn:microsoft.com/office/officeart/2005/8/layout/matrix3"/>
    <dgm:cxn modelId="{CCF2F319-9F6F-4987-85E2-A727066B409A}" type="presParOf" srcId="{342C351F-C43B-4222-9809-94023D40737D}" destId="{A33BD5BA-E602-45F6-82CC-00E2DB380EAE}" srcOrd="0" destOrd="0" presId="urn:microsoft.com/office/officeart/2005/8/layout/matrix3"/>
    <dgm:cxn modelId="{6797417E-0553-4960-8E9A-0ED38BC3AE1B}" type="presParOf" srcId="{342C351F-C43B-4222-9809-94023D40737D}" destId="{A1E3559A-E9D9-4F03-A5C0-278CFB220BA3}" srcOrd="1" destOrd="0" presId="urn:microsoft.com/office/officeart/2005/8/layout/matrix3"/>
    <dgm:cxn modelId="{C631A073-EC28-44BD-90C0-A336224D1062}" type="presParOf" srcId="{342C351F-C43B-4222-9809-94023D40737D}" destId="{8940B51C-3979-45FD-BBCB-5B9BACEDB81E}" srcOrd="2" destOrd="0" presId="urn:microsoft.com/office/officeart/2005/8/layout/matrix3"/>
    <dgm:cxn modelId="{FE62A3B2-7D8B-4F23-BE77-1FE9ABA39D9B}" type="presParOf" srcId="{342C351F-C43B-4222-9809-94023D40737D}" destId="{AA72D6DF-5FB7-4F94-B532-10C3DF83EC1B}" srcOrd="3" destOrd="0" presId="urn:microsoft.com/office/officeart/2005/8/layout/matrix3"/>
    <dgm:cxn modelId="{2ABF0D14-357A-467E-9019-B014E3151C04}" type="presParOf" srcId="{342C351F-C43B-4222-9809-94023D40737D}" destId="{3F8B459C-D2D0-4316-BF96-D5E3D71770E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3ABB2BE2-0F6F-42E5-9199-3EDD00C9B3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3F7136C-706F-441A-A20C-CECF6B686962}">
      <dgm:prSet/>
      <dgm:spPr/>
      <dgm:t>
        <a:bodyPr/>
        <a:lstStyle/>
        <a:p>
          <a:r>
            <a:rPr lang="uk-UA" b="0" i="0"/>
            <a:t>причин індустріалізації.</a:t>
          </a:r>
          <a:endParaRPr lang="uk-UA"/>
        </a:p>
      </dgm:t>
    </dgm:pt>
    <dgm:pt modelId="{91094F6E-CBEF-432E-BD88-5439821B1B69}" type="parTrans" cxnId="{3CF66A98-7A4C-4DE6-948A-A964E25EC656}">
      <dgm:prSet/>
      <dgm:spPr/>
      <dgm:t>
        <a:bodyPr/>
        <a:lstStyle/>
        <a:p>
          <a:endParaRPr lang="uk-UA"/>
        </a:p>
      </dgm:t>
    </dgm:pt>
    <dgm:pt modelId="{FD551F15-95DE-47BC-B0EF-B50B97CA7026}" type="sibTrans" cxnId="{3CF66A98-7A4C-4DE6-948A-A964E25EC656}">
      <dgm:prSet/>
      <dgm:spPr/>
      <dgm:t>
        <a:bodyPr/>
        <a:lstStyle/>
        <a:p>
          <a:endParaRPr lang="uk-UA"/>
        </a:p>
      </dgm:t>
    </dgm:pt>
    <dgm:pt modelId="{5652057D-E26C-40FF-ABB2-7402374740B7}">
      <dgm:prSet/>
      <dgm:spPr/>
      <dgm:t>
        <a:bodyPr/>
        <a:lstStyle/>
        <a:p>
          <a:r>
            <a:rPr lang="uk-UA" b="0" i="0"/>
            <a:t>переваг індустріалізації.</a:t>
          </a:r>
          <a:endParaRPr lang="uk-UA"/>
        </a:p>
      </dgm:t>
    </dgm:pt>
    <dgm:pt modelId="{F9057426-6E99-47E8-BFEE-A3FAA821061E}" type="parTrans" cxnId="{B2BC5A2A-FB5C-44A3-9D9B-A834FFF9C952}">
      <dgm:prSet/>
      <dgm:spPr/>
      <dgm:t>
        <a:bodyPr/>
        <a:lstStyle/>
        <a:p>
          <a:endParaRPr lang="uk-UA"/>
        </a:p>
      </dgm:t>
    </dgm:pt>
    <dgm:pt modelId="{2E33F8BB-44A8-4379-BB5F-2A9E9491D036}" type="sibTrans" cxnId="{B2BC5A2A-FB5C-44A3-9D9B-A834FFF9C952}">
      <dgm:prSet/>
      <dgm:spPr/>
      <dgm:t>
        <a:bodyPr/>
        <a:lstStyle/>
        <a:p>
          <a:endParaRPr lang="uk-UA"/>
        </a:p>
      </dgm:t>
    </dgm:pt>
    <dgm:pt modelId="{1AED3558-B039-4AE9-BEE3-C005E20DA850}">
      <dgm:prSet/>
      <dgm:spPr/>
      <dgm:t>
        <a:bodyPr/>
        <a:lstStyle/>
        <a:p>
          <a:r>
            <a:rPr lang="uk-UA" b="0" i="0"/>
            <a:t>масштабів індустріалізації.</a:t>
          </a:r>
          <a:endParaRPr lang="uk-UA"/>
        </a:p>
      </dgm:t>
    </dgm:pt>
    <dgm:pt modelId="{A0D136AA-E62F-4C1C-96C9-833652C80121}" type="parTrans" cxnId="{CA29A9DA-2A1F-4FC7-AE3C-0087BAFCEB64}">
      <dgm:prSet/>
      <dgm:spPr/>
      <dgm:t>
        <a:bodyPr/>
        <a:lstStyle/>
        <a:p>
          <a:endParaRPr lang="uk-UA"/>
        </a:p>
      </dgm:t>
    </dgm:pt>
    <dgm:pt modelId="{886E63DE-EA40-401D-A3DB-CA807C589CEC}" type="sibTrans" cxnId="{CA29A9DA-2A1F-4FC7-AE3C-0087BAFCEB64}">
      <dgm:prSet/>
      <dgm:spPr/>
      <dgm:t>
        <a:bodyPr/>
        <a:lstStyle/>
        <a:p>
          <a:endParaRPr lang="uk-UA"/>
        </a:p>
      </dgm:t>
    </dgm:pt>
    <dgm:pt modelId="{7B6FAB36-2787-4423-A679-0BDC695684DF}">
      <dgm:prSet/>
      <dgm:spPr/>
      <dgm:t>
        <a:bodyPr/>
        <a:lstStyle/>
        <a:p>
          <a:r>
            <a:rPr lang="uk-UA" b="0" i="0"/>
            <a:t>джерел індустріалізації.</a:t>
          </a:r>
          <a:endParaRPr lang="uk-UA"/>
        </a:p>
      </dgm:t>
    </dgm:pt>
    <dgm:pt modelId="{A93E49D1-2365-48DE-AE57-87BE9FE29E38}" type="parTrans" cxnId="{0E4EEC27-349C-48D9-A036-F8732FEFDD7C}">
      <dgm:prSet/>
      <dgm:spPr/>
      <dgm:t>
        <a:bodyPr/>
        <a:lstStyle/>
        <a:p>
          <a:endParaRPr lang="uk-UA"/>
        </a:p>
      </dgm:t>
    </dgm:pt>
    <dgm:pt modelId="{DFA84FF1-FC77-4CA5-8CED-24124FAA3E1B}" type="sibTrans" cxnId="{0E4EEC27-349C-48D9-A036-F8732FEFDD7C}">
      <dgm:prSet/>
      <dgm:spPr/>
      <dgm:t>
        <a:bodyPr/>
        <a:lstStyle/>
        <a:p>
          <a:endParaRPr lang="uk-UA"/>
        </a:p>
      </dgm:t>
    </dgm:pt>
    <dgm:pt modelId="{577C1704-B739-4349-B8D1-DE82CC8344C3}" type="pres">
      <dgm:prSet presAssocID="{3ABB2BE2-0F6F-42E5-9199-3EDD00C9B34B}" presName="linear" presStyleCnt="0">
        <dgm:presLayoutVars>
          <dgm:animLvl val="lvl"/>
          <dgm:resizeHandles val="exact"/>
        </dgm:presLayoutVars>
      </dgm:prSet>
      <dgm:spPr/>
    </dgm:pt>
    <dgm:pt modelId="{5228E273-92D6-4670-87D4-C164197B2CA9}" type="pres">
      <dgm:prSet presAssocID="{93F7136C-706F-441A-A20C-CECF6B68696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9B363AD-EA4F-479D-A888-00C381DDF640}" type="pres">
      <dgm:prSet presAssocID="{FD551F15-95DE-47BC-B0EF-B50B97CA7026}" presName="spacer" presStyleCnt="0"/>
      <dgm:spPr/>
    </dgm:pt>
    <dgm:pt modelId="{86FDDEDA-3809-4030-960E-7A5BB1C708F0}" type="pres">
      <dgm:prSet presAssocID="{5652057D-E26C-40FF-ABB2-7402374740B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3E8FBFB-AAB6-452C-BE90-8B417C7CAAD4}" type="pres">
      <dgm:prSet presAssocID="{2E33F8BB-44A8-4379-BB5F-2A9E9491D036}" presName="spacer" presStyleCnt="0"/>
      <dgm:spPr/>
    </dgm:pt>
    <dgm:pt modelId="{EE925033-D040-4314-9205-3BCA9A502076}" type="pres">
      <dgm:prSet presAssocID="{1AED3558-B039-4AE9-BEE3-C005E20DA85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DDA62E1-437F-418A-A0E2-18042ED73CE2}" type="pres">
      <dgm:prSet presAssocID="{886E63DE-EA40-401D-A3DB-CA807C589CEC}" presName="spacer" presStyleCnt="0"/>
      <dgm:spPr/>
    </dgm:pt>
    <dgm:pt modelId="{0B227E7A-A76A-43D0-8296-7471A2B5715B}" type="pres">
      <dgm:prSet presAssocID="{7B6FAB36-2787-4423-A679-0BDC695684D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E4EEC27-349C-48D9-A036-F8732FEFDD7C}" srcId="{3ABB2BE2-0F6F-42E5-9199-3EDD00C9B34B}" destId="{7B6FAB36-2787-4423-A679-0BDC695684DF}" srcOrd="3" destOrd="0" parTransId="{A93E49D1-2365-48DE-AE57-87BE9FE29E38}" sibTransId="{DFA84FF1-FC77-4CA5-8CED-24124FAA3E1B}"/>
    <dgm:cxn modelId="{B2BC5A2A-FB5C-44A3-9D9B-A834FFF9C952}" srcId="{3ABB2BE2-0F6F-42E5-9199-3EDD00C9B34B}" destId="{5652057D-E26C-40FF-ABB2-7402374740B7}" srcOrd="1" destOrd="0" parTransId="{F9057426-6E99-47E8-BFEE-A3FAA821061E}" sibTransId="{2E33F8BB-44A8-4379-BB5F-2A9E9491D036}"/>
    <dgm:cxn modelId="{88B5645C-90B8-4A98-901B-98E080A0528A}" type="presOf" srcId="{3ABB2BE2-0F6F-42E5-9199-3EDD00C9B34B}" destId="{577C1704-B739-4349-B8D1-DE82CC8344C3}" srcOrd="0" destOrd="0" presId="urn:microsoft.com/office/officeart/2005/8/layout/vList2"/>
    <dgm:cxn modelId="{79C8C46C-BC97-4E0B-87CF-3CB4409E5E22}" type="presOf" srcId="{93F7136C-706F-441A-A20C-CECF6B686962}" destId="{5228E273-92D6-4670-87D4-C164197B2CA9}" srcOrd="0" destOrd="0" presId="urn:microsoft.com/office/officeart/2005/8/layout/vList2"/>
    <dgm:cxn modelId="{0A328E4D-BD49-4B03-950A-D702CB24338E}" type="presOf" srcId="{1AED3558-B039-4AE9-BEE3-C005E20DA850}" destId="{EE925033-D040-4314-9205-3BCA9A502076}" srcOrd="0" destOrd="0" presId="urn:microsoft.com/office/officeart/2005/8/layout/vList2"/>
    <dgm:cxn modelId="{6DDECA7B-4B46-4694-BDF1-DBB409B96E8E}" type="presOf" srcId="{5652057D-E26C-40FF-ABB2-7402374740B7}" destId="{86FDDEDA-3809-4030-960E-7A5BB1C708F0}" srcOrd="0" destOrd="0" presId="urn:microsoft.com/office/officeart/2005/8/layout/vList2"/>
    <dgm:cxn modelId="{3CF66A98-7A4C-4DE6-948A-A964E25EC656}" srcId="{3ABB2BE2-0F6F-42E5-9199-3EDD00C9B34B}" destId="{93F7136C-706F-441A-A20C-CECF6B686962}" srcOrd="0" destOrd="0" parTransId="{91094F6E-CBEF-432E-BD88-5439821B1B69}" sibTransId="{FD551F15-95DE-47BC-B0EF-B50B97CA7026}"/>
    <dgm:cxn modelId="{F9BA23C5-18D4-4026-B8F6-85C7689FADB5}" type="presOf" srcId="{7B6FAB36-2787-4423-A679-0BDC695684DF}" destId="{0B227E7A-A76A-43D0-8296-7471A2B5715B}" srcOrd="0" destOrd="0" presId="urn:microsoft.com/office/officeart/2005/8/layout/vList2"/>
    <dgm:cxn modelId="{CA29A9DA-2A1F-4FC7-AE3C-0087BAFCEB64}" srcId="{3ABB2BE2-0F6F-42E5-9199-3EDD00C9B34B}" destId="{1AED3558-B039-4AE9-BEE3-C005E20DA850}" srcOrd="2" destOrd="0" parTransId="{A0D136AA-E62F-4C1C-96C9-833652C80121}" sibTransId="{886E63DE-EA40-401D-A3DB-CA807C589CEC}"/>
    <dgm:cxn modelId="{5D2CDCAB-66C1-444A-B1FD-DA1449EC0240}" type="presParOf" srcId="{577C1704-B739-4349-B8D1-DE82CC8344C3}" destId="{5228E273-92D6-4670-87D4-C164197B2CA9}" srcOrd="0" destOrd="0" presId="urn:microsoft.com/office/officeart/2005/8/layout/vList2"/>
    <dgm:cxn modelId="{EF736AFA-F49A-4453-B8C7-96A0B0126977}" type="presParOf" srcId="{577C1704-B739-4349-B8D1-DE82CC8344C3}" destId="{39B363AD-EA4F-479D-A888-00C381DDF640}" srcOrd="1" destOrd="0" presId="urn:microsoft.com/office/officeart/2005/8/layout/vList2"/>
    <dgm:cxn modelId="{496B9D24-56EB-4638-90EA-EA0C841DD60E}" type="presParOf" srcId="{577C1704-B739-4349-B8D1-DE82CC8344C3}" destId="{86FDDEDA-3809-4030-960E-7A5BB1C708F0}" srcOrd="2" destOrd="0" presId="urn:microsoft.com/office/officeart/2005/8/layout/vList2"/>
    <dgm:cxn modelId="{9AB0C02A-302A-4EBE-90C2-50C2E7046F51}" type="presParOf" srcId="{577C1704-B739-4349-B8D1-DE82CC8344C3}" destId="{43E8FBFB-AAB6-452C-BE90-8B417C7CAAD4}" srcOrd="3" destOrd="0" presId="urn:microsoft.com/office/officeart/2005/8/layout/vList2"/>
    <dgm:cxn modelId="{A13DD171-E676-430B-9107-5DFF968F1625}" type="presParOf" srcId="{577C1704-B739-4349-B8D1-DE82CC8344C3}" destId="{EE925033-D040-4314-9205-3BCA9A502076}" srcOrd="4" destOrd="0" presId="urn:microsoft.com/office/officeart/2005/8/layout/vList2"/>
    <dgm:cxn modelId="{0F53AC67-1B5B-4CB8-980D-0BB92141FF4F}" type="presParOf" srcId="{577C1704-B739-4349-B8D1-DE82CC8344C3}" destId="{4DDA62E1-437F-418A-A0E2-18042ED73CE2}" srcOrd="5" destOrd="0" presId="urn:microsoft.com/office/officeart/2005/8/layout/vList2"/>
    <dgm:cxn modelId="{A09D104F-1AAF-4035-9932-0EB3487B5D90}" type="presParOf" srcId="{577C1704-B739-4349-B8D1-DE82CC8344C3}" destId="{0B227E7A-A76A-43D0-8296-7471A2B5715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F5B77D77-C022-46F7-92A6-331FAA8AC10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5115119-63FF-4E1B-99C1-5E33633B9B37}">
      <dgm:prSet/>
      <dgm:spPr/>
      <dgm:t>
        <a:bodyPr/>
        <a:lstStyle/>
        <a:p>
          <a:r>
            <a:rPr lang="uk-UA" b="0" i="0"/>
            <a:t>причини індустріалізації.</a:t>
          </a:r>
          <a:endParaRPr lang="uk-UA"/>
        </a:p>
      </dgm:t>
    </dgm:pt>
    <dgm:pt modelId="{D2AEC879-8B5A-4F5B-8A5C-566012629645}" type="parTrans" cxnId="{442A93B1-80A4-4EF6-9DB9-99B66CB44F45}">
      <dgm:prSet/>
      <dgm:spPr/>
      <dgm:t>
        <a:bodyPr/>
        <a:lstStyle/>
        <a:p>
          <a:endParaRPr lang="uk-UA"/>
        </a:p>
      </dgm:t>
    </dgm:pt>
    <dgm:pt modelId="{89E04A2E-20A8-44A0-8AE0-A767E2C242BD}" type="sibTrans" cxnId="{442A93B1-80A4-4EF6-9DB9-99B66CB44F45}">
      <dgm:prSet/>
      <dgm:spPr/>
      <dgm:t>
        <a:bodyPr/>
        <a:lstStyle/>
        <a:p>
          <a:endParaRPr lang="uk-UA"/>
        </a:p>
      </dgm:t>
    </dgm:pt>
    <dgm:pt modelId="{8307A950-D2AC-4B5F-A2C8-74D5460A4659}">
      <dgm:prSet/>
      <dgm:spPr/>
      <dgm:t>
        <a:bodyPr/>
        <a:lstStyle/>
        <a:p>
          <a:r>
            <a:rPr lang="uk-UA" b="0" i="0"/>
            <a:t>джерела індустріалізації.</a:t>
          </a:r>
          <a:endParaRPr lang="uk-UA"/>
        </a:p>
      </dgm:t>
    </dgm:pt>
    <dgm:pt modelId="{9C433D6B-C89B-479C-BC27-68B9FEBC6AA2}" type="parTrans" cxnId="{B6BCD7D3-B008-468A-B04B-A4B0DF9B6801}">
      <dgm:prSet/>
      <dgm:spPr/>
      <dgm:t>
        <a:bodyPr/>
        <a:lstStyle/>
        <a:p>
          <a:endParaRPr lang="uk-UA"/>
        </a:p>
      </dgm:t>
    </dgm:pt>
    <dgm:pt modelId="{1CDDFB14-105D-4BBA-A1E0-D04279FE80B3}" type="sibTrans" cxnId="{B6BCD7D3-B008-468A-B04B-A4B0DF9B6801}">
      <dgm:prSet/>
      <dgm:spPr/>
      <dgm:t>
        <a:bodyPr/>
        <a:lstStyle/>
        <a:p>
          <a:endParaRPr lang="uk-UA"/>
        </a:p>
      </dgm:t>
    </dgm:pt>
    <dgm:pt modelId="{EE5ECFF3-762C-44C8-83FF-D77AE5067D0F}">
      <dgm:prSet/>
      <dgm:spPr/>
      <dgm:t>
        <a:bodyPr/>
        <a:lstStyle/>
        <a:p>
          <a:r>
            <a:rPr lang="uk-UA" b="0" i="0"/>
            <a:t>наслідки індустріалізації.</a:t>
          </a:r>
          <a:endParaRPr lang="uk-UA"/>
        </a:p>
      </dgm:t>
    </dgm:pt>
    <dgm:pt modelId="{3F7B3F9D-4566-4F69-ACE6-1D06AC02B3AC}" type="parTrans" cxnId="{3BD98FE8-92C1-4443-8642-67D00E10FBBD}">
      <dgm:prSet/>
      <dgm:spPr/>
      <dgm:t>
        <a:bodyPr/>
        <a:lstStyle/>
        <a:p>
          <a:endParaRPr lang="uk-UA"/>
        </a:p>
      </dgm:t>
    </dgm:pt>
    <dgm:pt modelId="{59CB9C26-8011-4A29-B5C7-468B2F77D78E}" type="sibTrans" cxnId="{3BD98FE8-92C1-4443-8642-67D00E10FBBD}">
      <dgm:prSet/>
      <dgm:spPr/>
      <dgm:t>
        <a:bodyPr/>
        <a:lstStyle/>
        <a:p>
          <a:endParaRPr lang="uk-UA"/>
        </a:p>
      </dgm:t>
    </dgm:pt>
    <dgm:pt modelId="{8B029D71-EB8C-4947-ABE8-9C627536B23D}">
      <dgm:prSet/>
      <dgm:spPr/>
      <dgm:t>
        <a:bodyPr/>
        <a:lstStyle/>
        <a:p>
          <a:r>
            <a:rPr lang="uk-UA" b="0" i="0"/>
            <a:t>етапи індустріалізації.</a:t>
          </a:r>
          <a:endParaRPr lang="uk-UA"/>
        </a:p>
      </dgm:t>
    </dgm:pt>
    <dgm:pt modelId="{8974D769-1827-44BD-A52F-F9B74E5C6D4E}" type="parTrans" cxnId="{90A336D7-5E9C-4EEC-938F-8979F0476FB2}">
      <dgm:prSet/>
      <dgm:spPr/>
      <dgm:t>
        <a:bodyPr/>
        <a:lstStyle/>
        <a:p>
          <a:endParaRPr lang="uk-UA"/>
        </a:p>
      </dgm:t>
    </dgm:pt>
    <dgm:pt modelId="{9846F1AB-06D8-4326-BF7E-BEECD64B1C8B}" type="sibTrans" cxnId="{90A336D7-5E9C-4EEC-938F-8979F0476FB2}">
      <dgm:prSet/>
      <dgm:spPr/>
      <dgm:t>
        <a:bodyPr/>
        <a:lstStyle/>
        <a:p>
          <a:endParaRPr lang="uk-UA"/>
        </a:p>
      </dgm:t>
    </dgm:pt>
    <dgm:pt modelId="{D1096947-46E7-45EE-AD41-FD3460F94C85}" type="pres">
      <dgm:prSet presAssocID="{F5B77D77-C022-46F7-92A6-331FAA8AC105}" presName="linear" presStyleCnt="0">
        <dgm:presLayoutVars>
          <dgm:animLvl val="lvl"/>
          <dgm:resizeHandles val="exact"/>
        </dgm:presLayoutVars>
      </dgm:prSet>
      <dgm:spPr/>
    </dgm:pt>
    <dgm:pt modelId="{6E8319BA-55B9-46FB-9A12-EC02C87F99A3}" type="pres">
      <dgm:prSet presAssocID="{F5115119-63FF-4E1B-99C1-5E33633B9B3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051E182-045E-498E-B1AB-674F7DAA062C}" type="pres">
      <dgm:prSet presAssocID="{89E04A2E-20A8-44A0-8AE0-A767E2C242BD}" presName="spacer" presStyleCnt="0"/>
      <dgm:spPr/>
    </dgm:pt>
    <dgm:pt modelId="{69D65201-18B0-4765-992B-DC0998FFDB93}" type="pres">
      <dgm:prSet presAssocID="{8307A950-D2AC-4B5F-A2C8-74D5460A465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61EB346-3B91-4673-96ED-0E6359E5A74E}" type="pres">
      <dgm:prSet presAssocID="{1CDDFB14-105D-4BBA-A1E0-D04279FE80B3}" presName="spacer" presStyleCnt="0"/>
      <dgm:spPr/>
    </dgm:pt>
    <dgm:pt modelId="{C067453B-24E4-44C2-B4B9-A6403154829E}" type="pres">
      <dgm:prSet presAssocID="{EE5ECFF3-762C-44C8-83FF-D77AE5067D0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AA2FA52-08DA-4044-B9AF-1C8939B53797}" type="pres">
      <dgm:prSet presAssocID="{59CB9C26-8011-4A29-B5C7-468B2F77D78E}" presName="spacer" presStyleCnt="0"/>
      <dgm:spPr/>
    </dgm:pt>
    <dgm:pt modelId="{A6CEBC47-6091-4289-9B58-85F90AAB8E6A}" type="pres">
      <dgm:prSet presAssocID="{8B029D71-EB8C-4947-ABE8-9C627536B23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8092844-6915-4C31-BCCB-8222D5E08FC0}" type="presOf" srcId="{F5B77D77-C022-46F7-92A6-331FAA8AC105}" destId="{D1096947-46E7-45EE-AD41-FD3460F94C85}" srcOrd="0" destOrd="0" presId="urn:microsoft.com/office/officeart/2005/8/layout/vList2"/>
    <dgm:cxn modelId="{A135A04B-6C06-46BD-94E3-0B6882EDF346}" type="presOf" srcId="{8307A950-D2AC-4B5F-A2C8-74D5460A4659}" destId="{69D65201-18B0-4765-992B-DC0998FFDB93}" srcOrd="0" destOrd="0" presId="urn:microsoft.com/office/officeart/2005/8/layout/vList2"/>
    <dgm:cxn modelId="{73F815AA-4397-4A88-A990-1E132BE83EC2}" type="presOf" srcId="{EE5ECFF3-762C-44C8-83FF-D77AE5067D0F}" destId="{C067453B-24E4-44C2-B4B9-A6403154829E}" srcOrd="0" destOrd="0" presId="urn:microsoft.com/office/officeart/2005/8/layout/vList2"/>
    <dgm:cxn modelId="{442A93B1-80A4-4EF6-9DB9-99B66CB44F45}" srcId="{F5B77D77-C022-46F7-92A6-331FAA8AC105}" destId="{F5115119-63FF-4E1B-99C1-5E33633B9B37}" srcOrd="0" destOrd="0" parTransId="{D2AEC879-8B5A-4F5B-8A5C-566012629645}" sibTransId="{89E04A2E-20A8-44A0-8AE0-A767E2C242BD}"/>
    <dgm:cxn modelId="{B6BCD7D3-B008-468A-B04B-A4B0DF9B6801}" srcId="{F5B77D77-C022-46F7-92A6-331FAA8AC105}" destId="{8307A950-D2AC-4B5F-A2C8-74D5460A4659}" srcOrd="1" destOrd="0" parTransId="{9C433D6B-C89B-479C-BC27-68B9FEBC6AA2}" sibTransId="{1CDDFB14-105D-4BBA-A1E0-D04279FE80B3}"/>
    <dgm:cxn modelId="{90A336D7-5E9C-4EEC-938F-8979F0476FB2}" srcId="{F5B77D77-C022-46F7-92A6-331FAA8AC105}" destId="{8B029D71-EB8C-4947-ABE8-9C627536B23D}" srcOrd="3" destOrd="0" parTransId="{8974D769-1827-44BD-A52F-F9B74E5C6D4E}" sibTransId="{9846F1AB-06D8-4326-BF7E-BEECD64B1C8B}"/>
    <dgm:cxn modelId="{3E7383E4-0A54-4E5F-9DC3-C181AA3FDDA7}" type="presOf" srcId="{F5115119-63FF-4E1B-99C1-5E33633B9B37}" destId="{6E8319BA-55B9-46FB-9A12-EC02C87F99A3}" srcOrd="0" destOrd="0" presId="urn:microsoft.com/office/officeart/2005/8/layout/vList2"/>
    <dgm:cxn modelId="{3BD98FE8-92C1-4443-8642-67D00E10FBBD}" srcId="{F5B77D77-C022-46F7-92A6-331FAA8AC105}" destId="{EE5ECFF3-762C-44C8-83FF-D77AE5067D0F}" srcOrd="2" destOrd="0" parTransId="{3F7B3F9D-4566-4F69-ACE6-1D06AC02B3AC}" sibTransId="{59CB9C26-8011-4A29-B5C7-468B2F77D78E}"/>
    <dgm:cxn modelId="{F6C717F6-3584-43DD-9861-E4FB5E8F7356}" type="presOf" srcId="{8B029D71-EB8C-4947-ABE8-9C627536B23D}" destId="{A6CEBC47-6091-4289-9B58-85F90AAB8E6A}" srcOrd="0" destOrd="0" presId="urn:microsoft.com/office/officeart/2005/8/layout/vList2"/>
    <dgm:cxn modelId="{22EC6710-9B10-43C4-B57F-A0CCA4D27CE2}" type="presParOf" srcId="{D1096947-46E7-45EE-AD41-FD3460F94C85}" destId="{6E8319BA-55B9-46FB-9A12-EC02C87F99A3}" srcOrd="0" destOrd="0" presId="urn:microsoft.com/office/officeart/2005/8/layout/vList2"/>
    <dgm:cxn modelId="{79E6E14B-45CC-459C-ACC6-F9667F04DE02}" type="presParOf" srcId="{D1096947-46E7-45EE-AD41-FD3460F94C85}" destId="{2051E182-045E-498E-B1AB-674F7DAA062C}" srcOrd="1" destOrd="0" presId="urn:microsoft.com/office/officeart/2005/8/layout/vList2"/>
    <dgm:cxn modelId="{A382C0DA-B9BC-4187-B727-6BC5FF828DFB}" type="presParOf" srcId="{D1096947-46E7-45EE-AD41-FD3460F94C85}" destId="{69D65201-18B0-4765-992B-DC0998FFDB93}" srcOrd="2" destOrd="0" presId="urn:microsoft.com/office/officeart/2005/8/layout/vList2"/>
    <dgm:cxn modelId="{F7B3CCB3-5A66-4E20-9340-5E5601C0B3A3}" type="presParOf" srcId="{D1096947-46E7-45EE-AD41-FD3460F94C85}" destId="{761EB346-3B91-4673-96ED-0E6359E5A74E}" srcOrd="3" destOrd="0" presId="urn:microsoft.com/office/officeart/2005/8/layout/vList2"/>
    <dgm:cxn modelId="{D82C883E-39DF-4DE4-AD63-32C200E95831}" type="presParOf" srcId="{D1096947-46E7-45EE-AD41-FD3460F94C85}" destId="{C067453B-24E4-44C2-B4B9-A6403154829E}" srcOrd="4" destOrd="0" presId="urn:microsoft.com/office/officeart/2005/8/layout/vList2"/>
    <dgm:cxn modelId="{93F2EF69-60D6-454C-AEA6-D94AE7D278EA}" type="presParOf" srcId="{D1096947-46E7-45EE-AD41-FD3460F94C85}" destId="{5AA2FA52-08DA-4044-B9AF-1C8939B53797}" srcOrd="5" destOrd="0" presId="urn:microsoft.com/office/officeart/2005/8/layout/vList2"/>
    <dgm:cxn modelId="{0ED62EF5-1CA2-4E35-9284-07A9D93411B2}" type="presParOf" srcId="{D1096947-46E7-45EE-AD41-FD3460F94C85}" destId="{A6CEBC47-6091-4289-9B58-85F90AAB8E6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040BA45B-460E-4A48-8F03-BEE28AEF140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F16C347-F4A2-4AC5-93D2-5E33FD5F43E1}">
      <dgm:prSet/>
      <dgm:spPr/>
      <dgm:t>
        <a:bodyPr/>
        <a:lstStyle/>
        <a:p>
          <a:r>
            <a:rPr lang="uk-UA" b="0" i="0"/>
            <a:t>Активний опір, який чинило селянство колективізації, спонукав радянську владу здійснювати репресивні заходи.</a:t>
          </a:r>
          <a:endParaRPr lang="uk-UA"/>
        </a:p>
      </dgm:t>
    </dgm:pt>
    <dgm:pt modelId="{D34E784B-1E0F-444F-BCDD-A60E9AD0489D}" type="parTrans" cxnId="{B53E5E9D-AC75-4342-BFB0-B1B76D056FF3}">
      <dgm:prSet/>
      <dgm:spPr/>
      <dgm:t>
        <a:bodyPr/>
        <a:lstStyle/>
        <a:p>
          <a:endParaRPr lang="uk-UA"/>
        </a:p>
      </dgm:t>
    </dgm:pt>
    <dgm:pt modelId="{5B68927A-9942-49EC-AC34-4A774C5B5467}" type="sibTrans" cxnId="{B53E5E9D-AC75-4342-BFB0-B1B76D056FF3}">
      <dgm:prSet/>
      <dgm:spPr/>
      <dgm:t>
        <a:bodyPr/>
        <a:lstStyle/>
        <a:p>
          <a:endParaRPr lang="uk-UA"/>
        </a:p>
      </dgm:t>
    </dgm:pt>
    <dgm:pt modelId="{C60A0635-89AE-493D-AD7A-A9D8B0136C2C}">
      <dgm:prSet/>
      <dgm:spPr/>
      <dgm:t>
        <a:bodyPr/>
        <a:lstStyle/>
        <a:p>
          <a:r>
            <a:rPr lang="uk-UA" b="0" i="0"/>
            <a:t>Нестача вільних сільськогосподарських земель спричинила масове переселення селян у малозаселені регіони СРСР.</a:t>
          </a:r>
          <a:endParaRPr lang="uk-UA"/>
        </a:p>
      </dgm:t>
    </dgm:pt>
    <dgm:pt modelId="{A712B8E4-7BED-423E-89EE-7DBBBFC50571}" type="parTrans" cxnId="{9F3C4553-D08C-41D8-87E3-1E2F75BCE431}">
      <dgm:prSet/>
      <dgm:spPr/>
      <dgm:t>
        <a:bodyPr/>
        <a:lstStyle/>
        <a:p>
          <a:endParaRPr lang="uk-UA"/>
        </a:p>
      </dgm:t>
    </dgm:pt>
    <dgm:pt modelId="{2550ABD3-0EA1-43F6-8C05-5FA5E80A331F}" type="sibTrans" cxnId="{9F3C4553-D08C-41D8-87E3-1E2F75BCE431}">
      <dgm:prSet/>
      <dgm:spPr/>
      <dgm:t>
        <a:bodyPr/>
        <a:lstStyle/>
        <a:p>
          <a:endParaRPr lang="uk-UA"/>
        </a:p>
      </dgm:t>
    </dgm:pt>
    <dgm:pt modelId="{99C9A8DD-2DD1-43BC-AFF7-E95691F0AC0D}">
      <dgm:prSet/>
      <dgm:spPr/>
      <dgm:t>
        <a:bodyPr/>
        <a:lstStyle/>
        <a:p>
          <a:r>
            <a:rPr lang="uk-UA" b="0" i="0"/>
            <a:t>Наявність цілинних земель спонукала радянський уряд залучати до їх освоєння найбільш активних селян.</a:t>
          </a:r>
          <a:endParaRPr lang="uk-UA"/>
        </a:p>
      </dgm:t>
    </dgm:pt>
    <dgm:pt modelId="{2E7C9397-8EF3-484B-9062-AFAE460841A9}" type="parTrans" cxnId="{8B321BAD-07F0-401A-8786-7752D6B15E41}">
      <dgm:prSet/>
      <dgm:spPr/>
      <dgm:t>
        <a:bodyPr/>
        <a:lstStyle/>
        <a:p>
          <a:endParaRPr lang="uk-UA"/>
        </a:p>
      </dgm:t>
    </dgm:pt>
    <dgm:pt modelId="{ED1B60CD-B49D-447E-8577-A3A66B190A3E}" type="sibTrans" cxnId="{8B321BAD-07F0-401A-8786-7752D6B15E41}">
      <dgm:prSet/>
      <dgm:spPr/>
      <dgm:t>
        <a:bodyPr/>
        <a:lstStyle/>
        <a:p>
          <a:endParaRPr lang="uk-UA"/>
        </a:p>
      </dgm:t>
    </dgm:pt>
    <dgm:pt modelId="{F8681009-6F09-49E0-8416-F721EF6C7D16}">
      <dgm:prSet/>
      <dgm:spPr/>
      <dgm:t>
        <a:bodyPr/>
        <a:lstStyle/>
        <a:p>
          <a:r>
            <a:rPr lang="uk-UA" b="0" i="0"/>
            <a:t>Відведення земель під новобудови перших п’ятирічок спонукало владу до масового переселення селян.</a:t>
          </a:r>
          <a:endParaRPr lang="uk-UA"/>
        </a:p>
      </dgm:t>
    </dgm:pt>
    <dgm:pt modelId="{CEC51A6D-3C98-4CAC-8DC8-4B17C8C24DA6}" type="parTrans" cxnId="{FF59A588-7DEB-4C62-BADC-E40567762FD2}">
      <dgm:prSet/>
      <dgm:spPr/>
      <dgm:t>
        <a:bodyPr/>
        <a:lstStyle/>
        <a:p>
          <a:endParaRPr lang="uk-UA"/>
        </a:p>
      </dgm:t>
    </dgm:pt>
    <dgm:pt modelId="{E99BDA03-4375-4CCD-8BF1-65572C69598C}" type="sibTrans" cxnId="{FF59A588-7DEB-4C62-BADC-E40567762FD2}">
      <dgm:prSet/>
      <dgm:spPr/>
      <dgm:t>
        <a:bodyPr/>
        <a:lstStyle/>
        <a:p>
          <a:endParaRPr lang="uk-UA"/>
        </a:p>
      </dgm:t>
    </dgm:pt>
    <dgm:pt modelId="{FAFE99B0-97A2-4F58-A83B-C163DC5EE142}" type="pres">
      <dgm:prSet presAssocID="{040BA45B-460E-4A48-8F03-BEE28AEF140B}" presName="linear" presStyleCnt="0">
        <dgm:presLayoutVars>
          <dgm:animLvl val="lvl"/>
          <dgm:resizeHandles val="exact"/>
        </dgm:presLayoutVars>
      </dgm:prSet>
      <dgm:spPr/>
    </dgm:pt>
    <dgm:pt modelId="{DFAC8D40-95F8-4735-A403-B6D342ED6A0F}" type="pres">
      <dgm:prSet presAssocID="{DF16C347-F4A2-4AC5-93D2-5E33FD5F43E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AC71942-D547-4114-A8AD-5A5F2D9E41E9}" type="pres">
      <dgm:prSet presAssocID="{5B68927A-9942-49EC-AC34-4A774C5B5467}" presName="spacer" presStyleCnt="0"/>
      <dgm:spPr/>
    </dgm:pt>
    <dgm:pt modelId="{53CDEACE-1573-413D-9FB6-A84D4BE7C08B}" type="pres">
      <dgm:prSet presAssocID="{C60A0635-89AE-493D-AD7A-A9D8B0136C2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5943670-90D1-4EED-895D-2391B94688EE}" type="pres">
      <dgm:prSet presAssocID="{2550ABD3-0EA1-43F6-8C05-5FA5E80A331F}" presName="spacer" presStyleCnt="0"/>
      <dgm:spPr/>
    </dgm:pt>
    <dgm:pt modelId="{38CBF6C2-A0ED-42B0-8E3D-CF359A5AA03C}" type="pres">
      <dgm:prSet presAssocID="{99C9A8DD-2DD1-43BC-AFF7-E95691F0AC0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D1CBFD1-1D8F-4CC4-858C-315C7D090DE5}" type="pres">
      <dgm:prSet presAssocID="{ED1B60CD-B49D-447E-8577-A3A66B190A3E}" presName="spacer" presStyleCnt="0"/>
      <dgm:spPr/>
    </dgm:pt>
    <dgm:pt modelId="{E387E8A6-79FA-451B-83DA-22DEDEC78AAA}" type="pres">
      <dgm:prSet presAssocID="{F8681009-6F09-49E0-8416-F721EF6C7D1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F69AB28-096E-4299-B4B4-4CDAE03B7222}" type="presOf" srcId="{C60A0635-89AE-493D-AD7A-A9D8B0136C2C}" destId="{53CDEACE-1573-413D-9FB6-A84D4BE7C08B}" srcOrd="0" destOrd="0" presId="urn:microsoft.com/office/officeart/2005/8/layout/vList2"/>
    <dgm:cxn modelId="{04D61464-C763-4362-90D2-8D7101C6C375}" type="presOf" srcId="{DF16C347-F4A2-4AC5-93D2-5E33FD5F43E1}" destId="{DFAC8D40-95F8-4735-A403-B6D342ED6A0F}" srcOrd="0" destOrd="0" presId="urn:microsoft.com/office/officeart/2005/8/layout/vList2"/>
    <dgm:cxn modelId="{9F3C4553-D08C-41D8-87E3-1E2F75BCE431}" srcId="{040BA45B-460E-4A48-8F03-BEE28AEF140B}" destId="{C60A0635-89AE-493D-AD7A-A9D8B0136C2C}" srcOrd="1" destOrd="0" parTransId="{A712B8E4-7BED-423E-89EE-7DBBBFC50571}" sibTransId="{2550ABD3-0EA1-43F6-8C05-5FA5E80A331F}"/>
    <dgm:cxn modelId="{FF59A588-7DEB-4C62-BADC-E40567762FD2}" srcId="{040BA45B-460E-4A48-8F03-BEE28AEF140B}" destId="{F8681009-6F09-49E0-8416-F721EF6C7D16}" srcOrd="3" destOrd="0" parTransId="{CEC51A6D-3C98-4CAC-8DC8-4B17C8C24DA6}" sibTransId="{E99BDA03-4375-4CCD-8BF1-65572C69598C}"/>
    <dgm:cxn modelId="{B53E5E9D-AC75-4342-BFB0-B1B76D056FF3}" srcId="{040BA45B-460E-4A48-8F03-BEE28AEF140B}" destId="{DF16C347-F4A2-4AC5-93D2-5E33FD5F43E1}" srcOrd="0" destOrd="0" parTransId="{D34E784B-1E0F-444F-BCDD-A60E9AD0489D}" sibTransId="{5B68927A-9942-49EC-AC34-4A774C5B5467}"/>
    <dgm:cxn modelId="{8B321BAD-07F0-401A-8786-7752D6B15E41}" srcId="{040BA45B-460E-4A48-8F03-BEE28AEF140B}" destId="{99C9A8DD-2DD1-43BC-AFF7-E95691F0AC0D}" srcOrd="2" destOrd="0" parTransId="{2E7C9397-8EF3-484B-9062-AFAE460841A9}" sibTransId="{ED1B60CD-B49D-447E-8577-A3A66B190A3E}"/>
    <dgm:cxn modelId="{21D781AD-29B1-4128-AEC5-5D978BCA974C}" type="presOf" srcId="{040BA45B-460E-4A48-8F03-BEE28AEF140B}" destId="{FAFE99B0-97A2-4F58-A83B-C163DC5EE142}" srcOrd="0" destOrd="0" presId="urn:microsoft.com/office/officeart/2005/8/layout/vList2"/>
    <dgm:cxn modelId="{67110CBD-2C75-469D-A279-2DE3523088D7}" type="presOf" srcId="{99C9A8DD-2DD1-43BC-AFF7-E95691F0AC0D}" destId="{38CBF6C2-A0ED-42B0-8E3D-CF359A5AA03C}" srcOrd="0" destOrd="0" presId="urn:microsoft.com/office/officeart/2005/8/layout/vList2"/>
    <dgm:cxn modelId="{109E5BC5-552B-4C70-A28A-F3309FB604B0}" type="presOf" srcId="{F8681009-6F09-49E0-8416-F721EF6C7D16}" destId="{E387E8A6-79FA-451B-83DA-22DEDEC78AAA}" srcOrd="0" destOrd="0" presId="urn:microsoft.com/office/officeart/2005/8/layout/vList2"/>
    <dgm:cxn modelId="{EFDEF88A-26D9-4606-ACB4-C8EDECBE4B08}" type="presParOf" srcId="{FAFE99B0-97A2-4F58-A83B-C163DC5EE142}" destId="{DFAC8D40-95F8-4735-A403-B6D342ED6A0F}" srcOrd="0" destOrd="0" presId="urn:microsoft.com/office/officeart/2005/8/layout/vList2"/>
    <dgm:cxn modelId="{CF2159AD-939E-4255-9625-8DE6B494E092}" type="presParOf" srcId="{FAFE99B0-97A2-4F58-A83B-C163DC5EE142}" destId="{CAC71942-D547-4114-A8AD-5A5F2D9E41E9}" srcOrd="1" destOrd="0" presId="urn:microsoft.com/office/officeart/2005/8/layout/vList2"/>
    <dgm:cxn modelId="{D2E66EE7-EF36-44D8-BC2E-165DF0C952F9}" type="presParOf" srcId="{FAFE99B0-97A2-4F58-A83B-C163DC5EE142}" destId="{53CDEACE-1573-413D-9FB6-A84D4BE7C08B}" srcOrd="2" destOrd="0" presId="urn:microsoft.com/office/officeart/2005/8/layout/vList2"/>
    <dgm:cxn modelId="{84AE732A-8C30-4ABA-9F46-A1B41770D626}" type="presParOf" srcId="{FAFE99B0-97A2-4F58-A83B-C163DC5EE142}" destId="{C5943670-90D1-4EED-895D-2391B94688EE}" srcOrd="3" destOrd="0" presId="urn:microsoft.com/office/officeart/2005/8/layout/vList2"/>
    <dgm:cxn modelId="{2607FCCE-2B1F-4A48-AC29-03F15BA2F0FB}" type="presParOf" srcId="{FAFE99B0-97A2-4F58-A83B-C163DC5EE142}" destId="{38CBF6C2-A0ED-42B0-8E3D-CF359A5AA03C}" srcOrd="4" destOrd="0" presId="urn:microsoft.com/office/officeart/2005/8/layout/vList2"/>
    <dgm:cxn modelId="{BC2C5E48-3366-41EF-BB6A-B96E84C772D6}" type="presParOf" srcId="{FAFE99B0-97A2-4F58-A83B-C163DC5EE142}" destId="{0D1CBFD1-1D8F-4CC4-858C-315C7D090DE5}" srcOrd="5" destOrd="0" presId="urn:microsoft.com/office/officeart/2005/8/layout/vList2"/>
    <dgm:cxn modelId="{557F2A94-596B-4698-A2CF-5A6C1417EC09}" type="presParOf" srcId="{FAFE99B0-97A2-4F58-A83B-C163DC5EE142}" destId="{E387E8A6-79FA-451B-83DA-22DEDEC78AA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E04F769F-0F89-4882-8670-2FF24E38E9D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9ADF04C-F4BC-43B4-A0AD-E9FB681F8D13}">
      <dgm:prSet/>
      <dgm:spPr/>
      <dgm:t>
        <a:bodyPr/>
        <a:lstStyle/>
        <a:p>
          <a:r>
            <a:rPr lang="uk-UA" b="0" i="0"/>
            <a:t>децентралізація управління галузями промисловості та будівництва</a:t>
          </a:r>
          <a:endParaRPr lang="uk-UA"/>
        </a:p>
      </dgm:t>
    </dgm:pt>
    <dgm:pt modelId="{DB84F635-3690-4810-B364-8AAB27D66EBA}" type="parTrans" cxnId="{FB5F730B-83A7-41BA-A119-BEC6D75CBA92}">
      <dgm:prSet/>
      <dgm:spPr/>
      <dgm:t>
        <a:bodyPr/>
        <a:lstStyle/>
        <a:p>
          <a:endParaRPr lang="uk-UA"/>
        </a:p>
      </dgm:t>
    </dgm:pt>
    <dgm:pt modelId="{7F5C7EC2-DCDD-4AB0-BF48-E81FB4CFE4EC}" type="sibTrans" cxnId="{FB5F730B-83A7-41BA-A119-BEC6D75CBA92}">
      <dgm:prSet/>
      <dgm:spPr/>
      <dgm:t>
        <a:bodyPr/>
        <a:lstStyle/>
        <a:p>
          <a:endParaRPr lang="uk-UA"/>
        </a:p>
      </dgm:t>
    </dgm:pt>
    <dgm:pt modelId="{17CD6429-F9A3-4CF0-81CE-F0CA84C0A958}">
      <dgm:prSet/>
      <dgm:spPr/>
      <dgm:t>
        <a:bodyPr/>
        <a:lstStyle/>
        <a:p>
          <a:r>
            <a:rPr lang="uk-UA" b="0" i="0"/>
            <a:t>побудова та реконструкція великих промислових об’єктів</a:t>
          </a:r>
          <a:endParaRPr lang="uk-UA"/>
        </a:p>
      </dgm:t>
    </dgm:pt>
    <dgm:pt modelId="{B51D3C83-330C-4343-B487-28EC7A5EEC00}" type="parTrans" cxnId="{00967DB5-755C-4014-B3A2-E0484EDBCADB}">
      <dgm:prSet/>
      <dgm:spPr/>
      <dgm:t>
        <a:bodyPr/>
        <a:lstStyle/>
        <a:p>
          <a:endParaRPr lang="uk-UA"/>
        </a:p>
      </dgm:t>
    </dgm:pt>
    <dgm:pt modelId="{E9C5A455-CBE8-4862-8483-9544A656DA27}" type="sibTrans" cxnId="{00967DB5-755C-4014-B3A2-E0484EDBCADB}">
      <dgm:prSet/>
      <dgm:spPr/>
      <dgm:t>
        <a:bodyPr/>
        <a:lstStyle/>
        <a:p>
          <a:endParaRPr lang="uk-UA"/>
        </a:p>
      </dgm:t>
    </dgm:pt>
    <dgm:pt modelId="{2781D30C-439D-4F7A-B80A-8A9F67820440}">
      <dgm:prSet/>
      <dgm:spPr/>
      <dgm:t>
        <a:bodyPr/>
        <a:lstStyle/>
        <a:p>
          <a:r>
            <a:rPr lang="uk-UA" b="0" i="0"/>
            <a:t>розширення прав підприємств у виробництві та збуті готової продукції</a:t>
          </a:r>
          <a:endParaRPr lang="uk-UA"/>
        </a:p>
      </dgm:t>
    </dgm:pt>
    <dgm:pt modelId="{D1513F58-951B-4D7F-9984-CED4AB6C969E}" type="parTrans" cxnId="{2B6C71A8-5FF2-4970-8FB5-9E92E661AD8E}">
      <dgm:prSet/>
      <dgm:spPr/>
      <dgm:t>
        <a:bodyPr/>
        <a:lstStyle/>
        <a:p>
          <a:endParaRPr lang="uk-UA"/>
        </a:p>
      </dgm:t>
    </dgm:pt>
    <dgm:pt modelId="{539FA18C-0ABE-4241-BD6D-6F8CBCF61231}" type="sibTrans" cxnId="{2B6C71A8-5FF2-4970-8FB5-9E92E661AD8E}">
      <dgm:prSet/>
      <dgm:spPr/>
      <dgm:t>
        <a:bodyPr/>
        <a:lstStyle/>
        <a:p>
          <a:endParaRPr lang="uk-UA"/>
        </a:p>
      </dgm:t>
    </dgm:pt>
    <dgm:pt modelId="{B4233800-843F-4758-8928-283B149ED89E}" type="pres">
      <dgm:prSet presAssocID="{E04F769F-0F89-4882-8670-2FF24E38E9D9}" presName="linear" presStyleCnt="0">
        <dgm:presLayoutVars>
          <dgm:animLvl val="lvl"/>
          <dgm:resizeHandles val="exact"/>
        </dgm:presLayoutVars>
      </dgm:prSet>
      <dgm:spPr/>
    </dgm:pt>
    <dgm:pt modelId="{73FA5A99-A24D-4B96-8269-13F73809F484}" type="pres">
      <dgm:prSet presAssocID="{F9ADF04C-F4BC-43B4-A0AD-E9FB681F8D1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BC30671-03FD-45DE-8A96-BC33322582A1}" type="pres">
      <dgm:prSet presAssocID="{7F5C7EC2-DCDD-4AB0-BF48-E81FB4CFE4EC}" presName="spacer" presStyleCnt="0"/>
      <dgm:spPr/>
    </dgm:pt>
    <dgm:pt modelId="{E7811010-2A60-4501-877B-81B6A24726AE}" type="pres">
      <dgm:prSet presAssocID="{17CD6429-F9A3-4CF0-81CE-F0CA84C0A95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E3E91B5-A3A2-4CDD-B477-CC968C16E7FA}" type="pres">
      <dgm:prSet presAssocID="{E9C5A455-CBE8-4862-8483-9544A656DA27}" presName="spacer" presStyleCnt="0"/>
      <dgm:spPr/>
    </dgm:pt>
    <dgm:pt modelId="{65C04253-43AE-4335-9B52-2CA54E5439B6}" type="pres">
      <dgm:prSet presAssocID="{2781D30C-439D-4F7A-B80A-8A9F6782044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B5F730B-83A7-41BA-A119-BEC6D75CBA92}" srcId="{E04F769F-0F89-4882-8670-2FF24E38E9D9}" destId="{F9ADF04C-F4BC-43B4-A0AD-E9FB681F8D13}" srcOrd="0" destOrd="0" parTransId="{DB84F635-3690-4810-B364-8AAB27D66EBA}" sibTransId="{7F5C7EC2-DCDD-4AB0-BF48-E81FB4CFE4EC}"/>
    <dgm:cxn modelId="{1A55512F-04E2-4F6C-8958-36D4912ED536}" type="presOf" srcId="{E04F769F-0F89-4882-8670-2FF24E38E9D9}" destId="{B4233800-843F-4758-8928-283B149ED89E}" srcOrd="0" destOrd="0" presId="urn:microsoft.com/office/officeart/2005/8/layout/vList2"/>
    <dgm:cxn modelId="{210D8E3F-5F41-4AD3-A411-13373D2BCC61}" type="presOf" srcId="{F9ADF04C-F4BC-43B4-A0AD-E9FB681F8D13}" destId="{73FA5A99-A24D-4B96-8269-13F73809F484}" srcOrd="0" destOrd="0" presId="urn:microsoft.com/office/officeart/2005/8/layout/vList2"/>
    <dgm:cxn modelId="{69DF439C-6BF3-4CA2-833E-F5AA612AAC92}" type="presOf" srcId="{17CD6429-F9A3-4CF0-81CE-F0CA84C0A958}" destId="{E7811010-2A60-4501-877B-81B6A24726AE}" srcOrd="0" destOrd="0" presId="urn:microsoft.com/office/officeart/2005/8/layout/vList2"/>
    <dgm:cxn modelId="{2B6C71A8-5FF2-4970-8FB5-9E92E661AD8E}" srcId="{E04F769F-0F89-4882-8670-2FF24E38E9D9}" destId="{2781D30C-439D-4F7A-B80A-8A9F67820440}" srcOrd="2" destOrd="0" parTransId="{D1513F58-951B-4D7F-9984-CED4AB6C969E}" sibTransId="{539FA18C-0ABE-4241-BD6D-6F8CBCF61231}"/>
    <dgm:cxn modelId="{00967DB5-755C-4014-B3A2-E0484EDBCADB}" srcId="{E04F769F-0F89-4882-8670-2FF24E38E9D9}" destId="{17CD6429-F9A3-4CF0-81CE-F0CA84C0A958}" srcOrd="1" destOrd="0" parTransId="{B51D3C83-330C-4343-B487-28EC7A5EEC00}" sibTransId="{E9C5A455-CBE8-4862-8483-9544A656DA27}"/>
    <dgm:cxn modelId="{CB58C5B9-4212-4CAA-8096-FEA44B7D992C}" type="presOf" srcId="{2781D30C-439D-4F7A-B80A-8A9F67820440}" destId="{65C04253-43AE-4335-9B52-2CA54E5439B6}" srcOrd="0" destOrd="0" presId="urn:microsoft.com/office/officeart/2005/8/layout/vList2"/>
    <dgm:cxn modelId="{0C66593E-B12D-4A7C-8984-9FD30015AF68}" type="presParOf" srcId="{B4233800-843F-4758-8928-283B149ED89E}" destId="{73FA5A99-A24D-4B96-8269-13F73809F484}" srcOrd="0" destOrd="0" presId="urn:microsoft.com/office/officeart/2005/8/layout/vList2"/>
    <dgm:cxn modelId="{22E172DA-143B-4E23-BA40-E753BC360CA7}" type="presParOf" srcId="{B4233800-843F-4758-8928-283B149ED89E}" destId="{9BC30671-03FD-45DE-8A96-BC33322582A1}" srcOrd="1" destOrd="0" presId="urn:microsoft.com/office/officeart/2005/8/layout/vList2"/>
    <dgm:cxn modelId="{7DB57B43-9C72-46AF-AC72-EB5F17BAB906}" type="presParOf" srcId="{B4233800-843F-4758-8928-283B149ED89E}" destId="{E7811010-2A60-4501-877B-81B6A24726AE}" srcOrd="2" destOrd="0" presId="urn:microsoft.com/office/officeart/2005/8/layout/vList2"/>
    <dgm:cxn modelId="{A2F0E3F1-4602-477C-9CF6-A4643CB2F5D3}" type="presParOf" srcId="{B4233800-843F-4758-8928-283B149ED89E}" destId="{CE3E91B5-A3A2-4CDD-B477-CC968C16E7FA}" srcOrd="3" destOrd="0" presId="urn:microsoft.com/office/officeart/2005/8/layout/vList2"/>
    <dgm:cxn modelId="{E9480AC0-FB4F-4015-999C-8548FDFF392E}" type="presParOf" srcId="{B4233800-843F-4758-8928-283B149ED89E}" destId="{65C04253-43AE-4335-9B52-2CA54E5439B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052DF43E-EF42-45CE-A296-201BED73815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0824C0A-0F61-4D4E-99D4-846C05441085}">
      <dgm:prSet/>
      <dgm:spPr/>
      <dgm:t>
        <a:bodyPr/>
        <a:lstStyle/>
        <a:p>
          <a:r>
            <a:rPr lang="uk-UA" b="0" i="0"/>
            <a:t>нерівномірність процесу модернізації промислового потенціалу республіки</a:t>
          </a:r>
          <a:endParaRPr lang="uk-UA"/>
        </a:p>
      </dgm:t>
    </dgm:pt>
    <dgm:pt modelId="{490D5D4C-CAE8-4127-B8F5-F9854AFAE5A3}" type="parTrans" cxnId="{C484FCFB-5B41-42EB-99E7-B5E47409CFCB}">
      <dgm:prSet/>
      <dgm:spPr/>
      <dgm:t>
        <a:bodyPr/>
        <a:lstStyle/>
        <a:p>
          <a:endParaRPr lang="uk-UA"/>
        </a:p>
      </dgm:t>
    </dgm:pt>
    <dgm:pt modelId="{38A07110-8AA4-4F1C-A613-C2A1AA271289}" type="sibTrans" cxnId="{C484FCFB-5B41-42EB-99E7-B5E47409CFCB}">
      <dgm:prSet/>
      <dgm:spPr/>
      <dgm:t>
        <a:bodyPr/>
        <a:lstStyle/>
        <a:p>
          <a:endParaRPr lang="uk-UA"/>
        </a:p>
      </dgm:t>
    </dgm:pt>
    <dgm:pt modelId="{9F3D7D3A-86BF-4BEF-A769-5F8C5FDA6039}">
      <dgm:prSet/>
      <dgm:spPr/>
      <dgm:t>
        <a:bodyPr/>
        <a:lstStyle/>
        <a:p>
          <a:r>
            <a:rPr lang="uk-UA" b="0" i="0"/>
            <a:t>пріоритетний розвиток галузей легкої промисловості</a:t>
          </a:r>
          <a:endParaRPr lang="uk-UA"/>
        </a:p>
      </dgm:t>
    </dgm:pt>
    <dgm:pt modelId="{62C5AC07-D599-414F-9B59-A0504F6A6842}" type="parTrans" cxnId="{C4769479-3DCC-44ED-8ACF-DBDCE632849E}">
      <dgm:prSet/>
      <dgm:spPr/>
      <dgm:t>
        <a:bodyPr/>
        <a:lstStyle/>
        <a:p>
          <a:endParaRPr lang="uk-UA"/>
        </a:p>
      </dgm:t>
    </dgm:pt>
    <dgm:pt modelId="{B85DB91C-465D-42E7-8987-1284C355B6F3}" type="sibTrans" cxnId="{C4769479-3DCC-44ED-8ACF-DBDCE632849E}">
      <dgm:prSet/>
      <dgm:spPr/>
      <dgm:t>
        <a:bodyPr/>
        <a:lstStyle/>
        <a:p>
          <a:endParaRPr lang="uk-UA"/>
        </a:p>
      </dgm:t>
    </dgm:pt>
    <dgm:pt modelId="{B850A96E-3E6D-4EED-8E85-C34242FE2BB5}">
      <dgm:prSet/>
      <dgm:spPr/>
      <dgm:t>
        <a:bodyPr/>
        <a:lstStyle/>
        <a:p>
          <a:r>
            <a:rPr lang="uk-UA" b="0" i="0"/>
            <a:t>поява в промисловому комплексі республіки нових галузей</a:t>
          </a:r>
          <a:endParaRPr lang="uk-UA"/>
        </a:p>
      </dgm:t>
    </dgm:pt>
    <dgm:pt modelId="{F2D1E308-CC61-46B9-B152-87E205B395E9}" type="parTrans" cxnId="{B43AAD9B-2E97-42F7-B6A9-C3B5B58A32DB}">
      <dgm:prSet/>
      <dgm:spPr/>
      <dgm:t>
        <a:bodyPr/>
        <a:lstStyle/>
        <a:p>
          <a:endParaRPr lang="uk-UA"/>
        </a:p>
      </dgm:t>
    </dgm:pt>
    <dgm:pt modelId="{90E676B4-12BE-4740-9FB6-06518BE09A07}" type="sibTrans" cxnId="{B43AAD9B-2E97-42F7-B6A9-C3B5B58A32DB}">
      <dgm:prSet/>
      <dgm:spPr/>
      <dgm:t>
        <a:bodyPr/>
        <a:lstStyle/>
        <a:p>
          <a:endParaRPr lang="uk-UA"/>
        </a:p>
      </dgm:t>
    </dgm:pt>
    <dgm:pt modelId="{E1C9F553-93B9-4772-942A-A8F0BD0E3999}" type="pres">
      <dgm:prSet presAssocID="{052DF43E-EF42-45CE-A296-201BED738153}" presName="linear" presStyleCnt="0">
        <dgm:presLayoutVars>
          <dgm:animLvl val="lvl"/>
          <dgm:resizeHandles val="exact"/>
        </dgm:presLayoutVars>
      </dgm:prSet>
      <dgm:spPr/>
    </dgm:pt>
    <dgm:pt modelId="{E73426E6-C352-4A7A-98D0-EFB944DDABE1}" type="pres">
      <dgm:prSet presAssocID="{90824C0A-0F61-4D4E-99D4-846C0544108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0069318-C3F3-4E45-94D1-C9D11FAE205A}" type="pres">
      <dgm:prSet presAssocID="{38A07110-8AA4-4F1C-A613-C2A1AA271289}" presName="spacer" presStyleCnt="0"/>
      <dgm:spPr/>
    </dgm:pt>
    <dgm:pt modelId="{0F02BDCD-E367-4D3E-B471-C52DB40CF1C2}" type="pres">
      <dgm:prSet presAssocID="{9F3D7D3A-86BF-4BEF-A769-5F8C5FDA603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2FA6AB4-8341-4F5B-8E62-4B4E0E55E70A}" type="pres">
      <dgm:prSet presAssocID="{B85DB91C-465D-42E7-8987-1284C355B6F3}" presName="spacer" presStyleCnt="0"/>
      <dgm:spPr/>
    </dgm:pt>
    <dgm:pt modelId="{D8807614-F5FC-484D-B643-BA53EC60D7BD}" type="pres">
      <dgm:prSet presAssocID="{B850A96E-3E6D-4EED-8E85-C34242FE2BB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800D44D-EA8B-44CA-B9A9-632A954A9380}" type="presOf" srcId="{90824C0A-0F61-4D4E-99D4-846C05441085}" destId="{E73426E6-C352-4A7A-98D0-EFB944DDABE1}" srcOrd="0" destOrd="0" presId="urn:microsoft.com/office/officeart/2005/8/layout/vList2"/>
    <dgm:cxn modelId="{D897866F-03F7-4A42-8B81-864554337201}" type="presOf" srcId="{052DF43E-EF42-45CE-A296-201BED738153}" destId="{E1C9F553-93B9-4772-942A-A8F0BD0E3999}" srcOrd="0" destOrd="0" presId="urn:microsoft.com/office/officeart/2005/8/layout/vList2"/>
    <dgm:cxn modelId="{E2D20375-D7A4-4CA0-9CD2-BB14240200EB}" type="presOf" srcId="{B850A96E-3E6D-4EED-8E85-C34242FE2BB5}" destId="{D8807614-F5FC-484D-B643-BA53EC60D7BD}" srcOrd="0" destOrd="0" presId="urn:microsoft.com/office/officeart/2005/8/layout/vList2"/>
    <dgm:cxn modelId="{C4769479-3DCC-44ED-8ACF-DBDCE632849E}" srcId="{052DF43E-EF42-45CE-A296-201BED738153}" destId="{9F3D7D3A-86BF-4BEF-A769-5F8C5FDA6039}" srcOrd="1" destOrd="0" parTransId="{62C5AC07-D599-414F-9B59-A0504F6A6842}" sibTransId="{B85DB91C-465D-42E7-8987-1284C355B6F3}"/>
    <dgm:cxn modelId="{B43AAD9B-2E97-42F7-B6A9-C3B5B58A32DB}" srcId="{052DF43E-EF42-45CE-A296-201BED738153}" destId="{B850A96E-3E6D-4EED-8E85-C34242FE2BB5}" srcOrd="2" destOrd="0" parTransId="{F2D1E308-CC61-46B9-B152-87E205B395E9}" sibTransId="{90E676B4-12BE-4740-9FB6-06518BE09A07}"/>
    <dgm:cxn modelId="{C616D6DD-92B4-412E-AA86-A1D2CF59FC80}" type="presOf" srcId="{9F3D7D3A-86BF-4BEF-A769-5F8C5FDA6039}" destId="{0F02BDCD-E367-4D3E-B471-C52DB40CF1C2}" srcOrd="0" destOrd="0" presId="urn:microsoft.com/office/officeart/2005/8/layout/vList2"/>
    <dgm:cxn modelId="{C484FCFB-5B41-42EB-99E7-B5E47409CFCB}" srcId="{052DF43E-EF42-45CE-A296-201BED738153}" destId="{90824C0A-0F61-4D4E-99D4-846C05441085}" srcOrd="0" destOrd="0" parTransId="{490D5D4C-CAE8-4127-B8F5-F9854AFAE5A3}" sibTransId="{38A07110-8AA4-4F1C-A613-C2A1AA271289}"/>
    <dgm:cxn modelId="{BBF45E5D-6FC3-4377-9889-8217108BB1E2}" type="presParOf" srcId="{E1C9F553-93B9-4772-942A-A8F0BD0E3999}" destId="{E73426E6-C352-4A7A-98D0-EFB944DDABE1}" srcOrd="0" destOrd="0" presId="urn:microsoft.com/office/officeart/2005/8/layout/vList2"/>
    <dgm:cxn modelId="{732EF87E-604C-43A9-950B-F5321D47590C}" type="presParOf" srcId="{E1C9F553-93B9-4772-942A-A8F0BD0E3999}" destId="{50069318-C3F3-4E45-94D1-C9D11FAE205A}" srcOrd="1" destOrd="0" presId="urn:microsoft.com/office/officeart/2005/8/layout/vList2"/>
    <dgm:cxn modelId="{DE822A18-1C4D-4724-9865-CF37FAED6082}" type="presParOf" srcId="{E1C9F553-93B9-4772-942A-A8F0BD0E3999}" destId="{0F02BDCD-E367-4D3E-B471-C52DB40CF1C2}" srcOrd="2" destOrd="0" presId="urn:microsoft.com/office/officeart/2005/8/layout/vList2"/>
    <dgm:cxn modelId="{A0113749-22E4-44B3-AB09-7897ED31C495}" type="presParOf" srcId="{E1C9F553-93B9-4772-942A-A8F0BD0E3999}" destId="{A2FA6AB4-8341-4F5B-8E62-4B4E0E55E70A}" srcOrd="3" destOrd="0" presId="urn:microsoft.com/office/officeart/2005/8/layout/vList2"/>
    <dgm:cxn modelId="{B7FDE69C-B42F-48B0-8827-73B7732254D4}" type="presParOf" srcId="{E1C9F553-93B9-4772-942A-A8F0BD0E3999}" destId="{D8807614-F5FC-484D-B643-BA53EC60D7B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28082869-052E-4486-93C8-67BEE8B5208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88D68ED-1482-45F0-9925-5415C8D901D4}">
      <dgm:prSet/>
      <dgm:spPr/>
      <dgm:t>
        <a:bodyPr/>
        <a:lstStyle/>
        <a:p>
          <a:r>
            <a:rPr lang="uk-UA" b="0" i="0"/>
            <a:t>Засвідчити єдність Комуністичної партії та народу у здійсненні індустріалізації.</a:t>
          </a:r>
          <a:endParaRPr lang="uk-UA"/>
        </a:p>
      </dgm:t>
    </dgm:pt>
    <dgm:pt modelId="{21E6AD1D-69CF-48A2-A5D9-9184018CE83A}" type="parTrans" cxnId="{CBFCF0BF-5FA7-44B6-B8DC-C8E426F553F6}">
      <dgm:prSet/>
      <dgm:spPr/>
      <dgm:t>
        <a:bodyPr/>
        <a:lstStyle/>
        <a:p>
          <a:endParaRPr lang="uk-UA"/>
        </a:p>
      </dgm:t>
    </dgm:pt>
    <dgm:pt modelId="{D2E8AE5D-11DC-4D5A-915E-A4566B70341E}" type="sibTrans" cxnId="{CBFCF0BF-5FA7-44B6-B8DC-C8E426F553F6}">
      <dgm:prSet/>
      <dgm:spPr/>
      <dgm:t>
        <a:bodyPr/>
        <a:lstStyle/>
        <a:p>
          <a:endParaRPr lang="uk-UA"/>
        </a:p>
      </dgm:t>
    </dgm:pt>
    <dgm:pt modelId="{1D10E5CE-57BE-4139-96F0-69A57A910394}">
      <dgm:prSet/>
      <dgm:spPr/>
      <dgm:t>
        <a:bodyPr/>
        <a:lstStyle/>
        <a:p>
          <a:r>
            <a:rPr lang="uk-UA" b="0" i="0"/>
            <a:t>Переконати радянське суспільство в перевагах соціалізму над капіталізмом.</a:t>
          </a:r>
          <a:endParaRPr lang="uk-UA"/>
        </a:p>
      </dgm:t>
    </dgm:pt>
    <dgm:pt modelId="{494D6F85-485A-4BF4-BE00-EF797178E94B}" type="parTrans" cxnId="{CC423B3A-D955-460F-A5F6-A77BF969FD7E}">
      <dgm:prSet/>
      <dgm:spPr/>
      <dgm:t>
        <a:bodyPr/>
        <a:lstStyle/>
        <a:p>
          <a:endParaRPr lang="uk-UA"/>
        </a:p>
      </dgm:t>
    </dgm:pt>
    <dgm:pt modelId="{B0A786AC-C740-4DC0-8167-AB106E1A9461}" type="sibTrans" cxnId="{CC423B3A-D955-460F-A5F6-A77BF969FD7E}">
      <dgm:prSet/>
      <dgm:spPr/>
      <dgm:t>
        <a:bodyPr/>
        <a:lstStyle/>
        <a:p>
          <a:endParaRPr lang="uk-UA"/>
        </a:p>
      </dgm:t>
    </dgm:pt>
    <dgm:pt modelId="{2B241304-AD3A-403C-AEE6-66A5503F5A70}">
      <dgm:prSet/>
      <dgm:spPr/>
      <dgm:t>
        <a:bodyPr/>
        <a:lstStyle/>
        <a:p>
          <a:r>
            <a:rPr lang="uk-UA" b="0" i="0"/>
            <a:t>Продемонструвати світові високі темпи розвитку промисловості.</a:t>
          </a:r>
          <a:endParaRPr lang="uk-UA"/>
        </a:p>
      </dgm:t>
    </dgm:pt>
    <dgm:pt modelId="{88E3C02E-059A-41C0-AF41-717D77CD102F}" type="parTrans" cxnId="{4999BC54-00B5-4528-BA4B-FF5B559D0A9D}">
      <dgm:prSet/>
      <dgm:spPr/>
      <dgm:t>
        <a:bodyPr/>
        <a:lstStyle/>
        <a:p>
          <a:endParaRPr lang="uk-UA"/>
        </a:p>
      </dgm:t>
    </dgm:pt>
    <dgm:pt modelId="{EC221BBB-D03C-4DFB-9C4C-6FBD8E633116}" type="sibTrans" cxnId="{4999BC54-00B5-4528-BA4B-FF5B559D0A9D}">
      <dgm:prSet/>
      <dgm:spPr/>
      <dgm:t>
        <a:bodyPr/>
        <a:lstStyle/>
        <a:p>
          <a:endParaRPr lang="uk-UA"/>
        </a:p>
      </dgm:t>
    </dgm:pt>
    <dgm:pt modelId="{D2F2A9E1-7643-4464-B53D-150D2CC085A0}">
      <dgm:prSet/>
      <dgm:spPr/>
      <dgm:t>
        <a:bodyPr/>
        <a:lstStyle/>
        <a:p>
          <a:r>
            <a:rPr lang="uk-UA" b="0" i="0"/>
            <a:t>Мобілізувати робітників на трудові рекорди та подвиги.</a:t>
          </a:r>
          <a:endParaRPr lang="uk-UA"/>
        </a:p>
      </dgm:t>
    </dgm:pt>
    <dgm:pt modelId="{5E95A337-5680-4ECA-80B6-168CF5622E2B}" type="parTrans" cxnId="{13FA6B21-DC51-48EE-93C6-97E833028B90}">
      <dgm:prSet/>
      <dgm:spPr/>
      <dgm:t>
        <a:bodyPr/>
        <a:lstStyle/>
        <a:p>
          <a:endParaRPr lang="uk-UA"/>
        </a:p>
      </dgm:t>
    </dgm:pt>
    <dgm:pt modelId="{40DA1685-BF49-4B22-8B7B-4061AB8FD095}" type="sibTrans" cxnId="{13FA6B21-DC51-48EE-93C6-97E833028B90}">
      <dgm:prSet/>
      <dgm:spPr/>
      <dgm:t>
        <a:bodyPr/>
        <a:lstStyle/>
        <a:p>
          <a:endParaRPr lang="uk-UA"/>
        </a:p>
      </dgm:t>
    </dgm:pt>
    <dgm:pt modelId="{659406F2-8259-442A-BB0E-E28864F36BEB}" type="pres">
      <dgm:prSet presAssocID="{28082869-052E-4486-93C8-67BEE8B5208B}" presName="linear" presStyleCnt="0">
        <dgm:presLayoutVars>
          <dgm:animLvl val="lvl"/>
          <dgm:resizeHandles val="exact"/>
        </dgm:presLayoutVars>
      </dgm:prSet>
      <dgm:spPr/>
    </dgm:pt>
    <dgm:pt modelId="{33BFCAC9-EB0B-44C6-A895-1E2B394232AA}" type="pres">
      <dgm:prSet presAssocID="{088D68ED-1482-45F0-9925-5415C8D901D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E8D613A-AC4F-4064-B5EF-A820D6984C30}" type="pres">
      <dgm:prSet presAssocID="{D2E8AE5D-11DC-4D5A-915E-A4566B70341E}" presName="spacer" presStyleCnt="0"/>
      <dgm:spPr/>
    </dgm:pt>
    <dgm:pt modelId="{ACFE2E0A-8D55-4E9E-9CA0-657BE4888452}" type="pres">
      <dgm:prSet presAssocID="{1D10E5CE-57BE-4139-96F0-69A57A91039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4964EEE-C4E2-4DD8-A3ED-0FD96506DBD8}" type="pres">
      <dgm:prSet presAssocID="{B0A786AC-C740-4DC0-8167-AB106E1A9461}" presName="spacer" presStyleCnt="0"/>
      <dgm:spPr/>
    </dgm:pt>
    <dgm:pt modelId="{288D634F-96B0-46A8-AD7C-079B00957B27}" type="pres">
      <dgm:prSet presAssocID="{2B241304-AD3A-403C-AEE6-66A5503F5A7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767BD91-05ED-4E0E-8729-677DD5B150CB}" type="pres">
      <dgm:prSet presAssocID="{EC221BBB-D03C-4DFB-9C4C-6FBD8E633116}" presName="spacer" presStyleCnt="0"/>
      <dgm:spPr/>
    </dgm:pt>
    <dgm:pt modelId="{ECEB55E5-69AA-41C3-B182-0C0D35C38265}" type="pres">
      <dgm:prSet presAssocID="{D2F2A9E1-7643-4464-B53D-150D2CC085A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3FA6B21-DC51-48EE-93C6-97E833028B90}" srcId="{28082869-052E-4486-93C8-67BEE8B5208B}" destId="{D2F2A9E1-7643-4464-B53D-150D2CC085A0}" srcOrd="3" destOrd="0" parTransId="{5E95A337-5680-4ECA-80B6-168CF5622E2B}" sibTransId="{40DA1685-BF49-4B22-8B7B-4061AB8FD095}"/>
    <dgm:cxn modelId="{CC423B3A-D955-460F-A5F6-A77BF969FD7E}" srcId="{28082869-052E-4486-93C8-67BEE8B5208B}" destId="{1D10E5CE-57BE-4139-96F0-69A57A910394}" srcOrd="1" destOrd="0" parTransId="{494D6F85-485A-4BF4-BE00-EF797178E94B}" sibTransId="{B0A786AC-C740-4DC0-8167-AB106E1A9461}"/>
    <dgm:cxn modelId="{FC23096A-438E-46B5-A298-6CA79FC1F0F9}" type="presOf" srcId="{088D68ED-1482-45F0-9925-5415C8D901D4}" destId="{33BFCAC9-EB0B-44C6-A895-1E2B394232AA}" srcOrd="0" destOrd="0" presId="urn:microsoft.com/office/officeart/2005/8/layout/vList2"/>
    <dgm:cxn modelId="{45507E6C-18B3-4C73-8E11-62146DBF0D7B}" type="presOf" srcId="{2B241304-AD3A-403C-AEE6-66A5503F5A70}" destId="{288D634F-96B0-46A8-AD7C-079B00957B27}" srcOrd="0" destOrd="0" presId="urn:microsoft.com/office/officeart/2005/8/layout/vList2"/>
    <dgm:cxn modelId="{4999BC54-00B5-4528-BA4B-FF5B559D0A9D}" srcId="{28082869-052E-4486-93C8-67BEE8B5208B}" destId="{2B241304-AD3A-403C-AEE6-66A5503F5A70}" srcOrd="2" destOrd="0" parTransId="{88E3C02E-059A-41C0-AF41-717D77CD102F}" sibTransId="{EC221BBB-D03C-4DFB-9C4C-6FBD8E633116}"/>
    <dgm:cxn modelId="{E0D2D57B-D8FD-4591-8F03-8AC4FD059EB9}" type="presOf" srcId="{1D10E5CE-57BE-4139-96F0-69A57A910394}" destId="{ACFE2E0A-8D55-4E9E-9CA0-657BE4888452}" srcOrd="0" destOrd="0" presId="urn:microsoft.com/office/officeart/2005/8/layout/vList2"/>
    <dgm:cxn modelId="{4134277C-91F2-452A-8731-061D49FBF021}" type="presOf" srcId="{D2F2A9E1-7643-4464-B53D-150D2CC085A0}" destId="{ECEB55E5-69AA-41C3-B182-0C0D35C38265}" srcOrd="0" destOrd="0" presId="urn:microsoft.com/office/officeart/2005/8/layout/vList2"/>
    <dgm:cxn modelId="{CBFCF0BF-5FA7-44B6-B8DC-C8E426F553F6}" srcId="{28082869-052E-4486-93C8-67BEE8B5208B}" destId="{088D68ED-1482-45F0-9925-5415C8D901D4}" srcOrd="0" destOrd="0" parTransId="{21E6AD1D-69CF-48A2-A5D9-9184018CE83A}" sibTransId="{D2E8AE5D-11DC-4D5A-915E-A4566B70341E}"/>
    <dgm:cxn modelId="{670F23C0-0EBE-4F1D-B1AF-7BC1153325E6}" type="presOf" srcId="{28082869-052E-4486-93C8-67BEE8B5208B}" destId="{659406F2-8259-442A-BB0E-E28864F36BEB}" srcOrd="0" destOrd="0" presId="urn:microsoft.com/office/officeart/2005/8/layout/vList2"/>
    <dgm:cxn modelId="{8D81C82F-C11E-40A2-B812-18CE887741BA}" type="presParOf" srcId="{659406F2-8259-442A-BB0E-E28864F36BEB}" destId="{33BFCAC9-EB0B-44C6-A895-1E2B394232AA}" srcOrd="0" destOrd="0" presId="urn:microsoft.com/office/officeart/2005/8/layout/vList2"/>
    <dgm:cxn modelId="{61ED9607-291E-49EB-BE5B-712E76DB9BD6}" type="presParOf" srcId="{659406F2-8259-442A-BB0E-E28864F36BEB}" destId="{AE8D613A-AC4F-4064-B5EF-A820D6984C30}" srcOrd="1" destOrd="0" presId="urn:microsoft.com/office/officeart/2005/8/layout/vList2"/>
    <dgm:cxn modelId="{768F3F4F-4437-43F0-8828-0BF3BEC56289}" type="presParOf" srcId="{659406F2-8259-442A-BB0E-E28864F36BEB}" destId="{ACFE2E0A-8D55-4E9E-9CA0-657BE4888452}" srcOrd="2" destOrd="0" presId="urn:microsoft.com/office/officeart/2005/8/layout/vList2"/>
    <dgm:cxn modelId="{13C8FE24-2F4A-4ACF-8AB9-00C4AB06ECEA}" type="presParOf" srcId="{659406F2-8259-442A-BB0E-E28864F36BEB}" destId="{64964EEE-C4E2-4DD8-A3ED-0FD96506DBD8}" srcOrd="3" destOrd="0" presId="urn:microsoft.com/office/officeart/2005/8/layout/vList2"/>
    <dgm:cxn modelId="{E0D9BBF0-8D51-4AC9-BD73-1A098ECAE699}" type="presParOf" srcId="{659406F2-8259-442A-BB0E-E28864F36BEB}" destId="{288D634F-96B0-46A8-AD7C-079B00957B27}" srcOrd="4" destOrd="0" presId="urn:microsoft.com/office/officeart/2005/8/layout/vList2"/>
    <dgm:cxn modelId="{BAF3659C-1D4A-4C32-994D-B2624ADF3D7A}" type="presParOf" srcId="{659406F2-8259-442A-BB0E-E28864F36BEB}" destId="{1767BD91-05ED-4E0E-8729-677DD5B150CB}" srcOrd="5" destOrd="0" presId="urn:microsoft.com/office/officeart/2005/8/layout/vList2"/>
    <dgm:cxn modelId="{7C18E934-D7C4-4D2A-97BF-D2E6CCEFEC8D}" type="presParOf" srcId="{659406F2-8259-442A-BB0E-E28864F36BEB}" destId="{ECEB55E5-69AA-41C3-B182-0C0D35C3826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A8C36EF4-3544-4283-978B-50B9CC85FC2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56641E6-E07C-41F7-9C0B-1CD97E7BD73D}">
      <dgm:prSet/>
      <dgm:spPr/>
      <dgm:t>
        <a:bodyPr/>
        <a:lstStyle/>
        <a:p>
          <a:r>
            <a:rPr lang="ru-RU" b="0" i="0"/>
            <a:t>комплексний розвиток народного господарства</a:t>
          </a:r>
          <a:endParaRPr lang="uk-UA"/>
        </a:p>
      </dgm:t>
    </dgm:pt>
    <dgm:pt modelId="{1387FFAA-4512-4738-AD02-76505F85D807}" type="parTrans" cxnId="{41F6D8DB-EA9E-4633-B488-6D9F4BD3E28C}">
      <dgm:prSet/>
      <dgm:spPr/>
      <dgm:t>
        <a:bodyPr/>
        <a:lstStyle/>
        <a:p>
          <a:endParaRPr lang="uk-UA"/>
        </a:p>
      </dgm:t>
    </dgm:pt>
    <dgm:pt modelId="{34DADFA8-08AB-4331-AD4F-5FB3A60DD526}" type="sibTrans" cxnId="{41F6D8DB-EA9E-4633-B488-6D9F4BD3E28C}">
      <dgm:prSet/>
      <dgm:spPr/>
      <dgm:t>
        <a:bodyPr/>
        <a:lstStyle/>
        <a:p>
          <a:endParaRPr lang="uk-UA"/>
        </a:p>
      </dgm:t>
    </dgm:pt>
    <dgm:pt modelId="{F2837635-4FA4-4498-B7CF-FD544DFF79FD}">
      <dgm:prSet/>
      <dgm:spPr/>
      <dgm:t>
        <a:bodyPr/>
        <a:lstStyle/>
        <a:p>
          <a:r>
            <a:rPr lang="ru-RU" b="0" i="0"/>
            <a:t>високі темпи розвитку важкої промисловості</a:t>
          </a:r>
          <a:endParaRPr lang="uk-UA"/>
        </a:p>
      </dgm:t>
    </dgm:pt>
    <dgm:pt modelId="{24557E29-C76C-4746-A06C-C5356DC69BF6}" type="parTrans" cxnId="{AC69FA21-CBBC-4BFE-9DA2-B9F48007DE21}">
      <dgm:prSet/>
      <dgm:spPr/>
      <dgm:t>
        <a:bodyPr/>
        <a:lstStyle/>
        <a:p>
          <a:endParaRPr lang="uk-UA"/>
        </a:p>
      </dgm:t>
    </dgm:pt>
    <dgm:pt modelId="{A4E19FDB-0A48-4149-BB57-FDF438625308}" type="sibTrans" cxnId="{AC69FA21-CBBC-4BFE-9DA2-B9F48007DE21}">
      <dgm:prSet/>
      <dgm:spPr/>
      <dgm:t>
        <a:bodyPr/>
        <a:lstStyle/>
        <a:p>
          <a:endParaRPr lang="uk-UA"/>
        </a:p>
      </dgm:t>
    </dgm:pt>
    <dgm:pt modelId="{8F6FA462-A809-4224-8ABF-35C1481117B6}">
      <dgm:prSet/>
      <dgm:spPr/>
      <dgm:t>
        <a:bodyPr/>
        <a:lstStyle/>
        <a:p>
          <a:r>
            <a:rPr lang="ru-RU" b="0" i="0"/>
            <a:t>інтенсивний розвиток легкої промисловості</a:t>
          </a:r>
          <a:endParaRPr lang="uk-UA"/>
        </a:p>
      </dgm:t>
    </dgm:pt>
    <dgm:pt modelId="{5A85B134-E328-4CC4-B937-0D99F2AD0303}" type="parTrans" cxnId="{970A8DE0-34D3-4F24-B37E-81604E444BA8}">
      <dgm:prSet/>
      <dgm:spPr/>
      <dgm:t>
        <a:bodyPr/>
        <a:lstStyle/>
        <a:p>
          <a:endParaRPr lang="uk-UA"/>
        </a:p>
      </dgm:t>
    </dgm:pt>
    <dgm:pt modelId="{7D72131B-C963-4585-8181-1582460A1327}" type="sibTrans" cxnId="{970A8DE0-34D3-4F24-B37E-81604E444BA8}">
      <dgm:prSet/>
      <dgm:spPr/>
      <dgm:t>
        <a:bodyPr/>
        <a:lstStyle/>
        <a:p>
          <a:endParaRPr lang="uk-UA"/>
        </a:p>
      </dgm:t>
    </dgm:pt>
    <dgm:pt modelId="{663B5A13-3953-428B-9EAF-1BFC32D0A547}">
      <dgm:prSet/>
      <dgm:spPr/>
      <dgm:t>
        <a:bodyPr/>
        <a:lstStyle/>
        <a:p>
          <a:r>
            <a:rPr lang="ru-RU" b="0" i="0"/>
            <a:t>децентралізація управління промисловістю</a:t>
          </a:r>
          <a:endParaRPr lang="uk-UA"/>
        </a:p>
      </dgm:t>
    </dgm:pt>
    <dgm:pt modelId="{31C0B111-1D4A-4A1B-83B2-C04DCF4DE6E4}" type="parTrans" cxnId="{A10F5F93-A3EE-40A9-ADFA-E239D470F66B}">
      <dgm:prSet/>
      <dgm:spPr/>
      <dgm:t>
        <a:bodyPr/>
        <a:lstStyle/>
        <a:p>
          <a:endParaRPr lang="uk-UA"/>
        </a:p>
      </dgm:t>
    </dgm:pt>
    <dgm:pt modelId="{52EDD4F1-54E0-4E77-BBE6-4385C1B6109D}" type="sibTrans" cxnId="{A10F5F93-A3EE-40A9-ADFA-E239D470F66B}">
      <dgm:prSet/>
      <dgm:spPr/>
      <dgm:t>
        <a:bodyPr/>
        <a:lstStyle/>
        <a:p>
          <a:endParaRPr lang="uk-UA"/>
        </a:p>
      </dgm:t>
    </dgm:pt>
    <dgm:pt modelId="{1966ABEB-DAC1-4378-BB7E-AB4F18DC81CA}" type="pres">
      <dgm:prSet presAssocID="{A8C36EF4-3544-4283-978B-50B9CC85FC2C}" presName="linear" presStyleCnt="0">
        <dgm:presLayoutVars>
          <dgm:animLvl val="lvl"/>
          <dgm:resizeHandles val="exact"/>
        </dgm:presLayoutVars>
      </dgm:prSet>
      <dgm:spPr/>
    </dgm:pt>
    <dgm:pt modelId="{C14BA154-EA49-453B-B7AD-A114096756A3}" type="pres">
      <dgm:prSet presAssocID="{456641E6-E07C-41F7-9C0B-1CD97E7BD73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F0C219B-4F27-4A4A-BD12-DDDAAA73A7F0}" type="pres">
      <dgm:prSet presAssocID="{34DADFA8-08AB-4331-AD4F-5FB3A60DD526}" presName="spacer" presStyleCnt="0"/>
      <dgm:spPr/>
    </dgm:pt>
    <dgm:pt modelId="{F342C5DA-1924-4AC8-B850-1829FCD92CA4}" type="pres">
      <dgm:prSet presAssocID="{F2837635-4FA4-4498-B7CF-FD544DFF79F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1630849-EE49-4176-9BB1-6558CB2F4E2C}" type="pres">
      <dgm:prSet presAssocID="{A4E19FDB-0A48-4149-BB57-FDF438625308}" presName="spacer" presStyleCnt="0"/>
      <dgm:spPr/>
    </dgm:pt>
    <dgm:pt modelId="{2C9C4016-B9E5-4C03-AAF4-0B9C40405FDB}" type="pres">
      <dgm:prSet presAssocID="{8F6FA462-A809-4224-8ABF-35C1481117B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315EFAF-5F43-4A01-863C-E47CFD7F0A25}" type="pres">
      <dgm:prSet presAssocID="{7D72131B-C963-4585-8181-1582460A1327}" presName="spacer" presStyleCnt="0"/>
      <dgm:spPr/>
    </dgm:pt>
    <dgm:pt modelId="{89308288-59A0-43B8-A962-31701A49DDAC}" type="pres">
      <dgm:prSet presAssocID="{663B5A13-3953-428B-9EAF-1BFC32D0A54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A9B220F-9CF4-4AB6-8A9E-090E5C791B68}" type="presOf" srcId="{F2837635-4FA4-4498-B7CF-FD544DFF79FD}" destId="{F342C5DA-1924-4AC8-B850-1829FCD92CA4}" srcOrd="0" destOrd="0" presId="urn:microsoft.com/office/officeart/2005/8/layout/vList2"/>
    <dgm:cxn modelId="{E75F7818-7907-482C-98F9-1AE9F34B0C41}" type="presOf" srcId="{8F6FA462-A809-4224-8ABF-35C1481117B6}" destId="{2C9C4016-B9E5-4C03-AAF4-0B9C40405FDB}" srcOrd="0" destOrd="0" presId="urn:microsoft.com/office/officeart/2005/8/layout/vList2"/>
    <dgm:cxn modelId="{AC69FA21-CBBC-4BFE-9DA2-B9F48007DE21}" srcId="{A8C36EF4-3544-4283-978B-50B9CC85FC2C}" destId="{F2837635-4FA4-4498-B7CF-FD544DFF79FD}" srcOrd="1" destOrd="0" parTransId="{24557E29-C76C-4746-A06C-C5356DC69BF6}" sibTransId="{A4E19FDB-0A48-4149-BB57-FDF438625308}"/>
    <dgm:cxn modelId="{FC5B7882-5675-478B-90D5-B2ADA6BD945A}" type="presOf" srcId="{456641E6-E07C-41F7-9C0B-1CD97E7BD73D}" destId="{C14BA154-EA49-453B-B7AD-A114096756A3}" srcOrd="0" destOrd="0" presId="urn:microsoft.com/office/officeart/2005/8/layout/vList2"/>
    <dgm:cxn modelId="{A10F5F93-A3EE-40A9-ADFA-E239D470F66B}" srcId="{A8C36EF4-3544-4283-978B-50B9CC85FC2C}" destId="{663B5A13-3953-428B-9EAF-1BFC32D0A547}" srcOrd="3" destOrd="0" parTransId="{31C0B111-1D4A-4A1B-83B2-C04DCF4DE6E4}" sibTransId="{52EDD4F1-54E0-4E77-BBE6-4385C1B6109D}"/>
    <dgm:cxn modelId="{BD39209B-C10F-48EF-BB95-0C616E74CDBB}" type="presOf" srcId="{663B5A13-3953-428B-9EAF-1BFC32D0A547}" destId="{89308288-59A0-43B8-A962-31701A49DDAC}" srcOrd="0" destOrd="0" presId="urn:microsoft.com/office/officeart/2005/8/layout/vList2"/>
    <dgm:cxn modelId="{3D7F20D3-4A4E-4693-AF14-C51E379BC443}" type="presOf" srcId="{A8C36EF4-3544-4283-978B-50B9CC85FC2C}" destId="{1966ABEB-DAC1-4378-BB7E-AB4F18DC81CA}" srcOrd="0" destOrd="0" presId="urn:microsoft.com/office/officeart/2005/8/layout/vList2"/>
    <dgm:cxn modelId="{41F6D8DB-EA9E-4633-B488-6D9F4BD3E28C}" srcId="{A8C36EF4-3544-4283-978B-50B9CC85FC2C}" destId="{456641E6-E07C-41F7-9C0B-1CD97E7BD73D}" srcOrd="0" destOrd="0" parTransId="{1387FFAA-4512-4738-AD02-76505F85D807}" sibTransId="{34DADFA8-08AB-4331-AD4F-5FB3A60DD526}"/>
    <dgm:cxn modelId="{970A8DE0-34D3-4F24-B37E-81604E444BA8}" srcId="{A8C36EF4-3544-4283-978B-50B9CC85FC2C}" destId="{8F6FA462-A809-4224-8ABF-35C1481117B6}" srcOrd="2" destOrd="0" parTransId="{5A85B134-E328-4CC4-B937-0D99F2AD0303}" sibTransId="{7D72131B-C963-4585-8181-1582460A1327}"/>
    <dgm:cxn modelId="{5E623643-0DB2-4375-8F62-D4B9A75B82C6}" type="presParOf" srcId="{1966ABEB-DAC1-4378-BB7E-AB4F18DC81CA}" destId="{C14BA154-EA49-453B-B7AD-A114096756A3}" srcOrd="0" destOrd="0" presId="urn:microsoft.com/office/officeart/2005/8/layout/vList2"/>
    <dgm:cxn modelId="{0D8A8321-E5F1-4B91-B19D-B7298F5E3DF5}" type="presParOf" srcId="{1966ABEB-DAC1-4378-BB7E-AB4F18DC81CA}" destId="{9F0C219B-4F27-4A4A-BD12-DDDAAA73A7F0}" srcOrd="1" destOrd="0" presId="urn:microsoft.com/office/officeart/2005/8/layout/vList2"/>
    <dgm:cxn modelId="{132EDD9E-1882-4243-A00A-C3CA340AAF70}" type="presParOf" srcId="{1966ABEB-DAC1-4378-BB7E-AB4F18DC81CA}" destId="{F342C5DA-1924-4AC8-B850-1829FCD92CA4}" srcOrd="2" destOrd="0" presId="urn:microsoft.com/office/officeart/2005/8/layout/vList2"/>
    <dgm:cxn modelId="{C9AD1A4C-9834-4391-A4C3-08AFF9977078}" type="presParOf" srcId="{1966ABEB-DAC1-4378-BB7E-AB4F18DC81CA}" destId="{11630849-EE49-4176-9BB1-6558CB2F4E2C}" srcOrd="3" destOrd="0" presId="urn:microsoft.com/office/officeart/2005/8/layout/vList2"/>
    <dgm:cxn modelId="{F685F57F-9C3C-4974-A9E0-2ACAE654C4B9}" type="presParOf" srcId="{1966ABEB-DAC1-4378-BB7E-AB4F18DC81CA}" destId="{2C9C4016-B9E5-4C03-AAF4-0B9C40405FDB}" srcOrd="4" destOrd="0" presId="urn:microsoft.com/office/officeart/2005/8/layout/vList2"/>
    <dgm:cxn modelId="{07633D4A-9AE7-41D1-9037-FE64012B4249}" type="presParOf" srcId="{1966ABEB-DAC1-4378-BB7E-AB4F18DC81CA}" destId="{9315EFAF-5F43-4A01-863C-E47CFD7F0A25}" srcOrd="5" destOrd="0" presId="urn:microsoft.com/office/officeart/2005/8/layout/vList2"/>
    <dgm:cxn modelId="{6AB2E8FC-2656-48D3-85F7-59C4AAA1A639}" type="presParOf" srcId="{1966ABEB-DAC1-4378-BB7E-AB4F18DC81CA}" destId="{89308288-59A0-43B8-A962-31701A49DDA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33F91D23-5E27-422E-A866-E2CCFE74B00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6958308-22B3-456C-AEC9-2181E876163B}">
      <dgm:prSet/>
      <dgm:spPr/>
      <dgm:t>
        <a:bodyPr/>
        <a:lstStyle/>
        <a:p>
          <a:r>
            <a:rPr lang="ru-RU" b="0" i="0"/>
            <a:t>уведення кримінальної відповідальності за запізнення на роботу</a:t>
          </a:r>
          <a:endParaRPr lang="uk-UA"/>
        </a:p>
      </dgm:t>
    </dgm:pt>
    <dgm:pt modelId="{84533197-DC20-415E-B3C0-053C166283B0}" type="parTrans" cxnId="{827CA0F2-56E1-48ED-B6FE-2234212C5948}">
      <dgm:prSet/>
      <dgm:spPr/>
      <dgm:t>
        <a:bodyPr/>
        <a:lstStyle/>
        <a:p>
          <a:endParaRPr lang="uk-UA"/>
        </a:p>
      </dgm:t>
    </dgm:pt>
    <dgm:pt modelId="{F0286EC3-25D9-4FE5-959B-03AED191D6BC}" type="sibTrans" cxnId="{827CA0F2-56E1-48ED-B6FE-2234212C5948}">
      <dgm:prSet/>
      <dgm:spPr/>
      <dgm:t>
        <a:bodyPr/>
        <a:lstStyle/>
        <a:p>
          <a:endParaRPr lang="uk-UA"/>
        </a:p>
      </dgm:t>
    </dgm:pt>
    <dgm:pt modelId="{6BDEBD76-4D99-4FA9-ACBD-C07FE085917C}">
      <dgm:prSet/>
      <dgm:spPr/>
      <dgm:t>
        <a:bodyPr/>
        <a:lstStyle/>
        <a:p>
          <a:r>
            <a:rPr lang="ru-RU" b="0" i="0"/>
            <a:t>заборона робітникам самовільно залишати підприємства</a:t>
          </a:r>
          <a:endParaRPr lang="uk-UA"/>
        </a:p>
      </dgm:t>
    </dgm:pt>
    <dgm:pt modelId="{2EC13452-0360-4877-B80F-091AF52B9002}" type="parTrans" cxnId="{05774D59-4498-4466-9434-BEB93117594A}">
      <dgm:prSet/>
      <dgm:spPr/>
      <dgm:t>
        <a:bodyPr/>
        <a:lstStyle/>
        <a:p>
          <a:endParaRPr lang="uk-UA"/>
        </a:p>
      </dgm:t>
    </dgm:pt>
    <dgm:pt modelId="{0D4D4ECE-D3BE-4B9A-8A07-375A4FF8156A}" type="sibTrans" cxnId="{05774D59-4498-4466-9434-BEB93117594A}">
      <dgm:prSet/>
      <dgm:spPr/>
      <dgm:t>
        <a:bodyPr/>
        <a:lstStyle/>
        <a:p>
          <a:endParaRPr lang="uk-UA"/>
        </a:p>
      </dgm:t>
    </dgm:pt>
    <dgm:pt modelId="{FEFD201C-E258-4EC7-A935-2721D3C48E6F}">
      <dgm:prSet/>
      <dgm:spPr/>
      <dgm:t>
        <a:bodyPr/>
        <a:lstStyle/>
        <a:p>
          <a:r>
            <a:rPr lang="ru-RU" b="0" i="0"/>
            <a:t>підвищення норм виробітку продукції</a:t>
          </a:r>
          <a:endParaRPr lang="uk-UA"/>
        </a:p>
      </dgm:t>
    </dgm:pt>
    <dgm:pt modelId="{F4F54E19-C341-4B0E-B206-E49BFB9695E1}" type="parTrans" cxnId="{06C4BB79-0763-4D9B-8C7A-2F74A20F9B0E}">
      <dgm:prSet/>
      <dgm:spPr/>
      <dgm:t>
        <a:bodyPr/>
        <a:lstStyle/>
        <a:p>
          <a:endParaRPr lang="uk-UA"/>
        </a:p>
      </dgm:t>
    </dgm:pt>
    <dgm:pt modelId="{0614348D-C350-416D-8161-658A7721DFE5}" type="sibTrans" cxnId="{06C4BB79-0763-4D9B-8C7A-2F74A20F9B0E}">
      <dgm:prSet/>
      <dgm:spPr/>
      <dgm:t>
        <a:bodyPr/>
        <a:lstStyle/>
        <a:p>
          <a:endParaRPr lang="uk-UA"/>
        </a:p>
      </dgm:t>
    </dgm:pt>
    <dgm:pt modelId="{7AD9DC7D-FC9E-444E-A0D1-944517953D20}">
      <dgm:prSet/>
      <dgm:spPr/>
      <dgm:t>
        <a:bodyPr/>
        <a:lstStyle/>
        <a:p>
          <a:r>
            <a:rPr lang="ru-RU" b="0" i="0"/>
            <a:t>запровадження семиденного робочого тижня</a:t>
          </a:r>
          <a:endParaRPr lang="uk-UA"/>
        </a:p>
      </dgm:t>
    </dgm:pt>
    <dgm:pt modelId="{FB54A633-7540-479F-BC4B-D8D66C14C6C5}" type="parTrans" cxnId="{2943047B-5082-44E4-B654-6AD80CA80067}">
      <dgm:prSet/>
      <dgm:spPr/>
      <dgm:t>
        <a:bodyPr/>
        <a:lstStyle/>
        <a:p>
          <a:endParaRPr lang="uk-UA"/>
        </a:p>
      </dgm:t>
    </dgm:pt>
    <dgm:pt modelId="{EF9ADF71-2F0C-4312-83A2-36BB0F180F89}" type="sibTrans" cxnId="{2943047B-5082-44E4-B654-6AD80CA80067}">
      <dgm:prSet/>
      <dgm:spPr/>
      <dgm:t>
        <a:bodyPr/>
        <a:lstStyle/>
        <a:p>
          <a:endParaRPr lang="uk-UA"/>
        </a:p>
      </dgm:t>
    </dgm:pt>
    <dgm:pt modelId="{A302A242-7802-48AC-97DC-5FACE033750F}" type="pres">
      <dgm:prSet presAssocID="{33F91D23-5E27-422E-A866-E2CCFE74B004}" presName="linear" presStyleCnt="0">
        <dgm:presLayoutVars>
          <dgm:animLvl val="lvl"/>
          <dgm:resizeHandles val="exact"/>
        </dgm:presLayoutVars>
      </dgm:prSet>
      <dgm:spPr/>
    </dgm:pt>
    <dgm:pt modelId="{21B2503B-239E-4176-9714-7EA7D6AB9FC1}" type="pres">
      <dgm:prSet presAssocID="{56958308-22B3-456C-AEC9-2181E876163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FDAA7BF-3B69-4EA3-9305-61E89BFD7BFE}" type="pres">
      <dgm:prSet presAssocID="{F0286EC3-25D9-4FE5-959B-03AED191D6BC}" presName="spacer" presStyleCnt="0"/>
      <dgm:spPr/>
    </dgm:pt>
    <dgm:pt modelId="{39D789DA-BBBB-4B77-AA91-AF37AA2F1DE7}" type="pres">
      <dgm:prSet presAssocID="{6BDEBD76-4D99-4FA9-ACBD-C07FE085917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66F3829-4680-463C-8DFE-746937E371A0}" type="pres">
      <dgm:prSet presAssocID="{0D4D4ECE-D3BE-4B9A-8A07-375A4FF8156A}" presName="spacer" presStyleCnt="0"/>
      <dgm:spPr/>
    </dgm:pt>
    <dgm:pt modelId="{4B75BB0B-B974-4C1F-A170-41FB3E491407}" type="pres">
      <dgm:prSet presAssocID="{FEFD201C-E258-4EC7-A935-2721D3C48E6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524598C-3C83-4298-9831-8CBD5EF48775}" type="pres">
      <dgm:prSet presAssocID="{0614348D-C350-416D-8161-658A7721DFE5}" presName="spacer" presStyleCnt="0"/>
      <dgm:spPr/>
    </dgm:pt>
    <dgm:pt modelId="{6D5E7ED9-6C3D-45C0-8C45-68D40922508C}" type="pres">
      <dgm:prSet presAssocID="{7AD9DC7D-FC9E-444E-A0D1-944517953D2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5774D59-4498-4466-9434-BEB93117594A}" srcId="{33F91D23-5E27-422E-A866-E2CCFE74B004}" destId="{6BDEBD76-4D99-4FA9-ACBD-C07FE085917C}" srcOrd="1" destOrd="0" parTransId="{2EC13452-0360-4877-B80F-091AF52B9002}" sibTransId="{0D4D4ECE-D3BE-4B9A-8A07-375A4FF8156A}"/>
    <dgm:cxn modelId="{06C4BB79-0763-4D9B-8C7A-2F74A20F9B0E}" srcId="{33F91D23-5E27-422E-A866-E2CCFE74B004}" destId="{FEFD201C-E258-4EC7-A935-2721D3C48E6F}" srcOrd="2" destOrd="0" parTransId="{F4F54E19-C341-4B0E-B206-E49BFB9695E1}" sibTransId="{0614348D-C350-416D-8161-658A7721DFE5}"/>
    <dgm:cxn modelId="{2943047B-5082-44E4-B654-6AD80CA80067}" srcId="{33F91D23-5E27-422E-A866-E2CCFE74B004}" destId="{7AD9DC7D-FC9E-444E-A0D1-944517953D20}" srcOrd="3" destOrd="0" parTransId="{FB54A633-7540-479F-BC4B-D8D66C14C6C5}" sibTransId="{EF9ADF71-2F0C-4312-83A2-36BB0F180F89}"/>
    <dgm:cxn modelId="{46989189-AC51-4C7A-BCFB-5E83F0AA8F3C}" type="presOf" srcId="{6BDEBD76-4D99-4FA9-ACBD-C07FE085917C}" destId="{39D789DA-BBBB-4B77-AA91-AF37AA2F1DE7}" srcOrd="0" destOrd="0" presId="urn:microsoft.com/office/officeart/2005/8/layout/vList2"/>
    <dgm:cxn modelId="{AE9E4D8A-3399-4585-930D-B6B1CE837157}" type="presOf" srcId="{56958308-22B3-456C-AEC9-2181E876163B}" destId="{21B2503B-239E-4176-9714-7EA7D6AB9FC1}" srcOrd="0" destOrd="0" presId="urn:microsoft.com/office/officeart/2005/8/layout/vList2"/>
    <dgm:cxn modelId="{23175994-C394-47B0-9EEB-5CEC99E54C73}" type="presOf" srcId="{7AD9DC7D-FC9E-444E-A0D1-944517953D20}" destId="{6D5E7ED9-6C3D-45C0-8C45-68D40922508C}" srcOrd="0" destOrd="0" presId="urn:microsoft.com/office/officeart/2005/8/layout/vList2"/>
    <dgm:cxn modelId="{575B3CB3-D0C0-44E6-9E18-1797C80B0779}" type="presOf" srcId="{33F91D23-5E27-422E-A866-E2CCFE74B004}" destId="{A302A242-7802-48AC-97DC-5FACE033750F}" srcOrd="0" destOrd="0" presId="urn:microsoft.com/office/officeart/2005/8/layout/vList2"/>
    <dgm:cxn modelId="{6D288AD4-DA88-4975-A281-2DA574FBB878}" type="presOf" srcId="{FEFD201C-E258-4EC7-A935-2721D3C48E6F}" destId="{4B75BB0B-B974-4C1F-A170-41FB3E491407}" srcOrd="0" destOrd="0" presId="urn:microsoft.com/office/officeart/2005/8/layout/vList2"/>
    <dgm:cxn modelId="{827CA0F2-56E1-48ED-B6FE-2234212C5948}" srcId="{33F91D23-5E27-422E-A866-E2CCFE74B004}" destId="{56958308-22B3-456C-AEC9-2181E876163B}" srcOrd="0" destOrd="0" parTransId="{84533197-DC20-415E-B3C0-053C166283B0}" sibTransId="{F0286EC3-25D9-4FE5-959B-03AED191D6BC}"/>
    <dgm:cxn modelId="{D5A5AD2E-8E40-469A-98E6-EAC9949AE2FA}" type="presParOf" srcId="{A302A242-7802-48AC-97DC-5FACE033750F}" destId="{21B2503B-239E-4176-9714-7EA7D6AB9FC1}" srcOrd="0" destOrd="0" presId="urn:microsoft.com/office/officeart/2005/8/layout/vList2"/>
    <dgm:cxn modelId="{85CBEF9C-DAEF-4A75-8D15-F303D82E3C20}" type="presParOf" srcId="{A302A242-7802-48AC-97DC-5FACE033750F}" destId="{2FDAA7BF-3B69-4EA3-9305-61E89BFD7BFE}" srcOrd="1" destOrd="0" presId="urn:microsoft.com/office/officeart/2005/8/layout/vList2"/>
    <dgm:cxn modelId="{D027E1F3-D346-40BF-AF40-D366B9631FA5}" type="presParOf" srcId="{A302A242-7802-48AC-97DC-5FACE033750F}" destId="{39D789DA-BBBB-4B77-AA91-AF37AA2F1DE7}" srcOrd="2" destOrd="0" presId="urn:microsoft.com/office/officeart/2005/8/layout/vList2"/>
    <dgm:cxn modelId="{F47E1D10-D072-4182-AB74-8CFBAE82AA94}" type="presParOf" srcId="{A302A242-7802-48AC-97DC-5FACE033750F}" destId="{B66F3829-4680-463C-8DFE-746937E371A0}" srcOrd="3" destOrd="0" presId="urn:microsoft.com/office/officeart/2005/8/layout/vList2"/>
    <dgm:cxn modelId="{DB99358D-F6B3-42B3-8582-8E5A77FB1B88}" type="presParOf" srcId="{A302A242-7802-48AC-97DC-5FACE033750F}" destId="{4B75BB0B-B974-4C1F-A170-41FB3E491407}" srcOrd="4" destOrd="0" presId="urn:microsoft.com/office/officeart/2005/8/layout/vList2"/>
    <dgm:cxn modelId="{718F3F0D-808D-45EF-B773-4FC129D9D4DB}" type="presParOf" srcId="{A302A242-7802-48AC-97DC-5FACE033750F}" destId="{E524598C-3C83-4298-9831-8CBD5EF48775}" srcOrd="5" destOrd="0" presId="urn:microsoft.com/office/officeart/2005/8/layout/vList2"/>
    <dgm:cxn modelId="{8E6812EB-CD8A-4767-9ADA-B636544D98F4}" type="presParOf" srcId="{A302A242-7802-48AC-97DC-5FACE033750F}" destId="{6D5E7ED9-6C3D-45C0-8C45-68D40922508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5430FD22-0B05-4131-A153-D52EB04240F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993E63B-F8C2-498F-901C-C80D9C53109B}">
      <dgm:prSet/>
      <dgm:spPr/>
      <dgm:t>
        <a:bodyPr/>
        <a:lstStyle/>
        <a:p>
          <a:r>
            <a:rPr lang="uk-UA" b="0" i="1"/>
            <a:t>«Наша промисловість зростає нечуваними кроками. Ми збудували Краматорський машинобудівний, Харківський тракторний заводи. Все це переконує, що боротьба за соціалізм захоплює мільйони ентузіастів».</a:t>
          </a:r>
          <a:endParaRPr lang="uk-UA"/>
        </a:p>
      </dgm:t>
    </dgm:pt>
    <dgm:pt modelId="{B143FFED-4A2C-4AD4-BC3C-ABFF2E5746F4}" type="parTrans" cxnId="{7A97045F-B660-42C7-B32E-CBF549131016}">
      <dgm:prSet/>
      <dgm:spPr/>
      <dgm:t>
        <a:bodyPr/>
        <a:lstStyle/>
        <a:p>
          <a:endParaRPr lang="uk-UA"/>
        </a:p>
      </dgm:t>
    </dgm:pt>
    <dgm:pt modelId="{68331023-9693-489D-9446-2857135577F2}" type="sibTrans" cxnId="{7A97045F-B660-42C7-B32E-CBF549131016}">
      <dgm:prSet/>
      <dgm:spPr/>
      <dgm:t>
        <a:bodyPr/>
        <a:lstStyle/>
        <a:p>
          <a:endParaRPr lang="uk-UA"/>
        </a:p>
      </dgm:t>
    </dgm:pt>
    <dgm:pt modelId="{4CAADF64-A7BF-489B-95C9-0B46BA11E670}">
      <dgm:prSet/>
      <dgm:spPr/>
      <dgm:t>
        <a:bodyPr/>
        <a:lstStyle/>
        <a:p>
          <a:r>
            <a:rPr lang="uk-UA" b="0" i="1"/>
            <a:t>«…Темпи промислового розвитку Західної України були вищими, ніж на сході УРСР. …Тут споруджено понад 2,5 тис. великих і середніх промислових підприємств».</a:t>
          </a:r>
          <a:endParaRPr lang="uk-UA"/>
        </a:p>
      </dgm:t>
    </dgm:pt>
    <dgm:pt modelId="{188B6A42-5E1D-46BC-9C4A-BE9DF35900DE}" type="parTrans" cxnId="{2CC0D3D4-5057-4F14-84CD-C78468414517}">
      <dgm:prSet/>
      <dgm:spPr/>
      <dgm:t>
        <a:bodyPr/>
        <a:lstStyle/>
        <a:p>
          <a:endParaRPr lang="uk-UA"/>
        </a:p>
      </dgm:t>
    </dgm:pt>
    <dgm:pt modelId="{4F161B94-A5F9-42A0-AC61-B460966D6B48}" type="sibTrans" cxnId="{2CC0D3D4-5057-4F14-84CD-C78468414517}">
      <dgm:prSet/>
      <dgm:spPr/>
      <dgm:t>
        <a:bodyPr/>
        <a:lstStyle/>
        <a:p>
          <a:endParaRPr lang="uk-UA"/>
        </a:p>
      </dgm:t>
    </dgm:pt>
    <dgm:pt modelId="{7A97AB10-CEB9-4828-893C-0125C889ABCA}" type="pres">
      <dgm:prSet presAssocID="{5430FD22-0B05-4131-A153-D52EB04240F3}" presName="linear" presStyleCnt="0">
        <dgm:presLayoutVars>
          <dgm:animLvl val="lvl"/>
          <dgm:resizeHandles val="exact"/>
        </dgm:presLayoutVars>
      </dgm:prSet>
      <dgm:spPr/>
    </dgm:pt>
    <dgm:pt modelId="{1C8439D9-B234-4109-97D3-9C36F7AAA3A0}" type="pres">
      <dgm:prSet presAssocID="{3993E63B-F8C2-498F-901C-C80D9C53109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96705FD-A7D6-4B13-BA74-745089945B5C}" type="pres">
      <dgm:prSet presAssocID="{68331023-9693-489D-9446-2857135577F2}" presName="spacer" presStyleCnt="0"/>
      <dgm:spPr/>
    </dgm:pt>
    <dgm:pt modelId="{6FDC9953-41C9-45E8-B726-378EB13CA581}" type="pres">
      <dgm:prSet presAssocID="{4CAADF64-A7BF-489B-95C9-0B46BA11E67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A97045F-B660-42C7-B32E-CBF549131016}" srcId="{5430FD22-0B05-4131-A153-D52EB04240F3}" destId="{3993E63B-F8C2-498F-901C-C80D9C53109B}" srcOrd="0" destOrd="0" parTransId="{B143FFED-4A2C-4AD4-BC3C-ABFF2E5746F4}" sibTransId="{68331023-9693-489D-9446-2857135577F2}"/>
    <dgm:cxn modelId="{1ACA7FCE-6360-477B-A00D-F02915D93539}" type="presOf" srcId="{5430FD22-0B05-4131-A153-D52EB04240F3}" destId="{7A97AB10-CEB9-4828-893C-0125C889ABCA}" srcOrd="0" destOrd="0" presId="urn:microsoft.com/office/officeart/2005/8/layout/vList2"/>
    <dgm:cxn modelId="{2CC0D3D4-5057-4F14-84CD-C78468414517}" srcId="{5430FD22-0B05-4131-A153-D52EB04240F3}" destId="{4CAADF64-A7BF-489B-95C9-0B46BA11E670}" srcOrd="1" destOrd="0" parTransId="{188B6A42-5E1D-46BC-9C4A-BE9DF35900DE}" sibTransId="{4F161B94-A5F9-42A0-AC61-B460966D6B48}"/>
    <dgm:cxn modelId="{DD76A2DE-9737-4908-B3A6-01F81EEEF22C}" type="presOf" srcId="{4CAADF64-A7BF-489B-95C9-0B46BA11E670}" destId="{6FDC9953-41C9-45E8-B726-378EB13CA581}" srcOrd="0" destOrd="0" presId="urn:microsoft.com/office/officeart/2005/8/layout/vList2"/>
    <dgm:cxn modelId="{964B7CF7-0FD9-4777-BC33-CDF8763E789F}" type="presOf" srcId="{3993E63B-F8C2-498F-901C-C80D9C53109B}" destId="{1C8439D9-B234-4109-97D3-9C36F7AAA3A0}" srcOrd="0" destOrd="0" presId="urn:microsoft.com/office/officeart/2005/8/layout/vList2"/>
    <dgm:cxn modelId="{6DD2AF34-F4D6-4D6C-B800-0715144565C6}" type="presParOf" srcId="{7A97AB10-CEB9-4828-893C-0125C889ABCA}" destId="{1C8439D9-B234-4109-97D3-9C36F7AAA3A0}" srcOrd="0" destOrd="0" presId="urn:microsoft.com/office/officeart/2005/8/layout/vList2"/>
    <dgm:cxn modelId="{B7EADAB8-5514-4BDE-BF99-E948A10FF353}" type="presParOf" srcId="{7A97AB10-CEB9-4828-893C-0125C889ABCA}" destId="{096705FD-A7D6-4B13-BA74-745089945B5C}" srcOrd="1" destOrd="0" presId="urn:microsoft.com/office/officeart/2005/8/layout/vList2"/>
    <dgm:cxn modelId="{D9B52E42-BFCD-44C1-B354-2B400A20A68F}" type="presParOf" srcId="{7A97AB10-CEB9-4828-893C-0125C889ABCA}" destId="{6FDC9953-41C9-45E8-B726-378EB13CA58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75C5F90E-BCC5-47F2-AA64-CD988C298E7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AE84110-AC60-4C0E-A1F3-052278BDFF96}">
      <dgm:prSet/>
      <dgm:spPr/>
      <dgm:t>
        <a:bodyPr/>
        <a:lstStyle/>
        <a:p>
          <a:r>
            <a:rPr lang="uk-UA" b="0" i="1"/>
            <a:t>«Реконструйовано легку та харчову промисловості, ліквідовано їх відставання від чорної металургії за рівнем капіталовкладень. Ці галузі увійшли в ряд передових галузей соціалістичного господарства».</a:t>
          </a:r>
          <a:endParaRPr lang="uk-UA"/>
        </a:p>
      </dgm:t>
    </dgm:pt>
    <dgm:pt modelId="{C734CB52-D05F-43A5-884E-65BC048127CD}" type="parTrans" cxnId="{5BA5445D-5FE2-4A97-9048-2E291E7F978B}">
      <dgm:prSet/>
      <dgm:spPr/>
      <dgm:t>
        <a:bodyPr/>
        <a:lstStyle/>
        <a:p>
          <a:endParaRPr lang="uk-UA"/>
        </a:p>
      </dgm:t>
    </dgm:pt>
    <dgm:pt modelId="{BE8CE6A8-0D8B-4431-BBB4-5624A1EAD360}" type="sibTrans" cxnId="{5BA5445D-5FE2-4A97-9048-2E291E7F978B}">
      <dgm:prSet/>
      <dgm:spPr/>
      <dgm:t>
        <a:bodyPr/>
        <a:lstStyle/>
        <a:p>
          <a:endParaRPr lang="uk-UA"/>
        </a:p>
      </dgm:t>
    </dgm:pt>
    <dgm:pt modelId="{F4970650-787C-4D95-8D3A-B11D22041B98}">
      <dgm:prSet/>
      <dgm:spPr/>
      <dgm:t>
        <a:bodyPr/>
        <a:lstStyle/>
        <a:p>
          <a:r>
            <a:rPr lang="uk-UA" b="0" i="1"/>
            <a:t>«З метою покращення управління промисловістю визнано за необхідне ліквідувати ради народного господарства і повністю підпорядкувати підприємства загальносоюзним і республіканським міністерствам за галузевим принципом».</a:t>
          </a:r>
          <a:endParaRPr lang="uk-UA"/>
        </a:p>
      </dgm:t>
    </dgm:pt>
    <dgm:pt modelId="{2F96F4C1-57E8-49A1-8896-05FD784264BE}" type="parTrans" cxnId="{C6B46DC0-E750-4759-AFD4-202683448244}">
      <dgm:prSet/>
      <dgm:spPr/>
      <dgm:t>
        <a:bodyPr/>
        <a:lstStyle/>
        <a:p>
          <a:endParaRPr lang="uk-UA"/>
        </a:p>
      </dgm:t>
    </dgm:pt>
    <dgm:pt modelId="{3434C92B-FBF0-4CC3-AF4F-150BA2EB057F}" type="sibTrans" cxnId="{C6B46DC0-E750-4759-AFD4-202683448244}">
      <dgm:prSet/>
      <dgm:spPr/>
      <dgm:t>
        <a:bodyPr/>
        <a:lstStyle/>
        <a:p>
          <a:endParaRPr lang="uk-UA"/>
        </a:p>
      </dgm:t>
    </dgm:pt>
    <dgm:pt modelId="{32F3DC58-A7B3-4E31-8CF6-612B790C7C51}" type="pres">
      <dgm:prSet presAssocID="{75C5F90E-BCC5-47F2-AA64-CD988C298E73}" presName="linear" presStyleCnt="0">
        <dgm:presLayoutVars>
          <dgm:animLvl val="lvl"/>
          <dgm:resizeHandles val="exact"/>
        </dgm:presLayoutVars>
      </dgm:prSet>
      <dgm:spPr/>
    </dgm:pt>
    <dgm:pt modelId="{98C550B2-F2AB-4539-9D15-A91E47443348}" type="pres">
      <dgm:prSet presAssocID="{DAE84110-AC60-4C0E-A1F3-052278BDFF9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8D4F04B-707D-4ECD-865A-24798750F786}" type="pres">
      <dgm:prSet presAssocID="{BE8CE6A8-0D8B-4431-BBB4-5624A1EAD360}" presName="spacer" presStyleCnt="0"/>
      <dgm:spPr/>
    </dgm:pt>
    <dgm:pt modelId="{88360DF2-B4CA-44B9-9FB6-50D058304912}" type="pres">
      <dgm:prSet presAssocID="{F4970650-787C-4D95-8D3A-B11D22041B9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8794D3C-F944-4403-AA2A-4B8EBB1C1905}" type="presOf" srcId="{75C5F90E-BCC5-47F2-AA64-CD988C298E73}" destId="{32F3DC58-A7B3-4E31-8CF6-612B790C7C51}" srcOrd="0" destOrd="0" presId="urn:microsoft.com/office/officeart/2005/8/layout/vList2"/>
    <dgm:cxn modelId="{5BA5445D-5FE2-4A97-9048-2E291E7F978B}" srcId="{75C5F90E-BCC5-47F2-AA64-CD988C298E73}" destId="{DAE84110-AC60-4C0E-A1F3-052278BDFF96}" srcOrd="0" destOrd="0" parTransId="{C734CB52-D05F-43A5-884E-65BC048127CD}" sibTransId="{BE8CE6A8-0D8B-4431-BBB4-5624A1EAD360}"/>
    <dgm:cxn modelId="{C6B46DC0-E750-4759-AFD4-202683448244}" srcId="{75C5F90E-BCC5-47F2-AA64-CD988C298E73}" destId="{F4970650-787C-4D95-8D3A-B11D22041B98}" srcOrd="1" destOrd="0" parTransId="{2F96F4C1-57E8-49A1-8896-05FD784264BE}" sibTransId="{3434C92B-FBF0-4CC3-AF4F-150BA2EB057F}"/>
    <dgm:cxn modelId="{DB43AFFC-01D4-4CC6-9959-B0BE8755950D}" type="presOf" srcId="{DAE84110-AC60-4C0E-A1F3-052278BDFF96}" destId="{98C550B2-F2AB-4539-9D15-A91E47443348}" srcOrd="0" destOrd="0" presId="urn:microsoft.com/office/officeart/2005/8/layout/vList2"/>
    <dgm:cxn modelId="{6AA423FF-2C25-4FB3-B690-CA112F022087}" type="presOf" srcId="{F4970650-787C-4D95-8D3A-B11D22041B98}" destId="{88360DF2-B4CA-44B9-9FB6-50D058304912}" srcOrd="0" destOrd="0" presId="urn:microsoft.com/office/officeart/2005/8/layout/vList2"/>
    <dgm:cxn modelId="{E5D95BBF-70D2-4EF2-BDBA-183597BD6A7C}" type="presParOf" srcId="{32F3DC58-A7B3-4E31-8CF6-612B790C7C51}" destId="{98C550B2-F2AB-4539-9D15-A91E47443348}" srcOrd="0" destOrd="0" presId="urn:microsoft.com/office/officeart/2005/8/layout/vList2"/>
    <dgm:cxn modelId="{906D9A2F-D714-4390-BC66-9BE543CBBD9E}" type="presParOf" srcId="{32F3DC58-A7B3-4E31-8CF6-612B790C7C51}" destId="{18D4F04B-707D-4ECD-865A-24798750F786}" srcOrd="1" destOrd="0" presId="urn:microsoft.com/office/officeart/2005/8/layout/vList2"/>
    <dgm:cxn modelId="{3D9A33D8-10F6-4B93-990E-6AD04F2E9FFE}" type="presParOf" srcId="{32F3DC58-A7B3-4E31-8CF6-612B790C7C51}" destId="{88360DF2-B4CA-44B9-9FB6-50D05830491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82D66154-D11C-4BF1-B0EF-DDCE472BDFB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08AC322-6DBA-4BFD-912E-A1EDE6D2AA17}">
      <dgm:prSet/>
      <dgm:spPr/>
      <dgm:t>
        <a:bodyPr/>
        <a:lstStyle/>
        <a:p>
          <a:r>
            <a:rPr lang="uk-UA" b="0" i="1"/>
            <a:t>«Прикметним явищем була поява кредитних спілок, які надавали селянським господарствам не тільки позики «живими» грошима, а й пропонували в кредит широкий спектр товарів виробничого призначення...»</a:t>
          </a:r>
          <a:endParaRPr lang="uk-UA"/>
        </a:p>
      </dgm:t>
    </dgm:pt>
    <dgm:pt modelId="{EDA66445-DBA4-47BF-8991-15DFCDD263C6}" type="parTrans" cxnId="{680686A7-A8B3-4213-A806-DE98ACBDFDD1}">
      <dgm:prSet/>
      <dgm:spPr/>
      <dgm:t>
        <a:bodyPr/>
        <a:lstStyle/>
        <a:p>
          <a:endParaRPr lang="uk-UA"/>
        </a:p>
      </dgm:t>
    </dgm:pt>
    <dgm:pt modelId="{DE4BE114-27C1-48C1-ABD8-D3649BF68BBB}" type="sibTrans" cxnId="{680686A7-A8B3-4213-A806-DE98ACBDFDD1}">
      <dgm:prSet/>
      <dgm:spPr/>
      <dgm:t>
        <a:bodyPr/>
        <a:lstStyle/>
        <a:p>
          <a:endParaRPr lang="uk-UA"/>
        </a:p>
      </dgm:t>
    </dgm:pt>
    <dgm:pt modelId="{6A3CE68E-ACE8-473B-B3FC-9B2088076CE5}">
      <dgm:prSet/>
      <dgm:spPr/>
      <dgm:t>
        <a:bodyPr/>
        <a:lstStyle/>
        <a:p>
          <a:r>
            <a:rPr lang="uk-UA" b="0" i="1"/>
            <a:t>«Опір набув великого поширення. Зброя, що залишилася з воєнних часів, стала умовою для розгортання партизанської війни. Партизанські загони швидко розгорталися в степових і лісостепових зонах України...»</a:t>
          </a:r>
          <a:endParaRPr lang="uk-UA"/>
        </a:p>
      </dgm:t>
    </dgm:pt>
    <dgm:pt modelId="{6B9E8401-DC14-455B-9BAC-63F26CD3B83C}" type="parTrans" cxnId="{2255A47F-54E6-4AD6-A6C8-B5C450123ED9}">
      <dgm:prSet/>
      <dgm:spPr/>
      <dgm:t>
        <a:bodyPr/>
        <a:lstStyle/>
        <a:p>
          <a:endParaRPr lang="uk-UA"/>
        </a:p>
      </dgm:t>
    </dgm:pt>
    <dgm:pt modelId="{1C8B1FC7-B662-4192-9D54-CC7EE9A17C90}" type="sibTrans" cxnId="{2255A47F-54E6-4AD6-A6C8-B5C450123ED9}">
      <dgm:prSet/>
      <dgm:spPr/>
      <dgm:t>
        <a:bodyPr/>
        <a:lstStyle/>
        <a:p>
          <a:endParaRPr lang="uk-UA"/>
        </a:p>
      </dgm:t>
    </dgm:pt>
    <dgm:pt modelId="{8463DFEB-6C96-46BA-80B0-97F55899635E}" type="pres">
      <dgm:prSet presAssocID="{82D66154-D11C-4BF1-B0EF-DDCE472BDFB6}" presName="linear" presStyleCnt="0">
        <dgm:presLayoutVars>
          <dgm:animLvl val="lvl"/>
          <dgm:resizeHandles val="exact"/>
        </dgm:presLayoutVars>
      </dgm:prSet>
      <dgm:spPr/>
    </dgm:pt>
    <dgm:pt modelId="{ADD149E2-BF37-4EC0-8A3F-E9C2986013F5}" type="pres">
      <dgm:prSet presAssocID="{608AC322-6DBA-4BFD-912E-A1EDE6D2AA1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CB55711-3357-4169-9699-5B1B71885FBD}" type="pres">
      <dgm:prSet presAssocID="{DE4BE114-27C1-48C1-ABD8-D3649BF68BBB}" presName="spacer" presStyleCnt="0"/>
      <dgm:spPr/>
    </dgm:pt>
    <dgm:pt modelId="{43ED060A-0625-4535-853D-447E2C0757B3}" type="pres">
      <dgm:prSet presAssocID="{6A3CE68E-ACE8-473B-B3FC-9B2088076CE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255A47F-54E6-4AD6-A6C8-B5C450123ED9}" srcId="{82D66154-D11C-4BF1-B0EF-DDCE472BDFB6}" destId="{6A3CE68E-ACE8-473B-B3FC-9B2088076CE5}" srcOrd="1" destOrd="0" parTransId="{6B9E8401-DC14-455B-9BAC-63F26CD3B83C}" sibTransId="{1C8B1FC7-B662-4192-9D54-CC7EE9A17C90}"/>
    <dgm:cxn modelId="{680686A7-A8B3-4213-A806-DE98ACBDFDD1}" srcId="{82D66154-D11C-4BF1-B0EF-DDCE472BDFB6}" destId="{608AC322-6DBA-4BFD-912E-A1EDE6D2AA17}" srcOrd="0" destOrd="0" parTransId="{EDA66445-DBA4-47BF-8991-15DFCDD263C6}" sibTransId="{DE4BE114-27C1-48C1-ABD8-D3649BF68BBB}"/>
    <dgm:cxn modelId="{A73DA3A8-C673-49CF-A007-F3D251D61086}" type="presOf" srcId="{6A3CE68E-ACE8-473B-B3FC-9B2088076CE5}" destId="{43ED060A-0625-4535-853D-447E2C0757B3}" srcOrd="0" destOrd="0" presId="urn:microsoft.com/office/officeart/2005/8/layout/vList2"/>
    <dgm:cxn modelId="{5446F5E3-F73B-4908-9BF8-61222A3776D7}" type="presOf" srcId="{82D66154-D11C-4BF1-B0EF-DDCE472BDFB6}" destId="{8463DFEB-6C96-46BA-80B0-97F55899635E}" srcOrd="0" destOrd="0" presId="urn:microsoft.com/office/officeart/2005/8/layout/vList2"/>
    <dgm:cxn modelId="{7BF92DFE-938B-4D42-A02E-69CBBC3ADFD1}" type="presOf" srcId="{608AC322-6DBA-4BFD-912E-A1EDE6D2AA17}" destId="{ADD149E2-BF37-4EC0-8A3F-E9C2986013F5}" srcOrd="0" destOrd="0" presId="urn:microsoft.com/office/officeart/2005/8/layout/vList2"/>
    <dgm:cxn modelId="{B5D185ED-A38E-4501-87C6-63B542270DBE}" type="presParOf" srcId="{8463DFEB-6C96-46BA-80B0-97F55899635E}" destId="{ADD149E2-BF37-4EC0-8A3F-E9C2986013F5}" srcOrd="0" destOrd="0" presId="urn:microsoft.com/office/officeart/2005/8/layout/vList2"/>
    <dgm:cxn modelId="{10766124-77DD-46C1-AE7C-D88FE1BD9F92}" type="presParOf" srcId="{8463DFEB-6C96-46BA-80B0-97F55899635E}" destId="{BCB55711-3357-4169-9699-5B1B71885FBD}" srcOrd="1" destOrd="0" presId="urn:microsoft.com/office/officeart/2005/8/layout/vList2"/>
    <dgm:cxn modelId="{F258344D-3682-4627-A41C-B36501B540DE}" type="presParOf" srcId="{8463DFEB-6C96-46BA-80B0-97F55899635E}" destId="{43ED060A-0625-4535-853D-447E2C0757B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F78B35DB-AED6-48B0-AB96-F6A56733526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9FDED51-5241-4C56-AE7C-B3EF3CF78E6E}">
      <dgm:prSet/>
      <dgm:spPr/>
      <dgm:t>
        <a:bodyPr/>
        <a:lstStyle/>
        <a:p>
          <a:r>
            <a:rPr lang="uk-UA" b="0" i="1"/>
            <a:t>«Загальні збори бідноти... виносили постанови про відібрання у куркулів усіх засобів виробництва. Намічали день розкуркулення й розподіляли актив бідняків в господарства куркулів. У зазначений термін актив приходив до куркуля та описував усе його майно...»</a:t>
          </a:r>
          <a:endParaRPr lang="uk-UA"/>
        </a:p>
      </dgm:t>
    </dgm:pt>
    <dgm:pt modelId="{358D3CC4-0AC1-4F26-8361-E169320CD64C}" type="parTrans" cxnId="{6BBD10AA-692C-49F3-90C4-CA619271AF3E}">
      <dgm:prSet/>
      <dgm:spPr/>
      <dgm:t>
        <a:bodyPr/>
        <a:lstStyle/>
        <a:p>
          <a:endParaRPr lang="uk-UA"/>
        </a:p>
      </dgm:t>
    </dgm:pt>
    <dgm:pt modelId="{D923E0FA-BB6C-451B-B5A6-EBB8B42E527D}" type="sibTrans" cxnId="{6BBD10AA-692C-49F3-90C4-CA619271AF3E}">
      <dgm:prSet/>
      <dgm:spPr/>
      <dgm:t>
        <a:bodyPr/>
        <a:lstStyle/>
        <a:p>
          <a:endParaRPr lang="uk-UA"/>
        </a:p>
      </dgm:t>
    </dgm:pt>
    <dgm:pt modelId="{66A39B01-A5A1-4067-89E5-53BEE3D9F144}">
      <dgm:prSet/>
      <dgm:spPr/>
      <dgm:t>
        <a:bodyPr/>
        <a:lstStyle/>
        <a:p>
          <a:r>
            <a:rPr lang="uk-UA" b="0" i="1"/>
            <a:t>«...Завдання семирічки в галузі сільського господарства ми зможемо виконати за п’ять років... Розрахунки показують, що посіви кукурудзи повинні орієнтовно становити 9—10 млн га і рівнятися приблизно половині всієї площі зернових...»</a:t>
          </a:r>
          <a:endParaRPr lang="uk-UA"/>
        </a:p>
      </dgm:t>
    </dgm:pt>
    <dgm:pt modelId="{2FD7922B-D9B0-4F71-BF1B-A4A14DD14F6A}" type="parTrans" cxnId="{5068769D-3741-4FBE-94F9-52A732265D9B}">
      <dgm:prSet/>
      <dgm:spPr/>
      <dgm:t>
        <a:bodyPr/>
        <a:lstStyle/>
        <a:p>
          <a:endParaRPr lang="uk-UA"/>
        </a:p>
      </dgm:t>
    </dgm:pt>
    <dgm:pt modelId="{72148505-3FA7-40FE-BEE0-81FC068904E3}" type="sibTrans" cxnId="{5068769D-3741-4FBE-94F9-52A732265D9B}">
      <dgm:prSet/>
      <dgm:spPr/>
      <dgm:t>
        <a:bodyPr/>
        <a:lstStyle/>
        <a:p>
          <a:endParaRPr lang="uk-UA"/>
        </a:p>
      </dgm:t>
    </dgm:pt>
    <dgm:pt modelId="{B0E2D0B7-7CA8-45AE-9750-4F6202073C71}" type="pres">
      <dgm:prSet presAssocID="{F78B35DB-AED6-48B0-AB96-F6A567335269}" presName="linear" presStyleCnt="0">
        <dgm:presLayoutVars>
          <dgm:animLvl val="lvl"/>
          <dgm:resizeHandles val="exact"/>
        </dgm:presLayoutVars>
      </dgm:prSet>
      <dgm:spPr/>
    </dgm:pt>
    <dgm:pt modelId="{6B9327B1-FE45-41A4-B0F3-98234DA780A7}" type="pres">
      <dgm:prSet presAssocID="{B9FDED51-5241-4C56-AE7C-B3EF3CF78E6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981F0AE-B587-4DF9-9775-A3DA9359D7B3}" type="pres">
      <dgm:prSet presAssocID="{D923E0FA-BB6C-451B-B5A6-EBB8B42E527D}" presName="spacer" presStyleCnt="0"/>
      <dgm:spPr/>
    </dgm:pt>
    <dgm:pt modelId="{F862ED9D-3E30-4D45-87C6-618061FC18EF}" type="pres">
      <dgm:prSet presAssocID="{66A39B01-A5A1-4067-89E5-53BEE3D9F14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D99D150C-E576-4766-B456-C8B473FF9021}" type="presOf" srcId="{66A39B01-A5A1-4067-89E5-53BEE3D9F144}" destId="{F862ED9D-3E30-4D45-87C6-618061FC18EF}" srcOrd="0" destOrd="0" presId="urn:microsoft.com/office/officeart/2005/8/layout/vList2"/>
    <dgm:cxn modelId="{4FE9825C-B46B-4E27-AE5D-B1AB4B21DF53}" type="presOf" srcId="{B9FDED51-5241-4C56-AE7C-B3EF3CF78E6E}" destId="{6B9327B1-FE45-41A4-B0F3-98234DA780A7}" srcOrd="0" destOrd="0" presId="urn:microsoft.com/office/officeart/2005/8/layout/vList2"/>
    <dgm:cxn modelId="{E11E5655-D980-4771-B403-8E26732A48CD}" type="presOf" srcId="{F78B35DB-AED6-48B0-AB96-F6A567335269}" destId="{B0E2D0B7-7CA8-45AE-9750-4F6202073C71}" srcOrd="0" destOrd="0" presId="urn:microsoft.com/office/officeart/2005/8/layout/vList2"/>
    <dgm:cxn modelId="{5068769D-3741-4FBE-94F9-52A732265D9B}" srcId="{F78B35DB-AED6-48B0-AB96-F6A567335269}" destId="{66A39B01-A5A1-4067-89E5-53BEE3D9F144}" srcOrd="1" destOrd="0" parTransId="{2FD7922B-D9B0-4F71-BF1B-A4A14DD14F6A}" sibTransId="{72148505-3FA7-40FE-BEE0-81FC068904E3}"/>
    <dgm:cxn modelId="{6BBD10AA-692C-49F3-90C4-CA619271AF3E}" srcId="{F78B35DB-AED6-48B0-AB96-F6A567335269}" destId="{B9FDED51-5241-4C56-AE7C-B3EF3CF78E6E}" srcOrd="0" destOrd="0" parTransId="{358D3CC4-0AC1-4F26-8361-E169320CD64C}" sibTransId="{D923E0FA-BB6C-451B-B5A6-EBB8B42E527D}"/>
    <dgm:cxn modelId="{D03085B8-00C4-4E15-AD4E-9BAE8B0807DC}" type="presParOf" srcId="{B0E2D0B7-7CA8-45AE-9750-4F6202073C71}" destId="{6B9327B1-FE45-41A4-B0F3-98234DA780A7}" srcOrd="0" destOrd="0" presId="urn:microsoft.com/office/officeart/2005/8/layout/vList2"/>
    <dgm:cxn modelId="{6BC1417E-FEE1-443F-9124-15CEC64F9BB6}" type="presParOf" srcId="{B0E2D0B7-7CA8-45AE-9750-4F6202073C71}" destId="{2981F0AE-B587-4DF9-9775-A3DA9359D7B3}" srcOrd="1" destOrd="0" presId="urn:microsoft.com/office/officeart/2005/8/layout/vList2"/>
    <dgm:cxn modelId="{23FB54B6-DBC7-4B92-BDD4-5B6E16DA7BD4}" type="presParOf" srcId="{B0E2D0B7-7CA8-45AE-9750-4F6202073C71}" destId="{F862ED9D-3E30-4D45-87C6-618061FC18E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176DC4F1-BCD8-427C-9EAD-1875B88DC6C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2890F72-F169-4294-9C7F-DBA52CC79C22}">
      <dgm:prSet/>
      <dgm:spPr/>
      <dgm:t>
        <a:bodyPr/>
        <a:lstStyle/>
        <a:p>
          <a:r>
            <a:rPr lang="ru-RU" b="0" i="0"/>
            <a:t>зростання ролі громадянського суспільства.</a:t>
          </a:r>
          <a:endParaRPr lang="uk-UA"/>
        </a:p>
      </dgm:t>
    </dgm:pt>
    <dgm:pt modelId="{80E6F341-DBD8-416A-B961-5D9D0AB9F1CF}" type="parTrans" cxnId="{099D3B87-D14A-4B18-BBA3-102BF955229C}">
      <dgm:prSet/>
      <dgm:spPr/>
      <dgm:t>
        <a:bodyPr/>
        <a:lstStyle/>
        <a:p>
          <a:endParaRPr lang="uk-UA"/>
        </a:p>
      </dgm:t>
    </dgm:pt>
    <dgm:pt modelId="{67595756-8E32-44B2-992B-C21D405C8C59}" type="sibTrans" cxnId="{099D3B87-D14A-4B18-BBA3-102BF955229C}">
      <dgm:prSet/>
      <dgm:spPr/>
      <dgm:t>
        <a:bodyPr/>
        <a:lstStyle/>
        <a:p>
          <a:endParaRPr lang="uk-UA"/>
        </a:p>
      </dgm:t>
    </dgm:pt>
    <dgm:pt modelId="{D7E1D0EA-EC08-4588-AE57-8D12639FC367}">
      <dgm:prSet/>
      <dgm:spPr/>
      <dgm:t>
        <a:bodyPr/>
        <a:lstStyle/>
        <a:p>
          <a:r>
            <a:rPr lang="ru-RU" b="0" i="0"/>
            <a:t>завершення будівництва основ соціалізму.</a:t>
          </a:r>
          <a:endParaRPr lang="uk-UA"/>
        </a:p>
      </dgm:t>
    </dgm:pt>
    <dgm:pt modelId="{22B19872-11F2-4F57-893F-70B1947F299F}" type="parTrans" cxnId="{3A693AF5-0D6C-4F5B-922F-EDFC33D69131}">
      <dgm:prSet/>
      <dgm:spPr/>
      <dgm:t>
        <a:bodyPr/>
        <a:lstStyle/>
        <a:p>
          <a:endParaRPr lang="uk-UA"/>
        </a:p>
      </dgm:t>
    </dgm:pt>
    <dgm:pt modelId="{45443F0B-BB32-4880-927F-E9E8332A6A8C}" type="sibTrans" cxnId="{3A693AF5-0D6C-4F5B-922F-EDFC33D69131}">
      <dgm:prSet/>
      <dgm:spPr/>
      <dgm:t>
        <a:bodyPr/>
        <a:lstStyle/>
        <a:p>
          <a:endParaRPr lang="uk-UA"/>
        </a:p>
      </dgm:t>
    </dgm:pt>
    <dgm:pt modelId="{D361E622-A927-4E6A-AD37-9F3D634F58C9}">
      <dgm:prSet/>
      <dgm:spPr/>
      <dgm:t>
        <a:bodyPr/>
        <a:lstStyle/>
        <a:p>
          <a:r>
            <a:rPr lang="ru-RU" b="0" i="0"/>
            <a:t>зниження рівня життя населення.</a:t>
          </a:r>
          <a:endParaRPr lang="uk-UA"/>
        </a:p>
      </dgm:t>
    </dgm:pt>
    <dgm:pt modelId="{AA917C04-B099-427E-B466-49EDEFCD381C}" type="parTrans" cxnId="{415701C2-B2FD-4E39-B9AD-39397D7499DE}">
      <dgm:prSet/>
      <dgm:spPr/>
      <dgm:t>
        <a:bodyPr/>
        <a:lstStyle/>
        <a:p>
          <a:endParaRPr lang="uk-UA"/>
        </a:p>
      </dgm:t>
    </dgm:pt>
    <dgm:pt modelId="{C849C162-371A-428E-8924-B6BB43581792}" type="sibTrans" cxnId="{415701C2-B2FD-4E39-B9AD-39397D7499DE}">
      <dgm:prSet/>
      <dgm:spPr/>
      <dgm:t>
        <a:bodyPr/>
        <a:lstStyle/>
        <a:p>
          <a:endParaRPr lang="uk-UA"/>
        </a:p>
      </dgm:t>
    </dgm:pt>
    <dgm:pt modelId="{F327957A-43E6-489F-A1E2-E94E4EC31F79}">
      <dgm:prSet/>
      <dgm:spPr/>
      <dgm:t>
        <a:bodyPr/>
        <a:lstStyle/>
        <a:p>
          <a:r>
            <a:rPr lang="ru-RU" b="0" i="0"/>
            <a:t>зміцнення тоталітарного ладу.</a:t>
          </a:r>
          <a:endParaRPr lang="uk-UA"/>
        </a:p>
      </dgm:t>
    </dgm:pt>
    <dgm:pt modelId="{AD1C9AFC-415E-4F3B-A344-CAB3C5FB9A72}" type="parTrans" cxnId="{70A3A30B-B3B3-41B9-A259-D2BD423EF481}">
      <dgm:prSet/>
      <dgm:spPr/>
      <dgm:t>
        <a:bodyPr/>
        <a:lstStyle/>
        <a:p>
          <a:endParaRPr lang="uk-UA"/>
        </a:p>
      </dgm:t>
    </dgm:pt>
    <dgm:pt modelId="{494ECB9B-E04E-41F7-B755-71DCA9D6FCB1}" type="sibTrans" cxnId="{70A3A30B-B3B3-41B9-A259-D2BD423EF481}">
      <dgm:prSet/>
      <dgm:spPr/>
      <dgm:t>
        <a:bodyPr/>
        <a:lstStyle/>
        <a:p>
          <a:endParaRPr lang="uk-UA"/>
        </a:p>
      </dgm:t>
    </dgm:pt>
    <dgm:pt modelId="{6B6DAA8D-1F9C-48FC-9E1B-EA0085EDF973}" type="pres">
      <dgm:prSet presAssocID="{176DC4F1-BCD8-427C-9EAD-1875B88DC6CA}" presName="linear" presStyleCnt="0">
        <dgm:presLayoutVars>
          <dgm:animLvl val="lvl"/>
          <dgm:resizeHandles val="exact"/>
        </dgm:presLayoutVars>
      </dgm:prSet>
      <dgm:spPr/>
    </dgm:pt>
    <dgm:pt modelId="{ED9A826B-CA64-463A-BF34-6513216C6D87}" type="pres">
      <dgm:prSet presAssocID="{62890F72-F169-4294-9C7F-DBA52CC79C2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3C9ECBF-D320-454C-B26E-20E266763D27}" type="pres">
      <dgm:prSet presAssocID="{67595756-8E32-44B2-992B-C21D405C8C59}" presName="spacer" presStyleCnt="0"/>
      <dgm:spPr/>
    </dgm:pt>
    <dgm:pt modelId="{F3CC2C28-8A69-46CF-9062-CEAF0F6DAA4D}" type="pres">
      <dgm:prSet presAssocID="{D7E1D0EA-EC08-4588-AE57-8D12639FC36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0E8F639-E704-4BD8-9772-8AF81A2B1A49}" type="pres">
      <dgm:prSet presAssocID="{45443F0B-BB32-4880-927F-E9E8332A6A8C}" presName="spacer" presStyleCnt="0"/>
      <dgm:spPr/>
    </dgm:pt>
    <dgm:pt modelId="{DA45AB0C-D390-4265-A365-87A3CB95B6B9}" type="pres">
      <dgm:prSet presAssocID="{D361E622-A927-4E6A-AD37-9F3D634F58C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B24FCC6-D0E8-4B38-A0B0-27D4C3B20712}" type="pres">
      <dgm:prSet presAssocID="{C849C162-371A-428E-8924-B6BB43581792}" presName="spacer" presStyleCnt="0"/>
      <dgm:spPr/>
    </dgm:pt>
    <dgm:pt modelId="{74F7BBAF-BE59-4E5B-A757-82CCC7B4707F}" type="pres">
      <dgm:prSet presAssocID="{F327957A-43E6-489F-A1E2-E94E4EC31F7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0A3A30B-B3B3-41B9-A259-D2BD423EF481}" srcId="{176DC4F1-BCD8-427C-9EAD-1875B88DC6CA}" destId="{F327957A-43E6-489F-A1E2-E94E4EC31F79}" srcOrd="3" destOrd="0" parTransId="{AD1C9AFC-415E-4F3B-A344-CAB3C5FB9A72}" sibTransId="{494ECB9B-E04E-41F7-B755-71DCA9D6FCB1}"/>
    <dgm:cxn modelId="{7E3D8B62-B01F-42CD-9435-551E1549056F}" type="presOf" srcId="{F327957A-43E6-489F-A1E2-E94E4EC31F79}" destId="{74F7BBAF-BE59-4E5B-A757-82CCC7B4707F}" srcOrd="0" destOrd="0" presId="urn:microsoft.com/office/officeart/2005/8/layout/vList2"/>
    <dgm:cxn modelId="{099D3B87-D14A-4B18-BBA3-102BF955229C}" srcId="{176DC4F1-BCD8-427C-9EAD-1875B88DC6CA}" destId="{62890F72-F169-4294-9C7F-DBA52CC79C22}" srcOrd="0" destOrd="0" parTransId="{80E6F341-DBD8-416A-B961-5D9D0AB9F1CF}" sibTransId="{67595756-8E32-44B2-992B-C21D405C8C59}"/>
    <dgm:cxn modelId="{49AF8491-8447-4257-9EE9-F4F68C349894}" type="presOf" srcId="{62890F72-F169-4294-9C7F-DBA52CC79C22}" destId="{ED9A826B-CA64-463A-BF34-6513216C6D87}" srcOrd="0" destOrd="0" presId="urn:microsoft.com/office/officeart/2005/8/layout/vList2"/>
    <dgm:cxn modelId="{3DBBFBA5-5548-4E5A-9B90-AE387211841F}" type="presOf" srcId="{176DC4F1-BCD8-427C-9EAD-1875B88DC6CA}" destId="{6B6DAA8D-1F9C-48FC-9E1B-EA0085EDF973}" srcOrd="0" destOrd="0" presId="urn:microsoft.com/office/officeart/2005/8/layout/vList2"/>
    <dgm:cxn modelId="{F5C868B5-634C-4341-B466-5E0D91EED4FE}" type="presOf" srcId="{D7E1D0EA-EC08-4588-AE57-8D12639FC367}" destId="{F3CC2C28-8A69-46CF-9062-CEAF0F6DAA4D}" srcOrd="0" destOrd="0" presId="urn:microsoft.com/office/officeart/2005/8/layout/vList2"/>
    <dgm:cxn modelId="{415701C2-B2FD-4E39-B9AD-39397D7499DE}" srcId="{176DC4F1-BCD8-427C-9EAD-1875B88DC6CA}" destId="{D361E622-A927-4E6A-AD37-9F3D634F58C9}" srcOrd="2" destOrd="0" parTransId="{AA917C04-B099-427E-B466-49EDEFCD381C}" sibTransId="{C849C162-371A-428E-8924-B6BB43581792}"/>
    <dgm:cxn modelId="{CEE1C1DE-9A69-49E5-9F30-C0D1560649FA}" type="presOf" srcId="{D361E622-A927-4E6A-AD37-9F3D634F58C9}" destId="{DA45AB0C-D390-4265-A365-87A3CB95B6B9}" srcOrd="0" destOrd="0" presId="urn:microsoft.com/office/officeart/2005/8/layout/vList2"/>
    <dgm:cxn modelId="{3A693AF5-0D6C-4F5B-922F-EDFC33D69131}" srcId="{176DC4F1-BCD8-427C-9EAD-1875B88DC6CA}" destId="{D7E1D0EA-EC08-4588-AE57-8D12639FC367}" srcOrd="1" destOrd="0" parTransId="{22B19872-11F2-4F57-893F-70B1947F299F}" sibTransId="{45443F0B-BB32-4880-927F-E9E8332A6A8C}"/>
    <dgm:cxn modelId="{E2305837-41B1-463A-BB9D-5C294CF4F605}" type="presParOf" srcId="{6B6DAA8D-1F9C-48FC-9E1B-EA0085EDF973}" destId="{ED9A826B-CA64-463A-BF34-6513216C6D87}" srcOrd="0" destOrd="0" presId="urn:microsoft.com/office/officeart/2005/8/layout/vList2"/>
    <dgm:cxn modelId="{9486E0CF-9683-4CB5-9F90-8B94FA0FBCC1}" type="presParOf" srcId="{6B6DAA8D-1F9C-48FC-9E1B-EA0085EDF973}" destId="{73C9ECBF-D320-454C-B26E-20E266763D27}" srcOrd="1" destOrd="0" presId="urn:microsoft.com/office/officeart/2005/8/layout/vList2"/>
    <dgm:cxn modelId="{014C9D51-2CA5-4A41-B890-FB90C0968223}" type="presParOf" srcId="{6B6DAA8D-1F9C-48FC-9E1B-EA0085EDF973}" destId="{F3CC2C28-8A69-46CF-9062-CEAF0F6DAA4D}" srcOrd="2" destOrd="0" presId="urn:microsoft.com/office/officeart/2005/8/layout/vList2"/>
    <dgm:cxn modelId="{8337C394-1346-4537-9C2D-965E1E222436}" type="presParOf" srcId="{6B6DAA8D-1F9C-48FC-9E1B-EA0085EDF973}" destId="{E0E8F639-E704-4BD8-9772-8AF81A2B1A49}" srcOrd="3" destOrd="0" presId="urn:microsoft.com/office/officeart/2005/8/layout/vList2"/>
    <dgm:cxn modelId="{B81213BC-7D41-46CD-A723-4BDDFBE16595}" type="presParOf" srcId="{6B6DAA8D-1F9C-48FC-9E1B-EA0085EDF973}" destId="{DA45AB0C-D390-4265-A365-87A3CB95B6B9}" srcOrd="4" destOrd="0" presId="urn:microsoft.com/office/officeart/2005/8/layout/vList2"/>
    <dgm:cxn modelId="{0C11B974-5C59-4C27-9AFB-F49ABC390731}" type="presParOf" srcId="{6B6DAA8D-1F9C-48FC-9E1B-EA0085EDF973}" destId="{FB24FCC6-D0E8-4B38-A0B0-27D4C3B20712}" srcOrd="5" destOrd="0" presId="urn:microsoft.com/office/officeart/2005/8/layout/vList2"/>
    <dgm:cxn modelId="{C27C6F0C-B93A-4E2C-9032-EF0AC2442E95}" type="presParOf" srcId="{6B6DAA8D-1F9C-48FC-9E1B-EA0085EDF973}" destId="{74F7BBAF-BE59-4E5B-A757-82CCC7B4707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A9FA7E13-B1B4-43A7-9323-DF9D6851D66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25F4F39-1416-4D57-8E40-717B4DB6D6F1}">
      <dgm:prSet/>
      <dgm:spPr/>
      <dgm:t>
        <a:bodyPr/>
        <a:lstStyle/>
        <a:p>
          <a:r>
            <a:rPr lang="uk-UA" b="0" i="0"/>
            <a:t>утвердження державної власності на засоби виробництва в сільському господарстві</a:t>
          </a:r>
          <a:endParaRPr lang="uk-UA"/>
        </a:p>
      </dgm:t>
    </dgm:pt>
    <dgm:pt modelId="{E593E6AA-05E9-4A1E-9FB0-A8AC2F938C15}" type="parTrans" cxnId="{E9891BF2-C502-4087-BBCC-BDE1DBF62569}">
      <dgm:prSet/>
      <dgm:spPr/>
      <dgm:t>
        <a:bodyPr/>
        <a:lstStyle/>
        <a:p>
          <a:endParaRPr lang="uk-UA"/>
        </a:p>
      </dgm:t>
    </dgm:pt>
    <dgm:pt modelId="{9E3C0BD4-10B5-4C39-9322-E6361CB308A3}" type="sibTrans" cxnId="{E9891BF2-C502-4087-BBCC-BDE1DBF62569}">
      <dgm:prSet/>
      <dgm:spPr/>
      <dgm:t>
        <a:bodyPr/>
        <a:lstStyle/>
        <a:p>
          <a:endParaRPr lang="uk-UA"/>
        </a:p>
      </dgm:t>
    </dgm:pt>
    <dgm:pt modelId="{DD01E02E-D440-4D14-88EF-D983AC39DF5F}">
      <dgm:prSet/>
      <dgm:spPr/>
      <dgm:t>
        <a:bodyPr/>
        <a:lstStyle/>
        <a:p>
          <a:r>
            <a:rPr lang="uk-UA" b="0" i="0"/>
            <a:t>стрімке зростання сільськогосподарського виробництва та матеріального добробуту колгоспного селянства</a:t>
          </a:r>
          <a:endParaRPr lang="uk-UA"/>
        </a:p>
      </dgm:t>
    </dgm:pt>
    <dgm:pt modelId="{D464C8BB-FA5E-4F3A-913C-27BDAC8EED19}" type="parTrans" cxnId="{3B0F86EB-6E1C-431A-8C49-DFA22F769934}">
      <dgm:prSet/>
      <dgm:spPr/>
      <dgm:t>
        <a:bodyPr/>
        <a:lstStyle/>
        <a:p>
          <a:endParaRPr lang="uk-UA"/>
        </a:p>
      </dgm:t>
    </dgm:pt>
    <dgm:pt modelId="{806A5C4B-4A6A-4012-BA32-EF22129E9F96}" type="sibTrans" cxnId="{3B0F86EB-6E1C-431A-8C49-DFA22F769934}">
      <dgm:prSet/>
      <dgm:spPr/>
      <dgm:t>
        <a:bodyPr/>
        <a:lstStyle/>
        <a:p>
          <a:endParaRPr lang="uk-UA"/>
        </a:p>
      </dgm:t>
    </dgm:pt>
    <dgm:pt modelId="{CCDD0CC6-8B2D-468D-97B7-538147C8880C}">
      <dgm:prSet/>
      <dgm:spPr/>
      <dgm:t>
        <a:bodyPr/>
        <a:lstStyle/>
        <a:p>
          <a:r>
            <a:rPr lang="uk-UA" b="0" i="0"/>
            <a:t>запровадження госпрозрахунку, товарно-грошових відносин між державою та колгоспами й радгоспами</a:t>
          </a:r>
          <a:endParaRPr lang="uk-UA"/>
        </a:p>
      </dgm:t>
    </dgm:pt>
    <dgm:pt modelId="{018A2246-6847-46C5-B2E9-5C51EC02A7AA}" type="parTrans" cxnId="{12E00708-0569-4072-9CE4-F791E2E6D979}">
      <dgm:prSet/>
      <dgm:spPr/>
      <dgm:t>
        <a:bodyPr/>
        <a:lstStyle/>
        <a:p>
          <a:endParaRPr lang="uk-UA"/>
        </a:p>
      </dgm:t>
    </dgm:pt>
    <dgm:pt modelId="{A3FF0D6C-75A0-4558-9491-097AEDEE1E60}" type="sibTrans" cxnId="{12E00708-0569-4072-9CE4-F791E2E6D979}">
      <dgm:prSet/>
      <dgm:spPr/>
      <dgm:t>
        <a:bodyPr/>
        <a:lstStyle/>
        <a:p>
          <a:endParaRPr lang="uk-UA"/>
        </a:p>
      </dgm:t>
    </dgm:pt>
    <dgm:pt modelId="{7BD9DE42-56A6-44CC-B8A1-A2717CD44C3E}" type="pres">
      <dgm:prSet presAssocID="{A9FA7E13-B1B4-43A7-9323-DF9D6851D665}" presName="linear" presStyleCnt="0">
        <dgm:presLayoutVars>
          <dgm:animLvl val="lvl"/>
          <dgm:resizeHandles val="exact"/>
        </dgm:presLayoutVars>
      </dgm:prSet>
      <dgm:spPr/>
    </dgm:pt>
    <dgm:pt modelId="{8292FB40-E7AB-471C-B01E-62E6E0C5A763}" type="pres">
      <dgm:prSet presAssocID="{725F4F39-1416-4D57-8E40-717B4DB6D6F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CF34E41-34E4-4E69-928E-0563466A4FE8}" type="pres">
      <dgm:prSet presAssocID="{9E3C0BD4-10B5-4C39-9322-E6361CB308A3}" presName="spacer" presStyleCnt="0"/>
      <dgm:spPr/>
    </dgm:pt>
    <dgm:pt modelId="{7D499490-B7C0-4392-9866-5333A5F356C8}" type="pres">
      <dgm:prSet presAssocID="{DD01E02E-D440-4D14-88EF-D983AC39DF5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B040E1D-45D0-4A33-A707-173BFE369194}" type="pres">
      <dgm:prSet presAssocID="{806A5C4B-4A6A-4012-BA32-EF22129E9F96}" presName="spacer" presStyleCnt="0"/>
      <dgm:spPr/>
    </dgm:pt>
    <dgm:pt modelId="{D646AA70-002D-42CB-9FB0-86C34E2BDE89}" type="pres">
      <dgm:prSet presAssocID="{CCDD0CC6-8B2D-468D-97B7-538147C8880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2E00708-0569-4072-9CE4-F791E2E6D979}" srcId="{A9FA7E13-B1B4-43A7-9323-DF9D6851D665}" destId="{CCDD0CC6-8B2D-468D-97B7-538147C8880C}" srcOrd="2" destOrd="0" parTransId="{018A2246-6847-46C5-B2E9-5C51EC02A7AA}" sibTransId="{A3FF0D6C-75A0-4558-9491-097AEDEE1E60}"/>
    <dgm:cxn modelId="{FD66941F-5018-4DA3-8DC0-8C575AB6A4DB}" type="presOf" srcId="{DD01E02E-D440-4D14-88EF-D983AC39DF5F}" destId="{7D499490-B7C0-4392-9866-5333A5F356C8}" srcOrd="0" destOrd="0" presId="urn:microsoft.com/office/officeart/2005/8/layout/vList2"/>
    <dgm:cxn modelId="{BCBA6187-D2C6-4A15-856E-E26210044EFC}" type="presOf" srcId="{CCDD0CC6-8B2D-468D-97B7-538147C8880C}" destId="{D646AA70-002D-42CB-9FB0-86C34E2BDE89}" srcOrd="0" destOrd="0" presId="urn:microsoft.com/office/officeart/2005/8/layout/vList2"/>
    <dgm:cxn modelId="{000C4AC5-F851-493F-8B5F-597666954A5D}" type="presOf" srcId="{725F4F39-1416-4D57-8E40-717B4DB6D6F1}" destId="{8292FB40-E7AB-471C-B01E-62E6E0C5A763}" srcOrd="0" destOrd="0" presId="urn:microsoft.com/office/officeart/2005/8/layout/vList2"/>
    <dgm:cxn modelId="{E7478ACD-C298-49E3-849A-B0A50C0666AA}" type="presOf" srcId="{A9FA7E13-B1B4-43A7-9323-DF9D6851D665}" destId="{7BD9DE42-56A6-44CC-B8A1-A2717CD44C3E}" srcOrd="0" destOrd="0" presId="urn:microsoft.com/office/officeart/2005/8/layout/vList2"/>
    <dgm:cxn modelId="{3B0F86EB-6E1C-431A-8C49-DFA22F769934}" srcId="{A9FA7E13-B1B4-43A7-9323-DF9D6851D665}" destId="{DD01E02E-D440-4D14-88EF-D983AC39DF5F}" srcOrd="1" destOrd="0" parTransId="{D464C8BB-FA5E-4F3A-913C-27BDAC8EED19}" sibTransId="{806A5C4B-4A6A-4012-BA32-EF22129E9F96}"/>
    <dgm:cxn modelId="{E9891BF2-C502-4087-BBCC-BDE1DBF62569}" srcId="{A9FA7E13-B1B4-43A7-9323-DF9D6851D665}" destId="{725F4F39-1416-4D57-8E40-717B4DB6D6F1}" srcOrd="0" destOrd="0" parTransId="{E593E6AA-05E9-4A1E-9FB0-A8AC2F938C15}" sibTransId="{9E3C0BD4-10B5-4C39-9322-E6361CB308A3}"/>
    <dgm:cxn modelId="{E7449154-DDE7-4D85-A2A3-C376E011EF04}" type="presParOf" srcId="{7BD9DE42-56A6-44CC-B8A1-A2717CD44C3E}" destId="{8292FB40-E7AB-471C-B01E-62E6E0C5A763}" srcOrd="0" destOrd="0" presId="urn:microsoft.com/office/officeart/2005/8/layout/vList2"/>
    <dgm:cxn modelId="{60DA8727-2A03-420E-A509-B524DE4272F6}" type="presParOf" srcId="{7BD9DE42-56A6-44CC-B8A1-A2717CD44C3E}" destId="{ACF34E41-34E4-4E69-928E-0563466A4FE8}" srcOrd="1" destOrd="0" presId="urn:microsoft.com/office/officeart/2005/8/layout/vList2"/>
    <dgm:cxn modelId="{65390A8D-DE5C-40B8-853E-A8B3235B1F0C}" type="presParOf" srcId="{7BD9DE42-56A6-44CC-B8A1-A2717CD44C3E}" destId="{7D499490-B7C0-4392-9866-5333A5F356C8}" srcOrd="2" destOrd="0" presId="urn:microsoft.com/office/officeart/2005/8/layout/vList2"/>
    <dgm:cxn modelId="{A39B0926-E055-4FEB-9734-FF3A5414C068}" type="presParOf" srcId="{7BD9DE42-56A6-44CC-B8A1-A2717CD44C3E}" destId="{7B040E1D-45D0-4A33-A707-173BFE369194}" srcOrd="3" destOrd="0" presId="urn:microsoft.com/office/officeart/2005/8/layout/vList2"/>
    <dgm:cxn modelId="{9176DD91-8DDE-42BE-A576-2B44E6AB49B1}" type="presParOf" srcId="{7BD9DE42-56A6-44CC-B8A1-A2717CD44C3E}" destId="{D646AA70-002D-42CB-9FB0-86C34E2BDE8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C586931F-ADA4-48D5-8E15-8BC73EFBB29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BB0D029-DD9E-42C3-86D4-26A3FD9F9E8A}">
      <dgm:prSet/>
      <dgm:spPr/>
      <dgm:t>
        <a:bodyPr/>
        <a:lstStyle/>
        <a:p>
          <a:r>
            <a:rPr lang="uk-UA" b="0" i="0"/>
            <a:t>«прикріплення» селян до сільської місцевості (колгоспів) безпаспортним статусом</a:t>
          </a:r>
          <a:endParaRPr lang="uk-UA"/>
        </a:p>
      </dgm:t>
    </dgm:pt>
    <dgm:pt modelId="{78B8CFCB-A47C-425D-AEF2-606FB9E212E5}" type="parTrans" cxnId="{CF77C8EA-161B-4BCA-880E-B1B5533973C6}">
      <dgm:prSet/>
      <dgm:spPr/>
      <dgm:t>
        <a:bodyPr/>
        <a:lstStyle/>
        <a:p>
          <a:endParaRPr lang="uk-UA"/>
        </a:p>
      </dgm:t>
    </dgm:pt>
    <dgm:pt modelId="{375AEDC3-74DE-4809-AD12-09E1D80BA297}" type="sibTrans" cxnId="{CF77C8EA-161B-4BCA-880E-B1B5533973C6}">
      <dgm:prSet/>
      <dgm:spPr/>
      <dgm:t>
        <a:bodyPr/>
        <a:lstStyle/>
        <a:p>
          <a:endParaRPr lang="uk-UA"/>
        </a:p>
      </dgm:t>
    </dgm:pt>
    <dgm:pt modelId="{6D3B339C-9C7F-4754-BE91-B06E1E8C3128}">
      <dgm:prSet/>
      <dgm:spPr/>
      <dgm:t>
        <a:bodyPr/>
        <a:lstStyle/>
        <a:p>
          <a:r>
            <a:rPr lang="uk-UA" b="0" i="0"/>
            <a:t>багатомільйонні демографічні втрати, підрив і деградація продуктивних сил села</a:t>
          </a:r>
          <a:endParaRPr lang="uk-UA"/>
        </a:p>
      </dgm:t>
    </dgm:pt>
    <dgm:pt modelId="{BA2A7793-CFC2-458A-8116-CC6C92898679}" type="parTrans" cxnId="{22C7AE81-BA52-4B91-8452-72C480E98289}">
      <dgm:prSet/>
      <dgm:spPr/>
      <dgm:t>
        <a:bodyPr/>
        <a:lstStyle/>
        <a:p>
          <a:endParaRPr lang="uk-UA"/>
        </a:p>
      </dgm:t>
    </dgm:pt>
    <dgm:pt modelId="{D02B65A3-13AA-499A-B673-7A2018D74A53}" type="sibTrans" cxnId="{22C7AE81-BA52-4B91-8452-72C480E98289}">
      <dgm:prSet/>
      <dgm:spPr/>
      <dgm:t>
        <a:bodyPr/>
        <a:lstStyle/>
        <a:p>
          <a:endParaRPr lang="uk-UA"/>
        </a:p>
      </dgm:t>
    </dgm:pt>
    <dgm:pt modelId="{7D6A4011-C20D-4755-8434-0D5652A9DF47}">
      <dgm:prSet/>
      <dgm:spPr/>
      <dgm:t>
        <a:bodyPr/>
        <a:lstStyle/>
        <a:p>
          <a:r>
            <a:rPr lang="uk-UA" b="0" i="0"/>
            <a:t>розширення мережі селянських збутових, споживчих, кредитних спілок і товариств</a:t>
          </a:r>
          <a:endParaRPr lang="uk-UA"/>
        </a:p>
      </dgm:t>
    </dgm:pt>
    <dgm:pt modelId="{3295E085-B364-42F3-9387-DD45CEF8FE0D}" type="parTrans" cxnId="{ECEFA9E2-D1D2-43CF-8758-EE80B7BBF659}">
      <dgm:prSet/>
      <dgm:spPr/>
      <dgm:t>
        <a:bodyPr/>
        <a:lstStyle/>
        <a:p>
          <a:endParaRPr lang="uk-UA"/>
        </a:p>
      </dgm:t>
    </dgm:pt>
    <dgm:pt modelId="{00DC7867-E6A4-4740-B0CE-CEC9B63BA193}" type="sibTrans" cxnId="{ECEFA9E2-D1D2-43CF-8758-EE80B7BBF659}">
      <dgm:prSet/>
      <dgm:spPr/>
      <dgm:t>
        <a:bodyPr/>
        <a:lstStyle/>
        <a:p>
          <a:endParaRPr lang="uk-UA"/>
        </a:p>
      </dgm:t>
    </dgm:pt>
    <dgm:pt modelId="{D077175E-83D2-453A-9B69-01760F902E59}" type="pres">
      <dgm:prSet presAssocID="{C586931F-ADA4-48D5-8E15-8BC73EFBB29E}" presName="linear" presStyleCnt="0">
        <dgm:presLayoutVars>
          <dgm:animLvl val="lvl"/>
          <dgm:resizeHandles val="exact"/>
        </dgm:presLayoutVars>
      </dgm:prSet>
      <dgm:spPr/>
    </dgm:pt>
    <dgm:pt modelId="{64A2503E-C9B5-498D-906E-006CF401CC78}" type="pres">
      <dgm:prSet presAssocID="{ABB0D029-DD9E-42C3-86D4-26A3FD9F9E8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E90FE98-5EB0-42F7-AD22-444EFC96805F}" type="pres">
      <dgm:prSet presAssocID="{375AEDC3-74DE-4809-AD12-09E1D80BA297}" presName="spacer" presStyleCnt="0"/>
      <dgm:spPr/>
    </dgm:pt>
    <dgm:pt modelId="{7794C940-0D66-45AA-9B9A-D52D522D3FF8}" type="pres">
      <dgm:prSet presAssocID="{6D3B339C-9C7F-4754-BE91-B06E1E8C312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63166F4-9DD4-4F49-85E7-42E8BBD7E7A4}" type="pres">
      <dgm:prSet presAssocID="{D02B65A3-13AA-499A-B673-7A2018D74A53}" presName="spacer" presStyleCnt="0"/>
      <dgm:spPr/>
    </dgm:pt>
    <dgm:pt modelId="{E3516C2F-04A8-4D18-8B70-419A2748FD18}" type="pres">
      <dgm:prSet presAssocID="{7D6A4011-C20D-4755-8434-0D5652A9DF4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E9D1802-B8AC-429E-9641-B4B6D379978E}" type="presOf" srcId="{7D6A4011-C20D-4755-8434-0D5652A9DF47}" destId="{E3516C2F-04A8-4D18-8B70-419A2748FD18}" srcOrd="0" destOrd="0" presId="urn:microsoft.com/office/officeart/2005/8/layout/vList2"/>
    <dgm:cxn modelId="{B7EA7712-E637-4E8D-B26D-37AF63A46EFA}" type="presOf" srcId="{6D3B339C-9C7F-4754-BE91-B06E1E8C3128}" destId="{7794C940-0D66-45AA-9B9A-D52D522D3FF8}" srcOrd="0" destOrd="0" presId="urn:microsoft.com/office/officeart/2005/8/layout/vList2"/>
    <dgm:cxn modelId="{22C7AE81-BA52-4B91-8452-72C480E98289}" srcId="{C586931F-ADA4-48D5-8E15-8BC73EFBB29E}" destId="{6D3B339C-9C7F-4754-BE91-B06E1E8C3128}" srcOrd="1" destOrd="0" parTransId="{BA2A7793-CFC2-458A-8116-CC6C92898679}" sibTransId="{D02B65A3-13AA-499A-B673-7A2018D74A53}"/>
    <dgm:cxn modelId="{5DB3BEA6-9DA3-4DD6-A42F-382022A2823D}" type="presOf" srcId="{ABB0D029-DD9E-42C3-86D4-26A3FD9F9E8A}" destId="{64A2503E-C9B5-498D-906E-006CF401CC78}" srcOrd="0" destOrd="0" presId="urn:microsoft.com/office/officeart/2005/8/layout/vList2"/>
    <dgm:cxn modelId="{36CD94AB-7A17-4869-94AD-71DDF98994E1}" type="presOf" srcId="{C586931F-ADA4-48D5-8E15-8BC73EFBB29E}" destId="{D077175E-83D2-453A-9B69-01760F902E59}" srcOrd="0" destOrd="0" presId="urn:microsoft.com/office/officeart/2005/8/layout/vList2"/>
    <dgm:cxn modelId="{ECEFA9E2-D1D2-43CF-8758-EE80B7BBF659}" srcId="{C586931F-ADA4-48D5-8E15-8BC73EFBB29E}" destId="{7D6A4011-C20D-4755-8434-0D5652A9DF47}" srcOrd="2" destOrd="0" parTransId="{3295E085-B364-42F3-9387-DD45CEF8FE0D}" sibTransId="{00DC7867-E6A4-4740-B0CE-CEC9B63BA193}"/>
    <dgm:cxn modelId="{CF77C8EA-161B-4BCA-880E-B1B5533973C6}" srcId="{C586931F-ADA4-48D5-8E15-8BC73EFBB29E}" destId="{ABB0D029-DD9E-42C3-86D4-26A3FD9F9E8A}" srcOrd="0" destOrd="0" parTransId="{78B8CFCB-A47C-425D-AEF2-606FB9E212E5}" sibTransId="{375AEDC3-74DE-4809-AD12-09E1D80BA297}"/>
    <dgm:cxn modelId="{746DC8EF-650E-40D7-8946-5D5C924CBD7D}" type="presParOf" srcId="{D077175E-83D2-453A-9B69-01760F902E59}" destId="{64A2503E-C9B5-498D-906E-006CF401CC78}" srcOrd="0" destOrd="0" presId="urn:microsoft.com/office/officeart/2005/8/layout/vList2"/>
    <dgm:cxn modelId="{0AA4E338-C245-4250-BEEE-CC7F6F143C2D}" type="presParOf" srcId="{D077175E-83D2-453A-9B69-01760F902E59}" destId="{4E90FE98-5EB0-42F7-AD22-444EFC96805F}" srcOrd="1" destOrd="0" presId="urn:microsoft.com/office/officeart/2005/8/layout/vList2"/>
    <dgm:cxn modelId="{BA0C7CDC-ED0F-4B88-82D0-0366856A1DB5}" type="presParOf" srcId="{D077175E-83D2-453A-9B69-01760F902E59}" destId="{7794C940-0D66-45AA-9B9A-D52D522D3FF8}" srcOrd="2" destOrd="0" presId="urn:microsoft.com/office/officeart/2005/8/layout/vList2"/>
    <dgm:cxn modelId="{DA97649A-48EE-48E0-A299-62B98C6B3B70}" type="presParOf" srcId="{D077175E-83D2-453A-9B69-01760F902E59}" destId="{863166F4-9DD4-4F49-85E7-42E8BBD7E7A4}" srcOrd="3" destOrd="0" presId="urn:microsoft.com/office/officeart/2005/8/layout/vList2"/>
    <dgm:cxn modelId="{1F7A3D02-4662-4866-A520-B27E5627AF90}" type="presParOf" srcId="{D077175E-83D2-453A-9B69-01760F902E59}" destId="{E3516C2F-04A8-4D18-8B70-419A2748FD1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53614215-A94D-4FD8-907C-8E6A3121DF6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5456634-0EAD-4928-9E8E-147CE6C07911}">
      <dgm:prSet/>
      <dgm:spPr/>
      <dgm:t>
        <a:bodyPr/>
        <a:lstStyle/>
        <a:p>
          <a:r>
            <a:rPr lang="uk-UA" b="0" i="0"/>
            <a:t>коренізації</a:t>
          </a:r>
          <a:endParaRPr lang="uk-UA"/>
        </a:p>
      </dgm:t>
    </dgm:pt>
    <dgm:pt modelId="{672ED402-25C5-4084-A41C-6E934049E8F5}" type="parTrans" cxnId="{ECEB01C0-F027-4259-B44E-C18871C50741}">
      <dgm:prSet/>
      <dgm:spPr/>
      <dgm:t>
        <a:bodyPr/>
        <a:lstStyle/>
        <a:p>
          <a:endParaRPr lang="uk-UA"/>
        </a:p>
      </dgm:t>
    </dgm:pt>
    <dgm:pt modelId="{11CA1C9B-1779-4F8F-A3EF-9702503FC409}" type="sibTrans" cxnId="{ECEB01C0-F027-4259-B44E-C18871C50741}">
      <dgm:prSet/>
      <dgm:spPr/>
      <dgm:t>
        <a:bodyPr/>
        <a:lstStyle/>
        <a:p>
          <a:endParaRPr lang="uk-UA"/>
        </a:p>
      </dgm:t>
    </dgm:pt>
    <dgm:pt modelId="{AAF11183-35F1-4F2E-ADFA-C9F991C3F3B1}">
      <dgm:prSet/>
      <dgm:spPr/>
      <dgm:t>
        <a:bodyPr/>
        <a:lstStyle/>
        <a:p>
          <a:r>
            <a:rPr lang="uk-UA" b="0" i="0"/>
            <a:t>«воєнного комунізму»</a:t>
          </a:r>
          <a:endParaRPr lang="uk-UA"/>
        </a:p>
      </dgm:t>
    </dgm:pt>
    <dgm:pt modelId="{903878A9-CF3F-4B03-9A5E-9ED5A4FF719E}" type="parTrans" cxnId="{66E7A1F8-6B7D-41FD-A9D9-B59A410EE501}">
      <dgm:prSet/>
      <dgm:spPr/>
      <dgm:t>
        <a:bodyPr/>
        <a:lstStyle/>
        <a:p>
          <a:endParaRPr lang="uk-UA"/>
        </a:p>
      </dgm:t>
    </dgm:pt>
    <dgm:pt modelId="{9A6B28AB-C251-4E52-9171-F620CEC88BCF}" type="sibTrans" cxnId="{66E7A1F8-6B7D-41FD-A9D9-B59A410EE501}">
      <dgm:prSet/>
      <dgm:spPr/>
      <dgm:t>
        <a:bodyPr/>
        <a:lstStyle/>
        <a:p>
          <a:endParaRPr lang="uk-UA"/>
        </a:p>
      </dgm:t>
    </dgm:pt>
    <dgm:pt modelId="{1B3343A2-366F-4BCF-ADE0-CCFDDC54C398}">
      <dgm:prSet/>
      <dgm:spPr/>
      <dgm:t>
        <a:bodyPr/>
        <a:lstStyle/>
        <a:p>
          <a:r>
            <a:rPr lang="uk-UA" b="0" i="0"/>
            <a:t>суцільної колективізації</a:t>
          </a:r>
          <a:endParaRPr lang="uk-UA"/>
        </a:p>
      </dgm:t>
    </dgm:pt>
    <dgm:pt modelId="{3CF311DD-C101-4040-A9FA-B48F4533F209}" type="parTrans" cxnId="{AD914810-C21A-4D3D-BF5F-77181A0B3A2D}">
      <dgm:prSet/>
      <dgm:spPr/>
      <dgm:t>
        <a:bodyPr/>
        <a:lstStyle/>
        <a:p>
          <a:endParaRPr lang="uk-UA"/>
        </a:p>
      </dgm:t>
    </dgm:pt>
    <dgm:pt modelId="{35031F33-FA55-4191-94AD-168FD590AEB2}" type="sibTrans" cxnId="{AD914810-C21A-4D3D-BF5F-77181A0B3A2D}">
      <dgm:prSet/>
      <dgm:spPr/>
      <dgm:t>
        <a:bodyPr/>
        <a:lstStyle/>
        <a:p>
          <a:endParaRPr lang="uk-UA"/>
        </a:p>
      </dgm:t>
    </dgm:pt>
    <dgm:pt modelId="{773B8608-53B5-4D55-A154-72C6799D4F92}">
      <dgm:prSet/>
      <dgm:spPr/>
      <dgm:t>
        <a:bodyPr/>
        <a:lstStyle/>
        <a:p>
          <a:r>
            <a:rPr lang="uk-UA" b="0" i="0"/>
            <a:t>форсованої індустріалізації</a:t>
          </a:r>
          <a:endParaRPr lang="uk-UA"/>
        </a:p>
      </dgm:t>
    </dgm:pt>
    <dgm:pt modelId="{FBE7C269-FC27-43FA-9360-D6C93FDAC7D8}" type="parTrans" cxnId="{16519E5C-6549-4C04-915E-11CCFED7C1B2}">
      <dgm:prSet/>
      <dgm:spPr/>
      <dgm:t>
        <a:bodyPr/>
        <a:lstStyle/>
        <a:p>
          <a:endParaRPr lang="uk-UA"/>
        </a:p>
      </dgm:t>
    </dgm:pt>
    <dgm:pt modelId="{05D10118-ED63-468F-8504-5BEB95A6187B}" type="sibTrans" cxnId="{16519E5C-6549-4C04-915E-11CCFED7C1B2}">
      <dgm:prSet/>
      <dgm:spPr/>
      <dgm:t>
        <a:bodyPr/>
        <a:lstStyle/>
        <a:p>
          <a:endParaRPr lang="uk-UA"/>
        </a:p>
      </dgm:t>
    </dgm:pt>
    <dgm:pt modelId="{C17C2A57-C96C-4D39-ABED-27C028BFD822}" type="pres">
      <dgm:prSet presAssocID="{53614215-A94D-4FD8-907C-8E6A3121DF64}" presName="linear" presStyleCnt="0">
        <dgm:presLayoutVars>
          <dgm:animLvl val="lvl"/>
          <dgm:resizeHandles val="exact"/>
        </dgm:presLayoutVars>
      </dgm:prSet>
      <dgm:spPr/>
    </dgm:pt>
    <dgm:pt modelId="{74A9FBD5-A46A-4102-8DF2-FAD87F404CC7}" type="pres">
      <dgm:prSet presAssocID="{F5456634-0EAD-4928-9E8E-147CE6C0791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E5E7AE3-9446-4A7C-BF0E-EA42EDE0C1ED}" type="pres">
      <dgm:prSet presAssocID="{11CA1C9B-1779-4F8F-A3EF-9702503FC409}" presName="spacer" presStyleCnt="0"/>
      <dgm:spPr/>
    </dgm:pt>
    <dgm:pt modelId="{7CC4AA5A-A1ED-4EF6-812C-E186DBED3760}" type="pres">
      <dgm:prSet presAssocID="{AAF11183-35F1-4F2E-ADFA-C9F991C3F3B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9F38BE0-1269-485C-908A-3160B0791912}" type="pres">
      <dgm:prSet presAssocID="{9A6B28AB-C251-4E52-9171-F620CEC88BCF}" presName="spacer" presStyleCnt="0"/>
      <dgm:spPr/>
    </dgm:pt>
    <dgm:pt modelId="{783AD536-0CA0-4AD4-B395-7ED25CA09541}" type="pres">
      <dgm:prSet presAssocID="{1B3343A2-366F-4BCF-ADE0-CCFDDC54C39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E668B12-A892-4D83-9DE7-248E9383FB53}" type="pres">
      <dgm:prSet presAssocID="{35031F33-FA55-4191-94AD-168FD590AEB2}" presName="spacer" presStyleCnt="0"/>
      <dgm:spPr/>
    </dgm:pt>
    <dgm:pt modelId="{69BF26D3-191D-47D7-84BD-E44BA510790B}" type="pres">
      <dgm:prSet presAssocID="{773B8608-53B5-4D55-A154-72C6799D4F9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D914810-C21A-4D3D-BF5F-77181A0B3A2D}" srcId="{53614215-A94D-4FD8-907C-8E6A3121DF64}" destId="{1B3343A2-366F-4BCF-ADE0-CCFDDC54C398}" srcOrd="2" destOrd="0" parTransId="{3CF311DD-C101-4040-A9FA-B48F4533F209}" sibTransId="{35031F33-FA55-4191-94AD-168FD590AEB2}"/>
    <dgm:cxn modelId="{A9C8FF25-B9EB-4B26-9223-384DF2469045}" type="presOf" srcId="{773B8608-53B5-4D55-A154-72C6799D4F92}" destId="{69BF26D3-191D-47D7-84BD-E44BA510790B}" srcOrd="0" destOrd="0" presId="urn:microsoft.com/office/officeart/2005/8/layout/vList2"/>
    <dgm:cxn modelId="{F2948E5B-4692-47ED-910C-EA4D951FE526}" type="presOf" srcId="{1B3343A2-366F-4BCF-ADE0-CCFDDC54C398}" destId="{783AD536-0CA0-4AD4-B395-7ED25CA09541}" srcOrd="0" destOrd="0" presId="urn:microsoft.com/office/officeart/2005/8/layout/vList2"/>
    <dgm:cxn modelId="{16519E5C-6549-4C04-915E-11CCFED7C1B2}" srcId="{53614215-A94D-4FD8-907C-8E6A3121DF64}" destId="{773B8608-53B5-4D55-A154-72C6799D4F92}" srcOrd="3" destOrd="0" parTransId="{FBE7C269-FC27-43FA-9360-D6C93FDAC7D8}" sibTransId="{05D10118-ED63-468F-8504-5BEB95A6187B}"/>
    <dgm:cxn modelId="{C08C9358-418C-4CC1-ADF7-BB02005F1FF8}" type="presOf" srcId="{F5456634-0EAD-4928-9E8E-147CE6C07911}" destId="{74A9FBD5-A46A-4102-8DF2-FAD87F404CC7}" srcOrd="0" destOrd="0" presId="urn:microsoft.com/office/officeart/2005/8/layout/vList2"/>
    <dgm:cxn modelId="{A4CE3EB7-5556-4FD6-986A-726F45721F13}" type="presOf" srcId="{AAF11183-35F1-4F2E-ADFA-C9F991C3F3B1}" destId="{7CC4AA5A-A1ED-4EF6-812C-E186DBED3760}" srcOrd="0" destOrd="0" presId="urn:microsoft.com/office/officeart/2005/8/layout/vList2"/>
    <dgm:cxn modelId="{ECEB01C0-F027-4259-B44E-C18871C50741}" srcId="{53614215-A94D-4FD8-907C-8E6A3121DF64}" destId="{F5456634-0EAD-4928-9E8E-147CE6C07911}" srcOrd="0" destOrd="0" parTransId="{672ED402-25C5-4084-A41C-6E934049E8F5}" sibTransId="{11CA1C9B-1779-4F8F-A3EF-9702503FC409}"/>
    <dgm:cxn modelId="{66E7A1F8-6B7D-41FD-A9D9-B59A410EE501}" srcId="{53614215-A94D-4FD8-907C-8E6A3121DF64}" destId="{AAF11183-35F1-4F2E-ADFA-C9F991C3F3B1}" srcOrd="1" destOrd="0" parTransId="{903878A9-CF3F-4B03-9A5E-9ED5A4FF719E}" sibTransId="{9A6B28AB-C251-4E52-9171-F620CEC88BCF}"/>
    <dgm:cxn modelId="{730DB0FD-A8C1-40BE-84A4-D0B489558ACF}" type="presOf" srcId="{53614215-A94D-4FD8-907C-8E6A3121DF64}" destId="{C17C2A57-C96C-4D39-ABED-27C028BFD822}" srcOrd="0" destOrd="0" presId="urn:microsoft.com/office/officeart/2005/8/layout/vList2"/>
    <dgm:cxn modelId="{9189E7E9-05C4-49E8-8281-09D62004AFD8}" type="presParOf" srcId="{C17C2A57-C96C-4D39-ABED-27C028BFD822}" destId="{74A9FBD5-A46A-4102-8DF2-FAD87F404CC7}" srcOrd="0" destOrd="0" presId="urn:microsoft.com/office/officeart/2005/8/layout/vList2"/>
    <dgm:cxn modelId="{F746C6AD-44C6-49DA-99CA-062343DE8526}" type="presParOf" srcId="{C17C2A57-C96C-4D39-ABED-27C028BFD822}" destId="{FE5E7AE3-9446-4A7C-BF0E-EA42EDE0C1ED}" srcOrd="1" destOrd="0" presId="urn:microsoft.com/office/officeart/2005/8/layout/vList2"/>
    <dgm:cxn modelId="{75EB9112-56C4-4894-BBA9-3E50139D29AB}" type="presParOf" srcId="{C17C2A57-C96C-4D39-ABED-27C028BFD822}" destId="{7CC4AA5A-A1ED-4EF6-812C-E186DBED3760}" srcOrd="2" destOrd="0" presId="urn:microsoft.com/office/officeart/2005/8/layout/vList2"/>
    <dgm:cxn modelId="{1BD2EE99-77A5-4370-BE6E-FF4594FE0DA4}" type="presParOf" srcId="{C17C2A57-C96C-4D39-ABED-27C028BFD822}" destId="{99F38BE0-1269-485C-908A-3160B0791912}" srcOrd="3" destOrd="0" presId="urn:microsoft.com/office/officeart/2005/8/layout/vList2"/>
    <dgm:cxn modelId="{9B40D3AB-AFA2-486E-8754-544C13CF6F47}" type="presParOf" srcId="{C17C2A57-C96C-4D39-ABED-27C028BFD822}" destId="{783AD536-0CA0-4AD4-B395-7ED25CA09541}" srcOrd="4" destOrd="0" presId="urn:microsoft.com/office/officeart/2005/8/layout/vList2"/>
    <dgm:cxn modelId="{CBE67D99-2C93-4839-86CB-A47033E68FD0}" type="presParOf" srcId="{C17C2A57-C96C-4D39-ABED-27C028BFD822}" destId="{5E668B12-A892-4D83-9DE7-248E9383FB53}" srcOrd="5" destOrd="0" presId="urn:microsoft.com/office/officeart/2005/8/layout/vList2"/>
    <dgm:cxn modelId="{A05310D0-265C-467A-B004-816BC06511A9}" type="presParOf" srcId="{C17C2A57-C96C-4D39-ABED-27C028BFD822}" destId="{69BF26D3-191D-47D7-84BD-E44BA510790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D7ECA27D-FFDB-401F-9959-ACBD8AD676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A4A7582-2138-46E3-A37A-24BF466E6F44}">
      <dgm:prSet/>
      <dgm:spPr/>
      <dgm:t>
        <a:bodyPr/>
        <a:lstStyle/>
        <a:p>
          <a:r>
            <a:rPr lang="uk-UA" b="0" i="0"/>
            <a:t>Плакат створював негативний образ заможного селянства.</a:t>
          </a:r>
          <a:endParaRPr lang="uk-UA"/>
        </a:p>
      </dgm:t>
    </dgm:pt>
    <dgm:pt modelId="{0D67B235-ABB2-42C4-83B5-C705988227BA}" type="parTrans" cxnId="{0E39E4D1-0F2F-440D-8CE0-5BCAA273DB01}">
      <dgm:prSet/>
      <dgm:spPr/>
      <dgm:t>
        <a:bodyPr/>
        <a:lstStyle/>
        <a:p>
          <a:endParaRPr lang="uk-UA"/>
        </a:p>
      </dgm:t>
    </dgm:pt>
    <dgm:pt modelId="{C215303A-80D4-41E8-979F-62AB35190365}" type="sibTrans" cxnId="{0E39E4D1-0F2F-440D-8CE0-5BCAA273DB01}">
      <dgm:prSet/>
      <dgm:spPr/>
      <dgm:t>
        <a:bodyPr/>
        <a:lstStyle/>
        <a:p>
          <a:endParaRPr lang="uk-UA"/>
        </a:p>
      </dgm:t>
    </dgm:pt>
    <dgm:pt modelId="{79EB0A29-E900-458D-9397-B4F30907AD3E}">
      <dgm:prSet/>
      <dgm:spPr/>
      <dgm:t>
        <a:bodyPr/>
        <a:lstStyle/>
        <a:p>
          <a:r>
            <a:rPr lang="uk-UA" b="0" i="0"/>
            <a:t>Появу плаката зумовили негативні наслідки спроби суцільної колективізації в 1929–1930 рр.</a:t>
          </a:r>
          <a:endParaRPr lang="uk-UA"/>
        </a:p>
      </dgm:t>
    </dgm:pt>
    <dgm:pt modelId="{DBF93DE9-7E5B-4B39-B21A-BD77783D9392}" type="parTrans" cxnId="{DA13B3EB-2048-4EF5-8534-07D0BA1CC496}">
      <dgm:prSet/>
      <dgm:spPr/>
      <dgm:t>
        <a:bodyPr/>
        <a:lstStyle/>
        <a:p>
          <a:endParaRPr lang="uk-UA"/>
        </a:p>
      </dgm:t>
    </dgm:pt>
    <dgm:pt modelId="{0E43CEE8-6B17-49FF-B583-E4851A80C4FC}" type="sibTrans" cxnId="{DA13B3EB-2048-4EF5-8534-07D0BA1CC496}">
      <dgm:prSet/>
      <dgm:spPr/>
      <dgm:t>
        <a:bodyPr/>
        <a:lstStyle/>
        <a:p>
          <a:endParaRPr lang="uk-UA"/>
        </a:p>
      </dgm:t>
    </dgm:pt>
    <dgm:pt modelId="{EDDC41DD-FD47-4E07-8EAC-5130FC306BF8}">
      <dgm:prSet/>
      <dgm:spPr/>
      <dgm:t>
        <a:bodyPr/>
        <a:lstStyle/>
        <a:p>
          <a:r>
            <a:rPr lang="uk-UA" b="0" i="0"/>
            <a:t>Плакат закликав до впровадження політики «воєнного комунізму».</a:t>
          </a:r>
          <a:endParaRPr lang="uk-UA"/>
        </a:p>
      </dgm:t>
    </dgm:pt>
    <dgm:pt modelId="{02D92EAC-5DA4-484C-B8FF-E56E03E8A108}" type="parTrans" cxnId="{3C598415-7627-4B18-8147-87E3B59F1EB3}">
      <dgm:prSet/>
      <dgm:spPr/>
      <dgm:t>
        <a:bodyPr/>
        <a:lstStyle/>
        <a:p>
          <a:endParaRPr lang="uk-UA"/>
        </a:p>
      </dgm:t>
    </dgm:pt>
    <dgm:pt modelId="{533163BE-7783-4358-80B4-DDED73B47140}" type="sibTrans" cxnId="{3C598415-7627-4B18-8147-87E3B59F1EB3}">
      <dgm:prSet/>
      <dgm:spPr/>
      <dgm:t>
        <a:bodyPr/>
        <a:lstStyle/>
        <a:p>
          <a:endParaRPr lang="uk-UA"/>
        </a:p>
      </dgm:t>
    </dgm:pt>
    <dgm:pt modelId="{DD27650F-96B8-4CB7-9FA8-5E8FB5C8C51A}">
      <dgm:prSet/>
      <dgm:spPr/>
      <dgm:t>
        <a:bodyPr/>
        <a:lstStyle/>
        <a:p>
          <a:r>
            <a:rPr lang="uk-UA" b="0" i="0"/>
            <a:t>Плакат агітував за усуспільнення індивідуальної власності селян.</a:t>
          </a:r>
          <a:endParaRPr lang="uk-UA"/>
        </a:p>
      </dgm:t>
    </dgm:pt>
    <dgm:pt modelId="{FA4CF6DD-25F2-4E02-AA03-9E0FB2F0E35E}" type="parTrans" cxnId="{B2775419-9868-4DD9-8581-B3D0DD2CBEE4}">
      <dgm:prSet/>
      <dgm:spPr/>
      <dgm:t>
        <a:bodyPr/>
        <a:lstStyle/>
        <a:p>
          <a:endParaRPr lang="uk-UA"/>
        </a:p>
      </dgm:t>
    </dgm:pt>
    <dgm:pt modelId="{56DA484F-530F-4688-9C84-003A31A85BAE}" type="sibTrans" cxnId="{B2775419-9868-4DD9-8581-B3D0DD2CBEE4}">
      <dgm:prSet/>
      <dgm:spPr/>
      <dgm:t>
        <a:bodyPr/>
        <a:lstStyle/>
        <a:p>
          <a:endParaRPr lang="uk-UA"/>
        </a:p>
      </dgm:t>
    </dgm:pt>
    <dgm:pt modelId="{08D1DDCA-978A-4EC0-BD8F-FFEAB48D09E6}">
      <dgm:prSet/>
      <dgm:spPr/>
      <dgm:t>
        <a:bodyPr/>
        <a:lstStyle/>
        <a:p>
          <a:r>
            <a:rPr lang="uk-UA" b="0" i="0"/>
            <a:t>Поява плаката свідчила про неспроможність влади подолати наслідки голоду 1921–1923 рр.</a:t>
          </a:r>
          <a:endParaRPr lang="uk-UA"/>
        </a:p>
      </dgm:t>
    </dgm:pt>
    <dgm:pt modelId="{A46FB334-2184-4EEB-8CE5-08244677A859}" type="parTrans" cxnId="{7E6BF03B-E186-47CB-B593-4C6FB475C8F8}">
      <dgm:prSet/>
      <dgm:spPr/>
      <dgm:t>
        <a:bodyPr/>
        <a:lstStyle/>
        <a:p>
          <a:endParaRPr lang="uk-UA"/>
        </a:p>
      </dgm:t>
    </dgm:pt>
    <dgm:pt modelId="{940280F3-F908-44BB-96D0-8E0D381E60B8}" type="sibTrans" cxnId="{7E6BF03B-E186-47CB-B593-4C6FB475C8F8}">
      <dgm:prSet/>
      <dgm:spPr/>
      <dgm:t>
        <a:bodyPr/>
        <a:lstStyle/>
        <a:p>
          <a:endParaRPr lang="uk-UA"/>
        </a:p>
      </dgm:t>
    </dgm:pt>
    <dgm:pt modelId="{D09ED764-CB58-483C-8BD6-807D512AA5C5}">
      <dgm:prSet/>
      <dgm:spPr/>
      <dgm:t>
        <a:bodyPr/>
        <a:lstStyle/>
        <a:p>
          <a:r>
            <a:rPr lang="uk-UA" b="0" i="0"/>
            <a:t>Плакат агітував за соціалістичне змагання виробничих бригад на селі.</a:t>
          </a:r>
          <a:endParaRPr lang="uk-UA"/>
        </a:p>
      </dgm:t>
    </dgm:pt>
    <dgm:pt modelId="{92771094-C29D-43DA-B971-075213F9E778}" type="parTrans" cxnId="{A12154A9-7EBA-4C85-B8C8-3BEE1C56D293}">
      <dgm:prSet/>
      <dgm:spPr/>
      <dgm:t>
        <a:bodyPr/>
        <a:lstStyle/>
        <a:p>
          <a:endParaRPr lang="uk-UA"/>
        </a:p>
      </dgm:t>
    </dgm:pt>
    <dgm:pt modelId="{63EAF6B3-D090-4389-A1FB-2BAF5B463574}" type="sibTrans" cxnId="{A12154A9-7EBA-4C85-B8C8-3BEE1C56D293}">
      <dgm:prSet/>
      <dgm:spPr/>
      <dgm:t>
        <a:bodyPr/>
        <a:lstStyle/>
        <a:p>
          <a:endParaRPr lang="uk-UA"/>
        </a:p>
      </dgm:t>
    </dgm:pt>
    <dgm:pt modelId="{0C4EEEB2-9126-410F-BBB1-FF44D9ED7419}">
      <dgm:prSet/>
      <dgm:spPr/>
      <dgm:t>
        <a:bodyPr/>
        <a:lstStyle/>
        <a:p>
          <a:r>
            <a:rPr lang="uk-UA" b="0" i="0"/>
            <a:t>Поява плаката засвідчила провал заходів із хлібозаготівлі 1927–1928 рр.</a:t>
          </a:r>
          <a:endParaRPr lang="uk-UA"/>
        </a:p>
      </dgm:t>
    </dgm:pt>
    <dgm:pt modelId="{EB4514B2-6262-4794-A50D-8A83FCEA5061}" type="parTrans" cxnId="{5AE8BB9E-0513-490F-9404-926F36426734}">
      <dgm:prSet/>
      <dgm:spPr/>
      <dgm:t>
        <a:bodyPr/>
        <a:lstStyle/>
        <a:p>
          <a:endParaRPr lang="uk-UA"/>
        </a:p>
      </dgm:t>
    </dgm:pt>
    <dgm:pt modelId="{54C625B8-7835-43AF-9429-66C82139D5FD}" type="sibTrans" cxnId="{5AE8BB9E-0513-490F-9404-926F36426734}">
      <dgm:prSet/>
      <dgm:spPr/>
      <dgm:t>
        <a:bodyPr/>
        <a:lstStyle/>
        <a:p>
          <a:endParaRPr lang="uk-UA"/>
        </a:p>
      </dgm:t>
    </dgm:pt>
    <dgm:pt modelId="{06A599C1-D38C-4CF6-8B6D-A8A24102B2D9}" type="pres">
      <dgm:prSet presAssocID="{D7ECA27D-FFDB-401F-9959-ACBD8AD676B9}" presName="linear" presStyleCnt="0">
        <dgm:presLayoutVars>
          <dgm:animLvl val="lvl"/>
          <dgm:resizeHandles val="exact"/>
        </dgm:presLayoutVars>
      </dgm:prSet>
      <dgm:spPr/>
    </dgm:pt>
    <dgm:pt modelId="{1ED3ECAF-614B-44E2-B534-EE2289E74444}" type="pres">
      <dgm:prSet presAssocID="{0A4A7582-2138-46E3-A37A-24BF466E6F44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1DD5C5B3-0E04-4C4F-AE4E-2AAAAB26D9AB}" type="pres">
      <dgm:prSet presAssocID="{C215303A-80D4-41E8-979F-62AB35190365}" presName="spacer" presStyleCnt="0"/>
      <dgm:spPr/>
    </dgm:pt>
    <dgm:pt modelId="{47277602-768F-416E-8213-AC8157CC3545}" type="pres">
      <dgm:prSet presAssocID="{79EB0A29-E900-458D-9397-B4F30907AD3E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00ACED24-9A74-4DFB-BCA5-1F394E382217}" type="pres">
      <dgm:prSet presAssocID="{0E43CEE8-6B17-49FF-B583-E4851A80C4FC}" presName="spacer" presStyleCnt="0"/>
      <dgm:spPr/>
    </dgm:pt>
    <dgm:pt modelId="{570CCDC4-2402-4A12-BDB4-2FD5B65D566E}" type="pres">
      <dgm:prSet presAssocID="{EDDC41DD-FD47-4E07-8EAC-5130FC306BF8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972BD65C-CF35-4DF8-8118-25A16B904878}" type="pres">
      <dgm:prSet presAssocID="{533163BE-7783-4358-80B4-DDED73B47140}" presName="spacer" presStyleCnt="0"/>
      <dgm:spPr/>
    </dgm:pt>
    <dgm:pt modelId="{3A429DCA-ECBA-410F-A271-B56D6C22D8DE}" type="pres">
      <dgm:prSet presAssocID="{DD27650F-96B8-4CB7-9FA8-5E8FB5C8C51A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85CE6E6F-38BD-44F0-A2E3-52409EA2D4C9}" type="pres">
      <dgm:prSet presAssocID="{56DA484F-530F-4688-9C84-003A31A85BAE}" presName="spacer" presStyleCnt="0"/>
      <dgm:spPr/>
    </dgm:pt>
    <dgm:pt modelId="{FF199B2D-F21F-40AC-8181-B3E0C09925E5}" type="pres">
      <dgm:prSet presAssocID="{08D1DDCA-978A-4EC0-BD8F-FFEAB48D09E6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CDBEFD5E-4092-4772-AE6F-33B2BCED5131}" type="pres">
      <dgm:prSet presAssocID="{940280F3-F908-44BB-96D0-8E0D381E60B8}" presName="spacer" presStyleCnt="0"/>
      <dgm:spPr/>
    </dgm:pt>
    <dgm:pt modelId="{D361486E-23C7-4219-A505-77EB8FCF92E0}" type="pres">
      <dgm:prSet presAssocID="{D09ED764-CB58-483C-8BD6-807D512AA5C5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C7A9C284-2480-479F-A920-09947ACE166F}" type="pres">
      <dgm:prSet presAssocID="{63EAF6B3-D090-4389-A1FB-2BAF5B463574}" presName="spacer" presStyleCnt="0"/>
      <dgm:spPr/>
    </dgm:pt>
    <dgm:pt modelId="{E6943F58-E991-4E96-B9B8-DDC60B9F7F2B}" type="pres">
      <dgm:prSet presAssocID="{0C4EEEB2-9126-410F-BBB1-FF44D9ED7419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3C598415-7627-4B18-8147-87E3B59F1EB3}" srcId="{D7ECA27D-FFDB-401F-9959-ACBD8AD676B9}" destId="{EDDC41DD-FD47-4E07-8EAC-5130FC306BF8}" srcOrd="2" destOrd="0" parTransId="{02D92EAC-5DA4-484C-B8FF-E56E03E8A108}" sibTransId="{533163BE-7783-4358-80B4-DDED73B47140}"/>
    <dgm:cxn modelId="{B2775419-9868-4DD9-8581-B3D0DD2CBEE4}" srcId="{D7ECA27D-FFDB-401F-9959-ACBD8AD676B9}" destId="{DD27650F-96B8-4CB7-9FA8-5E8FB5C8C51A}" srcOrd="3" destOrd="0" parTransId="{FA4CF6DD-25F2-4E02-AA03-9E0FB2F0E35E}" sibTransId="{56DA484F-530F-4688-9C84-003A31A85BAE}"/>
    <dgm:cxn modelId="{7E6BF03B-E186-47CB-B593-4C6FB475C8F8}" srcId="{D7ECA27D-FFDB-401F-9959-ACBD8AD676B9}" destId="{08D1DDCA-978A-4EC0-BD8F-FFEAB48D09E6}" srcOrd="4" destOrd="0" parTransId="{A46FB334-2184-4EEB-8CE5-08244677A859}" sibTransId="{940280F3-F908-44BB-96D0-8E0D381E60B8}"/>
    <dgm:cxn modelId="{AE8E7444-1441-4C51-986E-927ED254251B}" type="presOf" srcId="{08D1DDCA-978A-4EC0-BD8F-FFEAB48D09E6}" destId="{FF199B2D-F21F-40AC-8181-B3E0C09925E5}" srcOrd="0" destOrd="0" presId="urn:microsoft.com/office/officeart/2005/8/layout/vList2"/>
    <dgm:cxn modelId="{F771816C-6F47-41E0-9369-0BAB726DF421}" type="presOf" srcId="{0C4EEEB2-9126-410F-BBB1-FF44D9ED7419}" destId="{E6943F58-E991-4E96-B9B8-DDC60B9F7F2B}" srcOrd="0" destOrd="0" presId="urn:microsoft.com/office/officeart/2005/8/layout/vList2"/>
    <dgm:cxn modelId="{93ADFB71-1023-456E-AB05-2C85792AF63A}" type="presOf" srcId="{EDDC41DD-FD47-4E07-8EAC-5130FC306BF8}" destId="{570CCDC4-2402-4A12-BDB4-2FD5B65D566E}" srcOrd="0" destOrd="0" presId="urn:microsoft.com/office/officeart/2005/8/layout/vList2"/>
    <dgm:cxn modelId="{62974C73-3C54-4E24-B77B-FE749E7F072A}" type="presOf" srcId="{0A4A7582-2138-46E3-A37A-24BF466E6F44}" destId="{1ED3ECAF-614B-44E2-B534-EE2289E74444}" srcOrd="0" destOrd="0" presId="urn:microsoft.com/office/officeart/2005/8/layout/vList2"/>
    <dgm:cxn modelId="{3007AD85-9A29-4C2D-AF88-93F3ADA86828}" type="presOf" srcId="{D7ECA27D-FFDB-401F-9959-ACBD8AD676B9}" destId="{06A599C1-D38C-4CF6-8B6D-A8A24102B2D9}" srcOrd="0" destOrd="0" presId="urn:microsoft.com/office/officeart/2005/8/layout/vList2"/>
    <dgm:cxn modelId="{5AE8BB9E-0513-490F-9404-926F36426734}" srcId="{D7ECA27D-FFDB-401F-9959-ACBD8AD676B9}" destId="{0C4EEEB2-9126-410F-BBB1-FF44D9ED7419}" srcOrd="6" destOrd="0" parTransId="{EB4514B2-6262-4794-A50D-8A83FCEA5061}" sibTransId="{54C625B8-7835-43AF-9429-66C82139D5FD}"/>
    <dgm:cxn modelId="{A12154A9-7EBA-4C85-B8C8-3BEE1C56D293}" srcId="{D7ECA27D-FFDB-401F-9959-ACBD8AD676B9}" destId="{D09ED764-CB58-483C-8BD6-807D512AA5C5}" srcOrd="5" destOrd="0" parTransId="{92771094-C29D-43DA-B971-075213F9E778}" sibTransId="{63EAF6B3-D090-4389-A1FB-2BAF5B463574}"/>
    <dgm:cxn modelId="{E24B2EC5-3324-4ED6-8EDD-496C4E69D278}" type="presOf" srcId="{79EB0A29-E900-458D-9397-B4F30907AD3E}" destId="{47277602-768F-416E-8213-AC8157CC3545}" srcOrd="0" destOrd="0" presId="urn:microsoft.com/office/officeart/2005/8/layout/vList2"/>
    <dgm:cxn modelId="{0E39E4D1-0F2F-440D-8CE0-5BCAA273DB01}" srcId="{D7ECA27D-FFDB-401F-9959-ACBD8AD676B9}" destId="{0A4A7582-2138-46E3-A37A-24BF466E6F44}" srcOrd="0" destOrd="0" parTransId="{0D67B235-ABB2-42C4-83B5-C705988227BA}" sibTransId="{C215303A-80D4-41E8-979F-62AB35190365}"/>
    <dgm:cxn modelId="{0A573FD6-3A56-4892-A91B-37E8AD8532DC}" type="presOf" srcId="{D09ED764-CB58-483C-8BD6-807D512AA5C5}" destId="{D361486E-23C7-4219-A505-77EB8FCF92E0}" srcOrd="0" destOrd="0" presId="urn:microsoft.com/office/officeart/2005/8/layout/vList2"/>
    <dgm:cxn modelId="{D5DFE5E4-3620-4FBD-9B3D-B1F5FB15BCFC}" type="presOf" srcId="{DD27650F-96B8-4CB7-9FA8-5E8FB5C8C51A}" destId="{3A429DCA-ECBA-410F-A271-B56D6C22D8DE}" srcOrd="0" destOrd="0" presId="urn:microsoft.com/office/officeart/2005/8/layout/vList2"/>
    <dgm:cxn modelId="{DA13B3EB-2048-4EF5-8534-07D0BA1CC496}" srcId="{D7ECA27D-FFDB-401F-9959-ACBD8AD676B9}" destId="{79EB0A29-E900-458D-9397-B4F30907AD3E}" srcOrd="1" destOrd="0" parTransId="{DBF93DE9-7E5B-4B39-B21A-BD77783D9392}" sibTransId="{0E43CEE8-6B17-49FF-B583-E4851A80C4FC}"/>
    <dgm:cxn modelId="{6F74250D-8592-45FE-89C5-752E9FE96A05}" type="presParOf" srcId="{06A599C1-D38C-4CF6-8B6D-A8A24102B2D9}" destId="{1ED3ECAF-614B-44E2-B534-EE2289E74444}" srcOrd="0" destOrd="0" presId="urn:microsoft.com/office/officeart/2005/8/layout/vList2"/>
    <dgm:cxn modelId="{37004127-2976-447E-8DF9-2CF093355DA1}" type="presParOf" srcId="{06A599C1-D38C-4CF6-8B6D-A8A24102B2D9}" destId="{1DD5C5B3-0E04-4C4F-AE4E-2AAAAB26D9AB}" srcOrd="1" destOrd="0" presId="urn:microsoft.com/office/officeart/2005/8/layout/vList2"/>
    <dgm:cxn modelId="{55E2A440-2A7F-4215-B03E-40009F85AEC6}" type="presParOf" srcId="{06A599C1-D38C-4CF6-8B6D-A8A24102B2D9}" destId="{47277602-768F-416E-8213-AC8157CC3545}" srcOrd="2" destOrd="0" presId="urn:microsoft.com/office/officeart/2005/8/layout/vList2"/>
    <dgm:cxn modelId="{CF0AA119-7D04-41D3-A240-D3BAB4BC4325}" type="presParOf" srcId="{06A599C1-D38C-4CF6-8B6D-A8A24102B2D9}" destId="{00ACED24-9A74-4DFB-BCA5-1F394E382217}" srcOrd="3" destOrd="0" presId="urn:microsoft.com/office/officeart/2005/8/layout/vList2"/>
    <dgm:cxn modelId="{26A33F3B-AEB6-4969-94FA-E08531185228}" type="presParOf" srcId="{06A599C1-D38C-4CF6-8B6D-A8A24102B2D9}" destId="{570CCDC4-2402-4A12-BDB4-2FD5B65D566E}" srcOrd="4" destOrd="0" presId="urn:microsoft.com/office/officeart/2005/8/layout/vList2"/>
    <dgm:cxn modelId="{22E153F2-86B6-476C-8A19-BFDD14884486}" type="presParOf" srcId="{06A599C1-D38C-4CF6-8B6D-A8A24102B2D9}" destId="{972BD65C-CF35-4DF8-8118-25A16B904878}" srcOrd="5" destOrd="0" presId="urn:microsoft.com/office/officeart/2005/8/layout/vList2"/>
    <dgm:cxn modelId="{5833D2C8-55C5-459B-B65F-D3B7D9CC088D}" type="presParOf" srcId="{06A599C1-D38C-4CF6-8B6D-A8A24102B2D9}" destId="{3A429DCA-ECBA-410F-A271-B56D6C22D8DE}" srcOrd="6" destOrd="0" presId="urn:microsoft.com/office/officeart/2005/8/layout/vList2"/>
    <dgm:cxn modelId="{ADA541B6-1BEA-4D50-AF00-0140C7811614}" type="presParOf" srcId="{06A599C1-D38C-4CF6-8B6D-A8A24102B2D9}" destId="{85CE6E6F-38BD-44F0-A2E3-52409EA2D4C9}" srcOrd="7" destOrd="0" presId="urn:microsoft.com/office/officeart/2005/8/layout/vList2"/>
    <dgm:cxn modelId="{9ABCC6AF-CBC0-4575-8C57-0EBE0E4065C5}" type="presParOf" srcId="{06A599C1-D38C-4CF6-8B6D-A8A24102B2D9}" destId="{FF199B2D-F21F-40AC-8181-B3E0C09925E5}" srcOrd="8" destOrd="0" presId="urn:microsoft.com/office/officeart/2005/8/layout/vList2"/>
    <dgm:cxn modelId="{7FA7D070-AC64-4402-8CEA-5940263971E2}" type="presParOf" srcId="{06A599C1-D38C-4CF6-8B6D-A8A24102B2D9}" destId="{CDBEFD5E-4092-4772-AE6F-33B2BCED5131}" srcOrd="9" destOrd="0" presId="urn:microsoft.com/office/officeart/2005/8/layout/vList2"/>
    <dgm:cxn modelId="{3DB30C96-73E1-4D05-B88F-AA4EC1966D9D}" type="presParOf" srcId="{06A599C1-D38C-4CF6-8B6D-A8A24102B2D9}" destId="{D361486E-23C7-4219-A505-77EB8FCF92E0}" srcOrd="10" destOrd="0" presId="urn:microsoft.com/office/officeart/2005/8/layout/vList2"/>
    <dgm:cxn modelId="{16AE9E1E-5AFC-4200-BAEB-8AC698BF6B70}" type="presParOf" srcId="{06A599C1-D38C-4CF6-8B6D-A8A24102B2D9}" destId="{C7A9C284-2480-479F-A920-09947ACE166F}" srcOrd="11" destOrd="0" presId="urn:microsoft.com/office/officeart/2005/8/layout/vList2"/>
    <dgm:cxn modelId="{7D36F112-5423-4A6C-BAC1-7C9908A19F12}" type="presParOf" srcId="{06A599C1-D38C-4CF6-8B6D-A8A24102B2D9}" destId="{E6943F58-E991-4E96-B9B8-DDC60B9F7F2B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E024E945-D266-4D41-AC6B-F5CDEE21786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1C447E6-AF6D-40B1-9ADA-A9051C8CA336}">
      <dgm:prSet/>
      <dgm:spPr/>
      <dgm:t>
        <a:bodyPr/>
        <a:lstStyle/>
        <a:p>
          <a:r>
            <a:rPr lang="uk-UA" b="0" i="0"/>
            <a:t>ліквідації "куркулів" і "підкуркульників", виселення решти селян до Сибіру.</a:t>
          </a:r>
          <a:endParaRPr lang="uk-UA"/>
        </a:p>
      </dgm:t>
    </dgm:pt>
    <dgm:pt modelId="{B2ABA6AE-2EDF-4948-8DAE-E99CA763BDC6}" type="parTrans" cxnId="{9ECA1275-44C5-4C1F-8AC3-0AAE5EFDEDDA}">
      <dgm:prSet/>
      <dgm:spPr/>
      <dgm:t>
        <a:bodyPr/>
        <a:lstStyle/>
        <a:p>
          <a:endParaRPr lang="uk-UA"/>
        </a:p>
      </dgm:t>
    </dgm:pt>
    <dgm:pt modelId="{9C5DB73D-4847-4916-830A-4A7639B70383}" type="sibTrans" cxnId="{9ECA1275-44C5-4C1F-8AC3-0AAE5EFDEDDA}">
      <dgm:prSet/>
      <dgm:spPr/>
      <dgm:t>
        <a:bodyPr/>
        <a:lstStyle/>
        <a:p>
          <a:endParaRPr lang="uk-UA"/>
        </a:p>
      </dgm:t>
    </dgm:pt>
    <dgm:pt modelId="{81AF75AB-06E3-4C60-8395-ADCC472E13C4}">
      <dgm:prSet/>
      <dgm:spPr/>
      <dgm:t>
        <a:bodyPr/>
        <a:lstStyle/>
        <a:p>
          <a:r>
            <a:rPr lang="uk-UA" b="0" i="0"/>
            <a:t>конфіскації всього продовольства й посівного фонду, припинення постачання товарів.</a:t>
          </a:r>
          <a:endParaRPr lang="uk-UA"/>
        </a:p>
      </dgm:t>
    </dgm:pt>
    <dgm:pt modelId="{8227BBF8-9BA4-4EF2-9D69-87643CB02F33}" type="parTrans" cxnId="{11D455C6-0045-49A5-8BB0-1F57AB2F8235}">
      <dgm:prSet/>
      <dgm:spPr/>
      <dgm:t>
        <a:bodyPr/>
        <a:lstStyle/>
        <a:p>
          <a:endParaRPr lang="uk-UA"/>
        </a:p>
      </dgm:t>
    </dgm:pt>
    <dgm:pt modelId="{B593E15A-0D8B-4D14-A924-DD1A1F6C974E}" type="sibTrans" cxnId="{11D455C6-0045-49A5-8BB0-1F57AB2F8235}">
      <dgm:prSet/>
      <dgm:spPr/>
      <dgm:t>
        <a:bodyPr/>
        <a:lstStyle/>
        <a:p>
          <a:endParaRPr lang="uk-UA"/>
        </a:p>
      </dgm:t>
    </dgm:pt>
    <dgm:pt modelId="{0F3D2F17-9C60-4C2D-9441-1FE37733AE9C}">
      <dgm:prSet/>
      <dgm:spPr/>
      <dgm:t>
        <a:bodyPr/>
        <a:lstStyle/>
        <a:p>
          <a:r>
            <a:rPr lang="uk-UA" b="0" i="0"/>
            <a:t>надання екстреної продовольчої допомоги членам колгоспу за рахунок селян-одноосібників.</a:t>
          </a:r>
          <a:endParaRPr lang="uk-UA"/>
        </a:p>
      </dgm:t>
    </dgm:pt>
    <dgm:pt modelId="{7EA47ABC-FC51-4720-A025-A39A9F4C5138}" type="parTrans" cxnId="{3EC258C7-4E8D-402D-A56F-F0A3A0F77BA2}">
      <dgm:prSet/>
      <dgm:spPr/>
      <dgm:t>
        <a:bodyPr/>
        <a:lstStyle/>
        <a:p>
          <a:endParaRPr lang="uk-UA"/>
        </a:p>
      </dgm:t>
    </dgm:pt>
    <dgm:pt modelId="{89CBCD3B-B6B3-49C2-B62B-BBE9B75C17BE}" type="sibTrans" cxnId="{3EC258C7-4E8D-402D-A56F-F0A3A0F77BA2}">
      <dgm:prSet/>
      <dgm:spPr/>
      <dgm:t>
        <a:bodyPr/>
        <a:lstStyle/>
        <a:p>
          <a:endParaRPr lang="uk-UA"/>
        </a:p>
      </dgm:t>
    </dgm:pt>
    <dgm:pt modelId="{1ADC2CF8-82CC-407B-A5DD-1878B3709C15}">
      <dgm:prSet/>
      <dgm:spPr/>
      <dgm:t>
        <a:bodyPr/>
        <a:lstStyle/>
        <a:p>
          <a:r>
            <a:rPr lang="uk-UA" b="0" i="0"/>
            <a:t>вилучення господарського реманенту та примусове відправлення колгоспників на промислові новобудови.</a:t>
          </a:r>
          <a:endParaRPr lang="uk-UA"/>
        </a:p>
      </dgm:t>
    </dgm:pt>
    <dgm:pt modelId="{42CA500F-E079-46D7-90B8-DC73066CD2E4}" type="parTrans" cxnId="{E11FF1E8-15D0-410E-B285-4DF5C217CE06}">
      <dgm:prSet/>
      <dgm:spPr/>
      <dgm:t>
        <a:bodyPr/>
        <a:lstStyle/>
        <a:p>
          <a:endParaRPr lang="uk-UA"/>
        </a:p>
      </dgm:t>
    </dgm:pt>
    <dgm:pt modelId="{370C88C5-1F2C-457C-B076-F55D0635A54C}" type="sibTrans" cxnId="{E11FF1E8-15D0-410E-B285-4DF5C217CE06}">
      <dgm:prSet/>
      <dgm:spPr/>
      <dgm:t>
        <a:bodyPr/>
        <a:lstStyle/>
        <a:p>
          <a:endParaRPr lang="uk-UA"/>
        </a:p>
      </dgm:t>
    </dgm:pt>
    <dgm:pt modelId="{E7A72337-597F-4888-9EB6-2EE12A44A5DB}" type="pres">
      <dgm:prSet presAssocID="{E024E945-D266-4D41-AC6B-F5CDEE217863}" presName="linear" presStyleCnt="0">
        <dgm:presLayoutVars>
          <dgm:animLvl val="lvl"/>
          <dgm:resizeHandles val="exact"/>
        </dgm:presLayoutVars>
      </dgm:prSet>
      <dgm:spPr/>
    </dgm:pt>
    <dgm:pt modelId="{13D9B14C-FBF4-4D41-8454-59381071AB91}" type="pres">
      <dgm:prSet presAssocID="{31C447E6-AF6D-40B1-9ADA-A9051C8CA33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6A5893E-FB7C-41BA-8A5C-A15E53EC1449}" type="pres">
      <dgm:prSet presAssocID="{9C5DB73D-4847-4916-830A-4A7639B70383}" presName="spacer" presStyleCnt="0"/>
      <dgm:spPr/>
    </dgm:pt>
    <dgm:pt modelId="{0DE85D1B-119F-47A6-992C-5B35DD85CF1E}" type="pres">
      <dgm:prSet presAssocID="{81AF75AB-06E3-4C60-8395-ADCC472E13C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37761ED-E940-4045-B897-7A5927126EF1}" type="pres">
      <dgm:prSet presAssocID="{B593E15A-0D8B-4D14-A924-DD1A1F6C974E}" presName="spacer" presStyleCnt="0"/>
      <dgm:spPr/>
    </dgm:pt>
    <dgm:pt modelId="{21661CDB-8B1C-4750-B00B-A6C6362BDBD2}" type="pres">
      <dgm:prSet presAssocID="{0F3D2F17-9C60-4C2D-9441-1FE37733AE9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11DB7A9-0293-4504-9773-18D8F52D2775}" type="pres">
      <dgm:prSet presAssocID="{89CBCD3B-B6B3-49C2-B62B-BBE9B75C17BE}" presName="spacer" presStyleCnt="0"/>
      <dgm:spPr/>
    </dgm:pt>
    <dgm:pt modelId="{2D24EA46-B9FD-4745-92FE-B85A82B9FFAF}" type="pres">
      <dgm:prSet presAssocID="{1ADC2CF8-82CC-407B-A5DD-1878B3709C1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520B105-C779-4885-A9D8-4BE884E9BB8A}" type="presOf" srcId="{81AF75AB-06E3-4C60-8395-ADCC472E13C4}" destId="{0DE85D1B-119F-47A6-992C-5B35DD85CF1E}" srcOrd="0" destOrd="0" presId="urn:microsoft.com/office/officeart/2005/8/layout/vList2"/>
    <dgm:cxn modelId="{262A7D0A-9E8D-43CC-9CFD-1575F309FAFC}" type="presOf" srcId="{E024E945-D266-4D41-AC6B-F5CDEE217863}" destId="{E7A72337-597F-4888-9EB6-2EE12A44A5DB}" srcOrd="0" destOrd="0" presId="urn:microsoft.com/office/officeart/2005/8/layout/vList2"/>
    <dgm:cxn modelId="{9CE0B972-AF9A-4875-929B-4B4C8D5FEA68}" type="presOf" srcId="{31C447E6-AF6D-40B1-9ADA-A9051C8CA336}" destId="{13D9B14C-FBF4-4D41-8454-59381071AB91}" srcOrd="0" destOrd="0" presId="urn:microsoft.com/office/officeart/2005/8/layout/vList2"/>
    <dgm:cxn modelId="{9ECA1275-44C5-4C1F-8AC3-0AAE5EFDEDDA}" srcId="{E024E945-D266-4D41-AC6B-F5CDEE217863}" destId="{31C447E6-AF6D-40B1-9ADA-A9051C8CA336}" srcOrd="0" destOrd="0" parTransId="{B2ABA6AE-2EDF-4948-8DAE-E99CA763BDC6}" sibTransId="{9C5DB73D-4847-4916-830A-4A7639B70383}"/>
    <dgm:cxn modelId="{3557FDA7-4C6A-4181-AF33-F46A27450018}" type="presOf" srcId="{0F3D2F17-9C60-4C2D-9441-1FE37733AE9C}" destId="{21661CDB-8B1C-4750-B00B-A6C6362BDBD2}" srcOrd="0" destOrd="0" presId="urn:microsoft.com/office/officeart/2005/8/layout/vList2"/>
    <dgm:cxn modelId="{11D455C6-0045-49A5-8BB0-1F57AB2F8235}" srcId="{E024E945-D266-4D41-AC6B-F5CDEE217863}" destId="{81AF75AB-06E3-4C60-8395-ADCC472E13C4}" srcOrd="1" destOrd="0" parTransId="{8227BBF8-9BA4-4EF2-9D69-87643CB02F33}" sibTransId="{B593E15A-0D8B-4D14-A924-DD1A1F6C974E}"/>
    <dgm:cxn modelId="{3EC258C7-4E8D-402D-A56F-F0A3A0F77BA2}" srcId="{E024E945-D266-4D41-AC6B-F5CDEE217863}" destId="{0F3D2F17-9C60-4C2D-9441-1FE37733AE9C}" srcOrd="2" destOrd="0" parTransId="{7EA47ABC-FC51-4720-A025-A39A9F4C5138}" sibTransId="{89CBCD3B-B6B3-49C2-B62B-BBE9B75C17BE}"/>
    <dgm:cxn modelId="{E11FF1E8-15D0-410E-B285-4DF5C217CE06}" srcId="{E024E945-D266-4D41-AC6B-F5CDEE217863}" destId="{1ADC2CF8-82CC-407B-A5DD-1878B3709C15}" srcOrd="3" destOrd="0" parTransId="{42CA500F-E079-46D7-90B8-DC73066CD2E4}" sibTransId="{370C88C5-1F2C-457C-B076-F55D0635A54C}"/>
    <dgm:cxn modelId="{2C2EFFFA-4CD9-4ED8-A97E-46B59F51589E}" type="presOf" srcId="{1ADC2CF8-82CC-407B-A5DD-1878B3709C15}" destId="{2D24EA46-B9FD-4745-92FE-B85A82B9FFAF}" srcOrd="0" destOrd="0" presId="urn:microsoft.com/office/officeart/2005/8/layout/vList2"/>
    <dgm:cxn modelId="{5E1D0F35-E3A0-4FB7-ABD8-1103D268E770}" type="presParOf" srcId="{E7A72337-597F-4888-9EB6-2EE12A44A5DB}" destId="{13D9B14C-FBF4-4D41-8454-59381071AB91}" srcOrd="0" destOrd="0" presId="urn:microsoft.com/office/officeart/2005/8/layout/vList2"/>
    <dgm:cxn modelId="{CFB581C1-48B9-46DA-9C6C-9C11572A3C73}" type="presParOf" srcId="{E7A72337-597F-4888-9EB6-2EE12A44A5DB}" destId="{C6A5893E-FB7C-41BA-8A5C-A15E53EC1449}" srcOrd="1" destOrd="0" presId="urn:microsoft.com/office/officeart/2005/8/layout/vList2"/>
    <dgm:cxn modelId="{E104646F-54D6-4C2B-94C7-7C1CE765A7C3}" type="presParOf" srcId="{E7A72337-597F-4888-9EB6-2EE12A44A5DB}" destId="{0DE85D1B-119F-47A6-992C-5B35DD85CF1E}" srcOrd="2" destOrd="0" presId="urn:microsoft.com/office/officeart/2005/8/layout/vList2"/>
    <dgm:cxn modelId="{DD0D554A-F484-4DB2-8389-7AE0045A6CE8}" type="presParOf" srcId="{E7A72337-597F-4888-9EB6-2EE12A44A5DB}" destId="{437761ED-E940-4045-B897-7A5927126EF1}" srcOrd="3" destOrd="0" presId="urn:microsoft.com/office/officeart/2005/8/layout/vList2"/>
    <dgm:cxn modelId="{26DFCCAD-8F9C-41C8-A03B-682ABD8DCFA2}" type="presParOf" srcId="{E7A72337-597F-4888-9EB6-2EE12A44A5DB}" destId="{21661CDB-8B1C-4750-B00B-A6C6362BDBD2}" srcOrd="4" destOrd="0" presId="urn:microsoft.com/office/officeart/2005/8/layout/vList2"/>
    <dgm:cxn modelId="{671D52D2-2AC2-4A64-9BB5-028E5E359ECF}" type="presParOf" srcId="{E7A72337-597F-4888-9EB6-2EE12A44A5DB}" destId="{511DB7A9-0293-4504-9773-18D8F52D2775}" srcOrd="5" destOrd="0" presId="urn:microsoft.com/office/officeart/2005/8/layout/vList2"/>
    <dgm:cxn modelId="{807C2EE3-12DE-4589-AA79-FCE2BF37C021}" type="presParOf" srcId="{E7A72337-597F-4888-9EB6-2EE12A44A5DB}" destId="{2D24EA46-B9FD-4745-92FE-B85A82B9FFA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556409C1-91D0-49B8-835D-692468C0741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562169E-DA18-475E-BA1C-7FC73164AF54}">
      <dgm:prSet/>
      <dgm:spPr/>
      <dgm:t>
        <a:bodyPr/>
        <a:lstStyle/>
        <a:p>
          <a:r>
            <a:rPr lang="uk-UA" b="0" i="0"/>
            <a:t>вигнати куркулів зі створюваних колгоспів і радгоспів.</a:t>
          </a:r>
          <a:endParaRPr lang="uk-UA"/>
        </a:p>
      </dgm:t>
    </dgm:pt>
    <dgm:pt modelId="{28537E31-1148-4D3A-BE9D-5164C6C42592}" type="parTrans" cxnId="{A1CE1126-0E87-4A37-9790-575913B46841}">
      <dgm:prSet/>
      <dgm:spPr/>
      <dgm:t>
        <a:bodyPr/>
        <a:lstStyle/>
        <a:p>
          <a:endParaRPr lang="uk-UA"/>
        </a:p>
      </dgm:t>
    </dgm:pt>
    <dgm:pt modelId="{022D054D-EBDB-4C1A-BB6B-2781F1F31CA0}" type="sibTrans" cxnId="{A1CE1126-0E87-4A37-9790-575913B46841}">
      <dgm:prSet/>
      <dgm:spPr/>
      <dgm:t>
        <a:bodyPr/>
        <a:lstStyle/>
        <a:p>
          <a:endParaRPr lang="uk-UA"/>
        </a:p>
      </dgm:t>
    </dgm:pt>
    <dgm:pt modelId="{345989C3-1A94-49C4-B525-DB07E8592ED2}">
      <dgm:prSet/>
      <dgm:spPr/>
      <dgm:t>
        <a:bodyPr/>
        <a:lstStyle/>
        <a:p>
          <a:r>
            <a:rPr lang="uk-UA" b="0" i="0"/>
            <a:t>змусити більшу частину селянства об’єднуватися в колгоспи.</a:t>
          </a:r>
          <a:endParaRPr lang="uk-UA"/>
        </a:p>
      </dgm:t>
    </dgm:pt>
    <dgm:pt modelId="{0075F26A-D266-4162-99E6-944CCA7310B0}" type="parTrans" cxnId="{4DB169E5-DA5A-4EB1-98DF-2FC6E39E0F62}">
      <dgm:prSet/>
      <dgm:spPr/>
      <dgm:t>
        <a:bodyPr/>
        <a:lstStyle/>
        <a:p>
          <a:endParaRPr lang="uk-UA"/>
        </a:p>
      </dgm:t>
    </dgm:pt>
    <dgm:pt modelId="{6BFE4422-EAF4-4C63-8A9F-50D780F9CF4F}" type="sibTrans" cxnId="{4DB169E5-DA5A-4EB1-98DF-2FC6E39E0F62}">
      <dgm:prSet/>
      <dgm:spPr/>
      <dgm:t>
        <a:bodyPr/>
        <a:lstStyle/>
        <a:p>
          <a:endParaRPr lang="uk-UA"/>
        </a:p>
      </dgm:t>
    </dgm:pt>
    <dgm:pt modelId="{6ED8C86C-2546-4AF6-B1C3-BD2737E565B0}">
      <dgm:prSet/>
      <dgm:spPr/>
      <dgm:t>
        <a:bodyPr/>
        <a:lstStyle/>
        <a:p>
          <a:r>
            <a:rPr lang="uk-UA" b="0" i="0"/>
            <a:t>посилити матеріальну зацікавленість селян у суспільній праці.</a:t>
          </a:r>
          <a:endParaRPr lang="uk-UA"/>
        </a:p>
      </dgm:t>
    </dgm:pt>
    <dgm:pt modelId="{C3BDE169-A862-4858-9DA0-8E3ABC3C787A}" type="parTrans" cxnId="{1FCAAA51-0ABA-45D4-90D8-4BD95C637D80}">
      <dgm:prSet/>
      <dgm:spPr/>
      <dgm:t>
        <a:bodyPr/>
        <a:lstStyle/>
        <a:p>
          <a:endParaRPr lang="uk-UA"/>
        </a:p>
      </dgm:t>
    </dgm:pt>
    <dgm:pt modelId="{933C8EFB-F93C-4402-BE8E-D1224BF585C4}" type="sibTrans" cxnId="{1FCAAA51-0ABA-45D4-90D8-4BD95C637D80}">
      <dgm:prSet/>
      <dgm:spPr/>
      <dgm:t>
        <a:bodyPr/>
        <a:lstStyle/>
        <a:p>
          <a:endParaRPr lang="uk-UA"/>
        </a:p>
      </dgm:t>
    </dgm:pt>
    <dgm:pt modelId="{4186E3FC-88D7-46D9-AB02-764933C46D01}">
      <dgm:prSet/>
      <dgm:spPr/>
      <dgm:t>
        <a:bodyPr/>
        <a:lstStyle/>
        <a:p>
          <a:r>
            <a:rPr lang="uk-UA" b="0" i="0"/>
            <a:t>перерозподілити землю куркулів на користь бідняків.</a:t>
          </a:r>
          <a:endParaRPr lang="uk-UA"/>
        </a:p>
      </dgm:t>
    </dgm:pt>
    <dgm:pt modelId="{6443B2A7-22CE-4F7C-A6DE-8FD1F0A7100D}" type="parTrans" cxnId="{82330CAC-E98E-46B9-9D9E-519E25AFB7D2}">
      <dgm:prSet/>
      <dgm:spPr/>
      <dgm:t>
        <a:bodyPr/>
        <a:lstStyle/>
        <a:p>
          <a:endParaRPr lang="uk-UA"/>
        </a:p>
      </dgm:t>
    </dgm:pt>
    <dgm:pt modelId="{F01BFB2E-BC22-4238-A44A-474C422A42E9}" type="sibTrans" cxnId="{82330CAC-E98E-46B9-9D9E-519E25AFB7D2}">
      <dgm:prSet/>
      <dgm:spPr/>
      <dgm:t>
        <a:bodyPr/>
        <a:lstStyle/>
        <a:p>
          <a:endParaRPr lang="uk-UA"/>
        </a:p>
      </dgm:t>
    </dgm:pt>
    <dgm:pt modelId="{CC17BCE6-9F4B-4246-BDDA-E4BDD47D3D19}" type="pres">
      <dgm:prSet presAssocID="{556409C1-91D0-49B8-835D-692468C07416}" presName="linear" presStyleCnt="0">
        <dgm:presLayoutVars>
          <dgm:animLvl val="lvl"/>
          <dgm:resizeHandles val="exact"/>
        </dgm:presLayoutVars>
      </dgm:prSet>
      <dgm:spPr/>
    </dgm:pt>
    <dgm:pt modelId="{33A5F5E3-E7F8-44D8-9A43-EEDF85CBE8D1}" type="pres">
      <dgm:prSet presAssocID="{9562169E-DA18-475E-BA1C-7FC73164AF5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4ADB6FD-833A-43C5-88B4-02FCBFCF76A4}" type="pres">
      <dgm:prSet presAssocID="{022D054D-EBDB-4C1A-BB6B-2781F1F31CA0}" presName="spacer" presStyleCnt="0"/>
      <dgm:spPr/>
    </dgm:pt>
    <dgm:pt modelId="{0DBB18BF-3B61-4168-A77C-F4041F3C5D5F}" type="pres">
      <dgm:prSet presAssocID="{345989C3-1A94-49C4-B525-DB07E8592ED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14B16DE-FF2C-4E1B-80A0-FD58CEB12D4C}" type="pres">
      <dgm:prSet presAssocID="{6BFE4422-EAF4-4C63-8A9F-50D780F9CF4F}" presName="spacer" presStyleCnt="0"/>
      <dgm:spPr/>
    </dgm:pt>
    <dgm:pt modelId="{3327A7E5-9AD3-4C1D-845E-8CDD46908CC9}" type="pres">
      <dgm:prSet presAssocID="{6ED8C86C-2546-4AF6-B1C3-BD2737E565B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C921EC2-7699-4CC2-B230-2DC51EC40033}" type="pres">
      <dgm:prSet presAssocID="{933C8EFB-F93C-4402-BE8E-D1224BF585C4}" presName="spacer" presStyleCnt="0"/>
      <dgm:spPr/>
    </dgm:pt>
    <dgm:pt modelId="{9405A3E5-E30F-4EAA-9C07-E454DEB4FFDC}" type="pres">
      <dgm:prSet presAssocID="{4186E3FC-88D7-46D9-AB02-764933C46D0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4EB500E-6FF9-4965-A86B-1C7B4DD6530E}" type="presOf" srcId="{345989C3-1A94-49C4-B525-DB07E8592ED2}" destId="{0DBB18BF-3B61-4168-A77C-F4041F3C5D5F}" srcOrd="0" destOrd="0" presId="urn:microsoft.com/office/officeart/2005/8/layout/vList2"/>
    <dgm:cxn modelId="{A1CE1126-0E87-4A37-9790-575913B46841}" srcId="{556409C1-91D0-49B8-835D-692468C07416}" destId="{9562169E-DA18-475E-BA1C-7FC73164AF54}" srcOrd="0" destOrd="0" parTransId="{28537E31-1148-4D3A-BE9D-5164C6C42592}" sibTransId="{022D054D-EBDB-4C1A-BB6B-2781F1F31CA0}"/>
    <dgm:cxn modelId="{2C8F492C-FE36-4D6E-8AD6-9B5EF516F97C}" type="presOf" srcId="{9562169E-DA18-475E-BA1C-7FC73164AF54}" destId="{33A5F5E3-E7F8-44D8-9A43-EEDF85CBE8D1}" srcOrd="0" destOrd="0" presId="urn:microsoft.com/office/officeart/2005/8/layout/vList2"/>
    <dgm:cxn modelId="{1FCAAA51-0ABA-45D4-90D8-4BD95C637D80}" srcId="{556409C1-91D0-49B8-835D-692468C07416}" destId="{6ED8C86C-2546-4AF6-B1C3-BD2737E565B0}" srcOrd="2" destOrd="0" parTransId="{C3BDE169-A862-4858-9DA0-8E3ABC3C787A}" sibTransId="{933C8EFB-F93C-4402-BE8E-D1224BF585C4}"/>
    <dgm:cxn modelId="{2311D1A9-08CB-49E8-81CA-E9923BF8EC1E}" type="presOf" srcId="{6ED8C86C-2546-4AF6-B1C3-BD2737E565B0}" destId="{3327A7E5-9AD3-4C1D-845E-8CDD46908CC9}" srcOrd="0" destOrd="0" presId="urn:microsoft.com/office/officeart/2005/8/layout/vList2"/>
    <dgm:cxn modelId="{82330CAC-E98E-46B9-9D9E-519E25AFB7D2}" srcId="{556409C1-91D0-49B8-835D-692468C07416}" destId="{4186E3FC-88D7-46D9-AB02-764933C46D01}" srcOrd="3" destOrd="0" parTransId="{6443B2A7-22CE-4F7C-A6DE-8FD1F0A7100D}" sibTransId="{F01BFB2E-BC22-4238-A44A-474C422A42E9}"/>
    <dgm:cxn modelId="{B209E4BF-AA11-46CF-B8E4-8B7C44DE7C07}" type="presOf" srcId="{556409C1-91D0-49B8-835D-692468C07416}" destId="{CC17BCE6-9F4B-4246-BDDA-E4BDD47D3D19}" srcOrd="0" destOrd="0" presId="urn:microsoft.com/office/officeart/2005/8/layout/vList2"/>
    <dgm:cxn modelId="{03B455CC-4F12-437F-B02A-2745C9C4CC41}" type="presOf" srcId="{4186E3FC-88D7-46D9-AB02-764933C46D01}" destId="{9405A3E5-E30F-4EAA-9C07-E454DEB4FFDC}" srcOrd="0" destOrd="0" presId="urn:microsoft.com/office/officeart/2005/8/layout/vList2"/>
    <dgm:cxn modelId="{4DB169E5-DA5A-4EB1-98DF-2FC6E39E0F62}" srcId="{556409C1-91D0-49B8-835D-692468C07416}" destId="{345989C3-1A94-49C4-B525-DB07E8592ED2}" srcOrd="1" destOrd="0" parTransId="{0075F26A-D266-4162-99E6-944CCA7310B0}" sibTransId="{6BFE4422-EAF4-4C63-8A9F-50D780F9CF4F}"/>
    <dgm:cxn modelId="{79DF736B-CBE9-496C-BD6A-34A1FB1E3ED0}" type="presParOf" srcId="{CC17BCE6-9F4B-4246-BDDA-E4BDD47D3D19}" destId="{33A5F5E3-E7F8-44D8-9A43-EEDF85CBE8D1}" srcOrd="0" destOrd="0" presId="urn:microsoft.com/office/officeart/2005/8/layout/vList2"/>
    <dgm:cxn modelId="{DC567BEF-A88C-453F-A2E7-2B0D1DAB6E68}" type="presParOf" srcId="{CC17BCE6-9F4B-4246-BDDA-E4BDD47D3D19}" destId="{94ADB6FD-833A-43C5-88B4-02FCBFCF76A4}" srcOrd="1" destOrd="0" presId="urn:microsoft.com/office/officeart/2005/8/layout/vList2"/>
    <dgm:cxn modelId="{6E733605-391D-4E7E-B2B9-359FE28600D9}" type="presParOf" srcId="{CC17BCE6-9F4B-4246-BDDA-E4BDD47D3D19}" destId="{0DBB18BF-3B61-4168-A77C-F4041F3C5D5F}" srcOrd="2" destOrd="0" presId="urn:microsoft.com/office/officeart/2005/8/layout/vList2"/>
    <dgm:cxn modelId="{3DB6673D-1BF0-47B8-B156-EDD45056A54A}" type="presParOf" srcId="{CC17BCE6-9F4B-4246-BDDA-E4BDD47D3D19}" destId="{914B16DE-FF2C-4E1B-80A0-FD58CEB12D4C}" srcOrd="3" destOrd="0" presId="urn:microsoft.com/office/officeart/2005/8/layout/vList2"/>
    <dgm:cxn modelId="{77247E72-3C4B-4C84-9D97-7F0130467ABF}" type="presParOf" srcId="{CC17BCE6-9F4B-4246-BDDA-E4BDD47D3D19}" destId="{3327A7E5-9AD3-4C1D-845E-8CDD46908CC9}" srcOrd="4" destOrd="0" presId="urn:microsoft.com/office/officeart/2005/8/layout/vList2"/>
    <dgm:cxn modelId="{9BFBFE6E-DC1A-49C3-9F85-6CA4A293A4AF}" type="presParOf" srcId="{CC17BCE6-9F4B-4246-BDDA-E4BDD47D3D19}" destId="{BC921EC2-7699-4CC2-B230-2DC51EC40033}" srcOrd="5" destOrd="0" presId="urn:microsoft.com/office/officeart/2005/8/layout/vList2"/>
    <dgm:cxn modelId="{82745AEF-0504-4C53-8A9C-EC22A1A96640}" type="presParOf" srcId="{CC17BCE6-9F4B-4246-BDDA-E4BDD47D3D19}" destId="{9405A3E5-E30F-4EAA-9C07-E454DEB4FFD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F9E4924A-D89C-4323-A554-7E4A48FA09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51E15C1-4362-4139-AF57-71EA9183AE6E}">
      <dgm:prSet/>
      <dgm:spPr/>
      <dgm:t>
        <a:bodyPr/>
        <a:lstStyle/>
        <a:p>
          <a:r>
            <a:rPr lang="uk-UA" b="0" i="0"/>
            <a:t>Активний опір, який чинило українське селянство колективізації, спонукав радянську владу до здійснення репресивних заходів.</a:t>
          </a:r>
          <a:endParaRPr lang="uk-UA"/>
        </a:p>
      </dgm:t>
    </dgm:pt>
    <dgm:pt modelId="{B700E23E-DF7B-4ECB-AC37-CC9ED9995B8C}" type="parTrans" cxnId="{A5F7ABC7-7638-46D6-A097-9D78F4E8B41B}">
      <dgm:prSet/>
      <dgm:spPr/>
      <dgm:t>
        <a:bodyPr/>
        <a:lstStyle/>
        <a:p>
          <a:endParaRPr lang="uk-UA"/>
        </a:p>
      </dgm:t>
    </dgm:pt>
    <dgm:pt modelId="{55C22E0A-307F-47DA-90F3-5A9526D0D7A6}" type="sibTrans" cxnId="{A5F7ABC7-7638-46D6-A097-9D78F4E8B41B}">
      <dgm:prSet/>
      <dgm:spPr/>
      <dgm:t>
        <a:bodyPr/>
        <a:lstStyle/>
        <a:p>
          <a:endParaRPr lang="uk-UA"/>
        </a:p>
      </dgm:t>
    </dgm:pt>
    <dgm:pt modelId="{EF68FD71-B768-43EE-8E6C-5FE2A50264BD}">
      <dgm:prSet/>
      <dgm:spPr/>
      <dgm:t>
        <a:bodyPr/>
        <a:lstStyle/>
        <a:p>
          <a:r>
            <a:rPr lang="uk-UA" b="0" i="0"/>
            <a:t>Нестача вільних сільськогосподарських земель спричинила масове виселення селян до малозаселених регіонів СРСР.</a:t>
          </a:r>
          <a:endParaRPr lang="uk-UA"/>
        </a:p>
      </dgm:t>
    </dgm:pt>
    <dgm:pt modelId="{7386BEEC-FE80-46FB-8CF6-1305CDC0F202}" type="parTrans" cxnId="{E3BBA79D-247D-4110-A7E3-31A345B3D255}">
      <dgm:prSet/>
      <dgm:spPr/>
      <dgm:t>
        <a:bodyPr/>
        <a:lstStyle/>
        <a:p>
          <a:endParaRPr lang="uk-UA"/>
        </a:p>
      </dgm:t>
    </dgm:pt>
    <dgm:pt modelId="{1AA00AED-18BA-4E6B-B142-980F521DEA38}" type="sibTrans" cxnId="{E3BBA79D-247D-4110-A7E3-31A345B3D255}">
      <dgm:prSet/>
      <dgm:spPr/>
      <dgm:t>
        <a:bodyPr/>
        <a:lstStyle/>
        <a:p>
          <a:endParaRPr lang="uk-UA"/>
        </a:p>
      </dgm:t>
    </dgm:pt>
    <dgm:pt modelId="{58F693E6-5E41-48EF-8AA4-83A8B2E20B59}">
      <dgm:prSet/>
      <dgm:spPr/>
      <dgm:t>
        <a:bodyPr/>
        <a:lstStyle/>
        <a:p>
          <a:r>
            <a:rPr lang="uk-UA" b="0" i="0"/>
            <a:t>Освоєння цілинних земель спонукало радянський уряд залучати на цілину найбільш активну частину селянства.</a:t>
          </a:r>
          <a:endParaRPr lang="uk-UA"/>
        </a:p>
      </dgm:t>
    </dgm:pt>
    <dgm:pt modelId="{0EEBF19B-F46E-453C-9EB5-93129682A026}" type="parTrans" cxnId="{ACD10608-6F54-48EF-B9D5-E59AC27636BB}">
      <dgm:prSet/>
      <dgm:spPr/>
      <dgm:t>
        <a:bodyPr/>
        <a:lstStyle/>
        <a:p>
          <a:endParaRPr lang="uk-UA"/>
        </a:p>
      </dgm:t>
    </dgm:pt>
    <dgm:pt modelId="{DE16DD87-6D40-4FA8-9F43-982E4401EFBD}" type="sibTrans" cxnId="{ACD10608-6F54-48EF-B9D5-E59AC27636BB}">
      <dgm:prSet/>
      <dgm:spPr/>
      <dgm:t>
        <a:bodyPr/>
        <a:lstStyle/>
        <a:p>
          <a:endParaRPr lang="uk-UA"/>
        </a:p>
      </dgm:t>
    </dgm:pt>
    <dgm:pt modelId="{92233608-E534-43D5-8277-3A7D03B4729B}">
      <dgm:prSet/>
      <dgm:spPr/>
      <dgm:t>
        <a:bodyPr/>
        <a:lstStyle/>
        <a:p>
          <a:r>
            <a:rPr lang="uk-UA" b="0" i="0"/>
            <a:t>Забруднення сільськогосподарських угідь відходами промислового виробництва змушувало селян переселятися в безпечні регіони.</a:t>
          </a:r>
          <a:endParaRPr lang="uk-UA"/>
        </a:p>
      </dgm:t>
    </dgm:pt>
    <dgm:pt modelId="{7E1C80D7-223F-4CE6-B9DC-8153F1F6CF4D}" type="parTrans" cxnId="{BBA96177-044F-4524-A366-8B446E7C32C6}">
      <dgm:prSet/>
      <dgm:spPr/>
      <dgm:t>
        <a:bodyPr/>
        <a:lstStyle/>
        <a:p>
          <a:endParaRPr lang="uk-UA"/>
        </a:p>
      </dgm:t>
    </dgm:pt>
    <dgm:pt modelId="{E5DB0121-42FF-4F3B-84B7-1CFB7D4461FF}" type="sibTrans" cxnId="{BBA96177-044F-4524-A366-8B446E7C32C6}">
      <dgm:prSet/>
      <dgm:spPr/>
      <dgm:t>
        <a:bodyPr/>
        <a:lstStyle/>
        <a:p>
          <a:endParaRPr lang="uk-UA"/>
        </a:p>
      </dgm:t>
    </dgm:pt>
    <dgm:pt modelId="{B6CBA93E-10EB-486A-8470-47B85791FD41}" type="pres">
      <dgm:prSet presAssocID="{F9E4924A-D89C-4323-A554-7E4A48FA09D6}" presName="linear" presStyleCnt="0">
        <dgm:presLayoutVars>
          <dgm:animLvl val="lvl"/>
          <dgm:resizeHandles val="exact"/>
        </dgm:presLayoutVars>
      </dgm:prSet>
      <dgm:spPr/>
    </dgm:pt>
    <dgm:pt modelId="{CCE2B7F6-DC86-4D68-A27C-0CF233482170}" type="pres">
      <dgm:prSet presAssocID="{351E15C1-4362-4139-AF57-71EA9183AE6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3D1715A-A03F-4E4F-8474-FCA95B7837F4}" type="pres">
      <dgm:prSet presAssocID="{55C22E0A-307F-47DA-90F3-5A9526D0D7A6}" presName="spacer" presStyleCnt="0"/>
      <dgm:spPr/>
    </dgm:pt>
    <dgm:pt modelId="{1A20E810-331A-4672-A015-01F5F9233223}" type="pres">
      <dgm:prSet presAssocID="{EF68FD71-B768-43EE-8E6C-5FE2A50264B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A44CECD-93D7-458D-8C25-BFCA9E4189C6}" type="pres">
      <dgm:prSet presAssocID="{1AA00AED-18BA-4E6B-B142-980F521DEA38}" presName="spacer" presStyleCnt="0"/>
      <dgm:spPr/>
    </dgm:pt>
    <dgm:pt modelId="{D3241F14-DC58-45AC-AD2B-4460D79BEAFA}" type="pres">
      <dgm:prSet presAssocID="{58F693E6-5E41-48EF-8AA4-83A8B2E20B5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B8C6910-B0C7-4409-91DF-51099D0403C1}" type="pres">
      <dgm:prSet presAssocID="{DE16DD87-6D40-4FA8-9F43-982E4401EFBD}" presName="spacer" presStyleCnt="0"/>
      <dgm:spPr/>
    </dgm:pt>
    <dgm:pt modelId="{619BC1D6-83B0-47EE-AFDD-B0C9B2E61305}" type="pres">
      <dgm:prSet presAssocID="{92233608-E534-43D5-8277-3A7D03B4729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2636307-E6D1-4058-A7CF-E61697390FA8}" type="presOf" srcId="{351E15C1-4362-4139-AF57-71EA9183AE6E}" destId="{CCE2B7F6-DC86-4D68-A27C-0CF233482170}" srcOrd="0" destOrd="0" presId="urn:microsoft.com/office/officeart/2005/8/layout/vList2"/>
    <dgm:cxn modelId="{ACD10608-6F54-48EF-B9D5-E59AC27636BB}" srcId="{F9E4924A-D89C-4323-A554-7E4A48FA09D6}" destId="{58F693E6-5E41-48EF-8AA4-83A8B2E20B59}" srcOrd="2" destOrd="0" parTransId="{0EEBF19B-F46E-453C-9EB5-93129682A026}" sibTransId="{DE16DD87-6D40-4FA8-9F43-982E4401EFBD}"/>
    <dgm:cxn modelId="{3442A543-7F72-431E-B05C-338AC36B5EAD}" type="presOf" srcId="{F9E4924A-D89C-4323-A554-7E4A48FA09D6}" destId="{B6CBA93E-10EB-486A-8470-47B85791FD41}" srcOrd="0" destOrd="0" presId="urn:microsoft.com/office/officeart/2005/8/layout/vList2"/>
    <dgm:cxn modelId="{9780D953-0A84-4E5F-956A-E3C543696B0A}" type="presOf" srcId="{58F693E6-5E41-48EF-8AA4-83A8B2E20B59}" destId="{D3241F14-DC58-45AC-AD2B-4460D79BEAFA}" srcOrd="0" destOrd="0" presId="urn:microsoft.com/office/officeart/2005/8/layout/vList2"/>
    <dgm:cxn modelId="{BBA96177-044F-4524-A366-8B446E7C32C6}" srcId="{F9E4924A-D89C-4323-A554-7E4A48FA09D6}" destId="{92233608-E534-43D5-8277-3A7D03B4729B}" srcOrd="3" destOrd="0" parTransId="{7E1C80D7-223F-4CE6-B9DC-8153F1F6CF4D}" sibTransId="{E5DB0121-42FF-4F3B-84B7-1CFB7D4461FF}"/>
    <dgm:cxn modelId="{F0F61F8C-8861-425E-96E9-F79594AC4906}" type="presOf" srcId="{92233608-E534-43D5-8277-3A7D03B4729B}" destId="{619BC1D6-83B0-47EE-AFDD-B0C9B2E61305}" srcOrd="0" destOrd="0" presId="urn:microsoft.com/office/officeart/2005/8/layout/vList2"/>
    <dgm:cxn modelId="{E3BBA79D-247D-4110-A7E3-31A345B3D255}" srcId="{F9E4924A-D89C-4323-A554-7E4A48FA09D6}" destId="{EF68FD71-B768-43EE-8E6C-5FE2A50264BD}" srcOrd="1" destOrd="0" parTransId="{7386BEEC-FE80-46FB-8CF6-1305CDC0F202}" sibTransId="{1AA00AED-18BA-4E6B-B142-980F521DEA38}"/>
    <dgm:cxn modelId="{A5F7ABC7-7638-46D6-A097-9D78F4E8B41B}" srcId="{F9E4924A-D89C-4323-A554-7E4A48FA09D6}" destId="{351E15C1-4362-4139-AF57-71EA9183AE6E}" srcOrd="0" destOrd="0" parTransId="{B700E23E-DF7B-4ECB-AC37-CC9ED9995B8C}" sibTransId="{55C22E0A-307F-47DA-90F3-5A9526D0D7A6}"/>
    <dgm:cxn modelId="{CEBCA2FF-6AF8-4CC9-995A-560D73672A6D}" type="presOf" srcId="{EF68FD71-B768-43EE-8E6C-5FE2A50264BD}" destId="{1A20E810-331A-4672-A015-01F5F9233223}" srcOrd="0" destOrd="0" presId="urn:microsoft.com/office/officeart/2005/8/layout/vList2"/>
    <dgm:cxn modelId="{146E1885-77A5-4448-8294-AD235905FA41}" type="presParOf" srcId="{B6CBA93E-10EB-486A-8470-47B85791FD41}" destId="{CCE2B7F6-DC86-4D68-A27C-0CF233482170}" srcOrd="0" destOrd="0" presId="urn:microsoft.com/office/officeart/2005/8/layout/vList2"/>
    <dgm:cxn modelId="{400A051A-361F-45EC-BCA8-7B2ACB41B343}" type="presParOf" srcId="{B6CBA93E-10EB-486A-8470-47B85791FD41}" destId="{13D1715A-A03F-4E4F-8474-FCA95B7837F4}" srcOrd="1" destOrd="0" presId="urn:microsoft.com/office/officeart/2005/8/layout/vList2"/>
    <dgm:cxn modelId="{BFDEA64D-AFFF-45CD-A4F7-293D23F0BA7E}" type="presParOf" srcId="{B6CBA93E-10EB-486A-8470-47B85791FD41}" destId="{1A20E810-331A-4672-A015-01F5F9233223}" srcOrd="2" destOrd="0" presId="urn:microsoft.com/office/officeart/2005/8/layout/vList2"/>
    <dgm:cxn modelId="{EED2CD04-1246-427C-8451-4BBF59D53F16}" type="presParOf" srcId="{B6CBA93E-10EB-486A-8470-47B85791FD41}" destId="{8A44CECD-93D7-458D-8C25-BFCA9E4189C6}" srcOrd="3" destOrd="0" presId="urn:microsoft.com/office/officeart/2005/8/layout/vList2"/>
    <dgm:cxn modelId="{81058882-4F6B-4B2E-B145-AEEBA5045A9F}" type="presParOf" srcId="{B6CBA93E-10EB-486A-8470-47B85791FD41}" destId="{D3241F14-DC58-45AC-AD2B-4460D79BEAFA}" srcOrd="4" destOrd="0" presId="urn:microsoft.com/office/officeart/2005/8/layout/vList2"/>
    <dgm:cxn modelId="{A4E291F1-E15C-4AB4-A9C7-F353BCE23F98}" type="presParOf" srcId="{B6CBA93E-10EB-486A-8470-47B85791FD41}" destId="{2B8C6910-B0C7-4409-91DF-51099D0403C1}" srcOrd="5" destOrd="0" presId="urn:microsoft.com/office/officeart/2005/8/layout/vList2"/>
    <dgm:cxn modelId="{B1DDEAA2-6906-47BE-818C-7937A0C8CEDB}" type="presParOf" srcId="{B6CBA93E-10EB-486A-8470-47B85791FD41}" destId="{619BC1D6-83B0-47EE-AFDD-B0C9B2E6130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FC3AF258-DD4D-4A74-BCA1-F9862D8186F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DE69849-DEDF-4066-9B00-918B2A6D65E7}">
      <dgm:prSet/>
      <dgm:spPr/>
      <dgm:t>
        <a:bodyPr/>
        <a:lstStyle/>
        <a:p>
          <a:r>
            <a:rPr lang="uk-UA" b="0" i="0"/>
            <a:t>зневіра в можливості побудови соціалізму</a:t>
          </a:r>
          <a:endParaRPr lang="uk-UA"/>
        </a:p>
      </dgm:t>
    </dgm:pt>
    <dgm:pt modelId="{6C2DAEE3-381B-4943-9270-9D64A9498C45}" type="parTrans" cxnId="{067C31FD-3A01-408B-AA7C-2A4997ADD9B3}">
      <dgm:prSet/>
      <dgm:spPr/>
      <dgm:t>
        <a:bodyPr/>
        <a:lstStyle/>
        <a:p>
          <a:endParaRPr lang="uk-UA"/>
        </a:p>
      </dgm:t>
    </dgm:pt>
    <dgm:pt modelId="{A0E61CCD-A064-4E56-84EA-5C4C2483901B}" type="sibTrans" cxnId="{067C31FD-3A01-408B-AA7C-2A4997ADD9B3}">
      <dgm:prSet/>
      <dgm:spPr/>
      <dgm:t>
        <a:bodyPr/>
        <a:lstStyle/>
        <a:p>
          <a:endParaRPr lang="uk-UA"/>
        </a:p>
      </dgm:t>
    </dgm:pt>
    <dgm:pt modelId="{FC16E3BA-7A8F-464A-96A3-5A4457F19F4D}">
      <dgm:prSet/>
      <dgm:spPr/>
      <dgm:t>
        <a:bodyPr/>
        <a:lstStyle/>
        <a:p>
          <a:r>
            <a:rPr lang="uk-UA" b="0" i="0"/>
            <a:t>здійснення масових репресій у республіці</a:t>
          </a:r>
          <a:endParaRPr lang="uk-UA"/>
        </a:p>
      </dgm:t>
    </dgm:pt>
    <dgm:pt modelId="{C33A92B3-C904-4EA1-AEA4-4D2D8AD89A3C}" type="parTrans" cxnId="{EBB67685-E324-499E-AD77-708283814FB6}">
      <dgm:prSet/>
      <dgm:spPr/>
      <dgm:t>
        <a:bodyPr/>
        <a:lstStyle/>
        <a:p>
          <a:endParaRPr lang="uk-UA"/>
        </a:p>
      </dgm:t>
    </dgm:pt>
    <dgm:pt modelId="{60BC0A5E-2FD8-4E33-8CED-B4189140A586}" type="sibTrans" cxnId="{EBB67685-E324-499E-AD77-708283814FB6}">
      <dgm:prSet/>
      <dgm:spPr/>
      <dgm:t>
        <a:bodyPr/>
        <a:lstStyle/>
        <a:p>
          <a:endParaRPr lang="uk-UA"/>
        </a:p>
      </dgm:t>
    </dgm:pt>
    <dgm:pt modelId="{B99B0773-2AF5-44BC-A1C9-6ADA69BD0974}">
      <dgm:prSet/>
      <dgm:spPr/>
      <dgm:t>
        <a:bodyPr/>
        <a:lstStyle/>
        <a:p>
          <a:r>
            <a:rPr lang="uk-UA" b="0" i="0"/>
            <a:t>наростання загрози Другої світової війни</a:t>
          </a:r>
          <a:endParaRPr lang="uk-UA"/>
        </a:p>
      </dgm:t>
    </dgm:pt>
    <dgm:pt modelId="{A665D6B6-E0E8-4816-AE98-1AE4460E8333}" type="parTrans" cxnId="{2DF0494B-F958-41A5-923B-C6B697F5EDA6}">
      <dgm:prSet/>
      <dgm:spPr/>
      <dgm:t>
        <a:bodyPr/>
        <a:lstStyle/>
        <a:p>
          <a:endParaRPr lang="uk-UA"/>
        </a:p>
      </dgm:t>
    </dgm:pt>
    <dgm:pt modelId="{0691ABA5-523B-44FB-801E-57B45F936116}" type="sibTrans" cxnId="{2DF0494B-F958-41A5-923B-C6B697F5EDA6}">
      <dgm:prSet/>
      <dgm:spPr/>
      <dgm:t>
        <a:bodyPr/>
        <a:lstStyle/>
        <a:p>
          <a:endParaRPr lang="uk-UA"/>
        </a:p>
      </dgm:t>
    </dgm:pt>
    <dgm:pt modelId="{46162E22-F024-4579-828D-D21ECFBFA9F7}">
      <dgm:prSet/>
      <dgm:spPr/>
      <dgm:t>
        <a:bodyPr/>
        <a:lstStyle/>
        <a:p>
          <a:r>
            <a:rPr lang="uk-UA" b="0" i="0"/>
            <a:t>згортання політики «українізації»</a:t>
          </a:r>
          <a:endParaRPr lang="uk-UA"/>
        </a:p>
      </dgm:t>
    </dgm:pt>
    <dgm:pt modelId="{B75C653F-0980-4D32-9998-958FE6315788}" type="parTrans" cxnId="{49C722AF-53BA-4823-8ECF-FED389F70113}">
      <dgm:prSet/>
      <dgm:spPr/>
      <dgm:t>
        <a:bodyPr/>
        <a:lstStyle/>
        <a:p>
          <a:endParaRPr lang="uk-UA"/>
        </a:p>
      </dgm:t>
    </dgm:pt>
    <dgm:pt modelId="{2B67F92B-721A-40F2-B51D-16C7F3A20197}" type="sibTrans" cxnId="{49C722AF-53BA-4823-8ECF-FED389F70113}">
      <dgm:prSet/>
      <dgm:spPr/>
      <dgm:t>
        <a:bodyPr/>
        <a:lstStyle/>
        <a:p>
          <a:endParaRPr lang="uk-UA"/>
        </a:p>
      </dgm:t>
    </dgm:pt>
    <dgm:pt modelId="{644D4EFF-8D8B-4448-BA38-3B45C8D1B29F}" type="pres">
      <dgm:prSet presAssocID="{FC3AF258-DD4D-4A74-BCA1-F9862D8186F5}" presName="linear" presStyleCnt="0">
        <dgm:presLayoutVars>
          <dgm:animLvl val="lvl"/>
          <dgm:resizeHandles val="exact"/>
        </dgm:presLayoutVars>
      </dgm:prSet>
      <dgm:spPr/>
    </dgm:pt>
    <dgm:pt modelId="{CCB4A96F-2EAE-4560-B902-5E0099F16C46}" type="pres">
      <dgm:prSet presAssocID="{6DE69849-DEDF-4066-9B00-918B2A6D65E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D26A68E-929F-409D-BBE8-03366DDE051D}" type="pres">
      <dgm:prSet presAssocID="{A0E61CCD-A064-4E56-84EA-5C4C2483901B}" presName="spacer" presStyleCnt="0"/>
      <dgm:spPr/>
    </dgm:pt>
    <dgm:pt modelId="{8993F1D2-D287-46D5-A6EC-51DC1F548CBE}" type="pres">
      <dgm:prSet presAssocID="{FC16E3BA-7A8F-464A-96A3-5A4457F19F4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8295A64-49F7-462E-811A-AA9321E03BFC}" type="pres">
      <dgm:prSet presAssocID="{60BC0A5E-2FD8-4E33-8CED-B4189140A586}" presName="spacer" presStyleCnt="0"/>
      <dgm:spPr/>
    </dgm:pt>
    <dgm:pt modelId="{9CD467E4-2C01-4023-A107-EE105DBE9BBD}" type="pres">
      <dgm:prSet presAssocID="{B99B0773-2AF5-44BC-A1C9-6ADA69BD097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C3E06A3-4E37-4B28-9E5E-41D58CB96734}" type="pres">
      <dgm:prSet presAssocID="{0691ABA5-523B-44FB-801E-57B45F936116}" presName="spacer" presStyleCnt="0"/>
      <dgm:spPr/>
    </dgm:pt>
    <dgm:pt modelId="{9B60888E-2394-4E48-82B5-0F9C591D5F98}" type="pres">
      <dgm:prSet presAssocID="{46162E22-F024-4579-828D-D21ECFBFA9F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4D5AA20-1015-4983-8968-66F3A4358A19}" type="presOf" srcId="{46162E22-F024-4579-828D-D21ECFBFA9F7}" destId="{9B60888E-2394-4E48-82B5-0F9C591D5F98}" srcOrd="0" destOrd="0" presId="urn:microsoft.com/office/officeart/2005/8/layout/vList2"/>
    <dgm:cxn modelId="{CA35EE62-E209-4EA6-8DB0-842C76B8AE7F}" type="presOf" srcId="{B99B0773-2AF5-44BC-A1C9-6ADA69BD0974}" destId="{9CD467E4-2C01-4023-A107-EE105DBE9BBD}" srcOrd="0" destOrd="0" presId="urn:microsoft.com/office/officeart/2005/8/layout/vList2"/>
    <dgm:cxn modelId="{2DF0494B-F958-41A5-923B-C6B697F5EDA6}" srcId="{FC3AF258-DD4D-4A74-BCA1-F9862D8186F5}" destId="{B99B0773-2AF5-44BC-A1C9-6ADA69BD0974}" srcOrd="2" destOrd="0" parTransId="{A665D6B6-E0E8-4816-AE98-1AE4460E8333}" sibTransId="{0691ABA5-523B-44FB-801E-57B45F936116}"/>
    <dgm:cxn modelId="{EBB67685-E324-499E-AD77-708283814FB6}" srcId="{FC3AF258-DD4D-4A74-BCA1-F9862D8186F5}" destId="{FC16E3BA-7A8F-464A-96A3-5A4457F19F4D}" srcOrd="1" destOrd="0" parTransId="{C33A92B3-C904-4EA1-AEA4-4D2D8AD89A3C}" sibTransId="{60BC0A5E-2FD8-4E33-8CED-B4189140A586}"/>
    <dgm:cxn modelId="{D9BD80A0-BC93-497C-AE3A-A13816B00B53}" type="presOf" srcId="{6DE69849-DEDF-4066-9B00-918B2A6D65E7}" destId="{CCB4A96F-2EAE-4560-B902-5E0099F16C46}" srcOrd="0" destOrd="0" presId="urn:microsoft.com/office/officeart/2005/8/layout/vList2"/>
    <dgm:cxn modelId="{D3BC74A7-CE87-43C7-9B60-49EA3274A7C1}" type="presOf" srcId="{FC16E3BA-7A8F-464A-96A3-5A4457F19F4D}" destId="{8993F1D2-D287-46D5-A6EC-51DC1F548CBE}" srcOrd="0" destOrd="0" presId="urn:microsoft.com/office/officeart/2005/8/layout/vList2"/>
    <dgm:cxn modelId="{49C722AF-53BA-4823-8ECF-FED389F70113}" srcId="{FC3AF258-DD4D-4A74-BCA1-F9862D8186F5}" destId="{46162E22-F024-4579-828D-D21ECFBFA9F7}" srcOrd="3" destOrd="0" parTransId="{B75C653F-0980-4D32-9998-958FE6315788}" sibTransId="{2B67F92B-721A-40F2-B51D-16C7F3A20197}"/>
    <dgm:cxn modelId="{BAFF37B6-36AE-4529-BF95-6673A306DD22}" type="presOf" srcId="{FC3AF258-DD4D-4A74-BCA1-F9862D8186F5}" destId="{644D4EFF-8D8B-4448-BA38-3B45C8D1B29F}" srcOrd="0" destOrd="0" presId="urn:microsoft.com/office/officeart/2005/8/layout/vList2"/>
    <dgm:cxn modelId="{067C31FD-3A01-408B-AA7C-2A4997ADD9B3}" srcId="{FC3AF258-DD4D-4A74-BCA1-F9862D8186F5}" destId="{6DE69849-DEDF-4066-9B00-918B2A6D65E7}" srcOrd="0" destOrd="0" parTransId="{6C2DAEE3-381B-4943-9270-9D64A9498C45}" sibTransId="{A0E61CCD-A064-4E56-84EA-5C4C2483901B}"/>
    <dgm:cxn modelId="{3F647A5B-783C-45A0-A7F0-E05726D76BD2}" type="presParOf" srcId="{644D4EFF-8D8B-4448-BA38-3B45C8D1B29F}" destId="{CCB4A96F-2EAE-4560-B902-5E0099F16C46}" srcOrd="0" destOrd="0" presId="urn:microsoft.com/office/officeart/2005/8/layout/vList2"/>
    <dgm:cxn modelId="{494998D2-B894-4A78-BA2E-844C9B7D4EBB}" type="presParOf" srcId="{644D4EFF-8D8B-4448-BA38-3B45C8D1B29F}" destId="{2D26A68E-929F-409D-BBE8-03366DDE051D}" srcOrd="1" destOrd="0" presId="urn:microsoft.com/office/officeart/2005/8/layout/vList2"/>
    <dgm:cxn modelId="{65216C18-4606-4ACA-AB44-87376D8B23BF}" type="presParOf" srcId="{644D4EFF-8D8B-4448-BA38-3B45C8D1B29F}" destId="{8993F1D2-D287-46D5-A6EC-51DC1F548CBE}" srcOrd="2" destOrd="0" presId="urn:microsoft.com/office/officeart/2005/8/layout/vList2"/>
    <dgm:cxn modelId="{28BAB4CC-03B6-4232-9F0D-12F62FDCCC0E}" type="presParOf" srcId="{644D4EFF-8D8B-4448-BA38-3B45C8D1B29F}" destId="{18295A64-49F7-462E-811A-AA9321E03BFC}" srcOrd="3" destOrd="0" presId="urn:microsoft.com/office/officeart/2005/8/layout/vList2"/>
    <dgm:cxn modelId="{ED2D4B4F-2041-4F59-A961-384DF8BC7A3A}" type="presParOf" srcId="{644D4EFF-8D8B-4448-BA38-3B45C8D1B29F}" destId="{9CD467E4-2C01-4023-A107-EE105DBE9BBD}" srcOrd="4" destOrd="0" presId="urn:microsoft.com/office/officeart/2005/8/layout/vList2"/>
    <dgm:cxn modelId="{9064E7D2-D76D-428B-96E1-56F2958F0CB4}" type="presParOf" srcId="{644D4EFF-8D8B-4448-BA38-3B45C8D1B29F}" destId="{BC3E06A3-4E37-4B28-9E5E-41D58CB96734}" srcOrd="5" destOrd="0" presId="urn:microsoft.com/office/officeart/2005/8/layout/vList2"/>
    <dgm:cxn modelId="{128A8592-CCD9-41C1-9D2C-494CB7840306}" type="presParOf" srcId="{644D4EFF-8D8B-4448-BA38-3B45C8D1B29F}" destId="{9B60888E-2394-4E48-82B5-0F9C591D5F9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94C748E3-95BD-40D1-A43F-A59D04E2A27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5003C4D-23AC-418F-8C75-07AA365FCDD6}">
      <dgm:prSet/>
      <dgm:spPr/>
      <dgm:t>
        <a:bodyPr/>
        <a:lstStyle/>
        <a:p>
          <a:r>
            <a:rPr lang="ru-RU" b="0" i="0"/>
            <a:t>справа «Українського національного центру».</a:t>
          </a:r>
          <a:endParaRPr lang="uk-UA"/>
        </a:p>
      </dgm:t>
    </dgm:pt>
    <dgm:pt modelId="{E8283EFF-C885-4BDF-9231-7AF4ED5CF9FB}" type="parTrans" cxnId="{C3F48E71-E460-4BDF-A349-17D3EFE82689}">
      <dgm:prSet/>
      <dgm:spPr/>
      <dgm:t>
        <a:bodyPr/>
        <a:lstStyle/>
        <a:p>
          <a:endParaRPr lang="uk-UA"/>
        </a:p>
      </dgm:t>
    </dgm:pt>
    <dgm:pt modelId="{024759AA-B8FE-4829-BE89-7FB4F9EF0A04}" type="sibTrans" cxnId="{C3F48E71-E460-4BDF-A349-17D3EFE82689}">
      <dgm:prSet/>
      <dgm:spPr/>
      <dgm:t>
        <a:bodyPr/>
        <a:lstStyle/>
        <a:p>
          <a:endParaRPr lang="uk-UA"/>
        </a:p>
      </dgm:t>
    </dgm:pt>
    <dgm:pt modelId="{AD365F3A-80AD-4DAD-972A-727CABE8B91E}">
      <dgm:prSet/>
      <dgm:spPr/>
      <dgm:t>
        <a:bodyPr/>
        <a:lstStyle/>
        <a:p>
          <a:r>
            <a:rPr lang="ru-RU" b="0" i="0"/>
            <a:t>справа «Спілки визволення України».</a:t>
          </a:r>
          <a:endParaRPr lang="uk-UA"/>
        </a:p>
      </dgm:t>
    </dgm:pt>
    <dgm:pt modelId="{7D911E1E-DB57-4A14-BDFE-A04A63CEB8B3}" type="parTrans" cxnId="{8F232940-7701-4089-80C8-722C463E7550}">
      <dgm:prSet/>
      <dgm:spPr/>
      <dgm:t>
        <a:bodyPr/>
        <a:lstStyle/>
        <a:p>
          <a:endParaRPr lang="uk-UA"/>
        </a:p>
      </dgm:t>
    </dgm:pt>
    <dgm:pt modelId="{0E8D1484-486C-4C99-BF0D-D78BE5850D44}" type="sibTrans" cxnId="{8F232940-7701-4089-80C8-722C463E7550}">
      <dgm:prSet/>
      <dgm:spPr/>
      <dgm:t>
        <a:bodyPr/>
        <a:lstStyle/>
        <a:p>
          <a:endParaRPr lang="uk-UA"/>
        </a:p>
      </dgm:t>
    </dgm:pt>
    <dgm:pt modelId="{899527DC-4147-49EE-8103-487CDCCE3A3B}">
      <dgm:prSet/>
      <dgm:spPr/>
      <dgm:t>
        <a:bodyPr/>
        <a:lstStyle/>
        <a:p>
          <a:r>
            <a:rPr lang="ru-RU" b="0" i="0"/>
            <a:t>Шахтинська справа.</a:t>
          </a:r>
          <a:endParaRPr lang="uk-UA"/>
        </a:p>
      </dgm:t>
    </dgm:pt>
    <dgm:pt modelId="{690D35D3-42FE-4E9B-914D-98757BEA75F9}" type="parTrans" cxnId="{12FA6E80-8CB3-4E19-ACD8-E3894C6277D4}">
      <dgm:prSet/>
      <dgm:spPr/>
      <dgm:t>
        <a:bodyPr/>
        <a:lstStyle/>
        <a:p>
          <a:endParaRPr lang="uk-UA"/>
        </a:p>
      </dgm:t>
    </dgm:pt>
    <dgm:pt modelId="{9CAB498F-C45E-481A-A61D-5E35A048A5AE}" type="sibTrans" cxnId="{12FA6E80-8CB3-4E19-ACD8-E3894C6277D4}">
      <dgm:prSet/>
      <dgm:spPr/>
      <dgm:t>
        <a:bodyPr/>
        <a:lstStyle/>
        <a:p>
          <a:endParaRPr lang="uk-UA"/>
        </a:p>
      </dgm:t>
    </dgm:pt>
    <dgm:pt modelId="{C579ACFC-D2EE-4D85-AFE0-3EFD5EC88F82}">
      <dgm:prSet/>
      <dgm:spPr/>
      <dgm:t>
        <a:bodyPr/>
        <a:lstStyle/>
        <a:p>
          <a:r>
            <a:rPr lang="ru-RU" b="0" i="0"/>
            <a:t>Справа Промпартії.</a:t>
          </a:r>
          <a:endParaRPr lang="uk-UA"/>
        </a:p>
      </dgm:t>
    </dgm:pt>
    <dgm:pt modelId="{1C0F0A92-B090-4BDD-8A72-204C3E087D15}" type="parTrans" cxnId="{440D58F7-612D-4D7B-A972-2E804E59779F}">
      <dgm:prSet/>
      <dgm:spPr/>
      <dgm:t>
        <a:bodyPr/>
        <a:lstStyle/>
        <a:p>
          <a:endParaRPr lang="uk-UA"/>
        </a:p>
      </dgm:t>
    </dgm:pt>
    <dgm:pt modelId="{B1C79938-8856-44A6-A23A-8BD9EA02BCD8}" type="sibTrans" cxnId="{440D58F7-612D-4D7B-A972-2E804E59779F}">
      <dgm:prSet/>
      <dgm:spPr/>
      <dgm:t>
        <a:bodyPr/>
        <a:lstStyle/>
        <a:p>
          <a:endParaRPr lang="uk-UA"/>
        </a:p>
      </dgm:t>
    </dgm:pt>
    <dgm:pt modelId="{728638DE-B983-40BB-AD39-BC86F4784227}" type="pres">
      <dgm:prSet presAssocID="{94C748E3-95BD-40D1-A43F-A59D04E2A276}" presName="linear" presStyleCnt="0">
        <dgm:presLayoutVars>
          <dgm:animLvl val="lvl"/>
          <dgm:resizeHandles val="exact"/>
        </dgm:presLayoutVars>
      </dgm:prSet>
      <dgm:spPr/>
    </dgm:pt>
    <dgm:pt modelId="{506EC28D-7C3A-44B1-86E9-AC93CC5F3B2E}" type="pres">
      <dgm:prSet presAssocID="{35003C4D-23AC-418F-8C75-07AA365FCDD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D7C68DD-AD3E-4CFC-9286-328541E7F731}" type="pres">
      <dgm:prSet presAssocID="{024759AA-B8FE-4829-BE89-7FB4F9EF0A04}" presName="spacer" presStyleCnt="0"/>
      <dgm:spPr/>
    </dgm:pt>
    <dgm:pt modelId="{DA1BA3ED-105B-46D0-B8BF-2515E610353B}" type="pres">
      <dgm:prSet presAssocID="{AD365F3A-80AD-4DAD-972A-727CABE8B91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18DD624-D34F-4791-A78D-26018C0C577F}" type="pres">
      <dgm:prSet presAssocID="{0E8D1484-486C-4C99-BF0D-D78BE5850D44}" presName="spacer" presStyleCnt="0"/>
      <dgm:spPr/>
    </dgm:pt>
    <dgm:pt modelId="{65714270-494F-4E95-8816-E4745FB09648}" type="pres">
      <dgm:prSet presAssocID="{899527DC-4147-49EE-8103-487CDCCE3A3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7A7771D-9303-4343-87BE-5D6DD0105C9F}" type="pres">
      <dgm:prSet presAssocID="{9CAB498F-C45E-481A-A61D-5E35A048A5AE}" presName="spacer" presStyleCnt="0"/>
      <dgm:spPr/>
    </dgm:pt>
    <dgm:pt modelId="{D0020672-E3C7-4463-AF16-40C074DCF5B8}" type="pres">
      <dgm:prSet presAssocID="{C579ACFC-D2EE-4D85-AFE0-3EFD5EC88F8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F232940-7701-4089-80C8-722C463E7550}" srcId="{94C748E3-95BD-40D1-A43F-A59D04E2A276}" destId="{AD365F3A-80AD-4DAD-972A-727CABE8B91E}" srcOrd="1" destOrd="0" parTransId="{7D911E1E-DB57-4A14-BDFE-A04A63CEB8B3}" sibTransId="{0E8D1484-486C-4C99-BF0D-D78BE5850D44}"/>
    <dgm:cxn modelId="{C3F48E71-E460-4BDF-A349-17D3EFE82689}" srcId="{94C748E3-95BD-40D1-A43F-A59D04E2A276}" destId="{35003C4D-23AC-418F-8C75-07AA365FCDD6}" srcOrd="0" destOrd="0" parTransId="{E8283EFF-C885-4BDF-9231-7AF4ED5CF9FB}" sibTransId="{024759AA-B8FE-4829-BE89-7FB4F9EF0A04}"/>
    <dgm:cxn modelId="{B1F6E17D-F82B-4232-9FF9-F0FA2D7D0B0A}" type="presOf" srcId="{899527DC-4147-49EE-8103-487CDCCE3A3B}" destId="{65714270-494F-4E95-8816-E4745FB09648}" srcOrd="0" destOrd="0" presId="urn:microsoft.com/office/officeart/2005/8/layout/vList2"/>
    <dgm:cxn modelId="{12FA6E80-8CB3-4E19-ACD8-E3894C6277D4}" srcId="{94C748E3-95BD-40D1-A43F-A59D04E2A276}" destId="{899527DC-4147-49EE-8103-487CDCCE3A3B}" srcOrd="2" destOrd="0" parTransId="{690D35D3-42FE-4E9B-914D-98757BEA75F9}" sibTransId="{9CAB498F-C45E-481A-A61D-5E35A048A5AE}"/>
    <dgm:cxn modelId="{627E1D89-89AE-40B6-BB04-8233CEED987C}" type="presOf" srcId="{C579ACFC-D2EE-4D85-AFE0-3EFD5EC88F82}" destId="{D0020672-E3C7-4463-AF16-40C074DCF5B8}" srcOrd="0" destOrd="0" presId="urn:microsoft.com/office/officeart/2005/8/layout/vList2"/>
    <dgm:cxn modelId="{31BE529D-B800-4458-96AE-51C3D128C3F5}" type="presOf" srcId="{94C748E3-95BD-40D1-A43F-A59D04E2A276}" destId="{728638DE-B983-40BB-AD39-BC86F4784227}" srcOrd="0" destOrd="0" presId="urn:microsoft.com/office/officeart/2005/8/layout/vList2"/>
    <dgm:cxn modelId="{440D58F7-612D-4D7B-A972-2E804E59779F}" srcId="{94C748E3-95BD-40D1-A43F-A59D04E2A276}" destId="{C579ACFC-D2EE-4D85-AFE0-3EFD5EC88F82}" srcOrd="3" destOrd="0" parTransId="{1C0F0A92-B090-4BDD-8A72-204C3E087D15}" sibTransId="{B1C79938-8856-44A6-A23A-8BD9EA02BCD8}"/>
    <dgm:cxn modelId="{3FDF8CFA-6245-4EB7-9E26-08C1DB705EEF}" type="presOf" srcId="{35003C4D-23AC-418F-8C75-07AA365FCDD6}" destId="{506EC28D-7C3A-44B1-86E9-AC93CC5F3B2E}" srcOrd="0" destOrd="0" presId="urn:microsoft.com/office/officeart/2005/8/layout/vList2"/>
    <dgm:cxn modelId="{117727FE-3857-48DE-BB6E-101B152A717A}" type="presOf" srcId="{AD365F3A-80AD-4DAD-972A-727CABE8B91E}" destId="{DA1BA3ED-105B-46D0-B8BF-2515E610353B}" srcOrd="0" destOrd="0" presId="urn:microsoft.com/office/officeart/2005/8/layout/vList2"/>
    <dgm:cxn modelId="{54603015-1AF8-4A1C-BD8A-E16CDBF1EFD8}" type="presParOf" srcId="{728638DE-B983-40BB-AD39-BC86F4784227}" destId="{506EC28D-7C3A-44B1-86E9-AC93CC5F3B2E}" srcOrd="0" destOrd="0" presId="urn:microsoft.com/office/officeart/2005/8/layout/vList2"/>
    <dgm:cxn modelId="{910F95D2-D77F-43E3-A5F0-B17A1E99E60F}" type="presParOf" srcId="{728638DE-B983-40BB-AD39-BC86F4784227}" destId="{8D7C68DD-AD3E-4CFC-9286-328541E7F731}" srcOrd="1" destOrd="0" presId="urn:microsoft.com/office/officeart/2005/8/layout/vList2"/>
    <dgm:cxn modelId="{A6E61DA8-9A78-45BE-9655-6D69169C79E2}" type="presParOf" srcId="{728638DE-B983-40BB-AD39-BC86F4784227}" destId="{DA1BA3ED-105B-46D0-B8BF-2515E610353B}" srcOrd="2" destOrd="0" presId="urn:microsoft.com/office/officeart/2005/8/layout/vList2"/>
    <dgm:cxn modelId="{76C1F719-D2C1-4DEA-A789-CFE7B592CF00}" type="presParOf" srcId="{728638DE-B983-40BB-AD39-BC86F4784227}" destId="{C18DD624-D34F-4791-A78D-26018C0C577F}" srcOrd="3" destOrd="0" presId="urn:microsoft.com/office/officeart/2005/8/layout/vList2"/>
    <dgm:cxn modelId="{D686EC44-B2C9-4C4A-897A-8135FBAACDF4}" type="presParOf" srcId="{728638DE-B983-40BB-AD39-BC86F4784227}" destId="{65714270-494F-4E95-8816-E4745FB09648}" srcOrd="4" destOrd="0" presId="urn:microsoft.com/office/officeart/2005/8/layout/vList2"/>
    <dgm:cxn modelId="{93E03C53-330D-48A2-BE96-D26ED3011B86}" type="presParOf" srcId="{728638DE-B983-40BB-AD39-BC86F4784227}" destId="{47A7771D-9303-4343-87BE-5D6DD0105C9F}" srcOrd="5" destOrd="0" presId="urn:microsoft.com/office/officeart/2005/8/layout/vList2"/>
    <dgm:cxn modelId="{A8DC1F3D-A8D7-410E-B719-D80D927EF057}" type="presParOf" srcId="{728638DE-B983-40BB-AD39-BC86F4784227}" destId="{D0020672-E3C7-4463-AF16-40C074DCF5B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1D9970B9-3E02-42B0-82BE-7E7FC3F634E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48770E2-7FE9-4358-8C20-C330A8DEA97D}">
      <dgm:prSet/>
      <dgm:spPr/>
      <dgm:t>
        <a:bodyPr/>
        <a:lstStyle/>
        <a:p>
          <a:r>
            <a:rPr lang="uk-UA" b="0" i="0"/>
            <a:t>Собор Святої Софії в Києві</a:t>
          </a:r>
          <a:endParaRPr lang="uk-UA"/>
        </a:p>
      </dgm:t>
    </dgm:pt>
    <dgm:pt modelId="{FF462490-1676-4459-983D-56516F97B10A}" type="parTrans" cxnId="{803D793F-259F-48C0-8A4A-C74DD4CAA170}">
      <dgm:prSet/>
      <dgm:spPr/>
      <dgm:t>
        <a:bodyPr/>
        <a:lstStyle/>
        <a:p>
          <a:endParaRPr lang="uk-UA"/>
        </a:p>
      </dgm:t>
    </dgm:pt>
    <dgm:pt modelId="{034C5CEC-3AD0-4443-B49C-44AD5DABBBF1}" type="sibTrans" cxnId="{803D793F-259F-48C0-8A4A-C74DD4CAA170}">
      <dgm:prSet/>
      <dgm:spPr/>
      <dgm:t>
        <a:bodyPr/>
        <a:lstStyle/>
        <a:p>
          <a:endParaRPr lang="uk-UA"/>
        </a:p>
      </dgm:t>
    </dgm:pt>
    <dgm:pt modelId="{83D2C9EE-7B82-4FAB-94F4-F4B3A2AF490B}">
      <dgm:prSet/>
      <dgm:spPr/>
      <dgm:t>
        <a:bodyPr/>
        <a:lstStyle/>
        <a:p>
          <a:r>
            <a:rPr lang="uk-UA" b="0" i="0"/>
            <a:t>Михайлівський Золотоверхий собор у Києві</a:t>
          </a:r>
          <a:endParaRPr lang="uk-UA"/>
        </a:p>
      </dgm:t>
    </dgm:pt>
    <dgm:pt modelId="{66EEF3E4-17E7-47A3-AA28-00C68EBDED32}" type="parTrans" cxnId="{52DE5B7E-99FB-4BB5-B031-B1B587358459}">
      <dgm:prSet/>
      <dgm:spPr/>
      <dgm:t>
        <a:bodyPr/>
        <a:lstStyle/>
        <a:p>
          <a:endParaRPr lang="uk-UA"/>
        </a:p>
      </dgm:t>
    </dgm:pt>
    <dgm:pt modelId="{BE97B4A0-B8CC-467D-8A2F-40B3AA7A9435}" type="sibTrans" cxnId="{52DE5B7E-99FB-4BB5-B031-B1B587358459}">
      <dgm:prSet/>
      <dgm:spPr/>
      <dgm:t>
        <a:bodyPr/>
        <a:lstStyle/>
        <a:p>
          <a:endParaRPr lang="uk-UA"/>
        </a:p>
      </dgm:t>
    </dgm:pt>
    <dgm:pt modelId="{53374BCD-D97C-448B-A2AD-246B9710CF4C}">
      <dgm:prSet/>
      <dgm:spPr/>
      <dgm:t>
        <a:bodyPr/>
        <a:lstStyle/>
        <a:p>
          <a:r>
            <a:rPr lang="uk-UA" b="0" i="0"/>
            <a:t>Успенський собор Києво-Печерської лаври</a:t>
          </a:r>
          <a:endParaRPr lang="uk-UA"/>
        </a:p>
      </dgm:t>
    </dgm:pt>
    <dgm:pt modelId="{0FD63D3C-06F0-4949-8325-798A117197D6}" type="parTrans" cxnId="{278D3345-D9E4-4A03-B6B2-11BC69D2EE04}">
      <dgm:prSet/>
      <dgm:spPr/>
      <dgm:t>
        <a:bodyPr/>
        <a:lstStyle/>
        <a:p>
          <a:endParaRPr lang="uk-UA"/>
        </a:p>
      </dgm:t>
    </dgm:pt>
    <dgm:pt modelId="{6E62B6C8-1C45-4186-8DDD-30CF1B99D16E}" type="sibTrans" cxnId="{278D3345-D9E4-4A03-B6B2-11BC69D2EE04}">
      <dgm:prSet/>
      <dgm:spPr/>
      <dgm:t>
        <a:bodyPr/>
        <a:lstStyle/>
        <a:p>
          <a:endParaRPr lang="uk-UA"/>
        </a:p>
      </dgm:t>
    </dgm:pt>
    <dgm:pt modelId="{46CCB34A-2282-466C-B587-B6C39CAAB738}">
      <dgm:prSet/>
      <dgm:spPr/>
      <dgm:t>
        <a:bodyPr/>
        <a:lstStyle/>
        <a:p>
          <a:r>
            <a:rPr lang="uk-UA" b="0" i="0"/>
            <a:t>Спасо-Преображенський собор у Чернігові</a:t>
          </a:r>
          <a:endParaRPr lang="uk-UA"/>
        </a:p>
      </dgm:t>
    </dgm:pt>
    <dgm:pt modelId="{8E7E7BDD-F368-4383-A94C-D43387FB9C68}" type="parTrans" cxnId="{5559E1D4-191E-492E-9FFB-6F22B691B9B2}">
      <dgm:prSet/>
      <dgm:spPr/>
      <dgm:t>
        <a:bodyPr/>
        <a:lstStyle/>
        <a:p>
          <a:endParaRPr lang="uk-UA"/>
        </a:p>
      </dgm:t>
    </dgm:pt>
    <dgm:pt modelId="{4DFB2966-0C6B-472C-A21D-532F42486A2E}" type="sibTrans" cxnId="{5559E1D4-191E-492E-9FFB-6F22B691B9B2}">
      <dgm:prSet/>
      <dgm:spPr/>
      <dgm:t>
        <a:bodyPr/>
        <a:lstStyle/>
        <a:p>
          <a:endParaRPr lang="uk-UA"/>
        </a:p>
      </dgm:t>
    </dgm:pt>
    <dgm:pt modelId="{17CF868F-3F6F-4F0F-9225-71D3EA7F2B97}" type="pres">
      <dgm:prSet presAssocID="{1D9970B9-3E02-42B0-82BE-7E7FC3F634EF}" presName="linear" presStyleCnt="0">
        <dgm:presLayoutVars>
          <dgm:animLvl val="lvl"/>
          <dgm:resizeHandles val="exact"/>
        </dgm:presLayoutVars>
      </dgm:prSet>
      <dgm:spPr/>
    </dgm:pt>
    <dgm:pt modelId="{A7DF32B8-5C58-43C1-B1A2-DCCD7441D058}" type="pres">
      <dgm:prSet presAssocID="{448770E2-7FE9-4358-8C20-C330A8DEA97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9293674-4CB5-435E-AC5D-E1EC47F26F30}" type="pres">
      <dgm:prSet presAssocID="{034C5CEC-3AD0-4443-B49C-44AD5DABBBF1}" presName="spacer" presStyleCnt="0"/>
      <dgm:spPr/>
    </dgm:pt>
    <dgm:pt modelId="{4FF3E031-664C-4938-9608-78AB3698DAEF}" type="pres">
      <dgm:prSet presAssocID="{83D2C9EE-7B82-4FAB-94F4-F4B3A2AF490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E35ECBD-1E75-4A01-ADA9-9D8B5D52B8FF}" type="pres">
      <dgm:prSet presAssocID="{BE97B4A0-B8CC-467D-8A2F-40B3AA7A9435}" presName="spacer" presStyleCnt="0"/>
      <dgm:spPr/>
    </dgm:pt>
    <dgm:pt modelId="{4ECA38F2-DF19-42E3-86A5-AEDC4E72C6AE}" type="pres">
      <dgm:prSet presAssocID="{53374BCD-D97C-448B-A2AD-246B9710CF4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8500FAB-2026-41BD-9ABF-720A12EFE834}" type="pres">
      <dgm:prSet presAssocID="{6E62B6C8-1C45-4186-8DDD-30CF1B99D16E}" presName="spacer" presStyleCnt="0"/>
      <dgm:spPr/>
    </dgm:pt>
    <dgm:pt modelId="{2CEF2833-1352-4ED7-A474-E65E2BE8564C}" type="pres">
      <dgm:prSet presAssocID="{46CCB34A-2282-466C-B587-B6C39CAAB73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F28FD1D-767C-4919-BF25-1CD1B65AE474}" type="presOf" srcId="{83D2C9EE-7B82-4FAB-94F4-F4B3A2AF490B}" destId="{4FF3E031-664C-4938-9608-78AB3698DAEF}" srcOrd="0" destOrd="0" presId="urn:microsoft.com/office/officeart/2005/8/layout/vList2"/>
    <dgm:cxn modelId="{803D793F-259F-48C0-8A4A-C74DD4CAA170}" srcId="{1D9970B9-3E02-42B0-82BE-7E7FC3F634EF}" destId="{448770E2-7FE9-4358-8C20-C330A8DEA97D}" srcOrd="0" destOrd="0" parTransId="{FF462490-1676-4459-983D-56516F97B10A}" sibTransId="{034C5CEC-3AD0-4443-B49C-44AD5DABBBF1}"/>
    <dgm:cxn modelId="{278D3345-D9E4-4A03-B6B2-11BC69D2EE04}" srcId="{1D9970B9-3E02-42B0-82BE-7E7FC3F634EF}" destId="{53374BCD-D97C-448B-A2AD-246B9710CF4C}" srcOrd="2" destOrd="0" parTransId="{0FD63D3C-06F0-4949-8325-798A117197D6}" sibTransId="{6E62B6C8-1C45-4186-8DDD-30CF1B99D16E}"/>
    <dgm:cxn modelId="{2C04146D-9D7D-445C-B3BD-E4BCD66E7280}" type="presOf" srcId="{448770E2-7FE9-4358-8C20-C330A8DEA97D}" destId="{A7DF32B8-5C58-43C1-B1A2-DCCD7441D058}" srcOrd="0" destOrd="0" presId="urn:microsoft.com/office/officeart/2005/8/layout/vList2"/>
    <dgm:cxn modelId="{8921024F-A087-4F91-8FA9-4E3170A24EFA}" type="presOf" srcId="{1D9970B9-3E02-42B0-82BE-7E7FC3F634EF}" destId="{17CF868F-3F6F-4F0F-9225-71D3EA7F2B97}" srcOrd="0" destOrd="0" presId="urn:microsoft.com/office/officeart/2005/8/layout/vList2"/>
    <dgm:cxn modelId="{52DE5B7E-99FB-4BB5-B031-B1B587358459}" srcId="{1D9970B9-3E02-42B0-82BE-7E7FC3F634EF}" destId="{83D2C9EE-7B82-4FAB-94F4-F4B3A2AF490B}" srcOrd="1" destOrd="0" parTransId="{66EEF3E4-17E7-47A3-AA28-00C68EBDED32}" sibTransId="{BE97B4A0-B8CC-467D-8A2F-40B3AA7A9435}"/>
    <dgm:cxn modelId="{43AB3A80-60F9-484D-81D9-BF37EFF8491F}" type="presOf" srcId="{46CCB34A-2282-466C-B587-B6C39CAAB738}" destId="{2CEF2833-1352-4ED7-A474-E65E2BE8564C}" srcOrd="0" destOrd="0" presId="urn:microsoft.com/office/officeart/2005/8/layout/vList2"/>
    <dgm:cxn modelId="{5559E1D4-191E-492E-9FFB-6F22B691B9B2}" srcId="{1D9970B9-3E02-42B0-82BE-7E7FC3F634EF}" destId="{46CCB34A-2282-466C-B587-B6C39CAAB738}" srcOrd="3" destOrd="0" parTransId="{8E7E7BDD-F368-4383-A94C-D43387FB9C68}" sibTransId="{4DFB2966-0C6B-472C-A21D-532F42486A2E}"/>
    <dgm:cxn modelId="{4A6AF8F1-1429-4A9A-9FD7-478340BA920F}" type="presOf" srcId="{53374BCD-D97C-448B-A2AD-246B9710CF4C}" destId="{4ECA38F2-DF19-42E3-86A5-AEDC4E72C6AE}" srcOrd="0" destOrd="0" presId="urn:microsoft.com/office/officeart/2005/8/layout/vList2"/>
    <dgm:cxn modelId="{93538CA8-C896-4C9C-A673-3B4E31A41F56}" type="presParOf" srcId="{17CF868F-3F6F-4F0F-9225-71D3EA7F2B97}" destId="{A7DF32B8-5C58-43C1-B1A2-DCCD7441D058}" srcOrd="0" destOrd="0" presId="urn:microsoft.com/office/officeart/2005/8/layout/vList2"/>
    <dgm:cxn modelId="{78ADDC7B-2960-42E5-BCE6-0BE69EEC9575}" type="presParOf" srcId="{17CF868F-3F6F-4F0F-9225-71D3EA7F2B97}" destId="{69293674-4CB5-435E-AC5D-E1EC47F26F30}" srcOrd="1" destOrd="0" presId="urn:microsoft.com/office/officeart/2005/8/layout/vList2"/>
    <dgm:cxn modelId="{D2542283-8B65-4F1D-B1AE-3AD6CF8FBF45}" type="presParOf" srcId="{17CF868F-3F6F-4F0F-9225-71D3EA7F2B97}" destId="{4FF3E031-664C-4938-9608-78AB3698DAEF}" srcOrd="2" destOrd="0" presId="urn:microsoft.com/office/officeart/2005/8/layout/vList2"/>
    <dgm:cxn modelId="{AAAB7892-317A-4FB7-A6B1-034181CD9F2C}" type="presParOf" srcId="{17CF868F-3F6F-4F0F-9225-71D3EA7F2B97}" destId="{AE35ECBD-1E75-4A01-ADA9-9D8B5D52B8FF}" srcOrd="3" destOrd="0" presId="urn:microsoft.com/office/officeart/2005/8/layout/vList2"/>
    <dgm:cxn modelId="{D718E30F-A466-4FC7-B17A-A237434C9EE9}" type="presParOf" srcId="{17CF868F-3F6F-4F0F-9225-71D3EA7F2B97}" destId="{4ECA38F2-DF19-42E3-86A5-AEDC4E72C6AE}" srcOrd="4" destOrd="0" presId="urn:microsoft.com/office/officeart/2005/8/layout/vList2"/>
    <dgm:cxn modelId="{056A2EF6-D970-4F3A-872A-E2D5BA7B114D}" type="presParOf" srcId="{17CF868F-3F6F-4F0F-9225-71D3EA7F2B97}" destId="{08500FAB-2026-41BD-9ABF-720A12EFE834}" srcOrd="5" destOrd="0" presId="urn:microsoft.com/office/officeart/2005/8/layout/vList2"/>
    <dgm:cxn modelId="{4A882320-D349-4782-83C3-3F3A9CBE1851}" type="presParOf" srcId="{17CF868F-3F6F-4F0F-9225-71D3EA7F2B97}" destId="{2CEF2833-1352-4ED7-A474-E65E2BE8564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819CD2C5-7554-4623-ABD0-88ADCC5907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6138B4A-3CA8-4258-9951-408F835B9E9A}">
      <dgm:prSet/>
      <dgm:spPr/>
      <dgm:t>
        <a:bodyPr/>
        <a:lstStyle/>
        <a:p>
          <a:r>
            <a:rPr lang="uk-UA" b="0" i="0"/>
            <a:t>першої п'ятирічки (1928-1932 рр.).</a:t>
          </a:r>
          <a:endParaRPr lang="uk-UA"/>
        </a:p>
      </dgm:t>
    </dgm:pt>
    <dgm:pt modelId="{D60B56E5-D17F-44DA-88D9-55F7B3F49674}" type="parTrans" cxnId="{083656A2-1E8E-4D53-A224-D50BB6DC5B1D}">
      <dgm:prSet/>
      <dgm:spPr/>
      <dgm:t>
        <a:bodyPr/>
        <a:lstStyle/>
        <a:p>
          <a:endParaRPr lang="uk-UA"/>
        </a:p>
      </dgm:t>
    </dgm:pt>
    <dgm:pt modelId="{7EC7694F-2C48-4D94-AF57-BA722F9D7189}" type="sibTrans" cxnId="{083656A2-1E8E-4D53-A224-D50BB6DC5B1D}">
      <dgm:prSet/>
      <dgm:spPr/>
      <dgm:t>
        <a:bodyPr/>
        <a:lstStyle/>
        <a:p>
          <a:endParaRPr lang="uk-UA"/>
        </a:p>
      </dgm:t>
    </dgm:pt>
    <dgm:pt modelId="{35AD583D-FC38-4B43-B6F2-0E7C6252959B}">
      <dgm:prSet/>
      <dgm:spPr/>
      <dgm:t>
        <a:bodyPr/>
        <a:lstStyle/>
        <a:p>
          <a:r>
            <a:rPr lang="uk-UA" b="0" i="0"/>
            <a:t>другої п'ятирічки (1933-1937 рр.).</a:t>
          </a:r>
          <a:endParaRPr lang="uk-UA"/>
        </a:p>
      </dgm:t>
    </dgm:pt>
    <dgm:pt modelId="{7AC8DE78-527E-472F-8D99-23729440932B}" type="parTrans" cxnId="{C87636B1-6D82-4095-BB02-D54DF30B0B71}">
      <dgm:prSet/>
      <dgm:spPr/>
      <dgm:t>
        <a:bodyPr/>
        <a:lstStyle/>
        <a:p>
          <a:endParaRPr lang="uk-UA"/>
        </a:p>
      </dgm:t>
    </dgm:pt>
    <dgm:pt modelId="{4D5907D0-DF35-4CE1-853E-6E3DB3CB9884}" type="sibTrans" cxnId="{C87636B1-6D82-4095-BB02-D54DF30B0B71}">
      <dgm:prSet/>
      <dgm:spPr/>
      <dgm:t>
        <a:bodyPr/>
        <a:lstStyle/>
        <a:p>
          <a:endParaRPr lang="uk-UA"/>
        </a:p>
      </dgm:t>
    </dgm:pt>
    <dgm:pt modelId="{E0BB4F5D-5259-4951-B3DF-035E1082F576}">
      <dgm:prSet/>
      <dgm:spPr/>
      <dgm:t>
        <a:bodyPr/>
        <a:lstStyle/>
        <a:p>
          <a:r>
            <a:rPr lang="uk-UA" b="0" i="0"/>
            <a:t>третьої п'ятирічки (1938-1942 рр.).</a:t>
          </a:r>
          <a:endParaRPr lang="uk-UA"/>
        </a:p>
      </dgm:t>
    </dgm:pt>
    <dgm:pt modelId="{FA715BE7-9ADD-4223-96B4-71529C6407FD}" type="parTrans" cxnId="{E4ECC6EB-ECBF-46F3-9FA1-75C84766827D}">
      <dgm:prSet/>
      <dgm:spPr/>
      <dgm:t>
        <a:bodyPr/>
        <a:lstStyle/>
        <a:p>
          <a:endParaRPr lang="uk-UA"/>
        </a:p>
      </dgm:t>
    </dgm:pt>
    <dgm:pt modelId="{40B5AEAE-745B-4DD7-A87F-63E9F72F47F2}" type="sibTrans" cxnId="{E4ECC6EB-ECBF-46F3-9FA1-75C84766827D}">
      <dgm:prSet/>
      <dgm:spPr/>
      <dgm:t>
        <a:bodyPr/>
        <a:lstStyle/>
        <a:p>
          <a:endParaRPr lang="uk-UA"/>
        </a:p>
      </dgm:t>
    </dgm:pt>
    <dgm:pt modelId="{30D6F493-EB83-4A0C-B34C-36C76D91BFC8}">
      <dgm:prSet/>
      <dgm:spPr/>
      <dgm:t>
        <a:bodyPr/>
        <a:lstStyle/>
        <a:p>
          <a:r>
            <a:rPr lang="uk-UA" b="0" i="0"/>
            <a:t>четвертої п'ятирічки (1946-1950 рр.).</a:t>
          </a:r>
          <a:endParaRPr lang="uk-UA"/>
        </a:p>
      </dgm:t>
    </dgm:pt>
    <dgm:pt modelId="{E0746CF6-889F-469A-A152-C26393F87E55}" type="parTrans" cxnId="{B0B4B004-829E-4BA5-A001-A379DA6A12B4}">
      <dgm:prSet/>
      <dgm:spPr/>
      <dgm:t>
        <a:bodyPr/>
        <a:lstStyle/>
        <a:p>
          <a:endParaRPr lang="uk-UA"/>
        </a:p>
      </dgm:t>
    </dgm:pt>
    <dgm:pt modelId="{48ACCB91-B683-43BA-A1A0-72E3B4D997BB}" type="sibTrans" cxnId="{B0B4B004-829E-4BA5-A001-A379DA6A12B4}">
      <dgm:prSet/>
      <dgm:spPr/>
      <dgm:t>
        <a:bodyPr/>
        <a:lstStyle/>
        <a:p>
          <a:endParaRPr lang="uk-UA"/>
        </a:p>
      </dgm:t>
    </dgm:pt>
    <dgm:pt modelId="{9A75A1FF-30F5-43EA-BD01-9064094F127F}" type="pres">
      <dgm:prSet presAssocID="{819CD2C5-7554-4623-ABD0-88ADCC590701}" presName="linear" presStyleCnt="0">
        <dgm:presLayoutVars>
          <dgm:animLvl val="lvl"/>
          <dgm:resizeHandles val="exact"/>
        </dgm:presLayoutVars>
      </dgm:prSet>
      <dgm:spPr/>
    </dgm:pt>
    <dgm:pt modelId="{5FF43821-6F5E-42BD-A453-7E2FA686E8D7}" type="pres">
      <dgm:prSet presAssocID="{C6138B4A-3CA8-4258-9951-408F835B9E9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FA226FC-0911-4069-A8CE-6EAE2F5D9837}" type="pres">
      <dgm:prSet presAssocID="{7EC7694F-2C48-4D94-AF57-BA722F9D7189}" presName="spacer" presStyleCnt="0"/>
      <dgm:spPr/>
    </dgm:pt>
    <dgm:pt modelId="{A91316F8-68EF-41C1-ADD2-AE0E0B4E8E00}" type="pres">
      <dgm:prSet presAssocID="{35AD583D-FC38-4B43-B6F2-0E7C6252959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8F7F7DA-928E-4A78-B693-A657EE9E8498}" type="pres">
      <dgm:prSet presAssocID="{4D5907D0-DF35-4CE1-853E-6E3DB3CB9884}" presName="spacer" presStyleCnt="0"/>
      <dgm:spPr/>
    </dgm:pt>
    <dgm:pt modelId="{E679DB63-EB8F-410E-A903-4CB05CAA233E}" type="pres">
      <dgm:prSet presAssocID="{E0BB4F5D-5259-4951-B3DF-035E1082F57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F6F1729-4DD8-4FEC-B78A-7E642ADB20B0}" type="pres">
      <dgm:prSet presAssocID="{40B5AEAE-745B-4DD7-A87F-63E9F72F47F2}" presName="spacer" presStyleCnt="0"/>
      <dgm:spPr/>
    </dgm:pt>
    <dgm:pt modelId="{8A50D074-49A3-4BB1-AA1D-4DC0239F6099}" type="pres">
      <dgm:prSet presAssocID="{30D6F493-EB83-4A0C-B34C-36C76D91BFC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0B4B004-829E-4BA5-A001-A379DA6A12B4}" srcId="{819CD2C5-7554-4623-ABD0-88ADCC590701}" destId="{30D6F493-EB83-4A0C-B34C-36C76D91BFC8}" srcOrd="3" destOrd="0" parTransId="{E0746CF6-889F-469A-A152-C26393F87E55}" sibTransId="{48ACCB91-B683-43BA-A1A0-72E3B4D997BB}"/>
    <dgm:cxn modelId="{B5882D4B-210E-4106-98DC-F52F947CADFA}" type="presOf" srcId="{E0BB4F5D-5259-4951-B3DF-035E1082F576}" destId="{E679DB63-EB8F-410E-A903-4CB05CAA233E}" srcOrd="0" destOrd="0" presId="urn:microsoft.com/office/officeart/2005/8/layout/vList2"/>
    <dgm:cxn modelId="{1323499D-950B-4D3A-84B8-BFFD33D41E61}" type="presOf" srcId="{35AD583D-FC38-4B43-B6F2-0E7C6252959B}" destId="{A91316F8-68EF-41C1-ADD2-AE0E0B4E8E00}" srcOrd="0" destOrd="0" presId="urn:microsoft.com/office/officeart/2005/8/layout/vList2"/>
    <dgm:cxn modelId="{083656A2-1E8E-4D53-A224-D50BB6DC5B1D}" srcId="{819CD2C5-7554-4623-ABD0-88ADCC590701}" destId="{C6138B4A-3CA8-4258-9951-408F835B9E9A}" srcOrd="0" destOrd="0" parTransId="{D60B56E5-D17F-44DA-88D9-55F7B3F49674}" sibTransId="{7EC7694F-2C48-4D94-AF57-BA722F9D7189}"/>
    <dgm:cxn modelId="{62E3FFA7-ECE6-4960-AF1D-2B9CCB113247}" type="presOf" srcId="{C6138B4A-3CA8-4258-9951-408F835B9E9A}" destId="{5FF43821-6F5E-42BD-A453-7E2FA686E8D7}" srcOrd="0" destOrd="0" presId="urn:microsoft.com/office/officeart/2005/8/layout/vList2"/>
    <dgm:cxn modelId="{C87636B1-6D82-4095-BB02-D54DF30B0B71}" srcId="{819CD2C5-7554-4623-ABD0-88ADCC590701}" destId="{35AD583D-FC38-4B43-B6F2-0E7C6252959B}" srcOrd="1" destOrd="0" parTransId="{7AC8DE78-527E-472F-8D99-23729440932B}" sibTransId="{4D5907D0-DF35-4CE1-853E-6E3DB3CB9884}"/>
    <dgm:cxn modelId="{D43D99C6-BB25-47DA-AB9F-A51C65465530}" type="presOf" srcId="{819CD2C5-7554-4623-ABD0-88ADCC590701}" destId="{9A75A1FF-30F5-43EA-BD01-9064094F127F}" srcOrd="0" destOrd="0" presId="urn:microsoft.com/office/officeart/2005/8/layout/vList2"/>
    <dgm:cxn modelId="{E4ECC6EB-ECBF-46F3-9FA1-75C84766827D}" srcId="{819CD2C5-7554-4623-ABD0-88ADCC590701}" destId="{E0BB4F5D-5259-4951-B3DF-035E1082F576}" srcOrd="2" destOrd="0" parTransId="{FA715BE7-9ADD-4223-96B4-71529C6407FD}" sibTransId="{40B5AEAE-745B-4DD7-A87F-63E9F72F47F2}"/>
    <dgm:cxn modelId="{4B68ECEC-A9D0-49FF-840C-21834394955E}" type="presOf" srcId="{30D6F493-EB83-4A0C-B34C-36C76D91BFC8}" destId="{8A50D074-49A3-4BB1-AA1D-4DC0239F6099}" srcOrd="0" destOrd="0" presId="urn:microsoft.com/office/officeart/2005/8/layout/vList2"/>
    <dgm:cxn modelId="{BC5189AE-179A-4F56-89CA-D69369AB5AD7}" type="presParOf" srcId="{9A75A1FF-30F5-43EA-BD01-9064094F127F}" destId="{5FF43821-6F5E-42BD-A453-7E2FA686E8D7}" srcOrd="0" destOrd="0" presId="urn:microsoft.com/office/officeart/2005/8/layout/vList2"/>
    <dgm:cxn modelId="{0C4587AD-F79D-4582-BABE-B66C8045A20A}" type="presParOf" srcId="{9A75A1FF-30F5-43EA-BD01-9064094F127F}" destId="{2FA226FC-0911-4069-A8CE-6EAE2F5D9837}" srcOrd="1" destOrd="0" presId="urn:microsoft.com/office/officeart/2005/8/layout/vList2"/>
    <dgm:cxn modelId="{AD77AEC7-B6F2-444C-BAB3-657F847CAC91}" type="presParOf" srcId="{9A75A1FF-30F5-43EA-BD01-9064094F127F}" destId="{A91316F8-68EF-41C1-ADD2-AE0E0B4E8E00}" srcOrd="2" destOrd="0" presId="urn:microsoft.com/office/officeart/2005/8/layout/vList2"/>
    <dgm:cxn modelId="{D481DCEC-D725-46DA-8700-B3C56C4BCF95}" type="presParOf" srcId="{9A75A1FF-30F5-43EA-BD01-9064094F127F}" destId="{98F7F7DA-928E-4A78-B693-A657EE9E8498}" srcOrd="3" destOrd="0" presId="urn:microsoft.com/office/officeart/2005/8/layout/vList2"/>
    <dgm:cxn modelId="{23320A57-E57C-4261-8E39-571A7214CFFA}" type="presParOf" srcId="{9A75A1FF-30F5-43EA-BD01-9064094F127F}" destId="{E679DB63-EB8F-410E-A903-4CB05CAA233E}" srcOrd="4" destOrd="0" presId="urn:microsoft.com/office/officeart/2005/8/layout/vList2"/>
    <dgm:cxn modelId="{DE10D23A-D430-4F7F-A0C0-968F92F372B1}" type="presParOf" srcId="{9A75A1FF-30F5-43EA-BD01-9064094F127F}" destId="{7F6F1729-4DD8-4FEC-B78A-7E642ADB20B0}" srcOrd="5" destOrd="0" presId="urn:microsoft.com/office/officeart/2005/8/layout/vList2"/>
    <dgm:cxn modelId="{667278DD-BDA4-4189-8DB3-3222149070AA}" type="presParOf" srcId="{9A75A1FF-30F5-43EA-BD01-9064094F127F}" destId="{8A50D074-49A3-4BB1-AA1D-4DC0239F609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847A55EF-9EF0-4C46-A83D-25512634F8E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824BD1C-F178-45D1-8602-35AB8430A778}">
      <dgm:prSet/>
      <dgm:spPr/>
      <dgm:t>
        <a:bodyPr/>
        <a:lstStyle/>
        <a:p>
          <a:r>
            <a:rPr lang="ru-RU" b="0" i="0"/>
            <a:t>кампанії з розкуркулення в 1929 — 1932 рр.</a:t>
          </a:r>
          <a:endParaRPr lang="uk-UA"/>
        </a:p>
      </dgm:t>
    </dgm:pt>
    <dgm:pt modelId="{A6B06FAC-E5C3-4EF2-B4F6-59D2924F035D}" type="parTrans" cxnId="{05E2FB9B-BA9D-4026-85E7-BBA441E524EE}">
      <dgm:prSet/>
      <dgm:spPr/>
      <dgm:t>
        <a:bodyPr/>
        <a:lstStyle/>
        <a:p>
          <a:endParaRPr lang="uk-UA"/>
        </a:p>
      </dgm:t>
    </dgm:pt>
    <dgm:pt modelId="{4568F798-667B-4E60-B180-ED982AB3D4F1}" type="sibTrans" cxnId="{05E2FB9B-BA9D-4026-85E7-BBA441E524EE}">
      <dgm:prSet/>
      <dgm:spPr/>
      <dgm:t>
        <a:bodyPr/>
        <a:lstStyle/>
        <a:p>
          <a:endParaRPr lang="uk-UA"/>
        </a:p>
      </dgm:t>
    </dgm:pt>
    <dgm:pt modelId="{188605E7-831F-4431-943D-BE46659C52E2}">
      <dgm:prSet/>
      <dgm:spPr/>
      <dgm:t>
        <a:bodyPr/>
        <a:lstStyle/>
        <a:p>
          <a:r>
            <a:rPr lang="ru-RU" b="0" i="0"/>
            <a:t>терору голодом у 1932 — 1933 рр.</a:t>
          </a:r>
          <a:endParaRPr lang="uk-UA"/>
        </a:p>
      </dgm:t>
    </dgm:pt>
    <dgm:pt modelId="{78F1BD03-DDB2-4943-9A08-936A3BAC7C66}" type="parTrans" cxnId="{31156B88-0E4B-4938-83D1-CDE611F0533D}">
      <dgm:prSet/>
      <dgm:spPr/>
      <dgm:t>
        <a:bodyPr/>
        <a:lstStyle/>
        <a:p>
          <a:endParaRPr lang="uk-UA"/>
        </a:p>
      </dgm:t>
    </dgm:pt>
    <dgm:pt modelId="{B2AAF5B1-9D28-4483-BC55-746EDFC899FC}" type="sibTrans" cxnId="{31156B88-0E4B-4938-83D1-CDE611F0533D}">
      <dgm:prSet/>
      <dgm:spPr/>
      <dgm:t>
        <a:bodyPr/>
        <a:lstStyle/>
        <a:p>
          <a:endParaRPr lang="uk-UA"/>
        </a:p>
      </dgm:t>
    </dgm:pt>
    <dgm:pt modelId="{B1D3BDC7-588E-40B8-949B-20F21C6B857C}">
      <dgm:prSet/>
      <dgm:spPr/>
      <dgm:t>
        <a:bodyPr/>
        <a:lstStyle/>
        <a:p>
          <a:r>
            <a:rPr lang="ru-RU" b="0" i="0"/>
            <a:t>політики коренізації на початку 1930-х рр.</a:t>
          </a:r>
          <a:endParaRPr lang="uk-UA"/>
        </a:p>
      </dgm:t>
    </dgm:pt>
    <dgm:pt modelId="{475F60A5-DC5A-4404-B5C8-70E747DCBA95}" type="parTrans" cxnId="{465CBFAC-3BBE-4F01-888C-C691269E327A}">
      <dgm:prSet/>
      <dgm:spPr/>
      <dgm:t>
        <a:bodyPr/>
        <a:lstStyle/>
        <a:p>
          <a:endParaRPr lang="uk-UA"/>
        </a:p>
      </dgm:t>
    </dgm:pt>
    <dgm:pt modelId="{BE208E3A-99F2-4D49-8E50-5CF4174C1119}" type="sibTrans" cxnId="{465CBFAC-3BBE-4F01-888C-C691269E327A}">
      <dgm:prSet/>
      <dgm:spPr/>
      <dgm:t>
        <a:bodyPr/>
        <a:lstStyle/>
        <a:p>
          <a:endParaRPr lang="uk-UA"/>
        </a:p>
      </dgm:t>
    </dgm:pt>
    <dgm:pt modelId="{657715F8-F09C-472F-BBF8-F45B56499281}">
      <dgm:prSet/>
      <dgm:spPr/>
      <dgm:t>
        <a:bodyPr/>
        <a:lstStyle/>
        <a:p>
          <a:r>
            <a:rPr lang="ru-RU" b="0" i="0"/>
            <a:t>масових репресій у другій половині 1930-х рр.</a:t>
          </a:r>
          <a:endParaRPr lang="uk-UA"/>
        </a:p>
      </dgm:t>
    </dgm:pt>
    <dgm:pt modelId="{47611ACD-270F-49B4-9E08-3E786C09B5FC}" type="parTrans" cxnId="{4560E90F-7EAC-4641-9D22-F69134F073A0}">
      <dgm:prSet/>
      <dgm:spPr/>
      <dgm:t>
        <a:bodyPr/>
        <a:lstStyle/>
        <a:p>
          <a:endParaRPr lang="uk-UA"/>
        </a:p>
      </dgm:t>
    </dgm:pt>
    <dgm:pt modelId="{3058D5B2-C56D-483D-93A0-F092C3444FEB}" type="sibTrans" cxnId="{4560E90F-7EAC-4641-9D22-F69134F073A0}">
      <dgm:prSet/>
      <dgm:spPr/>
      <dgm:t>
        <a:bodyPr/>
        <a:lstStyle/>
        <a:p>
          <a:endParaRPr lang="uk-UA"/>
        </a:p>
      </dgm:t>
    </dgm:pt>
    <dgm:pt modelId="{761B600B-6BF5-4F1A-864C-82D25FF56B24}" type="pres">
      <dgm:prSet presAssocID="{847A55EF-9EF0-4C46-A83D-25512634F8ED}" presName="linear" presStyleCnt="0">
        <dgm:presLayoutVars>
          <dgm:animLvl val="lvl"/>
          <dgm:resizeHandles val="exact"/>
        </dgm:presLayoutVars>
      </dgm:prSet>
      <dgm:spPr/>
    </dgm:pt>
    <dgm:pt modelId="{77BB5BFB-41C1-40F9-A06C-8D88F53ED826}" type="pres">
      <dgm:prSet presAssocID="{7824BD1C-F178-45D1-8602-35AB8430A77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9845CAD-20D6-435C-8193-D6E541A75E8E}" type="pres">
      <dgm:prSet presAssocID="{4568F798-667B-4E60-B180-ED982AB3D4F1}" presName="spacer" presStyleCnt="0"/>
      <dgm:spPr/>
    </dgm:pt>
    <dgm:pt modelId="{4850EC19-9904-4617-885C-8449B18FF810}" type="pres">
      <dgm:prSet presAssocID="{188605E7-831F-4431-943D-BE46659C52E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1DAEA9B-34AB-4FB8-B193-327327880897}" type="pres">
      <dgm:prSet presAssocID="{B2AAF5B1-9D28-4483-BC55-746EDFC899FC}" presName="spacer" presStyleCnt="0"/>
      <dgm:spPr/>
    </dgm:pt>
    <dgm:pt modelId="{FED33D48-526C-40D5-B812-B29206632034}" type="pres">
      <dgm:prSet presAssocID="{B1D3BDC7-588E-40B8-949B-20F21C6B857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1A18A0F-5AE9-43C0-B78C-686D5FD072D4}" type="pres">
      <dgm:prSet presAssocID="{BE208E3A-99F2-4D49-8E50-5CF4174C1119}" presName="spacer" presStyleCnt="0"/>
      <dgm:spPr/>
    </dgm:pt>
    <dgm:pt modelId="{E73B6BC9-50EA-4EC5-A1F9-44F1D9AC290C}" type="pres">
      <dgm:prSet presAssocID="{657715F8-F09C-472F-BBF8-F45B5649928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560E90F-7EAC-4641-9D22-F69134F073A0}" srcId="{847A55EF-9EF0-4C46-A83D-25512634F8ED}" destId="{657715F8-F09C-472F-BBF8-F45B56499281}" srcOrd="3" destOrd="0" parTransId="{47611ACD-270F-49B4-9E08-3E786C09B5FC}" sibTransId="{3058D5B2-C56D-483D-93A0-F092C3444FEB}"/>
    <dgm:cxn modelId="{B91DED4A-280E-496F-8C3B-E431D12052EE}" type="presOf" srcId="{7824BD1C-F178-45D1-8602-35AB8430A778}" destId="{77BB5BFB-41C1-40F9-A06C-8D88F53ED826}" srcOrd="0" destOrd="0" presId="urn:microsoft.com/office/officeart/2005/8/layout/vList2"/>
    <dgm:cxn modelId="{E2995873-2745-429B-A6D2-A7852201A68B}" type="presOf" srcId="{657715F8-F09C-472F-BBF8-F45B56499281}" destId="{E73B6BC9-50EA-4EC5-A1F9-44F1D9AC290C}" srcOrd="0" destOrd="0" presId="urn:microsoft.com/office/officeart/2005/8/layout/vList2"/>
    <dgm:cxn modelId="{31156B88-0E4B-4938-83D1-CDE611F0533D}" srcId="{847A55EF-9EF0-4C46-A83D-25512634F8ED}" destId="{188605E7-831F-4431-943D-BE46659C52E2}" srcOrd="1" destOrd="0" parTransId="{78F1BD03-DDB2-4943-9A08-936A3BAC7C66}" sibTransId="{B2AAF5B1-9D28-4483-BC55-746EDFC899FC}"/>
    <dgm:cxn modelId="{C67CA595-C14F-473D-8E15-C40EA141E031}" type="presOf" srcId="{B1D3BDC7-588E-40B8-949B-20F21C6B857C}" destId="{FED33D48-526C-40D5-B812-B29206632034}" srcOrd="0" destOrd="0" presId="urn:microsoft.com/office/officeart/2005/8/layout/vList2"/>
    <dgm:cxn modelId="{05E2FB9B-BA9D-4026-85E7-BBA441E524EE}" srcId="{847A55EF-9EF0-4C46-A83D-25512634F8ED}" destId="{7824BD1C-F178-45D1-8602-35AB8430A778}" srcOrd="0" destOrd="0" parTransId="{A6B06FAC-E5C3-4EF2-B4F6-59D2924F035D}" sibTransId="{4568F798-667B-4E60-B180-ED982AB3D4F1}"/>
    <dgm:cxn modelId="{465CBFAC-3BBE-4F01-888C-C691269E327A}" srcId="{847A55EF-9EF0-4C46-A83D-25512634F8ED}" destId="{B1D3BDC7-588E-40B8-949B-20F21C6B857C}" srcOrd="2" destOrd="0" parTransId="{475F60A5-DC5A-4404-B5C8-70E747DCBA95}" sibTransId="{BE208E3A-99F2-4D49-8E50-5CF4174C1119}"/>
    <dgm:cxn modelId="{FA2BC0B3-3C87-46CB-ADA5-AF520531146B}" type="presOf" srcId="{188605E7-831F-4431-943D-BE46659C52E2}" destId="{4850EC19-9904-4617-885C-8449B18FF810}" srcOrd="0" destOrd="0" presId="urn:microsoft.com/office/officeart/2005/8/layout/vList2"/>
    <dgm:cxn modelId="{6752B6C6-1923-4028-92D7-7836F41AAA0F}" type="presOf" srcId="{847A55EF-9EF0-4C46-A83D-25512634F8ED}" destId="{761B600B-6BF5-4F1A-864C-82D25FF56B24}" srcOrd="0" destOrd="0" presId="urn:microsoft.com/office/officeart/2005/8/layout/vList2"/>
    <dgm:cxn modelId="{CA507A62-BED4-454C-9E15-3DE5B46BF70D}" type="presParOf" srcId="{761B600B-6BF5-4F1A-864C-82D25FF56B24}" destId="{77BB5BFB-41C1-40F9-A06C-8D88F53ED826}" srcOrd="0" destOrd="0" presId="urn:microsoft.com/office/officeart/2005/8/layout/vList2"/>
    <dgm:cxn modelId="{14025DFE-4790-4196-BD5D-9BBF64885A3D}" type="presParOf" srcId="{761B600B-6BF5-4F1A-864C-82D25FF56B24}" destId="{F9845CAD-20D6-435C-8193-D6E541A75E8E}" srcOrd="1" destOrd="0" presId="urn:microsoft.com/office/officeart/2005/8/layout/vList2"/>
    <dgm:cxn modelId="{9E45EB4C-022F-4A13-B432-A30CC8E45DE5}" type="presParOf" srcId="{761B600B-6BF5-4F1A-864C-82D25FF56B24}" destId="{4850EC19-9904-4617-885C-8449B18FF810}" srcOrd="2" destOrd="0" presId="urn:microsoft.com/office/officeart/2005/8/layout/vList2"/>
    <dgm:cxn modelId="{3582404D-7F78-4071-8FF9-221818BBE3D0}" type="presParOf" srcId="{761B600B-6BF5-4F1A-864C-82D25FF56B24}" destId="{51DAEA9B-34AB-4FB8-B193-327327880897}" srcOrd="3" destOrd="0" presId="urn:microsoft.com/office/officeart/2005/8/layout/vList2"/>
    <dgm:cxn modelId="{CF7A22F3-8CE4-4CB6-9943-BE26D68372CA}" type="presParOf" srcId="{761B600B-6BF5-4F1A-864C-82D25FF56B24}" destId="{FED33D48-526C-40D5-B812-B29206632034}" srcOrd="4" destOrd="0" presId="urn:microsoft.com/office/officeart/2005/8/layout/vList2"/>
    <dgm:cxn modelId="{077A180F-6A92-4281-AC48-0606F87D375F}" type="presParOf" srcId="{761B600B-6BF5-4F1A-864C-82D25FF56B24}" destId="{81A18A0F-5AE9-43C0-B78C-686D5FD072D4}" srcOrd="5" destOrd="0" presId="urn:microsoft.com/office/officeart/2005/8/layout/vList2"/>
    <dgm:cxn modelId="{A53C52B3-C468-4746-AB31-BCB46FE823CC}" type="presParOf" srcId="{761B600B-6BF5-4F1A-864C-82D25FF56B24}" destId="{E73B6BC9-50EA-4EC5-A1F9-44F1D9AC290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A6555556-1B90-4403-8D6E-85BE8A3DC55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FDE0EB9-1814-4EB9-9CDD-F24C25DD60C0}">
      <dgm:prSet/>
      <dgm:spPr/>
      <dgm:t>
        <a:bodyPr/>
        <a:lstStyle/>
        <a:p>
          <a:r>
            <a:rPr lang="uk-UA" b="0" i="0"/>
            <a:t>заміна колишніх офіцерів царської армії «червоними командирами»</a:t>
          </a:r>
          <a:endParaRPr lang="uk-UA"/>
        </a:p>
      </dgm:t>
    </dgm:pt>
    <dgm:pt modelId="{98F2D0E5-7B45-4EFE-84F9-93552EC457A5}" type="parTrans" cxnId="{563FF027-0914-46EE-BBAA-22761A8A3DDE}">
      <dgm:prSet/>
      <dgm:spPr/>
      <dgm:t>
        <a:bodyPr/>
        <a:lstStyle/>
        <a:p>
          <a:endParaRPr lang="uk-UA"/>
        </a:p>
      </dgm:t>
    </dgm:pt>
    <dgm:pt modelId="{D2141F93-740A-45DB-B66D-29F2752A6797}" type="sibTrans" cxnId="{563FF027-0914-46EE-BBAA-22761A8A3DDE}">
      <dgm:prSet/>
      <dgm:spPr/>
      <dgm:t>
        <a:bodyPr/>
        <a:lstStyle/>
        <a:p>
          <a:endParaRPr lang="uk-UA"/>
        </a:p>
      </dgm:t>
    </dgm:pt>
    <dgm:pt modelId="{EE4EA6E3-817F-4E90-907B-20CE265C58F7}">
      <dgm:prSet/>
      <dgm:spPr/>
      <dgm:t>
        <a:bodyPr/>
        <a:lstStyle/>
        <a:p>
          <a:r>
            <a:rPr lang="uk-UA" b="0" i="0"/>
            <a:t>забезпечення новобудов трудовими ресурсами за рахунок армії</a:t>
          </a:r>
          <a:endParaRPr lang="uk-UA"/>
        </a:p>
      </dgm:t>
    </dgm:pt>
    <dgm:pt modelId="{50B28AAF-9E66-4000-B324-154F2F5C98F1}" type="parTrans" cxnId="{985932DA-BEC1-417E-ABDE-FE3F8AF9B7AC}">
      <dgm:prSet/>
      <dgm:spPr/>
      <dgm:t>
        <a:bodyPr/>
        <a:lstStyle/>
        <a:p>
          <a:endParaRPr lang="uk-UA"/>
        </a:p>
      </dgm:t>
    </dgm:pt>
    <dgm:pt modelId="{FDD09BE8-9B0D-46E8-B781-00A649757CA0}" type="sibTrans" cxnId="{985932DA-BEC1-417E-ABDE-FE3F8AF9B7AC}">
      <dgm:prSet/>
      <dgm:spPr/>
      <dgm:t>
        <a:bodyPr/>
        <a:lstStyle/>
        <a:p>
          <a:endParaRPr lang="uk-UA"/>
        </a:p>
      </dgm:t>
    </dgm:pt>
    <dgm:pt modelId="{29D61AE9-276D-40FA-BE0E-8F306BDC04B8}">
      <dgm:prSet/>
      <dgm:spPr/>
      <dgm:t>
        <a:bodyPr/>
        <a:lstStyle/>
        <a:p>
          <a:r>
            <a:rPr lang="uk-UA" b="0" i="0"/>
            <a:t>масові репресії проти командного складу Червоної армії</a:t>
          </a:r>
          <a:endParaRPr lang="uk-UA"/>
        </a:p>
      </dgm:t>
    </dgm:pt>
    <dgm:pt modelId="{3AA0A30C-23EE-430C-AE87-AE7785CB641D}" type="parTrans" cxnId="{5265C8C8-84A0-4EAB-B064-CDCD68DFCE2C}">
      <dgm:prSet/>
      <dgm:spPr/>
      <dgm:t>
        <a:bodyPr/>
        <a:lstStyle/>
        <a:p>
          <a:endParaRPr lang="uk-UA"/>
        </a:p>
      </dgm:t>
    </dgm:pt>
    <dgm:pt modelId="{8298B5FD-3CB2-4BEA-B76E-FE30C372F7EC}" type="sibTrans" cxnId="{5265C8C8-84A0-4EAB-B064-CDCD68DFCE2C}">
      <dgm:prSet/>
      <dgm:spPr/>
      <dgm:t>
        <a:bodyPr/>
        <a:lstStyle/>
        <a:p>
          <a:endParaRPr lang="uk-UA"/>
        </a:p>
      </dgm:t>
    </dgm:pt>
    <dgm:pt modelId="{3CF7D4DD-B11D-4254-A71D-B00E6D2FB4FD}">
      <dgm:prSet/>
      <dgm:spPr/>
      <dgm:t>
        <a:bodyPr/>
        <a:lstStyle/>
        <a:p>
          <a:r>
            <a:rPr lang="uk-UA" b="0" i="0"/>
            <a:t>скорочення особового складу збройних сил країни</a:t>
          </a:r>
          <a:endParaRPr lang="uk-UA"/>
        </a:p>
      </dgm:t>
    </dgm:pt>
    <dgm:pt modelId="{C0DC4807-3117-46C4-9E0A-F51138783405}" type="parTrans" cxnId="{AFDF8117-2311-4D50-8B73-B70D5B9EDEAA}">
      <dgm:prSet/>
      <dgm:spPr/>
      <dgm:t>
        <a:bodyPr/>
        <a:lstStyle/>
        <a:p>
          <a:endParaRPr lang="uk-UA"/>
        </a:p>
      </dgm:t>
    </dgm:pt>
    <dgm:pt modelId="{A64C2A83-2F5B-4E28-A7BD-2C7A5F105D00}" type="sibTrans" cxnId="{AFDF8117-2311-4D50-8B73-B70D5B9EDEAA}">
      <dgm:prSet/>
      <dgm:spPr/>
      <dgm:t>
        <a:bodyPr/>
        <a:lstStyle/>
        <a:p>
          <a:endParaRPr lang="uk-UA"/>
        </a:p>
      </dgm:t>
    </dgm:pt>
    <dgm:pt modelId="{74C1EEF6-076E-4037-B34D-03A3002C8EBC}" type="pres">
      <dgm:prSet presAssocID="{A6555556-1B90-4403-8D6E-85BE8A3DC556}" presName="linear" presStyleCnt="0">
        <dgm:presLayoutVars>
          <dgm:animLvl val="lvl"/>
          <dgm:resizeHandles val="exact"/>
        </dgm:presLayoutVars>
      </dgm:prSet>
      <dgm:spPr/>
    </dgm:pt>
    <dgm:pt modelId="{5735E760-28A9-4A6A-9D40-99E356149B6E}" type="pres">
      <dgm:prSet presAssocID="{FFDE0EB9-1814-4EB9-9CDD-F24C25DD60C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84EFC8A-778F-44FC-87E4-A131B591C4D0}" type="pres">
      <dgm:prSet presAssocID="{D2141F93-740A-45DB-B66D-29F2752A6797}" presName="spacer" presStyleCnt="0"/>
      <dgm:spPr/>
    </dgm:pt>
    <dgm:pt modelId="{2B525170-3171-4E16-A3D4-49E389006437}" type="pres">
      <dgm:prSet presAssocID="{EE4EA6E3-817F-4E90-907B-20CE265C58F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C1BA6D8-4272-4243-8E72-972B9F4C2ED5}" type="pres">
      <dgm:prSet presAssocID="{FDD09BE8-9B0D-46E8-B781-00A649757CA0}" presName="spacer" presStyleCnt="0"/>
      <dgm:spPr/>
    </dgm:pt>
    <dgm:pt modelId="{7A632AB1-B35D-406D-A77D-4FC90F2179B9}" type="pres">
      <dgm:prSet presAssocID="{29D61AE9-276D-40FA-BE0E-8F306BDC04B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990DDEE-27A5-4203-9C40-9CA5FDD9A062}" type="pres">
      <dgm:prSet presAssocID="{8298B5FD-3CB2-4BEA-B76E-FE30C372F7EC}" presName="spacer" presStyleCnt="0"/>
      <dgm:spPr/>
    </dgm:pt>
    <dgm:pt modelId="{CB0DD8F8-68DB-4E59-AC41-B810D90283B0}" type="pres">
      <dgm:prSet presAssocID="{3CF7D4DD-B11D-4254-A71D-B00E6D2FB4F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FDF8117-2311-4D50-8B73-B70D5B9EDEAA}" srcId="{A6555556-1B90-4403-8D6E-85BE8A3DC556}" destId="{3CF7D4DD-B11D-4254-A71D-B00E6D2FB4FD}" srcOrd="3" destOrd="0" parTransId="{C0DC4807-3117-46C4-9E0A-F51138783405}" sibTransId="{A64C2A83-2F5B-4E28-A7BD-2C7A5F105D00}"/>
    <dgm:cxn modelId="{563FF027-0914-46EE-BBAA-22761A8A3DDE}" srcId="{A6555556-1B90-4403-8D6E-85BE8A3DC556}" destId="{FFDE0EB9-1814-4EB9-9CDD-F24C25DD60C0}" srcOrd="0" destOrd="0" parTransId="{98F2D0E5-7B45-4EFE-84F9-93552EC457A5}" sibTransId="{D2141F93-740A-45DB-B66D-29F2752A6797}"/>
    <dgm:cxn modelId="{3B107F3A-3AD5-4804-B5EB-D7FDF60E030A}" type="presOf" srcId="{EE4EA6E3-817F-4E90-907B-20CE265C58F7}" destId="{2B525170-3171-4E16-A3D4-49E389006437}" srcOrd="0" destOrd="0" presId="urn:microsoft.com/office/officeart/2005/8/layout/vList2"/>
    <dgm:cxn modelId="{64278F3A-1A21-406B-BE6D-10DE512EE544}" type="presOf" srcId="{FFDE0EB9-1814-4EB9-9CDD-F24C25DD60C0}" destId="{5735E760-28A9-4A6A-9D40-99E356149B6E}" srcOrd="0" destOrd="0" presId="urn:microsoft.com/office/officeart/2005/8/layout/vList2"/>
    <dgm:cxn modelId="{9FF8ED3E-740A-4FF6-B33E-658D4A64EAF1}" type="presOf" srcId="{3CF7D4DD-B11D-4254-A71D-B00E6D2FB4FD}" destId="{CB0DD8F8-68DB-4E59-AC41-B810D90283B0}" srcOrd="0" destOrd="0" presId="urn:microsoft.com/office/officeart/2005/8/layout/vList2"/>
    <dgm:cxn modelId="{5265C8C8-84A0-4EAB-B064-CDCD68DFCE2C}" srcId="{A6555556-1B90-4403-8D6E-85BE8A3DC556}" destId="{29D61AE9-276D-40FA-BE0E-8F306BDC04B8}" srcOrd="2" destOrd="0" parTransId="{3AA0A30C-23EE-430C-AE87-AE7785CB641D}" sibTransId="{8298B5FD-3CB2-4BEA-B76E-FE30C372F7EC}"/>
    <dgm:cxn modelId="{985932DA-BEC1-417E-ABDE-FE3F8AF9B7AC}" srcId="{A6555556-1B90-4403-8D6E-85BE8A3DC556}" destId="{EE4EA6E3-817F-4E90-907B-20CE265C58F7}" srcOrd="1" destOrd="0" parTransId="{50B28AAF-9E66-4000-B324-154F2F5C98F1}" sibTransId="{FDD09BE8-9B0D-46E8-B781-00A649757CA0}"/>
    <dgm:cxn modelId="{B80403DD-6858-464A-BDA9-4647514393B9}" type="presOf" srcId="{A6555556-1B90-4403-8D6E-85BE8A3DC556}" destId="{74C1EEF6-076E-4037-B34D-03A3002C8EBC}" srcOrd="0" destOrd="0" presId="urn:microsoft.com/office/officeart/2005/8/layout/vList2"/>
    <dgm:cxn modelId="{84B5D8ED-5896-4285-845B-09850873D544}" type="presOf" srcId="{29D61AE9-276D-40FA-BE0E-8F306BDC04B8}" destId="{7A632AB1-B35D-406D-A77D-4FC90F2179B9}" srcOrd="0" destOrd="0" presId="urn:microsoft.com/office/officeart/2005/8/layout/vList2"/>
    <dgm:cxn modelId="{D845DC76-61C2-47D1-BF21-38A16C18DB01}" type="presParOf" srcId="{74C1EEF6-076E-4037-B34D-03A3002C8EBC}" destId="{5735E760-28A9-4A6A-9D40-99E356149B6E}" srcOrd="0" destOrd="0" presId="urn:microsoft.com/office/officeart/2005/8/layout/vList2"/>
    <dgm:cxn modelId="{A77BA37D-9706-4AF6-A82E-82C42A835788}" type="presParOf" srcId="{74C1EEF6-076E-4037-B34D-03A3002C8EBC}" destId="{884EFC8A-778F-44FC-87E4-A131B591C4D0}" srcOrd="1" destOrd="0" presId="urn:microsoft.com/office/officeart/2005/8/layout/vList2"/>
    <dgm:cxn modelId="{CC65EC4C-6A39-4948-92A0-98E86BE65F73}" type="presParOf" srcId="{74C1EEF6-076E-4037-B34D-03A3002C8EBC}" destId="{2B525170-3171-4E16-A3D4-49E389006437}" srcOrd="2" destOrd="0" presId="urn:microsoft.com/office/officeart/2005/8/layout/vList2"/>
    <dgm:cxn modelId="{81AC8E35-7581-4BDF-A94B-3AD3A84E8F0A}" type="presParOf" srcId="{74C1EEF6-076E-4037-B34D-03A3002C8EBC}" destId="{4C1BA6D8-4272-4243-8E72-972B9F4C2ED5}" srcOrd="3" destOrd="0" presId="urn:microsoft.com/office/officeart/2005/8/layout/vList2"/>
    <dgm:cxn modelId="{756249E4-BD08-491F-AC97-CE00801C2191}" type="presParOf" srcId="{74C1EEF6-076E-4037-B34D-03A3002C8EBC}" destId="{7A632AB1-B35D-406D-A77D-4FC90F2179B9}" srcOrd="4" destOrd="0" presId="urn:microsoft.com/office/officeart/2005/8/layout/vList2"/>
    <dgm:cxn modelId="{2E2F0793-0FA5-4F25-9619-65B038E01966}" type="presParOf" srcId="{74C1EEF6-076E-4037-B34D-03A3002C8EBC}" destId="{F990DDEE-27A5-4203-9C40-9CA5FDD9A062}" srcOrd="5" destOrd="0" presId="urn:microsoft.com/office/officeart/2005/8/layout/vList2"/>
    <dgm:cxn modelId="{BF63F19D-51B1-484B-A40D-10821087B8D4}" type="presParOf" srcId="{74C1EEF6-076E-4037-B34D-03A3002C8EBC}" destId="{CB0DD8F8-68DB-4E59-AC41-B810D90283B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EC47BB20-C4DA-4547-ABC8-6FE74E8C5E6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A24F5D1-BC92-4315-AE49-F9C8C4699DC1}">
      <dgm:prSet/>
      <dgm:spPr/>
      <dgm:t>
        <a:bodyPr/>
        <a:lstStyle/>
        <a:p>
          <a:r>
            <a:rPr lang="ru-RU" b="0" i="0"/>
            <a:t>справи «Спілки визволення України»</a:t>
          </a:r>
          <a:endParaRPr lang="uk-UA"/>
        </a:p>
      </dgm:t>
    </dgm:pt>
    <dgm:pt modelId="{722B16FF-3D35-4769-8470-B943C228F809}" type="parTrans" cxnId="{9E6D1D42-D7D9-4078-8822-9A71CFA0A5CC}">
      <dgm:prSet/>
      <dgm:spPr/>
      <dgm:t>
        <a:bodyPr/>
        <a:lstStyle/>
        <a:p>
          <a:endParaRPr lang="uk-UA"/>
        </a:p>
      </dgm:t>
    </dgm:pt>
    <dgm:pt modelId="{C94FAB16-C2A4-497A-B55C-94E0AE2FD7F6}" type="sibTrans" cxnId="{9E6D1D42-D7D9-4078-8822-9A71CFA0A5CC}">
      <dgm:prSet/>
      <dgm:spPr/>
      <dgm:t>
        <a:bodyPr/>
        <a:lstStyle/>
        <a:p>
          <a:endParaRPr lang="uk-UA"/>
        </a:p>
      </dgm:t>
    </dgm:pt>
    <dgm:pt modelId="{1CB3A64D-FE9D-4607-AA45-2B99997F60A0}">
      <dgm:prSet/>
      <dgm:spPr/>
      <dgm:t>
        <a:bodyPr/>
        <a:lstStyle/>
        <a:p>
          <a:r>
            <a:rPr lang="ru-RU" b="0" i="0"/>
            <a:t>«Шахтинської справи»</a:t>
          </a:r>
          <a:endParaRPr lang="uk-UA"/>
        </a:p>
      </dgm:t>
    </dgm:pt>
    <dgm:pt modelId="{E3F7E4E8-921E-432C-A821-DC92D232E183}" type="parTrans" cxnId="{D5C248D9-E779-45A2-9DF2-CBF6F08FED29}">
      <dgm:prSet/>
      <dgm:spPr/>
      <dgm:t>
        <a:bodyPr/>
        <a:lstStyle/>
        <a:p>
          <a:endParaRPr lang="uk-UA"/>
        </a:p>
      </dgm:t>
    </dgm:pt>
    <dgm:pt modelId="{4F2847D9-EC32-4086-833C-D43359D42DD4}" type="sibTrans" cxnId="{D5C248D9-E779-45A2-9DF2-CBF6F08FED29}">
      <dgm:prSet/>
      <dgm:spPr/>
      <dgm:t>
        <a:bodyPr/>
        <a:lstStyle/>
        <a:p>
          <a:endParaRPr lang="uk-UA"/>
        </a:p>
      </dgm:t>
    </dgm:pt>
    <dgm:pt modelId="{7521E1AA-5623-4D06-8FE6-98F588AD28B9}">
      <dgm:prSet/>
      <dgm:spPr/>
      <dgm:t>
        <a:bodyPr/>
        <a:lstStyle/>
        <a:p>
          <a:r>
            <a:rPr lang="ru-RU" b="0" i="0"/>
            <a:t>Голодомору</a:t>
          </a:r>
          <a:endParaRPr lang="uk-UA"/>
        </a:p>
      </dgm:t>
    </dgm:pt>
    <dgm:pt modelId="{239D4866-542F-45C8-8760-8E991AF56133}" type="parTrans" cxnId="{74CBF9B5-0FB9-4E81-BAE6-BF1ED6D9752C}">
      <dgm:prSet/>
      <dgm:spPr/>
      <dgm:t>
        <a:bodyPr/>
        <a:lstStyle/>
        <a:p>
          <a:endParaRPr lang="uk-UA"/>
        </a:p>
      </dgm:t>
    </dgm:pt>
    <dgm:pt modelId="{F0D81C3A-034E-4B0F-8E1B-6BD80FCCBDDF}" type="sibTrans" cxnId="{74CBF9B5-0FB9-4E81-BAE6-BF1ED6D9752C}">
      <dgm:prSet/>
      <dgm:spPr/>
      <dgm:t>
        <a:bodyPr/>
        <a:lstStyle/>
        <a:p>
          <a:endParaRPr lang="uk-UA"/>
        </a:p>
      </dgm:t>
    </dgm:pt>
    <dgm:pt modelId="{FFCDCE29-C994-41EE-BF34-724D88030C04}">
      <dgm:prSet/>
      <dgm:spPr/>
      <dgm:t>
        <a:bodyPr/>
        <a:lstStyle/>
        <a:p>
          <a:r>
            <a:rPr lang="ru-RU" b="0" i="0"/>
            <a:t>«Закону про п’ять колосків»</a:t>
          </a:r>
          <a:endParaRPr lang="uk-UA"/>
        </a:p>
      </dgm:t>
    </dgm:pt>
    <dgm:pt modelId="{2C08F343-EB44-4536-A37E-AAF44506FEC0}" type="parTrans" cxnId="{76E26775-01D8-4E6B-8BD4-11C41CB3A9ED}">
      <dgm:prSet/>
      <dgm:spPr/>
      <dgm:t>
        <a:bodyPr/>
        <a:lstStyle/>
        <a:p>
          <a:endParaRPr lang="uk-UA"/>
        </a:p>
      </dgm:t>
    </dgm:pt>
    <dgm:pt modelId="{5A2EECB5-6456-4CB3-9E74-E6E43D678F81}" type="sibTrans" cxnId="{76E26775-01D8-4E6B-8BD4-11C41CB3A9ED}">
      <dgm:prSet/>
      <dgm:spPr/>
      <dgm:t>
        <a:bodyPr/>
        <a:lstStyle/>
        <a:p>
          <a:endParaRPr lang="uk-UA"/>
        </a:p>
      </dgm:t>
    </dgm:pt>
    <dgm:pt modelId="{697115CF-DDBE-4945-A7AF-92C829E9DDB7}" type="pres">
      <dgm:prSet presAssocID="{EC47BB20-C4DA-4547-ABC8-6FE74E8C5E60}" presName="linear" presStyleCnt="0">
        <dgm:presLayoutVars>
          <dgm:animLvl val="lvl"/>
          <dgm:resizeHandles val="exact"/>
        </dgm:presLayoutVars>
      </dgm:prSet>
      <dgm:spPr/>
    </dgm:pt>
    <dgm:pt modelId="{08E17EFB-0403-4638-9A25-951885674F7E}" type="pres">
      <dgm:prSet presAssocID="{BA24F5D1-BC92-4315-AE49-F9C8C4699DC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03452F6-3378-4356-9A32-37A8144C94D7}" type="pres">
      <dgm:prSet presAssocID="{C94FAB16-C2A4-497A-B55C-94E0AE2FD7F6}" presName="spacer" presStyleCnt="0"/>
      <dgm:spPr/>
    </dgm:pt>
    <dgm:pt modelId="{D38445F2-9448-4C07-AA04-01313281CA95}" type="pres">
      <dgm:prSet presAssocID="{1CB3A64D-FE9D-4607-AA45-2B99997F60A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239DF31-29E9-4FCD-B41A-7559D307445C}" type="pres">
      <dgm:prSet presAssocID="{4F2847D9-EC32-4086-833C-D43359D42DD4}" presName="spacer" presStyleCnt="0"/>
      <dgm:spPr/>
    </dgm:pt>
    <dgm:pt modelId="{78C77B31-0B07-48F2-8BC8-D526C057C4E5}" type="pres">
      <dgm:prSet presAssocID="{7521E1AA-5623-4D06-8FE6-98F588AD28B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F3B2D3C-9BBB-4C81-8260-68978BD2AC46}" type="pres">
      <dgm:prSet presAssocID="{F0D81C3A-034E-4B0F-8E1B-6BD80FCCBDDF}" presName="spacer" presStyleCnt="0"/>
      <dgm:spPr/>
    </dgm:pt>
    <dgm:pt modelId="{811A7126-50B0-4850-9585-5A19F0AC7E5A}" type="pres">
      <dgm:prSet presAssocID="{FFCDCE29-C994-41EE-BF34-724D88030C0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7A1230E-16AC-4851-83F3-EEF08190E159}" type="presOf" srcId="{BA24F5D1-BC92-4315-AE49-F9C8C4699DC1}" destId="{08E17EFB-0403-4638-9A25-951885674F7E}" srcOrd="0" destOrd="0" presId="urn:microsoft.com/office/officeart/2005/8/layout/vList2"/>
    <dgm:cxn modelId="{307D8F21-1EDB-4BD9-AFEA-25D35FA7A987}" type="presOf" srcId="{7521E1AA-5623-4D06-8FE6-98F588AD28B9}" destId="{78C77B31-0B07-48F2-8BC8-D526C057C4E5}" srcOrd="0" destOrd="0" presId="urn:microsoft.com/office/officeart/2005/8/layout/vList2"/>
    <dgm:cxn modelId="{9E6D1D42-D7D9-4078-8822-9A71CFA0A5CC}" srcId="{EC47BB20-C4DA-4547-ABC8-6FE74E8C5E60}" destId="{BA24F5D1-BC92-4315-AE49-F9C8C4699DC1}" srcOrd="0" destOrd="0" parTransId="{722B16FF-3D35-4769-8470-B943C228F809}" sibTransId="{C94FAB16-C2A4-497A-B55C-94E0AE2FD7F6}"/>
    <dgm:cxn modelId="{76E26775-01D8-4E6B-8BD4-11C41CB3A9ED}" srcId="{EC47BB20-C4DA-4547-ABC8-6FE74E8C5E60}" destId="{FFCDCE29-C994-41EE-BF34-724D88030C04}" srcOrd="3" destOrd="0" parTransId="{2C08F343-EB44-4536-A37E-AAF44506FEC0}" sibTransId="{5A2EECB5-6456-4CB3-9E74-E6E43D678F81}"/>
    <dgm:cxn modelId="{F5D30AAC-CEAF-44E7-9C33-BC2BD010D7E1}" type="presOf" srcId="{1CB3A64D-FE9D-4607-AA45-2B99997F60A0}" destId="{D38445F2-9448-4C07-AA04-01313281CA95}" srcOrd="0" destOrd="0" presId="urn:microsoft.com/office/officeart/2005/8/layout/vList2"/>
    <dgm:cxn modelId="{108E91B3-26E9-4CAB-AD72-E412C5DCB2EE}" type="presOf" srcId="{EC47BB20-C4DA-4547-ABC8-6FE74E8C5E60}" destId="{697115CF-DDBE-4945-A7AF-92C829E9DDB7}" srcOrd="0" destOrd="0" presId="urn:microsoft.com/office/officeart/2005/8/layout/vList2"/>
    <dgm:cxn modelId="{74CBF9B5-0FB9-4E81-BAE6-BF1ED6D9752C}" srcId="{EC47BB20-C4DA-4547-ABC8-6FE74E8C5E60}" destId="{7521E1AA-5623-4D06-8FE6-98F588AD28B9}" srcOrd="2" destOrd="0" parTransId="{239D4866-542F-45C8-8760-8E991AF56133}" sibTransId="{F0D81C3A-034E-4B0F-8E1B-6BD80FCCBDDF}"/>
    <dgm:cxn modelId="{5A0E0DCE-060F-4363-ACB4-1231207AB379}" type="presOf" srcId="{FFCDCE29-C994-41EE-BF34-724D88030C04}" destId="{811A7126-50B0-4850-9585-5A19F0AC7E5A}" srcOrd="0" destOrd="0" presId="urn:microsoft.com/office/officeart/2005/8/layout/vList2"/>
    <dgm:cxn modelId="{D5C248D9-E779-45A2-9DF2-CBF6F08FED29}" srcId="{EC47BB20-C4DA-4547-ABC8-6FE74E8C5E60}" destId="{1CB3A64D-FE9D-4607-AA45-2B99997F60A0}" srcOrd="1" destOrd="0" parTransId="{E3F7E4E8-921E-432C-A821-DC92D232E183}" sibTransId="{4F2847D9-EC32-4086-833C-D43359D42DD4}"/>
    <dgm:cxn modelId="{BB0A183A-3289-4083-9713-B620AF58FDDC}" type="presParOf" srcId="{697115CF-DDBE-4945-A7AF-92C829E9DDB7}" destId="{08E17EFB-0403-4638-9A25-951885674F7E}" srcOrd="0" destOrd="0" presId="urn:microsoft.com/office/officeart/2005/8/layout/vList2"/>
    <dgm:cxn modelId="{79B806E8-3D26-4CBA-A747-C5A664686A9C}" type="presParOf" srcId="{697115CF-DDBE-4945-A7AF-92C829E9DDB7}" destId="{103452F6-3378-4356-9A32-37A8144C94D7}" srcOrd="1" destOrd="0" presId="urn:microsoft.com/office/officeart/2005/8/layout/vList2"/>
    <dgm:cxn modelId="{C79BACF4-2863-49C2-8EC1-93E13801EFF5}" type="presParOf" srcId="{697115CF-DDBE-4945-A7AF-92C829E9DDB7}" destId="{D38445F2-9448-4C07-AA04-01313281CA95}" srcOrd="2" destOrd="0" presId="urn:microsoft.com/office/officeart/2005/8/layout/vList2"/>
    <dgm:cxn modelId="{D1EF2B92-9A90-4843-AAE5-15183EF6D937}" type="presParOf" srcId="{697115CF-DDBE-4945-A7AF-92C829E9DDB7}" destId="{E239DF31-29E9-4FCD-B41A-7559D307445C}" srcOrd="3" destOrd="0" presId="urn:microsoft.com/office/officeart/2005/8/layout/vList2"/>
    <dgm:cxn modelId="{507FD399-ACF3-459E-B58E-8A48FCA7EA73}" type="presParOf" srcId="{697115CF-DDBE-4945-A7AF-92C829E9DDB7}" destId="{78C77B31-0B07-48F2-8BC8-D526C057C4E5}" srcOrd="4" destOrd="0" presId="urn:microsoft.com/office/officeart/2005/8/layout/vList2"/>
    <dgm:cxn modelId="{D2653816-6287-4D3B-9960-57A4FA0DB6CE}" type="presParOf" srcId="{697115CF-DDBE-4945-A7AF-92C829E9DDB7}" destId="{AF3B2D3C-9BBB-4C81-8260-68978BD2AC46}" srcOrd="5" destOrd="0" presId="urn:microsoft.com/office/officeart/2005/8/layout/vList2"/>
    <dgm:cxn modelId="{B8CA7535-5522-42B9-B39D-E9A6B0EEB538}" type="presParOf" srcId="{697115CF-DDBE-4945-A7AF-92C829E9DDB7}" destId="{811A7126-50B0-4850-9585-5A19F0AC7E5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0900A672-6B58-4494-8276-535409F268D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C6FB20D-C744-4159-A9E2-A98FD17EDD4D}">
      <dgm:prSet/>
      <dgm:spPr/>
      <dgm:t>
        <a:bodyPr/>
        <a:lstStyle/>
        <a:p>
          <a:r>
            <a:rPr lang="ru-RU" b="0" i="0"/>
            <a:t>справу «Промпартії»</a:t>
          </a:r>
          <a:endParaRPr lang="uk-UA"/>
        </a:p>
      </dgm:t>
    </dgm:pt>
    <dgm:pt modelId="{F571D6A0-DE4C-4C96-AF38-823D782B09B5}" type="parTrans" cxnId="{E59DF5CA-8F6A-48C2-8E9F-70644929DD86}">
      <dgm:prSet/>
      <dgm:spPr/>
      <dgm:t>
        <a:bodyPr/>
        <a:lstStyle/>
        <a:p>
          <a:endParaRPr lang="uk-UA"/>
        </a:p>
      </dgm:t>
    </dgm:pt>
    <dgm:pt modelId="{D373AFDF-BE78-4614-9CDE-25F363D039D4}" type="sibTrans" cxnId="{E59DF5CA-8F6A-48C2-8E9F-70644929DD86}">
      <dgm:prSet/>
      <dgm:spPr/>
      <dgm:t>
        <a:bodyPr/>
        <a:lstStyle/>
        <a:p>
          <a:endParaRPr lang="uk-UA"/>
        </a:p>
      </dgm:t>
    </dgm:pt>
    <dgm:pt modelId="{61778B37-0456-4769-BE1D-6F66340CE7E7}">
      <dgm:prSet/>
      <dgm:spPr/>
      <dgm:t>
        <a:bodyPr/>
        <a:lstStyle/>
        <a:p>
          <a:r>
            <a:rPr lang="ru-RU" b="0" i="0"/>
            <a:t>«Шахтинську справу»</a:t>
          </a:r>
          <a:endParaRPr lang="uk-UA"/>
        </a:p>
      </dgm:t>
    </dgm:pt>
    <dgm:pt modelId="{685C2A6D-2E7E-4D71-9A1D-3468A29A2BCA}" type="parTrans" cxnId="{55348A16-B8DD-4847-9BCE-9FFECE86FEF9}">
      <dgm:prSet/>
      <dgm:spPr/>
      <dgm:t>
        <a:bodyPr/>
        <a:lstStyle/>
        <a:p>
          <a:endParaRPr lang="uk-UA"/>
        </a:p>
      </dgm:t>
    </dgm:pt>
    <dgm:pt modelId="{B3D4B329-8F2A-4AA3-9EA7-B5120E05E87D}" type="sibTrans" cxnId="{55348A16-B8DD-4847-9BCE-9FFECE86FEF9}">
      <dgm:prSet/>
      <dgm:spPr/>
      <dgm:t>
        <a:bodyPr/>
        <a:lstStyle/>
        <a:p>
          <a:endParaRPr lang="uk-UA"/>
        </a:p>
      </dgm:t>
    </dgm:pt>
    <dgm:pt modelId="{F1C3B9D5-4925-4A71-A375-3CB7B24134B6}">
      <dgm:prSet/>
      <dgm:spPr/>
      <dgm:t>
        <a:bodyPr/>
        <a:lstStyle/>
        <a:p>
          <a:r>
            <a:rPr lang="ru-RU" b="0" i="0"/>
            <a:t>справу «Спілки визволення України»</a:t>
          </a:r>
          <a:endParaRPr lang="uk-UA"/>
        </a:p>
      </dgm:t>
    </dgm:pt>
    <dgm:pt modelId="{A9DA991A-563D-47C5-98D1-D400F6422E0D}" type="parTrans" cxnId="{F0A7CB0E-1EF3-434A-AFE6-F8272891D5B6}">
      <dgm:prSet/>
      <dgm:spPr/>
      <dgm:t>
        <a:bodyPr/>
        <a:lstStyle/>
        <a:p>
          <a:endParaRPr lang="uk-UA"/>
        </a:p>
      </dgm:t>
    </dgm:pt>
    <dgm:pt modelId="{5D60A888-D5A3-4569-8F1F-16FE99691D4F}" type="sibTrans" cxnId="{F0A7CB0E-1EF3-434A-AFE6-F8272891D5B6}">
      <dgm:prSet/>
      <dgm:spPr/>
      <dgm:t>
        <a:bodyPr/>
        <a:lstStyle/>
        <a:p>
          <a:endParaRPr lang="uk-UA"/>
        </a:p>
      </dgm:t>
    </dgm:pt>
    <dgm:pt modelId="{45E751F9-98A0-4C94-8EE0-F88B94FECDA8}">
      <dgm:prSet/>
      <dgm:spPr/>
      <dgm:t>
        <a:bodyPr/>
        <a:lstStyle/>
        <a:p>
          <a:r>
            <a:rPr lang="ru-RU" b="0" i="0"/>
            <a:t>справу «Українського національного центру»</a:t>
          </a:r>
          <a:endParaRPr lang="uk-UA"/>
        </a:p>
      </dgm:t>
    </dgm:pt>
    <dgm:pt modelId="{E92CB5EE-1C47-48A7-86A8-92F44DBCF711}" type="parTrans" cxnId="{CEB838B5-260F-4A85-9ACC-71BF4002D35B}">
      <dgm:prSet/>
      <dgm:spPr/>
      <dgm:t>
        <a:bodyPr/>
        <a:lstStyle/>
        <a:p>
          <a:endParaRPr lang="uk-UA"/>
        </a:p>
      </dgm:t>
    </dgm:pt>
    <dgm:pt modelId="{DFCC9527-F8F7-4F12-B3C1-88009C7AAEA5}" type="sibTrans" cxnId="{CEB838B5-260F-4A85-9ACC-71BF4002D35B}">
      <dgm:prSet/>
      <dgm:spPr/>
      <dgm:t>
        <a:bodyPr/>
        <a:lstStyle/>
        <a:p>
          <a:endParaRPr lang="uk-UA"/>
        </a:p>
      </dgm:t>
    </dgm:pt>
    <dgm:pt modelId="{5D2D6F53-B000-4022-9816-AD5A0E6021DB}" type="pres">
      <dgm:prSet presAssocID="{0900A672-6B58-4494-8276-535409F268D3}" presName="linear" presStyleCnt="0">
        <dgm:presLayoutVars>
          <dgm:animLvl val="lvl"/>
          <dgm:resizeHandles val="exact"/>
        </dgm:presLayoutVars>
      </dgm:prSet>
      <dgm:spPr/>
    </dgm:pt>
    <dgm:pt modelId="{8920850B-A7A6-426B-B951-4AE1C10963FF}" type="pres">
      <dgm:prSet presAssocID="{4C6FB20D-C744-4159-A9E2-A98FD17EDD4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89D3D04-DB03-42F9-92E4-0539C7207834}" type="pres">
      <dgm:prSet presAssocID="{D373AFDF-BE78-4614-9CDE-25F363D039D4}" presName="spacer" presStyleCnt="0"/>
      <dgm:spPr/>
    </dgm:pt>
    <dgm:pt modelId="{585DC43B-C6F8-4A18-9C6B-349263486C45}" type="pres">
      <dgm:prSet presAssocID="{61778B37-0456-4769-BE1D-6F66340CE7E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6C192D4-C34B-4AA7-AB91-DA65B2477E82}" type="pres">
      <dgm:prSet presAssocID="{B3D4B329-8F2A-4AA3-9EA7-B5120E05E87D}" presName="spacer" presStyleCnt="0"/>
      <dgm:spPr/>
    </dgm:pt>
    <dgm:pt modelId="{0DF71C92-FB6A-4FD1-B427-9901ABCDDA60}" type="pres">
      <dgm:prSet presAssocID="{F1C3B9D5-4925-4A71-A375-3CB7B24134B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7E22A53-4E88-4FAB-A553-BAE9FB064ACF}" type="pres">
      <dgm:prSet presAssocID="{5D60A888-D5A3-4569-8F1F-16FE99691D4F}" presName="spacer" presStyleCnt="0"/>
      <dgm:spPr/>
    </dgm:pt>
    <dgm:pt modelId="{79D502B1-D053-4997-BEF7-25B8E716AAC4}" type="pres">
      <dgm:prSet presAssocID="{45E751F9-98A0-4C94-8EE0-F88B94FECDA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0A7CB0E-1EF3-434A-AFE6-F8272891D5B6}" srcId="{0900A672-6B58-4494-8276-535409F268D3}" destId="{F1C3B9D5-4925-4A71-A375-3CB7B24134B6}" srcOrd="2" destOrd="0" parTransId="{A9DA991A-563D-47C5-98D1-D400F6422E0D}" sibTransId="{5D60A888-D5A3-4569-8F1F-16FE99691D4F}"/>
    <dgm:cxn modelId="{55348A16-B8DD-4847-9BCE-9FFECE86FEF9}" srcId="{0900A672-6B58-4494-8276-535409F268D3}" destId="{61778B37-0456-4769-BE1D-6F66340CE7E7}" srcOrd="1" destOrd="0" parTransId="{685C2A6D-2E7E-4D71-9A1D-3468A29A2BCA}" sibTransId="{B3D4B329-8F2A-4AA3-9EA7-B5120E05E87D}"/>
    <dgm:cxn modelId="{67DFB217-40D5-4992-A00B-0DC137813121}" type="presOf" srcId="{F1C3B9D5-4925-4A71-A375-3CB7B24134B6}" destId="{0DF71C92-FB6A-4FD1-B427-9901ABCDDA60}" srcOrd="0" destOrd="0" presId="urn:microsoft.com/office/officeart/2005/8/layout/vList2"/>
    <dgm:cxn modelId="{09539C31-5C44-4D64-B247-9DACFE28E5E9}" type="presOf" srcId="{45E751F9-98A0-4C94-8EE0-F88B94FECDA8}" destId="{79D502B1-D053-4997-BEF7-25B8E716AAC4}" srcOrd="0" destOrd="0" presId="urn:microsoft.com/office/officeart/2005/8/layout/vList2"/>
    <dgm:cxn modelId="{ACD7F646-96B0-4269-9478-786FC5FA8AB2}" type="presOf" srcId="{4C6FB20D-C744-4159-A9E2-A98FD17EDD4D}" destId="{8920850B-A7A6-426B-B951-4AE1C10963FF}" srcOrd="0" destOrd="0" presId="urn:microsoft.com/office/officeart/2005/8/layout/vList2"/>
    <dgm:cxn modelId="{B00BF5A2-B585-4664-AB35-DD463F2BD7E1}" type="presOf" srcId="{0900A672-6B58-4494-8276-535409F268D3}" destId="{5D2D6F53-B000-4022-9816-AD5A0E6021DB}" srcOrd="0" destOrd="0" presId="urn:microsoft.com/office/officeart/2005/8/layout/vList2"/>
    <dgm:cxn modelId="{CEB838B5-260F-4A85-9ACC-71BF4002D35B}" srcId="{0900A672-6B58-4494-8276-535409F268D3}" destId="{45E751F9-98A0-4C94-8EE0-F88B94FECDA8}" srcOrd="3" destOrd="0" parTransId="{E92CB5EE-1C47-48A7-86A8-92F44DBCF711}" sibTransId="{DFCC9527-F8F7-4F12-B3C1-88009C7AAEA5}"/>
    <dgm:cxn modelId="{E59DF5CA-8F6A-48C2-8E9F-70644929DD86}" srcId="{0900A672-6B58-4494-8276-535409F268D3}" destId="{4C6FB20D-C744-4159-A9E2-A98FD17EDD4D}" srcOrd="0" destOrd="0" parTransId="{F571D6A0-DE4C-4C96-AF38-823D782B09B5}" sibTransId="{D373AFDF-BE78-4614-9CDE-25F363D039D4}"/>
    <dgm:cxn modelId="{FEF3AAF9-D4D9-475C-9997-CDCF81C57CF9}" type="presOf" srcId="{61778B37-0456-4769-BE1D-6F66340CE7E7}" destId="{585DC43B-C6F8-4A18-9C6B-349263486C45}" srcOrd="0" destOrd="0" presId="urn:microsoft.com/office/officeart/2005/8/layout/vList2"/>
    <dgm:cxn modelId="{CCFD957A-9952-4D00-9390-C74C3204C0BB}" type="presParOf" srcId="{5D2D6F53-B000-4022-9816-AD5A0E6021DB}" destId="{8920850B-A7A6-426B-B951-4AE1C10963FF}" srcOrd="0" destOrd="0" presId="urn:microsoft.com/office/officeart/2005/8/layout/vList2"/>
    <dgm:cxn modelId="{A08B3372-8C68-463F-A0FF-588DF4E13098}" type="presParOf" srcId="{5D2D6F53-B000-4022-9816-AD5A0E6021DB}" destId="{289D3D04-DB03-42F9-92E4-0539C7207834}" srcOrd="1" destOrd="0" presId="urn:microsoft.com/office/officeart/2005/8/layout/vList2"/>
    <dgm:cxn modelId="{8F74491F-63F0-4537-9A60-3B3A5A00701C}" type="presParOf" srcId="{5D2D6F53-B000-4022-9816-AD5A0E6021DB}" destId="{585DC43B-C6F8-4A18-9C6B-349263486C45}" srcOrd="2" destOrd="0" presId="urn:microsoft.com/office/officeart/2005/8/layout/vList2"/>
    <dgm:cxn modelId="{88CA6C80-01FD-4182-A765-27D0E59B797C}" type="presParOf" srcId="{5D2D6F53-B000-4022-9816-AD5A0E6021DB}" destId="{96C192D4-C34B-4AA7-AB91-DA65B2477E82}" srcOrd="3" destOrd="0" presId="urn:microsoft.com/office/officeart/2005/8/layout/vList2"/>
    <dgm:cxn modelId="{03C9FA9D-2091-4E29-B913-031CEA52A97A}" type="presParOf" srcId="{5D2D6F53-B000-4022-9816-AD5A0E6021DB}" destId="{0DF71C92-FB6A-4FD1-B427-9901ABCDDA60}" srcOrd="4" destOrd="0" presId="urn:microsoft.com/office/officeart/2005/8/layout/vList2"/>
    <dgm:cxn modelId="{CB813660-4A9C-469C-A8DA-0A5C4EAAAFC5}" type="presParOf" srcId="{5D2D6F53-B000-4022-9816-AD5A0E6021DB}" destId="{F7E22A53-4E88-4FAB-A553-BAE9FB064ACF}" srcOrd="5" destOrd="0" presId="urn:microsoft.com/office/officeart/2005/8/layout/vList2"/>
    <dgm:cxn modelId="{E59ADE52-5423-4FA7-B03F-C220ADFBC1F2}" type="presParOf" srcId="{5D2D6F53-B000-4022-9816-AD5A0E6021DB}" destId="{79D502B1-D053-4997-BEF7-25B8E716AAC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510AFB50-A33D-48F7-A3FB-A138952C4BF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84D990A-D207-40E9-BC92-DAF8A44A3980}">
      <dgm:prSet/>
      <dgm:spPr/>
      <dgm:t>
        <a:bodyPr/>
        <a:lstStyle/>
        <a:p>
          <a:r>
            <a:rPr lang="uk-UA" b="0" i="0"/>
            <a:t>створення творчих літературно-мистецьких об’єднань</a:t>
          </a:r>
          <a:endParaRPr lang="uk-UA"/>
        </a:p>
      </dgm:t>
    </dgm:pt>
    <dgm:pt modelId="{5A48194B-0530-458B-8418-CC5B08A77F81}" type="parTrans" cxnId="{F94A6A25-D672-4BC6-A249-C69AFB743402}">
      <dgm:prSet/>
      <dgm:spPr/>
      <dgm:t>
        <a:bodyPr/>
        <a:lstStyle/>
        <a:p>
          <a:endParaRPr lang="uk-UA"/>
        </a:p>
      </dgm:t>
    </dgm:pt>
    <dgm:pt modelId="{6870CB89-9AD1-43D6-B2EF-D315FC29B9A7}" type="sibTrans" cxnId="{F94A6A25-D672-4BC6-A249-C69AFB743402}">
      <dgm:prSet/>
      <dgm:spPr/>
      <dgm:t>
        <a:bodyPr/>
        <a:lstStyle/>
        <a:p>
          <a:endParaRPr lang="uk-UA"/>
        </a:p>
      </dgm:t>
    </dgm:pt>
    <dgm:pt modelId="{39775976-4427-46F3-83CF-A623DB4E10D5}">
      <dgm:prSet/>
      <dgm:spPr/>
      <dgm:t>
        <a:bodyPr/>
        <a:lstStyle/>
        <a:p>
          <a:r>
            <a:rPr lang="uk-UA" b="0" i="0"/>
            <a:t>запровадження загальної обов’язкової середньої освіти</a:t>
          </a:r>
          <a:endParaRPr lang="uk-UA"/>
        </a:p>
      </dgm:t>
    </dgm:pt>
    <dgm:pt modelId="{BF1C0568-3F50-4133-ADA8-38D5CA70FA18}" type="parTrans" cxnId="{0EF364A8-5509-410A-8469-A91FCAEF6396}">
      <dgm:prSet/>
      <dgm:spPr/>
      <dgm:t>
        <a:bodyPr/>
        <a:lstStyle/>
        <a:p>
          <a:endParaRPr lang="uk-UA"/>
        </a:p>
      </dgm:t>
    </dgm:pt>
    <dgm:pt modelId="{40EB3FF9-FE06-403D-B451-030105018F24}" type="sibTrans" cxnId="{0EF364A8-5509-410A-8469-A91FCAEF6396}">
      <dgm:prSet/>
      <dgm:spPr/>
      <dgm:t>
        <a:bodyPr/>
        <a:lstStyle/>
        <a:p>
          <a:endParaRPr lang="uk-UA"/>
        </a:p>
      </dgm:t>
    </dgm:pt>
    <dgm:pt modelId="{513F6391-90B6-45A8-8EC1-D8A98CFFF70B}">
      <dgm:prSet/>
      <dgm:spPr/>
      <dgm:t>
        <a:bodyPr/>
        <a:lstStyle/>
        <a:p>
          <a:r>
            <a:rPr lang="uk-UA" b="0" i="0"/>
            <a:t>насадження єдиного творчого методу — «соціалистичного реалізму»</a:t>
          </a:r>
          <a:endParaRPr lang="uk-UA"/>
        </a:p>
      </dgm:t>
    </dgm:pt>
    <dgm:pt modelId="{E9B4245F-B4FA-49F2-BD27-8EBF448AA27B}" type="parTrans" cxnId="{AE1D8995-6B7D-4023-9D8B-97B0BC65B1F3}">
      <dgm:prSet/>
      <dgm:spPr/>
      <dgm:t>
        <a:bodyPr/>
        <a:lstStyle/>
        <a:p>
          <a:endParaRPr lang="uk-UA"/>
        </a:p>
      </dgm:t>
    </dgm:pt>
    <dgm:pt modelId="{20244484-9383-43E5-A5BD-5D1431D60560}" type="sibTrans" cxnId="{AE1D8995-6B7D-4023-9D8B-97B0BC65B1F3}">
      <dgm:prSet/>
      <dgm:spPr/>
      <dgm:t>
        <a:bodyPr/>
        <a:lstStyle/>
        <a:p>
          <a:endParaRPr lang="uk-UA"/>
        </a:p>
      </dgm:t>
    </dgm:pt>
    <dgm:pt modelId="{DA78E3D9-EBD1-48C0-BF2F-99EDC1B47522}">
      <dgm:prSet/>
      <dgm:spPr/>
      <dgm:t>
        <a:bodyPr/>
        <a:lstStyle/>
        <a:p>
          <a:r>
            <a:rPr lang="uk-UA" b="0" i="0"/>
            <a:t>вигнання нелояльних до радянської влади митців за кордон</a:t>
          </a:r>
          <a:endParaRPr lang="uk-UA"/>
        </a:p>
      </dgm:t>
    </dgm:pt>
    <dgm:pt modelId="{8F789EBF-B03D-4BB6-BBC7-BF81178FA320}" type="parTrans" cxnId="{FF6B5192-F34D-4EC9-AED6-C6FA321A4193}">
      <dgm:prSet/>
      <dgm:spPr/>
      <dgm:t>
        <a:bodyPr/>
        <a:lstStyle/>
        <a:p>
          <a:endParaRPr lang="uk-UA"/>
        </a:p>
      </dgm:t>
    </dgm:pt>
    <dgm:pt modelId="{FF6DB4BB-D040-4CE2-B667-83A3B8342B62}" type="sibTrans" cxnId="{FF6B5192-F34D-4EC9-AED6-C6FA321A4193}">
      <dgm:prSet/>
      <dgm:spPr/>
      <dgm:t>
        <a:bodyPr/>
        <a:lstStyle/>
        <a:p>
          <a:endParaRPr lang="uk-UA"/>
        </a:p>
      </dgm:t>
    </dgm:pt>
    <dgm:pt modelId="{765A6CD2-2FC1-444D-8B46-65447EF895BB}" type="pres">
      <dgm:prSet presAssocID="{510AFB50-A33D-48F7-A3FB-A138952C4BFA}" presName="linear" presStyleCnt="0">
        <dgm:presLayoutVars>
          <dgm:animLvl val="lvl"/>
          <dgm:resizeHandles val="exact"/>
        </dgm:presLayoutVars>
      </dgm:prSet>
      <dgm:spPr/>
    </dgm:pt>
    <dgm:pt modelId="{293C459B-5891-4BA7-B62A-EAA16FD22606}" type="pres">
      <dgm:prSet presAssocID="{F84D990A-D207-40E9-BC92-DAF8A44A398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3750726-8ACC-4664-A56A-A8FA1FAC2AC8}" type="pres">
      <dgm:prSet presAssocID="{6870CB89-9AD1-43D6-B2EF-D315FC29B9A7}" presName="spacer" presStyleCnt="0"/>
      <dgm:spPr/>
    </dgm:pt>
    <dgm:pt modelId="{C781F5FF-5C95-43CA-82C5-A6483E8D5B9C}" type="pres">
      <dgm:prSet presAssocID="{39775976-4427-46F3-83CF-A623DB4E10D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23A5E5A-E009-4979-9C33-F841E4A52F06}" type="pres">
      <dgm:prSet presAssocID="{40EB3FF9-FE06-403D-B451-030105018F24}" presName="spacer" presStyleCnt="0"/>
      <dgm:spPr/>
    </dgm:pt>
    <dgm:pt modelId="{5E782E36-50AF-44E4-88D8-E4E8647C6240}" type="pres">
      <dgm:prSet presAssocID="{513F6391-90B6-45A8-8EC1-D8A98CFFF70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E2A2943-E4E0-473A-BFD9-8F625FE97556}" type="pres">
      <dgm:prSet presAssocID="{20244484-9383-43E5-A5BD-5D1431D60560}" presName="spacer" presStyleCnt="0"/>
      <dgm:spPr/>
    </dgm:pt>
    <dgm:pt modelId="{FD560719-01B1-42EF-96A0-3B687C102D2F}" type="pres">
      <dgm:prSet presAssocID="{DA78E3D9-EBD1-48C0-BF2F-99EDC1B4752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94A6A25-D672-4BC6-A249-C69AFB743402}" srcId="{510AFB50-A33D-48F7-A3FB-A138952C4BFA}" destId="{F84D990A-D207-40E9-BC92-DAF8A44A3980}" srcOrd="0" destOrd="0" parTransId="{5A48194B-0530-458B-8418-CC5B08A77F81}" sibTransId="{6870CB89-9AD1-43D6-B2EF-D315FC29B9A7}"/>
    <dgm:cxn modelId="{31253F3A-6545-40E9-82A2-277EA7B41AF6}" type="presOf" srcId="{513F6391-90B6-45A8-8EC1-D8A98CFFF70B}" destId="{5E782E36-50AF-44E4-88D8-E4E8647C6240}" srcOrd="0" destOrd="0" presId="urn:microsoft.com/office/officeart/2005/8/layout/vList2"/>
    <dgm:cxn modelId="{2B65CF64-24FA-4282-B0A8-D502C3F93483}" type="presOf" srcId="{510AFB50-A33D-48F7-A3FB-A138952C4BFA}" destId="{765A6CD2-2FC1-444D-8B46-65447EF895BB}" srcOrd="0" destOrd="0" presId="urn:microsoft.com/office/officeart/2005/8/layout/vList2"/>
    <dgm:cxn modelId="{B793BE65-618D-4F6B-B8CA-67909B7B3A3B}" type="presOf" srcId="{F84D990A-D207-40E9-BC92-DAF8A44A3980}" destId="{293C459B-5891-4BA7-B62A-EAA16FD22606}" srcOrd="0" destOrd="0" presId="urn:microsoft.com/office/officeart/2005/8/layout/vList2"/>
    <dgm:cxn modelId="{D8E16E6C-0110-4520-9D36-43EDC6B795EE}" type="presOf" srcId="{39775976-4427-46F3-83CF-A623DB4E10D5}" destId="{C781F5FF-5C95-43CA-82C5-A6483E8D5B9C}" srcOrd="0" destOrd="0" presId="urn:microsoft.com/office/officeart/2005/8/layout/vList2"/>
    <dgm:cxn modelId="{FF6B5192-F34D-4EC9-AED6-C6FA321A4193}" srcId="{510AFB50-A33D-48F7-A3FB-A138952C4BFA}" destId="{DA78E3D9-EBD1-48C0-BF2F-99EDC1B47522}" srcOrd="3" destOrd="0" parTransId="{8F789EBF-B03D-4BB6-BBC7-BF81178FA320}" sibTransId="{FF6DB4BB-D040-4CE2-B667-83A3B8342B62}"/>
    <dgm:cxn modelId="{AE1D8995-6B7D-4023-9D8B-97B0BC65B1F3}" srcId="{510AFB50-A33D-48F7-A3FB-A138952C4BFA}" destId="{513F6391-90B6-45A8-8EC1-D8A98CFFF70B}" srcOrd="2" destOrd="0" parTransId="{E9B4245F-B4FA-49F2-BD27-8EBF448AA27B}" sibTransId="{20244484-9383-43E5-A5BD-5D1431D60560}"/>
    <dgm:cxn modelId="{0EF364A8-5509-410A-8469-A91FCAEF6396}" srcId="{510AFB50-A33D-48F7-A3FB-A138952C4BFA}" destId="{39775976-4427-46F3-83CF-A623DB4E10D5}" srcOrd="1" destOrd="0" parTransId="{BF1C0568-3F50-4133-ADA8-38D5CA70FA18}" sibTransId="{40EB3FF9-FE06-403D-B451-030105018F24}"/>
    <dgm:cxn modelId="{DA7143EA-6991-423F-8AAA-07D679C3428F}" type="presOf" srcId="{DA78E3D9-EBD1-48C0-BF2F-99EDC1B47522}" destId="{FD560719-01B1-42EF-96A0-3B687C102D2F}" srcOrd="0" destOrd="0" presId="urn:microsoft.com/office/officeart/2005/8/layout/vList2"/>
    <dgm:cxn modelId="{8D9AB15F-D9C3-4194-94A2-9D3BA6FD80AD}" type="presParOf" srcId="{765A6CD2-2FC1-444D-8B46-65447EF895BB}" destId="{293C459B-5891-4BA7-B62A-EAA16FD22606}" srcOrd="0" destOrd="0" presId="urn:microsoft.com/office/officeart/2005/8/layout/vList2"/>
    <dgm:cxn modelId="{1E42E8F7-B6A9-4AB1-B1B8-A5CAA0CFB8E3}" type="presParOf" srcId="{765A6CD2-2FC1-444D-8B46-65447EF895BB}" destId="{93750726-8ACC-4664-A56A-A8FA1FAC2AC8}" srcOrd="1" destOrd="0" presId="urn:microsoft.com/office/officeart/2005/8/layout/vList2"/>
    <dgm:cxn modelId="{6AB80B5A-483A-4168-BAFF-2DFC30B59B19}" type="presParOf" srcId="{765A6CD2-2FC1-444D-8B46-65447EF895BB}" destId="{C781F5FF-5C95-43CA-82C5-A6483E8D5B9C}" srcOrd="2" destOrd="0" presId="urn:microsoft.com/office/officeart/2005/8/layout/vList2"/>
    <dgm:cxn modelId="{A6F5A782-A2A3-45F3-953B-17D95DAFA67D}" type="presParOf" srcId="{765A6CD2-2FC1-444D-8B46-65447EF895BB}" destId="{723A5E5A-E009-4979-9C33-F841E4A52F06}" srcOrd="3" destOrd="0" presId="urn:microsoft.com/office/officeart/2005/8/layout/vList2"/>
    <dgm:cxn modelId="{7F9066AF-8F39-4FB7-8822-16B7C070817A}" type="presParOf" srcId="{765A6CD2-2FC1-444D-8B46-65447EF895BB}" destId="{5E782E36-50AF-44E4-88D8-E4E8647C6240}" srcOrd="4" destOrd="0" presId="urn:microsoft.com/office/officeart/2005/8/layout/vList2"/>
    <dgm:cxn modelId="{185B5F99-3175-44B2-99CC-1E510F2BB7D9}" type="presParOf" srcId="{765A6CD2-2FC1-444D-8B46-65447EF895BB}" destId="{DE2A2943-E4E0-473A-BFD9-8F625FE97556}" srcOrd="5" destOrd="0" presId="urn:microsoft.com/office/officeart/2005/8/layout/vList2"/>
    <dgm:cxn modelId="{875827FC-779D-4A72-B1B9-BFE64B7F06AB}" type="presParOf" srcId="{765A6CD2-2FC1-444D-8B46-65447EF895BB}" destId="{FD560719-01B1-42EF-96A0-3B687C102D2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B8A034FA-1EA6-4B24-A356-5B46D8F570D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F47DE76-9DBF-478F-8CEE-DB06A31EF6CA}">
      <dgm:prSet/>
      <dgm:spPr/>
      <dgm:t>
        <a:bodyPr/>
        <a:lstStyle/>
        <a:p>
          <a:r>
            <a:rPr lang="uk-UA" b="0" i="0"/>
            <a:t>театр</a:t>
          </a:r>
          <a:endParaRPr lang="uk-UA"/>
        </a:p>
      </dgm:t>
    </dgm:pt>
    <dgm:pt modelId="{817F63E1-83E7-4A8C-A816-24CB46CBD03A}" type="parTrans" cxnId="{323DDFEE-3146-4E73-B2DE-E4D8AD09867D}">
      <dgm:prSet/>
      <dgm:spPr/>
      <dgm:t>
        <a:bodyPr/>
        <a:lstStyle/>
        <a:p>
          <a:endParaRPr lang="uk-UA"/>
        </a:p>
      </dgm:t>
    </dgm:pt>
    <dgm:pt modelId="{97AD01B2-052F-4067-B31F-0F8D39F16734}" type="sibTrans" cxnId="{323DDFEE-3146-4E73-B2DE-E4D8AD09867D}">
      <dgm:prSet/>
      <dgm:spPr/>
      <dgm:t>
        <a:bodyPr/>
        <a:lstStyle/>
        <a:p>
          <a:endParaRPr lang="uk-UA"/>
        </a:p>
      </dgm:t>
    </dgm:pt>
    <dgm:pt modelId="{A0FA14E3-69BD-472C-B70C-7EEFC8EA565F}">
      <dgm:prSet/>
      <dgm:spPr/>
      <dgm:t>
        <a:bodyPr/>
        <a:lstStyle/>
        <a:p>
          <a:r>
            <a:rPr lang="uk-UA" b="0" i="0"/>
            <a:t>література</a:t>
          </a:r>
          <a:endParaRPr lang="uk-UA"/>
        </a:p>
      </dgm:t>
    </dgm:pt>
    <dgm:pt modelId="{D557A91D-D9A0-4C7D-BE4F-454C439275AE}" type="parTrans" cxnId="{EA8CE57D-0634-4072-BAC1-C6894AA2B979}">
      <dgm:prSet/>
      <dgm:spPr/>
      <dgm:t>
        <a:bodyPr/>
        <a:lstStyle/>
        <a:p>
          <a:endParaRPr lang="uk-UA"/>
        </a:p>
      </dgm:t>
    </dgm:pt>
    <dgm:pt modelId="{25F650B7-CBFB-4760-8DBE-ECE6C1073019}" type="sibTrans" cxnId="{EA8CE57D-0634-4072-BAC1-C6894AA2B979}">
      <dgm:prSet/>
      <dgm:spPr/>
      <dgm:t>
        <a:bodyPr/>
        <a:lstStyle/>
        <a:p>
          <a:endParaRPr lang="uk-UA"/>
        </a:p>
      </dgm:t>
    </dgm:pt>
    <dgm:pt modelId="{8F5AE1F1-A32C-4AD4-B9C2-3B43A500DA82}">
      <dgm:prSet/>
      <dgm:spPr/>
      <dgm:t>
        <a:bodyPr/>
        <a:lstStyle/>
        <a:p>
          <a:r>
            <a:rPr lang="uk-UA" b="0" i="0"/>
            <a:t>музика</a:t>
          </a:r>
          <a:endParaRPr lang="uk-UA"/>
        </a:p>
      </dgm:t>
    </dgm:pt>
    <dgm:pt modelId="{457A8764-839F-486E-8A6C-2EB369558C0B}" type="parTrans" cxnId="{7DCBEF04-2777-42CA-BD9C-B3DD8EB3B2E2}">
      <dgm:prSet/>
      <dgm:spPr/>
      <dgm:t>
        <a:bodyPr/>
        <a:lstStyle/>
        <a:p>
          <a:endParaRPr lang="uk-UA"/>
        </a:p>
      </dgm:t>
    </dgm:pt>
    <dgm:pt modelId="{581014BE-23D7-4D77-93F2-DC80DD33D3B2}" type="sibTrans" cxnId="{7DCBEF04-2777-42CA-BD9C-B3DD8EB3B2E2}">
      <dgm:prSet/>
      <dgm:spPr/>
      <dgm:t>
        <a:bodyPr/>
        <a:lstStyle/>
        <a:p>
          <a:endParaRPr lang="uk-UA"/>
        </a:p>
      </dgm:t>
    </dgm:pt>
    <dgm:pt modelId="{EBAA48A9-4F76-4E7C-865C-27A592572ADD}">
      <dgm:prSet/>
      <dgm:spPr/>
      <dgm:t>
        <a:bodyPr/>
        <a:lstStyle/>
        <a:p>
          <a:r>
            <a:rPr lang="uk-UA" b="0" i="0"/>
            <a:t>живопис</a:t>
          </a:r>
          <a:endParaRPr lang="uk-UA"/>
        </a:p>
      </dgm:t>
    </dgm:pt>
    <dgm:pt modelId="{70F3C785-B3BB-44FB-AE82-349C8D73584E}" type="parTrans" cxnId="{845870FF-C0E8-45FD-A841-E4515D424C0B}">
      <dgm:prSet/>
      <dgm:spPr/>
      <dgm:t>
        <a:bodyPr/>
        <a:lstStyle/>
        <a:p>
          <a:endParaRPr lang="uk-UA"/>
        </a:p>
      </dgm:t>
    </dgm:pt>
    <dgm:pt modelId="{2BA65557-E348-4CD7-B397-B60A8CBF5311}" type="sibTrans" cxnId="{845870FF-C0E8-45FD-A841-E4515D424C0B}">
      <dgm:prSet/>
      <dgm:spPr/>
      <dgm:t>
        <a:bodyPr/>
        <a:lstStyle/>
        <a:p>
          <a:endParaRPr lang="uk-UA"/>
        </a:p>
      </dgm:t>
    </dgm:pt>
    <dgm:pt modelId="{7328A4C2-BCFF-45E4-B300-6113263088A4}" type="pres">
      <dgm:prSet presAssocID="{B8A034FA-1EA6-4B24-A356-5B46D8F570D1}" presName="linear" presStyleCnt="0">
        <dgm:presLayoutVars>
          <dgm:animLvl val="lvl"/>
          <dgm:resizeHandles val="exact"/>
        </dgm:presLayoutVars>
      </dgm:prSet>
      <dgm:spPr/>
    </dgm:pt>
    <dgm:pt modelId="{C9A61781-E999-4F94-B87A-82CA708B4CE5}" type="pres">
      <dgm:prSet presAssocID="{1F47DE76-9DBF-478F-8CEE-DB06A31EF6C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51F9458-2CA3-4F25-A5DA-9444A9C0D1FA}" type="pres">
      <dgm:prSet presAssocID="{97AD01B2-052F-4067-B31F-0F8D39F16734}" presName="spacer" presStyleCnt="0"/>
      <dgm:spPr/>
    </dgm:pt>
    <dgm:pt modelId="{6DCD7499-F7DB-4391-84F3-66AFE845BA7D}" type="pres">
      <dgm:prSet presAssocID="{A0FA14E3-69BD-472C-B70C-7EEFC8EA565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544152B-2ADA-4E2B-B05E-80EABF411B31}" type="pres">
      <dgm:prSet presAssocID="{25F650B7-CBFB-4760-8DBE-ECE6C1073019}" presName="spacer" presStyleCnt="0"/>
      <dgm:spPr/>
    </dgm:pt>
    <dgm:pt modelId="{FC16102F-7893-4784-AB31-FBFB67F9121B}" type="pres">
      <dgm:prSet presAssocID="{8F5AE1F1-A32C-4AD4-B9C2-3B43A500DA8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B19466F-7BC1-4E86-B0E5-A7E38441B998}" type="pres">
      <dgm:prSet presAssocID="{581014BE-23D7-4D77-93F2-DC80DD33D3B2}" presName="spacer" presStyleCnt="0"/>
      <dgm:spPr/>
    </dgm:pt>
    <dgm:pt modelId="{571D340B-49A8-4C02-B745-468F69189B20}" type="pres">
      <dgm:prSet presAssocID="{EBAA48A9-4F76-4E7C-865C-27A592572AD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DCBEF04-2777-42CA-BD9C-B3DD8EB3B2E2}" srcId="{B8A034FA-1EA6-4B24-A356-5B46D8F570D1}" destId="{8F5AE1F1-A32C-4AD4-B9C2-3B43A500DA82}" srcOrd="2" destOrd="0" parTransId="{457A8764-839F-486E-8A6C-2EB369558C0B}" sibTransId="{581014BE-23D7-4D77-93F2-DC80DD33D3B2}"/>
    <dgm:cxn modelId="{9B8EF936-AB0A-4766-9EF5-2130CC25446E}" type="presOf" srcId="{8F5AE1F1-A32C-4AD4-B9C2-3B43A500DA82}" destId="{FC16102F-7893-4784-AB31-FBFB67F9121B}" srcOrd="0" destOrd="0" presId="urn:microsoft.com/office/officeart/2005/8/layout/vList2"/>
    <dgm:cxn modelId="{BF67663D-E9B1-43FB-B13C-32DB9B876FAC}" type="presOf" srcId="{1F47DE76-9DBF-478F-8CEE-DB06A31EF6CA}" destId="{C9A61781-E999-4F94-B87A-82CA708B4CE5}" srcOrd="0" destOrd="0" presId="urn:microsoft.com/office/officeart/2005/8/layout/vList2"/>
    <dgm:cxn modelId="{B79C7C63-2313-4085-A2AE-F91163804728}" type="presOf" srcId="{A0FA14E3-69BD-472C-B70C-7EEFC8EA565F}" destId="{6DCD7499-F7DB-4391-84F3-66AFE845BA7D}" srcOrd="0" destOrd="0" presId="urn:microsoft.com/office/officeart/2005/8/layout/vList2"/>
    <dgm:cxn modelId="{A57C5378-B0D1-4491-86E4-7E491BC56487}" type="presOf" srcId="{B8A034FA-1EA6-4B24-A356-5B46D8F570D1}" destId="{7328A4C2-BCFF-45E4-B300-6113263088A4}" srcOrd="0" destOrd="0" presId="urn:microsoft.com/office/officeart/2005/8/layout/vList2"/>
    <dgm:cxn modelId="{EA8CE57D-0634-4072-BAC1-C6894AA2B979}" srcId="{B8A034FA-1EA6-4B24-A356-5B46D8F570D1}" destId="{A0FA14E3-69BD-472C-B70C-7EEFC8EA565F}" srcOrd="1" destOrd="0" parTransId="{D557A91D-D9A0-4C7D-BE4F-454C439275AE}" sibTransId="{25F650B7-CBFB-4760-8DBE-ECE6C1073019}"/>
    <dgm:cxn modelId="{564F2DEB-377B-4740-94E5-72E0404304C6}" type="presOf" srcId="{EBAA48A9-4F76-4E7C-865C-27A592572ADD}" destId="{571D340B-49A8-4C02-B745-468F69189B20}" srcOrd="0" destOrd="0" presId="urn:microsoft.com/office/officeart/2005/8/layout/vList2"/>
    <dgm:cxn modelId="{323DDFEE-3146-4E73-B2DE-E4D8AD09867D}" srcId="{B8A034FA-1EA6-4B24-A356-5B46D8F570D1}" destId="{1F47DE76-9DBF-478F-8CEE-DB06A31EF6CA}" srcOrd="0" destOrd="0" parTransId="{817F63E1-83E7-4A8C-A816-24CB46CBD03A}" sibTransId="{97AD01B2-052F-4067-B31F-0F8D39F16734}"/>
    <dgm:cxn modelId="{845870FF-C0E8-45FD-A841-E4515D424C0B}" srcId="{B8A034FA-1EA6-4B24-A356-5B46D8F570D1}" destId="{EBAA48A9-4F76-4E7C-865C-27A592572ADD}" srcOrd="3" destOrd="0" parTransId="{70F3C785-B3BB-44FB-AE82-349C8D73584E}" sibTransId="{2BA65557-E348-4CD7-B397-B60A8CBF5311}"/>
    <dgm:cxn modelId="{D1DEE5E9-D5A7-4672-991D-F56871029E43}" type="presParOf" srcId="{7328A4C2-BCFF-45E4-B300-6113263088A4}" destId="{C9A61781-E999-4F94-B87A-82CA708B4CE5}" srcOrd="0" destOrd="0" presId="urn:microsoft.com/office/officeart/2005/8/layout/vList2"/>
    <dgm:cxn modelId="{91EA11D0-B5C3-41AF-B8A6-31472223E3D1}" type="presParOf" srcId="{7328A4C2-BCFF-45E4-B300-6113263088A4}" destId="{151F9458-2CA3-4F25-A5DA-9444A9C0D1FA}" srcOrd="1" destOrd="0" presId="urn:microsoft.com/office/officeart/2005/8/layout/vList2"/>
    <dgm:cxn modelId="{D0FCAEEC-F0CD-4F64-BECE-CD8829C212BD}" type="presParOf" srcId="{7328A4C2-BCFF-45E4-B300-6113263088A4}" destId="{6DCD7499-F7DB-4391-84F3-66AFE845BA7D}" srcOrd="2" destOrd="0" presId="urn:microsoft.com/office/officeart/2005/8/layout/vList2"/>
    <dgm:cxn modelId="{89CB9A32-076F-4D01-B966-B23360D49454}" type="presParOf" srcId="{7328A4C2-BCFF-45E4-B300-6113263088A4}" destId="{E544152B-2ADA-4E2B-B05E-80EABF411B31}" srcOrd="3" destOrd="0" presId="urn:microsoft.com/office/officeart/2005/8/layout/vList2"/>
    <dgm:cxn modelId="{9105CD4F-BA94-4B44-8611-5B52443587B0}" type="presParOf" srcId="{7328A4C2-BCFF-45E4-B300-6113263088A4}" destId="{FC16102F-7893-4784-AB31-FBFB67F9121B}" srcOrd="4" destOrd="0" presId="urn:microsoft.com/office/officeart/2005/8/layout/vList2"/>
    <dgm:cxn modelId="{5BC6CB15-0ED5-4A5F-BC12-FFE1BD373B41}" type="presParOf" srcId="{7328A4C2-BCFF-45E4-B300-6113263088A4}" destId="{FB19466F-7BC1-4E86-B0E5-A7E38441B998}" srcOrd="5" destOrd="0" presId="urn:microsoft.com/office/officeart/2005/8/layout/vList2"/>
    <dgm:cxn modelId="{8140AF80-C66C-4015-9DBF-3704CDC7BD65}" type="presParOf" srcId="{7328A4C2-BCFF-45E4-B300-6113263088A4}" destId="{571D340B-49A8-4C02-B745-468F69189B2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8C4CA33E-7B36-4CD0-BB0C-6378C91DEAE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1C40675-6B3D-44F7-9A9A-1DEFCF9FC556}">
      <dgm:prSet/>
      <dgm:spPr/>
      <dgm:t>
        <a:bodyPr/>
        <a:lstStyle/>
        <a:p>
          <a:r>
            <a:rPr lang="ru-RU" b="0" i="0"/>
            <a:t>«Союз визволення України»</a:t>
          </a:r>
          <a:endParaRPr lang="uk-UA"/>
        </a:p>
      </dgm:t>
    </dgm:pt>
    <dgm:pt modelId="{B9E79AE5-2602-479C-9D75-9427F858F467}" type="parTrans" cxnId="{1A26B7FA-ABB4-43D6-A21F-B09E91F9342A}">
      <dgm:prSet/>
      <dgm:spPr/>
      <dgm:t>
        <a:bodyPr/>
        <a:lstStyle/>
        <a:p>
          <a:endParaRPr lang="uk-UA"/>
        </a:p>
      </dgm:t>
    </dgm:pt>
    <dgm:pt modelId="{033321E1-FD15-4D16-8B96-018ECC7AE231}" type="sibTrans" cxnId="{1A26B7FA-ABB4-43D6-A21F-B09E91F9342A}">
      <dgm:prSet/>
      <dgm:spPr/>
      <dgm:t>
        <a:bodyPr/>
        <a:lstStyle/>
        <a:p>
          <a:endParaRPr lang="uk-UA"/>
        </a:p>
      </dgm:t>
    </dgm:pt>
    <dgm:pt modelId="{A31944FA-E12A-4F85-9474-6462F4A77107}">
      <dgm:prSet/>
      <dgm:spPr/>
      <dgm:t>
        <a:bodyPr/>
        <a:lstStyle/>
        <a:p>
          <a:r>
            <a:rPr lang="ru-RU" b="0" i="0"/>
            <a:t>«Шахтинська справа»</a:t>
          </a:r>
          <a:endParaRPr lang="uk-UA"/>
        </a:p>
      </dgm:t>
    </dgm:pt>
    <dgm:pt modelId="{576479D0-BD96-4BDE-856D-94772536C183}" type="parTrans" cxnId="{9BC56F69-A931-40DC-9B2D-2264786A290C}">
      <dgm:prSet/>
      <dgm:spPr/>
      <dgm:t>
        <a:bodyPr/>
        <a:lstStyle/>
        <a:p>
          <a:endParaRPr lang="uk-UA"/>
        </a:p>
      </dgm:t>
    </dgm:pt>
    <dgm:pt modelId="{28CF1E65-0170-407E-8192-C1AEA9E321DE}" type="sibTrans" cxnId="{9BC56F69-A931-40DC-9B2D-2264786A290C}">
      <dgm:prSet/>
      <dgm:spPr/>
      <dgm:t>
        <a:bodyPr/>
        <a:lstStyle/>
        <a:p>
          <a:endParaRPr lang="uk-UA"/>
        </a:p>
      </dgm:t>
    </dgm:pt>
    <dgm:pt modelId="{80996A51-2BB4-465F-84C4-D1898AE7AC30}">
      <dgm:prSet/>
      <dgm:spPr/>
      <dgm:t>
        <a:bodyPr/>
        <a:lstStyle/>
        <a:p>
          <a:r>
            <a:rPr lang="ru-RU" b="0" i="0"/>
            <a:t>«Спілка визволення України»</a:t>
          </a:r>
          <a:endParaRPr lang="uk-UA"/>
        </a:p>
      </dgm:t>
    </dgm:pt>
    <dgm:pt modelId="{1200AB7F-BB67-4A54-AB68-BDA5D97EA0F9}" type="parTrans" cxnId="{A5480DAA-ED9D-41E2-9B5B-09137A942AEF}">
      <dgm:prSet/>
      <dgm:spPr/>
      <dgm:t>
        <a:bodyPr/>
        <a:lstStyle/>
        <a:p>
          <a:endParaRPr lang="uk-UA"/>
        </a:p>
      </dgm:t>
    </dgm:pt>
    <dgm:pt modelId="{DBD80337-156A-4728-B27B-3023355AF247}" type="sibTrans" cxnId="{A5480DAA-ED9D-41E2-9B5B-09137A942AEF}">
      <dgm:prSet/>
      <dgm:spPr/>
      <dgm:t>
        <a:bodyPr/>
        <a:lstStyle/>
        <a:p>
          <a:endParaRPr lang="uk-UA"/>
        </a:p>
      </dgm:t>
    </dgm:pt>
    <dgm:pt modelId="{A0C84293-F4AB-437A-ABCA-2F6A852A2400}">
      <dgm:prSet/>
      <dgm:spPr/>
      <dgm:t>
        <a:bodyPr/>
        <a:lstStyle/>
        <a:p>
          <a:r>
            <a:rPr lang="ru-RU" b="0" i="0"/>
            <a:t>«Український національний центр»</a:t>
          </a:r>
          <a:endParaRPr lang="uk-UA"/>
        </a:p>
      </dgm:t>
    </dgm:pt>
    <dgm:pt modelId="{8BE8C7AD-3AF7-4203-BFAB-03F6BB218460}" type="parTrans" cxnId="{2570007F-1D2D-44B1-B397-D7DF9ADFBD0A}">
      <dgm:prSet/>
      <dgm:spPr/>
      <dgm:t>
        <a:bodyPr/>
        <a:lstStyle/>
        <a:p>
          <a:endParaRPr lang="uk-UA"/>
        </a:p>
      </dgm:t>
    </dgm:pt>
    <dgm:pt modelId="{362FBAF6-204A-4425-B4DB-E57B4C196F53}" type="sibTrans" cxnId="{2570007F-1D2D-44B1-B397-D7DF9ADFBD0A}">
      <dgm:prSet/>
      <dgm:spPr/>
      <dgm:t>
        <a:bodyPr/>
        <a:lstStyle/>
        <a:p>
          <a:endParaRPr lang="uk-UA"/>
        </a:p>
      </dgm:t>
    </dgm:pt>
    <dgm:pt modelId="{4D828FA6-E830-4242-AA96-334B1A1E91EA}" type="pres">
      <dgm:prSet presAssocID="{8C4CA33E-7B36-4CD0-BB0C-6378C91DEAEE}" presName="linear" presStyleCnt="0">
        <dgm:presLayoutVars>
          <dgm:animLvl val="lvl"/>
          <dgm:resizeHandles val="exact"/>
        </dgm:presLayoutVars>
      </dgm:prSet>
      <dgm:spPr/>
    </dgm:pt>
    <dgm:pt modelId="{A9C1D35B-510B-4877-8E5D-54BA71DB63D3}" type="pres">
      <dgm:prSet presAssocID="{41C40675-6B3D-44F7-9A9A-1DEFCF9FC55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AACF3D8-C9B6-4798-B45B-685191F41916}" type="pres">
      <dgm:prSet presAssocID="{033321E1-FD15-4D16-8B96-018ECC7AE231}" presName="spacer" presStyleCnt="0"/>
      <dgm:spPr/>
    </dgm:pt>
    <dgm:pt modelId="{03DA72F7-3112-498A-9ED2-7BD73EE04282}" type="pres">
      <dgm:prSet presAssocID="{A31944FA-E12A-4F85-9474-6462F4A7710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C499883-85D4-43C5-94DB-F5188E9A330B}" type="pres">
      <dgm:prSet presAssocID="{28CF1E65-0170-407E-8192-C1AEA9E321DE}" presName="spacer" presStyleCnt="0"/>
      <dgm:spPr/>
    </dgm:pt>
    <dgm:pt modelId="{B523A715-0CE6-44A6-ABAE-5CD9E4833D0D}" type="pres">
      <dgm:prSet presAssocID="{80996A51-2BB4-465F-84C4-D1898AE7AC3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5438CFD-CA9F-4F6B-9C7C-A9513B5DFE07}" type="pres">
      <dgm:prSet presAssocID="{DBD80337-156A-4728-B27B-3023355AF247}" presName="spacer" presStyleCnt="0"/>
      <dgm:spPr/>
    </dgm:pt>
    <dgm:pt modelId="{AEA0C176-C750-4EA2-B174-EEC773EC7F32}" type="pres">
      <dgm:prSet presAssocID="{A0C84293-F4AB-437A-ABCA-2F6A852A240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BC56F69-A931-40DC-9B2D-2264786A290C}" srcId="{8C4CA33E-7B36-4CD0-BB0C-6378C91DEAEE}" destId="{A31944FA-E12A-4F85-9474-6462F4A77107}" srcOrd="1" destOrd="0" parTransId="{576479D0-BD96-4BDE-856D-94772536C183}" sibTransId="{28CF1E65-0170-407E-8192-C1AEA9E321DE}"/>
    <dgm:cxn modelId="{2570007F-1D2D-44B1-B397-D7DF9ADFBD0A}" srcId="{8C4CA33E-7B36-4CD0-BB0C-6378C91DEAEE}" destId="{A0C84293-F4AB-437A-ABCA-2F6A852A2400}" srcOrd="3" destOrd="0" parTransId="{8BE8C7AD-3AF7-4203-BFAB-03F6BB218460}" sibTransId="{362FBAF6-204A-4425-B4DB-E57B4C196F53}"/>
    <dgm:cxn modelId="{6DFE2893-37CA-49D9-AF48-D4316963DE47}" type="presOf" srcId="{41C40675-6B3D-44F7-9A9A-1DEFCF9FC556}" destId="{A9C1D35B-510B-4877-8E5D-54BA71DB63D3}" srcOrd="0" destOrd="0" presId="urn:microsoft.com/office/officeart/2005/8/layout/vList2"/>
    <dgm:cxn modelId="{73186694-6671-4141-B7FB-95C981CC5283}" type="presOf" srcId="{8C4CA33E-7B36-4CD0-BB0C-6378C91DEAEE}" destId="{4D828FA6-E830-4242-AA96-334B1A1E91EA}" srcOrd="0" destOrd="0" presId="urn:microsoft.com/office/officeart/2005/8/layout/vList2"/>
    <dgm:cxn modelId="{A5480DAA-ED9D-41E2-9B5B-09137A942AEF}" srcId="{8C4CA33E-7B36-4CD0-BB0C-6378C91DEAEE}" destId="{80996A51-2BB4-465F-84C4-D1898AE7AC30}" srcOrd="2" destOrd="0" parTransId="{1200AB7F-BB67-4A54-AB68-BDA5D97EA0F9}" sibTransId="{DBD80337-156A-4728-B27B-3023355AF247}"/>
    <dgm:cxn modelId="{C86150B1-BC84-4F6A-AA3B-275E3449E508}" type="presOf" srcId="{A31944FA-E12A-4F85-9474-6462F4A77107}" destId="{03DA72F7-3112-498A-9ED2-7BD73EE04282}" srcOrd="0" destOrd="0" presId="urn:microsoft.com/office/officeart/2005/8/layout/vList2"/>
    <dgm:cxn modelId="{96600EB7-2E94-441A-81EA-FBB76C23C2D2}" type="presOf" srcId="{A0C84293-F4AB-437A-ABCA-2F6A852A2400}" destId="{AEA0C176-C750-4EA2-B174-EEC773EC7F32}" srcOrd="0" destOrd="0" presId="urn:microsoft.com/office/officeart/2005/8/layout/vList2"/>
    <dgm:cxn modelId="{641E81CB-3A60-4D60-BEA7-7E86F794FC93}" type="presOf" srcId="{80996A51-2BB4-465F-84C4-D1898AE7AC30}" destId="{B523A715-0CE6-44A6-ABAE-5CD9E4833D0D}" srcOrd="0" destOrd="0" presId="urn:microsoft.com/office/officeart/2005/8/layout/vList2"/>
    <dgm:cxn modelId="{1A26B7FA-ABB4-43D6-A21F-B09E91F9342A}" srcId="{8C4CA33E-7B36-4CD0-BB0C-6378C91DEAEE}" destId="{41C40675-6B3D-44F7-9A9A-1DEFCF9FC556}" srcOrd="0" destOrd="0" parTransId="{B9E79AE5-2602-479C-9D75-9427F858F467}" sibTransId="{033321E1-FD15-4D16-8B96-018ECC7AE231}"/>
    <dgm:cxn modelId="{1554553F-4E78-4203-B326-A421CC941B02}" type="presParOf" srcId="{4D828FA6-E830-4242-AA96-334B1A1E91EA}" destId="{A9C1D35B-510B-4877-8E5D-54BA71DB63D3}" srcOrd="0" destOrd="0" presId="urn:microsoft.com/office/officeart/2005/8/layout/vList2"/>
    <dgm:cxn modelId="{F68BB2E4-9FC6-4BF0-8048-EA27003638EE}" type="presParOf" srcId="{4D828FA6-E830-4242-AA96-334B1A1E91EA}" destId="{6AACF3D8-C9B6-4798-B45B-685191F41916}" srcOrd="1" destOrd="0" presId="urn:microsoft.com/office/officeart/2005/8/layout/vList2"/>
    <dgm:cxn modelId="{CDBD12F9-1E49-499D-AC9D-4EAA96DF0F9F}" type="presParOf" srcId="{4D828FA6-E830-4242-AA96-334B1A1E91EA}" destId="{03DA72F7-3112-498A-9ED2-7BD73EE04282}" srcOrd="2" destOrd="0" presId="urn:microsoft.com/office/officeart/2005/8/layout/vList2"/>
    <dgm:cxn modelId="{2D43750B-4E78-40B2-8AB9-7F46FB66AE40}" type="presParOf" srcId="{4D828FA6-E830-4242-AA96-334B1A1E91EA}" destId="{3C499883-85D4-43C5-94DB-F5188E9A330B}" srcOrd="3" destOrd="0" presId="urn:microsoft.com/office/officeart/2005/8/layout/vList2"/>
    <dgm:cxn modelId="{D44F10D3-8476-41F4-B406-33CEEB0A04DB}" type="presParOf" srcId="{4D828FA6-E830-4242-AA96-334B1A1E91EA}" destId="{B523A715-0CE6-44A6-ABAE-5CD9E4833D0D}" srcOrd="4" destOrd="0" presId="urn:microsoft.com/office/officeart/2005/8/layout/vList2"/>
    <dgm:cxn modelId="{519B4BC5-5977-4A2C-A284-69CE8D645141}" type="presParOf" srcId="{4D828FA6-E830-4242-AA96-334B1A1E91EA}" destId="{95438CFD-CA9F-4F6B-9C7C-A9513B5DFE07}" srcOrd="5" destOrd="0" presId="urn:microsoft.com/office/officeart/2005/8/layout/vList2"/>
    <dgm:cxn modelId="{13B351B1-85E4-455E-9A53-4B58351D2494}" type="presParOf" srcId="{4D828FA6-E830-4242-AA96-334B1A1E91EA}" destId="{AEA0C176-C750-4EA2-B174-EEC773EC7F3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8CD383C7-6FCC-4B3B-95B9-FF915F240ED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96E488E-E7F5-483F-9960-6A361DFF6A73}">
      <dgm:prSet/>
      <dgm:spPr/>
      <dgm:t>
        <a:bodyPr/>
        <a:lstStyle/>
        <a:p>
          <a:r>
            <a:rPr lang="ru-RU" b="0" i="0"/>
            <a:t>1, 4, 6</a:t>
          </a:r>
          <a:endParaRPr lang="uk-UA"/>
        </a:p>
      </dgm:t>
    </dgm:pt>
    <dgm:pt modelId="{A12613E2-13DD-4EE1-B2C8-4F2CA52195F9}" type="parTrans" cxnId="{CF2C0C4E-55F8-47C5-8F95-9F5CEF907934}">
      <dgm:prSet/>
      <dgm:spPr/>
      <dgm:t>
        <a:bodyPr/>
        <a:lstStyle/>
        <a:p>
          <a:endParaRPr lang="uk-UA"/>
        </a:p>
      </dgm:t>
    </dgm:pt>
    <dgm:pt modelId="{59F508E1-9C7F-4F7B-8636-5399F1F0E191}" type="sibTrans" cxnId="{CF2C0C4E-55F8-47C5-8F95-9F5CEF907934}">
      <dgm:prSet/>
      <dgm:spPr/>
      <dgm:t>
        <a:bodyPr/>
        <a:lstStyle/>
        <a:p>
          <a:endParaRPr lang="uk-UA"/>
        </a:p>
      </dgm:t>
    </dgm:pt>
    <dgm:pt modelId="{22000812-0AA0-47E4-A6C3-9748DB3BCA36}">
      <dgm:prSet/>
      <dgm:spPr/>
      <dgm:t>
        <a:bodyPr/>
        <a:lstStyle/>
        <a:p>
          <a:r>
            <a:rPr lang="ru-RU" b="0" i="0"/>
            <a:t>1, 3, 5</a:t>
          </a:r>
          <a:endParaRPr lang="uk-UA"/>
        </a:p>
      </dgm:t>
    </dgm:pt>
    <dgm:pt modelId="{DAB8F90E-8714-4F6A-A803-1FC36D372733}" type="parTrans" cxnId="{2D9E72CF-2E54-4DDD-9AB3-078F08FA0AA2}">
      <dgm:prSet/>
      <dgm:spPr/>
      <dgm:t>
        <a:bodyPr/>
        <a:lstStyle/>
        <a:p>
          <a:endParaRPr lang="uk-UA"/>
        </a:p>
      </dgm:t>
    </dgm:pt>
    <dgm:pt modelId="{377E6270-7545-4536-A0E6-C388C7E23117}" type="sibTrans" cxnId="{2D9E72CF-2E54-4DDD-9AB3-078F08FA0AA2}">
      <dgm:prSet/>
      <dgm:spPr/>
      <dgm:t>
        <a:bodyPr/>
        <a:lstStyle/>
        <a:p>
          <a:endParaRPr lang="uk-UA"/>
        </a:p>
      </dgm:t>
    </dgm:pt>
    <dgm:pt modelId="{7EF9A4C2-ADAF-438D-AC8A-ACAA63227FB4}">
      <dgm:prSet/>
      <dgm:spPr/>
      <dgm:t>
        <a:bodyPr/>
        <a:lstStyle/>
        <a:p>
          <a:r>
            <a:rPr lang="ru-RU" b="0" i="0"/>
            <a:t>2, 3, 6</a:t>
          </a:r>
          <a:endParaRPr lang="uk-UA"/>
        </a:p>
      </dgm:t>
    </dgm:pt>
    <dgm:pt modelId="{509D01F2-38CE-4299-B740-26C2BD39BD85}" type="parTrans" cxnId="{720094C9-382D-4FC5-9FCE-D9E503D5684B}">
      <dgm:prSet/>
      <dgm:spPr/>
      <dgm:t>
        <a:bodyPr/>
        <a:lstStyle/>
        <a:p>
          <a:endParaRPr lang="uk-UA"/>
        </a:p>
      </dgm:t>
    </dgm:pt>
    <dgm:pt modelId="{F5B25997-5754-468B-8689-4E9D5D4CFC57}" type="sibTrans" cxnId="{720094C9-382D-4FC5-9FCE-D9E503D5684B}">
      <dgm:prSet/>
      <dgm:spPr/>
      <dgm:t>
        <a:bodyPr/>
        <a:lstStyle/>
        <a:p>
          <a:endParaRPr lang="uk-UA"/>
        </a:p>
      </dgm:t>
    </dgm:pt>
    <dgm:pt modelId="{6F248F87-F474-4B05-AB5A-C6D24C9E6C8C}">
      <dgm:prSet/>
      <dgm:spPr/>
      <dgm:t>
        <a:bodyPr/>
        <a:lstStyle/>
        <a:p>
          <a:r>
            <a:rPr lang="ru-RU" b="0" i="0"/>
            <a:t>2, 4, 5</a:t>
          </a:r>
          <a:endParaRPr lang="uk-UA"/>
        </a:p>
      </dgm:t>
    </dgm:pt>
    <dgm:pt modelId="{B3A9E030-67EA-449D-BA77-30357DD1221C}" type="parTrans" cxnId="{6F3665ED-5253-4746-90C2-41FEB4CC71EC}">
      <dgm:prSet/>
      <dgm:spPr/>
      <dgm:t>
        <a:bodyPr/>
        <a:lstStyle/>
        <a:p>
          <a:endParaRPr lang="uk-UA"/>
        </a:p>
      </dgm:t>
    </dgm:pt>
    <dgm:pt modelId="{BB0B3C80-8803-46E2-A153-39044B88FEA0}" type="sibTrans" cxnId="{6F3665ED-5253-4746-90C2-41FEB4CC71EC}">
      <dgm:prSet/>
      <dgm:spPr/>
      <dgm:t>
        <a:bodyPr/>
        <a:lstStyle/>
        <a:p>
          <a:endParaRPr lang="uk-UA"/>
        </a:p>
      </dgm:t>
    </dgm:pt>
    <dgm:pt modelId="{F11FAA95-67F2-48F0-B74E-FAB1353CB4D3}" type="pres">
      <dgm:prSet presAssocID="{8CD383C7-6FCC-4B3B-95B9-FF915F240ED5}" presName="matrix" presStyleCnt="0">
        <dgm:presLayoutVars>
          <dgm:chMax val="1"/>
          <dgm:dir/>
          <dgm:resizeHandles val="exact"/>
        </dgm:presLayoutVars>
      </dgm:prSet>
      <dgm:spPr/>
    </dgm:pt>
    <dgm:pt modelId="{A0B92394-B627-49BB-BA56-EEAB819B7E23}" type="pres">
      <dgm:prSet presAssocID="{8CD383C7-6FCC-4B3B-95B9-FF915F240ED5}" presName="diamond" presStyleLbl="bgShp" presStyleIdx="0" presStyleCnt="1"/>
      <dgm:spPr/>
    </dgm:pt>
    <dgm:pt modelId="{598E357B-FCE2-4493-AF48-2A859D644BEB}" type="pres">
      <dgm:prSet presAssocID="{8CD383C7-6FCC-4B3B-95B9-FF915F240ED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A40B3FB-35D0-43C2-B4B3-40C166CB7B95}" type="pres">
      <dgm:prSet presAssocID="{8CD383C7-6FCC-4B3B-95B9-FF915F240ED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2505B64-B34F-43AC-9D05-01A5088997A0}" type="pres">
      <dgm:prSet presAssocID="{8CD383C7-6FCC-4B3B-95B9-FF915F240ED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FEC086F-3238-41F1-B5F2-155654BD5559}" type="pres">
      <dgm:prSet presAssocID="{8CD383C7-6FCC-4B3B-95B9-FF915F240ED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FC79E22-828C-4FCB-A9B6-4CD9762F75FB}" type="presOf" srcId="{7EF9A4C2-ADAF-438D-AC8A-ACAA63227FB4}" destId="{72505B64-B34F-43AC-9D05-01A5088997A0}" srcOrd="0" destOrd="0" presId="urn:microsoft.com/office/officeart/2005/8/layout/matrix3"/>
    <dgm:cxn modelId="{E191AB33-030A-4B1B-AFAC-13AB7F264ED8}" type="presOf" srcId="{6F248F87-F474-4B05-AB5A-C6D24C9E6C8C}" destId="{9FEC086F-3238-41F1-B5F2-155654BD5559}" srcOrd="0" destOrd="0" presId="urn:microsoft.com/office/officeart/2005/8/layout/matrix3"/>
    <dgm:cxn modelId="{4521384D-256F-4E4C-9961-2C25E01A965A}" type="presOf" srcId="{F96E488E-E7F5-483F-9960-6A361DFF6A73}" destId="{598E357B-FCE2-4493-AF48-2A859D644BEB}" srcOrd="0" destOrd="0" presId="urn:microsoft.com/office/officeart/2005/8/layout/matrix3"/>
    <dgm:cxn modelId="{CF2C0C4E-55F8-47C5-8F95-9F5CEF907934}" srcId="{8CD383C7-6FCC-4B3B-95B9-FF915F240ED5}" destId="{F96E488E-E7F5-483F-9960-6A361DFF6A73}" srcOrd="0" destOrd="0" parTransId="{A12613E2-13DD-4EE1-B2C8-4F2CA52195F9}" sibTransId="{59F508E1-9C7F-4F7B-8636-5399F1F0E191}"/>
    <dgm:cxn modelId="{1CE81F7B-C9FF-4C53-98DF-1DC897F253C9}" type="presOf" srcId="{8CD383C7-6FCC-4B3B-95B9-FF915F240ED5}" destId="{F11FAA95-67F2-48F0-B74E-FAB1353CB4D3}" srcOrd="0" destOrd="0" presId="urn:microsoft.com/office/officeart/2005/8/layout/matrix3"/>
    <dgm:cxn modelId="{720094C9-382D-4FC5-9FCE-D9E503D5684B}" srcId="{8CD383C7-6FCC-4B3B-95B9-FF915F240ED5}" destId="{7EF9A4C2-ADAF-438D-AC8A-ACAA63227FB4}" srcOrd="2" destOrd="0" parTransId="{509D01F2-38CE-4299-B740-26C2BD39BD85}" sibTransId="{F5B25997-5754-468B-8689-4E9D5D4CFC57}"/>
    <dgm:cxn modelId="{2D9E72CF-2E54-4DDD-9AB3-078F08FA0AA2}" srcId="{8CD383C7-6FCC-4B3B-95B9-FF915F240ED5}" destId="{22000812-0AA0-47E4-A6C3-9748DB3BCA36}" srcOrd="1" destOrd="0" parTransId="{DAB8F90E-8714-4F6A-A803-1FC36D372733}" sibTransId="{377E6270-7545-4536-A0E6-C388C7E23117}"/>
    <dgm:cxn modelId="{F51B1BE0-8F32-469A-B3C7-5D3BF0AED543}" type="presOf" srcId="{22000812-0AA0-47E4-A6C3-9748DB3BCA36}" destId="{AA40B3FB-35D0-43C2-B4B3-40C166CB7B95}" srcOrd="0" destOrd="0" presId="urn:microsoft.com/office/officeart/2005/8/layout/matrix3"/>
    <dgm:cxn modelId="{6F3665ED-5253-4746-90C2-41FEB4CC71EC}" srcId="{8CD383C7-6FCC-4B3B-95B9-FF915F240ED5}" destId="{6F248F87-F474-4B05-AB5A-C6D24C9E6C8C}" srcOrd="3" destOrd="0" parTransId="{B3A9E030-67EA-449D-BA77-30357DD1221C}" sibTransId="{BB0B3C80-8803-46E2-A153-39044B88FEA0}"/>
    <dgm:cxn modelId="{755ED819-0C57-4A1C-9F66-8914706EACEC}" type="presParOf" srcId="{F11FAA95-67F2-48F0-B74E-FAB1353CB4D3}" destId="{A0B92394-B627-49BB-BA56-EEAB819B7E23}" srcOrd="0" destOrd="0" presId="urn:microsoft.com/office/officeart/2005/8/layout/matrix3"/>
    <dgm:cxn modelId="{354346C5-0448-4A29-911D-B7D2A0CCC365}" type="presParOf" srcId="{F11FAA95-67F2-48F0-B74E-FAB1353CB4D3}" destId="{598E357B-FCE2-4493-AF48-2A859D644BEB}" srcOrd="1" destOrd="0" presId="urn:microsoft.com/office/officeart/2005/8/layout/matrix3"/>
    <dgm:cxn modelId="{D65DD01D-DFC7-4B58-8AB5-356729045268}" type="presParOf" srcId="{F11FAA95-67F2-48F0-B74E-FAB1353CB4D3}" destId="{AA40B3FB-35D0-43C2-B4B3-40C166CB7B95}" srcOrd="2" destOrd="0" presId="urn:microsoft.com/office/officeart/2005/8/layout/matrix3"/>
    <dgm:cxn modelId="{530DC935-52FC-4EC2-AB18-4713795CB610}" type="presParOf" srcId="{F11FAA95-67F2-48F0-B74E-FAB1353CB4D3}" destId="{72505B64-B34F-43AC-9D05-01A5088997A0}" srcOrd="3" destOrd="0" presId="urn:microsoft.com/office/officeart/2005/8/layout/matrix3"/>
    <dgm:cxn modelId="{347F29D1-C050-42F9-96AE-9A026747683C}" type="presParOf" srcId="{F11FAA95-67F2-48F0-B74E-FAB1353CB4D3}" destId="{9FEC086F-3238-41F1-B5F2-155654BD555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9469EE94-87B2-44A5-A81B-6311CBF3743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F1BF4A2-29BF-4217-AF13-82F48ECAC884}">
      <dgm:prSet/>
      <dgm:spPr/>
      <dgm:t>
        <a:bodyPr/>
        <a:lstStyle/>
        <a:p>
          <a:r>
            <a:rPr lang="uk-UA" b="0" i="0"/>
            <a:t>розквіт авангардного мистецтва</a:t>
          </a:r>
          <a:endParaRPr lang="uk-UA"/>
        </a:p>
      </dgm:t>
    </dgm:pt>
    <dgm:pt modelId="{E5D87423-1AAE-4D3C-A74A-82D6F3CC1B49}" type="parTrans" cxnId="{2E674C0F-EF67-40BA-869F-FDDC15F9C224}">
      <dgm:prSet/>
      <dgm:spPr/>
      <dgm:t>
        <a:bodyPr/>
        <a:lstStyle/>
        <a:p>
          <a:endParaRPr lang="uk-UA"/>
        </a:p>
      </dgm:t>
    </dgm:pt>
    <dgm:pt modelId="{B320178E-03DD-4FEF-A540-F644888F7387}" type="sibTrans" cxnId="{2E674C0F-EF67-40BA-869F-FDDC15F9C224}">
      <dgm:prSet/>
      <dgm:spPr/>
      <dgm:t>
        <a:bodyPr/>
        <a:lstStyle/>
        <a:p>
          <a:endParaRPr lang="uk-UA"/>
        </a:p>
      </dgm:t>
    </dgm:pt>
    <dgm:pt modelId="{9FB89EB1-E3CE-4220-83E3-334BF3BEB00E}">
      <dgm:prSet/>
      <dgm:spPr/>
      <dgm:t>
        <a:bodyPr/>
        <a:lstStyle/>
        <a:p>
          <a:r>
            <a:rPr lang="uk-UA" b="0" i="0"/>
            <a:t>утвердження ідейного різноманіття в мистецтві</a:t>
          </a:r>
          <a:endParaRPr lang="uk-UA"/>
        </a:p>
      </dgm:t>
    </dgm:pt>
    <dgm:pt modelId="{E3905616-E142-4181-9E99-4CFC692B0375}" type="parTrans" cxnId="{B5D8C9AE-4C37-47DD-9BA7-5D49F512ACA5}">
      <dgm:prSet/>
      <dgm:spPr/>
      <dgm:t>
        <a:bodyPr/>
        <a:lstStyle/>
        <a:p>
          <a:endParaRPr lang="uk-UA"/>
        </a:p>
      </dgm:t>
    </dgm:pt>
    <dgm:pt modelId="{7CAC0702-707F-4D50-AD92-F5B2233052A4}" type="sibTrans" cxnId="{B5D8C9AE-4C37-47DD-9BA7-5D49F512ACA5}">
      <dgm:prSet/>
      <dgm:spPr/>
      <dgm:t>
        <a:bodyPr/>
        <a:lstStyle/>
        <a:p>
          <a:endParaRPr lang="uk-UA"/>
        </a:p>
      </dgm:t>
    </dgm:pt>
    <dgm:pt modelId="{D807F713-A0EC-4A3E-B555-9EC71224F1FA}">
      <dgm:prSet/>
      <dgm:spPr/>
      <dgm:t>
        <a:bodyPr/>
        <a:lstStyle/>
        <a:p>
          <a:r>
            <a:rPr lang="uk-UA" b="0" i="0"/>
            <a:t>скасування цензури засобів масової інформації</a:t>
          </a:r>
          <a:endParaRPr lang="uk-UA"/>
        </a:p>
      </dgm:t>
    </dgm:pt>
    <dgm:pt modelId="{57046133-B15C-4DB9-9F7B-71EA41B1D40A}" type="parTrans" cxnId="{7C75AA0F-88F6-4BEF-9FE9-46615EC0E2DE}">
      <dgm:prSet/>
      <dgm:spPr/>
      <dgm:t>
        <a:bodyPr/>
        <a:lstStyle/>
        <a:p>
          <a:endParaRPr lang="uk-UA"/>
        </a:p>
      </dgm:t>
    </dgm:pt>
    <dgm:pt modelId="{42AC0E6C-B550-4C78-8DCD-960E28C5EA86}" type="sibTrans" cxnId="{7C75AA0F-88F6-4BEF-9FE9-46615EC0E2DE}">
      <dgm:prSet/>
      <dgm:spPr/>
      <dgm:t>
        <a:bodyPr/>
        <a:lstStyle/>
        <a:p>
          <a:endParaRPr lang="uk-UA"/>
        </a:p>
      </dgm:t>
    </dgm:pt>
    <dgm:pt modelId="{B6B1C364-6DAF-4547-98FC-20B8A209F876}">
      <dgm:prSet/>
      <dgm:spPr/>
      <dgm:t>
        <a:bodyPr/>
        <a:lstStyle/>
        <a:p>
          <a:r>
            <a:rPr lang="uk-UA" b="0" i="0"/>
            <a:t>ліквідація масової неписьменності дорослих</a:t>
          </a:r>
          <a:endParaRPr lang="uk-UA"/>
        </a:p>
      </dgm:t>
    </dgm:pt>
    <dgm:pt modelId="{AF497F72-CC3E-45C4-AA10-147B3BACFB5C}" type="parTrans" cxnId="{FBF2B713-2AD1-4FA9-9CF0-68E03CF747DC}">
      <dgm:prSet/>
      <dgm:spPr/>
      <dgm:t>
        <a:bodyPr/>
        <a:lstStyle/>
        <a:p>
          <a:endParaRPr lang="uk-UA"/>
        </a:p>
      </dgm:t>
    </dgm:pt>
    <dgm:pt modelId="{8D36E9D9-6CE9-4F11-99AE-00329B45FD9A}" type="sibTrans" cxnId="{FBF2B713-2AD1-4FA9-9CF0-68E03CF747DC}">
      <dgm:prSet/>
      <dgm:spPr/>
      <dgm:t>
        <a:bodyPr/>
        <a:lstStyle/>
        <a:p>
          <a:endParaRPr lang="uk-UA"/>
        </a:p>
      </dgm:t>
    </dgm:pt>
    <dgm:pt modelId="{1AF934B0-1A01-41C0-A59E-2FA5A368EFFA}" type="pres">
      <dgm:prSet presAssocID="{9469EE94-87B2-44A5-A81B-6311CBF37436}" presName="linear" presStyleCnt="0">
        <dgm:presLayoutVars>
          <dgm:animLvl val="lvl"/>
          <dgm:resizeHandles val="exact"/>
        </dgm:presLayoutVars>
      </dgm:prSet>
      <dgm:spPr/>
    </dgm:pt>
    <dgm:pt modelId="{F75CADF0-D9E1-463E-9EAD-9CAFAB1BCC6E}" type="pres">
      <dgm:prSet presAssocID="{5F1BF4A2-29BF-4217-AF13-82F48ECAC88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4C42F4E-0A56-4E03-8A15-CDDC7EF02368}" type="pres">
      <dgm:prSet presAssocID="{B320178E-03DD-4FEF-A540-F644888F7387}" presName="spacer" presStyleCnt="0"/>
      <dgm:spPr/>
    </dgm:pt>
    <dgm:pt modelId="{D14BBE09-870A-4441-B5D5-8A931BD6F72C}" type="pres">
      <dgm:prSet presAssocID="{9FB89EB1-E3CE-4220-83E3-334BF3BEB00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314BC71-1EB7-4A90-B8BE-46972AA3C755}" type="pres">
      <dgm:prSet presAssocID="{7CAC0702-707F-4D50-AD92-F5B2233052A4}" presName="spacer" presStyleCnt="0"/>
      <dgm:spPr/>
    </dgm:pt>
    <dgm:pt modelId="{F8EFCC2F-4775-4DE1-9684-F4AB9038944C}" type="pres">
      <dgm:prSet presAssocID="{D807F713-A0EC-4A3E-B555-9EC71224F1F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466833B-0110-4ECD-BB5D-DC1824DB4A9D}" type="pres">
      <dgm:prSet presAssocID="{42AC0E6C-B550-4C78-8DCD-960E28C5EA86}" presName="spacer" presStyleCnt="0"/>
      <dgm:spPr/>
    </dgm:pt>
    <dgm:pt modelId="{53A1BFE0-04D9-498A-9501-905DEBAF1190}" type="pres">
      <dgm:prSet presAssocID="{B6B1C364-6DAF-4547-98FC-20B8A209F87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E674C0F-EF67-40BA-869F-FDDC15F9C224}" srcId="{9469EE94-87B2-44A5-A81B-6311CBF37436}" destId="{5F1BF4A2-29BF-4217-AF13-82F48ECAC884}" srcOrd="0" destOrd="0" parTransId="{E5D87423-1AAE-4D3C-A74A-82D6F3CC1B49}" sibTransId="{B320178E-03DD-4FEF-A540-F644888F7387}"/>
    <dgm:cxn modelId="{7C75AA0F-88F6-4BEF-9FE9-46615EC0E2DE}" srcId="{9469EE94-87B2-44A5-A81B-6311CBF37436}" destId="{D807F713-A0EC-4A3E-B555-9EC71224F1FA}" srcOrd="2" destOrd="0" parTransId="{57046133-B15C-4DB9-9F7B-71EA41B1D40A}" sibTransId="{42AC0E6C-B550-4C78-8DCD-960E28C5EA86}"/>
    <dgm:cxn modelId="{FBF2B713-2AD1-4FA9-9CF0-68E03CF747DC}" srcId="{9469EE94-87B2-44A5-A81B-6311CBF37436}" destId="{B6B1C364-6DAF-4547-98FC-20B8A209F876}" srcOrd="3" destOrd="0" parTransId="{AF497F72-CC3E-45C4-AA10-147B3BACFB5C}" sibTransId="{8D36E9D9-6CE9-4F11-99AE-00329B45FD9A}"/>
    <dgm:cxn modelId="{27F8EA2E-0D25-4D5B-A4C2-F78111ADF971}" type="presOf" srcId="{9FB89EB1-E3CE-4220-83E3-334BF3BEB00E}" destId="{D14BBE09-870A-4441-B5D5-8A931BD6F72C}" srcOrd="0" destOrd="0" presId="urn:microsoft.com/office/officeart/2005/8/layout/vList2"/>
    <dgm:cxn modelId="{9FFBD744-2BF5-4A45-AF93-FF3E401B55B1}" type="presOf" srcId="{B6B1C364-6DAF-4547-98FC-20B8A209F876}" destId="{53A1BFE0-04D9-498A-9501-905DEBAF1190}" srcOrd="0" destOrd="0" presId="urn:microsoft.com/office/officeart/2005/8/layout/vList2"/>
    <dgm:cxn modelId="{8C126C8F-FFA7-4719-AA53-09C646429635}" type="presOf" srcId="{5F1BF4A2-29BF-4217-AF13-82F48ECAC884}" destId="{F75CADF0-D9E1-463E-9EAD-9CAFAB1BCC6E}" srcOrd="0" destOrd="0" presId="urn:microsoft.com/office/officeart/2005/8/layout/vList2"/>
    <dgm:cxn modelId="{D897999A-5CC9-4D0A-AA1E-B9082C365E05}" type="presOf" srcId="{D807F713-A0EC-4A3E-B555-9EC71224F1FA}" destId="{F8EFCC2F-4775-4DE1-9684-F4AB9038944C}" srcOrd="0" destOrd="0" presId="urn:microsoft.com/office/officeart/2005/8/layout/vList2"/>
    <dgm:cxn modelId="{B5D8C9AE-4C37-47DD-9BA7-5D49F512ACA5}" srcId="{9469EE94-87B2-44A5-A81B-6311CBF37436}" destId="{9FB89EB1-E3CE-4220-83E3-334BF3BEB00E}" srcOrd="1" destOrd="0" parTransId="{E3905616-E142-4181-9E99-4CFC692B0375}" sibTransId="{7CAC0702-707F-4D50-AD92-F5B2233052A4}"/>
    <dgm:cxn modelId="{E6DBA7E0-FE63-4CD7-8D7D-45C0906C684C}" type="presOf" srcId="{9469EE94-87B2-44A5-A81B-6311CBF37436}" destId="{1AF934B0-1A01-41C0-A59E-2FA5A368EFFA}" srcOrd="0" destOrd="0" presId="urn:microsoft.com/office/officeart/2005/8/layout/vList2"/>
    <dgm:cxn modelId="{5E66DD49-1EF8-4EEF-B315-5A3B0AE16E19}" type="presParOf" srcId="{1AF934B0-1A01-41C0-A59E-2FA5A368EFFA}" destId="{F75CADF0-D9E1-463E-9EAD-9CAFAB1BCC6E}" srcOrd="0" destOrd="0" presId="urn:microsoft.com/office/officeart/2005/8/layout/vList2"/>
    <dgm:cxn modelId="{DAC70C46-C5A1-41AE-9F88-35D1F926F763}" type="presParOf" srcId="{1AF934B0-1A01-41C0-A59E-2FA5A368EFFA}" destId="{A4C42F4E-0A56-4E03-8A15-CDDC7EF02368}" srcOrd="1" destOrd="0" presId="urn:microsoft.com/office/officeart/2005/8/layout/vList2"/>
    <dgm:cxn modelId="{B45EE4E3-C204-4F54-92CE-3141BD379AFD}" type="presParOf" srcId="{1AF934B0-1A01-41C0-A59E-2FA5A368EFFA}" destId="{D14BBE09-870A-4441-B5D5-8A931BD6F72C}" srcOrd="2" destOrd="0" presId="urn:microsoft.com/office/officeart/2005/8/layout/vList2"/>
    <dgm:cxn modelId="{25355EBF-51F3-4A5A-8396-AE4B883142B2}" type="presParOf" srcId="{1AF934B0-1A01-41C0-A59E-2FA5A368EFFA}" destId="{2314BC71-1EB7-4A90-B8BE-46972AA3C755}" srcOrd="3" destOrd="0" presId="urn:microsoft.com/office/officeart/2005/8/layout/vList2"/>
    <dgm:cxn modelId="{FFCC004B-A744-4180-9334-CB4454F8DDEB}" type="presParOf" srcId="{1AF934B0-1A01-41C0-A59E-2FA5A368EFFA}" destId="{F8EFCC2F-4775-4DE1-9684-F4AB9038944C}" srcOrd="4" destOrd="0" presId="urn:microsoft.com/office/officeart/2005/8/layout/vList2"/>
    <dgm:cxn modelId="{18FC935F-025B-40ED-B53D-49B0C3E327DC}" type="presParOf" srcId="{1AF934B0-1A01-41C0-A59E-2FA5A368EFFA}" destId="{7466833B-0110-4ECD-BB5D-DC1824DB4A9D}" srcOrd="5" destOrd="0" presId="urn:microsoft.com/office/officeart/2005/8/layout/vList2"/>
    <dgm:cxn modelId="{771FED7F-FC58-4F4F-B041-E052F40D2ADA}" type="presParOf" srcId="{1AF934B0-1A01-41C0-A59E-2FA5A368EFFA}" destId="{53A1BFE0-04D9-498A-9501-905DEBAF119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CC36BCA7-7F0B-441A-A7A9-A638E3A6875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856BB8F-6567-4816-8BF0-1AB41AB2628C}">
      <dgm:prSet/>
      <dgm:spPr/>
      <dgm:t>
        <a:bodyPr/>
        <a:lstStyle/>
        <a:p>
          <a:r>
            <a:rPr lang="uk-UA" b="0" i="0"/>
            <a:t>припинення масових репресій серед літераторів</a:t>
          </a:r>
          <a:endParaRPr lang="uk-UA"/>
        </a:p>
      </dgm:t>
    </dgm:pt>
    <dgm:pt modelId="{FA91D63D-071A-4FDC-A866-4A790300E0BF}" type="parTrans" cxnId="{090AFBC6-EBA4-442E-8EBD-3C7DFEED8879}">
      <dgm:prSet/>
      <dgm:spPr/>
      <dgm:t>
        <a:bodyPr/>
        <a:lstStyle/>
        <a:p>
          <a:endParaRPr lang="uk-UA"/>
        </a:p>
      </dgm:t>
    </dgm:pt>
    <dgm:pt modelId="{4EF89AFE-2A43-4478-9CD2-7C9D6DDDE069}" type="sibTrans" cxnId="{090AFBC6-EBA4-442E-8EBD-3C7DFEED8879}">
      <dgm:prSet/>
      <dgm:spPr/>
      <dgm:t>
        <a:bodyPr/>
        <a:lstStyle/>
        <a:p>
          <a:endParaRPr lang="uk-UA"/>
        </a:p>
      </dgm:t>
    </dgm:pt>
    <dgm:pt modelId="{FDFCB796-EAC7-4ADF-B600-AC53941FE48A}">
      <dgm:prSet/>
      <dgm:spPr/>
      <dgm:t>
        <a:bodyPr/>
        <a:lstStyle/>
        <a:p>
          <a:r>
            <a:rPr lang="uk-UA" b="0" i="0"/>
            <a:t>утвердження ідеологічного контролю за творчістю митців</a:t>
          </a:r>
          <a:endParaRPr lang="uk-UA"/>
        </a:p>
      </dgm:t>
    </dgm:pt>
    <dgm:pt modelId="{859E0CD2-44A7-41AE-B15B-564A71FF1BCB}" type="parTrans" cxnId="{F02E508E-C88B-4460-9C24-03504BD9D295}">
      <dgm:prSet/>
      <dgm:spPr/>
      <dgm:t>
        <a:bodyPr/>
        <a:lstStyle/>
        <a:p>
          <a:endParaRPr lang="uk-UA"/>
        </a:p>
      </dgm:t>
    </dgm:pt>
    <dgm:pt modelId="{454B40AF-1273-4B04-9AEB-33DC45C7C109}" type="sibTrans" cxnId="{F02E508E-C88B-4460-9C24-03504BD9D295}">
      <dgm:prSet/>
      <dgm:spPr/>
      <dgm:t>
        <a:bodyPr/>
        <a:lstStyle/>
        <a:p>
          <a:endParaRPr lang="uk-UA"/>
        </a:p>
      </dgm:t>
    </dgm:pt>
    <dgm:pt modelId="{674C3363-D1F6-481F-B25E-63F9FF50F040}">
      <dgm:prSet/>
      <dgm:spPr/>
      <dgm:t>
        <a:bodyPr/>
        <a:lstStyle/>
        <a:p>
          <a:r>
            <a:rPr lang="uk-UA" b="0" i="0"/>
            <a:t>формування самобутньої літературної течії модерністів</a:t>
          </a:r>
          <a:endParaRPr lang="uk-UA"/>
        </a:p>
      </dgm:t>
    </dgm:pt>
    <dgm:pt modelId="{50FDD213-A577-4468-AFCE-17C50603F451}" type="parTrans" cxnId="{EBF0E2FE-EA22-4529-A54D-D4049425DD50}">
      <dgm:prSet/>
      <dgm:spPr/>
      <dgm:t>
        <a:bodyPr/>
        <a:lstStyle/>
        <a:p>
          <a:endParaRPr lang="uk-UA"/>
        </a:p>
      </dgm:t>
    </dgm:pt>
    <dgm:pt modelId="{D5FD537D-CA5D-4EE9-969D-DDE8B13C1222}" type="sibTrans" cxnId="{EBF0E2FE-EA22-4529-A54D-D4049425DD50}">
      <dgm:prSet/>
      <dgm:spPr/>
      <dgm:t>
        <a:bodyPr/>
        <a:lstStyle/>
        <a:p>
          <a:endParaRPr lang="uk-UA"/>
        </a:p>
      </dgm:t>
    </dgm:pt>
    <dgm:pt modelId="{0339795A-D2AB-4489-82CC-38FB79B8445D}">
      <dgm:prSet/>
      <dgm:spPr/>
      <dgm:t>
        <a:bodyPr/>
        <a:lstStyle/>
        <a:p>
          <a:r>
            <a:rPr lang="uk-UA" b="0" i="0"/>
            <a:t>поглиблення процесів «українізації»</a:t>
          </a:r>
          <a:endParaRPr lang="uk-UA"/>
        </a:p>
      </dgm:t>
    </dgm:pt>
    <dgm:pt modelId="{E7095A7E-7DAA-4988-8CE8-B3D8DC2CAC4F}" type="parTrans" cxnId="{0B3DB8BB-CCD8-48C9-9323-A3E649FCE719}">
      <dgm:prSet/>
      <dgm:spPr/>
      <dgm:t>
        <a:bodyPr/>
        <a:lstStyle/>
        <a:p>
          <a:endParaRPr lang="uk-UA"/>
        </a:p>
      </dgm:t>
    </dgm:pt>
    <dgm:pt modelId="{BA983C64-9E40-4DBF-B65E-AEB933E526B5}" type="sibTrans" cxnId="{0B3DB8BB-CCD8-48C9-9323-A3E649FCE719}">
      <dgm:prSet/>
      <dgm:spPr/>
      <dgm:t>
        <a:bodyPr/>
        <a:lstStyle/>
        <a:p>
          <a:endParaRPr lang="uk-UA"/>
        </a:p>
      </dgm:t>
    </dgm:pt>
    <dgm:pt modelId="{2C36F90B-13CC-4CB5-A6BF-A97AF5CDF6A9}" type="pres">
      <dgm:prSet presAssocID="{CC36BCA7-7F0B-441A-A7A9-A638E3A68752}" presName="linear" presStyleCnt="0">
        <dgm:presLayoutVars>
          <dgm:animLvl val="lvl"/>
          <dgm:resizeHandles val="exact"/>
        </dgm:presLayoutVars>
      </dgm:prSet>
      <dgm:spPr/>
    </dgm:pt>
    <dgm:pt modelId="{AA782441-7AB4-415E-8B9A-B1BD8501A283}" type="pres">
      <dgm:prSet presAssocID="{A856BB8F-6567-4816-8BF0-1AB41AB2628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D610E8C-3785-4B56-BBAA-1D96BC34BA4C}" type="pres">
      <dgm:prSet presAssocID="{4EF89AFE-2A43-4478-9CD2-7C9D6DDDE069}" presName="spacer" presStyleCnt="0"/>
      <dgm:spPr/>
    </dgm:pt>
    <dgm:pt modelId="{1C0E68DE-9A12-4F9B-9550-BC446EDF4192}" type="pres">
      <dgm:prSet presAssocID="{FDFCB796-EAC7-4ADF-B600-AC53941FE48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E26996C-AEC6-480C-86A0-406286C0884C}" type="pres">
      <dgm:prSet presAssocID="{454B40AF-1273-4B04-9AEB-33DC45C7C109}" presName="spacer" presStyleCnt="0"/>
      <dgm:spPr/>
    </dgm:pt>
    <dgm:pt modelId="{9D6D7101-D3D5-489E-849F-1ADCEA0B3BD7}" type="pres">
      <dgm:prSet presAssocID="{674C3363-D1F6-481F-B25E-63F9FF50F04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B74A567-D7A6-4A8B-8898-03F9FCA38C21}" type="pres">
      <dgm:prSet presAssocID="{D5FD537D-CA5D-4EE9-969D-DDE8B13C1222}" presName="spacer" presStyleCnt="0"/>
      <dgm:spPr/>
    </dgm:pt>
    <dgm:pt modelId="{2D9965B7-2F1B-4BF1-B55F-A58510743E05}" type="pres">
      <dgm:prSet presAssocID="{0339795A-D2AB-4489-82CC-38FB79B8445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7F0AA15-D765-4B0E-B7FE-D3F6E31AA29B}" type="presOf" srcId="{0339795A-D2AB-4489-82CC-38FB79B8445D}" destId="{2D9965B7-2F1B-4BF1-B55F-A58510743E05}" srcOrd="0" destOrd="0" presId="urn:microsoft.com/office/officeart/2005/8/layout/vList2"/>
    <dgm:cxn modelId="{815B5948-1472-4809-B971-D8E1BB5B766F}" type="presOf" srcId="{A856BB8F-6567-4816-8BF0-1AB41AB2628C}" destId="{AA782441-7AB4-415E-8B9A-B1BD8501A283}" srcOrd="0" destOrd="0" presId="urn:microsoft.com/office/officeart/2005/8/layout/vList2"/>
    <dgm:cxn modelId="{37464277-4C2B-41C0-88D7-50D5F5F18938}" type="presOf" srcId="{674C3363-D1F6-481F-B25E-63F9FF50F040}" destId="{9D6D7101-D3D5-489E-849F-1ADCEA0B3BD7}" srcOrd="0" destOrd="0" presId="urn:microsoft.com/office/officeart/2005/8/layout/vList2"/>
    <dgm:cxn modelId="{F02E508E-C88B-4460-9C24-03504BD9D295}" srcId="{CC36BCA7-7F0B-441A-A7A9-A638E3A68752}" destId="{FDFCB796-EAC7-4ADF-B600-AC53941FE48A}" srcOrd="1" destOrd="0" parTransId="{859E0CD2-44A7-41AE-B15B-564A71FF1BCB}" sibTransId="{454B40AF-1273-4B04-9AEB-33DC45C7C109}"/>
    <dgm:cxn modelId="{0B3DB8BB-CCD8-48C9-9323-A3E649FCE719}" srcId="{CC36BCA7-7F0B-441A-A7A9-A638E3A68752}" destId="{0339795A-D2AB-4489-82CC-38FB79B8445D}" srcOrd="3" destOrd="0" parTransId="{E7095A7E-7DAA-4988-8CE8-B3D8DC2CAC4F}" sibTransId="{BA983C64-9E40-4DBF-B65E-AEB933E526B5}"/>
    <dgm:cxn modelId="{5D5DBCC4-8239-4872-9D87-06A7E1B9705D}" type="presOf" srcId="{FDFCB796-EAC7-4ADF-B600-AC53941FE48A}" destId="{1C0E68DE-9A12-4F9B-9550-BC446EDF4192}" srcOrd="0" destOrd="0" presId="urn:microsoft.com/office/officeart/2005/8/layout/vList2"/>
    <dgm:cxn modelId="{090AFBC6-EBA4-442E-8EBD-3C7DFEED8879}" srcId="{CC36BCA7-7F0B-441A-A7A9-A638E3A68752}" destId="{A856BB8F-6567-4816-8BF0-1AB41AB2628C}" srcOrd="0" destOrd="0" parTransId="{FA91D63D-071A-4FDC-A866-4A790300E0BF}" sibTransId="{4EF89AFE-2A43-4478-9CD2-7C9D6DDDE069}"/>
    <dgm:cxn modelId="{408705DB-85B4-4987-8D5E-0C57BDFC0C4B}" type="presOf" srcId="{CC36BCA7-7F0B-441A-A7A9-A638E3A68752}" destId="{2C36F90B-13CC-4CB5-A6BF-A97AF5CDF6A9}" srcOrd="0" destOrd="0" presId="urn:microsoft.com/office/officeart/2005/8/layout/vList2"/>
    <dgm:cxn modelId="{EBF0E2FE-EA22-4529-A54D-D4049425DD50}" srcId="{CC36BCA7-7F0B-441A-A7A9-A638E3A68752}" destId="{674C3363-D1F6-481F-B25E-63F9FF50F040}" srcOrd="2" destOrd="0" parTransId="{50FDD213-A577-4468-AFCE-17C50603F451}" sibTransId="{D5FD537D-CA5D-4EE9-969D-DDE8B13C1222}"/>
    <dgm:cxn modelId="{A0D8DD98-5725-4F55-8200-92E4A954734E}" type="presParOf" srcId="{2C36F90B-13CC-4CB5-A6BF-A97AF5CDF6A9}" destId="{AA782441-7AB4-415E-8B9A-B1BD8501A283}" srcOrd="0" destOrd="0" presId="urn:microsoft.com/office/officeart/2005/8/layout/vList2"/>
    <dgm:cxn modelId="{9F865ABC-78CC-4B2C-BF2E-3299C6A40014}" type="presParOf" srcId="{2C36F90B-13CC-4CB5-A6BF-A97AF5CDF6A9}" destId="{8D610E8C-3785-4B56-BBAA-1D96BC34BA4C}" srcOrd="1" destOrd="0" presId="urn:microsoft.com/office/officeart/2005/8/layout/vList2"/>
    <dgm:cxn modelId="{42860035-5E43-4E3D-B8F0-0E689B6020CE}" type="presParOf" srcId="{2C36F90B-13CC-4CB5-A6BF-A97AF5CDF6A9}" destId="{1C0E68DE-9A12-4F9B-9550-BC446EDF4192}" srcOrd="2" destOrd="0" presId="urn:microsoft.com/office/officeart/2005/8/layout/vList2"/>
    <dgm:cxn modelId="{AF792277-8B5F-4C09-B5DB-F2EED0F672BE}" type="presParOf" srcId="{2C36F90B-13CC-4CB5-A6BF-A97AF5CDF6A9}" destId="{8E26996C-AEC6-480C-86A0-406286C0884C}" srcOrd="3" destOrd="0" presId="urn:microsoft.com/office/officeart/2005/8/layout/vList2"/>
    <dgm:cxn modelId="{9E39BB7E-77E8-4863-85F5-297ABAC425AB}" type="presParOf" srcId="{2C36F90B-13CC-4CB5-A6BF-A97AF5CDF6A9}" destId="{9D6D7101-D3D5-489E-849F-1ADCEA0B3BD7}" srcOrd="4" destOrd="0" presId="urn:microsoft.com/office/officeart/2005/8/layout/vList2"/>
    <dgm:cxn modelId="{CD23D400-BC46-48E2-9742-C1F182B1E0A8}" type="presParOf" srcId="{2C36F90B-13CC-4CB5-A6BF-A97AF5CDF6A9}" destId="{2B74A567-D7A6-4A8B-8898-03F9FCA38C21}" srcOrd="5" destOrd="0" presId="urn:microsoft.com/office/officeart/2005/8/layout/vList2"/>
    <dgm:cxn modelId="{750E9BE2-3355-4302-BC3D-402882529D12}" type="presParOf" srcId="{2C36F90B-13CC-4CB5-A6BF-A97AF5CDF6A9}" destId="{2D9965B7-2F1B-4BF1-B55F-A58510743E0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9E6EDB8D-36A8-4681-A74B-16D3D73F8E3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D3A4736-A99C-4434-8C1A-A7531F463C4D}">
      <dgm:prSet/>
      <dgm:spPr/>
      <dgm:t>
        <a:bodyPr/>
        <a:lstStyle/>
        <a:p>
          <a:r>
            <a:rPr lang="ru-RU" b="0" i="0"/>
            <a:t>Г.Юра.</a:t>
          </a:r>
          <a:endParaRPr lang="uk-UA"/>
        </a:p>
      </dgm:t>
    </dgm:pt>
    <dgm:pt modelId="{BA8D6888-77AD-4608-AAFF-636F587B2AA5}" type="parTrans" cxnId="{E42C375A-BD52-45AE-B9DA-AA18CED56216}">
      <dgm:prSet/>
      <dgm:spPr/>
      <dgm:t>
        <a:bodyPr/>
        <a:lstStyle/>
        <a:p>
          <a:endParaRPr lang="uk-UA"/>
        </a:p>
      </dgm:t>
    </dgm:pt>
    <dgm:pt modelId="{CD340889-CBDD-44C0-A274-853E21F03A0B}" type="sibTrans" cxnId="{E42C375A-BD52-45AE-B9DA-AA18CED56216}">
      <dgm:prSet/>
      <dgm:spPr/>
      <dgm:t>
        <a:bodyPr/>
        <a:lstStyle/>
        <a:p>
          <a:endParaRPr lang="uk-UA"/>
        </a:p>
      </dgm:t>
    </dgm:pt>
    <dgm:pt modelId="{14C410AF-9DCF-4AE8-95D7-D5026BC4A554}">
      <dgm:prSet/>
      <dgm:spPr/>
      <dgm:t>
        <a:bodyPr/>
        <a:lstStyle/>
        <a:p>
          <a:r>
            <a:rPr lang="ru-RU" b="0" i="0"/>
            <a:t>Л. Курбас.</a:t>
          </a:r>
          <a:endParaRPr lang="uk-UA"/>
        </a:p>
      </dgm:t>
    </dgm:pt>
    <dgm:pt modelId="{A684F9FE-4CB3-406E-A2A6-55FBBF4D7FE6}" type="parTrans" cxnId="{8C141BFC-1017-49BC-B31C-BA1F3765F0CB}">
      <dgm:prSet/>
      <dgm:spPr/>
      <dgm:t>
        <a:bodyPr/>
        <a:lstStyle/>
        <a:p>
          <a:endParaRPr lang="uk-UA"/>
        </a:p>
      </dgm:t>
    </dgm:pt>
    <dgm:pt modelId="{E84A6C85-D1D1-4FDA-8E94-CD8C0110CFB3}" type="sibTrans" cxnId="{8C141BFC-1017-49BC-B31C-BA1F3765F0CB}">
      <dgm:prSet/>
      <dgm:spPr/>
      <dgm:t>
        <a:bodyPr/>
        <a:lstStyle/>
        <a:p>
          <a:endParaRPr lang="uk-UA"/>
        </a:p>
      </dgm:t>
    </dgm:pt>
    <dgm:pt modelId="{C53EE3A9-BE94-42CC-A57C-4FE63CC0B0C2}">
      <dgm:prSet/>
      <dgm:spPr/>
      <dgm:t>
        <a:bodyPr/>
        <a:lstStyle/>
        <a:p>
          <a:r>
            <a:rPr lang="ru-RU" b="0" i="0"/>
            <a:t>М.Бойчук.</a:t>
          </a:r>
          <a:endParaRPr lang="uk-UA"/>
        </a:p>
      </dgm:t>
    </dgm:pt>
    <dgm:pt modelId="{0FE80C76-31DA-4032-A478-AB472681B3CC}" type="parTrans" cxnId="{23819233-A47E-49C4-9BD6-52572409B580}">
      <dgm:prSet/>
      <dgm:spPr/>
      <dgm:t>
        <a:bodyPr/>
        <a:lstStyle/>
        <a:p>
          <a:endParaRPr lang="uk-UA"/>
        </a:p>
      </dgm:t>
    </dgm:pt>
    <dgm:pt modelId="{F7735BDD-47DB-406D-9BBC-7E5577918651}" type="sibTrans" cxnId="{23819233-A47E-49C4-9BD6-52572409B580}">
      <dgm:prSet/>
      <dgm:spPr/>
      <dgm:t>
        <a:bodyPr/>
        <a:lstStyle/>
        <a:p>
          <a:endParaRPr lang="uk-UA"/>
        </a:p>
      </dgm:t>
    </dgm:pt>
    <dgm:pt modelId="{1A151D45-0EDE-4B54-96D8-0CFCC3EF95B7}">
      <dgm:prSet/>
      <dgm:spPr/>
      <dgm:t>
        <a:bodyPr/>
        <a:lstStyle/>
        <a:p>
          <a:r>
            <a:rPr lang="ru-RU" b="0" i="0"/>
            <a:t>О. Довженко.</a:t>
          </a:r>
          <a:endParaRPr lang="uk-UA"/>
        </a:p>
      </dgm:t>
    </dgm:pt>
    <dgm:pt modelId="{81A12905-E59E-4985-9D2A-8E0621B3DAD8}" type="parTrans" cxnId="{F9C83BB0-82DA-413E-BC54-90357EC9894E}">
      <dgm:prSet/>
      <dgm:spPr/>
      <dgm:t>
        <a:bodyPr/>
        <a:lstStyle/>
        <a:p>
          <a:endParaRPr lang="uk-UA"/>
        </a:p>
      </dgm:t>
    </dgm:pt>
    <dgm:pt modelId="{EB3D9370-79E6-48F6-A36D-D55EAC198AEB}" type="sibTrans" cxnId="{F9C83BB0-82DA-413E-BC54-90357EC9894E}">
      <dgm:prSet/>
      <dgm:spPr/>
      <dgm:t>
        <a:bodyPr/>
        <a:lstStyle/>
        <a:p>
          <a:endParaRPr lang="uk-UA"/>
        </a:p>
      </dgm:t>
    </dgm:pt>
    <dgm:pt modelId="{B6099511-0A35-4278-825C-F253C741847E}" type="pres">
      <dgm:prSet presAssocID="{9E6EDB8D-36A8-4681-A74B-16D3D73F8E30}" presName="linear" presStyleCnt="0">
        <dgm:presLayoutVars>
          <dgm:animLvl val="lvl"/>
          <dgm:resizeHandles val="exact"/>
        </dgm:presLayoutVars>
      </dgm:prSet>
      <dgm:spPr/>
    </dgm:pt>
    <dgm:pt modelId="{E9D93E84-9774-4BDA-8218-830EEBBB287A}" type="pres">
      <dgm:prSet presAssocID="{7D3A4736-A99C-4434-8C1A-A7531F463C4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A123A44-7073-4F57-9511-265CC6A0CF61}" type="pres">
      <dgm:prSet presAssocID="{CD340889-CBDD-44C0-A274-853E21F03A0B}" presName="spacer" presStyleCnt="0"/>
      <dgm:spPr/>
    </dgm:pt>
    <dgm:pt modelId="{A823B999-A635-4053-966A-9878978F0AC9}" type="pres">
      <dgm:prSet presAssocID="{14C410AF-9DCF-4AE8-95D7-D5026BC4A55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6CC4C0D-DCC4-4FF5-9F62-2C9A9C9E4F79}" type="pres">
      <dgm:prSet presAssocID="{E84A6C85-D1D1-4FDA-8E94-CD8C0110CFB3}" presName="spacer" presStyleCnt="0"/>
      <dgm:spPr/>
    </dgm:pt>
    <dgm:pt modelId="{DD2325E9-C21C-41E3-884A-7E1439D9674D}" type="pres">
      <dgm:prSet presAssocID="{C53EE3A9-BE94-42CC-A57C-4FE63CC0B0C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650EE6A-81B9-44D1-80D6-9D664F209D6D}" type="pres">
      <dgm:prSet presAssocID="{F7735BDD-47DB-406D-9BBC-7E5577918651}" presName="spacer" presStyleCnt="0"/>
      <dgm:spPr/>
    </dgm:pt>
    <dgm:pt modelId="{8C89EBFA-1EEC-46A8-B758-7B95D96F3A26}" type="pres">
      <dgm:prSet presAssocID="{1A151D45-0EDE-4B54-96D8-0CFCC3EF95B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C909B26-897A-4079-A443-E793338F9D89}" type="presOf" srcId="{C53EE3A9-BE94-42CC-A57C-4FE63CC0B0C2}" destId="{DD2325E9-C21C-41E3-884A-7E1439D9674D}" srcOrd="0" destOrd="0" presId="urn:microsoft.com/office/officeart/2005/8/layout/vList2"/>
    <dgm:cxn modelId="{23819233-A47E-49C4-9BD6-52572409B580}" srcId="{9E6EDB8D-36A8-4681-A74B-16D3D73F8E30}" destId="{C53EE3A9-BE94-42CC-A57C-4FE63CC0B0C2}" srcOrd="2" destOrd="0" parTransId="{0FE80C76-31DA-4032-A478-AB472681B3CC}" sibTransId="{F7735BDD-47DB-406D-9BBC-7E5577918651}"/>
    <dgm:cxn modelId="{59BA823B-1A61-44F3-AA24-B57CDF1F6985}" type="presOf" srcId="{9E6EDB8D-36A8-4681-A74B-16D3D73F8E30}" destId="{B6099511-0A35-4278-825C-F253C741847E}" srcOrd="0" destOrd="0" presId="urn:microsoft.com/office/officeart/2005/8/layout/vList2"/>
    <dgm:cxn modelId="{DE58C979-9C4D-4522-99BD-A5801274759F}" type="presOf" srcId="{14C410AF-9DCF-4AE8-95D7-D5026BC4A554}" destId="{A823B999-A635-4053-966A-9878978F0AC9}" srcOrd="0" destOrd="0" presId="urn:microsoft.com/office/officeart/2005/8/layout/vList2"/>
    <dgm:cxn modelId="{E42C375A-BD52-45AE-B9DA-AA18CED56216}" srcId="{9E6EDB8D-36A8-4681-A74B-16D3D73F8E30}" destId="{7D3A4736-A99C-4434-8C1A-A7531F463C4D}" srcOrd="0" destOrd="0" parTransId="{BA8D6888-77AD-4608-AAFF-636F587B2AA5}" sibTransId="{CD340889-CBDD-44C0-A274-853E21F03A0B}"/>
    <dgm:cxn modelId="{F9C83BB0-82DA-413E-BC54-90357EC9894E}" srcId="{9E6EDB8D-36A8-4681-A74B-16D3D73F8E30}" destId="{1A151D45-0EDE-4B54-96D8-0CFCC3EF95B7}" srcOrd="3" destOrd="0" parTransId="{81A12905-E59E-4985-9D2A-8E0621B3DAD8}" sibTransId="{EB3D9370-79E6-48F6-A36D-D55EAC198AEB}"/>
    <dgm:cxn modelId="{36F755DB-32C4-4F11-9434-F566E5C39192}" type="presOf" srcId="{7D3A4736-A99C-4434-8C1A-A7531F463C4D}" destId="{E9D93E84-9774-4BDA-8218-830EEBBB287A}" srcOrd="0" destOrd="0" presId="urn:microsoft.com/office/officeart/2005/8/layout/vList2"/>
    <dgm:cxn modelId="{A417A2FB-4576-4F57-A1A8-016E641492B0}" type="presOf" srcId="{1A151D45-0EDE-4B54-96D8-0CFCC3EF95B7}" destId="{8C89EBFA-1EEC-46A8-B758-7B95D96F3A26}" srcOrd="0" destOrd="0" presId="urn:microsoft.com/office/officeart/2005/8/layout/vList2"/>
    <dgm:cxn modelId="{8C141BFC-1017-49BC-B31C-BA1F3765F0CB}" srcId="{9E6EDB8D-36A8-4681-A74B-16D3D73F8E30}" destId="{14C410AF-9DCF-4AE8-95D7-D5026BC4A554}" srcOrd="1" destOrd="0" parTransId="{A684F9FE-4CB3-406E-A2A6-55FBBF4D7FE6}" sibTransId="{E84A6C85-D1D1-4FDA-8E94-CD8C0110CFB3}"/>
    <dgm:cxn modelId="{5E93A481-93D3-4610-814B-5CC529F41FF5}" type="presParOf" srcId="{B6099511-0A35-4278-825C-F253C741847E}" destId="{E9D93E84-9774-4BDA-8218-830EEBBB287A}" srcOrd="0" destOrd="0" presId="urn:microsoft.com/office/officeart/2005/8/layout/vList2"/>
    <dgm:cxn modelId="{10F839C2-C638-4AE6-A7FE-0F4F78B47606}" type="presParOf" srcId="{B6099511-0A35-4278-825C-F253C741847E}" destId="{FA123A44-7073-4F57-9511-265CC6A0CF61}" srcOrd="1" destOrd="0" presId="urn:microsoft.com/office/officeart/2005/8/layout/vList2"/>
    <dgm:cxn modelId="{F0ED2B9B-8501-47A7-A77B-CA2426339DCE}" type="presParOf" srcId="{B6099511-0A35-4278-825C-F253C741847E}" destId="{A823B999-A635-4053-966A-9878978F0AC9}" srcOrd="2" destOrd="0" presId="urn:microsoft.com/office/officeart/2005/8/layout/vList2"/>
    <dgm:cxn modelId="{0816C91B-F0B7-4B1E-910D-961F1B47C659}" type="presParOf" srcId="{B6099511-0A35-4278-825C-F253C741847E}" destId="{56CC4C0D-DCC4-4FF5-9F62-2C9A9C9E4F79}" srcOrd="3" destOrd="0" presId="urn:microsoft.com/office/officeart/2005/8/layout/vList2"/>
    <dgm:cxn modelId="{6849D1EA-04FC-4CDE-AA5E-911C581A2465}" type="presParOf" srcId="{B6099511-0A35-4278-825C-F253C741847E}" destId="{DD2325E9-C21C-41E3-884A-7E1439D9674D}" srcOrd="4" destOrd="0" presId="urn:microsoft.com/office/officeart/2005/8/layout/vList2"/>
    <dgm:cxn modelId="{6584630B-9035-4058-85C0-0647A4D23312}" type="presParOf" srcId="{B6099511-0A35-4278-825C-F253C741847E}" destId="{F650EE6A-81B9-44D1-80D6-9D664F209D6D}" srcOrd="5" destOrd="0" presId="urn:microsoft.com/office/officeart/2005/8/layout/vList2"/>
    <dgm:cxn modelId="{9E7DF37E-A308-40A6-A019-B002BF7E3B27}" type="presParOf" srcId="{B6099511-0A35-4278-825C-F253C741847E}" destId="{8C89EBFA-1EEC-46A8-B758-7B95D96F3A2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C92FE2FF-99F0-4786-B176-FC061BAA49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068AABF-8240-4998-BFAC-F5F4B1A6C013}">
      <dgm:prSet/>
      <dgm:spPr/>
      <dgm:t>
        <a:bodyPr/>
        <a:lstStyle/>
        <a:p>
          <a:r>
            <a:rPr lang="uk-UA" b="0" i="0"/>
            <a:t>покоління українських політичних діячів часів Української революції, знищених під час Великого терору 1930-х років.</a:t>
          </a:r>
          <a:endParaRPr lang="uk-UA"/>
        </a:p>
      </dgm:t>
    </dgm:pt>
    <dgm:pt modelId="{2A72B4EE-2D19-46E2-9E04-D68DEFBA7B69}" type="parTrans" cxnId="{C2435AEA-001B-4E84-BFE4-FBA73101AF4F}">
      <dgm:prSet/>
      <dgm:spPr/>
      <dgm:t>
        <a:bodyPr/>
        <a:lstStyle/>
        <a:p>
          <a:endParaRPr lang="uk-UA"/>
        </a:p>
      </dgm:t>
    </dgm:pt>
    <dgm:pt modelId="{1DFCD894-3EF0-4900-82B9-A7EA0EE97A1D}" type="sibTrans" cxnId="{C2435AEA-001B-4E84-BFE4-FBA73101AF4F}">
      <dgm:prSet/>
      <dgm:spPr/>
      <dgm:t>
        <a:bodyPr/>
        <a:lstStyle/>
        <a:p>
          <a:endParaRPr lang="uk-UA"/>
        </a:p>
      </dgm:t>
    </dgm:pt>
    <dgm:pt modelId="{599C2F6C-B872-4D94-A9B8-B8BED09A51DE}">
      <dgm:prSet/>
      <dgm:spPr/>
      <dgm:t>
        <a:bodyPr/>
        <a:lstStyle/>
        <a:p>
          <a:r>
            <a:rPr lang="uk-UA" b="0" i="0"/>
            <a:t>групи українських «буржуазних спеціалістів», розстріляних у ході боротьби зі «шкідництвом» у 1920–1930-х роках.</a:t>
          </a:r>
          <a:endParaRPr lang="uk-UA"/>
        </a:p>
      </dgm:t>
    </dgm:pt>
    <dgm:pt modelId="{D82B87C8-D0A6-4C9F-B603-F6B8ACFB7176}" type="parTrans" cxnId="{85ABA7E8-8553-4CC1-83E5-A017AD51A4AA}">
      <dgm:prSet/>
      <dgm:spPr/>
      <dgm:t>
        <a:bodyPr/>
        <a:lstStyle/>
        <a:p>
          <a:endParaRPr lang="uk-UA"/>
        </a:p>
      </dgm:t>
    </dgm:pt>
    <dgm:pt modelId="{E1FFAF7C-5C2B-4FAD-B1C5-BBCF30B7C3DE}" type="sibTrans" cxnId="{85ABA7E8-8553-4CC1-83E5-A017AD51A4AA}">
      <dgm:prSet/>
      <dgm:spPr/>
      <dgm:t>
        <a:bodyPr/>
        <a:lstStyle/>
        <a:p>
          <a:endParaRPr lang="uk-UA"/>
        </a:p>
      </dgm:t>
    </dgm:pt>
    <dgm:pt modelId="{D6D285D0-244D-4B40-AB2C-EAE12EFDB3FC}">
      <dgm:prSet/>
      <dgm:spPr/>
      <dgm:t>
        <a:bodyPr/>
        <a:lstStyle/>
        <a:p>
          <a:r>
            <a:rPr lang="uk-UA" b="0" i="0"/>
            <a:t>літературно-мистецької генерації України 1920–1930-х років, репресованої сталінським режимом.</a:t>
          </a:r>
          <a:endParaRPr lang="uk-UA"/>
        </a:p>
      </dgm:t>
    </dgm:pt>
    <dgm:pt modelId="{9472BDD8-EF1D-49A2-885E-43515C5C6014}" type="parTrans" cxnId="{A7D3259A-F569-4658-B46D-5BB5B42D22C5}">
      <dgm:prSet/>
      <dgm:spPr/>
      <dgm:t>
        <a:bodyPr/>
        <a:lstStyle/>
        <a:p>
          <a:endParaRPr lang="uk-UA"/>
        </a:p>
      </dgm:t>
    </dgm:pt>
    <dgm:pt modelId="{A92C1C89-E0DD-43BF-9DF2-45217FEF9604}" type="sibTrans" cxnId="{A7D3259A-F569-4658-B46D-5BB5B42D22C5}">
      <dgm:prSet/>
      <dgm:spPr/>
      <dgm:t>
        <a:bodyPr/>
        <a:lstStyle/>
        <a:p>
          <a:endParaRPr lang="uk-UA"/>
        </a:p>
      </dgm:t>
    </dgm:pt>
    <dgm:pt modelId="{54E22EF3-8EAF-4F50-ADFB-05ED17D04C99}">
      <dgm:prSet/>
      <dgm:spPr/>
      <dgm:t>
        <a:bodyPr/>
        <a:lstStyle/>
        <a:p>
          <a:r>
            <a:rPr lang="uk-UA" b="0" i="0"/>
            <a:t>плеяди видатних українських учених, засуджених у 1930-х роках у справі «Спілки визволення України».</a:t>
          </a:r>
          <a:endParaRPr lang="uk-UA"/>
        </a:p>
      </dgm:t>
    </dgm:pt>
    <dgm:pt modelId="{894AD903-C29F-4403-B0A2-9F48AB37D3A9}" type="parTrans" cxnId="{0F06C06A-19D9-4738-A89C-A88A7A66336C}">
      <dgm:prSet/>
      <dgm:spPr/>
      <dgm:t>
        <a:bodyPr/>
        <a:lstStyle/>
        <a:p>
          <a:endParaRPr lang="uk-UA"/>
        </a:p>
      </dgm:t>
    </dgm:pt>
    <dgm:pt modelId="{EC9D6747-F793-47E2-B33D-3AF86C1BF41A}" type="sibTrans" cxnId="{0F06C06A-19D9-4738-A89C-A88A7A66336C}">
      <dgm:prSet/>
      <dgm:spPr/>
      <dgm:t>
        <a:bodyPr/>
        <a:lstStyle/>
        <a:p>
          <a:endParaRPr lang="uk-UA"/>
        </a:p>
      </dgm:t>
    </dgm:pt>
    <dgm:pt modelId="{336EC09A-4DEA-46DA-A417-9DB2DC7D7389}" type="pres">
      <dgm:prSet presAssocID="{C92FE2FF-99F0-4786-B176-FC061BAA49A2}" presName="linear" presStyleCnt="0">
        <dgm:presLayoutVars>
          <dgm:animLvl val="lvl"/>
          <dgm:resizeHandles val="exact"/>
        </dgm:presLayoutVars>
      </dgm:prSet>
      <dgm:spPr/>
    </dgm:pt>
    <dgm:pt modelId="{EB96AAA6-A950-4379-912A-2308BA7CB024}" type="pres">
      <dgm:prSet presAssocID="{A068AABF-8240-4998-BFAC-F5F4B1A6C01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83DE1F2-31DF-4004-833D-04D57F2C669A}" type="pres">
      <dgm:prSet presAssocID="{1DFCD894-3EF0-4900-82B9-A7EA0EE97A1D}" presName="spacer" presStyleCnt="0"/>
      <dgm:spPr/>
    </dgm:pt>
    <dgm:pt modelId="{A38169B9-1502-48E8-AF02-BE31A71414B9}" type="pres">
      <dgm:prSet presAssocID="{599C2F6C-B872-4D94-A9B8-B8BED09A51D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501D5BD-B137-4140-BEA1-28C812AA2566}" type="pres">
      <dgm:prSet presAssocID="{E1FFAF7C-5C2B-4FAD-B1C5-BBCF30B7C3DE}" presName="spacer" presStyleCnt="0"/>
      <dgm:spPr/>
    </dgm:pt>
    <dgm:pt modelId="{9D433A3C-965F-451E-A7FB-D966DE13484E}" type="pres">
      <dgm:prSet presAssocID="{D6D285D0-244D-4B40-AB2C-EAE12EFDB3F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11D9BFA-EB67-49C4-9162-80BD8EA5DD66}" type="pres">
      <dgm:prSet presAssocID="{A92C1C89-E0DD-43BF-9DF2-45217FEF9604}" presName="spacer" presStyleCnt="0"/>
      <dgm:spPr/>
    </dgm:pt>
    <dgm:pt modelId="{15C33689-5566-457E-B76E-2C6DF37AE3CD}" type="pres">
      <dgm:prSet presAssocID="{54E22EF3-8EAF-4F50-ADFB-05ED17D04C9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3C1D248-3E58-4445-8CBC-6664F1822C63}" type="presOf" srcId="{C92FE2FF-99F0-4786-B176-FC061BAA49A2}" destId="{336EC09A-4DEA-46DA-A417-9DB2DC7D7389}" srcOrd="0" destOrd="0" presId="urn:microsoft.com/office/officeart/2005/8/layout/vList2"/>
    <dgm:cxn modelId="{0F06C06A-19D9-4738-A89C-A88A7A66336C}" srcId="{C92FE2FF-99F0-4786-B176-FC061BAA49A2}" destId="{54E22EF3-8EAF-4F50-ADFB-05ED17D04C99}" srcOrd="3" destOrd="0" parTransId="{894AD903-C29F-4403-B0A2-9F48AB37D3A9}" sibTransId="{EC9D6747-F793-47E2-B33D-3AF86C1BF41A}"/>
    <dgm:cxn modelId="{770E2976-3EA3-4047-A09E-DB32DE1B40ED}" type="presOf" srcId="{A068AABF-8240-4998-BFAC-F5F4B1A6C013}" destId="{EB96AAA6-A950-4379-912A-2308BA7CB024}" srcOrd="0" destOrd="0" presId="urn:microsoft.com/office/officeart/2005/8/layout/vList2"/>
    <dgm:cxn modelId="{0BB50385-EDD3-44CF-A314-2711394B4AE5}" type="presOf" srcId="{54E22EF3-8EAF-4F50-ADFB-05ED17D04C99}" destId="{15C33689-5566-457E-B76E-2C6DF37AE3CD}" srcOrd="0" destOrd="0" presId="urn:microsoft.com/office/officeart/2005/8/layout/vList2"/>
    <dgm:cxn modelId="{A7D3259A-F569-4658-B46D-5BB5B42D22C5}" srcId="{C92FE2FF-99F0-4786-B176-FC061BAA49A2}" destId="{D6D285D0-244D-4B40-AB2C-EAE12EFDB3FC}" srcOrd="2" destOrd="0" parTransId="{9472BDD8-EF1D-49A2-885E-43515C5C6014}" sibTransId="{A92C1C89-E0DD-43BF-9DF2-45217FEF9604}"/>
    <dgm:cxn modelId="{73305CB4-0933-49DB-BCD8-98AD37944DBA}" type="presOf" srcId="{D6D285D0-244D-4B40-AB2C-EAE12EFDB3FC}" destId="{9D433A3C-965F-451E-A7FB-D966DE13484E}" srcOrd="0" destOrd="0" presId="urn:microsoft.com/office/officeart/2005/8/layout/vList2"/>
    <dgm:cxn modelId="{B314EAB9-3AFB-4A6E-8388-CF2BA16CD0F4}" type="presOf" srcId="{599C2F6C-B872-4D94-A9B8-B8BED09A51DE}" destId="{A38169B9-1502-48E8-AF02-BE31A71414B9}" srcOrd="0" destOrd="0" presId="urn:microsoft.com/office/officeart/2005/8/layout/vList2"/>
    <dgm:cxn modelId="{85ABA7E8-8553-4CC1-83E5-A017AD51A4AA}" srcId="{C92FE2FF-99F0-4786-B176-FC061BAA49A2}" destId="{599C2F6C-B872-4D94-A9B8-B8BED09A51DE}" srcOrd="1" destOrd="0" parTransId="{D82B87C8-D0A6-4C9F-B603-F6B8ACFB7176}" sibTransId="{E1FFAF7C-5C2B-4FAD-B1C5-BBCF30B7C3DE}"/>
    <dgm:cxn modelId="{C2435AEA-001B-4E84-BFE4-FBA73101AF4F}" srcId="{C92FE2FF-99F0-4786-B176-FC061BAA49A2}" destId="{A068AABF-8240-4998-BFAC-F5F4B1A6C013}" srcOrd="0" destOrd="0" parTransId="{2A72B4EE-2D19-46E2-9E04-D68DEFBA7B69}" sibTransId="{1DFCD894-3EF0-4900-82B9-A7EA0EE97A1D}"/>
    <dgm:cxn modelId="{58750363-FAE0-4121-B8D3-4D2A30B49942}" type="presParOf" srcId="{336EC09A-4DEA-46DA-A417-9DB2DC7D7389}" destId="{EB96AAA6-A950-4379-912A-2308BA7CB024}" srcOrd="0" destOrd="0" presId="urn:microsoft.com/office/officeart/2005/8/layout/vList2"/>
    <dgm:cxn modelId="{6FFF2290-3743-4E83-9534-C3DB7F744F6E}" type="presParOf" srcId="{336EC09A-4DEA-46DA-A417-9DB2DC7D7389}" destId="{A83DE1F2-31DF-4004-833D-04D57F2C669A}" srcOrd="1" destOrd="0" presId="urn:microsoft.com/office/officeart/2005/8/layout/vList2"/>
    <dgm:cxn modelId="{9A51C9EF-E7C9-417C-BD6C-CA020639D064}" type="presParOf" srcId="{336EC09A-4DEA-46DA-A417-9DB2DC7D7389}" destId="{A38169B9-1502-48E8-AF02-BE31A71414B9}" srcOrd="2" destOrd="0" presId="urn:microsoft.com/office/officeart/2005/8/layout/vList2"/>
    <dgm:cxn modelId="{2ACF03CA-945C-4BC0-8417-4FFC5DEFE74B}" type="presParOf" srcId="{336EC09A-4DEA-46DA-A417-9DB2DC7D7389}" destId="{7501D5BD-B137-4140-BEA1-28C812AA2566}" srcOrd="3" destOrd="0" presId="urn:microsoft.com/office/officeart/2005/8/layout/vList2"/>
    <dgm:cxn modelId="{ADECA870-DDF6-4DB3-92A4-B6CBA3F459BC}" type="presParOf" srcId="{336EC09A-4DEA-46DA-A417-9DB2DC7D7389}" destId="{9D433A3C-965F-451E-A7FB-D966DE13484E}" srcOrd="4" destOrd="0" presId="urn:microsoft.com/office/officeart/2005/8/layout/vList2"/>
    <dgm:cxn modelId="{FBE2FD07-5F2F-44FF-98BF-BAFD3FC5A289}" type="presParOf" srcId="{336EC09A-4DEA-46DA-A417-9DB2DC7D7389}" destId="{E11D9BFA-EB67-49C4-9162-80BD8EA5DD66}" srcOrd="5" destOrd="0" presId="urn:microsoft.com/office/officeart/2005/8/layout/vList2"/>
    <dgm:cxn modelId="{6BFB1A78-0FF0-410F-A645-828BBBDE3266}" type="presParOf" srcId="{336EC09A-4DEA-46DA-A417-9DB2DC7D7389}" destId="{15C33689-5566-457E-B76E-2C6DF37AE3C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6F47F6-189B-498B-918F-D4EA2DE14ED1}">
      <dsp:nvSpPr>
        <dsp:cNvPr id="0" name=""/>
        <dsp:cNvSpPr/>
      </dsp:nvSpPr>
      <dsp:spPr>
        <a:xfrm>
          <a:off x="0" y="0"/>
          <a:ext cx="54223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D63A73-4450-4540-978A-D0C8C1860EA6}">
      <dsp:nvSpPr>
        <dsp:cNvPr id="0" name=""/>
        <dsp:cNvSpPr/>
      </dsp:nvSpPr>
      <dsp:spPr>
        <a:xfrm>
          <a:off x="0" y="0"/>
          <a:ext cx="5422390" cy="908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співіснування державного та приватного секторів економіки, підтримка підприємницької активності громадян</a:t>
          </a:r>
          <a:endParaRPr lang="uk-UA" sz="1800" kern="1200"/>
        </a:p>
      </dsp:txBody>
      <dsp:txXfrm>
        <a:off x="0" y="0"/>
        <a:ext cx="5422390" cy="908261"/>
      </dsp:txXfrm>
    </dsp:sp>
    <dsp:sp modelId="{51DB8094-E884-4259-B8BF-8569B8268705}">
      <dsp:nvSpPr>
        <dsp:cNvPr id="0" name=""/>
        <dsp:cNvSpPr/>
      </dsp:nvSpPr>
      <dsp:spPr>
        <a:xfrm>
          <a:off x="0" y="908261"/>
          <a:ext cx="54223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BBB490-2294-41D3-A2CD-8677244BED49}">
      <dsp:nvSpPr>
        <dsp:cNvPr id="0" name=""/>
        <dsp:cNvSpPr/>
      </dsp:nvSpPr>
      <dsp:spPr>
        <a:xfrm>
          <a:off x="0" y="908261"/>
          <a:ext cx="5422390" cy="908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усеохоплюючий політико-ідеологічний контроль держави над усіма сферами життя суспільства</a:t>
          </a:r>
          <a:endParaRPr lang="uk-UA" sz="1800" kern="1200"/>
        </a:p>
      </dsp:txBody>
      <dsp:txXfrm>
        <a:off x="0" y="908261"/>
        <a:ext cx="5422390" cy="908261"/>
      </dsp:txXfrm>
    </dsp:sp>
    <dsp:sp modelId="{59821B95-2864-4141-8298-3226334259DC}">
      <dsp:nvSpPr>
        <dsp:cNvPr id="0" name=""/>
        <dsp:cNvSpPr/>
      </dsp:nvSpPr>
      <dsp:spPr>
        <a:xfrm>
          <a:off x="0" y="1816523"/>
          <a:ext cx="54223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09748B-8BA6-49EF-BB79-8A224A3C1768}">
      <dsp:nvSpPr>
        <dsp:cNvPr id="0" name=""/>
        <dsp:cNvSpPr/>
      </dsp:nvSpPr>
      <dsp:spPr>
        <a:xfrm>
          <a:off x="0" y="1816523"/>
          <a:ext cx="5422390" cy="908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існування незалежних профспілок, неурядових громадських організацій та інституцій</a:t>
          </a:r>
          <a:endParaRPr lang="uk-UA" sz="1800" kern="1200"/>
        </a:p>
      </dsp:txBody>
      <dsp:txXfrm>
        <a:off x="0" y="1816523"/>
        <a:ext cx="5422390" cy="908261"/>
      </dsp:txXfrm>
    </dsp:sp>
    <dsp:sp modelId="{AC9648F2-E760-4196-9FAD-20148B259914}">
      <dsp:nvSpPr>
        <dsp:cNvPr id="0" name=""/>
        <dsp:cNvSpPr/>
      </dsp:nvSpPr>
      <dsp:spPr>
        <a:xfrm>
          <a:off x="0" y="2724785"/>
          <a:ext cx="54223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F5005-365B-4165-B540-2143D52B1BB5}">
      <dsp:nvSpPr>
        <dsp:cNvPr id="0" name=""/>
        <dsp:cNvSpPr/>
      </dsp:nvSpPr>
      <dsp:spPr>
        <a:xfrm>
          <a:off x="0" y="2724785"/>
          <a:ext cx="5422390" cy="908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одержавлення економіки, її мілітаризація та бюрократизація, використання примусової праці</a:t>
          </a:r>
          <a:endParaRPr lang="uk-UA" sz="1800" kern="1200"/>
        </a:p>
      </dsp:txBody>
      <dsp:txXfrm>
        <a:off x="0" y="2724785"/>
        <a:ext cx="5422390" cy="9082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BD53F1-EC75-47C4-AF97-9F54A07F83E2}">
      <dsp:nvSpPr>
        <dsp:cNvPr id="0" name=""/>
        <dsp:cNvSpPr/>
      </dsp:nvSpPr>
      <dsp:spPr>
        <a:xfrm>
          <a:off x="0" y="1773"/>
          <a:ext cx="54223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9575EB-79D9-41D7-8F3B-5479E97EA326}">
      <dsp:nvSpPr>
        <dsp:cNvPr id="0" name=""/>
        <dsp:cNvSpPr/>
      </dsp:nvSpPr>
      <dsp:spPr>
        <a:xfrm>
          <a:off x="0" y="1773"/>
          <a:ext cx="5422392" cy="1209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визнання абсолютної цінності людської особистості, дотримання владою принципу «особа важливіша за державу»</a:t>
          </a:r>
          <a:endParaRPr lang="uk-UA" sz="2300" kern="1200"/>
        </a:p>
      </dsp:txBody>
      <dsp:txXfrm>
        <a:off x="0" y="1773"/>
        <a:ext cx="5422392" cy="1209833"/>
      </dsp:txXfrm>
    </dsp:sp>
    <dsp:sp modelId="{412EDCB4-3199-4C47-AB60-793E92BE8F35}">
      <dsp:nvSpPr>
        <dsp:cNvPr id="0" name=""/>
        <dsp:cNvSpPr/>
      </dsp:nvSpPr>
      <dsp:spPr>
        <a:xfrm>
          <a:off x="0" y="1211606"/>
          <a:ext cx="54223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02834-A4A2-4789-A094-9D0DEA4B10B7}">
      <dsp:nvSpPr>
        <dsp:cNvPr id="0" name=""/>
        <dsp:cNvSpPr/>
      </dsp:nvSpPr>
      <dsp:spPr>
        <a:xfrm>
          <a:off x="0" y="1211606"/>
          <a:ext cx="5422392" cy="1209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політичний плюралізм, активна діяльність партій, які є виразниками інтересів різних верств суспільства</a:t>
          </a:r>
          <a:endParaRPr lang="uk-UA" sz="2300" kern="1200"/>
        </a:p>
      </dsp:txBody>
      <dsp:txXfrm>
        <a:off x="0" y="1211606"/>
        <a:ext cx="5422392" cy="1209833"/>
      </dsp:txXfrm>
    </dsp:sp>
    <dsp:sp modelId="{25B519EF-6FFF-4D4B-AEBB-106C063D29C9}">
      <dsp:nvSpPr>
        <dsp:cNvPr id="0" name=""/>
        <dsp:cNvSpPr/>
      </dsp:nvSpPr>
      <dsp:spPr>
        <a:xfrm>
          <a:off x="0" y="2421440"/>
          <a:ext cx="54223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BFCA4D-F3A6-4283-BF83-5AE72F1183C5}">
      <dsp:nvSpPr>
        <dsp:cNvPr id="0" name=""/>
        <dsp:cNvSpPr/>
      </dsp:nvSpPr>
      <dsp:spPr>
        <a:xfrm>
          <a:off x="0" y="2421440"/>
          <a:ext cx="5422392" cy="1209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панування однопартійної системи, зрощування партійного та державного апаратів, культ вождя</a:t>
          </a:r>
          <a:endParaRPr lang="uk-UA" sz="2300" kern="1200"/>
        </a:p>
      </dsp:txBody>
      <dsp:txXfrm>
        <a:off x="0" y="2421440"/>
        <a:ext cx="5422392" cy="12098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7AFDD0-2359-4B69-89D4-064D242D1666}">
      <dsp:nvSpPr>
        <dsp:cNvPr id="0" name=""/>
        <dsp:cNvSpPr/>
      </dsp:nvSpPr>
      <dsp:spPr>
        <a:xfrm>
          <a:off x="894672" y="0"/>
          <a:ext cx="3633047" cy="363304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AD2686-BA50-4073-A09F-D7F4033EC0F7}">
      <dsp:nvSpPr>
        <dsp:cNvPr id="0" name=""/>
        <dsp:cNvSpPr/>
      </dsp:nvSpPr>
      <dsp:spPr>
        <a:xfrm>
          <a:off x="1239811" y="345139"/>
          <a:ext cx="1416888" cy="1416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1925 р.</a:t>
          </a:r>
          <a:endParaRPr lang="uk-UA" sz="3500" kern="1200"/>
        </a:p>
      </dsp:txBody>
      <dsp:txXfrm>
        <a:off x="1308978" y="414306"/>
        <a:ext cx="1278554" cy="1278554"/>
      </dsp:txXfrm>
    </dsp:sp>
    <dsp:sp modelId="{6FAEB47E-77B5-4FFE-A2DF-B7C04183541B}">
      <dsp:nvSpPr>
        <dsp:cNvPr id="0" name=""/>
        <dsp:cNvSpPr/>
      </dsp:nvSpPr>
      <dsp:spPr>
        <a:xfrm>
          <a:off x="2765691" y="345139"/>
          <a:ext cx="1416888" cy="1416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1929 р.</a:t>
          </a:r>
          <a:endParaRPr lang="uk-UA" sz="3500" kern="1200"/>
        </a:p>
      </dsp:txBody>
      <dsp:txXfrm>
        <a:off x="2834858" y="414306"/>
        <a:ext cx="1278554" cy="1278554"/>
      </dsp:txXfrm>
    </dsp:sp>
    <dsp:sp modelId="{63BDCF84-B2C9-42C0-B4BA-5360015259EE}">
      <dsp:nvSpPr>
        <dsp:cNvPr id="0" name=""/>
        <dsp:cNvSpPr/>
      </dsp:nvSpPr>
      <dsp:spPr>
        <a:xfrm>
          <a:off x="1239811" y="1871019"/>
          <a:ext cx="1416888" cy="1416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1930 р.</a:t>
          </a:r>
          <a:endParaRPr lang="uk-UA" sz="3500" kern="1200"/>
        </a:p>
      </dsp:txBody>
      <dsp:txXfrm>
        <a:off x="1308978" y="1940186"/>
        <a:ext cx="1278554" cy="1278554"/>
      </dsp:txXfrm>
    </dsp:sp>
    <dsp:sp modelId="{E440FF9D-230A-40BD-82B2-79EE4B71BAB0}">
      <dsp:nvSpPr>
        <dsp:cNvPr id="0" name=""/>
        <dsp:cNvSpPr/>
      </dsp:nvSpPr>
      <dsp:spPr>
        <a:xfrm>
          <a:off x="2765691" y="1871019"/>
          <a:ext cx="1416888" cy="1416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1932 р.</a:t>
          </a:r>
          <a:endParaRPr lang="uk-UA" sz="3500" kern="1200"/>
        </a:p>
      </dsp:txBody>
      <dsp:txXfrm>
        <a:off x="2834858" y="1940186"/>
        <a:ext cx="1278554" cy="12785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D097E6-0F99-4D94-9A27-924A9B2D54FA}">
      <dsp:nvSpPr>
        <dsp:cNvPr id="0" name=""/>
        <dsp:cNvSpPr/>
      </dsp:nvSpPr>
      <dsp:spPr>
        <a:xfrm>
          <a:off x="0" y="102023"/>
          <a:ext cx="5422392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установлення державного контролю над сільськогосподарським виробництвом і використання його ресурсів для модернізації промисловості</a:t>
          </a:r>
          <a:endParaRPr lang="uk-UA" sz="1500" kern="1200"/>
        </a:p>
      </dsp:txBody>
      <dsp:txXfrm>
        <a:off x="40266" y="142289"/>
        <a:ext cx="5341860" cy="744318"/>
      </dsp:txXfrm>
    </dsp:sp>
    <dsp:sp modelId="{DE6C1C96-6113-4FB6-8915-2110CF3512BC}">
      <dsp:nvSpPr>
        <dsp:cNvPr id="0" name=""/>
        <dsp:cNvSpPr/>
      </dsp:nvSpPr>
      <dsp:spPr>
        <a:xfrm>
          <a:off x="0" y="970073"/>
          <a:ext cx="5422392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зміцнення матеріально-технічної бази сільськогосподарського виробництва та піднесення добробуту селян</a:t>
          </a:r>
          <a:endParaRPr lang="uk-UA" sz="1500" kern="1200"/>
        </a:p>
      </dsp:txBody>
      <dsp:txXfrm>
        <a:off x="40266" y="1010339"/>
        <a:ext cx="5341860" cy="744318"/>
      </dsp:txXfrm>
    </dsp:sp>
    <dsp:sp modelId="{B15DFD69-3D9B-4C1A-BC6D-55FE26B3DCE9}">
      <dsp:nvSpPr>
        <dsp:cNvPr id="0" name=""/>
        <dsp:cNvSpPr/>
      </dsp:nvSpPr>
      <dsp:spPr>
        <a:xfrm>
          <a:off x="0" y="1838123"/>
          <a:ext cx="5422392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допомога держави процесу колгоспного будівництва та вдосконалення агротехніки та агрокультури</a:t>
          </a:r>
          <a:endParaRPr lang="uk-UA" sz="1500" kern="1200"/>
        </a:p>
      </dsp:txBody>
      <dsp:txXfrm>
        <a:off x="40266" y="1878389"/>
        <a:ext cx="5341860" cy="744318"/>
      </dsp:txXfrm>
    </dsp:sp>
    <dsp:sp modelId="{9CCB75AF-C11B-4AA7-9B92-C056E0883EE1}">
      <dsp:nvSpPr>
        <dsp:cNvPr id="0" name=""/>
        <dsp:cNvSpPr/>
      </dsp:nvSpPr>
      <dsp:spPr>
        <a:xfrm>
          <a:off x="0" y="2706173"/>
          <a:ext cx="5422392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подолання продовольчої кризи в країні, заміна екстенсивного сільськогосподарського виробництва інтенсивним</a:t>
          </a:r>
          <a:endParaRPr lang="uk-UA" sz="1500" kern="1200"/>
        </a:p>
      </dsp:txBody>
      <dsp:txXfrm>
        <a:off x="40266" y="2746439"/>
        <a:ext cx="5341860" cy="7443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E87E43-D8F0-4201-B91B-D0023172A50E}">
      <dsp:nvSpPr>
        <dsp:cNvPr id="0" name=""/>
        <dsp:cNvSpPr/>
      </dsp:nvSpPr>
      <dsp:spPr>
        <a:xfrm rot="10800000">
          <a:off x="1093626" y="1504"/>
          <a:ext cx="3605890" cy="74150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6982" tIns="125730" rIns="234696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300" b="0" i="0" kern="1200"/>
            <a:t>причин.</a:t>
          </a:r>
          <a:endParaRPr lang="uk-UA" sz="3300" kern="1200"/>
        </a:p>
      </dsp:txBody>
      <dsp:txXfrm rot="10800000">
        <a:off x="1279001" y="1504"/>
        <a:ext cx="3420515" cy="741501"/>
      </dsp:txXfrm>
    </dsp:sp>
    <dsp:sp modelId="{7B66C8BA-64F8-4C01-BE06-756A4B26BD1D}">
      <dsp:nvSpPr>
        <dsp:cNvPr id="0" name=""/>
        <dsp:cNvSpPr/>
      </dsp:nvSpPr>
      <dsp:spPr>
        <a:xfrm>
          <a:off x="722875" y="1504"/>
          <a:ext cx="741501" cy="74150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4F45E6-E01F-402A-914A-D50298B93743}">
      <dsp:nvSpPr>
        <dsp:cNvPr id="0" name=""/>
        <dsp:cNvSpPr/>
      </dsp:nvSpPr>
      <dsp:spPr>
        <a:xfrm rot="10800000">
          <a:off x="1093626" y="964350"/>
          <a:ext cx="3605890" cy="74150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6982" tIns="125730" rIns="234696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300" b="0" i="0" kern="1200"/>
            <a:t>передумов.</a:t>
          </a:r>
          <a:endParaRPr lang="uk-UA" sz="3300" kern="1200"/>
        </a:p>
      </dsp:txBody>
      <dsp:txXfrm rot="10800000">
        <a:off x="1279001" y="964350"/>
        <a:ext cx="3420515" cy="741501"/>
      </dsp:txXfrm>
    </dsp:sp>
    <dsp:sp modelId="{63A0EBDF-71D6-4426-9BF6-C4393C730D58}">
      <dsp:nvSpPr>
        <dsp:cNvPr id="0" name=""/>
        <dsp:cNvSpPr/>
      </dsp:nvSpPr>
      <dsp:spPr>
        <a:xfrm>
          <a:off x="722875" y="964350"/>
          <a:ext cx="741501" cy="74150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7335CE-FE08-4EF1-B204-D09DDA4DAE35}">
      <dsp:nvSpPr>
        <dsp:cNvPr id="0" name=""/>
        <dsp:cNvSpPr/>
      </dsp:nvSpPr>
      <dsp:spPr>
        <a:xfrm rot="10800000">
          <a:off x="1093626" y="1927195"/>
          <a:ext cx="3605890" cy="74150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6982" tIns="125730" rIns="234696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300" b="0" i="0" kern="1200"/>
            <a:t>значення.</a:t>
          </a:r>
          <a:endParaRPr lang="uk-UA" sz="3300" kern="1200"/>
        </a:p>
      </dsp:txBody>
      <dsp:txXfrm rot="10800000">
        <a:off x="1279001" y="1927195"/>
        <a:ext cx="3420515" cy="741501"/>
      </dsp:txXfrm>
    </dsp:sp>
    <dsp:sp modelId="{EBD2ECFB-70EF-4109-B449-82071A23B32B}">
      <dsp:nvSpPr>
        <dsp:cNvPr id="0" name=""/>
        <dsp:cNvSpPr/>
      </dsp:nvSpPr>
      <dsp:spPr>
        <a:xfrm>
          <a:off x="722875" y="1927195"/>
          <a:ext cx="741501" cy="74150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2C701F-774A-4F79-AC07-18A9FAEA99E6}">
      <dsp:nvSpPr>
        <dsp:cNvPr id="0" name=""/>
        <dsp:cNvSpPr/>
      </dsp:nvSpPr>
      <dsp:spPr>
        <a:xfrm rot="10800000">
          <a:off x="1093626" y="2890040"/>
          <a:ext cx="3605890" cy="74150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6982" tIns="125730" rIns="234696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300" b="0" i="0" kern="1200"/>
            <a:t>мети.</a:t>
          </a:r>
          <a:endParaRPr lang="uk-UA" sz="3300" kern="1200"/>
        </a:p>
      </dsp:txBody>
      <dsp:txXfrm rot="10800000">
        <a:off x="1279001" y="2890040"/>
        <a:ext cx="3420515" cy="741501"/>
      </dsp:txXfrm>
    </dsp:sp>
    <dsp:sp modelId="{28665278-C739-43E3-856D-4ED3A54D8FA3}">
      <dsp:nvSpPr>
        <dsp:cNvPr id="0" name=""/>
        <dsp:cNvSpPr/>
      </dsp:nvSpPr>
      <dsp:spPr>
        <a:xfrm>
          <a:off x="722875" y="2890040"/>
          <a:ext cx="741501" cy="74150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FA9D47-C15B-4B4E-A332-ADCB6B44D36E}">
      <dsp:nvSpPr>
        <dsp:cNvPr id="0" name=""/>
        <dsp:cNvSpPr/>
      </dsp:nvSpPr>
      <dsp:spPr>
        <a:xfrm>
          <a:off x="0" y="247823"/>
          <a:ext cx="5422392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«червоний терор»</a:t>
          </a:r>
          <a:endParaRPr lang="uk-UA" sz="3000" kern="1200"/>
        </a:p>
      </dsp:txBody>
      <dsp:txXfrm>
        <a:off x="35125" y="282948"/>
        <a:ext cx="5352142" cy="649299"/>
      </dsp:txXfrm>
    </dsp:sp>
    <dsp:sp modelId="{76691534-143A-42B7-A053-52E0A429DE17}">
      <dsp:nvSpPr>
        <dsp:cNvPr id="0" name=""/>
        <dsp:cNvSpPr/>
      </dsp:nvSpPr>
      <dsp:spPr>
        <a:xfrm>
          <a:off x="0" y="1053773"/>
          <a:ext cx="5422392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Голодомор</a:t>
          </a:r>
          <a:endParaRPr lang="uk-UA" sz="3000" kern="1200"/>
        </a:p>
      </dsp:txBody>
      <dsp:txXfrm>
        <a:off x="35125" y="1088898"/>
        <a:ext cx="5352142" cy="649299"/>
      </dsp:txXfrm>
    </dsp:sp>
    <dsp:sp modelId="{A9950C22-C797-4CFB-8367-B5FAD0D06A4D}">
      <dsp:nvSpPr>
        <dsp:cNvPr id="0" name=""/>
        <dsp:cNvSpPr/>
      </dsp:nvSpPr>
      <dsp:spPr>
        <a:xfrm>
          <a:off x="0" y="1859723"/>
          <a:ext cx="5422392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«Великий терор»</a:t>
          </a:r>
          <a:endParaRPr lang="uk-UA" sz="3000" kern="1200"/>
        </a:p>
      </dsp:txBody>
      <dsp:txXfrm>
        <a:off x="35125" y="1894848"/>
        <a:ext cx="5352142" cy="649299"/>
      </dsp:txXfrm>
    </dsp:sp>
    <dsp:sp modelId="{3887450C-259F-4A96-A1BA-190F6D6F6600}">
      <dsp:nvSpPr>
        <dsp:cNvPr id="0" name=""/>
        <dsp:cNvSpPr/>
      </dsp:nvSpPr>
      <dsp:spPr>
        <a:xfrm>
          <a:off x="0" y="2665673"/>
          <a:ext cx="5422392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000" b="0" i="0" kern="1200"/>
            <a:t>«радянізація» Західної України</a:t>
          </a:r>
          <a:endParaRPr lang="uk-UA" sz="3000" kern="1200"/>
        </a:p>
      </dsp:txBody>
      <dsp:txXfrm>
        <a:off x="35125" y="2700798"/>
        <a:ext cx="5352142" cy="64929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0CE58A-2F5A-407B-9759-54CCA6DFF567}">
      <dsp:nvSpPr>
        <dsp:cNvPr id="0" name=""/>
        <dsp:cNvSpPr/>
      </dsp:nvSpPr>
      <dsp:spPr>
        <a:xfrm>
          <a:off x="0" y="5504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введення госпрозрахунку між державою та колгоспами.</a:t>
          </a:r>
          <a:endParaRPr lang="uk-UA" sz="2100" kern="1200"/>
        </a:p>
      </dsp:txBody>
      <dsp:txXfrm>
        <a:off x="40780" y="95823"/>
        <a:ext cx="5340832" cy="753819"/>
      </dsp:txXfrm>
    </dsp:sp>
    <dsp:sp modelId="{EB827AD0-E5D7-4107-BD99-071EDEAA0BE4}">
      <dsp:nvSpPr>
        <dsp:cNvPr id="0" name=""/>
        <dsp:cNvSpPr/>
      </dsp:nvSpPr>
      <dsp:spPr>
        <a:xfrm>
          <a:off x="0" y="95090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передання земель заможних селян бідняцьким господарствам.</a:t>
          </a:r>
          <a:endParaRPr lang="uk-UA" sz="2100" kern="1200"/>
        </a:p>
      </dsp:txBody>
      <dsp:txXfrm>
        <a:off x="40780" y="991683"/>
        <a:ext cx="5340832" cy="753819"/>
      </dsp:txXfrm>
    </dsp:sp>
    <dsp:sp modelId="{7AB7B109-8D62-4B1E-B1B2-E146EEC17717}">
      <dsp:nvSpPr>
        <dsp:cNvPr id="0" name=""/>
        <dsp:cNvSpPr/>
      </dsp:nvSpPr>
      <dsp:spPr>
        <a:xfrm>
          <a:off x="0" y="184676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масових репресій проти селянства.</a:t>
          </a:r>
          <a:endParaRPr lang="uk-UA" sz="2100" kern="1200"/>
        </a:p>
      </dsp:txBody>
      <dsp:txXfrm>
        <a:off x="40780" y="1887543"/>
        <a:ext cx="5340832" cy="753819"/>
      </dsp:txXfrm>
    </dsp:sp>
    <dsp:sp modelId="{24B35AE2-4494-4115-BB95-82B5BBCBFD4A}">
      <dsp:nvSpPr>
        <dsp:cNvPr id="0" name=""/>
        <dsp:cNvSpPr/>
      </dsp:nvSpPr>
      <dsp:spPr>
        <a:xfrm>
          <a:off x="0" y="274262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освоєння цілинних та перелогових земель.</a:t>
          </a:r>
          <a:endParaRPr lang="uk-UA" sz="2100" kern="1200"/>
        </a:p>
      </dsp:txBody>
      <dsp:txXfrm>
        <a:off x="40780" y="2783403"/>
        <a:ext cx="5340832" cy="75381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03516-8670-47CE-AA71-E9C67065168A}">
      <dsp:nvSpPr>
        <dsp:cNvPr id="0" name=""/>
        <dsp:cNvSpPr/>
      </dsp:nvSpPr>
      <dsp:spPr>
        <a:xfrm>
          <a:off x="0" y="360323"/>
          <a:ext cx="5422390" cy="1427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1" kern="1200"/>
            <a:t>«Я готовий вислухати будь-які заяви, окрім тих, що стосуються голоду на селі та прохання допомогти. Голодують нероби й ледарі, які мають по 30-40 трудоднів на рік...»</a:t>
          </a:r>
          <a:endParaRPr lang="uk-UA" sz="2000" kern="1200"/>
        </a:p>
      </dsp:txBody>
      <dsp:txXfrm>
        <a:off x="69680" y="430003"/>
        <a:ext cx="5283030" cy="1288040"/>
      </dsp:txXfrm>
    </dsp:sp>
    <dsp:sp modelId="{A588A151-3BFE-41C4-B890-FB8D6A730FA2}">
      <dsp:nvSpPr>
        <dsp:cNvPr id="0" name=""/>
        <dsp:cNvSpPr/>
      </dsp:nvSpPr>
      <dsp:spPr>
        <a:xfrm>
          <a:off x="0" y="1845323"/>
          <a:ext cx="5422390" cy="1427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1" kern="1200"/>
            <a:t>«Нове в Шахтинській справі те, що вона має суто контрреволюційний характер...»</a:t>
          </a:r>
          <a:endParaRPr lang="uk-UA" sz="2000" kern="1200"/>
        </a:p>
      </dsp:txBody>
      <dsp:txXfrm>
        <a:off x="69680" y="1915003"/>
        <a:ext cx="5283030" cy="12880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1712BB-07B3-4FBD-B2FC-9F0E4EFC411D}">
      <dsp:nvSpPr>
        <dsp:cNvPr id="0" name=""/>
        <dsp:cNvSpPr/>
      </dsp:nvSpPr>
      <dsp:spPr>
        <a:xfrm>
          <a:off x="0" y="69285"/>
          <a:ext cx="5422392" cy="17184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/>
            <a:t>«Допомогу отримають 8 % голодуючих, якщо реалізувати план організації харчування за рахунок закордонних комісій допомоги...»</a:t>
          </a:r>
          <a:endParaRPr lang="uk-UA" sz="2000" kern="1200"/>
        </a:p>
      </dsp:txBody>
      <dsp:txXfrm>
        <a:off x="83887" y="153172"/>
        <a:ext cx="5254618" cy="1550663"/>
      </dsp:txXfrm>
    </dsp:sp>
    <dsp:sp modelId="{D3F81B86-DCCE-419A-A598-77437BD0AD33}">
      <dsp:nvSpPr>
        <dsp:cNvPr id="0" name=""/>
        <dsp:cNvSpPr/>
      </dsp:nvSpPr>
      <dsp:spPr>
        <a:xfrm>
          <a:off x="0" y="1845323"/>
          <a:ext cx="5422392" cy="171843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/>
            <a:t>«Провести роз'яснювальну роботу серед широких верств населення стосовно доцільності ліквідації так званої "Української автокефальної православної церкви" як осередку відвертої петлюрівщини...»</a:t>
          </a:r>
          <a:endParaRPr lang="uk-UA" sz="2000" kern="1200"/>
        </a:p>
      </dsp:txBody>
      <dsp:txXfrm>
        <a:off x="83887" y="1929210"/>
        <a:ext cx="5254618" cy="155066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C1D9FB-EF33-4CE8-9A5F-6CD4D01991F3}">
      <dsp:nvSpPr>
        <dsp:cNvPr id="0" name=""/>
        <dsp:cNvSpPr/>
      </dsp:nvSpPr>
      <dsp:spPr>
        <a:xfrm>
          <a:off x="0" y="534225"/>
          <a:ext cx="542239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300" b="0" i="0" kern="1200"/>
            <a:t>«розстріляне відродження»</a:t>
          </a:r>
          <a:endParaRPr lang="uk-UA" sz="3300" kern="1200"/>
        </a:p>
      </dsp:txBody>
      <dsp:txXfrm>
        <a:off x="38638" y="572863"/>
        <a:ext cx="5345114" cy="714229"/>
      </dsp:txXfrm>
    </dsp:sp>
    <dsp:sp modelId="{3B394921-7BEF-48BF-9DDC-AC8453120E92}">
      <dsp:nvSpPr>
        <dsp:cNvPr id="0" name=""/>
        <dsp:cNvSpPr/>
      </dsp:nvSpPr>
      <dsp:spPr>
        <a:xfrm>
          <a:off x="0" y="1420771"/>
          <a:ext cx="542239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300" b="0" i="0" kern="1200"/>
            <a:t>«соціалістичний реалізм»</a:t>
          </a:r>
          <a:endParaRPr lang="uk-UA" sz="3300" kern="1200"/>
        </a:p>
      </dsp:txBody>
      <dsp:txXfrm>
        <a:off x="38638" y="1459409"/>
        <a:ext cx="5345114" cy="714229"/>
      </dsp:txXfrm>
    </dsp:sp>
    <dsp:sp modelId="{3BE6A862-3776-4DFB-956F-DBEBBDB13229}">
      <dsp:nvSpPr>
        <dsp:cNvPr id="0" name=""/>
        <dsp:cNvSpPr/>
      </dsp:nvSpPr>
      <dsp:spPr>
        <a:xfrm>
          <a:off x="0" y="2307316"/>
          <a:ext cx="5422390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300" b="0" i="0" kern="1200"/>
            <a:t>«розкуркулення»</a:t>
          </a:r>
          <a:endParaRPr lang="uk-UA" sz="3300" kern="1200"/>
        </a:p>
      </dsp:txBody>
      <dsp:txXfrm>
        <a:off x="38638" y="2345954"/>
        <a:ext cx="5345114" cy="71422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B95B7B-C1C1-43C4-B375-4C34C29FA741}">
      <dsp:nvSpPr>
        <dsp:cNvPr id="0" name=""/>
        <dsp:cNvSpPr/>
      </dsp:nvSpPr>
      <dsp:spPr>
        <a:xfrm>
          <a:off x="0" y="3866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kern="1200"/>
            <a:t>«українізація»</a:t>
          </a:r>
        </a:p>
      </dsp:txBody>
      <dsp:txXfrm>
        <a:off x="39809" y="78472"/>
        <a:ext cx="5342774" cy="735872"/>
      </dsp:txXfrm>
    </dsp:sp>
    <dsp:sp modelId="{949146EA-257E-4583-BA7A-2FAAB8D7CBB4}">
      <dsp:nvSpPr>
        <dsp:cNvPr id="0" name=""/>
        <dsp:cNvSpPr/>
      </dsp:nvSpPr>
      <dsp:spPr>
        <a:xfrm>
          <a:off x="0" y="95207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kern="1200"/>
            <a:t>«паспортна система»</a:t>
          </a:r>
        </a:p>
      </dsp:txBody>
      <dsp:txXfrm>
        <a:off x="39809" y="991882"/>
        <a:ext cx="5342774" cy="735872"/>
      </dsp:txXfrm>
    </dsp:sp>
    <dsp:sp modelId="{9DBE7C30-F660-4A9E-8282-5108799F8E49}">
      <dsp:nvSpPr>
        <dsp:cNvPr id="0" name=""/>
        <dsp:cNvSpPr/>
      </dsp:nvSpPr>
      <dsp:spPr>
        <a:xfrm>
          <a:off x="0" y="186548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kern="1200"/>
            <a:t>«чорна дошка»</a:t>
          </a:r>
        </a:p>
      </dsp:txBody>
      <dsp:txXfrm>
        <a:off x="39809" y="1905292"/>
        <a:ext cx="5342774" cy="735872"/>
      </dsp:txXfrm>
    </dsp:sp>
    <dsp:sp modelId="{8F338ADB-D698-4C1C-88F2-F255428E3683}">
      <dsp:nvSpPr>
        <dsp:cNvPr id="0" name=""/>
        <dsp:cNvSpPr/>
      </dsp:nvSpPr>
      <dsp:spPr>
        <a:xfrm>
          <a:off x="0" y="277889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kern="1200"/>
            <a:t>«продрозверстка»</a:t>
          </a:r>
        </a:p>
      </dsp:txBody>
      <dsp:txXfrm>
        <a:off x="39809" y="2818702"/>
        <a:ext cx="5342774" cy="73587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9CE79F-9745-495F-9A2D-C4D050879566}">
      <dsp:nvSpPr>
        <dsp:cNvPr id="0" name=""/>
        <dsp:cNvSpPr/>
      </dsp:nvSpPr>
      <dsp:spPr>
        <a:xfrm>
          <a:off x="0" y="666143"/>
          <a:ext cx="5422392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запровадження терору голодом.</a:t>
          </a:r>
          <a:endParaRPr lang="uk-UA" sz="2200" kern="1200"/>
        </a:p>
      </dsp:txBody>
      <dsp:txXfrm>
        <a:off x="25759" y="691902"/>
        <a:ext cx="5370874" cy="476152"/>
      </dsp:txXfrm>
    </dsp:sp>
    <dsp:sp modelId="{92509794-02AD-4EE5-A7A3-FE77F367CF7D}">
      <dsp:nvSpPr>
        <dsp:cNvPr id="0" name=""/>
        <dsp:cNvSpPr/>
      </dsp:nvSpPr>
      <dsp:spPr>
        <a:xfrm>
          <a:off x="0" y="1257173"/>
          <a:ext cx="5422392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боротьби з масовими епідеміями.</a:t>
          </a:r>
          <a:endParaRPr lang="uk-UA" sz="2200" kern="1200"/>
        </a:p>
      </dsp:txBody>
      <dsp:txXfrm>
        <a:off x="25759" y="1282932"/>
        <a:ext cx="5370874" cy="476152"/>
      </dsp:txXfrm>
    </dsp:sp>
    <dsp:sp modelId="{58D6B8B0-552E-4ED1-BF7A-B31EB6749F38}">
      <dsp:nvSpPr>
        <dsp:cNvPr id="0" name=""/>
        <dsp:cNvSpPr/>
      </dsp:nvSpPr>
      <dsp:spPr>
        <a:xfrm>
          <a:off x="0" y="1848203"/>
          <a:ext cx="5422392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реалізації антицерковної політики.</a:t>
          </a:r>
          <a:endParaRPr lang="uk-UA" sz="2200" kern="1200"/>
        </a:p>
      </dsp:txBody>
      <dsp:txXfrm>
        <a:off x="25759" y="1873962"/>
        <a:ext cx="5370874" cy="476152"/>
      </dsp:txXfrm>
    </dsp:sp>
    <dsp:sp modelId="{4929754F-B3E1-4ACC-862F-88CD35C4D440}">
      <dsp:nvSpPr>
        <dsp:cNvPr id="0" name=""/>
        <dsp:cNvSpPr/>
      </dsp:nvSpPr>
      <dsp:spPr>
        <a:xfrm>
          <a:off x="0" y="2439233"/>
          <a:ext cx="5422392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усунення наслідків політики «ножиць цін».</a:t>
          </a:r>
          <a:endParaRPr lang="uk-UA" sz="2200" kern="1200"/>
        </a:p>
      </dsp:txBody>
      <dsp:txXfrm>
        <a:off x="25759" y="2464992"/>
        <a:ext cx="5370874" cy="47615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DDB3BF-1666-4B24-A0CC-C9BB5CBF906F}">
      <dsp:nvSpPr>
        <dsp:cNvPr id="0" name=""/>
        <dsp:cNvSpPr/>
      </dsp:nvSpPr>
      <dsp:spPr>
        <a:xfrm>
          <a:off x="0" y="3866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коренізацією.</a:t>
          </a:r>
          <a:endParaRPr lang="uk-UA" sz="3400" kern="1200"/>
        </a:p>
      </dsp:txBody>
      <dsp:txXfrm>
        <a:off x="39809" y="78472"/>
        <a:ext cx="5342774" cy="735872"/>
      </dsp:txXfrm>
    </dsp:sp>
    <dsp:sp modelId="{BFC69089-ABD1-46B6-B796-74A1C168FB91}">
      <dsp:nvSpPr>
        <dsp:cNvPr id="0" name=""/>
        <dsp:cNvSpPr/>
      </dsp:nvSpPr>
      <dsp:spPr>
        <a:xfrm>
          <a:off x="0" y="95207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колективізацією.</a:t>
          </a:r>
          <a:endParaRPr lang="uk-UA" sz="3400" kern="1200"/>
        </a:p>
      </dsp:txBody>
      <dsp:txXfrm>
        <a:off x="39809" y="991882"/>
        <a:ext cx="5342774" cy="735872"/>
      </dsp:txXfrm>
    </dsp:sp>
    <dsp:sp modelId="{E8267072-3224-473E-B74F-7171DFE49CF8}">
      <dsp:nvSpPr>
        <dsp:cNvPr id="0" name=""/>
        <dsp:cNvSpPr/>
      </dsp:nvSpPr>
      <dsp:spPr>
        <a:xfrm>
          <a:off x="0" y="186548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індустріалізацією.</a:t>
          </a:r>
          <a:endParaRPr lang="uk-UA" sz="3400" kern="1200"/>
        </a:p>
      </dsp:txBody>
      <dsp:txXfrm>
        <a:off x="39809" y="1905292"/>
        <a:ext cx="5342774" cy="735872"/>
      </dsp:txXfrm>
    </dsp:sp>
    <dsp:sp modelId="{6C98C4AC-24E5-4D5D-9E41-08635C92B8EA}">
      <dsp:nvSpPr>
        <dsp:cNvPr id="0" name=""/>
        <dsp:cNvSpPr/>
      </dsp:nvSpPr>
      <dsp:spPr>
        <a:xfrm>
          <a:off x="0" y="277889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культурною революцією.</a:t>
          </a:r>
          <a:endParaRPr lang="uk-UA" sz="3400" kern="1200"/>
        </a:p>
      </dsp:txBody>
      <dsp:txXfrm>
        <a:off x="39809" y="2818702"/>
        <a:ext cx="5342774" cy="73587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5581A-C852-4CDC-A9C5-EFC2C2EB8121}">
      <dsp:nvSpPr>
        <dsp:cNvPr id="0" name=""/>
        <dsp:cNvSpPr/>
      </dsp:nvSpPr>
      <dsp:spPr>
        <a:xfrm>
          <a:off x="0" y="392428"/>
          <a:ext cx="5422392" cy="6753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Лікнеп, непман, «Плуг».</a:t>
          </a:r>
          <a:endParaRPr lang="uk-UA" sz="1700" kern="1200"/>
        </a:p>
      </dsp:txBody>
      <dsp:txXfrm>
        <a:off x="32967" y="425395"/>
        <a:ext cx="5356458" cy="609393"/>
      </dsp:txXfrm>
    </dsp:sp>
    <dsp:sp modelId="{5ACF4649-FC47-41B4-8A47-A682E56BD017}">
      <dsp:nvSpPr>
        <dsp:cNvPr id="0" name=""/>
        <dsp:cNvSpPr/>
      </dsp:nvSpPr>
      <dsp:spPr>
        <a:xfrm>
          <a:off x="0" y="1116715"/>
          <a:ext cx="5422392" cy="6753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«Інтегральний націоналізм», русофільство, румунізація.</a:t>
          </a:r>
          <a:endParaRPr lang="uk-UA" sz="1700" kern="1200"/>
        </a:p>
      </dsp:txBody>
      <dsp:txXfrm>
        <a:off x="32967" y="1149682"/>
        <a:ext cx="5356458" cy="609393"/>
      </dsp:txXfrm>
    </dsp:sp>
    <dsp:sp modelId="{07B1AB4E-C7DB-4563-82CF-A8E90A14258E}">
      <dsp:nvSpPr>
        <dsp:cNvPr id="0" name=""/>
        <dsp:cNvSpPr/>
      </dsp:nvSpPr>
      <dsp:spPr>
        <a:xfrm>
          <a:off x="0" y="1841003"/>
          <a:ext cx="5422392" cy="6753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Соціалістичний реалізм, Великий терор, «стаханівський рух».</a:t>
          </a:r>
          <a:endParaRPr lang="uk-UA" sz="1700" kern="1200"/>
        </a:p>
      </dsp:txBody>
      <dsp:txXfrm>
        <a:off x="32967" y="1873970"/>
        <a:ext cx="5356458" cy="609393"/>
      </dsp:txXfrm>
    </dsp:sp>
    <dsp:sp modelId="{7C9243D2-FC3A-4917-A19F-5D75A92155E1}">
      <dsp:nvSpPr>
        <dsp:cNvPr id="0" name=""/>
        <dsp:cNvSpPr/>
      </dsp:nvSpPr>
      <dsp:spPr>
        <a:xfrm>
          <a:off x="0" y="2565291"/>
          <a:ext cx="5422392" cy="6753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Українська академія наук, Українська автокефальна православна церква, «Молодий театр» Леся Курбаса.</a:t>
          </a:r>
          <a:endParaRPr lang="uk-UA" sz="1700" kern="1200"/>
        </a:p>
      </dsp:txBody>
      <dsp:txXfrm>
        <a:off x="32967" y="2598258"/>
        <a:ext cx="5356458" cy="609393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103A3C-B089-4088-9147-F7F26FC55358}">
      <dsp:nvSpPr>
        <dsp:cNvPr id="0" name=""/>
        <dsp:cNvSpPr/>
      </dsp:nvSpPr>
      <dsp:spPr>
        <a:xfrm rot="10800000">
          <a:off x="1053092" y="1303"/>
          <a:ext cx="3586411" cy="5989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414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індустріалізація</a:t>
          </a:r>
          <a:endParaRPr lang="uk-UA" sz="2400" kern="1200"/>
        </a:p>
      </dsp:txBody>
      <dsp:txXfrm rot="10800000">
        <a:off x="1202840" y="1303"/>
        <a:ext cx="3436663" cy="598994"/>
      </dsp:txXfrm>
    </dsp:sp>
    <dsp:sp modelId="{106904B7-F57E-4B0C-BD24-D94410A75A8F}">
      <dsp:nvSpPr>
        <dsp:cNvPr id="0" name=""/>
        <dsp:cNvSpPr/>
      </dsp:nvSpPr>
      <dsp:spPr>
        <a:xfrm>
          <a:off x="753595" y="1303"/>
          <a:ext cx="598994" cy="5989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537E88-BDBF-4562-91F6-45F825BE7A0B}">
      <dsp:nvSpPr>
        <dsp:cNvPr id="0" name=""/>
        <dsp:cNvSpPr/>
      </dsp:nvSpPr>
      <dsp:spPr>
        <a:xfrm rot="10800000">
          <a:off x="1053092" y="779102"/>
          <a:ext cx="3586411" cy="5989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414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колективізація</a:t>
          </a:r>
          <a:endParaRPr lang="uk-UA" sz="2400" kern="1200"/>
        </a:p>
      </dsp:txBody>
      <dsp:txXfrm rot="10800000">
        <a:off x="1202840" y="779102"/>
        <a:ext cx="3436663" cy="598994"/>
      </dsp:txXfrm>
    </dsp:sp>
    <dsp:sp modelId="{D718110C-92C6-4FA0-B14D-4EA8B92A0CD5}">
      <dsp:nvSpPr>
        <dsp:cNvPr id="0" name=""/>
        <dsp:cNvSpPr/>
      </dsp:nvSpPr>
      <dsp:spPr>
        <a:xfrm>
          <a:off x="753595" y="779102"/>
          <a:ext cx="598994" cy="5989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EB2482-358E-4507-9D39-28E42BEA60FD}">
      <dsp:nvSpPr>
        <dsp:cNvPr id="0" name=""/>
        <dsp:cNvSpPr/>
      </dsp:nvSpPr>
      <dsp:spPr>
        <a:xfrm rot="10800000">
          <a:off x="1053092" y="1556901"/>
          <a:ext cx="3586411" cy="5989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414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масові репресії</a:t>
          </a:r>
          <a:endParaRPr lang="uk-UA" sz="2400" kern="1200"/>
        </a:p>
      </dsp:txBody>
      <dsp:txXfrm rot="10800000">
        <a:off x="1202840" y="1556901"/>
        <a:ext cx="3436663" cy="598994"/>
      </dsp:txXfrm>
    </dsp:sp>
    <dsp:sp modelId="{DE83ACC9-C6AE-4F6E-B2C5-ADD89CDC0D62}">
      <dsp:nvSpPr>
        <dsp:cNvPr id="0" name=""/>
        <dsp:cNvSpPr/>
      </dsp:nvSpPr>
      <dsp:spPr>
        <a:xfrm>
          <a:off x="753595" y="1556901"/>
          <a:ext cx="598994" cy="5989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9816A1-4A5B-4354-986E-82B221AC183C}">
      <dsp:nvSpPr>
        <dsp:cNvPr id="0" name=""/>
        <dsp:cNvSpPr/>
      </dsp:nvSpPr>
      <dsp:spPr>
        <a:xfrm rot="10800000">
          <a:off x="1053092" y="2334701"/>
          <a:ext cx="3586411" cy="5989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414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культурна революція</a:t>
          </a:r>
          <a:endParaRPr lang="uk-UA" sz="2400" kern="1200"/>
        </a:p>
      </dsp:txBody>
      <dsp:txXfrm rot="10800000">
        <a:off x="1202840" y="2334701"/>
        <a:ext cx="3436663" cy="598994"/>
      </dsp:txXfrm>
    </dsp:sp>
    <dsp:sp modelId="{4F91E247-3003-4D21-A371-6C9F56ED0F67}">
      <dsp:nvSpPr>
        <dsp:cNvPr id="0" name=""/>
        <dsp:cNvSpPr/>
      </dsp:nvSpPr>
      <dsp:spPr>
        <a:xfrm>
          <a:off x="753595" y="2334701"/>
          <a:ext cx="598994" cy="59899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92D262-7C08-40BE-9156-89914AD739EC}">
      <dsp:nvSpPr>
        <dsp:cNvPr id="0" name=""/>
        <dsp:cNvSpPr/>
      </dsp:nvSpPr>
      <dsp:spPr>
        <a:xfrm>
          <a:off x="0" y="358"/>
          <a:ext cx="53931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D1EEF6-1B76-4B97-B52F-5DBB73FD862F}">
      <dsp:nvSpPr>
        <dsp:cNvPr id="0" name=""/>
        <dsp:cNvSpPr/>
      </dsp:nvSpPr>
      <dsp:spPr>
        <a:xfrm>
          <a:off x="0" y="358"/>
          <a:ext cx="5393100" cy="586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ліквідація індивідуального селянського господарства</a:t>
          </a:r>
          <a:endParaRPr lang="uk-UA" sz="1600" kern="1200"/>
        </a:p>
      </dsp:txBody>
      <dsp:txXfrm>
        <a:off x="0" y="358"/>
        <a:ext cx="5393100" cy="586856"/>
      </dsp:txXfrm>
    </dsp:sp>
    <dsp:sp modelId="{9A6348A5-A3F7-4505-8C5D-3F4382896288}">
      <dsp:nvSpPr>
        <dsp:cNvPr id="0" name=""/>
        <dsp:cNvSpPr/>
      </dsp:nvSpPr>
      <dsp:spPr>
        <a:xfrm>
          <a:off x="0" y="587214"/>
          <a:ext cx="53931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B13BA4-854C-49BB-B8F0-46F701E9467C}">
      <dsp:nvSpPr>
        <dsp:cNvPr id="0" name=""/>
        <dsp:cNvSpPr/>
      </dsp:nvSpPr>
      <dsp:spPr>
        <a:xfrm>
          <a:off x="0" y="587214"/>
          <a:ext cx="5393100" cy="586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перевищення промислового виробництва над сільськогосподарським</a:t>
          </a:r>
          <a:endParaRPr lang="uk-UA" sz="1600" kern="1200"/>
        </a:p>
      </dsp:txBody>
      <dsp:txXfrm>
        <a:off x="0" y="587214"/>
        <a:ext cx="5393100" cy="586856"/>
      </dsp:txXfrm>
    </dsp:sp>
    <dsp:sp modelId="{B058122E-D795-448B-B126-A74F68C94A3D}">
      <dsp:nvSpPr>
        <dsp:cNvPr id="0" name=""/>
        <dsp:cNvSpPr/>
      </dsp:nvSpPr>
      <dsp:spPr>
        <a:xfrm>
          <a:off x="0" y="1174071"/>
          <a:ext cx="53931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22D025-6BE9-4985-A536-8DFFC18100A7}">
      <dsp:nvSpPr>
        <dsp:cNvPr id="0" name=""/>
        <dsp:cNvSpPr/>
      </dsp:nvSpPr>
      <dsp:spPr>
        <a:xfrm>
          <a:off x="0" y="1174071"/>
          <a:ext cx="5393100" cy="586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нав’язування суспільству комуністичної ідеології</a:t>
          </a:r>
          <a:endParaRPr lang="uk-UA" sz="1600" kern="1200"/>
        </a:p>
      </dsp:txBody>
      <dsp:txXfrm>
        <a:off x="0" y="1174071"/>
        <a:ext cx="5393100" cy="586856"/>
      </dsp:txXfrm>
    </dsp:sp>
    <dsp:sp modelId="{339FE5EC-6499-41B9-B36B-AE20A55BCAB8}">
      <dsp:nvSpPr>
        <dsp:cNvPr id="0" name=""/>
        <dsp:cNvSpPr/>
      </dsp:nvSpPr>
      <dsp:spPr>
        <a:xfrm>
          <a:off x="0" y="1760927"/>
          <a:ext cx="53931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E2A984-2C2D-4953-81D2-B3D6F14AC28C}">
      <dsp:nvSpPr>
        <dsp:cNvPr id="0" name=""/>
        <dsp:cNvSpPr/>
      </dsp:nvSpPr>
      <dsp:spPr>
        <a:xfrm>
          <a:off x="0" y="1760927"/>
          <a:ext cx="5393100" cy="586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ліквідація багатопартійності</a:t>
          </a:r>
          <a:endParaRPr lang="uk-UA" sz="1600" kern="1200"/>
        </a:p>
      </dsp:txBody>
      <dsp:txXfrm>
        <a:off x="0" y="1760927"/>
        <a:ext cx="5393100" cy="586856"/>
      </dsp:txXfrm>
    </dsp:sp>
    <dsp:sp modelId="{D91D09C7-4B20-4201-82B1-B9D3FCE5DB47}">
      <dsp:nvSpPr>
        <dsp:cNvPr id="0" name=""/>
        <dsp:cNvSpPr/>
      </dsp:nvSpPr>
      <dsp:spPr>
        <a:xfrm>
          <a:off x="0" y="2347784"/>
          <a:ext cx="53931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8FBD37-DCA5-49D6-8B08-38BAF92B2DDC}">
      <dsp:nvSpPr>
        <dsp:cNvPr id="0" name=""/>
        <dsp:cNvSpPr/>
      </dsp:nvSpPr>
      <dsp:spPr>
        <a:xfrm>
          <a:off x="0" y="2347784"/>
          <a:ext cx="5393100" cy="5868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насадження в суспільстві атмосфери страху</a:t>
          </a:r>
          <a:endParaRPr lang="uk-UA" sz="1600" kern="1200"/>
        </a:p>
      </dsp:txBody>
      <dsp:txXfrm>
        <a:off x="0" y="2347784"/>
        <a:ext cx="5393100" cy="58685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34DCA7-056C-4809-A62E-1A9EDCDE6A48}">
      <dsp:nvSpPr>
        <dsp:cNvPr id="0" name=""/>
        <dsp:cNvSpPr/>
      </dsp:nvSpPr>
      <dsp:spPr>
        <a:xfrm>
          <a:off x="0" y="0"/>
          <a:ext cx="54223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A7237B-9085-4A1D-8AB3-1751555554DA}">
      <dsp:nvSpPr>
        <dsp:cNvPr id="0" name=""/>
        <dsp:cNvSpPr/>
      </dsp:nvSpPr>
      <dsp:spPr>
        <a:xfrm>
          <a:off x="0" y="0"/>
          <a:ext cx="5422390" cy="908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об’єднання селянських господарств у великі підприємства шляхом примусового усуспільнення землі, реманенту та худоби</a:t>
          </a:r>
          <a:endParaRPr lang="uk-UA" sz="1800" kern="1200"/>
        </a:p>
      </dsp:txBody>
      <dsp:txXfrm>
        <a:off x="0" y="0"/>
        <a:ext cx="5422390" cy="908261"/>
      </dsp:txXfrm>
    </dsp:sp>
    <dsp:sp modelId="{36ABD47B-6AE9-410F-9F1C-1275CEB87AB7}">
      <dsp:nvSpPr>
        <dsp:cNvPr id="0" name=""/>
        <dsp:cNvSpPr/>
      </dsp:nvSpPr>
      <dsp:spPr>
        <a:xfrm>
          <a:off x="0" y="908261"/>
          <a:ext cx="54223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786BC1-DA99-4EF4-A432-77EA8227F442}">
      <dsp:nvSpPr>
        <dsp:cNvPr id="0" name=""/>
        <dsp:cNvSpPr/>
      </dsp:nvSpPr>
      <dsp:spPr>
        <a:xfrm>
          <a:off x="0" y="908261"/>
          <a:ext cx="5422390" cy="908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створення великого машинного виробництва в усіх галузях господарства, насамперед у промисловості</a:t>
          </a:r>
          <a:endParaRPr lang="uk-UA" sz="1800" kern="1200"/>
        </a:p>
      </dsp:txBody>
      <dsp:txXfrm>
        <a:off x="0" y="908261"/>
        <a:ext cx="5422390" cy="908261"/>
      </dsp:txXfrm>
    </dsp:sp>
    <dsp:sp modelId="{F5ADFEFF-9498-459C-A809-C15E8B26E2C0}">
      <dsp:nvSpPr>
        <dsp:cNvPr id="0" name=""/>
        <dsp:cNvSpPr/>
      </dsp:nvSpPr>
      <dsp:spPr>
        <a:xfrm>
          <a:off x="0" y="1816523"/>
          <a:ext cx="54223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337C49-D96B-480A-852B-5CA57B6BCA9D}">
      <dsp:nvSpPr>
        <dsp:cNvPr id="0" name=""/>
        <dsp:cNvSpPr/>
      </dsp:nvSpPr>
      <dsp:spPr>
        <a:xfrm>
          <a:off x="0" y="1816523"/>
          <a:ext cx="5422390" cy="908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тверда норма обсягів натурального відрахування державі частки продукції, виробленої селянськими господарствами</a:t>
          </a:r>
          <a:endParaRPr lang="uk-UA" sz="1800" kern="1200"/>
        </a:p>
      </dsp:txBody>
      <dsp:txXfrm>
        <a:off x="0" y="1816523"/>
        <a:ext cx="5422390" cy="908261"/>
      </dsp:txXfrm>
    </dsp:sp>
    <dsp:sp modelId="{756FE510-E8A9-44EC-9E9F-0325D308B7EE}">
      <dsp:nvSpPr>
        <dsp:cNvPr id="0" name=""/>
        <dsp:cNvSpPr/>
      </dsp:nvSpPr>
      <dsp:spPr>
        <a:xfrm>
          <a:off x="0" y="2724785"/>
          <a:ext cx="54223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65922-83A9-445D-A786-A022954389BF}">
      <dsp:nvSpPr>
        <dsp:cNvPr id="0" name=""/>
        <dsp:cNvSpPr/>
      </dsp:nvSpPr>
      <dsp:spPr>
        <a:xfrm>
          <a:off x="0" y="2724785"/>
          <a:ext cx="5422390" cy="9082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форма господарювання в державних підприємствах на основі фінансової самостій ності в умовах збереження централізованого керівництва</a:t>
          </a:r>
          <a:endParaRPr lang="uk-UA" sz="1800" kern="1200"/>
        </a:p>
      </dsp:txBody>
      <dsp:txXfrm>
        <a:off x="0" y="2724785"/>
        <a:ext cx="5422390" cy="908261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53AA3B-7D9E-43EE-A64F-08ABCC862AD8}">
      <dsp:nvSpPr>
        <dsp:cNvPr id="0" name=""/>
        <dsp:cNvSpPr/>
      </dsp:nvSpPr>
      <dsp:spPr>
        <a:xfrm rot="10800000">
          <a:off x="1054821" y="796"/>
          <a:ext cx="3605890" cy="58628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8534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«госпрозрахунок»</a:t>
          </a:r>
          <a:endParaRPr lang="uk-UA" sz="2000" kern="1200"/>
        </a:p>
      </dsp:txBody>
      <dsp:txXfrm rot="10800000">
        <a:off x="1201391" y="796"/>
        <a:ext cx="3459320" cy="586282"/>
      </dsp:txXfrm>
    </dsp:sp>
    <dsp:sp modelId="{715FB747-E4AE-4446-9CD6-A707EEA868F9}">
      <dsp:nvSpPr>
        <dsp:cNvPr id="0" name=""/>
        <dsp:cNvSpPr/>
      </dsp:nvSpPr>
      <dsp:spPr>
        <a:xfrm>
          <a:off x="761679" y="796"/>
          <a:ext cx="586282" cy="58628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8E65BE-0FE0-4FE1-8734-111EF13AC72A}">
      <dsp:nvSpPr>
        <dsp:cNvPr id="0" name=""/>
        <dsp:cNvSpPr/>
      </dsp:nvSpPr>
      <dsp:spPr>
        <a:xfrm rot="10800000">
          <a:off x="1054821" y="762089"/>
          <a:ext cx="3605890" cy="58628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8534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«індустріалізація»</a:t>
          </a:r>
          <a:endParaRPr lang="uk-UA" sz="2000" kern="1200"/>
        </a:p>
      </dsp:txBody>
      <dsp:txXfrm rot="10800000">
        <a:off x="1201391" y="762089"/>
        <a:ext cx="3459320" cy="586282"/>
      </dsp:txXfrm>
    </dsp:sp>
    <dsp:sp modelId="{ADAA8AFE-B67A-44DE-A369-6C5FF38E4A6A}">
      <dsp:nvSpPr>
        <dsp:cNvPr id="0" name=""/>
        <dsp:cNvSpPr/>
      </dsp:nvSpPr>
      <dsp:spPr>
        <a:xfrm>
          <a:off x="761679" y="762089"/>
          <a:ext cx="586282" cy="58628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E157CA-9FB9-43AA-B68D-CD55E387D8AA}">
      <dsp:nvSpPr>
        <dsp:cNvPr id="0" name=""/>
        <dsp:cNvSpPr/>
      </dsp:nvSpPr>
      <dsp:spPr>
        <a:xfrm rot="10800000">
          <a:off x="1054821" y="1523382"/>
          <a:ext cx="3605890" cy="58628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8534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«денаціоналізація»</a:t>
          </a:r>
          <a:endParaRPr lang="uk-UA" sz="2000" kern="1200"/>
        </a:p>
      </dsp:txBody>
      <dsp:txXfrm rot="10800000">
        <a:off x="1201391" y="1523382"/>
        <a:ext cx="3459320" cy="586282"/>
      </dsp:txXfrm>
    </dsp:sp>
    <dsp:sp modelId="{458250CF-75B1-43F7-AA46-D70CC7786DE5}">
      <dsp:nvSpPr>
        <dsp:cNvPr id="0" name=""/>
        <dsp:cNvSpPr/>
      </dsp:nvSpPr>
      <dsp:spPr>
        <a:xfrm>
          <a:off x="761679" y="1523382"/>
          <a:ext cx="586282" cy="58628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410021-E857-4950-996F-E6A9659800FA}">
      <dsp:nvSpPr>
        <dsp:cNvPr id="0" name=""/>
        <dsp:cNvSpPr/>
      </dsp:nvSpPr>
      <dsp:spPr>
        <a:xfrm rot="10800000">
          <a:off x="1054821" y="2284674"/>
          <a:ext cx="3605890" cy="58628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8534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«продподаток»</a:t>
          </a:r>
          <a:endParaRPr lang="uk-UA" sz="2000" kern="1200"/>
        </a:p>
      </dsp:txBody>
      <dsp:txXfrm rot="10800000">
        <a:off x="1201391" y="2284674"/>
        <a:ext cx="3459320" cy="586282"/>
      </dsp:txXfrm>
    </dsp:sp>
    <dsp:sp modelId="{AE8CB4A2-9058-4784-8EAA-985BA858519D}">
      <dsp:nvSpPr>
        <dsp:cNvPr id="0" name=""/>
        <dsp:cNvSpPr/>
      </dsp:nvSpPr>
      <dsp:spPr>
        <a:xfrm>
          <a:off x="761679" y="2284674"/>
          <a:ext cx="586282" cy="58628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2EAAD7-BC53-4A1A-84C1-D1C52AA93C09}">
      <dsp:nvSpPr>
        <dsp:cNvPr id="0" name=""/>
        <dsp:cNvSpPr/>
      </dsp:nvSpPr>
      <dsp:spPr>
        <a:xfrm rot="10800000">
          <a:off x="1054821" y="3045967"/>
          <a:ext cx="3605890" cy="586282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8534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«колективізація»</a:t>
          </a:r>
          <a:endParaRPr lang="uk-UA" sz="2000" kern="1200"/>
        </a:p>
      </dsp:txBody>
      <dsp:txXfrm rot="10800000">
        <a:off x="1201391" y="3045967"/>
        <a:ext cx="3459320" cy="586282"/>
      </dsp:txXfrm>
    </dsp:sp>
    <dsp:sp modelId="{9CFE791D-D85E-40AB-9165-3BE1DBC94C94}">
      <dsp:nvSpPr>
        <dsp:cNvPr id="0" name=""/>
        <dsp:cNvSpPr/>
      </dsp:nvSpPr>
      <dsp:spPr>
        <a:xfrm>
          <a:off x="761679" y="3045967"/>
          <a:ext cx="586282" cy="586282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A31DAB-56B0-4657-99E6-102F0782D8E5}">
      <dsp:nvSpPr>
        <dsp:cNvPr id="0" name=""/>
        <dsp:cNvSpPr/>
      </dsp:nvSpPr>
      <dsp:spPr>
        <a:xfrm>
          <a:off x="0" y="90953"/>
          <a:ext cx="5422392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технічна перебудова</a:t>
          </a:r>
          <a:endParaRPr lang="uk-UA" sz="3300" kern="1200"/>
        </a:p>
      </dsp:txBody>
      <dsp:txXfrm>
        <a:off x="38638" y="129591"/>
        <a:ext cx="5345116" cy="714229"/>
      </dsp:txXfrm>
    </dsp:sp>
    <dsp:sp modelId="{FEEF7775-9F6E-4766-B7DD-C2A0A8C8604E}">
      <dsp:nvSpPr>
        <dsp:cNvPr id="0" name=""/>
        <dsp:cNvSpPr/>
      </dsp:nvSpPr>
      <dsp:spPr>
        <a:xfrm>
          <a:off x="0" y="977498"/>
          <a:ext cx="5422392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форсована індустріалізація</a:t>
          </a:r>
          <a:endParaRPr lang="uk-UA" sz="3300" kern="1200"/>
        </a:p>
      </dsp:txBody>
      <dsp:txXfrm>
        <a:off x="38638" y="1016136"/>
        <a:ext cx="5345116" cy="714229"/>
      </dsp:txXfrm>
    </dsp:sp>
    <dsp:sp modelId="{59F541E5-6EB1-4A62-934F-E3586DEA0A67}">
      <dsp:nvSpPr>
        <dsp:cNvPr id="0" name=""/>
        <dsp:cNvSpPr/>
      </dsp:nvSpPr>
      <dsp:spPr>
        <a:xfrm>
          <a:off x="0" y="1864043"/>
          <a:ext cx="5422392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промисловий переворот</a:t>
          </a:r>
          <a:endParaRPr lang="uk-UA" sz="3300" kern="1200"/>
        </a:p>
      </dsp:txBody>
      <dsp:txXfrm>
        <a:off x="38638" y="1902681"/>
        <a:ext cx="5345116" cy="714229"/>
      </dsp:txXfrm>
    </dsp:sp>
    <dsp:sp modelId="{7F32698C-F6B9-4EB2-98F6-32A85456E690}">
      <dsp:nvSpPr>
        <dsp:cNvPr id="0" name=""/>
        <dsp:cNvSpPr/>
      </dsp:nvSpPr>
      <dsp:spPr>
        <a:xfrm>
          <a:off x="0" y="2750588"/>
          <a:ext cx="5422392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0" i="0" kern="1200"/>
            <a:t>технологічна реконструкція</a:t>
          </a:r>
          <a:endParaRPr lang="uk-UA" sz="3300" kern="1200"/>
        </a:p>
      </dsp:txBody>
      <dsp:txXfrm>
        <a:off x="38638" y="2789226"/>
        <a:ext cx="5345116" cy="714229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BD5BA-E602-45F6-82CC-00E2DB380EAE}">
      <dsp:nvSpPr>
        <dsp:cNvPr id="0" name=""/>
        <dsp:cNvSpPr/>
      </dsp:nvSpPr>
      <dsp:spPr>
        <a:xfrm>
          <a:off x="894672" y="0"/>
          <a:ext cx="3633047" cy="363304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E3559A-E9D9-4F03-A5C0-278CFB220BA3}">
      <dsp:nvSpPr>
        <dsp:cNvPr id="0" name=""/>
        <dsp:cNvSpPr/>
      </dsp:nvSpPr>
      <dsp:spPr>
        <a:xfrm>
          <a:off x="1239811" y="345139"/>
          <a:ext cx="1416888" cy="1416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1, 2</a:t>
          </a:r>
          <a:endParaRPr lang="uk-UA" sz="3500" kern="1200"/>
        </a:p>
      </dsp:txBody>
      <dsp:txXfrm>
        <a:off x="1308978" y="414306"/>
        <a:ext cx="1278554" cy="1278554"/>
      </dsp:txXfrm>
    </dsp:sp>
    <dsp:sp modelId="{8940B51C-3979-45FD-BBCB-5B9BACEDB81E}">
      <dsp:nvSpPr>
        <dsp:cNvPr id="0" name=""/>
        <dsp:cNvSpPr/>
      </dsp:nvSpPr>
      <dsp:spPr>
        <a:xfrm>
          <a:off x="2765691" y="345139"/>
          <a:ext cx="1416888" cy="1416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1, 3</a:t>
          </a:r>
          <a:endParaRPr lang="uk-UA" sz="3500" kern="1200"/>
        </a:p>
      </dsp:txBody>
      <dsp:txXfrm>
        <a:off x="2834858" y="414306"/>
        <a:ext cx="1278554" cy="1278554"/>
      </dsp:txXfrm>
    </dsp:sp>
    <dsp:sp modelId="{AA72D6DF-5FB7-4F94-B532-10C3DF83EC1B}">
      <dsp:nvSpPr>
        <dsp:cNvPr id="0" name=""/>
        <dsp:cNvSpPr/>
      </dsp:nvSpPr>
      <dsp:spPr>
        <a:xfrm>
          <a:off x="1239811" y="1871019"/>
          <a:ext cx="1416888" cy="1416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2, 3</a:t>
          </a:r>
          <a:endParaRPr lang="uk-UA" sz="3500" kern="1200"/>
        </a:p>
      </dsp:txBody>
      <dsp:txXfrm>
        <a:off x="1308978" y="1940186"/>
        <a:ext cx="1278554" cy="1278554"/>
      </dsp:txXfrm>
    </dsp:sp>
    <dsp:sp modelId="{3F8B459C-D2D0-4316-BF96-D5E3D71770E6}">
      <dsp:nvSpPr>
        <dsp:cNvPr id="0" name=""/>
        <dsp:cNvSpPr/>
      </dsp:nvSpPr>
      <dsp:spPr>
        <a:xfrm>
          <a:off x="2765691" y="1871019"/>
          <a:ext cx="1416888" cy="1416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1, 2, 3</a:t>
          </a:r>
          <a:endParaRPr lang="uk-UA" sz="3500" kern="1200"/>
        </a:p>
      </dsp:txBody>
      <dsp:txXfrm>
        <a:off x="2834858" y="1940186"/>
        <a:ext cx="1278554" cy="127855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28E273-92D6-4670-87D4-C164197B2CA9}">
      <dsp:nvSpPr>
        <dsp:cNvPr id="0" name=""/>
        <dsp:cNvSpPr/>
      </dsp:nvSpPr>
      <dsp:spPr>
        <a:xfrm>
          <a:off x="0" y="3866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причин індустріалізації.</a:t>
          </a:r>
          <a:endParaRPr lang="uk-UA" sz="3400" kern="1200"/>
        </a:p>
      </dsp:txBody>
      <dsp:txXfrm>
        <a:off x="39809" y="78472"/>
        <a:ext cx="5342774" cy="735872"/>
      </dsp:txXfrm>
    </dsp:sp>
    <dsp:sp modelId="{86FDDEDA-3809-4030-960E-7A5BB1C708F0}">
      <dsp:nvSpPr>
        <dsp:cNvPr id="0" name=""/>
        <dsp:cNvSpPr/>
      </dsp:nvSpPr>
      <dsp:spPr>
        <a:xfrm>
          <a:off x="0" y="95207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переваг індустріалізації.</a:t>
          </a:r>
          <a:endParaRPr lang="uk-UA" sz="3400" kern="1200"/>
        </a:p>
      </dsp:txBody>
      <dsp:txXfrm>
        <a:off x="39809" y="991882"/>
        <a:ext cx="5342774" cy="735872"/>
      </dsp:txXfrm>
    </dsp:sp>
    <dsp:sp modelId="{EE925033-D040-4314-9205-3BCA9A502076}">
      <dsp:nvSpPr>
        <dsp:cNvPr id="0" name=""/>
        <dsp:cNvSpPr/>
      </dsp:nvSpPr>
      <dsp:spPr>
        <a:xfrm>
          <a:off x="0" y="186548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масштабів індустріалізації.</a:t>
          </a:r>
          <a:endParaRPr lang="uk-UA" sz="3400" kern="1200"/>
        </a:p>
      </dsp:txBody>
      <dsp:txXfrm>
        <a:off x="39809" y="1905292"/>
        <a:ext cx="5342774" cy="735872"/>
      </dsp:txXfrm>
    </dsp:sp>
    <dsp:sp modelId="{0B227E7A-A76A-43D0-8296-7471A2B5715B}">
      <dsp:nvSpPr>
        <dsp:cNvPr id="0" name=""/>
        <dsp:cNvSpPr/>
      </dsp:nvSpPr>
      <dsp:spPr>
        <a:xfrm>
          <a:off x="0" y="277889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джерел індустріалізації.</a:t>
          </a:r>
          <a:endParaRPr lang="uk-UA" sz="3400" kern="1200"/>
        </a:p>
      </dsp:txBody>
      <dsp:txXfrm>
        <a:off x="39809" y="2818702"/>
        <a:ext cx="5342774" cy="735872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8319BA-55B9-46FB-9A12-EC02C87F99A3}">
      <dsp:nvSpPr>
        <dsp:cNvPr id="0" name=""/>
        <dsp:cNvSpPr/>
      </dsp:nvSpPr>
      <dsp:spPr>
        <a:xfrm>
          <a:off x="0" y="3866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причини індустріалізації.</a:t>
          </a:r>
          <a:endParaRPr lang="uk-UA" sz="3400" kern="1200"/>
        </a:p>
      </dsp:txBody>
      <dsp:txXfrm>
        <a:off x="39809" y="78472"/>
        <a:ext cx="5342774" cy="735872"/>
      </dsp:txXfrm>
    </dsp:sp>
    <dsp:sp modelId="{69D65201-18B0-4765-992B-DC0998FFDB93}">
      <dsp:nvSpPr>
        <dsp:cNvPr id="0" name=""/>
        <dsp:cNvSpPr/>
      </dsp:nvSpPr>
      <dsp:spPr>
        <a:xfrm>
          <a:off x="0" y="95207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джерела індустріалізації.</a:t>
          </a:r>
          <a:endParaRPr lang="uk-UA" sz="3400" kern="1200"/>
        </a:p>
      </dsp:txBody>
      <dsp:txXfrm>
        <a:off x="39809" y="991882"/>
        <a:ext cx="5342774" cy="735872"/>
      </dsp:txXfrm>
    </dsp:sp>
    <dsp:sp modelId="{C067453B-24E4-44C2-B4B9-A6403154829E}">
      <dsp:nvSpPr>
        <dsp:cNvPr id="0" name=""/>
        <dsp:cNvSpPr/>
      </dsp:nvSpPr>
      <dsp:spPr>
        <a:xfrm>
          <a:off x="0" y="186548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наслідки індустріалізації.</a:t>
          </a:r>
          <a:endParaRPr lang="uk-UA" sz="3400" kern="1200"/>
        </a:p>
      </dsp:txBody>
      <dsp:txXfrm>
        <a:off x="39809" y="1905292"/>
        <a:ext cx="5342774" cy="735872"/>
      </dsp:txXfrm>
    </dsp:sp>
    <dsp:sp modelId="{A6CEBC47-6091-4289-9B58-85F90AAB8E6A}">
      <dsp:nvSpPr>
        <dsp:cNvPr id="0" name=""/>
        <dsp:cNvSpPr/>
      </dsp:nvSpPr>
      <dsp:spPr>
        <a:xfrm>
          <a:off x="0" y="277889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етапи індустріалізації.</a:t>
          </a:r>
          <a:endParaRPr lang="uk-UA" sz="3400" kern="1200"/>
        </a:p>
      </dsp:txBody>
      <dsp:txXfrm>
        <a:off x="39809" y="2818702"/>
        <a:ext cx="5342774" cy="735872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AC8D40-95F8-4735-A403-B6D342ED6A0F}">
      <dsp:nvSpPr>
        <dsp:cNvPr id="0" name=""/>
        <dsp:cNvSpPr/>
      </dsp:nvSpPr>
      <dsp:spPr>
        <a:xfrm>
          <a:off x="0" y="558323"/>
          <a:ext cx="5422392" cy="596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Активний опір, який чинило селянство колективізації, спонукав радянську владу здійснювати репресивні заходи.</a:t>
          </a:r>
          <a:endParaRPr lang="uk-UA" sz="1500" kern="1200"/>
        </a:p>
      </dsp:txBody>
      <dsp:txXfrm>
        <a:off x="29128" y="587451"/>
        <a:ext cx="5364136" cy="538444"/>
      </dsp:txXfrm>
    </dsp:sp>
    <dsp:sp modelId="{53CDEACE-1573-413D-9FB6-A84D4BE7C08B}">
      <dsp:nvSpPr>
        <dsp:cNvPr id="0" name=""/>
        <dsp:cNvSpPr/>
      </dsp:nvSpPr>
      <dsp:spPr>
        <a:xfrm>
          <a:off x="0" y="1198223"/>
          <a:ext cx="5422392" cy="596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Нестача вільних сільськогосподарських земель спричинила масове переселення селян у малозаселені регіони СРСР.</a:t>
          </a:r>
          <a:endParaRPr lang="uk-UA" sz="1500" kern="1200"/>
        </a:p>
      </dsp:txBody>
      <dsp:txXfrm>
        <a:off x="29128" y="1227351"/>
        <a:ext cx="5364136" cy="538444"/>
      </dsp:txXfrm>
    </dsp:sp>
    <dsp:sp modelId="{38CBF6C2-A0ED-42B0-8E3D-CF359A5AA03C}">
      <dsp:nvSpPr>
        <dsp:cNvPr id="0" name=""/>
        <dsp:cNvSpPr/>
      </dsp:nvSpPr>
      <dsp:spPr>
        <a:xfrm>
          <a:off x="0" y="1838123"/>
          <a:ext cx="5422392" cy="596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Наявність цілинних земель спонукала радянський уряд залучати до їх освоєння найбільш активних селян.</a:t>
          </a:r>
          <a:endParaRPr lang="uk-UA" sz="1500" kern="1200"/>
        </a:p>
      </dsp:txBody>
      <dsp:txXfrm>
        <a:off x="29128" y="1867251"/>
        <a:ext cx="5364136" cy="538444"/>
      </dsp:txXfrm>
    </dsp:sp>
    <dsp:sp modelId="{E387E8A6-79FA-451B-83DA-22DEDEC78AAA}">
      <dsp:nvSpPr>
        <dsp:cNvPr id="0" name=""/>
        <dsp:cNvSpPr/>
      </dsp:nvSpPr>
      <dsp:spPr>
        <a:xfrm>
          <a:off x="0" y="2478023"/>
          <a:ext cx="5422392" cy="596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Відведення земель під новобудови перших п’ятирічок спонукало владу до масового переселення селян.</a:t>
          </a:r>
          <a:endParaRPr lang="uk-UA" sz="1500" kern="1200"/>
        </a:p>
      </dsp:txBody>
      <dsp:txXfrm>
        <a:off x="29128" y="2507151"/>
        <a:ext cx="5364136" cy="538444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FA5A99-A24D-4B96-8269-13F73809F484}">
      <dsp:nvSpPr>
        <dsp:cNvPr id="0" name=""/>
        <dsp:cNvSpPr/>
      </dsp:nvSpPr>
      <dsp:spPr>
        <a:xfrm>
          <a:off x="0" y="315323"/>
          <a:ext cx="542239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децентралізація управління галузями промисловості та будівництва</a:t>
          </a:r>
          <a:endParaRPr lang="uk-UA" sz="2400" kern="1200"/>
        </a:p>
      </dsp:txBody>
      <dsp:txXfrm>
        <a:off x="46606" y="361929"/>
        <a:ext cx="5329178" cy="861507"/>
      </dsp:txXfrm>
    </dsp:sp>
    <dsp:sp modelId="{E7811010-2A60-4501-877B-81B6A24726AE}">
      <dsp:nvSpPr>
        <dsp:cNvPr id="0" name=""/>
        <dsp:cNvSpPr/>
      </dsp:nvSpPr>
      <dsp:spPr>
        <a:xfrm>
          <a:off x="0" y="1339163"/>
          <a:ext cx="542239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побудова та реконструкція великих промислових об’єктів</a:t>
          </a:r>
          <a:endParaRPr lang="uk-UA" sz="2400" kern="1200"/>
        </a:p>
      </dsp:txBody>
      <dsp:txXfrm>
        <a:off x="46606" y="1385769"/>
        <a:ext cx="5329178" cy="861507"/>
      </dsp:txXfrm>
    </dsp:sp>
    <dsp:sp modelId="{65C04253-43AE-4335-9B52-2CA54E5439B6}">
      <dsp:nvSpPr>
        <dsp:cNvPr id="0" name=""/>
        <dsp:cNvSpPr/>
      </dsp:nvSpPr>
      <dsp:spPr>
        <a:xfrm>
          <a:off x="0" y="2363003"/>
          <a:ext cx="542239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розширення прав підприємств у виробництві та збуті готової продукції</a:t>
          </a:r>
          <a:endParaRPr lang="uk-UA" sz="2400" kern="1200"/>
        </a:p>
      </dsp:txBody>
      <dsp:txXfrm>
        <a:off x="46606" y="2409609"/>
        <a:ext cx="5329178" cy="861507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3426E6-C352-4A7A-98D0-EFB944DDABE1}">
      <dsp:nvSpPr>
        <dsp:cNvPr id="0" name=""/>
        <dsp:cNvSpPr/>
      </dsp:nvSpPr>
      <dsp:spPr>
        <a:xfrm>
          <a:off x="0" y="315323"/>
          <a:ext cx="5422392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нерівномірність процесу модернізації промислового потенціалу республіки</a:t>
          </a:r>
          <a:endParaRPr lang="uk-UA" sz="2400" kern="1200"/>
        </a:p>
      </dsp:txBody>
      <dsp:txXfrm>
        <a:off x="46606" y="361929"/>
        <a:ext cx="5329180" cy="861507"/>
      </dsp:txXfrm>
    </dsp:sp>
    <dsp:sp modelId="{0F02BDCD-E367-4D3E-B471-C52DB40CF1C2}">
      <dsp:nvSpPr>
        <dsp:cNvPr id="0" name=""/>
        <dsp:cNvSpPr/>
      </dsp:nvSpPr>
      <dsp:spPr>
        <a:xfrm>
          <a:off x="0" y="1339163"/>
          <a:ext cx="5422392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пріоритетний розвиток галузей легкої промисловості</a:t>
          </a:r>
          <a:endParaRPr lang="uk-UA" sz="2400" kern="1200"/>
        </a:p>
      </dsp:txBody>
      <dsp:txXfrm>
        <a:off x="46606" y="1385769"/>
        <a:ext cx="5329180" cy="861507"/>
      </dsp:txXfrm>
    </dsp:sp>
    <dsp:sp modelId="{D8807614-F5FC-484D-B643-BA53EC60D7BD}">
      <dsp:nvSpPr>
        <dsp:cNvPr id="0" name=""/>
        <dsp:cNvSpPr/>
      </dsp:nvSpPr>
      <dsp:spPr>
        <a:xfrm>
          <a:off x="0" y="2363003"/>
          <a:ext cx="5422392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поява в промисловому комплексі республіки нових галузей</a:t>
          </a:r>
          <a:endParaRPr lang="uk-UA" sz="2400" kern="1200"/>
        </a:p>
      </dsp:txBody>
      <dsp:txXfrm>
        <a:off x="46606" y="2409609"/>
        <a:ext cx="5329180" cy="861507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BFCAC9-EB0B-44C6-A895-1E2B394232AA}">
      <dsp:nvSpPr>
        <dsp:cNvPr id="0" name=""/>
        <dsp:cNvSpPr/>
      </dsp:nvSpPr>
      <dsp:spPr>
        <a:xfrm>
          <a:off x="0" y="5504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Засвідчити єдність Комуністичної партії та народу у здійсненні індустріалізації.</a:t>
          </a:r>
          <a:endParaRPr lang="uk-UA" sz="2100" kern="1200"/>
        </a:p>
      </dsp:txBody>
      <dsp:txXfrm>
        <a:off x="40780" y="95823"/>
        <a:ext cx="5340832" cy="753819"/>
      </dsp:txXfrm>
    </dsp:sp>
    <dsp:sp modelId="{ACFE2E0A-8D55-4E9E-9CA0-657BE4888452}">
      <dsp:nvSpPr>
        <dsp:cNvPr id="0" name=""/>
        <dsp:cNvSpPr/>
      </dsp:nvSpPr>
      <dsp:spPr>
        <a:xfrm>
          <a:off x="0" y="95090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Переконати радянське суспільство в перевагах соціалізму над капіталізмом.</a:t>
          </a:r>
          <a:endParaRPr lang="uk-UA" sz="2100" kern="1200"/>
        </a:p>
      </dsp:txBody>
      <dsp:txXfrm>
        <a:off x="40780" y="991683"/>
        <a:ext cx="5340832" cy="753819"/>
      </dsp:txXfrm>
    </dsp:sp>
    <dsp:sp modelId="{288D634F-96B0-46A8-AD7C-079B00957B27}">
      <dsp:nvSpPr>
        <dsp:cNvPr id="0" name=""/>
        <dsp:cNvSpPr/>
      </dsp:nvSpPr>
      <dsp:spPr>
        <a:xfrm>
          <a:off x="0" y="184676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Продемонструвати світові високі темпи розвитку промисловості.</a:t>
          </a:r>
          <a:endParaRPr lang="uk-UA" sz="2100" kern="1200"/>
        </a:p>
      </dsp:txBody>
      <dsp:txXfrm>
        <a:off x="40780" y="1887543"/>
        <a:ext cx="5340832" cy="753819"/>
      </dsp:txXfrm>
    </dsp:sp>
    <dsp:sp modelId="{ECEB55E5-69AA-41C3-B182-0C0D35C38265}">
      <dsp:nvSpPr>
        <dsp:cNvPr id="0" name=""/>
        <dsp:cNvSpPr/>
      </dsp:nvSpPr>
      <dsp:spPr>
        <a:xfrm>
          <a:off x="0" y="274262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Мобілізувати робітників на трудові рекорди та подвиги.</a:t>
          </a:r>
          <a:endParaRPr lang="uk-UA" sz="2100" kern="1200"/>
        </a:p>
      </dsp:txBody>
      <dsp:txXfrm>
        <a:off x="40780" y="2783403"/>
        <a:ext cx="5340832" cy="753819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4BA154-EA49-453B-B7AD-A114096756A3}">
      <dsp:nvSpPr>
        <dsp:cNvPr id="0" name=""/>
        <dsp:cNvSpPr/>
      </dsp:nvSpPr>
      <dsp:spPr>
        <a:xfrm>
          <a:off x="0" y="5504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комплексний розвиток народного господарства</a:t>
          </a:r>
          <a:endParaRPr lang="uk-UA" sz="2100" kern="1200"/>
        </a:p>
      </dsp:txBody>
      <dsp:txXfrm>
        <a:off x="40780" y="95823"/>
        <a:ext cx="5340832" cy="753819"/>
      </dsp:txXfrm>
    </dsp:sp>
    <dsp:sp modelId="{F342C5DA-1924-4AC8-B850-1829FCD92CA4}">
      <dsp:nvSpPr>
        <dsp:cNvPr id="0" name=""/>
        <dsp:cNvSpPr/>
      </dsp:nvSpPr>
      <dsp:spPr>
        <a:xfrm>
          <a:off x="0" y="95090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високі темпи розвитку важкої промисловості</a:t>
          </a:r>
          <a:endParaRPr lang="uk-UA" sz="2100" kern="1200"/>
        </a:p>
      </dsp:txBody>
      <dsp:txXfrm>
        <a:off x="40780" y="991683"/>
        <a:ext cx="5340832" cy="753819"/>
      </dsp:txXfrm>
    </dsp:sp>
    <dsp:sp modelId="{2C9C4016-B9E5-4C03-AAF4-0B9C40405FDB}">
      <dsp:nvSpPr>
        <dsp:cNvPr id="0" name=""/>
        <dsp:cNvSpPr/>
      </dsp:nvSpPr>
      <dsp:spPr>
        <a:xfrm>
          <a:off x="0" y="184676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інтенсивний розвиток легкої промисловості</a:t>
          </a:r>
          <a:endParaRPr lang="uk-UA" sz="2100" kern="1200"/>
        </a:p>
      </dsp:txBody>
      <dsp:txXfrm>
        <a:off x="40780" y="1887543"/>
        <a:ext cx="5340832" cy="753819"/>
      </dsp:txXfrm>
    </dsp:sp>
    <dsp:sp modelId="{89308288-59A0-43B8-A962-31701A49DDAC}">
      <dsp:nvSpPr>
        <dsp:cNvPr id="0" name=""/>
        <dsp:cNvSpPr/>
      </dsp:nvSpPr>
      <dsp:spPr>
        <a:xfrm>
          <a:off x="0" y="274262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децентралізація управління промисловістю</a:t>
          </a:r>
          <a:endParaRPr lang="uk-UA" sz="2100" kern="1200"/>
        </a:p>
      </dsp:txBody>
      <dsp:txXfrm>
        <a:off x="40780" y="2783403"/>
        <a:ext cx="5340832" cy="753819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B2503B-239E-4176-9714-7EA7D6AB9FC1}">
      <dsp:nvSpPr>
        <dsp:cNvPr id="0" name=""/>
        <dsp:cNvSpPr/>
      </dsp:nvSpPr>
      <dsp:spPr>
        <a:xfrm>
          <a:off x="0" y="5504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уведення кримінальної відповідальності за запізнення на роботу</a:t>
          </a:r>
          <a:endParaRPr lang="uk-UA" sz="2100" kern="1200"/>
        </a:p>
      </dsp:txBody>
      <dsp:txXfrm>
        <a:off x="40780" y="95823"/>
        <a:ext cx="5340832" cy="753819"/>
      </dsp:txXfrm>
    </dsp:sp>
    <dsp:sp modelId="{39D789DA-BBBB-4B77-AA91-AF37AA2F1DE7}">
      <dsp:nvSpPr>
        <dsp:cNvPr id="0" name=""/>
        <dsp:cNvSpPr/>
      </dsp:nvSpPr>
      <dsp:spPr>
        <a:xfrm>
          <a:off x="0" y="95090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заборона робітникам самовільно залишати підприємства</a:t>
          </a:r>
          <a:endParaRPr lang="uk-UA" sz="2100" kern="1200"/>
        </a:p>
      </dsp:txBody>
      <dsp:txXfrm>
        <a:off x="40780" y="991683"/>
        <a:ext cx="5340832" cy="753819"/>
      </dsp:txXfrm>
    </dsp:sp>
    <dsp:sp modelId="{4B75BB0B-B974-4C1F-A170-41FB3E491407}">
      <dsp:nvSpPr>
        <dsp:cNvPr id="0" name=""/>
        <dsp:cNvSpPr/>
      </dsp:nvSpPr>
      <dsp:spPr>
        <a:xfrm>
          <a:off x="0" y="184676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підвищення норм виробітку продукції</a:t>
          </a:r>
          <a:endParaRPr lang="uk-UA" sz="2100" kern="1200"/>
        </a:p>
      </dsp:txBody>
      <dsp:txXfrm>
        <a:off x="40780" y="1887543"/>
        <a:ext cx="5340832" cy="753819"/>
      </dsp:txXfrm>
    </dsp:sp>
    <dsp:sp modelId="{6D5E7ED9-6C3D-45C0-8C45-68D40922508C}">
      <dsp:nvSpPr>
        <dsp:cNvPr id="0" name=""/>
        <dsp:cNvSpPr/>
      </dsp:nvSpPr>
      <dsp:spPr>
        <a:xfrm>
          <a:off x="0" y="274262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запровадження семиденного робочого тижня</a:t>
          </a:r>
          <a:endParaRPr lang="uk-UA" sz="2100" kern="1200"/>
        </a:p>
      </dsp:txBody>
      <dsp:txXfrm>
        <a:off x="40780" y="2783403"/>
        <a:ext cx="5340832" cy="753819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8439D9-B234-4109-97D3-9C36F7AAA3A0}">
      <dsp:nvSpPr>
        <dsp:cNvPr id="0" name=""/>
        <dsp:cNvSpPr/>
      </dsp:nvSpPr>
      <dsp:spPr>
        <a:xfrm>
          <a:off x="0" y="56123"/>
          <a:ext cx="5422390" cy="173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/>
            <a:t>«Наша промисловість зростає нечуваними кроками. Ми збудували Краматорський машинобудівний, Харківський тракторний заводи. Все це переконує, що боротьба за соціалізм захоплює мільйони ентузіастів».</a:t>
          </a:r>
          <a:endParaRPr lang="uk-UA" sz="2000" kern="1200"/>
        </a:p>
      </dsp:txBody>
      <dsp:txXfrm>
        <a:off x="84530" y="140653"/>
        <a:ext cx="5253330" cy="1562540"/>
      </dsp:txXfrm>
    </dsp:sp>
    <dsp:sp modelId="{6FDC9953-41C9-45E8-B726-378EB13CA581}">
      <dsp:nvSpPr>
        <dsp:cNvPr id="0" name=""/>
        <dsp:cNvSpPr/>
      </dsp:nvSpPr>
      <dsp:spPr>
        <a:xfrm>
          <a:off x="0" y="1845323"/>
          <a:ext cx="5422390" cy="173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/>
            <a:t>«…Темпи промислового розвитку Західної України були вищими, ніж на сході УРСР. …Тут споруджено понад 2,5 тис. великих і середніх промислових підприємств».</a:t>
          </a:r>
          <a:endParaRPr lang="uk-UA" sz="2000" kern="1200"/>
        </a:p>
      </dsp:txBody>
      <dsp:txXfrm>
        <a:off x="84530" y="1929853"/>
        <a:ext cx="5253330" cy="1562540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C550B2-F2AB-4539-9D15-A91E47443348}">
      <dsp:nvSpPr>
        <dsp:cNvPr id="0" name=""/>
        <dsp:cNvSpPr/>
      </dsp:nvSpPr>
      <dsp:spPr>
        <a:xfrm>
          <a:off x="0" y="232163"/>
          <a:ext cx="5422392" cy="15584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1" kern="1200"/>
            <a:t>«Реконструйовано легку та харчову промисловості, ліквідовано їх відставання від чорної металургії за рівнем капіталовкладень. Ці галузі увійшли в ряд передових галузей соціалістичного господарства».</a:t>
          </a:r>
          <a:endParaRPr lang="uk-UA" sz="1800" kern="1200"/>
        </a:p>
      </dsp:txBody>
      <dsp:txXfrm>
        <a:off x="76077" y="308240"/>
        <a:ext cx="5270238" cy="1406285"/>
      </dsp:txXfrm>
    </dsp:sp>
    <dsp:sp modelId="{88360DF2-B4CA-44B9-9FB6-50D058304912}">
      <dsp:nvSpPr>
        <dsp:cNvPr id="0" name=""/>
        <dsp:cNvSpPr/>
      </dsp:nvSpPr>
      <dsp:spPr>
        <a:xfrm>
          <a:off x="0" y="1842443"/>
          <a:ext cx="5422392" cy="15584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1" kern="1200"/>
            <a:t>«З метою покращення управління промисловістю визнано за необхідне ліквідувати ради народного господарства і повністю підпорядкувати підприємства загальносоюзним і республіканським міністерствам за галузевим принципом».</a:t>
          </a:r>
          <a:endParaRPr lang="uk-UA" sz="1800" kern="1200"/>
        </a:p>
      </dsp:txBody>
      <dsp:txXfrm>
        <a:off x="76077" y="1918520"/>
        <a:ext cx="5270238" cy="1406285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D149E2-BF37-4EC0-8A3F-E9C2986013F5}">
      <dsp:nvSpPr>
        <dsp:cNvPr id="0" name=""/>
        <dsp:cNvSpPr/>
      </dsp:nvSpPr>
      <dsp:spPr>
        <a:xfrm>
          <a:off x="0" y="56123"/>
          <a:ext cx="5422390" cy="173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/>
            <a:t>«Прикметним явищем була поява кредитних спілок, які надавали селянським господарствам не тільки позики «живими» грошима, а й пропонували в кредит широкий спектр товарів виробничого призначення...»</a:t>
          </a:r>
          <a:endParaRPr lang="uk-UA" sz="2000" kern="1200"/>
        </a:p>
      </dsp:txBody>
      <dsp:txXfrm>
        <a:off x="84530" y="140653"/>
        <a:ext cx="5253330" cy="1562540"/>
      </dsp:txXfrm>
    </dsp:sp>
    <dsp:sp modelId="{43ED060A-0625-4535-853D-447E2C0757B3}">
      <dsp:nvSpPr>
        <dsp:cNvPr id="0" name=""/>
        <dsp:cNvSpPr/>
      </dsp:nvSpPr>
      <dsp:spPr>
        <a:xfrm>
          <a:off x="0" y="1845323"/>
          <a:ext cx="5422390" cy="1731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/>
            <a:t>«Опір набув великого поширення. Зброя, що залишилася з воєнних часів, стала умовою для розгортання партизанської війни. Партизанські загони швидко розгорталися в степових і лісостепових зонах України...»</a:t>
          </a:r>
          <a:endParaRPr lang="uk-UA" sz="2000" kern="1200"/>
        </a:p>
      </dsp:txBody>
      <dsp:txXfrm>
        <a:off x="84530" y="1929853"/>
        <a:ext cx="5253330" cy="1562540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9327B1-FE45-41A4-B0F3-98234DA780A7}">
      <dsp:nvSpPr>
        <dsp:cNvPr id="0" name=""/>
        <dsp:cNvSpPr/>
      </dsp:nvSpPr>
      <dsp:spPr>
        <a:xfrm>
          <a:off x="0" y="41723"/>
          <a:ext cx="5422392" cy="1750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/>
            <a:t>«Загальні збори бідноти... виносили постанови про відібрання у куркулів усіх засобів виробництва. Намічали день розкуркулення й розподіляли актив бідняків в господарства куркулів. У зазначений термін актив приходив до куркуля та описував усе його майно...»</a:t>
          </a:r>
          <a:endParaRPr lang="uk-UA" sz="1700" kern="1200"/>
        </a:p>
      </dsp:txBody>
      <dsp:txXfrm>
        <a:off x="85444" y="127167"/>
        <a:ext cx="5251504" cy="1579432"/>
      </dsp:txXfrm>
    </dsp:sp>
    <dsp:sp modelId="{F862ED9D-3E30-4D45-87C6-618061FC18EF}">
      <dsp:nvSpPr>
        <dsp:cNvPr id="0" name=""/>
        <dsp:cNvSpPr/>
      </dsp:nvSpPr>
      <dsp:spPr>
        <a:xfrm>
          <a:off x="0" y="1841003"/>
          <a:ext cx="5422392" cy="1750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/>
            <a:t>«...Завдання семирічки в галузі сільського господарства ми зможемо виконати за п’ять років... Розрахунки показують, що посіви кукурудзи повинні орієнтовно становити 9—10 млн га і рівнятися приблизно половині всієї площі зернових...»</a:t>
          </a:r>
          <a:endParaRPr lang="uk-UA" sz="1700" kern="1200"/>
        </a:p>
      </dsp:txBody>
      <dsp:txXfrm>
        <a:off x="85444" y="1926447"/>
        <a:ext cx="5251504" cy="1579432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9A826B-CA64-463A-BF34-6513216C6D87}">
      <dsp:nvSpPr>
        <dsp:cNvPr id="0" name=""/>
        <dsp:cNvSpPr/>
      </dsp:nvSpPr>
      <dsp:spPr>
        <a:xfrm>
          <a:off x="0" y="718433"/>
          <a:ext cx="542239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зростання ролі громадянського суспільства.</a:t>
          </a:r>
          <a:endParaRPr lang="uk-UA" sz="2100" kern="1200"/>
        </a:p>
      </dsp:txBody>
      <dsp:txXfrm>
        <a:off x="24588" y="743021"/>
        <a:ext cx="5373216" cy="454509"/>
      </dsp:txXfrm>
    </dsp:sp>
    <dsp:sp modelId="{F3CC2C28-8A69-46CF-9062-CEAF0F6DAA4D}">
      <dsp:nvSpPr>
        <dsp:cNvPr id="0" name=""/>
        <dsp:cNvSpPr/>
      </dsp:nvSpPr>
      <dsp:spPr>
        <a:xfrm>
          <a:off x="0" y="1282598"/>
          <a:ext cx="542239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завершення будівництва основ соціалізму.</a:t>
          </a:r>
          <a:endParaRPr lang="uk-UA" sz="2100" kern="1200"/>
        </a:p>
      </dsp:txBody>
      <dsp:txXfrm>
        <a:off x="24588" y="1307186"/>
        <a:ext cx="5373216" cy="454509"/>
      </dsp:txXfrm>
    </dsp:sp>
    <dsp:sp modelId="{DA45AB0C-D390-4265-A365-87A3CB95B6B9}">
      <dsp:nvSpPr>
        <dsp:cNvPr id="0" name=""/>
        <dsp:cNvSpPr/>
      </dsp:nvSpPr>
      <dsp:spPr>
        <a:xfrm>
          <a:off x="0" y="1846763"/>
          <a:ext cx="542239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зниження рівня життя населення.</a:t>
          </a:r>
          <a:endParaRPr lang="uk-UA" sz="2100" kern="1200"/>
        </a:p>
      </dsp:txBody>
      <dsp:txXfrm>
        <a:off x="24588" y="1871351"/>
        <a:ext cx="5373216" cy="454509"/>
      </dsp:txXfrm>
    </dsp:sp>
    <dsp:sp modelId="{74F7BBAF-BE59-4E5B-A757-82CCC7B4707F}">
      <dsp:nvSpPr>
        <dsp:cNvPr id="0" name=""/>
        <dsp:cNvSpPr/>
      </dsp:nvSpPr>
      <dsp:spPr>
        <a:xfrm>
          <a:off x="0" y="2410928"/>
          <a:ext cx="542239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зміцнення тоталітарного ладу.</a:t>
          </a:r>
          <a:endParaRPr lang="uk-UA" sz="2100" kern="1200"/>
        </a:p>
      </dsp:txBody>
      <dsp:txXfrm>
        <a:off x="24588" y="2435516"/>
        <a:ext cx="5373216" cy="454509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92FB40-E7AB-471C-B01E-62E6E0C5A763}">
      <dsp:nvSpPr>
        <dsp:cNvPr id="0" name=""/>
        <dsp:cNvSpPr/>
      </dsp:nvSpPr>
      <dsp:spPr>
        <a:xfrm>
          <a:off x="0" y="80704"/>
          <a:ext cx="5422390" cy="11188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утвердження державної власності на засоби виробництва в сільському господарстві</a:t>
          </a:r>
          <a:endParaRPr lang="uk-UA" sz="2000" kern="1200"/>
        </a:p>
      </dsp:txBody>
      <dsp:txXfrm>
        <a:off x="54616" y="135320"/>
        <a:ext cx="5313158" cy="1009580"/>
      </dsp:txXfrm>
    </dsp:sp>
    <dsp:sp modelId="{7D499490-B7C0-4392-9866-5333A5F356C8}">
      <dsp:nvSpPr>
        <dsp:cNvPr id="0" name=""/>
        <dsp:cNvSpPr/>
      </dsp:nvSpPr>
      <dsp:spPr>
        <a:xfrm>
          <a:off x="0" y="1257117"/>
          <a:ext cx="5422390" cy="11188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стрімке зростання сільськогосподарського виробництва та матеріального добробуту колгоспного селянства</a:t>
          </a:r>
          <a:endParaRPr lang="uk-UA" sz="2000" kern="1200"/>
        </a:p>
      </dsp:txBody>
      <dsp:txXfrm>
        <a:off x="54616" y="1311733"/>
        <a:ext cx="5313158" cy="1009580"/>
      </dsp:txXfrm>
    </dsp:sp>
    <dsp:sp modelId="{D646AA70-002D-42CB-9FB0-86C34E2BDE89}">
      <dsp:nvSpPr>
        <dsp:cNvPr id="0" name=""/>
        <dsp:cNvSpPr/>
      </dsp:nvSpPr>
      <dsp:spPr>
        <a:xfrm>
          <a:off x="0" y="2433529"/>
          <a:ext cx="5422390" cy="11188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0" kern="1200"/>
            <a:t>запровадження госпрозрахунку, товарно-грошових відносин між державою та колгоспами й радгоспами</a:t>
          </a:r>
          <a:endParaRPr lang="uk-UA" sz="2000" kern="1200"/>
        </a:p>
      </dsp:txBody>
      <dsp:txXfrm>
        <a:off x="54616" y="2488145"/>
        <a:ext cx="5313158" cy="1009580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A2503E-C9B5-498D-906E-006CF401CC78}">
      <dsp:nvSpPr>
        <dsp:cNvPr id="0" name=""/>
        <dsp:cNvSpPr/>
      </dsp:nvSpPr>
      <dsp:spPr>
        <a:xfrm>
          <a:off x="0" y="23858"/>
          <a:ext cx="5422392" cy="11547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«прикріплення» селян до сільської місцевості (колгоспів) безпаспортним статусом</a:t>
          </a:r>
          <a:endParaRPr lang="uk-UA" sz="2100" kern="1200"/>
        </a:p>
      </dsp:txBody>
      <dsp:txXfrm>
        <a:off x="56372" y="80230"/>
        <a:ext cx="5309648" cy="1042045"/>
      </dsp:txXfrm>
    </dsp:sp>
    <dsp:sp modelId="{7794C940-0D66-45AA-9B9A-D52D522D3FF8}">
      <dsp:nvSpPr>
        <dsp:cNvPr id="0" name=""/>
        <dsp:cNvSpPr/>
      </dsp:nvSpPr>
      <dsp:spPr>
        <a:xfrm>
          <a:off x="0" y="1239128"/>
          <a:ext cx="5422392" cy="11547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багатомільйонні демографічні втрати, підрив і деградація продуктивних сил села</a:t>
          </a:r>
          <a:endParaRPr lang="uk-UA" sz="2100" kern="1200"/>
        </a:p>
      </dsp:txBody>
      <dsp:txXfrm>
        <a:off x="56372" y="1295500"/>
        <a:ext cx="5309648" cy="1042045"/>
      </dsp:txXfrm>
    </dsp:sp>
    <dsp:sp modelId="{E3516C2F-04A8-4D18-8B70-419A2748FD18}">
      <dsp:nvSpPr>
        <dsp:cNvPr id="0" name=""/>
        <dsp:cNvSpPr/>
      </dsp:nvSpPr>
      <dsp:spPr>
        <a:xfrm>
          <a:off x="0" y="2454398"/>
          <a:ext cx="5422392" cy="11547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розширення мережі селянських збутових, споживчих, кредитних спілок і товариств</a:t>
          </a:r>
          <a:endParaRPr lang="uk-UA" sz="2100" kern="1200"/>
        </a:p>
      </dsp:txBody>
      <dsp:txXfrm>
        <a:off x="56372" y="2510770"/>
        <a:ext cx="5309648" cy="1042045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A9FBD5-A46A-4102-8DF2-FAD87F404CC7}">
      <dsp:nvSpPr>
        <dsp:cNvPr id="0" name=""/>
        <dsp:cNvSpPr/>
      </dsp:nvSpPr>
      <dsp:spPr>
        <a:xfrm>
          <a:off x="0" y="90953"/>
          <a:ext cx="5422392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300" b="0" i="0" kern="1200"/>
            <a:t>коренізації</a:t>
          </a:r>
          <a:endParaRPr lang="uk-UA" sz="3300" kern="1200"/>
        </a:p>
      </dsp:txBody>
      <dsp:txXfrm>
        <a:off x="38638" y="129591"/>
        <a:ext cx="5345116" cy="714229"/>
      </dsp:txXfrm>
    </dsp:sp>
    <dsp:sp modelId="{7CC4AA5A-A1ED-4EF6-812C-E186DBED3760}">
      <dsp:nvSpPr>
        <dsp:cNvPr id="0" name=""/>
        <dsp:cNvSpPr/>
      </dsp:nvSpPr>
      <dsp:spPr>
        <a:xfrm>
          <a:off x="0" y="977498"/>
          <a:ext cx="5422392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300" b="0" i="0" kern="1200"/>
            <a:t>«воєнного комунізму»</a:t>
          </a:r>
          <a:endParaRPr lang="uk-UA" sz="3300" kern="1200"/>
        </a:p>
      </dsp:txBody>
      <dsp:txXfrm>
        <a:off x="38638" y="1016136"/>
        <a:ext cx="5345116" cy="714229"/>
      </dsp:txXfrm>
    </dsp:sp>
    <dsp:sp modelId="{783AD536-0CA0-4AD4-B395-7ED25CA09541}">
      <dsp:nvSpPr>
        <dsp:cNvPr id="0" name=""/>
        <dsp:cNvSpPr/>
      </dsp:nvSpPr>
      <dsp:spPr>
        <a:xfrm>
          <a:off x="0" y="1864043"/>
          <a:ext cx="5422392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300" b="0" i="0" kern="1200"/>
            <a:t>суцільної колективізації</a:t>
          </a:r>
          <a:endParaRPr lang="uk-UA" sz="3300" kern="1200"/>
        </a:p>
      </dsp:txBody>
      <dsp:txXfrm>
        <a:off x="38638" y="1902681"/>
        <a:ext cx="5345116" cy="714229"/>
      </dsp:txXfrm>
    </dsp:sp>
    <dsp:sp modelId="{69BF26D3-191D-47D7-84BD-E44BA510790B}">
      <dsp:nvSpPr>
        <dsp:cNvPr id="0" name=""/>
        <dsp:cNvSpPr/>
      </dsp:nvSpPr>
      <dsp:spPr>
        <a:xfrm>
          <a:off x="0" y="2750588"/>
          <a:ext cx="5422392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300" b="0" i="0" kern="1200"/>
            <a:t>форсованої індустріалізації</a:t>
          </a:r>
          <a:endParaRPr lang="uk-UA" sz="3300" kern="1200"/>
        </a:p>
      </dsp:txBody>
      <dsp:txXfrm>
        <a:off x="38638" y="2789226"/>
        <a:ext cx="5345116" cy="714229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D3ECAF-614B-44E2-B534-EE2289E74444}">
      <dsp:nvSpPr>
        <dsp:cNvPr id="0" name=""/>
        <dsp:cNvSpPr/>
      </dsp:nvSpPr>
      <dsp:spPr>
        <a:xfrm>
          <a:off x="0" y="117097"/>
          <a:ext cx="6839388" cy="59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Плакат створював негативний образ заможного селянства.</a:t>
          </a:r>
          <a:endParaRPr lang="uk-UA" sz="1500" kern="1200"/>
        </a:p>
      </dsp:txBody>
      <dsp:txXfrm>
        <a:off x="29088" y="146185"/>
        <a:ext cx="6781212" cy="537701"/>
      </dsp:txXfrm>
    </dsp:sp>
    <dsp:sp modelId="{47277602-768F-416E-8213-AC8157CC3545}">
      <dsp:nvSpPr>
        <dsp:cNvPr id="0" name=""/>
        <dsp:cNvSpPr/>
      </dsp:nvSpPr>
      <dsp:spPr>
        <a:xfrm>
          <a:off x="0" y="756174"/>
          <a:ext cx="6839388" cy="59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Появу плаката зумовили негативні наслідки спроби суцільної колективізації в 1929–1930 рр.</a:t>
          </a:r>
          <a:endParaRPr lang="uk-UA" sz="1500" kern="1200"/>
        </a:p>
      </dsp:txBody>
      <dsp:txXfrm>
        <a:off x="29088" y="785262"/>
        <a:ext cx="6781212" cy="537701"/>
      </dsp:txXfrm>
    </dsp:sp>
    <dsp:sp modelId="{570CCDC4-2402-4A12-BDB4-2FD5B65D566E}">
      <dsp:nvSpPr>
        <dsp:cNvPr id="0" name=""/>
        <dsp:cNvSpPr/>
      </dsp:nvSpPr>
      <dsp:spPr>
        <a:xfrm>
          <a:off x="0" y="1395251"/>
          <a:ext cx="6839388" cy="59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Плакат закликав до впровадження політики «воєнного комунізму».</a:t>
          </a:r>
          <a:endParaRPr lang="uk-UA" sz="1500" kern="1200"/>
        </a:p>
      </dsp:txBody>
      <dsp:txXfrm>
        <a:off x="29088" y="1424339"/>
        <a:ext cx="6781212" cy="537701"/>
      </dsp:txXfrm>
    </dsp:sp>
    <dsp:sp modelId="{3A429DCA-ECBA-410F-A271-B56D6C22D8DE}">
      <dsp:nvSpPr>
        <dsp:cNvPr id="0" name=""/>
        <dsp:cNvSpPr/>
      </dsp:nvSpPr>
      <dsp:spPr>
        <a:xfrm>
          <a:off x="0" y="2034329"/>
          <a:ext cx="6839388" cy="59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Плакат агітував за усуспільнення індивідуальної власності селян.</a:t>
          </a:r>
          <a:endParaRPr lang="uk-UA" sz="1500" kern="1200"/>
        </a:p>
      </dsp:txBody>
      <dsp:txXfrm>
        <a:off x="29088" y="2063417"/>
        <a:ext cx="6781212" cy="537701"/>
      </dsp:txXfrm>
    </dsp:sp>
    <dsp:sp modelId="{FF199B2D-F21F-40AC-8181-B3E0C09925E5}">
      <dsp:nvSpPr>
        <dsp:cNvPr id="0" name=""/>
        <dsp:cNvSpPr/>
      </dsp:nvSpPr>
      <dsp:spPr>
        <a:xfrm>
          <a:off x="0" y="2673406"/>
          <a:ext cx="6839388" cy="59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Поява плаката свідчила про неспроможність влади подолати наслідки голоду 1921–1923 рр.</a:t>
          </a:r>
          <a:endParaRPr lang="uk-UA" sz="1500" kern="1200"/>
        </a:p>
      </dsp:txBody>
      <dsp:txXfrm>
        <a:off x="29088" y="2702494"/>
        <a:ext cx="6781212" cy="537701"/>
      </dsp:txXfrm>
    </dsp:sp>
    <dsp:sp modelId="{D361486E-23C7-4219-A505-77EB8FCF92E0}">
      <dsp:nvSpPr>
        <dsp:cNvPr id="0" name=""/>
        <dsp:cNvSpPr/>
      </dsp:nvSpPr>
      <dsp:spPr>
        <a:xfrm>
          <a:off x="0" y="3312484"/>
          <a:ext cx="6839388" cy="59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Плакат агітував за соціалістичне змагання виробничих бригад на селі.</a:t>
          </a:r>
          <a:endParaRPr lang="uk-UA" sz="1500" kern="1200"/>
        </a:p>
      </dsp:txBody>
      <dsp:txXfrm>
        <a:off x="29088" y="3341572"/>
        <a:ext cx="6781212" cy="537701"/>
      </dsp:txXfrm>
    </dsp:sp>
    <dsp:sp modelId="{E6943F58-E991-4E96-B9B8-DDC60B9F7F2B}">
      <dsp:nvSpPr>
        <dsp:cNvPr id="0" name=""/>
        <dsp:cNvSpPr/>
      </dsp:nvSpPr>
      <dsp:spPr>
        <a:xfrm>
          <a:off x="0" y="3951561"/>
          <a:ext cx="6839388" cy="59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Поява плаката засвідчила провал заходів із хлібозаготівлі 1927–1928 рр.</a:t>
          </a:r>
          <a:endParaRPr lang="uk-UA" sz="1500" kern="1200"/>
        </a:p>
      </dsp:txBody>
      <dsp:txXfrm>
        <a:off x="29088" y="3980649"/>
        <a:ext cx="6781212" cy="537701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D9B14C-FBF4-4D41-8454-59381071AB91}">
      <dsp:nvSpPr>
        <dsp:cNvPr id="0" name=""/>
        <dsp:cNvSpPr/>
      </dsp:nvSpPr>
      <dsp:spPr>
        <a:xfrm>
          <a:off x="0" y="390563"/>
          <a:ext cx="5422392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ліквідації "куркулів" і "підкуркульників", виселення решти селян до Сибіру.</a:t>
          </a:r>
          <a:endParaRPr lang="uk-UA" sz="1700" kern="1200"/>
        </a:p>
      </dsp:txBody>
      <dsp:txXfrm>
        <a:off x="33012" y="423575"/>
        <a:ext cx="5356368" cy="610236"/>
      </dsp:txXfrm>
    </dsp:sp>
    <dsp:sp modelId="{0DE85D1B-119F-47A6-992C-5B35DD85CF1E}">
      <dsp:nvSpPr>
        <dsp:cNvPr id="0" name=""/>
        <dsp:cNvSpPr/>
      </dsp:nvSpPr>
      <dsp:spPr>
        <a:xfrm>
          <a:off x="0" y="1115783"/>
          <a:ext cx="5422392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конфіскації всього продовольства й посівного фонду, припинення постачання товарів.</a:t>
          </a:r>
          <a:endParaRPr lang="uk-UA" sz="1700" kern="1200"/>
        </a:p>
      </dsp:txBody>
      <dsp:txXfrm>
        <a:off x="33012" y="1148795"/>
        <a:ext cx="5356368" cy="610236"/>
      </dsp:txXfrm>
    </dsp:sp>
    <dsp:sp modelId="{21661CDB-8B1C-4750-B00B-A6C6362BDBD2}">
      <dsp:nvSpPr>
        <dsp:cNvPr id="0" name=""/>
        <dsp:cNvSpPr/>
      </dsp:nvSpPr>
      <dsp:spPr>
        <a:xfrm>
          <a:off x="0" y="1841003"/>
          <a:ext cx="5422392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надання екстреної продовольчої допомоги членам колгоспу за рахунок селян-одноосібників.</a:t>
          </a:r>
          <a:endParaRPr lang="uk-UA" sz="1700" kern="1200"/>
        </a:p>
      </dsp:txBody>
      <dsp:txXfrm>
        <a:off x="33012" y="1874015"/>
        <a:ext cx="5356368" cy="610236"/>
      </dsp:txXfrm>
    </dsp:sp>
    <dsp:sp modelId="{2D24EA46-B9FD-4745-92FE-B85A82B9FFAF}">
      <dsp:nvSpPr>
        <dsp:cNvPr id="0" name=""/>
        <dsp:cNvSpPr/>
      </dsp:nvSpPr>
      <dsp:spPr>
        <a:xfrm>
          <a:off x="0" y="2566223"/>
          <a:ext cx="5422392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вилучення господарського реманенту та примусове відправлення колгоспників на промислові новобудови.</a:t>
          </a:r>
          <a:endParaRPr lang="uk-UA" sz="1700" kern="1200"/>
        </a:p>
      </dsp:txBody>
      <dsp:txXfrm>
        <a:off x="33012" y="2599235"/>
        <a:ext cx="5356368" cy="610236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A5F5E3-E7F8-44D8-9A43-EEDF85CBE8D1}">
      <dsp:nvSpPr>
        <dsp:cNvPr id="0" name=""/>
        <dsp:cNvSpPr/>
      </dsp:nvSpPr>
      <dsp:spPr>
        <a:xfrm>
          <a:off x="0" y="5504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вигнати куркулів зі створюваних колгоспів і радгоспів.</a:t>
          </a:r>
          <a:endParaRPr lang="uk-UA" sz="2100" kern="1200"/>
        </a:p>
      </dsp:txBody>
      <dsp:txXfrm>
        <a:off x="40780" y="95823"/>
        <a:ext cx="5340832" cy="753819"/>
      </dsp:txXfrm>
    </dsp:sp>
    <dsp:sp modelId="{0DBB18BF-3B61-4168-A77C-F4041F3C5D5F}">
      <dsp:nvSpPr>
        <dsp:cNvPr id="0" name=""/>
        <dsp:cNvSpPr/>
      </dsp:nvSpPr>
      <dsp:spPr>
        <a:xfrm>
          <a:off x="0" y="95090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змусити більшу частину селянства об’єднуватися в колгоспи.</a:t>
          </a:r>
          <a:endParaRPr lang="uk-UA" sz="2100" kern="1200"/>
        </a:p>
      </dsp:txBody>
      <dsp:txXfrm>
        <a:off x="40780" y="991683"/>
        <a:ext cx="5340832" cy="753819"/>
      </dsp:txXfrm>
    </dsp:sp>
    <dsp:sp modelId="{3327A7E5-9AD3-4C1D-845E-8CDD46908CC9}">
      <dsp:nvSpPr>
        <dsp:cNvPr id="0" name=""/>
        <dsp:cNvSpPr/>
      </dsp:nvSpPr>
      <dsp:spPr>
        <a:xfrm>
          <a:off x="0" y="184676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посилити матеріальну зацікавленість селян у суспільній праці.</a:t>
          </a:r>
          <a:endParaRPr lang="uk-UA" sz="2100" kern="1200"/>
        </a:p>
      </dsp:txBody>
      <dsp:txXfrm>
        <a:off x="40780" y="1887543"/>
        <a:ext cx="5340832" cy="753819"/>
      </dsp:txXfrm>
    </dsp:sp>
    <dsp:sp modelId="{9405A3E5-E30F-4EAA-9C07-E454DEB4FFDC}">
      <dsp:nvSpPr>
        <dsp:cNvPr id="0" name=""/>
        <dsp:cNvSpPr/>
      </dsp:nvSpPr>
      <dsp:spPr>
        <a:xfrm>
          <a:off x="0" y="274262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перерозподілити землю куркулів на користь бідняків.</a:t>
          </a:r>
          <a:endParaRPr lang="uk-UA" sz="2100" kern="1200"/>
        </a:p>
      </dsp:txBody>
      <dsp:txXfrm>
        <a:off x="40780" y="2783403"/>
        <a:ext cx="5340832" cy="753819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E2B7F6-DC86-4D68-A27C-0CF233482170}">
      <dsp:nvSpPr>
        <dsp:cNvPr id="0" name=""/>
        <dsp:cNvSpPr/>
      </dsp:nvSpPr>
      <dsp:spPr>
        <a:xfrm>
          <a:off x="0" y="102023"/>
          <a:ext cx="5422392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Активний опір, який чинило українське селянство колективізації, спонукав радянську владу до здійснення репресивних заходів.</a:t>
          </a:r>
          <a:endParaRPr lang="uk-UA" sz="1500" kern="1200"/>
        </a:p>
      </dsp:txBody>
      <dsp:txXfrm>
        <a:off x="40266" y="142289"/>
        <a:ext cx="5341860" cy="744318"/>
      </dsp:txXfrm>
    </dsp:sp>
    <dsp:sp modelId="{1A20E810-331A-4672-A015-01F5F9233223}">
      <dsp:nvSpPr>
        <dsp:cNvPr id="0" name=""/>
        <dsp:cNvSpPr/>
      </dsp:nvSpPr>
      <dsp:spPr>
        <a:xfrm>
          <a:off x="0" y="970073"/>
          <a:ext cx="5422392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Нестача вільних сільськогосподарських земель спричинила масове виселення селян до малозаселених регіонів СРСР.</a:t>
          </a:r>
          <a:endParaRPr lang="uk-UA" sz="1500" kern="1200"/>
        </a:p>
      </dsp:txBody>
      <dsp:txXfrm>
        <a:off x="40266" y="1010339"/>
        <a:ext cx="5341860" cy="744318"/>
      </dsp:txXfrm>
    </dsp:sp>
    <dsp:sp modelId="{D3241F14-DC58-45AC-AD2B-4460D79BEAFA}">
      <dsp:nvSpPr>
        <dsp:cNvPr id="0" name=""/>
        <dsp:cNvSpPr/>
      </dsp:nvSpPr>
      <dsp:spPr>
        <a:xfrm>
          <a:off x="0" y="1838123"/>
          <a:ext cx="5422392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Освоєння цілинних земель спонукало радянський уряд залучати на цілину найбільш активну частину селянства.</a:t>
          </a:r>
          <a:endParaRPr lang="uk-UA" sz="1500" kern="1200"/>
        </a:p>
      </dsp:txBody>
      <dsp:txXfrm>
        <a:off x="40266" y="1878389"/>
        <a:ext cx="5341860" cy="744318"/>
      </dsp:txXfrm>
    </dsp:sp>
    <dsp:sp modelId="{619BC1D6-83B0-47EE-AFDD-B0C9B2E61305}">
      <dsp:nvSpPr>
        <dsp:cNvPr id="0" name=""/>
        <dsp:cNvSpPr/>
      </dsp:nvSpPr>
      <dsp:spPr>
        <a:xfrm>
          <a:off x="0" y="2706173"/>
          <a:ext cx="5422392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Забруднення сільськогосподарських угідь відходами промислового виробництва змушувало селян переселятися в безпечні регіони.</a:t>
          </a:r>
          <a:endParaRPr lang="uk-UA" sz="1500" kern="1200"/>
        </a:p>
      </dsp:txBody>
      <dsp:txXfrm>
        <a:off x="40266" y="2746439"/>
        <a:ext cx="5341860" cy="744318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B4A96F-2EAE-4560-B902-5E0099F16C46}">
      <dsp:nvSpPr>
        <dsp:cNvPr id="0" name=""/>
        <dsp:cNvSpPr/>
      </dsp:nvSpPr>
      <dsp:spPr>
        <a:xfrm>
          <a:off x="0" y="666143"/>
          <a:ext cx="5422392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зневіра в можливості побудови соціалізму</a:t>
          </a:r>
          <a:endParaRPr lang="uk-UA" sz="2200" kern="1200"/>
        </a:p>
      </dsp:txBody>
      <dsp:txXfrm>
        <a:off x="25759" y="691902"/>
        <a:ext cx="5370874" cy="476152"/>
      </dsp:txXfrm>
    </dsp:sp>
    <dsp:sp modelId="{8993F1D2-D287-46D5-A6EC-51DC1F548CBE}">
      <dsp:nvSpPr>
        <dsp:cNvPr id="0" name=""/>
        <dsp:cNvSpPr/>
      </dsp:nvSpPr>
      <dsp:spPr>
        <a:xfrm>
          <a:off x="0" y="1257173"/>
          <a:ext cx="5422392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здійснення масових репресій у республіці</a:t>
          </a:r>
          <a:endParaRPr lang="uk-UA" sz="2200" kern="1200"/>
        </a:p>
      </dsp:txBody>
      <dsp:txXfrm>
        <a:off x="25759" y="1282932"/>
        <a:ext cx="5370874" cy="476152"/>
      </dsp:txXfrm>
    </dsp:sp>
    <dsp:sp modelId="{9CD467E4-2C01-4023-A107-EE105DBE9BBD}">
      <dsp:nvSpPr>
        <dsp:cNvPr id="0" name=""/>
        <dsp:cNvSpPr/>
      </dsp:nvSpPr>
      <dsp:spPr>
        <a:xfrm>
          <a:off x="0" y="1848203"/>
          <a:ext cx="5422392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наростання загрози Другої світової війни</a:t>
          </a:r>
          <a:endParaRPr lang="uk-UA" sz="2200" kern="1200"/>
        </a:p>
      </dsp:txBody>
      <dsp:txXfrm>
        <a:off x="25759" y="1873962"/>
        <a:ext cx="5370874" cy="476152"/>
      </dsp:txXfrm>
    </dsp:sp>
    <dsp:sp modelId="{9B60888E-2394-4E48-82B5-0F9C591D5F98}">
      <dsp:nvSpPr>
        <dsp:cNvPr id="0" name=""/>
        <dsp:cNvSpPr/>
      </dsp:nvSpPr>
      <dsp:spPr>
        <a:xfrm>
          <a:off x="0" y="2439233"/>
          <a:ext cx="5422392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згортання політики «українізації»</a:t>
          </a:r>
          <a:endParaRPr lang="uk-UA" sz="2200" kern="1200"/>
        </a:p>
      </dsp:txBody>
      <dsp:txXfrm>
        <a:off x="25759" y="2464992"/>
        <a:ext cx="5370874" cy="476152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6EC28D-7C3A-44B1-86E9-AC93CC5F3B2E}">
      <dsp:nvSpPr>
        <dsp:cNvPr id="0" name=""/>
        <dsp:cNvSpPr/>
      </dsp:nvSpPr>
      <dsp:spPr>
        <a:xfrm>
          <a:off x="0" y="5504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справа «Українського національного центру».</a:t>
          </a:r>
          <a:endParaRPr lang="uk-UA" sz="2100" kern="1200"/>
        </a:p>
      </dsp:txBody>
      <dsp:txXfrm>
        <a:off x="40780" y="95823"/>
        <a:ext cx="5340832" cy="753819"/>
      </dsp:txXfrm>
    </dsp:sp>
    <dsp:sp modelId="{DA1BA3ED-105B-46D0-B8BF-2515E610353B}">
      <dsp:nvSpPr>
        <dsp:cNvPr id="0" name=""/>
        <dsp:cNvSpPr/>
      </dsp:nvSpPr>
      <dsp:spPr>
        <a:xfrm>
          <a:off x="0" y="95090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справа «Спілки визволення України».</a:t>
          </a:r>
          <a:endParaRPr lang="uk-UA" sz="2100" kern="1200"/>
        </a:p>
      </dsp:txBody>
      <dsp:txXfrm>
        <a:off x="40780" y="991683"/>
        <a:ext cx="5340832" cy="753819"/>
      </dsp:txXfrm>
    </dsp:sp>
    <dsp:sp modelId="{65714270-494F-4E95-8816-E4745FB09648}">
      <dsp:nvSpPr>
        <dsp:cNvPr id="0" name=""/>
        <dsp:cNvSpPr/>
      </dsp:nvSpPr>
      <dsp:spPr>
        <a:xfrm>
          <a:off x="0" y="184676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Шахтинська справа.</a:t>
          </a:r>
          <a:endParaRPr lang="uk-UA" sz="2100" kern="1200"/>
        </a:p>
      </dsp:txBody>
      <dsp:txXfrm>
        <a:off x="40780" y="1887543"/>
        <a:ext cx="5340832" cy="753819"/>
      </dsp:txXfrm>
    </dsp:sp>
    <dsp:sp modelId="{D0020672-E3C7-4463-AF16-40C074DCF5B8}">
      <dsp:nvSpPr>
        <dsp:cNvPr id="0" name=""/>
        <dsp:cNvSpPr/>
      </dsp:nvSpPr>
      <dsp:spPr>
        <a:xfrm>
          <a:off x="0" y="274262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Справа Промпартії.</a:t>
          </a:r>
          <a:endParaRPr lang="uk-UA" sz="2100" kern="1200"/>
        </a:p>
      </dsp:txBody>
      <dsp:txXfrm>
        <a:off x="40780" y="2783403"/>
        <a:ext cx="5340832" cy="753819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DF32B8-5C58-43C1-B1A2-DCCD7441D058}">
      <dsp:nvSpPr>
        <dsp:cNvPr id="0" name=""/>
        <dsp:cNvSpPr/>
      </dsp:nvSpPr>
      <dsp:spPr>
        <a:xfrm>
          <a:off x="0" y="718433"/>
          <a:ext cx="542239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Собор Святої Софії в Києві</a:t>
          </a:r>
          <a:endParaRPr lang="uk-UA" sz="2100" kern="1200"/>
        </a:p>
      </dsp:txBody>
      <dsp:txXfrm>
        <a:off x="24588" y="743021"/>
        <a:ext cx="5373216" cy="454509"/>
      </dsp:txXfrm>
    </dsp:sp>
    <dsp:sp modelId="{4FF3E031-664C-4938-9608-78AB3698DAEF}">
      <dsp:nvSpPr>
        <dsp:cNvPr id="0" name=""/>
        <dsp:cNvSpPr/>
      </dsp:nvSpPr>
      <dsp:spPr>
        <a:xfrm>
          <a:off x="0" y="1282598"/>
          <a:ext cx="542239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Михайлівський Золотоверхий собор у Києві</a:t>
          </a:r>
          <a:endParaRPr lang="uk-UA" sz="2100" kern="1200"/>
        </a:p>
      </dsp:txBody>
      <dsp:txXfrm>
        <a:off x="24588" y="1307186"/>
        <a:ext cx="5373216" cy="454509"/>
      </dsp:txXfrm>
    </dsp:sp>
    <dsp:sp modelId="{4ECA38F2-DF19-42E3-86A5-AEDC4E72C6AE}">
      <dsp:nvSpPr>
        <dsp:cNvPr id="0" name=""/>
        <dsp:cNvSpPr/>
      </dsp:nvSpPr>
      <dsp:spPr>
        <a:xfrm>
          <a:off x="0" y="1846763"/>
          <a:ext cx="542239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Успенський собор Києво-Печерської лаври</a:t>
          </a:r>
          <a:endParaRPr lang="uk-UA" sz="2100" kern="1200"/>
        </a:p>
      </dsp:txBody>
      <dsp:txXfrm>
        <a:off x="24588" y="1871351"/>
        <a:ext cx="5373216" cy="454509"/>
      </dsp:txXfrm>
    </dsp:sp>
    <dsp:sp modelId="{2CEF2833-1352-4ED7-A474-E65E2BE8564C}">
      <dsp:nvSpPr>
        <dsp:cNvPr id="0" name=""/>
        <dsp:cNvSpPr/>
      </dsp:nvSpPr>
      <dsp:spPr>
        <a:xfrm>
          <a:off x="0" y="2410928"/>
          <a:ext cx="542239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Спасо-Преображенський собор у Чернігові</a:t>
          </a:r>
          <a:endParaRPr lang="uk-UA" sz="2100" kern="1200"/>
        </a:p>
      </dsp:txBody>
      <dsp:txXfrm>
        <a:off x="24588" y="2435516"/>
        <a:ext cx="5373216" cy="454509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F43821-6F5E-42BD-A453-7E2FA686E8D7}">
      <dsp:nvSpPr>
        <dsp:cNvPr id="0" name=""/>
        <dsp:cNvSpPr/>
      </dsp:nvSpPr>
      <dsp:spPr>
        <a:xfrm>
          <a:off x="0" y="509273"/>
          <a:ext cx="5422392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першої п'ятирічки (1928-1932 рр.).</a:t>
          </a:r>
          <a:endParaRPr lang="uk-UA" sz="2500" kern="1200"/>
        </a:p>
      </dsp:txBody>
      <dsp:txXfrm>
        <a:off x="29271" y="538544"/>
        <a:ext cx="5363850" cy="541083"/>
      </dsp:txXfrm>
    </dsp:sp>
    <dsp:sp modelId="{A91316F8-68EF-41C1-ADD2-AE0E0B4E8E00}">
      <dsp:nvSpPr>
        <dsp:cNvPr id="0" name=""/>
        <dsp:cNvSpPr/>
      </dsp:nvSpPr>
      <dsp:spPr>
        <a:xfrm>
          <a:off x="0" y="1180898"/>
          <a:ext cx="5422392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другої п'ятирічки (1933-1937 рр.).</a:t>
          </a:r>
          <a:endParaRPr lang="uk-UA" sz="2500" kern="1200"/>
        </a:p>
      </dsp:txBody>
      <dsp:txXfrm>
        <a:off x="29271" y="1210169"/>
        <a:ext cx="5363850" cy="541083"/>
      </dsp:txXfrm>
    </dsp:sp>
    <dsp:sp modelId="{E679DB63-EB8F-410E-A903-4CB05CAA233E}">
      <dsp:nvSpPr>
        <dsp:cNvPr id="0" name=""/>
        <dsp:cNvSpPr/>
      </dsp:nvSpPr>
      <dsp:spPr>
        <a:xfrm>
          <a:off x="0" y="1852523"/>
          <a:ext cx="5422392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третьої п'ятирічки (1938-1942 рр.).</a:t>
          </a:r>
          <a:endParaRPr lang="uk-UA" sz="2500" kern="1200"/>
        </a:p>
      </dsp:txBody>
      <dsp:txXfrm>
        <a:off x="29271" y="1881794"/>
        <a:ext cx="5363850" cy="541083"/>
      </dsp:txXfrm>
    </dsp:sp>
    <dsp:sp modelId="{8A50D074-49A3-4BB1-AA1D-4DC0239F6099}">
      <dsp:nvSpPr>
        <dsp:cNvPr id="0" name=""/>
        <dsp:cNvSpPr/>
      </dsp:nvSpPr>
      <dsp:spPr>
        <a:xfrm>
          <a:off x="0" y="2524148"/>
          <a:ext cx="5422392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четвертої п'ятирічки (1946-1950 рр.).</a:t>
          </a:r>
          <a:endParaRPr lang="uk-UA" sz="2500" kern="1200"/>
        </a:p>
      </dsp:txBody>
      <dsp:txXfrm>
        <a:off x="29271" y="2553419"/>
        <a:ext cx="5363850" cy="541083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BB5BFB-41C1-40F9-A06C-8D88F53ED826}">
      <dsp:nvSpPr>
        <dsp:cNvPr id="0" name=""/>
        <dsp:cNvSpPr/>
      </dsp:nvSpPr>
      <dsp:spPr>
        <a:xfrm>
          <a:off x="0" y="57346"/>
          <a:ext cx="5422392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кампанії з розкуркулення в 1929 — 1932 рр.</a:t>
          </a:r>
          <a:endParaRPr lang="uk-UA" sz="2100" kern="1200"/>
        </a:p>
      </dsp:txBody>
      <dsp:txXfrm>
        <a:off x="40724" y="98070"/>
        <a:ext cx="5340944" cy="752780"/>
      </dsp:txXfrm>
    </dsp:sp>
    <dsp:sp modelId="{4850EC19-9904-4617-885C-8449B18FF810}">
      <dsp:nvSpPr>
        <dsp:cNvPr id="0" name=""/>
        <dsp:cNvSpPr/>
      </dsp:nvSpPr>
      <dsp:spPr>
        <a:xfrm>
          <a:off x="0" y="952055"/>
          <a:ext cx="5422392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терору голодом у 1932 — 1933 рр.</a:t>
          </a:r>
          <a:endParaRPr lang="uk-UA" sz="2100" kern="1200"/>
        </a:p>
      </dsp:txBody>
      <dsp:txXfrm>
        <a:off x="40724" y="992779"/>
        <a:ext cx="5340944" cy="752780"/>
      </dsp:txXfrm>
    </dsp:sp>
    <dsp:sp modelId="{FED33D48-526C-40D5-B812-B29206632034}">
      <dsp:nvSpPr>
        <dsp:cNvPr id="0" name=""/>
        <dsp:cNvSpPr/>
      </dsp:nvSpPr>
      <dsp:spPr>
        <a:xfrm>
          <a:off x="0" y="1846763"/>
          <a:ext cx="5422392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політики коренізації на початку 1930-х рр.</a:t>
          </a:r>
          <a:endParaRPr lang="uk-UA" sz="2100" kern="1200"/>
        </a:p>
      </dsp:txBody>
      <dsp:txXfrm>
        <a:off x="40724" y="1887487"/>
        <a:ext cx="5340944" cy="752780"/>
      </dsp:txXfrm>
    </dsp:sp>
    <dsp:sp modelId="{E73B6BC9-50EA-4EC5-A1F9-44F1D9AC290C}">
      <dsp:nvSpPr>
        <dsp:cNvPr id="0" name=""/>
        <dsp:cNvSpPr/>
      </dsp:nvSpPr>
      <dsp:spPr>
        <a:xfrm>
          <a:off x="0" y="2741471"/>
          <a:ext cx="5422392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масових репресій у другій половині 1930-х рр.</a:t>
          </a:r>
          <a:endParaRPr lang="uk-UA" sz="2100" kern="1200"/>
        </a:p>
      </dsp:txBody>
      <dsp:txXfrm>
        <a:off x="40724" y="2782195"/>
        <a:ext cx="5340944" cy="752780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35E760-28A9-4A6A-9D40-99E356149B6E}">
      <dsp:nvSpPr>
        <dsp:cNvPr id="0" name=""/>
        <dsp:cNvSpPr/>
      </dsp:nvSpPr>
      <dsp:spPr>
        <a:xfrm>
          <a:off x="0" y="5504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заміна колишніх офіцерів царської армії «червоними командирами»</a:t>
          </a:r>
          <a:endParaRPr lang="uk-UA" sz="2100" kern="1200"/>
        </a:p>
      </dsp:txBody>
      <dsp:txXfrm>
        <a:off x="40780" y="95823"/>
        <a:ext cx="5340832" cy="753819"/>
      </dsp:txXfrm>
    </dsp:sp>
    <dsp:sp modelId="{2B525170-3171-4E16-A3D4-49E389006437}">
      <dsp:nvSpPr>
        <dsp:cNvPr id="0" name=""/>
        <dsp:cNvSpPr/>
      </dsp:nvSpPr>
      <dsp:spPr>
        <a:xfrm>
          <a:off x="0" y="95090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забезпечення новобудов трудовими ресурсами за рахунок армії</a:t>
          </a:r>
          <a:endParaRPr lang="uk-UA" sz="2100" kern="1200"/>
        </a:p>
      </dsp:txBody>
      <dsp:txXfrm>
        <a:off x="40780" y="991683"/>
        <a:ext cx="5340832" cy="753819"/>
      </dsp:txXfrm>
    </dsp:sp>
    <dsp:sp modelId="{7A632AB1-B35D-406D-A77D-4FC90F2179B9}">
      <dsp:nvSpPr>
        <dsp:cNvPr id="0" name=""/>
        <dsp:cNvSpPr/>
      </dsp:nvSpPr>
      <dsp:spPr>
        <a:xfrm>
          <a:off x="0" y="184676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масові репресії проти командного складу Червоної армії</a:t>
          </a:r>
          <a:endParaRPr lang="uk-UA" sz="2100" kern="1200"/>
        </a:p>
      </dsp:txBody>
      <dsp:txXfrm>
        <a:off x="40780" y="1887543"/>
        <a:ext cx="5340832" cy="753819"/>
      </dsp:txXfrm>
    </dsp:sp>
    <dsp:sp modelId="{CB0DD8F8-68DB-4E59-AC41-B810D90283B0}">
      <dsp:nvSpPr>
        <dsp:cNvPr id="0" name=""/>
        <dsp:cNvSpPr/>
      </dsp:nvSpPr>
      <dsp:spPr>
        <a:xfrm>
          <a:off x="0" y="274262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скорочення особового складу збройних сил країни</a:t>
          </a:r>
          <a:endParaRPr lang="uk-UA" sz="2100" kern="1200"/>
        </a:p>
      </dsp:txBody>
      <dsp:txXfrm>
        <a:off x="40780" y="2783403"/>
        <a:ext cx="5340832" cy="753819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E17EFB-0403-4638-9A25-951885674F7E}">
      <dsp:nvSpPr>
        <dsp:cNvPr id="0" name=""/>
        <dsp:cNvSpPr/>
      </dsp:nvSpPr>
      <dsp:spPr>
        <a:xfrm>
          <a:off x="0" y="509273"/>
          <a:ext cx="5422392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справи «Спілки визволення України»</a:t>
          </a:r>
          <a:endParaRPr lang="uk-UA" sz="2500" kern="1200"/>
        </a:p>
      </dsp:txBody>
      <dsp:txXfrm>
        <a:off x="29271" y="538544"/>
        <a:ext cx="5363850" cy="541083"/>
      </dsp:txXfrm>
    </dsp:sp>
    <dsp:sp modelId="{D38445F2-9448-4C07-AA04-01313281CA95}">
      <dsp:nvSpPr>
        <dsp:cNvPr id="0" name=""/>
        <dsp:cNvSpPr/>
      </dsp:nvSpPr>
      <dsp:spPr>
        <a:xfrm>
          <a:off x="0" y="1180898"/>
          <a:ext cx="5422392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«Шахтинської справи»</a:t>
          </a:r>
          <a:endParaRPr lang="uk-UA" sz="2500" kern="1200"/>
        </a:p>
      </dsp:txBody>
      <dsp:txXfrm>
        <a:off x="29271" y="1210169"/>
        <a:ext cx="5363850" cy="541083"/>
      </dsp:txXfrm>
    </dsp:sp>
    <dsp:sp modelId="{78C77B31-0B07-48F2-8BC8-D526C057C4E5}">
      <dsp:nvSpPr>
        <dsp:cNvPr id="0" name=""/>
        <dsp:cNvSpPr/>
      </dsp:nvSpPr>
      <dsp:spPr>
        <a:xfrm>
          <a:off x="0" y="1852523"/>
          <a:ext cx="5422392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Голодомору</a:t>
          </a:r>
          <a:endParaRPr lang="uk-UA" sz="2500" kern="1200"/>
        </a:p>
      </dsp:txBody>
      <dsp:txXfrm>
        <a:off x="29271" y="1881794"/>
        <a:ext cx="5363850" cy="541083"/>
      </dsp:txXfrm>
    </dsp:sp>
    <dsp:sp modelId="{811A7126-50B0-4850-9585-5A19F0AC7E5A}">
      <dsp:nvSpPr>
        <dsp:cNvPr id="0" name=""/>
        <dsp:cNvSpPr/>
      </dsp:nvSpPr>
      <dsp:spPr>
        <a:xfrm>
          <a:off x="0" y="2524148"/>
          <a:ext cx="5422392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«Закону про п’ять колосків»</a:t>
          </a:r>
          <a:endParaRPr lang="uk-UA" sz="2500" kern="1200"/>
        </a:p>
      </dsp:txBody>
      <dsp:txXfrm>
        <a:off x="29271" y="2553419"/>
        <a:ext cx="5363850" cy="541083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20850B-A7A6-426B-B951-4AE1C10963FF}">
      <dsp:nvSpPr>
        <dsp:cNvPr id="0" name=""/>
        <dsp:cNvSpPr/>
      </dsp:nvSpPr>
      <dsp:spPr>
        <a:xfrm>
          <a:off x="0" y="57346"/>
          <a:ext cx="5422392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справу «Промпартії»</a:t>
          </a:r>
          <a:endParaRPr lang="uk-UA" sz="2100" kern="1200"/>
        </a:p>
      </dsp:txBody>
      <dsp:txXfrm>
        <a:off x="40724" y="98070"/>
        <a:ext cx="5340944" cy="752780"/>
      </dsp:txXfrm>
    </dsp:sp>
    <dsp:sp modelId="{585DC43B-C6F8-4A18-9C6B-349263486C45}">
      <dsp:nvSpPr>
        <dsp:cNvPr id="0" name=""/>
        <dsp:cNvSpPr/>
      </dsp:nvSpPr>
      <dsp:spPr>
        <a:xfrm>
          <a:off x="0" y="952055"/>
          <a:ext cx="5422392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«Шахтинську справу»</a:t>
          </a:r>
          <a:endParaRPr lang="uk-UA" sz="2100" kern="1200"/>
        </a:p>
      </dsp:txBody>
      <dsp:txXfrm>
        <a:off x="40724" y="992779"/>
        <a:ext cx="5340944" cy="752780"/>
      </dsp:txXfrm>
    </dsp:sp>
    <dsp:sp modelId="{0DF71C92-FB6A-4FD1-B427-9901ABCDDA60}">
      <dsp:nvSpPr>
        <dsp:cNvPr id="0" name=""/>
        <dsp:cNvSpPr/>
      </dsp:nvSpPr>
      <dsp:spPr>
        <a:xfrm>
          <a:off x="0" y="1846763"/>
          <a:ext cx="5422392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справу «Спілки визволення України»</a:t>
          </a:r>
          <a:endParaRPr lang="uk-UA" sz="2100" kern="1200"/>
        </a:p>
      </dsp:txBody>
      <dsp:txXfrm>
        <a:off x="40724" y="1887487"/>
        <a:ext cx="5340944" cy="752780"/>
      </dsp:txXfrm>
    </dsp:sp>
    <dsp:sp modelId="{79D502B1-D053-4997-BEF7-25B8E716AAC4}">
      <dsp:nvSpPr>
        <dsp:cNvPr id="0" name=""/>
        <dsp:cNvSpPr/>
      </dsp:nvSpPr>
      <dsp:spPr>
        <a:xfrm>
          <a:off x="0" y="2741471"/>
          <a:ext cx="5422392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справу «Українського національного центру»</a:t>
          </a:r>
          <a:endParaRPr lang="uk-UA" sz="2100" kern="1200"/>
        </a:p>
      </dsp:txBody>
      <dsp:txXfrm>
        <a:off x="40724" y="2782195"/>
        <a:ext cx="5340944" cy="752780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3C459B-5891-4BA7-B62A-EAA16FD22606}">
      <dsp:nvSpPr>
        <dsp:cNvPr id="0" name=""/>
        <dsp:cNvSpPr/>
      </dsp:nvSpPr>
      <dsp:spPr>
        <a:xfrm>
          <a:off x="0" y="5504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створення творчих літературно-мистецьких об’єднань</a:t>
          </a:r>
          <a:endParaRPr lang="uk-UA" sz="2100" kern="1200"/>
        </a:p>
      </dsp:txBody>
      <dsp:txXfrm>
        <a:off x="40780" y="95823"/>
        <a:ext cx="5340832" cy="753819"/>
      </dsp:txXfrm>
    </dsp:sp>
    <dsp:sp modelId="{C781F5FF-5C95-43CA-82C5-A6483E8D5B9C}">
      <dsp:nvSpPr>
        <dsp:cNvPr id="0" name=""/>
        <dsp:cNvSpPr/>
      </dsp:nvSpPr>
      <dsp:spPr>
        <a:xfrm>
          <a:off x="0" y="95090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запровадження загальної обов’язкової середньої освіти</a:t>
          </a:r>
          <a:endParaRPr lang="uk-UA" sz="2100" kern="1200"/>
        </a:p>
      </dsp:txBody>
      <dsp:txXfrm>
        <a:off x="40780" y="991683"/>
        <a:ext cx="5340832" cy="753819"/>
      </dsp:txXfrm>
    </dsp:sp>
    <dsp:sp modelId="{5E782E36-50AF-44E4-88D8-E4E8647C6240}">
      <dsp:nvSpPr>
        <dsp:cNvPr id="0" name=""/>
        <dsp:cNvSpPr/>
      </dsp:nvSpPr>
      <dsp:spPr>
        <a:xfrm>
          <a:off x="0" y="184676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насадження єдиного творчого методу — «соціалистичного реалізму»</a:t>
          </a:r>
          <a:endParaRPr lang="uk-UA" sz="2100" kern="1200"/>
        </a:p>
      </dsp:txBody>
      <dsp:txXfrm>
        <a:off x="40780" y="1887543"/>
        <a:ext cx="5340832" cy="753819"/>
      </dsp:txXfrm>
    </dsp:sp>
    <dsp:sp modelId="{FD560719-01B1-42EF-96A0-3B687C102D2F}">
      <dsp:nvSpPr>
        <dsp:cNvPr id="0" name=""/>
        <dsp:cNvSpPr/>
      </dsp:nvSpPr>
      <dsp:spPr>
        <a:xfrm>
          <a:off x="0" y="274262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вигнання нелояльних до радянської влади митців за кордон</a:t>
          </a:r>
          <a:endParaRPr lang="uk-UA" sz="2100" kern="1200"/>
        </a:p>
      </dsp:txBody>
      <dsp:txXfrm>
        <a:off x="40780" y="2783403"/>
        <a:ext cx="5340832" cy="753819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A61781-E999-4F94-B87A-82CA708B4CE5}">
      <dsp:nvSpPr>
        <dsp:cNvPr id="0" name=""/>
        <dsp:cNvSpPr/>
      </dsp:nvSpPr>
      <dsp:spPr>
        <a:xfrm>
          <a:off x="0" y="3866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театр</a:t>
          </a:r>
          <a:endParaRPr lang="uk-UA" sz="3400" kern="1200"/>
        </a:p>
      </dsp:txBody>
      <dsp:txXfrm>
        <a:off x="39809" y="78472"/>
        <a:ext cx="5342774" cy="735872"/>
      </dsp:txXfrm>
    </dsp:sp>
    <dsp:sp modelId="{6DCD7499-F7DB-4391-84F3-66AFE845BA7D}">
      <dsp:nvSpPr>
        <dsp:cNvPr id="0" name=""/>
        <dsp:cNvSpPr/>
      </dsp:nvSpPr>
      <dsp:spPr>
        <a:xfrm>
          <a:off x="0" y="95207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література</a:t>
          </a:r>
          <a:endParaRPr lang="uk-UA" sz="3400" kern="1200"/>
        </a:p>
      </dsp:txBody>
      <dsp:txXfrm>
        <a:off x="39809" y="991882"/>
        <a:ext cx="5342774" cy="735872"/>
      </dsp:txXfrm>
    </dsp:sp>
    <dsp:sp modelId="{FC16102F-7893-4784-AB31-FBFB67F9121B}">
      <dsp:nvSpPr>
        <dsp:cNvPr id="0" name=""/>
        <dsp:cNvSpPr/>
      </dsp:nvSpPr>
      <dsp:spPr>
        <a:xfrm>
          <a:off x="0" y="186548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музика</a:t>
          </a:r>
          <a:endParaRPr lang="uk-UA" sz="3400" kern="1200"/>
        </a:p>
      </dsp:txBody>
      <dsp:txXfrm>
        <a:off x="39809" y="1905292"/>
        <a:ext cx="5342774" cy="735872"/>
      </dsp:txXfrm>
    </dsp:sp>
    <dsp:sp modelId="{571D340B-49A8-4C02-B745-468F69189B20}">
      <dsp:nvSpPr>
        <dsp:cNvPr id="0" name=""/>
        <dsp:cNvSpPr/>
      </dsp:nvSpPr>
      <dsp:spPr>
        <a:xfrm>
          <a:off x="0" y="277889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живопис</a:t>
          </a:r>
          <a:endParaRPr lang="uk-UA" sz="3400" kern="1200"/>
        </a:p>
      </dsp:txBody>
      <dsp:txXfrm>
        <a:off x="39809" y="2818702"/>
        <a:ext cx="5342774" cy="735872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C1D35B-510B-4877-8E5D-54BA71DB63D3}">
      <dsp:nvSpPr>
        <dsp:cNvPr id="0" name=""/>
        <dsp:cNvSpPr/>
      </dsp:nvSpPr>
      <dsp:spPr>
        <a:xfrm>
          <a:off x="0" y="456983"/>
          <a:ext cx="542239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«Союз визволення України»</a:t>
          </a:r>
          <a:endParaRPr lang="uk-UA" sz="2600" kern="1200"/>
        </a:p>
      </dsp:txBody>
      <dsp:txXfrm>
        <a:off x="30442" y="487425"/>
        <a:ext cx="5361508" cy="562726"/>
      </dsp:txXfrm>
    </dsp:sp>
    <dsp:sp modelId="{03DA72F7-3112-498A-9ED2-7BD73EE04282}">
      <dsp:nvSpPr>
        <dsp:cNvPr id="0" name=""/>
        <dsp:cNvSpPr/>
      </dsp:nvSpPr>
      <dsp:spPr>
        <a:xfrm>
          <a:off x="0" y="1155473"/>
          <a:ext cx="542239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«Шахтинська справа»</a:t>
          </a:r>
          <a:endParaRPr lang="uk-UA" sz="2600" kern="1200"/>
        </a:p>
      </dsp:txBody>
      <dsp:txXfrm>
        <a:off x="30442" y="1185915"/>
        <a:ext cx="5361508" cy="562726"/>
      </dsp:txXfrm>
    </dsp:sp>
    <dsp:sp modelId="{B523A715-0CE6-44A6-ABAE-5CD9E4833D0D}">
      <dsp:nvSpPr>
        <dsp:cNvPr id="0" name=""/>
        <dsp:cNvSpPr/>
      </dsp:nvSpPr>
      <dsp:spPr>
        <a:xfrm>
          <a:off x="0" y="1853963"/>
          <a:ext cx="542239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«Спілка визволення України»</a:t>
          </a:r>
          <a:endParaRPr lang="uk-UA" sz="2600" kern="1200"/>
        </a:p>
      </dsp:txBody>
      <dsp:txXfrm>
        <a:off x="30442" y="1884405"/>
        <a:ext cx="5361508" cy="562726"/>
      </dsp:txXfrm>
    </dsp:sp>
    <dsp:sp modelId="{AEA0C176-C750-4EA2-B174-EEC773EC7F32}">
      <dsp:nvSpPr>
        <dsp:cNvPr id="0" name=""/>
        <dsp:cNvSpPr/>
      </dsp:nvSpPr>
      <dsp:spPr>
        <a:xfrm>
          <a:off x="0" y="2552453"/>
          <a:ext cx="542239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0" i="0" kern="1200"/>
            <a:t>«Український національний центр»</a:t>
          </a:r>
          <a:endParaRPr lang="uk-UA" sz="2600" kern="1200"/>
        </a:p>
      </dsp:txBody>
      <dsp:txXfrm>
        <a:off x="30442" y="2582895"/>
        <a:ext cx="5361508" cy="562726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B92394-B627-49BB-BA56-EEAB819B7E23}">
      <dsp:nvSpPr>
        <dsp:cNvPr id="0" name=""/>
        <dsp:cNvSpPr/>
      </dsp:nvSpPr>
      <dsp:spPr>
        <a:xfrm>
          <a:off x="894671" y="0"/>
          <a:ext cx="3633047" cy="363304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8E357B-FCE2-4493-AF48-2A859D644BEB}">
      <dsp:nvSpPr>
        <dsp:cNvPr id="0" name=""/>
        <dsp:cNvSpPr/>
      </dsp:nvSpPr>
      <dsp:spPr>
        <a:xfrm>
          <a:off x="1239810" y="345139"/>
          <a:ext cx="1416888" cy="1416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1, 4, 6</a:t>
          </a:r>
          <a:endParaRPr lang="uk-UA" sz="3500" kern="1200"/>
        </a:p>
      </dsp:txBody>
      <dsp:txXfrm>
        <a:off x="1308977" y="414306"/>
        <a:ext cx="1278554" cy="1278554"/>
      </dsp:txXfrm>
    </dsp:sp>
    <dsp:sp modelId="{AA40B3FB-35D0-43C2-B4B3-40C166CB7B95}">
      <dsp:nvSpPr>
        <dsp:cNvPr id="0" name=""/>
        <dsp:cNvSpPr/>
      </dsp:nvSpPr>
      <dsp:spPr>
        <a:xfrm>
          <a:off x="2765690" y="345139"/>
          <a:ext cx="1416888" cy="1416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1, 3, 5</a:t>
          </a:r>
          <a:endParaRPr lang="uk-UA" sz="3500" kern="1200"/>
        </a:p>
      </dsp:txBody>
      <dsp:txXfrm>
        <a:off x="2834857" y="414306"/>
        <a:ext cx="1278554" cy="1278554"/>
      </dsp:txXfrm>
    </dsp:sp>
    <dsp:sp modelId="{72505B64-B34F-43AC-9D05-01A5088997A0}">
      <dsp:nvSpPr>
        <dsp:cNvPr id="0" name=""/>
        <dsp:cNvSpPr/>
      </dsp:nvSpPr>
      <dsp:spPr>
        <a:xfrm>
          <a:off x="1239810" y="1871019"/>
          <a:ext cx="1416888" cy="1416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2, 3, 6</a:t>
          </a:r>
          <a:endParaRPr lang="uk-UA" sz="3500" kern="1200"/>
        </a:p>
      </dsp:txBody>
      <dsp:txXfrm>
        <a:off x="1308977" y="1940186"/>
        <a:ext cx="1278554" cy="1278554"/>
      </dsp:txXfrm>
    </dsp:sp>
    <dsp:sp modelId="{9FEC086F-3238-41F1-B5F2-155654BD5559}">
      <dsp:nvSpPr>
        <dsp:cNvPr id="0" name=""/>
        <dsp:cNvSpPr/>
      </dsp:nvSpPr>
      <dsp:spPr>
        <a:xfrm>
          <a:off x="2765690" y="1871019"/>
          <a:ext cx="1416888" cy="1416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2, 4, 5</a:t>
          </a:r>
          <a:endParaRPr lang="uk-UA" sz="3500" kern="1200"/>
        </a:p>
      </dsp:txBody>
      <dsp:txXfrm>
        <a:off x="2834857" y="1940186"/>
        <a:ext cx="1278554" cy="1278554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5CADF0-D9E1-463E-9EAD-9CAFAB1BCC6E}">
      <dsp:nvSpPr>
        <dsp:cNvPr id="0" name=""/>
        <dsp:cNvSpPr/>
      </dsp:nvSpPr>
      <dsp:spPr>
        <a:xfrm>
          <a:off x="0" y="57346"/>
          <a:ext cx="5422392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розквіт авангардного мистецтва</a:t>
          </a:r>
          <a:endParaRPr lang="uk-UA" sz="2100" kern="1200"/>
        </a:p>
      </dsp:txBody>
      <dsp:txXfrm>
        <a:off x="40724" y="98070"/>
        <a:ext cx="5340944" cy="752780"/>
      </dsp:txXfrm>
    </dsp:sp>
    <dsp:sp modelId="{D14BBE09-870A-4441-B5D5-8A931BD6F72C}">
      <dsp:nvSpPr>
        <dsp:cNvPr id="0" name=""/>
        <dsp:cNvSpPr/>
      </dsp:nvSpPr>
      <dsp:spPr>
        <a:xfrm>
          <a:off x="0" y="952055"/>
          <a:ext cx="5422392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утвердження ідейного різноманіття в мистецтві</a:t>
          </a:r>
          <a:endParaRPr lang="uk-UA" sz="2100" kern="1200"/>
        </a:p>
      </dsp:txBody>
      <dsp:txXfrm>
        <a:off x="40724" y="992779"/>
        <a:ext cx="5340944" cy="752780"/>
      </dsp:txXfrm>
    </dsp:sp>
    <dsp:sp modelId="{F8EFCC2F-4775-4DE1-9684-F4AB9038944C}">
      <dsp:nvSpPr>
        <dsp:cNvPr id="0" name=""/>
        <dsp:cNvSpPr/>
      </dsp:nvSpPr>
      <dsp:spPr>
        <a:xfrm>
          <a:off x="0" y="1846763"/>
          <a:ext cx="5422392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скасування цензури засобів масової інформації</a:t>
          </a:r>
          <a:endParaRPr lang="uk-UA" sz="2100" kern="1200"/>
        </a:p>
      </dsp:txBody>
      <dsp:txXfrm>
        <a:off x="40724" y="1887487"/>
        <a:ext cx="5340944" cy="752780"/>
      </dsp:txXfrm>
    </dsp:sp>
    <dsp:sp modelId="{53A1BFE0-04D9-498A-9501-905DEBAF1190}">
      <dsp:nvSpPr>
        <dsp:cNvPr id="0" name=""/>
        <dsp:cNvSpPr/>
      </dsp:nvSpPr>
      <dsp:spPr>
        <a:xfrm>
          <a:off x="0" y="2741471"/>
          <a:ext cx="5422392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ліквідація масової неписьменності дорослих</a:t>
          </a:r>
          <a:endParaRPr lang="uk-UA" sz="2100" kern="1200"/>
        </a:p>
      </dsp:txBody>
      <dsp:txXfrm>
        <a:off x="40724" y="2782195"/>
        <a:ext cx="5340944" cy="752780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782441-7AB4-415E-8B9A-B1BD8501A283}">
      <dsp:nvSpPr>
        <dsp:cNvPr id="0" name=""/>
        <dsp:cNvSpPr/>
      </dsp:nvSpPr>
      <dsp:spPr>
        <a:xfrm>
          <a:off x="0" y="5504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припинення масових репресій серед літераторів</a:t>
          </a:r>
          <a:endParaRPr lang="uk-UA" sz="2100" kern="1200"/>
        </a:p>
      </dsp:txBody>
      <dsp:txXfrm>
        <a:off x="40780" y="95823"/>
        <a:ext cx="5340832" cy="753819"/>
      </dsp:txXfrm>
    </dsp:sp>
    <dsp:sp modelId="{1C0E68DE-9A12-4F9B-9550-BC446EDF4192}">
      <dsp:nvSpPr>
        <dsp:cNvPr id="0" name=""/>
        <dsp:cNvSpPr/>
      </dsp:nvSpPr>
      <dsp:spPr>
        <a:xfrm>
          <a:off x="0" y="95090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утвердження ідеологічного контролю за творчістю митців</a:t>
          </a:r>
          <a:endParaRPr lang="uk-UA" sz="2100" kern="1200"/>
        </a:p>
      </dsp:txBody>
      <dsp:txXfrm>
        <a:off x="40780" y="991683"/>
        <a:ext cx="5340832" cy="753819"/>
      </dsp:txXfrm>
    </dsp:sp>
    <dsp:sp modelId="{9D6D7101-D3D5-489E-849F-1ADCEA0B3BD7}">
      <dsp:nvSpPr>
        <dsp:cNvPr id="0" name=""/>
        <dsp:cNvSpPr/>
      </dsp:nvSpPr>
      <dsp:spPr>
        <a:xfrm>
          <a:off x="0" y="184676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формування самобутньої літературної течії модерністів</a:t>
          </a:r>
          <a:endParaRPr lang="uk-UA" sz="2100" kern="1200"/>
        </a:p>
      </dsp:txBody>
      <dsp:txXfrm>
        <a:off x="40780" y="1887543"/>
        <a:ext cx="5340832" cy="753819"/>
      </dsp:txXfrm>
    </dsp:sp>
    <dsp:sp modelId="{2D9965B7-2F1B-4BF1-B55F-A58510743E05}">
      <dsp:nvSpPr>
        <dsp:cNvPr id="0" name=""/>
        <dsp:cNvSpPr/>
      </dsp:nvSpPr>
      <dsp:spPr>
        <a:xfrm>
          <a:off x="0" y="2742623"/>
          <a:ext cx="542239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поглиблення процесів «українізації»</a:t>
          </a:r>
          <a:endParaRPr lang="uk-UA" sz="2100" kern="1200"/>
        </a:p>
      </dsp:txBody>
      <dsp:txXfrm>
        <a:off x="40780" y="2783403"/>
        <a:ext cx="5340832" cy="753819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D93E84-9774-4BDA-8218-830EEBBB287A}">
      <dsp:nvSpPr>
        <dsp:cNvPr id="0" name=""/>
        <dsp:cNvSpPr/>
      </dsp:nvSpPr>
      <dsp:spPr>
        <a:xfrm>
          <a:off x="0" y="3866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Г.Юра.</a:t>
          </a:r>
          <a:endParaRPr lang="uk-UA" sz="3400" kern="1200"/>
        </a:p>
      </dsp:txBody>
      <dsp:txXfrm>
        <a:off x="39809" y="78472"/>
        <a:ext cx="5342774" cy="735872"/>
      </dsp:txXfrm>
    </dsp:sp>
    <dsp:sp modelId="{A823B999-A635-4053-966A-9878978F0AC9}">
      <dsp:nvSpPr>
        <dsp:cNvPr id="0" name=""/>
        <dsp:cNvSpPr/>
      </dsp:nvSpPr>
      <dsp:spPr>
        <a:xfrm>
          <a:off x="0" y="95207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Л. Курбас.</a:t>
          </a:r>
          <a:endParaRPr lang="uk-UA" sz="3400" kern="1200"/>
        </a:p>
      </dsp:txBody>
      <dsp:txXfrm>
        <a:off x="39809" y="991882"/>
        <a:ext cx="5342774" cy="735872"/>
      </dsp:txXfrm>
    </dsp:sp>
    <dsp:sp modelId="{DD2325E9-C21C-41E3-884A-7E1439D9674D}">
      <dsp:nvSpPr>
        <dsp:cNvPr id="0" name=""/>
        <dsp:cNvSpPr/>
      </dsp:nvSpPr>
      <dsp:spPr>
        <a:xfrm>
          <a:off x="0" y="186548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М.Бойчук.</a:t>
          </a:r>
          <a:endParaRPr lang="uk-UA" sz="3400" kern="1200"/>
        </a:p>
      </dsp:txBody>
      <dsp:txXfrm>
        <a:off x="39809" y="1905292"/>
        <a:ext cx="5342774" cy="735872"/>
      </dsp:txXfrm>
    </dsp:sp>
    <dsp:sp modelId="{8C89EBFA-1EEC-46A8-B758-7B95D96F3A26}">
      <dsp:nvSpPr>
        <dsp:cNvPr id="0" name=""/>
        <dsp:cNvSpPr/>
      </dsp:nvSpPr>
      <dsp:spPr>
        <a:xfrm>
          <a:off x="0" y="2778893"/>
          <a:ext cx="542239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b="0" i="0" kern="1200"/>
            <a:t>О. Довженко.</a:t>
          </a:r>
          <a:endParaRPr lang="uk-UA" sz="3400" kern="1200"/>
        </a:p>
      </dsp:txBody>
      <dsp:txXfrm>
        <a:off x="39809" y="2818702"/>
        <a:ext cx="5342774" cy="735872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6AAA6-A950-4379-912A-2308BA7CB024}">
      <dsp:nvSpPr>
        <dsp:cNvPr id="0" name=""/>
        <dsp:cNvSpPr/>
      </dsp:nvSpPr>
      <dsp:spPr>
        <a:xfrm>
          <a:off x="0" y="474443"/>
          <a:ext cx="5422392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покоління українських політичних діячів часів Української революції, знищених під час Великого терору 1930-х років.</a:t>
          </a:r>
          <a:endParaRPr lang="uk-UA" sz="1600" kern="1200"/>
        </a:p>
      </dsp:txBody>
      <dsp:txXfrm>
        <a:off x="31070" y="505513"/>
        <a:ext cx="5360252" cy="574340"/>
      </dsp:txXfrm>
    </dsp:sp>
    <dsp:sp modelId="{A38169B9-1502-48E8-AF02-BE31A71414B9}">
      <dsp:nvSpPr>
        <dsp:cNvPr id="0" name=""/>
        <dsp:cNvSpPr/>
      </dsp:nvSpPr>
      <dsp:spPr>
        <a:xfrm>
          <a:off x="0" y="1157003"/>
          <a:ext cx="5422392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групи українських «буржуазних спеціалістів», розстріляних у ході боротьби зі «шкідництвом» у 1920–1930-х роках.</a:t>
          </a:r>
          <a:endParaRPr lang="uk-UA" sz="1600" kern="1200"/>
        </a:p>
      </dsp:txBody>
      <dsp:txXfrm>
        <a:off x="31070" y="1188073"/>
        <a:ext cx="5360252" cy="574340"/>
      </dsp:txXfrm>
    </dsp:sp>
    <dsp:sp modelId="{9D433A3C-965F-451E-A7FB-D966DE13484E}">
      <dsp:nvSpPr>
        <dsp:cNvPr id="0" name=""/>
        <dsp:cNvSpPr/>
      </dsp:nvSpPr>
      <dsp:spPr>
        <a:xfrm>
          <a:off x="0" y="1839563"/>
          <a:ext cx="5422392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літературно-мистецької генерації України 1920–1930-х років, репресованої сталінським режимом.</a:t>
          </a:r>
          <a:endParaRPr lang="uk-UA" sz="1600" kern="1200"/>
        </a:p>
      </dsp:txBody>
      <dsp:txXfrm>
        <a:off x="31070" y="1870633"/>
        <a:ext cx="5360252" cy="574340"/>
      </dsp:txXfrm>
    </dsp:sp>
    <dsp:sp modelId="{15C33689-5566-457E-B76E-2C6DF37AE3CD}">
      <dsp:nvSpPr>
        <dsp:cNvPr id="0" name=""/>
        <dsp:cNvSpPr/>
      </dsp:nvSpPr>
      <dsp:spPr>
        <a:xfrm>
          <a:off x="0" y="2522123"/>
          <a:ext cx="5422392" cy="636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/>
            <a:t>плеяди видатних українських учених, засуджених у 1930-х роках у справі «Спілки визволення України».</a:t>
          </a:r>
          <a:endParaRPr lang="uk-UA" sz="1600" kern="1200"/>
        </a:p>
      </dsp:txBody>
      <dsp:txXfrm>
        <a:off x="31070" y="2553193"/>
        <a:ext cx="5360252" cy="5743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5T15:29:14.932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154 413 12705,'0'1'52,"0"1"1,0-1-1,0 0 0,-1 0 1,1 0-1,0 0 0,0 1 1,-1-1-1,1 0 0,-1 0 1,1 0-1,-1 0 0,1 0 1,-1 0-1,0 0 0,1 0 1,-1 0-1,0 0 0,0-1 1,0 1-1,0 0 0,0 0 1,0-1-1,0 1 0,0 0 1,0-1-1,0 1 0,0-1 0,0 0 1,0 1-1,0-1 0,0 0 1,-2 1-1,1-1-36,1 0 0,0 0 0,0 1-1,0-1 1,-1 0 0,1 1 0,0-1 0,0 1 0,0-1 0,0 1-1,0 0 1,0-1 0,0 1 0,0 0 0,0 0 0,0 0-1,0 0 1,0 0 0,1 0 0,-1 0 0,0 0 0,1 0-1,-1 0 1,1 0 0,-1 0 0,1 1 0,-1-1 0,1 0-1,0 0 1,0 0 0,0 1 0,-1-1 0,2 2 0,-1 7 269,0-7-219,1 0 0,-1-1 0,0 1 0,0 0 0,0-1 0,0 1-1,0 0 1,-1-1 0,0 1 0,1-1 0,-1 1 0,0 0 0,0-1-1,0 0 1,-3 5 0,-10 7 148,11-13-179,1 1-1,0-1 0,0 1 0,0 0 0,0 0 1,1 0-1,-1 0 0,0 0 0,1 1 0,-1-1 1,1 0-1,0 1 0,0-1 0,0 1 0,0-1 1,0 1-1,1-1 0,-1 1 0,1 0 0,0-1 1,-1 5-1,2 26 330,0-22-292,0-1-1,-1 1 0,0 0 1,-1-1-1,0 1 1,-1 0-1,-5 17 0,-6 1-2,8-19-71,1 0-1,0 0 1,0 0 0,1 0-1,0 1 1,1-1 0,0 1 0,-1 20-1,3 681 81,0-671-69,2 1 1,2-1-1,1 0 0,2 0 1,2-1-1,15 43 1,-23-81-11,0 0 0,0 0 1,0 0-1,-1 0 1,2 0-1,-1 0 0,0-1 1,0 1-1,1 0 0,-1-1 1,1 1-1,-1-1 0,1 1 1,0-1-1,-1 0 1,1 1-1,0-1 0,0 0 1,0 0-1,0-1 0,0 1 1,0 0-1,0-1 1,0 1-1,1-1 0,-1 1 1,0-1-1,0 0 0,0 0 1,0 0-1,1 0 0,-1-1 1,0 1-1,0 0 1,3-2-1,4-1 1,-1 0 1,1-1-1,-1 0 0,0 0 1,0-1-1,0 0 0,9-8 1,9-10 0,-1-1-1,-1-1 1,-1-2 0,31-45 0,66-131 37,133-305-42,-96 177-389,38-89-3727,-135 269-838,5 30-3485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5T15:29:18.714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106 1161 7461,'1'67'1370,"1"-20"-605,-3-1 0,-9 70 0,-24 23-567,29-103-152,2 70 1,3-68 3,-1 0 0,-7 38 0,-26 68 78,26-81-101,4-1 0,5 109 0,1-56-27,-2 363 1053,0-475-832,2-3-183,0 0 0,0-1 1,0 1-1,0 0 0,0-1 1,0 0-1,0 1 0,0-1 1,0 0-1,-1 0 0,1 0 1,0 0-1,-1 0 0,1 0 1,0-1-1,-1 1 0,0-1 0,3-2 1,20-35-13,-13 19 33,38-57 47,21-38 252,101-190 107,-110 186-434,151-282-25,-20 0 64,-46 88-234,-57 140-122,129-268-1036,-138 272 219,27-64-4510,-73 153 154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5T15:29:21.488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683 355 10405,'0'-68'2218,"1"67"-2203,-1 0 0,0 1 0,0-1 0,0 0-1,0 1 1,0-1 0,-1 1 0,1-1 0,0 0 0,0 1 0,0-1 0,0 0-1,-1 1 1,1-1 0,0 1 0,-1-1 0,1 1 0,0-1 0,-1 1-1,1-1 1,-1 1 0,1-1 0,-1 0 0,-22-24 507,17 12-192,6-13-122,0 20 23,0 1-42,1-11 15,0 27 71,-1-6-255,0 0 1,-1 0-1,0 0 0,0 0 1,0 0-1,0-1 1,-1 1-1,0 0 0,-2 4 1,-10 9 4,9-11-15,-1 1 0,1-1-1,0 1 1,-5 13-1,-16 81 42,-39 24-4,-30 114-16,65-154-25,-205 685-74,217-704 66,1-7-18,-12 94 1,9 58 6,-25-25 3,38-137 4,3-1 0,3 84 0,2-72 18,-2-43 1,1-8 2,0 1-1,0 0 1,4 20 0,-3-28-10,-1-1 1,1 0-1,0 1 1,0-1-1,0 0 1,0 1-1,0-1 1,1 0 0,-1 0-1,0 0 1,1 0-1,0 0 1,-1 0-1,1-1 1,0 1-1,0-1 1,0 1 0,0-1-1,0 1 1,1-1-1,2 1 1,5 1 10,0-1-1,0 0 1,0-1 0,0 0 0,0 0 0,0-1 0,0-1 0,0 0-1,0 0 1,0-1 0,0 0 0,0-1 0,17-6 0,1-5-15,-1-2 0,50-35 1,62-59 69,-123 98-54,459-436 314,-323 295-322,1138-1260-2617,-1054 1135-655,-26 47-1242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A80DD1-92EE-400E-8F7D-E4F54BC19CC7}" type="datetimeFigureOut">
              <a:rPr lang="uk-UA" smtClean="0"/>
              <a:t>15.02.2025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CB210-F598-4E29-B002-2A62EB1A722E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70149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CB210-F598-4E29-B002-2A62EB1A722E}" type="slidenum">
              <a:rPr lang="uk-UA" smtClean="0"/>
              <a:t>37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78189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435A785-E402-4355-B1FD-1E46967CCE61}" type="datetimeFigureOut">
              <a:rPr lang="uk-UA" smtClean="0"/>
              <a:t>15.02.2025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77D049A-D383-454B-B6A9-4E657DF1C22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54306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A785-E402-4355-B1FD-1E46967CCE61}" type="datetimeFigureOut">
              <a:rPr lang="uk-UA" smtClean="0"/>
              <a:t>15.02.2025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77D049A-D383-454B-B6A9-4E657DF1C22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49593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435A785-E402-4355-B1FD-1E46967CCE61}" type="datetimeFigureOut">
              <a:rPr lang="uk-UA" smtClean="0"/>
              <a:t>15.02.2025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77D049A-D383-454B-B6A9-4E657DF1C22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11376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A785-E402-4355-B1FD-1E46967CCE61}" type="datetimeFigureOut">
              <a:rPr lang="uk-UA" smtClean="0"/>
              <a:t>15.02.2025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D049A-D383-454B-B6A9-4E657DF1C22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63401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A785-E402-4355-B1FD-1E46967CCE61}" type="datetimeFigureOut">
              <a:rPr lang="uk-UA" smtClean="0"/>
              <a:t>15.02.2025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D049A-D383-454B-B6A9-4E657DF1C22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4250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A785-E402-4355-B1FD-1E46967CCE61}" type="datetimeFigureOut">
              <a:rPr lang="uk-UA" smtClean="0"/>
              <a:t>15.02.2025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D049A-D383-454B-B6A9-4E657DF1C220}" type="slidenum">
              <a:rPr lang="uk-UA" smtClean="0"/>
              <a:t>‹№›</a:t>
            </a:fld>
            <a:endParaRPr lang="uk-UA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261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A785-E402-4355-B1FD-1E46967CCE61}" type="datetimeFigureOut">
              <a:rPr lang="uk-UA" smtClean="0"/>
              <a:t>15.02.2025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D049A-D383-454B-B6A9-4E657DF1C22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09215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435A785-E402-4355-B1FD-1E46967CCE61}" type="datetimeFigureOut">
              <a:rPr lang="uk-UA" smtClean="0"/>
              <a:t>15.02.2025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77D049A-D383-454B-B6A9-4E657DF1C22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24779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A785-E402-4355-B1FD-1E46967CCE61}" type="datetimeFigureOut">
              <a:rPr lang="uk-UA" smtClean="0"/>
              <a:t>15.02.2025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D049A-D383-454B-B6A9-4E657DF1C22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13258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5A785-E402-4355-B1FD-1E46967CCE61}" type="datetimeFigureOut">
              <a:rPr lang="uk-UA" smtClean="0"/>
              <a:t>15.02.2025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D049A-D383-454B-B6A9-4E657DF1C22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4401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435A785-E402-4355-B1FD-1E46967CCE61}" type="datetimeFigureOut">
              <a:rPr lang="uk-UA" smtClean="0"/>
              <a:t>15.02.2025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77D049A-D383-454B-B6A9-4E657DF1C22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8382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435A785-E402-4355-B1FD-1E46967CCE61}" type="datetimeFigureOut">
              <a:rPr lang="uk-UA" smtClean="0"/>
              <a:t>15.02.2025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77D049A-D383-454B-B6A9-4E657DF1C220}" type="slidenum">
              <a:rPr lang="uk-UA" smtClean="0"/>
              <a:t>‹№›</a:t>
            </a:fld>
            <a:endParaRPr lang="uk-UA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57558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image" Target="../media/image1.png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customXml" Target="../ink/ink1.xml"/><Relationship Id="rId17" Type="http://schemas.openxmlformats.org/officeDocument/2006/relationships/image" Target="../media/image3.png"/><Relationship Id="rId2" Type="http://schemas.openxmlformats.org/officeDocument/2006/relationships/diagramData" Target="../diagrams/data1.xml"/><Relationship Id="rId16" Type="http://schemas.openxmlformats.org/officeDocument/2006/relationships/customXml" Target="../ink/ink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image" Target="../media/image2.png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3" Type="http://schemas.openxmlformats.org/officeDocument/2006/relationships/diagramLayout" Target="../diagrams/layout10.xml"/><Relationship Id="rId7" Type="http://schemas.openxmlformats.org/officeDocument/2006/relationships/diagramData" Target="../diagrams/data11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5" Type="http://schemas.openxmlformats.org/officeDocument/2006/relationships/diagramColors" Target="../diagrams/colors10.xml"/><Relationship Id="rId10" Type="http://schemas.openxmlformats.org/officeDocument/2006/relationships/diagramColors" Target="../diagrams/colors11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6.xml"/><Relationship Id="rId3" Type="http://schemas.openxmlformats.org/officeDocument/2006/relationships/diagramLayout" Target="../diagrams/layout15.xml"/><Relationship Id="rId7" Type="http://schemas.openxmlformats.org/officeDocument/2006/relationships/diagramData" Target="../diagrams/data16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5.xml"/><Relationship Id="rId11" Type="http://schemas.microsoft.com/office/2007/relationships/diagramDrawing" Target="../diagrams/drawing16.xml"/><Relationship Id="rId5" Type="http://schemas.openxmlformats.org/officeDocument/2006/relationships/diagramColors" Target="../diagrams/colors15.xml"/><Relationship Id="rId10" Type="http://schemas.openxmlformats.org/officeDocument/2006/relationships/diagramColors" Target="../diagrams/colors16.xml"/><Relationship Id="rId4" Type="http://schemas.openxmlformats.org/officeDocument/2006/relationships/diagramQuickStyle" Target="../diagrams/quickStyle15.xml"/><Relationship Id="rId9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8.xml"/><Relationship Id="rId3" Type="http://schemas.openxmlformats.org/officeDocument/2006/relationships/diagramLayout" Target="../diagrams/layout17.xml"/><Relationship Id="rId7" Type="http://schemas.openxmlformats.org/officeDocument/2006/relationships/diagramData" Target="../diagrams/data18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11" Type="http://schemas.microsoft.com/office/2007/relationships/diagramDrawing" Target="../diagrams/drawing18.xml"/><Relationship Id="rId5" Type="http://schemas.openxmlformats.org/officeDocument/2006/relationships/diagramColors" Target="../diagrams/colors17.xml"/><Relationship Id="rId10" Type="http://schemas.openxmlformats.org/officeDocument/2006/relationships/diagramColors" Target="../diagrams/colors18.xml"/><Relationship Id="rId4" Type="http://schemas.openxmlformats.org/officeDocument/2006/relationships/diagramQuickStyle" Target="../diagrams/quickStyle17.xml"/><Relationship Id="rId9" Type="http://schemas.openxmlformats.org/officeDocument/2006/relationships/diagramQuickStyle" Target="../diagrams/quickStyl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7" Type="http://schemas.openxmlformats.org/officeDocument/2006/relationships/image" Target="../media/image10.jpe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5.xml"/><Relationship Id="rId3" Type="http://schemas.openxmlformats.org/officeDocument/2006/relationships/diagramLayout" Target="../diagrams/layout24.xml"/><Relationship Id="rId7" Type="http://schemas.openxmlformats.org/officeDocument/2006/relationships/diagramData" Target="../diagrams/data25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11" Type="http://schemas.microsoft.com/office/2007/relationships/diagramDrawing" Target="../diagrams/drawing25.xml"/><Relationship Id="rId5" Type="http://schemas.openxmlformats.org/officeDocument/2006/relationships/diagramColors" Target="../diagrams/colors24.xml"/><Relationship Id="rId10" Type="http://schemas.openxmlformats.org/officeDocument/2006/relationships/diagramColors" Target="../diagrams/colors25.xml"/><Relationship Id="rId4" Type="http://schemas.openxmlformats.org/officeDocument/2006/relationships/diagramQuickStyle" Target="../diagrams/quickStyle24.xml"/><Relationship Id="rId9" Type="http://schemas.openxmlformats.org/officeDocument/2006/relationships/diagramQuickStyle" Target="../diagrams/quickStyle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7" Type="http://schemas.openxmlformats.org/officeDocument/2006/relationships/image" Target="../media/image11.jpeg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0.xml"/><Relationship Id="rId3" Type="http://schemas.openxmlformats.org/officeDocument/2006/relationships/diagramLayout" Target="../diagrams/layout29.xml"/><Relationship Id="rId7" Type="http://schemas.openxmlformats.org/officeDocument/2006/relationships/diagramData" Target="../diagrams/data30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9.xml"/><Relationship Id="rId11" Type="http://schemas.microsoft.com/office/2007/relationships/diagramDrawing" Target="../diagrams/drawing30.xml"/><Relationship Id="rId5" Type="http://schemas.openxmlformats.org/officeDocument/2006/relationships/diagramColors" Target="../diagrams/colors29.xml"/><Relationship Id="rId10" Type="http://schemas.openxmlformats.org/officeDocument/2006/relationships/diagramColors" Target="../diagrams/colors30.xml"/><Relationship Id="rId4" Type="http://schemas.openxmlformats.org/officeDocument/2006/relationships/diagramQuickStyle" Target="../diagrams/quickStyle29.xml"/><Relationship Id="rId9" Type="http://schemas.openxmlformats.org/officeDocument/2006/relationships/diagramQuickStyle" Target="../diagrams/quickStyle30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2.xml"/><Relationship Id="rId3" Type="http://schemas.openxmlformats.org/officeDocument/2006/relationships/diagramLayout" Target="../diagrams/layout31.xml"/><Relationship Id="rId7" Type="http://schemas.openxmlformats.org/officeDocument/2006/relationships/diagramData" Target="../diagrams/data32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11" Type="http://schemas.microsoft.com/office/2007/relationships/diagramDrawing" Target="../diagrams/drawing32.xml"/><Relationship Id="rId5" Type="http://schemas.openxmlformats.org/officeDocument/2006/relationships/diagramColors" Target="../diagrams/colors31.xml"/><Relationship Id="rId10" Type="http://schemas.openxmlformats.org/officeDocument/2006/relationships/diagramColors" Target="../diagrams/colors32.xml"/><Relationship Id="rId4" Type="http://schemas.openxmlformats.org/officeDocument/2006/relationships/diagramQuickStyle" Target="../diagrams/quickStyle31.xml"/><Relationship Id="rId9" Type="http://schemas.openxmlformats.org/officeDocument/2006/relationships/diagramQuickStyle" Target="../diagrams/quickStyl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5.xml"/><Relationship Id="rId3" Type="http://schemas.openxmlformats.org/officeDocument/2006/relationships/diagramLayout" Target="../diagrams/layout34.xml"/><Relationship Id="rId7" Type="http://schemas.openxmlformats.org/officeDocument/2006/relationships/diagramData" Target="../diagrams/data35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4.xml"/><Relationship Id="rId11" Type="http://schemas.microsoft.com/office/2007/relationships/diagramDrawing" Target="../diagrams/drawing35.xml"/><Relationship Id="rId5" Type="http://schemas.openxmlformats.org/officeDocument/2006/relationships/diagramColors" Target="../diagrams/colors34.xml"/><Relationship Id="rId10" Type="http://schemas.openxmlformats.org/officeDocument/2006/relationships/diagramColors" Target="../diagrams/colors35.xml"/><Relationship Id="rId4" Type="http://schemas.openxmlformats.org/officeDocument/2006/relationships/diagramQuickStyle" Target="../diagrams/quickStyle34.xml"/><Relationship Id="rId9" Type="http://schemas.openxmlformats.org/officeDocument/2006/relationships/diagramQuickStyle" Target="../diagrams/quickStyle3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7" Type="http://schemas.openxmlformats.org/officeDocument/2006/relationships/image" Target="../media/image13.jpeg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diagramData" Target="../diagrams/data37.xml"/><Relationship Id="rId7" Type="http://schemas.microsoft.com/office/2007/relationships/diagramDrawing" Target="../diagrams/drawing3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7.xml"/><Relationship Id="rId5" Type="http://schemas.openxmlformats.org/officeDocument/2006/relationships/diagramQuickStyle" Target="../diagrams/quickStyle37.xml"/><Relationship Id="rId4" Type="http://schemas.openxmlformats.org/officeDocument/2006/relationships/diagramLayout" Target="../diagrams/layout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7" Type="http://schemas.openxmlformats.org/officeDocument/2006/relationships/image" Target="../media/image15.jpeg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6.xml"/><Relationship Id="rId7" Type="http://schemas.microsoft.com/office/2007/relationships/diagramDrawing" Target="../diagrams/drawing4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6.xml"/><Relationship Id="rId5" Type="http://schemas.openxmlformats.org/officeDocument/2006/relationships/diagramQuickStyle" Target="../diagrams/quickStyle46.xml"/><Relationship Id="rId4" Type="http://schemas.openxmlformats.org/officeDocument/2006/relationships/diagramLayout" Target="../diagrams/layout4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0.xml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0.xml"/><Relationship Id="rId5" Type="http://schemas.openxmlformats.org/officeDocument/2006/relationships/diagramColors" Target="../diagrams/colors50.xml"/><Relationship Id="rId4" Type="http://schemas.openxmlformats.org/officeDocument/2006/relationships/diagramQuickStyle" Target="../diagrams/quickStyle5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1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1.xml"/><Relationship Id="rId5" Type="http://schemas.openxmlformats.org/officeDocument/2006/relationships/diagramColors" Target="../diagrams/colors51.xml"/><Relationship Id="rId4" Type="http://schemas.openxmlformats.org/officeDocument/2006/relationships/diagramQuickStyle" Target="../diagrams/quickStyle5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2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2.xml"/><Relationship Id="rId5" Type="http://schemas.openxmlformats.org/officeDocument/2006/relationships/diagramColors" Target="../diagrams/colors52.xml"/><Relationship Id="rId4" Type="http://schemas.openxmlformats.org/officeDocument/2006/relationships/diagramQuickStyle" Target="../diagrams/quickStyle5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3.xml"/><Relationship Id="rId2" Type="http://schemas.openxmlformats.org/officeDocument/2006/relationships/diagramData" Target="../diagrams/data5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3.xml"/><Relationship Id="rId5" Type="http://schemas.openxmlformats.org/officeDocument/2006/relationships/diagramColors" Target="../diagrams/colors53.xml"/><Relationship Id="rId4" Type="http://schemas.openxmlformats.org/officeDocument/2006/relationships/diagramQuickStyle" Target="../diagrams/quickStyle5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4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4.xml"/><Relationship Id="rId5" Type="http://schemas.openxmlformats.org/officeDocument/2006/relationships/diagramColors" Target="../diagrams/colors54.xml"/><Relationship Id="rId4" Type="http://schemas.openxmlformats.org/officeDocument/2006/relationships/diagramQuickStyle" Target="../diagrams/quickStyle5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5.xml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5.xml"/><Relationship Id="rId5" Type="http://schemas.openxmlformats.org/officeDocument/2006/relationships/diagramColors" Target="../diagrams/colors55.xml"/><Relationship Id="rId4" Type="http://schemas.openxmlformats.org/officeDocument/2006/relationships/diagramQuickStyle" Target="../diagrams/quickStyle5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6.xml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6.xml"/><Relationship Id="rId5" Type="http://schemas.openxmlformats.org/officeDocument/2006/relationships/diagramColors" Target="../diagrams/colors56.xml"/><Relationship Id="rId4" Type="http://schemas.openxmlformats.org/officeDocument/2006/relationships/diagramQuickStyle" Target="../diagrams/quickStyl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5DD2BB3-9221-4670-1DC3-FBEC261122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3600" dirty="0" err="1"/>
              <a:t>Утвердження</a:t>
            </a:r>
            <a:r>
              <a:rPr lang="ru-RU" sz="3600" dirty="0"/>
              <a:t> </a:t>
            </a:r>
            <a:r>
              <a:rPr lang="ru-RU" sz="3600" dirty="0" err="1"/>
              <a:t>більшовицького</a:t>
            </a:r>
            <a:r>
              <a:rPr lang="ru-RU" sz="3600" dirty="0"/>
              <a:t> </a:t>
            </a:r>
            <a:r>
              <a:rPr lang="ru-RU" sz="3600" dirty="0" err="1"/>
              <a:t>тоталітарного</a:t>
            </a:r>
            <a:r>
              <a:rPr lang="ru-RU" sz="3600" dirty="0"/>
              <a:t> режиму в </a:t>
            </a:r>
            <a:r>
              <a:rPr lang="ru-RU" sz="3600" dirty="0" err="1"/>
              <a:t>Україні</a:t>
            </a:r>
            <a:endParaRPr lang="uk-UA" dirty="0"/>
          </a:p>
        </p:txBody>
      </p:sp>
      <p:sp>
        <p:nvSpPr>
          <p:cNvPr id="5" name="Підзаголовок 4">
            <a:extLst>
              <a:ext uri="{FF2B5EF4-FFF2-40B4-BE49-F238E27FC236}">
                <a16:creationId xmlns:a16="http://schemas.microsoft.com/office/drawing/2014/main" id="{22F93374-1DFF-1C1A-7C15-7695C77F8A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05999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D90426D-E7A1-EC35-E601-AE9F3B46F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CC60EB50-4027-40CB-0E59-4C56C31CFE8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22152916"/>
              </p:ext>
            </p:extLst>
          </p:nvPr>
        </p:nvGraphicFramePr>
        <p:xfrm>
          <a:off x="581193" y="2228003"/>
          <a:ext cx="5422390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F96DA70E-3F3A-E986-292F-00771571251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2505655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Рукописні дані 10">
                <a:extLst>
                  <a:ext uri="{FF2B5EF4-FFF2-40B4-BE49-F238E27FC236}">
                    <a16:creationId xmlns:a16="http://schemas.microsoft.com/office/drawing/2014/main" id="{F25365FE-2735-CB8E-EFFB-9B866E6081F7}"/>
                  </a:ext>
                </a:extLst>
              </p14:cNvPr>
              <p14:cNvContentPartPr/>
              <p14:nvPr/>
            </p14:nvContentPartPr>
            <p14:xfrm>
              <a:off x="208309" y="3132556"/>
              <a:ext cx="429840" cy="702000"/>
            </p14:xfrm>
          </p:contentPart>
        </mc:Choice>
        <mc:Fallback>
          <p:pic>
            <p:nvPicPr>
              <p:cNvPr id="11" name="Рукописні дані 10">
                <a:extLst>
                  <a:ext uri="{FF2B5EF4-FFF2-40B4-BE49-F238E27FC236}">
                    <a16:creationId xmlns:a16="http://schemas.microsoft.com/office/drawing/2014/main" id="{F25365FE-2735-CB8E-EFFB-9B866E6081F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2309" y="3096916"/>
                <a:ext cx="501480" cy="77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Рукописні дані 11">
                <a:extLst>
                  <a:ext uri="{FF2B5EF4-FFF2-40B4-BE49-F238E27FC236}">
                    <a16:creationId xmlns:a16="http://schemas.microsoft.com/office/drawing/2014/main" id="{B8AAE3F8-B564-E05C-A9CB-E06A40DA3AC0}"/>
                  </a:ext>
                </a:extLst>
              </p14:cNvPr>
              <p14:cNvContentPartPr/>
              <p14:nvPr/>
            </p14:nvContentPartPr>
            <p14:xfrm>
              <a:off x="188509" y="4816996"/>
              <a:ext cx="541800" cy="1046160"/>
            </p14:xfrm>
          </p:contentPart>
        </mc:Choice>
        <mc:Fallback>
          <p:pic>
            <p:nvPicPr>
              <p:cNvPr id="12" name="Рукописні дані 11">
                <a:extLst>
                  <a:ext uri="{FF2B5EF4-FFF2-40B4-BE49-F238E27FC236}">
                    <a16:creationId xmlns:a16="http://schemas.microsoft.com/office/drawing/2014/main" id="{B8AAE3F8-B564-E05C-A9CB-E06A40DA3A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2869" y="4781356"/>
                <a:ext cx="613440" cy="11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" name="Рукописні дані 12">
                <a:extLst>
                  <a:ext uri="{FF2B5EF4-FFF2-40B4-BE49-F238E27FC236}">
                    <a16:creationId xmlns:a16="http://schemas.microsoft.com/office/drawing/2014/main" id="{AAE37A58-D97B-F938-D68B-CAD6F45CE930}"/>
                  </a:ext>
                </a:extLst>
              </p14:cNvPr>
              <p14:cNvContentPartPr/>
              <p14:nvPr/>
            </p14:nvContentPartPr>
            <p14:xfrm>
              <a:off x="11259229" y="4668676"/>
              <a:ext cx="1025280" cy="988560"/>
            </p14:xfrm>
          </p:contentPart>
        </mc:Choice>
        <mc:Fallback>
          <p:pic>
            <p:nvPicPr>
              <p:cNvPr id="13" name="Рукописні дані 12">
                <a:extLst>
                  <a:ext uri="{FF2B5EF4-FFF2-40B4-BE49-F238E27FC236}">
                    <a16:creationId xmlns:a16="http://schemas.microsoft.com/office/drawing/2014/main" id="{AAE37A58-D97B-F938-D68B-CAD6F45CE93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223589" y="4633036"/>
                <a:ext cx="1096920" cy="106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2893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63A1832-AC27-5576-98BB-C27245011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Голодомор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4AA45688-7449-BDF9-E601-4118DAA47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70353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05B20-3981-FF19-6F26-B3EA20C37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рік</a:t>
            </a:r>
            <a:r>
              <a:rPr lang="ru-RU" dirty="0"/>
              <a:t>, 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був</a:t>
            </a:r>
            <a:r>
              <a:rPr lang="ru-RU" dirty="0"/>
              <a:t> </a:t>
            </a:r>
            <a:r>
              <a:rPr lang="ru-RU" dirty="0" err="1"/>
              <a:t>проголошений</a:t>
            </a:r>
            <a:r>
              <a:rPr lang="ru-RU" dirty="0"/>
              <a:t> курс на </a:t>
            </a:r>
            <a:r>
              <a:rPr lang="ru-RU" dirty="0" err="1"/>
              <a:t>суцільну</a:t>
            </a:r>
            <a:r>
              <a:rPr lang="ru-RU" dirty="0"/>
              <a:t> </a:t>
            </a:r>
            <a:r>
              <a:rPr lang="ru-RU" dirty="0" err="1"/>
              <a:t>колективізацію</a:t>
            </a:r>
            <a:r>
              <a:rPr lang="ru-RU" dirty="0"/>
              <a:t> </a:t>
            </a:r>
            <a:r>
              <a:rPr lang="ru-RU" dirty="0" err="1"/>
              <a:t>сільського</a:t>
            </a:r>
            <a:r>
              <a:rPr lang="ru-RU" dirty="0"/>
              <a:t> </a:t>
            </a:r>
            <a:r>
              <a:rPr lang="ru-RU" dirty="0" err="1"/>
              <a:t>господарства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B74B4A8-1229-904F-27CB-52B16EAEA2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47EFE1B-5098-E7EB-95C2-587ECCB0BD1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06863274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3735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75AF56-A6F0-0A17-85F1-4EA7F800D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 </a:t>
            </a:r>
            <a:r>
              <a:rPr lang="ru-RU" dirty="0" err="1"/>
              <a:t>якою</a:t>
            </a:r>
            <a:r>
              <a:rPr lang="ru-RU" dirty="0"/>
              <a:t> </a:t>
            </a:r>
            <a:r>
              <a:rPr lang="ru-RU" dirty="0" err="1"/>
              <a:t>політичною</a:t>
            </a:r>
            <a:r>
              <a:rPr lang="ru-RU" dirty="0"/>
              <a:t> метою </a:t>
            </a:r>
            <a:r>
              <a:rPr lang="ru-RU" dirty="0" err="1"/>
              <a:t>партійно-радянське</a:t>
            </a:r>
            <a:r>
              <a:rPr lang="ru-RU" dirty="0"/>
              <a:t> </a:t>
            </a:r>
            <a:r>
              <a:rPr lang="ru-RU" dirty="0" err="1"/>
              <a:t>керівництво</a:t>
            </a:r>
            <a:r>
              <a:rPr lang="ru-RU" dirty="0"/>
              <a:t> СРСР проводило </a:t>
            </a:r>
            <a:r>
              <a:rPr lang="ru-RU" dirty="0" err="1"/>
              <a:t>суцільну</a:t>
            </a:r>
            <a:r>
              <a:rPr lang="ru-RU" dirty="0"/>
              <a:t> </a:t>
            </a:r>
            <a:r>
              <a:rPr lang="ru-RU" dirty="0" err="1"/>
              <a:t>колективізацію</a:t>
            </a:r>
            <a:r>
              <a:rPr lang="ru-RU" dirty="0"/>
              <a:t> </a:t>
            </a:r>
            <a:r>
              <a:rPr lang="ru-RU" dirty="0" err="1"/>
              <a:t>сільського</a:t>
            </a:r>
            <a:r>
              <a:rPr lang="ru-RU" dirty="0"/>
              <a:t> </a:t>
            </a:r>
            <a:r>
              <a:rPr lang="ru-RU" dirty="0" err="1"/>
              <a:t>господарства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B0A1A80-B1AE-E1BC-DA42-9C0F92AAD0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89CADAE-6985-D337-C844-8E43C77703F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74908249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3034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C0F605-5D9A-C0EB-C800-F83576F5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Уривок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використати</a:t>
            </a:r>
            <a:r>
              <a:rPr lang="ru-RU" dirty="0"/>
              <a:t> для </a:t>
            </a:r>
            <a:r>
              <a:rPr lang="ru-RU" dirty="0" err="1"/>
              <a:t>пояснення</a:t>
            </a:r>
            <a:r>
              <a:rPr lang="ru-RU" dirty="0"/>
              <a:t> 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DE67D5A-F4E3-0674-2883-9ACBDC4604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«Урожай у нас </a:t>
            </a:r>
            <a:r>
              <a:rPr lang="ru-RU" i="1" dirty="0" err="1"/>
              <a:t>був</a:t>
            </a:r>
            <a:r>
              <a:rPr lang="ru-RU" i="1" dirty="0"/>
              <a:t> хороший, </a:t>
            </a:r>
            <a:r>
              <a:rPr lang="ru-RU" i="1" dirty="0" err="1"/>
              <a:t>але</a:t>
            </a:r>
            <a:r>
              <a:rPr lang="ru-RU" i="1" dirty="0"/>
              <a:t> </a:t>
            </a:r>
            <a:r>
              <a:rPr lang="ru-RU" i="1" dirty="0" err="1"/>
              <a:t>радянська</a:t>
            </a:r>
            <a:r>
              <a:rPr lang="ru-RU" i="1" dirty="0"/>
              <a:t> </a:t>
            </a:r>
            <a:r>
              <a:rPr lang="ru-RU" i="1" dirty="0" err="1"/>
              <a:t>влада</a:t>
            </a:r>
            <a:r>
              <a:rPr lang="ru-RU" i="1" dirty="0"/>
              <a:t>, «</a:t>
            </a:r>
            <a:r>
              <a:rPr lang="ru-RU" i="1" dirty="0" err="1"/>
              <a:t>заготовляючи</a:t>
            </a:r>
            <a:r>
              <a:rPr lang="ru-RU" i="1" dirty="0"/>
              <a:t>» наш </a:t>
            </a:r>
            <a:r>
              <a:rPr lang="ru-RU" i="1" dirty="0" err="1"/>
              <a:t>хліб</a:t>
            </a:r>
            <a:r>
              <a:rPr lang="ru-RU" i="1" dirty="0"/>
              <a:t>, до тих </a:t>
            </a:r>
            <a:r>
              <a:rPr lang="ru-RU" i="1" dirty="0" err="1"/>
              <a:t>пір</a:t>
            </a:r>
            <a:r>
              <a:rPr lang="ru-RU" i="1" dirty="0"/>
              <a:t> доводила </a:t>
            </a:r>
            <a:r>
              <a:rPr lang="ru-RU" i="1" dirty="0" err="1"/>
              <a:t>свої</a:t>
            </a:r>
            <a:r>
              <a:rPr lang="ru-RU" i="1" dirty="0"/>
              <a:t> </a:t>
            </a:r>
            <a:r>
              <a:rPr lang="ru-RU" i="1" dirty="0" err="1"/>
              <a:t>плани</a:t>
            </a:r>
            <a:r>
              <a:rPr lang="ru-RU" i="1" dirty="0"/>
              <a:t> й </a:t>
            </a:r>
            <a:r>
              <a:rPr lang="ru-RU" i="1" dirty="0" err="1"/>
              <a:t>завдання</a:t>
            </a:r>
            <a:r>
              <a:rPr lang="ru-RU" i="1" dirty="0"/>
              <a:t> до нас, до </a:t>
            </a:r>
            <a:r>
              <a:rPr lang="ru-RU" i="1" dirty="0" err="1"/>
              <a:t>поки</a:t>
            </a:r>
            <a:r>
              <a:rPr lang="ru-RU" i="1" dirty="0"/>
              <a:t> не </a:t>
            </a:r>
            <a:r>
              <a:rPr lang="ru-RU" i="1" dirty="0" err="1"/>
              <a:t>залишились</a:t>
            </a:r>
            <a:r>
              <a:rPr lang="ru-RU" i="1" dirty="0"/>
              <a:t> [ми] без фунта </a:t>
            </a:r>
            <a:r>
              <a:rPr lang="ru-RU" i="1" dirty="0" err="1"/>
              <a:t>хліба</a:t>
            </a:r>
            <a:r>
              <a:rPr lang="ru-RU" i="1" dirty="0"/>
              <a:t>»</a:t>
            </a:r>
            <a:endParaRPr lang="uk-UA" i="1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CBF8916-63E4-D79C-E559-B3A7429ADD5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62806064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3454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30887E-CC02-467F-A53D-811AF97C0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Що спричинило зазначені зміни?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FB428D2-9B92-BC4D-C5D3-E295F7363F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У 1931 р. в УСРР </a:t>
            </a:r>
            <a:r>
              <a:rPr lang="ru-RU" i="1" dirty="0" err="1"/>
              <a:t>діяло</a:t>
            </a:r>
            <a:r>
              <a:rPr lang="ru-RU" i="1" dirty="0"/>
              <a:t> 226 </a:t>
            </a:r>
            <a:r>
              <a:rPr lang="ru-RU" i="1" dirty="0" err="1"/>
              <a:t>дитячих</a:t>
            </a:r>
            <a:r>
              <a:rPr lang="ru-RU" i="1" dirty="0"/>
              <a:t> </a:t>
            </a:r>
            <a:r>
              <a:rPr lang="ru-RU" i="1" dirty="0" err="1"/>
              <a:t>будинків</a:t>
            </a:r>
            <a:r>
              <a:rPr lang="ru-RU" i="1" dirty="0"/>
              <a:t>, у </a:t>
            </a:r>
            <a:r>
              <a:rPr lang="ru-RU" i="1" dirty="0" err="1"/>
              <a:t>яких</a:t>
            </a:r>
            <a:r>
              <a:rPr lang="ru-RU" i="1" dirty="0"/>
              <a:t> </a:t>
            </a:r>
            <a:r>
              <a:rPr lang="ru-RU" i="1" dirty="0" err="1"/>
              <a:t>перебувало</a:t>
            </a:r>
            <a:r>
              <a:rPr lang="ru-RU" i="1" dirty="0"/>
              <a:t> 39 318 </a:t>
            </a:r>
            <a:r>
              <a:rPr lang="ru-RU" i="1" dirty="0" err="1"/>
              <a:t>дітей</a:t>
            </a:r>
            <a:r>
              <a:rPr lang="ru-RU" i="1" dirty="0"/>
              <a:t>. </a:t>
            </a:r>
            <a:r>
              <a:rPr lang="ru-RU" i="1" dirty="0" err="1"/>
              <a:t>Наприкінці</a:t>
            </a:r>
            <a:r>
              <a:rPr lang="ru-RU" i="1" dirty="0"/>
              <a:t> 1933 р. таких </a:t>
            </a:r>
            <a:r>
              <a:rPr lang="ru-RU" i="1" dirty="0" err="1"/>
              <a:t>будинків</a:t>
            </a:r>
            <a:r>
              <a:rPr lang="ru-RU" i="1" dirty="0"/>
              <a:t> </a:t>
            </a:r>
            <a:r>
              <a:rPr lang="ru-RU" i="1" dirty="0" err="1"/>
              <a:t>було</a:t>
            </a:r>
            <a:r>
              <a:rPr lang="ru-RU" i="1" dirty="0"/>
              <a:t> </a:t>
            </a:r>
            <a:r>
              <a:rPr lang="ru-RU" i="1" dirty="0" err="1"/>
              <a:t>вже</a:t>
            </a:r>
            <a:r>
              <a:rPr lang="ru-RU" i="1" dirty="0"/>
              <a:t> 452, у </a:t>
            </a:r>
            <a:r>
              <a:rPr lang="ru-RU" i="1" dirty="0" err="1"/>
              <a:t>яких</a:t>
            </a:r>
            <a:r>
              <a:rPr lang="ru-RU" i="1" dirty="0"/>
              <a:t> </a:t>
            </a:r>
            <a:r>
              <a:rPr lang="ru-RU" i="1" dirty="0" err="1"/>
              <a:t>перебувало</a:t>
            </a:r>
            <a:r>
              <a:rPr lang="ru-RU" i="1" dirty="0"/>
              <a:t> 96 057 </a:t>
            </a:r>
            <a:r>
              <a:rPr lang="ru-RU" i="1" dirty="0" err="1"/>
              <a:t>дітей</a:t>
            </a:r>
            <a:r>
              <a:rPr lang="ru-RU" i="1" dirty="0"/>
              <a:t>.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43CA1FC-A6CB-8FE2-7E07-8F43D95E1B8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76404136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4946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BCA7F5-E303-45AE-06ED-7AA7334A3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«Закон про </a:t>
            </a:r>
            <a:r>
              <a:rPr lang="ru-RU" dirty="0" err="1"/>
              <a:t>п'ять</a:t>
            </a:r>
            <a:r>
              <a:rPr lang="ru-RU" dirty="0"/>
              <a:t> </a:t>
            </a:r>
            <a:r>
              <a:rPr lang="ru-RU" dirty="0" err="1"/>
              <a:t>колосків</a:t>
            </a:r>
            <a:r>
              <a:rPr lang="ru-RU" dirty="0"/>
              <a:t>» </a:t>
            </a:r>
            <a:r>
              <a:rPr lang="ru-RU" dirty="0" err="1"/>
              <a:t>був</a:t>
            </a:r>
            <a:r>
              <a:rPr lang="ru-RU" dirty="0"/>
              <a:t> </a:t>
            </a:r>
            <a:r>
              <a:rPr lang="ru-RU" dirty="0" err="1"/>
              <a:t>складовою</a:t>
            </a:r>
            <a:r>
              <a:rPr lang="ru-RU" dirty="0"/>
              <a:t> </a:t>
            </a:r>
            <a:r>
              <a:rPr lang="ru-RU" dirty="0" err="1"/>
              <a:t>політики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5D08284-1A6E-DF87-EF3D-294BC61B65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8094CDE-D344-4D35-5262-33A7F3010EA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29396519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9405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3A150A-618E-877E-CFDE-8F02F5B53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З'ясуйте</a:t>
            </a:r>
            <a:r>
              <a:rPr lang="ru-RU" dirty="0"/>
              <a:t>, в </a:t>
            </a:r>
            <a:r>
              <a:rPr lang="ru-RU" dirty="0" err="1"/>
              <a:t>основі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плаката є </a:t>
            </a:r>
            <a:r>
              <a:rPr lang="ru-RU" dirty="0" err="1"/>
              <a:t>символічне</a:t>
            </a:r>
            <a:r>
              <a:rPr lang="ru-RU" dirty="0"/>
              <a:t> </a:t>
            </a:r>
            <a:r>
              <a:rPr lang="ru-RU" dirty="0" err="1"/>
              <a:t>відображення</a:t>
            </a:r>
            <a:r>
              <a:rPr lang="ru-RU" dirty="0"/>
              <a:t> </a:t>
            </a:r>
            <a:r>
              <a:rPr lang="ru-RU" dirty="0" err="1"/>
              <a:t>народної</a:t>
            </a:r>
            <a:r>
              <a:rPr lang="ru-RU" dirty="0"/>
              <a:t> </a:t>
            </a:r>
            <a:r>
              <a:rPr lang="ru-RU" dirty="0" err="1"/>
              <a:t>пам'яті</a:t>
            </a:r>
            <a:r>
              <a:rPr lang="ru-RU" dirty="0"/>
              <a:t> про </a:t>
            </a:r>
            <a:r>
              <a:rPr lang="ru-RU" dirty="0" err="1"/>
              <a:t>одне</a:t>
            </a:r>
            <a:r>
              <a:rPr lang="ru-RU" dirty="0"/>
              <a:t> </a:t>
            </a:r>
            <a:r>
              <a:rPr lang="ru-RU" dirty="0" err="1"/>
              <a:t>зі</a:t>
            </a:r>
            <a:r>
              <a:rPr lang="ru-RU" dirty="0"/>
              <a:t> </a:t>
            </a:r>
            <a:r>
              <a:rPr lang="ru-RU" dirty="0" err="1"/>
              <a:t>знарядь</a:t>
            </a:r>
            <a:r>
              <a:rPr lang="ru-RU" dirty="0"/>
              <a:t> геноциду </a:t>
            </a:r>
            <a:r>
              <a:rPr lang="ru-RU" dirty="0" err="1"/>
              <a:t>українського</a:t>
            </a:r>
            <a:r>
              <a:rPr lang="ru-RU" dirty="0"/>
              <a:t> народу.</a:t>
            </a:r>
            <a:endParaRPr lang="uk-UA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E4C1C5E7-2FE3-FAF6-25A7-139B669C58E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19"/>
          <a:stretch/>
        </p:blipFill>
        <p:spPr bwMode="auto">
          <a:xfrm>
            <a:off x="693366" y="2244033"/>
            <a:ext cx="2865653" cy="405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7A5EAE8E-F392-87AB-664B-2432D51204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98" r="49338"/>
          <a:stretch/>
        </p:blipFill>
        <p:spPr bwMode="auto">
          <a:xfrm>
            <a:off x="3734334" y="2244033"/>
            <a:ext cx="2753895" cy="405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0AFA39CB-32A9-C115-CB42-A87C2FC693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09" t="854" r="25408" b="-854"/>
          <a:stretch/>
        </p:blipFill>
        <p:spPr bwMode="auto">
          <a:xfrm>
            <a:off x="6708840" y="2244033"/>
            <a:ext cx="2646072" cy="405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2B977D17-A055-3C33-279F-5DD6801794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26" r="491"/>
          <a:stretch/>
        </p:blipFill>
        <p:spPr bwMode="auto">
          <a:xfrm>
            <a:off x="9539503" y="2244033"/>
            <a:ext cx="2646072" cy="405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2370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3B0A1B-7FEC-449A-AED6-C960B5231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</a:t>
            </a:r>
            <a:r>
              <a:rPr lang="ru-RU" dirty="0" err="1"/>
              <a:t>картосхемі</a:t>
            </a:r>
            <a:r>
              <a:rPr lang="ru-RU" dirty="0"/>
              <a:t> </a:t>
            </a:r>
            <a:r>
              <a:rPr lang="ru-RU" dirty="0" err="1"/>
              <a:t>штрихуванням</a:t>
            </a:r>
            <a:r>
              <a:rPr lang="ru-RU" dirty="0"/>
              <a:t> </a:t>
            </a:r>
            <a:r>
              <a:rPr lang="ru-RU" dirty="0" err="1"/>
              <a:t>позначено</a:t>
            </a:r>
            <a:r>
              <a:rPr lang="ru-RU" dirty="0"/>
              <a:t> </a:t>
            </a:r>
            <a:r>
              <a:rPr lang="ru-RU" dirty="0" err="1"/>
              <a:t>області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2D4E188-86C1-E555-D00E-04A7B5E49F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>
              <a:lnSpc>
                <a:spcPts val="1500"/>
              </a:lnSpc>
              <a:spcAft>
                <a:spcPts val="750"/>
              </a:spcAft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активних дій повстанських загонів Н. Махна у 1920–1921 рр.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розгортання перших машинно-тракторних станцій наприкінці 1928 р.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діяльності хлібозаготівельної комісії В. Молотова в жовтні 1932 р.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 найбільшими людськими втратами від Голодомору 1932–1933 рр.</a:t>
            </a:r>
          </a:p>
          <a:p>
            <a:endParaRPr lang="uk-UA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5E6C37A4-1017-D8AC-D490-85B30113C2E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2928" y="2227263"/>
            <a:ext cx="4773194" cy="363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4001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6FC5FB-640F-81E1-622A-934700D06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, </a:t>
            </a:r>
            <a:r>
              <a:rPr lang="ru-RU" dirty="0" err="1"/>
              <a:t>описаних</a:t>
            </a:r>
            <a:r>
              <a:rPr lang="ru-RU" dirty="0"/>
              <a:t> в </a:t>
            </a:r>
            <a:r>
              <a:rPr lang="ru-RU" dirty="0" err="1"/>
              <a:t>уривках</a:t>
            </a:r>
            <a:r>
              <a:rPr lang="ru-RU" dirty="0"/>
              <a:t> з </a:t>
            </a:r>
            <a:r>
              <a:rPr lang="ru-RU" dirty="0" err="1"/>
              <a:t>історичних</a:t>
            </a:r>
            <a:r>
              <a:rPr lang="ru-RU" dirty="0"/>
              <a:t> </a:t>
            </a:r>
            <a:r>
              <a:rPr lang="ru-RU" dirty="0" err="1"/>
              <a:t>джерел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F6EE1EF-A94F-7313-C4D7-5E02ED88F3A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53362387"/>
              </p:ext>
            </p:extLst>
          </p:nvPr>
        </p:nvGraphicFramePr>
        <p:xfrm>
          <a:off x="581193" y="2228003"/>
          <a:ext cx="5422390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8C2310D6-AE96-912C-4F8E-6D4865441F1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01715394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44106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476ECF-0239-20E1-86D9-B6585D8C5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зазначених</a:t>
            </a:r>
            <a:r>
              <a:rPr lang="ru-RU" dirty="0"/>
              <a:t> понять </a:t>
            </a:r>
            <a:r>
              <a:rPr lang="ru-RU" dirty="0" err="1"/>
              <a:t>дають</a:t>
            </a:r>
            <a:r>
              <a:rPr lang="ru-RU" dirty="0"/>
              <a:t> </a:t>
            </a:r>
            <a:r>
              <a:rPr lang="ru-RU" dirty="0" err="1"/>
              <a:t>змогу</a:t>
            </a:r>
            <a:r>
              <a:rPr lang="ru-RU" dirty="0"/>
              <a:t> </a:t>
            </a:r>
            <a:r>
              <a:rPr lang="ru-RU" dirty="0" err="1"/>
              <a:t>схарактеризувати</a:t>
            </a:r>
            <a:r>
              <a:rPr lang="ru-RU" dirty="0"/>
              <a:t> </a:t>
            </a:r>
            <a:r>
              <a:rPr lang="ru-RU" dirty="0" err="1"/>
              <a:t>колективізацію</a:t>
            </a:r>
            <a:r>
              <a:rPr lang="ru-RU" dirty="0"/>
              <a:t> </a:t>
            </a:r>
            <a:r>
              <a:rPr lang="ru-RU" dirty="0" err="1"/>
              <a:t>сільського</a:t>
            </a:r>
            <a:r>
              <a:rPr lang="ru-RU" dirty="0"/>
              <a:t> </a:t>
            </a:r>
            <a:r>
              <a:rPr lang="ru-RU" dirty="0" err="1"/>
              <a:t>господарства</a:t>
            </a:r>
            <a:r>
              <a:rPr lang="ru-RU" dirty="0"/>
              <a:t> в УСРР?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B125F9C-0CD6-6D41-59C0-E3EABCAE882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37409413"/>
              </p:ext>
            </p:extLst>
          </p:nvPr>
        </p:nvGraphicFramePr>
        <p:xfrm>
          <a:off x="581193" y="2228003"/>
          <a:ext cx="5422390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AC66D4B8-FAE9-3DB0-349F-7471C46FAA6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29529614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016244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A8B1975-84D9-D286-2820-9DF34E6933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826FCA90-DA42-052E-C2F0-C08916D444B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57708303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449C280-A118-1DC1-0285-E1AA76051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Занесення</a:t>
            </a:r>
            <a:r>
              <a:rPr lang="ru-RU" dirty="0"/>
              <a:t> на «</a:t>
            </a:r>
            <a:r>
              <a:rPr lang="ru-RU" dirty="0" err="1"/>
              <a:t>чорну</a:t>
            </a:r>
            <a:r>
              <a:rPr lang="ru-RU" dirty="0"/>
              <a:t> </a:t>
            </a:r>
            <a:r>
              <a:rPr lang="ru-RU" dirty="0" err="1"/>
              <a:t>дошку</a:t>
            </a:r>
            <a:r>
              <a:rPr lang="ru-RU" dirty="0"/>
              <a:t>» –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захід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використовувало</a:t>
            </a:r>
            <a:r>
              <a:rPr lang="ru-RU" dirty="0"/>
              <a:t> </a:t>
            </a:r>
            <a:r>
              <a:rPr lang="ru-RU" dirty="0" err="1"/>
              <a:t>партійно-радянське</a:t>
            </a:r>
            <a:r>
              <a:rPr lang="ru-RU" dirty="0"/>
              <a:t> </a:t>
            </a:r>
            <a:r>
              <a:rPr lang="ru-RU" dirty="0" err="1"/>
              <a:t>керівництво</a:t>
            </a:r>
            <a:r>
              <a:rPr lang="ru-RU" dirty="0"/>
              <a:t> СРСР / УСРР для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66577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CE8B61-27AB-1904-A356-1F04BE8B5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Терміни</a:t>
            </a:r>
            <a:r>
              <a:rPr lang="ru-RU" dirty="0"/>
              <a:t> «</a:t>
            </a:r>
            <a:r>
              <a:rPr lang="ru-RU" dirty="0" err="1"/>
              <a:t>чорна</a:t>
            </a:r>
            <a:r>
              <a:rPr lang="ru-RU" dirty="0"/>
              <a:t> </a:t>
            </a:r>
            <a:r>
              <a:rPr lang="ru-RU" dirty="0" err="1"/>
              <a:t>дошка</a:t>
            </a:r>
            <a:r>
              <a:rPr lang="ru-RU" dirty="0"/>
              <a:t>», «</a:t>
            </a:r>
            <a:r>
              <a:rPr lang="ru-RU" dirty="0" err="1"/>
              <a:t>розкуркулення</a:t>
            </a:r>
            <a:r>
              <a:rPr lang="ru-RU" dirty="0"/>
              <a:t>» </a:t>
            </a:r>
            <a:r>
              <a:rPr lang="ru-RU" dirty="0" err="1"/>
              <a:t>пов'язані</a:t>
            </a:r>
            <a:r>
              <a:rPr lang="ru-RU" dirty="0"/>
              <a:t> з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1104A12-6251-3318-7D44-7ACAC1273F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00BBE56-D635-32A7-9F36-C1902E7F4C7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55103636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9363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1FD53EA-CFA6-1D74-5F6C-7768CF22F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Промисловість та економіка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1A385729-6B27-827A-CB19-90155738F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19097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C8BFC6-0502-9E57-8A6D-FCD65D180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перелік</a:t>
            </a:r>
            <a:r>
              <a:rPr lang="ru-RU" dirty="0"/>
              <a:t> </a:t>
            </a:r>
            <a:r>
              <a:rPr lang="ru-RU" dirty="0" err="1"/>
              <a:t>назв</a:t>
            </a:r>
            <a:r>
              <a:rPr lang="ru-RU" dirty="0"/>
              <a:t> і </a:t>
            </a:r>
            <a:r>
              <a:rPr lang="ru-RU" dirty="0" err="1"/>
              <a:t>термінів</a:t>
            </a:r>
            <a:r>
              <a:rPr lang="ru-RU" dirty="0"/>
              <a:t> </a:t>
            </a:r>
            <a:r>
              <a:rPr lang="ru-RU" dirty="0" err="1"/>
              <a:t>стосується</a:t>
            </a:r>
            <a:r>
              <a:rPr lang="ru-RU" dirty="0"/>
              <a:t> </a:t>
            </a:r>
            <a:r>
              <a:rPr lang="ru-RU" dirty="0" err="1"/>
              <a:t>суспільного</a:t>
            </a:r>
            <a:r>
              <a:rPr lang="ru-RU" dirty="0"/>
              <a:t> </a:t>
            </a:r>
            <a:r>
              <a:rPr lang="ru-RU" dirty="0" err="1"/>
              <a:t>життя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1930-х </a:t>
            </a:r>
            <a:r>
              <a:rPr lang="ru-RU" dirty="0" err="1"/>
              <a:t>рр</a:t>
            </a:r>
            <a:r>
              <a:rPr lang="ru-RU" dirty="0"/>
              <a:t>.?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CEF82D7-02AB-3A3B-6654-20C76DC3A4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274C6C6-AB03-DEE1-A9D8-3C62E3F2D46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18034880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8156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B95AA5-7D57-1562-E2F6-81171E4BB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Установіть відповідність між явищем періоду радянської модернізації та його наслідком.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24027928-587F-BDBB-237D-5EE53DB30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 радянської модернізації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19FCBF3D-CA6E-4659-AFD1-206D6883893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62726504"/>
              </p:ext>
            </p:extLst>
          </p:nvPr>
        </p:nvGraphicFramePr>
        <p:xfrm>
          <a:off x="581194" y="2926052"/>
          <a:ext cx="5393100" cy="2934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EED5BC7D-470E-8902-46F6-FE71B4BFDA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Наслідки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383C26BB-EB51-AB45-991F-6E01890E7A6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273463785"/>
              </p:ext>
            </p:extLst>
          </p:nvPr>
        </p:nvGraphicFramePr>
        <p:xfrm>
          <a:off x="6217709" y="2926052"/>
          <a:ext cx="5393100" cy="2934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519385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4D00E6-D805-2557-A2DA-8241731AC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err="1"/>
              <a:t>Установіть</a:t>
            </a:r>
            <a:r>
              <a:rPr lang="ru-RU" sz="2400" dirty="0"/>
              <a:t> </a:t>
            </a:r>
            <a:r>
              <a:rPr lang="ru-RU" sz="2400" dirty="0" err="1"/>
              <a:t>відповідність</a:t>
            </a:r>
            <a:r>
              <a:rPr lang="ru-RU" sz="2400" dirty="0"/>
              <a:t> </a:t>
            </a:r>
            <a:r>
              <a:rPr lang="ru-RU" sz="2400" dirty="0" err="1"/>
              <a:t>між</a:t>
            </a:r>
            <a:r>
              <a:rPr lang="ru-RU" sz="2400" dirty="0"/>
              <a:t> </a:t>
            </a:r>
            <a:r>
              <a:rPr lang="ru-RU" sz="2400" dirty="0" err="1"/>
              <a:t>визначеннями</a:t>
            </a:r>
            <a:r>
              <a:rPr lang="ru-RU" sz="2400" dirty="0"/>
              <a:t> та </a:t>
            </a:r>
            <a:r>
              <a:rPr lang="ru-RU" sz="2400" dirty="0" err="1"/>
              <a:t>поняттями</a:t>
            </a:r>
            <a:r>
              <a:rPr lang="ru-RU" sz="2400" dirty="0"/>
              <a:t>, </a:t>
            </a:r>
            <a:r>
              <a:rPr lang="ru-RU" sz="2400" dirty="0" err="1"/>
              <a:t>що</a:t>
            </a:r>
            <a:r>
              <a:rPr lang="ru-RU" sz="2400" dirty="0"/>
              <a:t> </a:t>
            </a:r>
            <a:r>
              <a:rPr lang="ru-RU" sz="2400" dirty="0" err="1"/>
              <a:t>характеризують</a:t>
            </a:r>
            <a:r>
              <a:rPr lang="ru-RU" sz="2400" dirty="0"/>
              <a:t> </a:t>
            </a:r>
            <a:r>
              <a:rPr lang="ru-RU" sz="2400" dirty="0" err="1"/>
              <a:t>соціально-економічне</a:t>
            </a:r>
            <a:r>
              <a:rPr lang="ru-RU" sz="2400" dirty="0"/>
              <a:t> </a:t>
            </a:r>
            <a:r>
              <a:rPr lang="ru-RU" sz="2400" dirty="0" err="1"/>
              <a:t>життя</a:t>
            </a:r>
            <a:r>
              <a:rPr lang="ru-RU" sz="2400" dirty="0"/>
              <a:t> УСРР в 1920–1930-х </a:t>
            </a:r>
            <a:r>
              <a:rPr lang="ru-RU" sz="2400" dirty="0" err="1"/>
              <a:t>рр</a:t>
            </a:r>
            <a:r>
              <a:rPr lang="ru-RU" sz="2400" dirty="0"/>
              <a:t>.</a:t>
            </a:r>
            <a:endParaRPr lang="uk-UA" sz="24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25C7D71-8DB5-5141-0D94-69970AFBCA5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32905710"/>
              </p:ext>
            </p:extLst>
          </p:nvPr>
        </p:nvGraphicFramePr>
        <p:xfrm>
          <a:off x="581193" y="2228003"/>
          <a:ext cx="5422390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DD82FD3-D34A-5C00-1641-88F5284B730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29964277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791505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3E43C2-B9C8-0172-4E1A-9C3496B48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Результатом </a:t>
            </a:r>
            <a:r>
              <a:rPr lang="ru-RU" dirty="0" err="1"/>
              <a:t>здійснення</a:t>
            </a:r>
            <a:r>
              <a:rPr lang="ru-RU" dirty="0"/>
              <a:t>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політики</a:t>
            </a:r>
            <a:r>
              <a:rPr lang="ru-RU" dirty="0"/>
              <a:t> є </a:t>
            </a:r>
            <a:r>
              <a:rPr lang="ru-RU" dirty="0" err="1"/>
              <a:t>подані</a:t>
            </a:r>
            <a:r>
              <a:rPr lang="ru-RU" dirty="0"/>
              <a:t> </a:t>
            </a:r>
            <a:r>
              <a:rPr lang="ru-RU" dirty="0" err="1"/>
              <a:t>нижче</a:t>
            </a:r>
            <a:r>
              <a:rPr lang="ru-RU" dirty="0"/>
              <a:t> </a:t>
            </a:r>
            <a:r>
              <a:rPr lang="ru-RU" dirty="0" err="1"/>
              <a:t>дані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687DE8E-9FD3-A6CD-CFBB-D9EFF2CB0D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Індекс</a:t>
            </a:r>
            <a:r>
              <a:rPr lang="ru-RU" i="1" dirty="0"/>
              <a:t> </a:t>
            </a:r>
            <a:r>
              <a:rPr lang="ru-RU" i="1" dirty="0" err="1"/>
              <a:t>фізичного</a:t>
            </a:r>
            <a:r>
              <a:rPr lang="ru-RU" i="1" dirty="0"/>
              <a:t> </a:t>
            </a:r>
            <a:r>
              <a:rPr lang="ru-RU" i="1" dirty="0" err="1"/>
              <a:t>обсягу</a:t>
            </a:r>
            <a:r>
              <a:rPr lang="ru-RU" i="1" dirty="0"/>
              <a:t> </a:t>
            </a:r>
            <a:r>
              <a:rPr lang="ru-RU" i="1" dirty="0" err="1"/>
              <a:t>промислової</a:t>
            </a:r>
            <a:r>
              <a:rPr lang="ru-RU" i="1" dirty="0"/>
              <a:t> </a:t>
            </a:r>
            <a:r>
              <a:rPr lang="ru-RU" i="1" dirty="0" err="1"/>
              <a:t>продукції</a:t>
            </a:r>
            <a:r>
              <a:rPr lang="ru-RU" i="1" dirty="0"/>
              <a:t> в СРСР у 1937 р., </a:t>
            </a:r>
            <a:r>
              <a:rPr lang="ru-RU" i="1" dirty="0" err="1"/>
              <a:t>порівняно</a:t>
            </a:r>
            <a:r>
              <a:rPr lang="ru-RU" i="1" dirty="0"/>
              <a:t> з </a:t>
            </a:r>
            <a:r>
              <a:rPr lang="ru-RU" i="1" dirty="0" err="1"/>
              <a:t>рівнем</a:t>
            </a:r>
            <a:r>
              <a:rPr lang="ru-RU" i="1" dirty="0"/>
              <a:t> 1913 р., </a:t>
            </a:r>
            <a:r>
              <a:rPr lang="ru-RU" i="1" dirty="0" err="1"/>
              <a:t>склав</a:t>
            </a:r>
            <a:r>
              <a:rPr lang="ru-RU" i="1" dirty="0"/>
              <a:t> 820, у США — 154, </a:t>
            </a:r>
            <a:r>
              <a:rPr lang="ru-RU" i="1" dirty="0" err="1"/>
              <a:t>Німеччині</a:t>
            </a:r>
            <a:r>
              <a:rPr lang="ru-RU" i="1" dirty="0"/>
              <a:t> — 119, </a:t>
            </a:r>
            <a:r>
              <a:rPr lang="ru-RU" i="1" dirty="0" err="1"/>
              <a:t>Великій</a:t>
            </a:r>
            <a:r>
              <a:rPr lang="ru-RU" i="1" dirty="0"/>
              <a:t> </a:t>
            </a:r>
            <a:r>
              <a:rPr lang="ru-RU" i="1" dirty="0" err="1"/>
              <a:t>Британії</a:t>
            </a:r>
            <a:r>
              <a:rPr lang="ru-RU" i="1" dirty="0"/>
              <a:t> — 110, </a:t>
            </a:r>
            <a:r>
              <a:rPr lang="ru-RU" i="1" dirty="0" err="1"/>
              <a:t>Франції</a:t>
            </a:r>
            <a:r>
              <a:rPr lang="ru-RU" i="1" dirty="0"/>
              <a:t> — 101. За </a:t>
            </a:r>
            <a:r>
              <a:rPr lang="ru-RU" i="1" dirty="0" err="1"/>
              <a:t>обсягами</a:t>
            </a:r>
            <a:r>
              <a:rPr lang="ru-RU" i="1" dirty="0"/>
              <a:t> </a:t>
            </a:r>
            <a:r>
              <a:rPr lang="ru-RU" i="1" dirty="0" err="1"/>
              <a:t>виробництва</a:t>
            </a:r>
            <a:r>
              <a:rPr lang="ru-RU" i="1" dirty="0"/>
              <a:t> СРСР </a:t>
            </a:r>
            <a:r>
              <a:rPr lang="ru-RU" i="1" dirty="0" err="1"/>
              <a:t>із</a:t>
            </a:r>
            <a:r>
              <a:rPr lang="ru-RU" i="1" dirty="0"/>
              <a:t> </a:t>
            </a:r>
            <a:r>
              <a:rPr lang="ru-RU" i="1" dirty="0" err="1"/>
              <a:t>п’ятого</a:t>
            </a:r>
            <a:r>
              <a:rPr lang="ru-RU" i="1" dirty="0"/>
              <a:t> </a:t>
            </a:r>
            <a:r>
              <a:rPr lang="ru-RU" i="1" dirty="0" err="1"/>
              <a:t>місця</a:t>
            </a:r>
            <a:r>
              <a:rPr lang="ru-RU" i="1" dirty="0"/>
              <a:t> в </a:t>
            </a:r>
            <a:r>
              <a:rPr lang="ru-RU" i="1" dirty="0" err="1"/>
              <a:t>світі</a:t>
            </a:r>
            <a:r>
              <a:rPr lang="ru-RU" i="1" dirty="0"/>
              <a:t> у 1928 р. </a:t>
            </a:r>
            <a:r>
              <a:rPr lang="ru-RU" i="1" dirty="0" err="1"/>
              <a:t>перейшов</a:t>
            </a:r>
            <a:r>
              <a:rPr lang="ru-RU" i="1" dirty="0"/>
              <a:t> на </a:t>
            </a:r>
            <a:r>
              <a:rPr lang="ru-RU" i="1" dirty="0" err="1"/>
              <a:t>третє</a:t>
            </a:r>
            <a:r>
              <a:rPr lang="ru-RU" i="1" dirty="0"/>
              <a:t> у 1932 р., у 1937 р. — на друге…»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B5CB552-4E65-B2E7-B5C7-1E33D5DD171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25230430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4986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B46C1-0094-B160-1371-FC483C3CF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уривках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історичних</a:t>
            </a:r>
            <a:r>
              <a:rPr lang="ru-RU" dirty="0"/>
              <a:t> </a:t>
            </a:r>
            <a:r>
              <a:rPr lang="ru-RU" dirty="0" err="1"/>
              <a:t>джерел</a:t>
            </a:r>
            <a:r>
              <a:rPr lang="ru-RU" dirty="0"/>
              <a:t> </a:t>
            </a:r>
            <a:r>
              <a:rPr lang="ru-RU" dirty="0" err="1"/>
              <a:t>відображено</a:t>
            </a:r>
            <a:r>
              <a:rPr lang="ru-RU" dirty="0"/>
              <a:t> </a:t>
            </a:r>
            <a:r>
              <a:rPr lang="ru-RU" dirty="0" err="1"/>
              <a:t>особливості</a:t>
            </a:r>
            <a:r>
              <a:rPr lang="ru-RU" dirty="0"/>
              <a:t> </a:t>
            </a:r>
            <a:r>
              <a:rPr lang="ru-RU" dirty="0" err="1"/>
              <a:t>соціально-економічного</a:t>
            </a:r>
            <a:r>
              <a:rPr lang="ru-RU" dirty="0"/>
              <a:t> </a:t>
            </a:r>
            <a:r>
              <a:rPr lang="ru-RU" dirty="0" err="1"/>
              <a:t>життя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в 1930-х </a:t>
            </a:r>
            <a:r>
              <a:rPr lang="ru-RU" dirty="0" err="1"/>
              <a:t>рр</a:t>
            </a:r>
            <a:r>
              <a:rPr lang="ru-RU" dirty="0"/>
              <a:t>.?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D1F8F44-223E-6A30-C8A0-304393F69B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uk-UA" i="1" dirty="0"/>
              <a:t>«...У всіх колгоспах, які не виконали плану хлібозаготівель, в п’ятиденний строк вивезти всі без винятку наявні колгоспні фонди, у тому числі і насіннєвий, в рахунок виконання плану хлібозаготівель...»</a:t>
            </a:r>
          </a:p>
          <a:p>
            <a:pPr marL="342900" indent="-342900">
              <a:buFont typeface="+mj-lt"/>
              <a:buAutoNum type="arabicPeriod"/>
            </a:pPr>
            <a:r>
              <a:rPr lang="uk-UA" i="1" dirty="0"/>
              <a:t>«...Завдання семирічки в галузі сільського господарства ми зможемо виконати за п’ять років... Розрахунки показують, що посіви кукурудзи повинні орієнтовно складати 9 — 10 млн га і рівнятися приблизно половині всієї площі зернових...»</a:t>
            </a:r>
          </a:p>
          <a:p>
            <a:pPr marL="342900" indent="-342900">
              <a:buFont typeface="+mj-lt"/>
              <a:buAutoNum type="arabicPeriod"/>
            </a:pPr>
            <a:r>
              <a:rPr lang="uk-UA" i="1" dirty="0"/>
              <a:t>«Продукція соціалістичної індустрії України зросла більш як удвоє. Почали діяти нові величезні підприємства (Запорізький комбінат, Новокраматорський машинобудівний завод, Криворізький металургійний завод)...»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083EEAB-9142-D76F-688E-2EB397B07DF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54250068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8060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9562F2-0FF8-AD6C-27F8-26D35EF7C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зображених</a:t>
            </a:r>
            <a:r>
              <a:rPr lang="ru-RU" dirty="0"/>
              <a:t> </a:t>
            </a:r>
            <a:r>
              <a:rPr lang="ru-RU" dirty="0" err="1"/>
              <a:t>радянських</a:t>
            </a:r>
            <a:r>
              <a:rPr lang="ru-RU" dirty="0"/>
              <a:t> </a:t>
            </a:r>
            <a:r>
              <a:rPr lang="ru-RU" dirty="0" err="1"/>
              <a:t>плакатів</a:t>
            </a:r>
            <a:r>
              <a:rPr lang="ru-RU" dirty="0"/>
              <a:t> </a:t>
            </a:r>
            <a:r>
              <a:rPr lang="ru-RU" dirty="0" err="1"/>
              <a:t>відображає</a:t>
            </a:r>
            <a:r>
              <a:rPr lang="ru-RU" dirty="0"/>
              <a:t> суть документа, </a:t>
            </a:r>
            <a:r>
              <a:rPr lang="ru-RU" dirty="0" err="1"/>
              <a:t>уривок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процитовано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A5BD025-E3B9-5735-74CA-963729DF8F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Це</a:t>
            </a:r>
            <a:r>
              <a:rPr lang="ru-RU" i="1" dirty="0"/>
              <a:t> гасло [«</a:t>
            </a:r>
            <a:r>
              <a:rPr lang="ru-RU" i="1" dirty="0" err="1"/>
              <a:t>техніка</a:t>
            </a:r>
            <a:r>
              <a:rPr lang="ru-RU" i="1" dirty="0"/>
              <a:t> </a:t>
            </a:r>
            <a:r>
              <a:rPr lang="ru-RU" i="1" dirty="0" err="1"/>
              <a:t>вирішує</a:t>
            </a:r>
            <a:r>
              <a:rPr lang="ru-RU" i="1" dirty="0"/>
              <a:t> все»] </a:t>
            </a:r>
            <a:r>
              <a:rPr lang="ru-RU" i="1" dirty="0" err="1"/>
              <a:t>допомогло</a:t>
            </a:r>
            <a:r>
              <a:rPr lang="ru-RU" i="1" dirty="0"/>
              <a:t> нам </a:t>
            </a:r>
            <a:r>
              <a:rPr lang="ru-RU" i="1" dirty="0" err="1"/>
              <a:t>створити</a:t>
            </a:r>
            <a:r>
              <a:rPr lang="ru-RU" i="1" dirty="0"/>
              <a:t> </a:t>
            </a:r>
            <a:r>
              <a:rPr lang="ru-RU" i="1" dirty="0" err="1"/>
              <a:t>найширшу</a:t>
            </a:r>
            <a:r>
              <a:rPr lang="ru-RU" i="1" dirty="0"/>
              <a:t> </a:t>
            </a:r>
            <a:r>
              <a:rPr lang="ru-RU" i="1" dirty="0" err="1"/>
              <a:t>технічну</a:t>
            </a:r>
            <a:r>
              <a:rPr lang="ru-RU" i="1" dirty="0"/>
              <a:t> базу в </a:t>
            </a:r>
            <a:r>
              <a:rPr lang="ru-RU" i="1" dirty="0" err="1"/>
              <a:t>усіх</a:t>
            </a:r>
            <a:r>
              <a:rPr lang="ru-RU" i="1" dirty="0"/>
              <a:t> </a:t>
            </a:r>
            <a:r>
              <a:rPr lang="ru-RU" i="1" dirty="0" err="1"/>
              <a:t>галузях</a:t>
            </a:r>
            <a:r>
              <a:rPr lang="ru-RU" i="1" dirty="0"/>
              <a:t> </a:t>
            </a:r>
            <a:r>
              <a:rPr lang="ru-RU" i="1" dirty="0" err="1"/>
              <a:t>діяльності</a:t>
            </a:r>
            <a:r>
              <a:rPr lang="ru-RU" i="1" dirty="0"/>
              <a:t>... </a:t>
            </a:r>
            <a:r>
              <a:rPr lang="ru-RU" i="1" dirty="0" err="1"/>
              <a:t>Це</a:t>
            </a:r>
            <a:r>
              <a:rPr lang="ru-RU" i="1" dirty="0"/>
              <a:t> </a:t>
            </a:r>
            <a:r>
              <a:rPr lang="ru-RU" i="1" dirty="0" err="1"/>
              <a:t>дуже</a:t>
            </a:r>
            <a:r>
              <a:rPr lang="ru-RU" i="1" dirty="0"/>
              <a:t> добре. Але </a:t>
            </a:r>
            <a:r>
              <a:rPr lang="ru-RU" i="1" dirty="0" err="1"/>
              <a:t>цього</a:t>
            </a:r>
            <a:r>
              <a:rPr lang="ru-RU" i="1" dirty="0"/>
              <a:t> далеко і далеко </a:t>
            </a:r>
            <a:r>
              <a:rPr lang="ru-RU" i="1" dirty="0" err="1"/>
              <a:t>недостатньо</a:t>
            </a:r>
            <a:r>
              <a:rPr lang="ru-RU" i="1" dirty="0"/>
              <a:t>. </a:t>
            </a:r>
            <a:r>
              <a:rPr lang="ru-RU" i="1" dirty="0" err="1"/>
              <a:t>Техніка</a:t>
            </a:r>
            <a:r>
              <a:rPr lang="ru-RU" i="1" dirty="0"/>
              <a:t> без людей, </a:t>
            </a:r>
            <a:r>
              <a:rPr lang="ru-RU" i="1" dirty="0" err="1"/>
              <a:t>які</a:t>
            </a:r>
            <a:r>
              <a:rPr lang="ru-RU" i="1" dirty="0"/>
              <a:t> </a:t>
            </a:r>
            <a:r>
              <a:rPr lang="ru-RU" i="1" dirty="0" err="1"/>
              <a:t>оволоділи</a:t>
            </a:r>
            <a:r>
              <a:rPr lang="ru-RU" i="1" dirty="0"/>
              <a:t> </a:t>
            </a:r>
            <a:r>
              <a:rPr lang="ru-RU" i="1" dirty="0" err="1"/>
              <a:t>технікою</a:t>
            </a:r>
            <a:r>
              <a:rPr lang="ru-RU" i="1" dirty="0"/>
              <a:t>, мертва. </a:t>
            </a:r>
            <a:r>
              <a:rPr lang="ru-RU" i="1" dirty="0" err="1"/>
              <a:t>Техніка</a:t>
            </a:r>
            <a:r>
              <a:rPr lang="ru-RU" i="1" dirty="0"/>
              <a:t> на </a:t>
            </a:r>
            <a:r>
              <a:rPr lang="ru-RU" i="1" dirty="0" err="1"/>
              <a:t>чолі</a:t>
            </a:r>
            <a:r>
              <a:rPr lang="ru-RU" i="1" dirty="0"/>
              <a:t> з людьми, </a:t>
            </a:r>
            <a:r>
              <a:rPr lang="ru-RU" i="1" dirty="0" err="1"/>
              <a:t>котрі</a:t>
            </a:r>
            <a:r>
              <a:rPr lang="ru-RU" i="1" dirty="0"/>
              <a:t> </a:t>
            </a:r>
            <a:r>
              <a:rPr lang="ru-RU" i="1" dirty="0" err="1"/>
              <a:t>оволоділи</a:t>
            </a:r>
            <a:r>
              <a:rPr lang="ru-RU" i="1" dirty="0"/>
              <a:t> </a:t>
            </a:r>
            <a:r>
              <a:rPr lang="ru-RU" i="1" dirty="0" err="1"/>
              <a:t>технікою</a:t>
            </a:r>
            <a:r>
              <a:rPr lang="ru-RU" i="1" dirty="0"/>
              <a:t>, </a:t>
            </a:r>
            <a:r>
              <a:rPr lang="ru-RU" i="1" dirty="0" err="1"/>
              <a:t>може</a:t>
            </a:r>
            <a:r>
              <a:rPr lang="ru-RU" i="1" dirty="0"/>
              <a:t> й повинна </a:t>
            </a:r>
            <a:r>
              <a:rPr lang="ru-RU" i="1" dirty="0" err="1"/>
              <a:t>творити</a:t>
            </a:r>
            <a:r>
              <a:rPr lang="ru-RU" i="1" dirty="0"/>
              <a:t> чудеса. Ось </a:t>
            </a:r>
            <a:r>
              <a:rPr lang="ru-RU" i="1" dirty="0" err="1"/>
              <a:t>чому</a:t>
            </a:r>
            <a:r>
              <a:rPr lang="ru-RU" i="1" dirty="0"/>
              <a:t> </a:t>
            </a:r>
            <a:r>
              <a:rPr lang="ru-RU" i="1" dirty="0" err="1"/>
              <a:t>тепер</a:t>
            </a:r>
            <a:r>
              <a:rPr lang="ru-RU" i="1" dirty="0"/>
              <a:t> </a:t>
            </a:r>
            <a:r>
              <a:rPr lang="ru-RU" i="1" dirty="0" err="1"/>
              <a:t>наголос</a:t>
            </a:r>
            <a:r>
              <a:rPr lang="ru-RU" i="1" dirty="0"/>
              <a:t> </a:t>
            </a:r>
            <a:r>
              <a:rPr lang="ru-RU" i="1" dirty="0" err="1"/>
              <a:t>має</a:t>
            </a:r>
            <a:r>
              <a:rPr lang="ru-RU" i="1" dirty="0"/>
              <a:t> бути </a:t>
            </a:r>
            <a:r>
              <a:rPr lang="ru-RU" i="1" dirty="0" err="1"/>
              <a:t>зроблений</a:t>
            </a:r>
            <a:r>
              <a:rPr lang="ru-RU" i="1" dirty="0"/>
              <a:t> на </a:t>
            </a:r>
            <a:r>
              <a:rPr lang="ru-RU" i="1" dirty="0" err="1"/>
              <a:t>працівниках</a:t>
            </a:r>
            <a:r>
              <a:rPr lang="ru-RU" i="1" dirty="0"/>
              <a:t>, </a:t>
            </a:r>
            <a:r>
              <a:rPr lang="ru-RU" i="1" dirty="0" err="1"/>
              <a:t>які</a:t>
            </a:r>
            <a:r>
              <a:rPr lang="ru-RU" i="1" dirty="0"/>
              <a:t> </a:t>
            </a:r>
            <a:r>
              <a:rPr lang="ru-RU" i="1" dirty="0" err="1"/>
              <a:t>оволоділи</a:t>
            </a:r>
            <a:r>
              <a:rPr lang="ru-RU" i="1" dirty="0"/>
              <a:t> </a:t>
            </a:r>
            <a:r>
              <a:rPr lang="ru-RU" i="1" dirty="0" err="1"/>
              <a:t>технікою</a:t>
            </a:r>
            <a:r>
              <a:rPr lang="ru-RU" i="1" dirty="0"/>
              <a:t>...»</a:t>
            </a:r>
            <a:endParaRPr lang="uk-UA" i="1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FDD137E-77E1-7CD2-C032-D472D6027E3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3103" y="2017475"/>
            <a:ext cx="1580370" cy="223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16FFB2EE-EBF9-D189-58AB-E5EF66D12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003" y="1967407"/>
            <a:ext cx="1580371" cy="223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197A5841-0F25-9A5A-0CE2-9B83654BB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3102" y="4381428"/>
            <a:ext cx="1580371" cy="223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5328C6E9-508F-706D-B34C-67052B812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004" y="4381429"/>
            <a:ext cx="1580371" cy="223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057D6A-A6C6-DE85-EE72-0C5E2BE27CF3}"/>
              </a:ext>
            </a:extLst>
          </p:cNvPr>
          <p:cNvSpPr txBox="1"/>
          <p:nvPr/>
        </p:nvSpPr>
        <p:spPr>
          <a:xfrm>
            <a:off x="1366847" y="5970744"/>
            <a:ext cx="6093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Далі</a:t>
            </a:r>
            <a:r>
              <a:rPr lang="ru-RU" sz="24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більше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514918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05161A0D-ACF5-15DE-F3F4-E57EB47AD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7551" y="1193353"/>
            <a:ext cx="2755944" cy="389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FCD9F8DE-F6C0-B5E0-E894-7212FE6B4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" y="1193352"/>
            <a:ext cx="2755946" cy="3898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466170-DB32-0B08-9651-F7EACCBAB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1087" y="1193352"/>
            <a:ext cx="2755946" cy="3898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E141CC34-6B4A-7ACF-6AA6-04809A40A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219" y="1193352"/>
            <a:ext cx="2755946" cy="3898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721D04-8E33-1E2B-9D08-05F90D1DE8D4}"/>
              </a:ext>
            </a:extLst>
          </p:cNvPr>
          <p:cNvSpPr txBox="1"/>
          <p:nvPr/>
        </p:nvSpPr>
        <p:spPr>
          <a:xfrm>
            <a:off x="6214473" y="5341481"/>
            <a:ext cx="27559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для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соціалізму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будується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</a:t>
            </a:r>
            <a:b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</a:b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1931 р. 8 млн тонн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чавуну</a:t>
            </a:r>
            <a:endParaRPr lang="uk-U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14C849-FE34-C9C6-F08A-66445D248E3D}"/>
              </a:ext>
            </a:extLst>
          </p:cNvPr>
          <p:cNvSpPr txBox="1"/>
          <p:nvPr/>
        </p:nvSpPr>
        <p:spPr>
          <a:xfrm>
            <a:off x="242887" y="5341481"/>
            <a:ext cx="2755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 тут, і там,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скрізь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-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будуємо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соціалізм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!</a:t>
            </a:r>
            <a:endParaRPr lang="uk-U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40FF43-203A-BE45-72E3-74868CC4D1E9}"/>
              </a:ext>
            </a:extLst>
          </p:cNvPr>
          <p:cNvSpPr txBox="1"/>
          <p:nvPr/>
        </p:nvSpPr>
        <p:spPr>
          <a:xfrm>
            <a:off x="9261087" y="5341481"/>
            <a:ext cx="26880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Будуй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заводи-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гіганти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!</a:t>
            </a:r>
            <a:b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</a:b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Купуй 3-ю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позику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індустріалізації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!</a:t>
            </a:r>
            <a:endParaRPr lang="uk-U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10DF84-D7DE-C36C-9915-88336BA13267}"/>
              </a:ext>
            </a:extLst>
          </p:cNvPr>
          <p:cNvSpPr txBox="1"/>
          <p:nvPr/>
        </p:nvSpPr>
        <p:spPr>
          <a:xfrm>
            <a:off x="3392579" y="5202981"/>
            <a:ext cx="26435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мільйони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кваліфікованих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робітничих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кадрів</a:t>
            </a:r>
            <a:b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</a:b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для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нових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518 фабрик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заводів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!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877722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AB05C9-9E08-7DA2-DAB7-2B22F53BD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ru-RU" dirty="0" err="1"/>
              <a:t>Перекачування</a:t>
            </a:r>
            <a:r>
              <a:rPr lang="ru-RU" dirty="0"/>
              <a:t> </a:t>
            </a:r>
            <a:r>
              <a:rPr lang="ru-RU" dirty="0" err="1"/>
              <a:t>коштів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села в </a:t>
            </a:r>
            <a:r>
              <a:rPr lang="ru-RU" dirty="0" err="1"/>
              <a:t>місто</a:t>
            </a:r>
            <a:r>
              <a:rPr lang="ru-RU" dirty="0"/>
              <a:t>» </a:t>
            </a:r>
            <a:r>
              <a:rPr lang="ru-RU" dirty="0" err="1"/>
              <a:t>наприкінці</a:t>
            </a:r>
            <a:r>
              <a:rPr lang="ru-RU" dirty="0"/>
              <a:t> 1920–1930-х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було</a:t>
            </a:r>
            <a:r>
              <a:rPr lang="ru-RU" dirty="0"/>
              <a:t> одним </a:t>
            </a:r>
            <a:r>
              <a:rPr lang="ru-RU" dirty="0" err="1"/>
              <a:t>із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766849D-3482-B171-2E5C-E86DAAD734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DD20B69-ECB9-23F3-2EBA-C35E6F315A0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>
              <a:lnSpc>
                <a:spcPts val="1500"/>
              </a:lnSpc>
              <a:spcAft>
                <a:spcPts val="750"/>
              </a:spcAft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шляхів стримування зростання цін на сільгосппродукцію.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способів матеріального стимулювання селянства.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 фінансування індустріалізації.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інструментів проведення грошової реформи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447505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3EEA1D-DEDD-6809-CF95-49FFB6310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Зображений</a:t>
            </a:r>
            <a:r>
              <a:rPr lang="ru-RU" dirty="0"/>
              <a:t> </a:t>
            </a:r>
            <a:r>
              <a:rPr lang="ru-RU" dirty="0" err="1"/>
              <a:t>агітаційний</a:t>
            </a:r>
            <a:r>
              <a:rPr lang="ru-RU" dirty="0"/>
              <a:t> плакат 1930-х </a:t>
            </a:r>
            <a:r>
              <a:rPr lang="ru-RU" dirty="0" err="1"/>
              <a:t>рр</a:t>
            </a:r>
            <a:r>
              <a:rPr lang="ru-RU" dirty="0"/>
              <a:t>. є </a:t>
            </a:r>
            <a:r>
              <a:rPr lang="ru-RU" dirty="0" err="1"/>
              <a:t>джерелом</a:t>
            </a:r>
            <a:r>
              <a:rPr lang="ru-RU" dirty="0"/>
              <a:t> для </a:t>
            </a:r>
            <a:r>
              <a:rPr lang="ru-RU" dirty="0" err="1"/>
              <a:t>визначення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6CD06FB-D76B-47D4-A7BE-C86EA24758D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40156369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094A69BC-3769-E51F-D269-01E59C4D14D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059" y="2227263"/>
            <a:ext cx="2472832" cy="363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1765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92677F-0A3F-00B2-D804-8C99FA3F6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dirty="0" err="1"/>
              <a:t>уривку</a:t>
            </a:r>
            <a:r>
              <a:rPr lang="ru-RU" dirty="0"/>
              <a:t> </a:t>
            </a:r>
            <a:r>
              <a:rPr lang="ru-RU" dirty="0" err="1"/>
              <a:t>вказано</a:t>
            </a:r>
            <a:r>
              <a:rPr lang="ru-RU" dirty="0"/>
              <a:t> на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6E26C7E-D9CF-D057-BFA6-4D24675779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«Експропріація непродуктивних класів, анулювання боргів, зосередження доходів від промисловості, держторгівлі (внутрішньої і зовнішньої) і всієї кредитної системи в руках держави і т. ін. — самі по собі дають можливість такого нагромадження всередині країни, яке забезпечує необхідний для соціалістичного будівництва темп розвитку індустрії»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19B3C4F-1B1C-32D7-931C-3A748392A2B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68378348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7839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9C29BE-F6FE-DED3-9746-9E89BEA31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висновок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зробити</a:t>
            </a:r>
            <a:r>
              <a:rPr lang="ru-RU" dirty="0"/>
              <a:t>, </a:t>
            </a:r>
            <a:r>
              <a:rPr lang="ru-RU" dirty="0" err="1"/>
              <a:t>аналізуючи</a:t>
            </a:r>
            <a:r>
              <a:rPr lang="ru-RU" dirty="0"/>
              <a:t> </a:t>
            </a:r>
            <a:r>
              <a:rPr lang="ru-RU" dirty="0" err="1"/>
              <a:t>цитований</a:t>
            </a:r>
            <a:r>
              <a:rPr lang="ru-RU" dirty="0"/>
              <a:t> документ?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2091CA2-E418-1C04-7A7A-3A4D61FA0A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Кампанія</a:t>
            </a:r>
            <a:r>
              <a:rPr lang="ru-RU" i="1" dirty="0"/>
              <a:t> </a:t>
            </a:r>
            <a:r>
              <a:rPr lang="ru-RU" i="1" dirty="0" err="1"/>
              <a:t>щодо</a:t>
            </a:r>
            <a:r>
              <a:rPr lang="ru-RU" i="1" dirty="0"/>
              <a:t> </a:t>
            </a:r>
            <a:r>
              <a:rPr lang="ru-RU" i="1" dirty="0" err="1"/>
              <a:t>виселення</a:t>
            </a:r>
            <a:r>
              <a:rPr lang="ru-RU" i="1" dirty="0"/>
              <a:t> </a:t>
            </a:r>
            <a:r>
              <a:rPr lang="ru-RU" i="1" dirty="0" err="1"/>
              <a:t>куркулів</a:t>
            </a:r>
            <a:r>
              <a:rPr lang="ru-RU" i="1" dirty="0"/>
              <a:t> і </a:t>
            </a:r>
            <a:r>
              <a:rPr lang="ru-RU" i="1" dirty="0" err="1"/>
              <a:t>їхніх</a:t>
            </a:r>
            <a:r>
              <a:rPr lang="ru-RU" i="1" dirty="0"/>
              <a:t> родин проводиться </a:t>
            </a:r>
            <a:r>
              <a:rPr lang="ru-RU" i="1" dirty="0" err="1"/>
              <a:t>передусім</a:t>
            </a:r>
            <a:r>
              <a:rPr lang="ru-RU" i="1" dirty="0"/>
              <a:t> у таких </a:t>
            </a:r>
            <a:r>
              <a:rPr lang="ru-RU" i="1" dirty="0" err="1"/>
              <a:t>регіонах</a:t>
            </a:r>
            <a:r>
              <a:rPr lang="ru-RU" i="1" dirty="0"/>
              <a:t> СРСР: з </a:t>
            </a:r>
            <a:r>
              <a:rPr lang="ru-RU" i="1" dirty="0" err="1"/>
              <a:t>України</a:t>
            </a:r>
            <a:r>
              <a:rPr lang="ru-RU" i="1" dirty="0"/>
              <a:t> — 30 000–35 000 родин; з </a:t>
            </a:r>
            <a:r>
              <a:rPr lang="ru-RU" i="1" dirty="0" err="1"/>
              <a:t>Білорусії</a:t>
            </a:r>
            <a:r>
              <a:rPr lang="ru-RU" i="1" dirty="0"/>
              <a:t> — 6000–7000 родин; з </a:t>
            </a:r>
            <a:r>
              <a:rPr lang="ru-RU" i="1" dirty="0" err="1"/>
              <a:t>Середньоволзького</a:t>
            </a:r>
            <a:r>
              <a:rPr lang="ru-RU" i="1" dirty="0"/>
              <a:t> краю — 8000–10 000 родин; з Уралу — 10 000-15 000 родин».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19D42CD-ECC9-AA4D-6118-CD3F550EAFA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85763168"/>
              </p:ext>
            </p:extLst>
          </p:nvPr>
        </p:nvGraphicFramePr>
        <p:xfrm>
          <a:off x="6211284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07523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42DA6B-B52F-464E-B036-751C52D12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особливості</a:t>
            </a:r>
            <a:r>
              <a:rPr lang="ru-RU" dirty="0"/>
              <a:t> </a:t>
            </a:r>
            <a:r>
              <a:rPr lang="ru-RU" dirty="0" err="1"/>
              <a:t>процесу</a:t>
            </a:r>
            <a:r>
              <a:rPr lang="ru-RU" dirty="0"/>
              <a:t> </a:t>
            </a:r>
            <a:r>
              <a:rPr lang="ru-RU" dirty="0" err="1"/>
              <a:t>індустріалізації</a:t>
            </a:r>
            <a:r>
              <a:rPr lang="ru-RU" dirty="0"/>
              <a:t>, </a:t>
            </a:r>
            <a:r>
              <a:rPr lang="ru-RU" dirty="0" err="1"/>
              <a:t>здійснюваної</a:t>
            </a:r>
            <a:r>
              <a:rPr lang="ru-RU" dirty="0"/>
              <a:t> в </a:t>
            </a:r>
            <a:r>
              <a:rPr lang="ru-RU" dirty="0" err="1"/>
              <a:t>Україні</a:t>
            </a:r>
            <a:r>
              <a:rPr lang="ru-RU" dirty="0"/>
              <a:t> в </a:t>
            </a:r>
            <a:r>
              <a:rPr lang="ru-RU" dirty="0" err="1"/>
              <a:t>другій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1920–1930-х </a:t>
            </a:r>
            <a:r>
              <a:rPr lang="ru-RU" dirty="0" err="1"/>
              <a:t>рр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824AE666-E14A-761A-30F9-5EE74287B7F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80058615"/>
              </p:ext>
            </p:extLst>
          </p:nvPr>
        </p:nvGraphicFramePr>
        <p:xfrm>
          <a:off x="581193" y="2228003"/>
          <a:ext cx="5422390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8643A19-18B2-6A7D-0608-837E2DC8CB7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11449805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721725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0A766-A747-4AD2-ABD1-BF62DD6E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 </a:t>
            </a:r>
            <a:r>
              <a:rPr lang="ru-RU" dirty="0" err="1"/>
              <a:t>якою</a:t>
            </a:r>
            <a:r>
              <a:rPr lang="ru-RU" dirty="0"/>
              <a:t> метою </a:t>
            </a:r>
            <a:r>
              <a:rPr lang="ru-RU" dirty="0" err="1"/>
              <a:t>партійно-державне</a:t>
            </a:r>
            <a:r>
              <a:rPr lang="ru-RU" dirty="0"/>
              <a:t> </a:t>
            </a:r>
            <a:r>
              <a:rPr lang="ru-RU" dirty="0" err="1"/>
              <a:t>керівництво</a:t>
            </a:r>
            <a:r>
              <a:rPr lang="ru-RU" dirty="0"/>
              <a:t> СРСР і УСРР на початку 1930-х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розповсюджувало</a:t>
            </a:r>
            <a:r>
              <a:rPr lang="ru-RU" dirty="0"/>
              <a:t> </a:t>
            </a:r>
            <a:r>
              <a:rPr lang="ru-RU" dirty="0" err="1"/>
              <a:t>зображені</a:t>
            </a:r>
            <a:r>
              <a:rPr lang="ru-RU" dirty="0"/>
              <a:t> </a:t>
            </a:r>
            <a:r>
              <a:rPr lang="ru-RU" dirty="0" err="1"/>
              <a:t>плакати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3F215AE-8779-C49F-348F-ECF9EC17CC1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54641592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95D17A8B-B950-9BAB-9B6E-A5171FAC17C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86128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B0B060-ECA8-B779-07E8-480CF7C96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Що стало наслідком форсованої індустріалізації, здійснюваної в Україні наприкінці 1920 — у 1930-х рр.?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3E2BA3C-2DCB-AB1D-AC37-C406BC9912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41F9995-AE11-5D37-39D3-111526BE22D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04610863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8110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2D4BB6-7D08-2FD1-6250-90745A02A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стало </a:t>
            </a:r>
            <a:r>
              <a:rPr lang="ru-RU" dirty="0" err="1"/>
              <a:t>наслідком</a:t>
            </a:r>
            <a:r>
              <a:rPr lang="ru-RU" dirty="0"/>
              <a:t> </a:t>
            </a:r>
            <a:r>
              <a:rPr lang="ru-RU" dirty="0" err="1"/>
              <a:t>розгортання</a:t>
            </a:r>
            <a:r>
              <a:rPr lang="ru-RU" dirty="0"/>
              <a:t> в СРСР </a:t>
            </a:r>
            <a:r>
              <a:rPr lang="ru-RU" dirty="0" err="1"/>
              <a:t>стахановського</a:t>
            </a:r>
            <a:r>
              <a:rPr lang="ru-RU" dirty="0"/>
              <a:t> руху?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5A9A26C-DFE9-A805-E7B4-04FDA854DB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B02C9B5-4978-8660-0EDC-9820137C2E3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78421781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3409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AE4BF2-01FE-1225-44AB-DE83C180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історичних</a:t>
            </a:r>
            <a:r>
              <a:rPr lang="ru-RU" dirty="0"/>
              <a:t> </a:t>
            </a:r>
            <a:r>
              <a:rPr lang="ru-RU" dirty="0" err="1"/>
              <a:t>джерел</a:t>
            </a:r>
            <a:r>
              <a:rPr lang="ru-RU" dirty="0"/>
              <a:t> </a:t>
            </a:r>
            <a:r>
              <a:rPr lang="ru-RU" dirty="0" err="1"/>
              <a:t>відображено</a:t>
            </a:r>
            <a:r>
              <a:rPr lang="ru-RU" dirty="0"/>
              <a:t> </a:t>
            </a:r>
            <a:r>
              <a:rPr lang="ru-RU" dirty="0" err="1"/>
              <a:t>досягнення</a:t>
            </a:r>
            <a:r>
              <a:rPr lang="ru-RU" dirty="0"/>
              <a:t> </a:t>
            </a:r>
            <a:r>
              <a:rPr lang="ru-RU" dirty="0" err="1"/>
              <a:t>промисловості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за роки </a:t>
            </a:r>
            <a:r>
              <a:rPr lang="ru-RU" dirty="0" err="1"/>
              <a:t>перших</a:t>
            </a:r>
            <a:r>
              <a:rPr lang="ru-RU" dirty="0"/>
              <a:t> </a:t>
            </a:r>
            <a:r>
              <a:rPr lang="ru-RU" dirty="0" err="1"/>
              <a:t>п’ятирічок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89B4E93-88D1-A050-2920-170BE003D57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26151292"/>
              </p:ext>
            </p:extLst>
          </p:nvPr>
        </p:nvGraphicFramePr>
        <p:xfrm>
          <a:off x="581193" y="2228003"/>
          <a:ext cx="5422390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78D1E02-56E7-21EB-0EC6-B09CAD59917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49574144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1232567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7A3067-3B78-D4C8-6EC2-ED8560AAF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історичних</a:t>
            </a:r>
            <a:r>
              <a:rPr lang="ru-RU" dirty="0"/>
              <a:t> </a:t>
            </a:r>
            <a:r>
              <a:rPr lang="ru-RU" dirty="0" err="1"/>
              <a:t>джерел</a:t>
            </a:r>
            <a:r>
              <a:rPr lang="ru-RU" dirty="0"/>
              <a:t> </a:t>
            </a:r>
            <a:r>
              <a:rPr lang="ru-RU" dirty="0" err="1"/>
              <a:t>відображено</a:t>
            </a:r>
            <a:r>
              <a:rPr lang="ru-RU" dirty="0"/>
              <a:t> </a:t>
            </a:r>
            <a:r>
              <a:rPr lang="ru-RU" dirty="0" err="1"/>
              <a:t>особливості</a:t>
            </a:r>
            <a:r>
              <a:rPr lang="ru-RU" dirty="0"/>
              <a:t> </a:t>
            </a:r>
            <a:r>
              <a:rPr lang="ru-RU" dirty="0" err="1"/>
              <a:t>життя</a:t>
            </a:r>
            <a:r>
              <a:rPr lang="ru-RU" dirty="0"/>
              <a:t> </a:t>
            </a:r>
            <a:r>
              <a:rPr lang="ru-RU" dirty="0" err="1"/>
              <a:t>українського</a:t>
            </a:r>
            <a:r>
              <a:rPr lang="ru-RU" dirty="0"/>
              <a:t> </a:t>
            </a:r>
            <a:r>
              <a:rPr lang="ru-RU" dirty="0" err="1"/>
              <a:t>суспільства</a:t>
            </a:r>
            <a:r>
              <a:rPr lang="ru-RU" dirty="0"/>
              <a:t> в 1930-х </a:t>
            </a:r>
            <a:r>
              <a:rPr lang="ru-RU" dirty="0" err="1"/>
              <a:t>рр</a:t>
            </a:r>
            <a:r>
              <a:rPr lang="ru-RU" dirty="0"/>
              <a:t>.?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BB160572-7230-D3C0-605F-6B8F509A327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12856587"/>
              </p:ext>
            </p:extLst>
          </p:nvPr>
        </p:nvGraphicFramePr>
        <p:xfrm>
          <a:off x="581193" y="2228003"/>
          <a:ext cx="5422390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1569D7B-075E-20E2-1880-88B676A7E62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99799212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6293060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B5C38B-9147-4AA9-CF4B-5B2DFA6F3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Зрощення</a:t>
            </a:r>
            <a:r>
              <a:rPr lang="ru-RU" dirty="0"/>
              <a:t> </a:t>
            </a:r>
            <a:r>
              <a:rPr lang="ru-RU" dirty="0" err="1"/>
              <a:t>правлячої</a:t>
            </a:r>
            <a:r>
              <a:rPr lang="ru-RU" dirty="0"/>
              <a:t> </a:t>
            </a:r>
            <a:r>
              <a:rPr lang="ru-RU" dirty="0" err="1"/>
              <a:t>партії</a:t>
            </a:r>
            <a:r>
              <a:rPr lang="ru-RU" dirty="0"/>
              <a:t> з </a:t>
            </a:r>
            <a:r>
              <a:rPr lang="ru-RU" dirty="0" err="1"/>
              <a:t>державним</a:t>
            </a:r>
            <a:r>
              <a:rPr lang="ru-RU" dirty="0"/>
              <a:t> </a:t>
            </a:r>
            <a:r>
              <a:rPr lang="ru-RU" dirty="0" err="1"/>
              <a:t>апаратом</a:t>
            </a:r>
            <a:r>
              <a:rPr lang="ru-RU" dirty="0"/>
              <a:t>, </a:t>
            </a:r>
            <a:r>
              <a:rPr lang="ru-RU" dirty="0" err="1"/>
              <a:t>установлення</a:t>
            </a:r>
            <a:r>
              <a:rPr lang="ru-RU" dirty="0"/>
              <a:t> </a:t>
            </a:r>
            <a:r>
              <a:rPr lang="ru-RU" dirty="0" err="1"/>
              <a:t>жорсткого</a:t>
            </a:r>
            <a:r>
              <a:rPr lang="ru-RU" dirty="0"/>
              <a:t> контролю за </a:t>
            </a:r>
            <a:r>
              <a:rPr lang="ru-RU" dirty="0" err="1"/>
              <a:t>суспільно-політичним</a:t>
            </a:r>
            <a:r>
              <a:rPr lang="ru-RU" dirty="0"/>
              <a:t> </a:t>
            </a:r>
            <a:r>
              <a:rPr lang="ru-RU" dirty="0" err="1"/>
              <a:t>життям</a:t>
            </a:r>
            <a:r>
              <a:rPr lang="ru-RU" dirty="0"/>
              <a:t> та </a:t>
            </a:r>
            <a:r>
              <a:rPr lang="ru-RU" dirty="0" err="1"/>
              <a:t>економічною</a:t>
            </a:r>
            <a:r>
              <a:rPr lang="ru-RU" dirty="0"/>
              <a:t> сферою в </a:t>
            </a:r>
            <a:r>
              <a:rPr lang="ru-RU" dirty="0" err="1"/>
              <a:t>Україні</a:t>
            </a:r>
            <a:r>
              <a:rPr lang="ru-RU" dirty="0"/>
              <a:t> в 1920—1930-х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свідчило</a:t>
            </a:r>
            <a:r>
              <a:rPr lang="ru-RU" dirty="0"/>
              <a:t> про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30B51F9-D9D1-7555-1EAB-7BA7A058F7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6A88C3C-0ED6-9F48-70EF-C7BCBE29659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70913224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27980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2DE98C-13FC-BAB9-EDB3-DF4876051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наслідки</a:t>
            </a:r>
            <a:r>
              <a:rPr lang="ru-RU" dirty="0"/>
              <a:t> </a:t>
            </a:r>
            <a:r>
              <a:rPr lang="ru-RU" dirty="0" err="1"/>
              <a:t>суцільної</a:t>
            </a:r>
            <a:r>
              <a:rPr lang="ru-RU" dirty="0"/>
              <a:t> </a:t>
            </a:r>
            <a:r>
              <a:rPr lang="ru-RU" dirty="0" err="1"/>
              <a:t>колективізації</a:t>
            </a:r>
            <a:r>
              <a:rPr lang="ru-RU" dirty="0"/>
              <a:t>, </a:t>
            </a:r>
            <a:r>
              <a:rPr lang="ru-RU" dirty="0" err="1"/>
              <a:t>здійснюваної</a:t>
            </a:r>
            <a:r>
              <a:rPr lang="ru-RU" dirty="0"/>
              <a:t> в </a:t>
            </a:r>
            <a:r>
              <a:rPr lang="ru-RU" dirty="0" err="1"/>
              <a:t>Україні</a:t>
            </a:r>
            <a:r>
              <a:rPr lang="ru-RU" dirty="0"/>
              <a:t> в 1930-х </a:t>
            </a:r>
            <a:r>
              <a:rPr lang="ru-RU" dirty="0" err="1"/>
              <a:t>рр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1628652-8350-E0A7-CDF9-D6ACE559F5E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08840754"/>
              </p:ext>
            </p:extLst>
          </p:nvPr>
        </p:nvGraphicFramePr>
        <p:xfrm>
          <a:off x="581193" y="2228003"/>
          <a:ext cx="5422390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A8958D3B-075E-1101-5525-E86813E37F3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7098312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3705793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56BC5E-F0C2-C6D5-7818-0928181C5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якою</a:t>
            </a:r>
            <a:r>
              <a:rPr lang="ru-RU" dirty="0"/>
              <a:t> метою </a:t>
            </a:r>
            <a:r>
              <a:rPr lang="ru-RU" dirty="0" err="1"/>
              <a:t>партійно-державне</a:t>
            </a:r>
            <a:r>
              <a:rPr lang="ru-RU" dirty="0"/>
              <a:t> </a:t>
            </a:r>
            <a:r>
              <a:rPr lang="ru-RU" dirty="0" err="1"/>
              <a:t>керівництво</a:t>
            </a:r>
            <a:r>
              <a:rPr lang="ru-RU" dirty="0"/>
              <a:t> УСРР </a:t>
            </a:r>
            <a:r>
              <a:rPr lang="ru-RU" dirty="0" err="1"/>
              <a:t>наприкінці</a:t>
            </a:r>
            <a:r>
              <a:rPr lang="ru-RU" dirty="0"/>
              <a:t> 1920-х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розповсюджувало</a:t>
            </a:r>
            <a:r>
              <a:rPr lang="ru-RU" dirty="0"/>
              <a:t> </a:t>
            </a:r>
            <a:r>
              <a:rPr lang="ru-RU" dirty="0" err="1"/>
              <a:t>зображений</a:t>
            </a:r>
            <a:r>
              <a:rPr lang="ru-RU" dirty="0"/>
              <a:t> плакат?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3B6A8DF-A948-7FAA-C07B-414B00F64B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>
              <a:lnSpc>
                <a:spcPts val="1500"/>
              </a:lnSpc>
              <a:spcAft>
                <a:spcPts val="750"/>
              </a:spcAft>
            </a:pP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Спонукати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одноосібників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добровільно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вступати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колгоспи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Викликати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селян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зневажливе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ставлення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одноосібників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Посилити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класову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боротьбу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селі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куркульства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pPr algn="l">
              <a:lnSpc>
                <a:spcPts val="1950"/>
              </a:lnSpc>
              <a:spcAft>
                <a:spcPts val="750"/>
              </a:spcAft>
            </a:pP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Роз’яснити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селянству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політики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«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ліквідації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куркульства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як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класу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».</a:t>
            </a:r>
          </a:p>
          <a:p>
            <a:endParaRPr lang="uk-U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3139CC1-4DCA-8ECC-96A6-F7B871C58E1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252" y="2227263"/>
            <a:ext cx="2574445" cy="363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3391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AA7C35-38F3-A39F-5F3D-BB270BBA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Пропагандистською</a:t>
            </a:r>
            <a:r>
              <a:rPr lang="ru-RU" dirty="0"/>
              <a:t> </a:t>
            </a:r>
            <a:r>
              <a:rPr lang="ru-RU" dirty="0" err="1"/>
              <a:t>складовою</a:t>
            </a:r>
            <a:r>
              <a:rPr lang="ru-RU" dirty="0"/>
              <a:t>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політики</a:t>
            </a:r>
            <a:r>
              <a:rPr lang="ru-RU" dirty="0"/>
              <a:t> </a:t>
            </a:r>
            <a:r>
              <a:rPr lang="ru-RU" dirty="0" err="1"/>
              <a:t>партійно-радянського</a:t>
            </a:r>
            <a:r>
              <a:rPr lang="ru-RU" dirty="0"/>
              <a:t> </a:t>
            </a:r>
            <a:r>
              <a:rPr lang="ru-RU" dirty="0" err="1"/>
              <a:t>керівництва</a:t>
            </a:r>
            <a:r>
              <a:rPr lang="ru-RU" dirty="0"/>
              <a:t> УСРР </a:t>
            </a:r>
            <a:r>
              <a:rPr lang="ru-RU" dirty="0" err="1"/>
              <a:t>був</a:t>
            </a:r>
            <a:r>
              <a:rPr lang="ru-RU" dirty="0"/>
              <a:t> </a:t>
            </a:r>
            <a:r>
              <a:rPr lang="ru-RU" dirty="0" err="1"/>
              <a:t>зображений</a:t>
            </a:r>
            <a:r>
              <a:rPr lang="ru-RU" dirty="0"/>
              <a:t> плакат?</a:t>
            </a:r>
            <a:endParaRPr lang="uk-UA" dirty="0"/>
          </a:p>
        </p:txBody>
      </p:sp>
      <p:graphicFrame>
        <p:nvGraphicFramePr>
          <p:cNvPr id="10" name="Місце для вмісту 9">
            <a:extLst>
              <a:ext uri="{FF2B5EF4-FFF2-40B4-BE49-F238E27FC236}">
                <a16:creationId xmlns:a16="http://schemas.microsoft.com/office/drawing/2014/main" id="{FF44B1BB-3BAC-03C4-8B8C-298AAC1741D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92634560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102" name="Picture 6">
            <a:extLst>
              <a:ext uri="{FF2B5EF4-FFF2-40B4-BE49-F238E27FC236}">
                <a16:creationId xmlns:a16="http://schemas.microsoft.com/office/drawing/2014/main" id="{F60DBCB2-001E-18DF-76F5-ABE6B4A26CC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545" y="1985282"/>
            <a:ext cx="2876204" cy="4198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7E7CF8-F9D7-9C31-319B-21518AE7033B}"/>
              </a:ext>
            </a:extLst>
          </p:cNvPr>
          <p:cNvSpPr txBox="1"/>
          <p:nvPr/>
        </p:nvSpPr>
        <p:spPr>
          <a:xfrm>
            <a:off x="802178" y="6128342"/>
            <a:ext cx="60932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Напис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плакаті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b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</a:b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Знищимо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куркуля як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клас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132056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806EA-1DED-04C9-1708-0DDA5EBA3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судження</a:t>
            </a:r>
            <a:r>
              <a:rPr lang="ru-RU" dirty="0"/>
              <a:t> </a:t>
            </a:r>
            <a:r>
              <a:rPr lang="ru-RU" dirty="0" err="1"/>
              <a:t>щодо</a:t>
            </a:r>
            <a:r>
              <a:rPr lang="ru-RU" dirty="0"/>
              <a:t> </a:t>
            </a:r>
            <a:r>
              <a:rPr lang="ru-RU" dirty="0" err="1"/>
              <a:t>зображеного</a:t>
            </a:r>
            <a:r>
              <a:rPr lang="ru-RU" dirty="0"/>
              <a:t> плаката є </a:t>
            </a:r>
            <a:r>
              <a:rPr lang="ru-RU" dirty="0" err="1"/>
              <a:t>правильними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E7D66CA-9376-C093-31DC-29FF06F36C1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36751085"/>
              </p:ext>
            </p:extLst>
          </p:nvPr>
        </p:nvGraphicFramePr>
        <p:xfrm>
          <a:off x="4931434" y="2010584"/>
          <a:ext cx="6839388" cy="4664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218" name="Picture 2">
            <a:extLst>
              <a:ext uri="{FF2B5EF4-FFF2-40B4-BE49-F238E27FC236}">
                <a16:creationId xmlns:a16="http://schemas.microsoft.com/office/drawing/2014/main" id="{CDED48EE-0347-46C5-FEE6-08BDB3BA5CE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93" y="1978698"/>
            <a:ext cx="3302925" cy="4712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2715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74A0DE-C815-AF83-9B49-2E90012F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Постанова РНК УСРР про </a:t>
            </a:r>
            <a:r>
              <a:rPr lang="ru-RU" dirty="0" err="1"/>
              <a:t>занесення</a:t>
            </a:r>
            <a:r>
              <a:rPr lang="ru-RU" dirty="0"/>
              <a:t> на «</a:t>
            </a:r>
            <a:r>
              <a:rPr lang="ru-RU" dirty="0" err="1"/>
              <a:t>чорну</a:t>
            </a:r>
            <a:r>
              <a:rPr lang="ru-RU" dirty="0"/>
              <a:t> </a:t>
            </a:r>
            <a:r>
              <a:rPr lang="ru-RU" dirty="0" err="1"/>
              <a:t>дошку</a:t>
            </a:r>
            <a:r>
              <a:rPr lang="ru-RU" dirty="0"/>
              <a:t>» </a:t>
            </a:r>
            <a:r>
              <a:rPr lang="ru-RU" dirty="0" err="1"/>
              <a:t>колгоспів</a:t>
            </a:r>
            <a:r>
              <a:rPr lang="ru-RU" dirty="0"/>
              <a:t> за «</a:t>
            </a:r>
            <a:r>
              <a:rPr lang="ru-RU" dirty="0" err="1"/>
              <a:t>злісне</a:t>
            </a:r>
            <a:r>
              <a:rPr lang="ru-RU" dirty="0"/>
              <a:t> </a:t>
            </a:r>
            <a:r>
              <a:rPr lang="ru-RU" dirty="0" err="1"/>
              <a:t>саботування</a:t>
            </a:r>
            <a:r>
              <a:rPr lang="ru-RU" dirty="0"/>
              <a:t> </a:t>
            </a:r>
            <a:r>
              <a:rPr lang="ru-RU" dirty="0" err="1"/>
              <a:t>хлібозаготівель</a:t>
            </a:r>
            <a:r>
              <a:rPr lang="ru-RU" dirty="0"/>
              <a:t>» </a:t>
            </a:r>
            <a:r>
              <a:rPr lang="ru-RU" dirty="0" err="1"/>
              <a:t>призвела</a:t>
            </a:r>
            <a:r>
              <a:rPr lang="ru-RU" dirty="0"/>
              <a:t> до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8076647-758F-DDA1-789B-B923E47940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E923826-7A8D-0902-520B-11D8AB2D681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08848858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61577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D388DF-F55A-3C1A-E21C-E5B40741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Політика «ліквідації куркульства як класу», здійснювана партійно-радянським керівництвом СРСР і УСРР у 1930–1931 рр., мала за мету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6F75CAE-F4B7-E15C-D015-04912761EF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EB80FA0-EFBE-AE0A-F757-9FC86DA949D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97914169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7244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BE2109-661D-37D5-DEFC-41474D41D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висновок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зробити</a:t>
            </a:r>
            <a:r>
              <a:rPr lang="ru-RU" dirty="0"/>
              <a:t>, </a:t>
            </a:r>
            <a:r>
              <a:rPr lang="ru-RU" dirty="0" err="1"/>
              <a:t>аналізуючи</a:t>
            </a:r>
            <a:r>
              <a:rPr lang="ru-RU" dirty="0"/>
              <a:t> </a:t>
            </a:r>
            <a:r>
              <a:rPr lang="ru-RU" dirty="0" err="1"/>
              <a:t>цитований</a:t>
            </a:r>
            <a:r>
              <a:rPr lang="ru-RU" dirty="0"/>
              <a:t> документ?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C3BDE62-71AD-90B4-A8C9-C2C6E1BCD5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i="1" dirty="0"/>
              <a:t>«</a:t>
            </a:r>
            <a:r>
              <a:rPr lang="ru-RU" i="1" dirty="0" err="1"/>
              <a:t>Кампанія</a:t>
            </a:r>
            <a:r>
              <a:rPr lang="ru-RU" i="1" dirty="0"/>
              <a:t> </a:t>
            </a:r>
            <a:r>
              <a:rPr lang="ru-RU" i="1" dirty="0" err="1"/>
              <a:t>щодо</a:t>
            </a:r>
            <a:r>
              <a:rPr lang="ru-RU" i="1" dirty="0"/>
              <a:t> </a:t>
            </a:r>
            <a:r>
              <a:rPr lang="ru-RU" i="1" dirty="0" err="1"/>
              <a:t>виселення</a:t>
            </a:r>
            <a:r>
              <a:rPr lang="ru-RU" i="1" dirty="0"/>
              <a:t> </a:t>
            </a:r>
            <a:r>
              <a:rPr lang="ru-RU" i="1" dirty="0" err="1"/>
              <a:t>куркулів</a:t>
            </a:r>
            <a:r>
              <a:rPr lang="ru-RU" i="1" dirty="0"/>
              <a:t> і </a:t>
            </a:r>
            <a:r>
              <a:rPr lang="ru-RU" i="1" dirty="0" err="1"/>
              <a:t>їхніх</a:t>
            </a:r>
            <a:r>
              <a:rPr lang="ru-RU" i="1" dirty="0"/>
              <a:t> родин проводиться </a:t>
            </a:r>
            <a:r>
              <a:rPr lang="ru-RU" i="1" dirty="0" err="1"/>
              <a:t>передусім</a:t>
            </a:r>
            <a:r>
              <a:rPr lang="ru-RU" i="1" dirty="0"/>
              <a:t> у таких </a:t>
            </a:r>
            <a:r>
              <a:rPr lang="ru-RU" i="1" dirty="0" err="1"/>
              <a:t>регіонах</a:t>
            </a:r>
            <a:r>
              <a:rPr lang="ru-RU" i="1" dirty="0"/>
              <a:t> СРСР: з </a:t>
            </a:r>
            <a:r>
              <a:rPr lang="ru-RU" i="1" dirty="0" err="1"/>
              <a:t>України</a:t>
            </a:r>
            <a:r>
              <a:rPr lang="ru-RU" i="1" dirty="0"/>
              <a:t> — 30 000–35 000 родин; з </a:t>
            </a:r>
            <a:r>
              <a:rPr lang="ru-RU" i="1" dirty="0" err="1"/>
              <a:t>Білорусії</a:t>
            </a:r>
            <a:r>
              <a:rPr lang="ru-RU" i="1" dirty="0"/>
              <a:t> — 6000–7000 родин; з </a:t>
            </a:r>
            <a:r>
              <a:rPr lang="ru-RU" i="1" dirty="0" err="1"/>
              <a:t>Середньоволзького</a:t>
            </a:r>
            <a:r>
              <a:rPr lang="ru-RU" i="1" dirty="0"/>
              <a:t> краю — 8000–10 000 родин; з Уралу — 10 000–15 000 родин»</a:t>
            </a:r>
            <a:endParaRPr lang="uk-UA" i="1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2782A3A-7F19-0170-A251-CA95315EA8E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04984953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95027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4D2D9B-9057-47C1-51BD-11A7FE345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Політика та репресії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1335FE0-0407-7487-C25E-84D260C64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404386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4DEA6C-BA81-233E-C4BF-8619DC792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1932 р. </a:t>
            </a:r>
            <a:r>
              <a:rPr lang="ru-RU" dirty="0" err="1"/>
              <a:t>кількість</a:t>
            </a:r>
            <a:r>
              <a:rPr lang="ru-RU" dirty="0"/>
              <a:t> </a:t>
            </a:r>
            <a:r>
              <a:rPr lang="ru-RU" dirty="0" err="1"/>
              <a:t>членів</a:t>
            </a:r>
            <a:r>
              <a:rPr lang="ru-RU" dirty="0"/>
              <a:t> КП(б)У становила </a:t>
            </a:r>
            <a:r>
              <a:rPr lang="ru-RU" dirty="0" err="1"/>
              <a:t>понад</a:t>
            </a:r>
            <a:r>
              <a:rPr lang="ru-RU" dirty="0"/>
              <a:t> 500 тис. </a:t>
            </a:r>
            <a:r>
              <a:rPr lang="ru-RU" dirty="0" err="1"/>
              <a:t>осіб</a:t>
            </a:r>
            <a:r>
              <a:rPr lang="ru-RU" dirty="0"/>
              <a:t>, а в 1938 р. — </a:t>
            </a:r>
            <a:r>
              <a:rPr lang="ru-RU" dirty="0" err="1"/>
              <a:t>близько</a:t>
            </a:r>
            <a:r>
              <a:rPr lang="ru-RU" dirty="0"/>
              <a:t> 260 тис. </a:t>
            </a:r>
            <a:r>
              <a:rPr lang="ru-RU" dirty="0" err="1"/>
              <a:t>осіб</a:t>
            </a:r>
            <a:r>
              <a:rPr lang="ru-RU" dirty="0"/>
              <a:t>.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зумовило</a:t>
            </a:r>
            <a:r>
              <a:rPr lang="ru-RU" dirty="0"/>
              <a:t> </a:t>
            </a:r>
            <a:r>
              <a:rPr lang="ru-RU" dirty="0" err="1"/>
              <a:t>скорочення</a:t>
            </a:r>
            <a:r>
              <a:rPr lang="ru-RU" dirty="0"/>
              <a:t> </a:t>
            </a:r>
            <a:r>
              <a:rPr lang="ru-RU" dirty="0" err="1"/>
              <a:t>чисельності</a:t>
            </a:r>
            <a:r>
              <a:rPr lang="ru-RU" dirty="0"/>
              <a:t> </a:t>
            </a:r>
            <a:r>
              <a:rPr lang="ru-RU" dirty="0" err="1"/>
              <a:t>Компартії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C27ADB0-B428-6CBD-5D12-5CCE5858EB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8775769-C8DC-CC7D-EE1C-3BEA4293324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19752718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17130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BDCFD4-1E4E-9EC2-EBE7-CEC470841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Політичний</a:t>
            </a:r>
            <a:r>
              <a:rPr lang="ru-RU" dirty="0"/>
              <a:t> </a:t>
            </a:r>
            <a:r>
              <a:rPr lang="ru-RU" dirty="0" err="1"/>
              <a:t>процес</a:t>
            </a:r>
            <a:r>
              <a:rPr lang="ru-RU" dirty="0"/>
              <a:t> в СРСР,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започаткував</a:t>
            </a:r>
            <a:r>
              <a:rPr lang="ru-RU" dirty="0"/>
              <a:t> </a:t>
            </a:r>
            <a:r>
              <a:rPr lang="ru-RU" dirty="0" err="1"/>
              <a:t>широкомасштабні</a:t>
            </a:r>
            <a:r>
              <a:rPr lang="ru-RU" dirty="0"/>
              <a:t> </a:t>
            </a:r>
            <a:r>
              <a:rPr lang="ru-RU" dirty="0" err="1"/>
              <a:t>репресії</a:t>
            </a:r>
            <a:r>
              <a:rPr lang="ru-RU" dirty="0"/>
              <a:t> в </a:t>
            </a:r>
            <a:r>
              <a:rPr lang="ru-RU" dirty="0" err="1"/>
              <a:t>країні</a:t>
            </a:r>
            <a:r>
              <a:rPr lang="ru-RU" dirty="0"/>
              <a:t> </a:t>
            </a:r>
            <a:r>
              <a:rPr lang="ru-RU" dirty="0" err="1"/>
              <a:t>наприкінці</a:t>
            </a:r>
            <a:r>
              <a:rPr lang="ru-RU" dirty="0"/>
              <a:t> 1920 — на початку 1930-х </a:t>
            </a:r>
            <a:r>
              <a:rPr lang="ru-RU" dirty="0" err="1"/>
              <a:t>рр</a:t>
            </a:r>
            <a:r>
              <a:rPr lang="ru-RU" dirty="0"/>
              <a:t>., </a:t>
            </a:r>
            <a:r>
              <a:rPr lang="ru-RU" dirty="0" err="1"/>
              <a:t>увійшов</a:t>
            </a:r>
            <a:r>
              <a:rPr lang="ru-RU" dirty="0"/>
              <a:t> в </a:t>
            </a:r>
            <a:r>
              <a:rPr lang="ru-RU" dirty="0" err="1"/>
              <a:t>історію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назвою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624D44B-7FA1-D2DD-0C0A-FD3564F711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3B9A082-E377-BBBA-B9DB-043DA7274FA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60177111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26805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7A79F8-ABCD-E39B-D5D4-73A1355A9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Другу п’ятирічку в СРСР було проголошено «безбожною п’ятирічкою», «п’ятирічкою знищення </a:t>
            </a:r>
            <a:r>
              <a:rPr lang="uk-UA" dirty="0" err="1"/>
              <a:t>релігіі</a:t>
            </a:r>
            <a:r>
              <a:rPr lang="uk-UA" dirty="0"/>
              <a:t>̈». </a:t>
            </a:r>
            <a:r>
              <a:rPr lang="uk-UA" dirty="0" err="1"/>
              <a:t>Якии</a:t>
            </a:r>
            <a:r>
              <a:rPr lang="uk-UA" dirty="0"/>
              <a:t>̆ із відомих храмів часів </a:t>
            </a:r>
            <a:r>
              <a:rPr lang="uk-UA" dirty="0" err="1"/>
              <a:t>Київськоі</a:t>
            </a:r>
            <a:r>
              <a:rPr lang="uk-UA" dirty="0"/>
              <a:t>̈ Русі </a:t>
            </a:r>
            <a:r>
              <a:rPr lang="uk-UA" dirty="0" err="1"/>
              <a:t>зруйновано</a:t>
            </a:r>
            <a:r>
              <a:rPr lang="uk-UA" dirty="0"/>
              <a:t> в </a:t>
            </a:r>
            <a:r>
              <a:rPr lang="uk-UA" dirty="0" err="1"/>
              <a:t>цеи</a:t>
            </a:r>
            <a:r>
              <a:rPr lang="uk-UA" dirty="0"/>
              <a:t>̆ період?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9EEBC87-51A2-3EA9-BB9F-6505EC0D85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98368EB-0BE4-69B6-3539-956350B12BE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28603379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31980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AABA71-3B66-4700-6C5B-0CBAFBA8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Зображений</a:t>
            </a:r>
            <a:r>
              <a:rPr lang="ru-RU" dirty="0"/>
              <a:t> плакат створено з метою </a:t>
            </a:r>
            <a:r>
              <a:rPr lang="ru-RU" dirty="0" err="1"/>
              <a:t>пропаганди</a:t>
            </a:r>
            <a:r>
              <a:rPr lang="ru-RU" dirty="0"/>
              <a:t> </a:t>
            </a:r>
            <a:r>
              <a:rPr lang="ru-RU" dirty="0" err="1"/>
              <a:t>виконання</a:t>
            </a:r>
            <a:r>
              <a:rPr lang="ru-RU" dirty="0"/>
              <a:t> одного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завдань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67551745-BAE9-C192-C2AA-29BAA09AA5D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82449027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4072F526-45C6-168A-F263-E6FD1AC7CB7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31" y="2227263"/>
            <a:ext cx="4690888" cy="363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3A76FB-35DE-594D-48ED-B4415045E745}"/>
              </a:ext>
            </a:extLst>
          </p:cNvPr>
          <p:cNvSpPr txBox="1"/>
          <p:nvPr/>
        </p:nvSpPr>
        <p:spPr>
          <a:xfrm>
            <a:off x="947031" y="6000991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Напис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плакаті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 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Релігія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-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гальмо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п'ятирічки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!»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788319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4A2810-906E-13F4-1B13-1AD6BF7A5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С. </a:t>
            </a:r>
            <a:r>
              <a:rPr lang="ru-RU" dirty="0" err="1"/>
              <a:t>Косіор</a:t>
            </a:r>
            <a:r>
              <a:rPr lang="ru-RU" dirty="0"/>
              <a:t>, </a:t>
            </a:r>
            <a:r>
              <a:rPr lang="ru-RU" dirty="0" err="1"/>
              <a:t>виступаючи</a:t>
            </a:r>
            <a:r>
              <a:rPr lang="ru-RU" dirty="0"/>
              <a:t> на </a:t>
            </a:r>
            <a:r>
              <a:rPr lang="ru-RU" dirty="0" err="1"/>
              <a:t>з’їзді</a:t>
            </a:r>
            <a:r>
              <a:rPr lang="ru-RU" dirty="0"/>
              <a:t> КП(б)У, заявив, </a:t>
            </a:r>
            <a:r>
              <a:rPr lang="ru-RU" dirty="0" err="1"/>
              <a:t>що</a:t>
            </a:r>
            <a:r>
              <a:rPr lang="ru-RU" dirty="0"/>
              <a:t> 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49273D0-8A64-A7FD-4F8E-729684D4B3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dirty="0"/>
              <a:t> </a:t>
            </a:r>
            <a:r>
              <a:rPr lang="uk-UA" i="1" dirty="0"/>
              <a:t>«...на </a:t>
            </a:r>
            <a:r>
              <a:rPr lang="uk-UA" i="1" dirty="0" err="1"/>
              <a:t>Україні</a:t>
            </a:r>
            <a:r>
              <a:rPr lang="uk-UA" i="1" dirty="0"/>
              <a:t> класова боротьба більш напружена, ніж в інших містах, і ворог, націоналіст — у нас більш </a:t>
            </a:r>
            <a:r>
              <a:rPr lang="uk-UA" i="1" dirty="0" err="1"/>
              <a:t>досвідчении</a:t>
            </a:r>
            <a:r>
              <a:rPr lang="uk-UA" i="1" dirty="0"/>
              <a:t>̆, </a:t>
            </a:r>
            <a:r>
              <a:rPr lang="uk-UA" i="1" dirty="0" err="1"/>
              <a:t>лютішии</a:t>
            </a:r>
            <a:r>
              <a:rPr lang="uk-UA" i="1" dirty="0"/>
              <a:t>̆, ніж де б то не було в інших республіках і областях Союзу». </a:t>
            </a:r>
          </a:p>
          <a:p>
            <a:r>
              <a:rPr lang="uk-UA" dirty="0"/>
              <a:t>Ця теза стала підґрунтям для </a:t>
            </a:r>
            <a:r>
              <a:rPr lang="uk-UA" dirty="0" err="1"/>
              <a:t>здійснення</a:t>
            </a:r>
            <a:r>
              <a:rPr lang="uk-UA" dirty="0"/>
              <a:t> в республіці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B2B6E4A-7661-AF32-ED8B-60B206F1E56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12468462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22084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3B41E6-F5C7-B77B-DFF1-0997AD777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Яке </a:t>
            </a:r>
            <a:r>
              <a:rPr lang="ru-RU" dirty="0" err="1"/>
              <a:t>явище</a:t>
            </a:r>
            <a:r>
              <a:rPr lang="ru-RU" dirty="0"/>
              <a:t> </a:t>
            </a:r>
            <a:r>
              <a:rPr lang="ru-RU" dirty="0" err="1"/>
              <a:t>суспільно-політичного</a:t>
            </a:r>
            <a:r>
              <a:rPr lang="ru-RU" dirty="0"/>
              <a:t> </a:t>
            </a:r>
            <a:r>
              <a:rPr lang="ru-RU" dirty="0" err="1"/>
              <a:t>життя</a:t>
            </a:r>
            <a:r>
              <a:rPr lang="ru-RU" dirty="0"/>
              <a:t> в СРСР у 1930-х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проілюстровано</a:t>
            </a:r>
            <a:r>
              <a:rPr lang="ru-RU" dirty="0"/>
              <a:t> в </a:t>
            </a:r>
            <a:r>
              <a:rPr lang="ru-RU" dirty="0" err="1"/>
              <a:t>таблиці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FE71CD11-8158-A00C-D7A0-48B0FBADA0E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025" y="2248160"/>
            <a:ext cx="5422900" cy="3591992"/>
          </a:xfrm>
        </p:spPr>
      </p:pic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4DA4F218-7F05-A11D-06D2-F92A23D7117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08082851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97606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8BF43E-286E-C591-14A2-2B9376DA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Жертвою якої репресивної акції став С. Єфремов?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997660F-F2E0-DD08-EE5A-FB0D624B82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5C3CF78-C253-93AE-FFB9-946864A6717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71149144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05539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292830-458B-CF82-C96E-1C9AA5AF7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судовий</a:t>
            </a:r>
            <a:r>
              <a:rPr lang="ru-RU" dirty="0"/>
              <a:t> </a:t>
            </a:r>
            <a:r>
              <a:rPr lang="ru-RU" dirty="0" err="1"/>
              <a:t>процес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цитованому</a:t>
            </a:r>
            <a:r>
              <a:rPr lang="ru-RU" dirty="0"/>
              <a:t> </a:t>
            </a:r>
            <a:r>
              <a:rPr lang="ru-RU" dirty="0" err="1"/>
              <a:t>документі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409B1D7-B8DB-1156-537E-7F5EFB659E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«На лаву підсудних сіло 45 осіб: академіки, професори, лікарі, священики, письменники, студенти та викладачі вищої школи, вчителі. Основним обвинувачуваним влада зробила віце-президента ВУАН С. Єфремова. Звинувачувальний вирок зайняв кілька номерів столичної газети «Вісті ВУЦВК»?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267BF24-DDD0-F638-BF4E-CCA8F3EDAD0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3828210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95099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C0C6E1-AF88-2155-9AF9-A91BD3539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Культурне життя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6321EA4-061A-076F-46F9-C107EBC76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605035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6911AA-9877-1FD2-65DA-A7D3D5283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характерним</a:t>
            </a:r>
            <a:r>
              <a:rPr lang="ru-RU" dirty="0"/>
              <a:t> для культурного </a:t>
            </a:r>
            <a:r>
              <a:rPr lang="ru-RU" dirty="0" err="1"/>
              <a:t>життя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в 1930-ті </a:t>
            </a:r>
            <a:r>
              <a:rPr lang="ru-RU" dirty="0" err="1"/>
              <a:t>рр</a:t>
            </a:r>
            <a:r>
              <a:rPr lang="ru-RU" dirty="0"/>
              <a:t>.?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337AC8B-3C71-400D-DF34-C152465441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DB516D2-77B8-9416-AE69-E805572A65D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55985544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79289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EDB84E-BC2E-0AF4-799F-FF69ACB4A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галузь</a:t>
            </a:r>
            <a:r>
              <a:rPr lang="ru-RU" dirty="0"/>
              <a:t> </a:t>
            </a:r>
            <a:r>
              <a:rPr lang="ru-RU" dirty="0" err="1"/>
              <a:t>культури</a:t>
            </a:r>
            <a:r>
              <a:rPr lang="ru-RU" dirty="0"/>
              <a:t>, у </a:t>
            </a:r>
            <a:r>
              <a:rPr lang="ru-RU" dirty="0" err="1"/>
              <a:t>якій</a:t>
            </a:r>
            <a:r>
              <a:rPr lang="ru-RU" dirty="0"/>
              <a:t> у 1930-х роках </a:t>
            </a:r>
            <a:r>
              <a:rPr lang="ru-RU" dirty="0" err="1"/>
              <a:t>плідно</a:t>
            </a:r>
            <a:r>
              <a:rPr lang="ru-RU" dirty="0"/>
              <a:t> </a:t>
            </a:r>
            <a:r>
              <a:rPr lang="ru-RU" dirty="0" err="1"/>
              <a:t>працювали</a:t>
            </a:r>
            <a:r>
              <a:rPr lang="ru-RU" dirty="0"/>
              <a:t> М. Бойчук, І. </a:t>
            </a:r>
            <a:r>
              <a:rPr lang="ru-RU" dirty="0" err="1"/>
              <a:t>Їжакевич</a:t>
            </a:r>
            <a:r>
              <a:rPr lang="ru-RU" dirty="0"/>
              <a:t>, Ф. </a:t>
            </a:r>
            <a:r>
              <a:rPr lang="ru-RU" dirty="0" err="1"/>
              <a:t>Кричевський</a:t>
            </a:r>
            <a:r>
              <a:rPr lang="ru-RU" dirty="0"/>
              <a:t>, М. Самокиш.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2F78652-D6FB-35FB-545E-83775D10AD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6FFA2B6-D68C-716A-8762-6A4E08AAC24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01989844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7221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94E5D5-6A01-6D52-F886-8AB7E01C3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Яке з </a:t>
            </a:r>
            <a:r>
              <a:rPr lang="ru-RU" dirty="0" err="1"/>
              <a:t>поданих</a:t>
            </a:r>
            <a:r>
              <a:rPr lang="ru-RU" dirty="0"/>
              <a:t> понять є </a:t>
            </a:r>
            <a:r>
              <a:rPr lang="ru-RU" dirty="0" err="1"/>
              <a:t>зайвим</a:t>
            </a:r>
            <a:r>
              <a:rPr lang="ru-RU" dirty="0"/>
              <a:t> в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логічному</a:t>
            </a:r>
            <a:r>
              <a:rPr lang="ru-RU" dirty="0"/>
              <a:t> </a:t>
            </a:r>
            <a:r>
              <a:rPr lang="ru-RU" dirty="0" err="1"/>
              <a:t>ланцюжку</a:t>
            </a:r>
            <a:r>
              <a:rPr lang="ru-RU" dirty="0"/>
              <a:t>: «Союз </a:t>
            </a:r>
            <a:r>
              <a:rPr lang="ru-RU" dirty="0" err="1"/>
              <a:t>визволення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», «</a:t>
            </a:r>
            <a:r>
              <a:rPr lang="ru-RU" dirty="0" err="1"/>
              <a:t>Шахтинська</a:t>
            </a:r>
            <a:r>
              <a:rPr lang="ru-RU" dirty="0"/>
              <a:t> справа», «</a:t>
            </a:r>
            <a:r>
              <a:rPr lang="ru-RU" dirty="0" err="1"/>
              <a:t>Спілка</a:t>
            </a:r>
            <a:r>
              <a:rPr lang="ru-RU" dirty="0"/>
              <a:t> </a:t>
            </a:r>
            <a:r>
              <a:rPr lang="ru-RU" dirty="0" err="1"/>
              <a:t>визволення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», «</a:t>
            </a:r>
            <a:r>
              <a:rPr lang="ru-RU" dirty="0" err="1"/>
              <a:t>Український</a:t>
            </a:r>
            <a:r>
              <a:rPr lang="ru-RU" dirty="0"/>
              <a:t> </a:t>
            </a:r>
            <a:r>
              <a:rPr lang="ru-RU" dirty="0" err="1"/>
              <a:t>національний</a:t>
            </a:r>
            <a:r>
              <a:rPr lang="ru-RU" dirty="0"/>
              <a:t> центр»?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B8555BB-E46E-7D51-A1D2-C7B1CD06AD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9D05792-7CE9-1E79-8D20-37B74DC7D51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66075838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46779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91EF1-0E18-A7F8-CA43-C6B7E5393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характерним</a:t>
            </a:r>
            <a:r>
              <a:rPr lang="ru-RU" dirty="0"/>
              <a:t> для культурного </a:t>
            </a:r>
            <a:r>
              <a:rPr lang="ru-RU" dirty="0" err="1"/>
              <a:t>життя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в 1930-ті </a:t>
            </a:r>
            <a:r>
              <a:rPr lang="ru-RU" dirty="0" err="1"/>
              <a:t>рр</a:t>
            </a:r>
            <a:r>
              <a:rPr lang="ru-RU" dirty="0"/>
              <a:t>.?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9322A8C-3F01-8C5B-DA58-1FE3AFB8308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58255228"/>
              </p:ext>
            </p:extLst>
          </p:nvPr>
        </p:nvGraphicFramePr>
        <p:xfrm>
          <a:off x="581193" y="2228003"/>
          <a:ext cx="5422390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01184D6-4E50-8B00-D042-920170822F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Проведення політики «українізації».</a:t>
            </a:r>
          </a:p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Масове знищення культових споруд.</a:t>
            </a:r>
          </a:p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Початок русифікації української школи.</a:t>
            </a:r>
          </a:p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Запровадження обов’язкової середньої освіти.</a:t>
            </a:r>
          </a:p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Створення творчих літературно-мистецьких об’єднань та угрупувань.</a:t>
            </a:r>
          </a:p>
          <a:p>
            <a:pPr algn="l">
              <a:buFont typeface="+mj-lt"/>
              <a:buAutoNum type="arabicPeriod"/>
            </a:pP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Утвердження жорсткого ідеологічного контролю за діяльністю творчих спілок.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927581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47535-1C3A-7943-3BBC-EE7151057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стало результатом </a:t>
            </a:r>
            <a:r>
              <a:rPr lang="ru-RU" dirty="0" err="1"/>
              <a:t>державної</a:t>
            </a:r>
            <a:r>
              <a:rPr lang="ru-RU" dirty="0"/>
              <a:t> </a:t>
            </a:r>
            <a:r>
              <a:rPr lang="ru-RU" dirty="0" err="1"/>
              <a:t>політики</a:t>
            </a:r>
            <a:r>
              <a:rPr lang="ru-RU" dirty="0"/>
              <a:t> в </a:t>
            </a:r>
            <a:r>
              <a:rPr lang="ru-RU" dirty="0" err="1"/>
              <a:t>галузі</a:t>
            </a:r>
            <a:r>
              <a:rPr lang="ru-RU" dirty="0"/>
              <a:t> </a:t>
            </a:r>
            <a:r>
              <a:rPr lang="ru-RU" dirty="0" err="1"/>
              <a:t>культури</a:t>
            </a:r>
            <a:r>
              <a:rPr lang="ru-RU" dirty="0"/>
              <a:t> в СРСР та УРСР </a:t>
            </a:r>
            <a:r>
              <a:rPr lang="ru-RU" dirty="0" err="1"/>
              <a:t>наприкінці</a:t>
            </a:r>
            <a:r>
              <a:rPr lang="ru-RU" dirty="0"/>
              <a:t> 1930-х </a:t>
            </a:r>
            <a:r>
              <a:rPr lang="ru-RU" dirty="0" err="1"/>
              <a:t>рр</a:t>
            </a:r>
            <a:r>
              <a:rPr lang="ru-RU" dirty="0"/>
              <a:t>.?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A90D430-01A1-5745-DF44-7C5A01ADB9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539AC64-E5A2-CD67-0B5D-211C76FE5A1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23083116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40530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1C8B21-DBCF-977B-3C3A-D7189E803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стало </a:t>
            </a:r>
            <a:r>
              <a:rPr lang="ru-RU" dirty="0" err="1"/>
              <a:t>наслідком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Спілки</a:t>
            </a:r>
            <a:r>
              <a:rPr lang="ru-RU" dirty="0"/>
              <a:t> </a:t>
            </a:r>
            <a:r>
              <a:rPr lang="ru-RU" dirty="0" err="1"/>
              <a:t>письменників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(1934 р.)?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4B9DE96-4840-42B8-4E08-D90A2B1362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CCC8782-BA75-2A1E-784D-93A1C9B61F2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56991838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62006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F8CB76-78D1-279F-ECD1-E646FA8C0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Фундатором</a:t>
            </a:r>
            <a:r>
              <a:rPr lang="ru-RU" dirty="0"/>
              <a:t> </a:t>
            </a:r>
            <a:r>
              <a:rPr lang="ru-RU" dirty="0" err="1"/>
              <a:t>національного</a:t>
            </a:r>
            <a:r>
              <a:rPr lang="ru-RU" dirty="0"/>
              <a:t> </a:t>
            </a:r>
            <a:r>
              <a:rPr lang="ru-RU" dirty="0" err="1"/>
              <a:t>кінематографа</a:t>
            </a:r>
            <a:r>
              <a:rPr lang="ru-RU" dirty="0"/>
              <a:t>, автором </a:t>
            </a:r>
            <a:r>
              <a:rPr lang="ru-RU" dirty="0" err="1"/>
              <a:t>шедеврів</a:t>
            </a:r>
            <a:r>
              <a:rPr lang="ru-RU" dirty="0"/>
              <a:t> </a:t>
            </a:r>
            <a:r>
              <a:rPr lang="ru-RU" dirty="0" err="1"/>
              <a:t>світового</a:t>
            </a:r>
            <a:r>
              <a:rPr lang="ru-RU" dirty="0"/>
              <a:t> </a:t>
            </a:r>
            <a:r>
              <a:rPr lang="ru-RU" dirty="0" err="1"/>
              <a:t>рівня</a:t>
            </a:r>
            <a:r>
              <a:rPr lang="ru-RU" dirty="0"/>
              <a:t> «</a:t>
            </a:r>
            <a:r>
              <a:rPr lang="ru-RU" dirty="0" err="1"/>
              <a:t>Звенигора</a:t>
            </a:r>
            <a:r>
              <a:rPr lang="ru-RU" dirty="0"/>
              <a:t>», «Арсенал», «Земля» </a:t>
            </a:r>
            <a:r>
              <a:rPr lang="ru-RU" dirty="0" err="1"/>
              <a:t>був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1778406-379E-727F-31EC-741B235883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FF366BC-8099-E88A-5C75-D079FE7F478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75752851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75121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600F88-2EFA-11B7-FF57-8608086F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«Розстріляне відродження» – умовна назва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4D06480-AAA3-AB10-9732-98B292D3B0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9387053-E4D1-3BFD-AA01-9A8D62E4DB0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56291703"/>
              </p:ext>
            </p:extLst>
          </p:nvPr>
        </p:nvGraphicFramePr>
        <p:xfrm>
          <a:off x="6188417" y="2228003"/>
          <a:ext cx="5422392" cy="3633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03798"/>
      </p:ext>
    </p:extLst>
  </p:cSld>
  <p:clrMapOvr>
    <a:masterClrMapping/>
  </p:clrMapOvr>
</p:sld>
</file>

<file path=ppt/theme/theme1.xml><?xml version="1.0" encoding="utf-8"?>
<a:theme xmlns:a="http://schemas.openxmlformats.org/drawingml/2006/main" name="Дивіденд">
  <a:themeElements>
    <a:clrScheme name="Дивіденд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Дивіденд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Дивіденд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Дивіденд</Template>
  <TotalTime>96</TotalTime>
  <Words>3077</Words>
  <Application>Microsoft Office PowerPoint</Application>
  <PresentationFormat>Широкий екран</PresentationFormat>
  <Paragraphs>308</Paragraphs>
  <Slides>58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58</vt:i4>
      </vt:variant>
    </vt:vector>
  </HeadingPairs>
  <TitlesOfParts>
    <vt:vector size="65" baseType="lpstr">
      <vt:lpstr>Arial</vt:lpstr>
      <vt:lpstr>Calibri</vt:lpstr>
      <vt:lpstr>Century Gothic</vt:lpstr>
      <vt:lpstr>Corbel</vt:lpstr>
      <vt:lpstr>Gill Sans MT</vt:lpstr>
      <vt:lpstr>Wingdings 2</vt:lpstr>
      <vt:lpstr>Дивіденд</vt:lpstr>
      <vt:lpstr>Утвердження більшовицького тоталітарного режиму в Україні</vt:lpstr>
      <vt:lpstr>Презентація PowerPoint</vt:lpstr>
      <vt:lpstr>Голодомор</vt:lpstr>
      <vt:lpstr>Укажіть рік, у якому був проголошений курс на суцільну колективізацію сільського господарства</vt:lpstr>
      <vt:lpstr>З якою політичною метою партійно-радянське керівництво СРСР проводило суцільну колективізацію сільського господарства?</vt:lpstr>
      <vt:lpstr>Уривок можна використати для пояснення </vt:lpstr>
      <vt:lpstr>Що спричинило зазначені зміни?</vt:lpstr>
      <vt:lpstr>«Закон про п'ять колосків» був складовою політики</vt:lpstr>
      <vt:lpstr>З'ясуйте, в основі якого плаката є символічне відображення народної пам'яті про одне зі знарядь геноциду українського народу.</vt:lpstr>
      <vt:lpstr>На картосхемі штрихуванням позначено області</vt:lpstr>
      <vt:lpstr>Установіть послідовність подій, описаних в уривках з історичних джерел.</vt:lpstr>
      <vt:lpstr>Які із зазначених понять дають змогу схарактеризувати колективізацію сільського господарства в УСРР?</vt:lpstr>
      <vt:lpstr>Занесення на «чорну дошку» – це захід, який використовувало партійно-радянське керівництво СРСР / УСРР для</vt:lpstr>
      <vt:lpstr>Терміни «чорна дошка», «розкуркулення» пов'язані з</vt:lpstr>
      <vt:lpstr>Промисловість та економіка</vt:lpstr>
      <vt:lpstr>Який перелік назв і термінів стосується суспільного життя України 1930-х рр.?</vt:lpstr>
      <vt:lpstr>Установіть відповідність між явищем періоду радянської модернізації та його наслідком.</vt:lpstr>
      <vt:lpstr>Установіть відповідність між визначеннями та поняттями, що характеризують соціально-економічне життя УСРР в 1920–1930-х рр.</vt:lpstr>
      <vt:lpstr>Результатом здійснення якої політики є подані нижче дані?</vt:lpstr>
      <vt:lpstr>У яких уривках із історичних джерел відображено особливості соціально-економічного життя України в 1930-х рр.?</vt:lpstr>
      <vt:lpstr>Який із зображених радянських плакатів відображає суть документа, уривок із якого процитовано:</vt:lpstr>
      <vt:lpstr>Презентація PowerPoint</vt:lpstr>
      <vt:lpstr>«Перекачування коштів із села в місто» наприкінці 1920–1930-х рр. було одним із</vt:lpstr>
      <vt:lpstr>Зображений агітаційний плакат 1930-х рр. є джерелом для визначення</vt:lpstr>
      <vt:lpstr>В уривку вказано на</vt:lpstr>
      <vt:lpstr>Який висновок можна зробити, аналізуючи цитований документ?</vt:lpstr>
      <vt:lpstr>Укажіть особливості процесу індустріалізації, здійснюваної в Україні в другій половині 1920–1930-х рр.</vt:lpstr>
      <vt:lpstr>З якою метою партійно-державне керівництво СРСР і УСРР на початку 1930-х рр. розповсюджувало зображені плакати?</vt:lpstr>
      <vt:lpstr>Що стало наслідком форсованої індустріалізації, здійснюваної в Україні наприкінці 1920 — у 1930-х рр.?</vt:lpstr>
      <vt:lpstr>Що стало наслідком розгортання в СРСР стахановського руху?</vt:lpstr>
      <vt:lpstr>У якому уривку з історичних джерел відображено досягнення промисловості України за роки перших п’ятирічок?</vt:lpstr>
      <vt:lpstr>У якому уривку з історичних джерел відображено особливості життя українського суспільства в 1930-х рр.?</vt:lpstr>
      <vt:lpstr>Зрощення правлячої партії з державним апаратом, установлення жорсткого контролю за суспільно-політичним життям та економічною сферою в Україні в 1920—1930-х рр. свідчило про</vt:lpstr>
      <vt:lpstr>Укажіть наслідки суцільної колективізації, здійснюваної в Україні в 1930-х рр.</vt:lpstr>
      <vt:lpstr>Із якою метою партійно-державне керівництво УСРР наприкінці 1920-х рр. розповсюджувало зображений плакат?</vt:lpstr>
      <vt:lpstr>Пропагандистською складовою якої політики партійно-радянського керівництва УСРР був зображений плакат?</vt:lpstr>
      <vt:lpstr>Які судження щодо зображеного плаката є правильними?</vt:lpstr>
      <vt:lpstr>Постанова РНК УСРР про занесення на «чорну дошку» колгоспів за «злісне саботування хлібозаготівель» призвела до</vt:lpstr>
      <vt:lpstr>Політика «ліквідації куркульства як класу», здійснювана партійно-радянським керівництвом СРСР і УСРР у 1930–1931 рр., мала за мету</vt:lpstr>
      <vt:lpstr>Який висновок можна зробити, аналізуючи цитований документ?</vt:lpstr>
      <vt:lpstr>Політика та репресії</vt:lpstr>
      <vt:lpstr>У 1932 р. кількість членів КП(б)У становила понад 500 тис. осіб, а в 1938 р. — близько 260 тис. осіб. Що зумовило скорочення чисельності Компартії України?</vt:lpstr>
      <vt:lpstr>Політичний процес в СРСР, що започаткував широкомасштабні репресії в країні наприкінці 1920 — на початку 1930-х рр., увійшов в історію під назвою</vt:lpstr>
      <vt:lpstr>Другу п’ятирічку в СРСР було проголошено «безбожною п’ятирічкою», «п’ятирічкою знищення релігії». Який із відомих храмів часів Київської Русі зруйновано в цей період?</vt:lpstr>
      <vt:lpstr>Зображений плакат створено з метою пропаганди виконання одного із завдань</vt:lpstr>
      <vt:lpstr>С. Косіор, виступаючи на з’їзді КП(б)У, заявив, що </vt:lpstr>
      <vt:lpstr>Яке явище суспільно-політичного життя в СРСР у 1930-х рр. проілюстровано в таблиці?</vt:lpstr>
      <vt:lpstr>Жертвою якої репресивної акції став С. Єфремов?</vt:lpstr>
      <vt:lpstr>Про який судовий процес йдеться в цитованому документі</vt:lpstr>
      <vt:lpstr>Культурне життя</vt:lpstr>
      <vt:lpstr>Що було характерним для культурного життя України в 1930-ті рр.?</vt:lpstr>
      <vt:lpstr>Укажіть галузь культури, у якій у 1930-х роках плідно працювали М. Бойчук, І. Їжакевич, Ф. Кричевський, М. Самокиш.</vt:lpstr>
      <vt:lpstr>Яке з поданих понять є зайвим в цьому логічному ланцюжку: «Союз визволення України», «Шахтинська справа», «Спілка визволення України», «Український національний центр»?</vt:lpstr>
      <vt:lpstr>Що було характерним для культурного життя України в 1930-ті рр.?</vt:lpstr>
      <vt:lpstr>Що стало результатом державної політики в галузі культури в СРСР та УРСР наприкінці 1930-х рр.?</vt:lpstr>
      <vt:lpstr>Що стало наслідком створення Спілки письменників України (1934 р.)?</vt:lpstr>
      <vt:lpstr>Фундатором національного кінематографа, автором шедеврів світового рівня «Звенигора», «Арсенал», «Земля» був</vt:lpstr>
      <vt:lpstr>«Розстріляне відродження» – умовна назва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3</cp:revision>
  <dcterms:created xsi:type="dcterms:W3CDTF">2025-02-15T14:02:21Z</dcterms:created>
  <dcterms:modified xsi:type="dcterms:W3CDTF">2025-02-15T15:39:13Z</dcterms:modified>
</cp:coreProperties>
</file>