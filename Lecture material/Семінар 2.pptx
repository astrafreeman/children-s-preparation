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notesSlides/notesSlide1.xml" ContentType="application/vnd.openxmlformats-officedocument.presentationml.notesSlide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notesSlides/notesSlide2.xml" ContentType="application/vnd.openxmlformats-officedocument.presentationml.notesSlide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ppt/diagrams/data81.xml" ContentType="application/vnd.openxmlformats-officedocument.drawingml.diagramData+xml"/>
  <Override PartName="/ppt/diagrams/layout81.xml" ContentType="application/vnd.openxmlformats-officedocument.drawingml.diagramLayout+xml"/>
  <Override PartName="/ppt/diagrams/quickStyle81.xml" ContentType="application/vnd.openxmlformats-officedocument.drawingml.diagramStyle+xml"/>
  <Override PartName="/ppt/diagrams/colors81.xml" ContentType="application/vnd.openxmlformats-officedocument.drawingml.diagramColors+xml"/>
  <Override PartName="/ppt/diagrams/drawing81.xml" ContentType="application/vnd.ms-office.drawingml.diagramDrawing+xml"/>
  <Override PartName="/ppt/diagrams/data82.xml" ContentType="application/vnd.openxmlformats-officedocument.drawingml.diagramData+xml"/>
  <Override PartName="/ppt/diagrams/layout82.xml" ContentType="application/vnd.openxmlformats-officedocument.drawingml.diagramLayout+xml"/>
  <Override PartName="/ppt/diagrams/quickStyle82.xml" ContentType="application/vnd.openxmlformats-officedocument.drawingml.diagramStyle+xml"/>
  <Override PartName="/ppt/diagrams/colors82.xml" ContentType="application/vnd.openxmlformats-officedocument.drawingml.diagramColors+xml"/>
  <Override PartName="/ppt/diagrams/drawing82.xml" ContentType="application/vnd.ms-office.drawingml.diagramDrawing+xml"/>
  <Override PartName="/ppt/diagrams/data83.xml" ContentType="application/vnd.openxmlformats-officedocument.drawingml.diagramData+xml"/>
  <Override PartName="/ppt/diagrams/layout83.xml" ContentType="application/vnd.openxmlformats-officedocument.drawingml.diagramLayout+xml"/>
  <Override PartName="/ppt/diagrams/quickStyle83.xml" ContentType="application/vnd.openxmlformats-officedocument.drawingml.diagramStyle+xml"/>
  <Override PartName="/ppt/diagrams/colors83.xml" ContentType="application/vnd.openxmlformats-officedocument.drawingml.diagramColors+xml"/>
  <Override PartName="/ppt/diagrams/drawing83.xml" ContentType="application/vnd.ms-office.drawingml.diagramDrawing+xml"/>
  <Override PartName="/ppt/diagrams/data84.xml" ContentType="application/vnd.openxmlformats-officedocument.drawingml.diagramData+xml"/>
  <Override PartName="/ppt/diagrams/layout84.xml" ContentType="application/vnd.openxmlformats-officedocument.drawingml.diagramLayout+xml"/>
  <Override PartName="/ppt/diagrams/quickStyle84.xml" ContentType="application/vnd.openxmlformats-officedocument.drawingml.diagramStyle+xml"/>
  <Override PartName="/ppt/diagrams/colors84.xml" ContentType="application/vnd.openxmlformats-officedocument.drawingml.diagramColors+xml"/>
  <Override PartName="/ppt/diagrams/drawing84.xml" ContentType="application/vnd.ms-office.drawingml.diagramDrawing+xml"/>
  <Override PartName="/ppt/diagrams/data85.xml" ContentType="application/vnd.openxmlformats-officedocument.drawingml.diagramData+xml"/>
  <Override PartName="/ppt/diagrams/layout85.xml" ContentType="application/vnd.openxmlformats-officedocument.drawingml.diagramLayout+xml"/>
  <Override PartName="/ppt/diagrams/quickStyle85.xml" ContentType="application/vnd.openxmlformats-officedocument.drawingml.diagramStyle+xml"/>
  <Override PartName="/ppt/diagrams/colors85.xml" ContentType="application/vnd.openxmlformats-officedocument.drawingml.diagramColors+xml"/>
  <Override PartName="/ppt/diagrams/drawing85.xml" ContentType="application/vnd.ms-office.drawingml.diagramDrawing+xml"/>
  <Override PartName="/ppt/diagrams/data86.xml" ContentType="application/vnd.openxmlformats-officedocument.drawingml.diagramData+xml"/>
  <Override PartName="/ppt/diagrams/layout86.xml" ContentType="application/vnd.openxmlformats-officedocument.drawingml.diagramLayout+xml"/>
  <Override PartName="/ppt/diagrams/quickStyle86.xml" ContentType="application/vnd.openxmlformats-officedocument.drawingml.diagramStyle+xml"/>
  <Override PartName="/ppt/diagrams/colors86.xml" ContentType="application/vnd.openxmlformats-officedocument.drawingml.diagramColors+xml"/>
  <Override PartName="/ppt/diagrams/drawing86.xml" ContentType="application/vnd.ms-office.drawingml.diagramDrawing+xml"/>
  <Override PartName="/ppt/diagrams/data87.xml" ContentType="application/vnd.openxmlformats-officedocument.drawingml.diagramData+xml"/>
  <Override PartName="/ppt/diagrams/layout87.xml" ContentType="application/vnd.openxmlformats-officedocument.drawingml.diagramLayout+xml"/>
  <Override PartName="/ppt/diagrams/quickStyle87.xml" ContentType="application/vnd.openxmlformats-officedocument.drawingml.diagramStyle+xml"/>
  <Override PartName="/ppt/diagrams/colors87.xml" ContentType="application/vnd.openxmlformats-officedocument.drawingml.diagramColors+xml"/>
  <Override PartName="/ppt/diagrams/drawing87.xml" ContentType="application/vnd.ms-office.drawingml.diagramDrawing+xml"/>
  <Override PartName="/ppt/diagrams/data88.xml" ContentType="application/vnd.openxmlformats-officedocument.drawingml.diagramData+xml"/>
  <Override PartName="/ppt/diagrams/layout88.xml" ContentType="application/vnd.openxmlformats-officedocument.drawingml.diagramLayout+xml"/>
  <Override PartName="/ppt/diagrams/quickStyle88.xml" ContentType="application/vnd.openxmlformats-officedocument.drawingml.diagramStyle+xml"/>
  <Override PartName="/ppt/diagrams/colors88.xml" ContentType="application/vnd.openxmlformats-officedocument.drawingml.diagramColors+xml"/>
  <Override PartName="/ppt/diagrams/drawing88.xml" ContentType="application/vnd.ms-office.drawingml.diagramDrawing+xml"/>
  <Override PartName="/ppt/diagrams/data89.xml" ContentType="application/vnd.openxmlformats-officedocument.drawingml.diagramData+xml"/>
  <Override PartName="/ppt/diagrams/layout89.xml" ContentType="application/vnd.openxmlformats-officedocument.drawingml.diagramLayout+xml"/>
  <Override PartName="/ppt/diagrams/quickStyle89.xml" ContentType="application/vnd.openxmlformats-officedocument.drawingml.diagramStyle+xml"/>
  <Override PartName="/ppt/diagrams/colors89.xml" ContentType="application/vnd.openxmlformats-officedocument.drawingml.diagramColors+xml"/>
  <Override PartName="/ppt/diagrams/drawing89.xml" ContentType="application/vnd.ms-office.drawingml.diagramDrawing+xml"/>
  <Override PartName="/ppt/diagrams/data90.xml" ContentType="application/vnd.openxmlformats-officedocument.drawingml.diagramData+xml"/>
  <Override PartName="/ppt/diagrams/layout90.xml" ContentType="application/vnd.openxmlformats-officedocument.drawingml.diagramLayout+xml"/>
  <Override PartName="/ppt/diagrams/quickStyle90.xml" ContentType="application/vnd.openxmlformats-officedocument.drawingml.diagramStyle+xml"/>
  <Override PartName="/ppt/diagrams/colors90.xml" ContentType="application/vnd.openxmlformats-officedocument.drawingml.diagramColors+xml"/>
  <Override PartName="/ppt/diagrams/drawing90.xml" ContentType="application/vnd.ms-office.drawingml.diagramDrawing+xml"/>
  <Override PartName="/ppt/diagrams/data91.xml" ContentType="application/vnd.openxmlformats-officedocument.drawingml.diagramData+xml"/>
  <Override PartName="/ppt/diagrams/layout91.xml" ContentType="application/vnd.openxmlformats-officedocument.drawingml.diagramLayout+xml"/>
  <Override PartName="/ppt/diagrams/quickStyle91.xml" ContentType="application/vnd.openxmlformats-officedocument.drawingml.diagramStyle+xml"/>
  <Override PartName="/ppt/diagrams/colors91.xml" ContentType="application/vnd.openxmlformats-officedocument.drawingml.diagramColors+xml"/>
  <Override PartName="/ppt/diagrams/drawing91.xml" ContentType="application/vnd.ms-office.drawingml.diagramDrawing+xml"/>
  <Override PartName="/ppt/diagrams/data92.xml" ContentType="application/vnd.openxmlformats-officedocument.drawingml.diagramData+xml"/>
  <Override PartName="/ppt/diagrams/layout92.xml" ContentType="application/vnd.openxmlformats-officedocument.drawingml.diagramLayout+xml"/>
  <Override PartName="/ppt/diagrams/quickStyle92.xml" ContentType="application/vnd.openxmlformats-officedocument.drawingml.diagramStyle+xml"/>
  <Override PartName="/ppt/diagrams/colors92.xml" ContentType="application/vnd.openxmlformats-officedocument.drawingml.diagramColors+xml"/>
  <Override PartName="/ppt/diagrams/drawing92.xml" ContentType="application/vnd.ms-office.drawingml.diagramDrawing+xml"/>
  <Override PartName="/ppt/diagrams/data93.xml" ContentType="application/vnd.openxmlformats-officedocument.drawingml.diagramData+xml"/>
  <Override PartName="/ppt/diagrams/layout93.xml" ContentType="application/vnd.openxmlformats-officedocument.drawingml.diagramLayout+xml"/>
  <Override PartName="/ppt/diagrams/quickStyle93.xml" ContentType="application/vnd.openxmlformats-officedocument.drawingml.diagramStyle+xml"/>
  <Override PartName="/ppt/diagrams/colors93.xml" ContentType="application/vnd.openxmlformats-officedocument.drawingml.diagramColors+xml"/>
  <Override PartName="/ppt/diagrams/drawing93.xml" ContentType="application/vnd.ms-office.drawingml.diagramDrawing+xml"/>
  <Override PartName="/ppt/diagrams/data94.xml" ContentType="application/vnd.openxmlformats-officedocument.drawingml.diagramData+xml"/>
  <Override PartName="/ppt/diagrams/layout94.xml" ContentType="application/vnd.openxmlformats-officedocument.drawingml.diagramLayout+xml"/>
  <Override PartName="/ppt/diagrams/quickStyle94.xml" ContentType="application/vnd.openxmlformats-officedocument.drawingml.diagramStyle+xml"/>
  <Override PartName="/ppt/diagrams/colors94.xml" ContentType="application/vnd.openxmlformats-officedocument.drawingml.diagramColors+xml"/>
  <Override PartName="/ppt/diagrams/drawing94.xml" ContentType="application/vnd.ms-office.drawingml.diagramDrawing+xml"/>
  <Override PartName="/ppt/diagrams/data95.xml" ContentType="application/vnd.openxmlformats-officedocument.drawingml.diagramData+xml"/>
  <Override PartName="/ppt/diagrams/layout95.xml" ContentType="application/vnd.openxmlformats-officedocument.drawingml.diagramLayout+xml"/>
  <Override PartName="/ppt/diagrams/quickStyle95.xml" ContentType="application/vnd.openxmlformats-officedocument.drawingml.diagramStyle+xml"/>
  <Override PartName="/ppt/diagrams/colors95.xml" ContentType="application/vnd.openxmlformats-officedocument.drawingml.diagramColors+xml"/>
  <Override PartName="/ppt/diagrams/drawing95.xml" ContentType="application/vnd.ms-office.drawingml.diagramDrawing+xml"/>
  <Override PartName="/ppt/diagrams/data96.xml" ContentType="application/vnd.openxmlformats-officedocument.drawingml.diagramData+xml"/>
  <Override PartName="/ppt/diagrams/layout96.xml" ContentType="application/vnd.openxmlformats-officedocument.drawingml.diagramLayout+xml"/>
  <Override PartName="/ppt/diagrams/quickStyle96.xml" ContentType="application/vnd.openxmlformats-officedocument.drawingml.diagramStyle+xml"/>
  <Override PartName="/ppt/diagrams/colors96.xml" ContentType="application/vnd.openxmlformats-officedocument.drawingml.diagramColors+xml"/>
  <Override PartName="/ppt/diagrams/drawing96.xml" ContentType="application/vnd.ms-office.drawingml.diagramDrawing+xml"/>
  <Override PartName="/ppt/diagrams/data97.xml" ContentType="application/vnd.openxmlformats-officedocument.drawingml.diagramData+xml"/>
  <Override PartName="/ppt/diagrams/layout97.xml" ContentType="application/vnd.openxmlformats-officedocument.drawingml.diagramLayout+xml"/>
  <Override PartName="/ppt/diagrams/quickStyle97.xml" ContentType="application/vnd.openxmlformats-officedocument.drawingml.diagramStyle+xml"/>
  <Override PartName="/ppt/diagrams/colors97.xml" ContentType="application/vnd.openxmlformats-officedocument.drawingml.diagramColors+xml"/>
  <Override PartName="/ppt/diagrams/drawing97.xml" ContentType="application/vnd.ms-office.drawingml.diagramDrawing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diagrams/data98.xml" ContentType="application/vnd.openxmlformats-officedocument.drawingml.diagramData+xml"/>
  <Override PartName="/ppt/diagrams/layout98.xml" ContentType="application/vnd.openxmlformats-officedocument.drawingml.diagramLayout+xml"/>
  <Override PartName="/ppt/diagrams/quickStyle98.xml" ContentType="application/vnd.openxmlformats-officedocument.drawingml.diagramStyle+xml"/>
  <Override PartName="/ppt/diagrams/colors98.xml" ContentType="application/vnd.openxmlformats-officedocument.drawingml.diagramColors+xml"/>
  <Override PartName="/ppt/diagrams/drawing98.xml" ContentType="application/vnd.ms-office.drawingml.diagramDrawing+xml"/>
  <Override PartName="/ppt/diagrams/data99.xml" ContentType="application/vnd.openxmlformats-officedocument.drawingml.diagramData+xml"/>
  <Override PartName="/ppt/diagrams/layout99.xml" ContentType="application/vnd.openxmlformats-officedocument.drawingml.diagramLayout+xml"/>
  <Override PartName="/ppt/diagrams/quickStyle99.xml" ContentType="application/vnd.openxmlformats-officedocument.drawingml.diagramStyle+xml"/>
  <Override PartName="/ppt/diagrams/colors99.xml" ContentType="application/vnd.openxmlformats-officedocument.drawingml.diagramColors+xml"/>
  <Override PartName="/ppt/diagrams/drawing99.xml" ContentType="application/vnd.ms-office.drawingml.diagramDrawing+xml"/>
  <Override PartName="/ppt/diagrams/data100.xml" ContentType="application/vnd.openxmlformats-officedocument.drawingml.diagramData+xml"/>
  <Override PartName="/ppt/diagrams/layout100.xml" ContentType="application/vnd.openxmlformats-officedocument.drawingml.diagramLayout+xml"/>
  <Override PartName="/ppt/diagrams/quickStyle100.xml" ContentType="application/vnd.openxmlformats-officedocument.drawingml.diagramStyle+xml"/>
  <Override PartName="/ppt/diagrams/colors100.xml" ContentType="application/vnd.openxmlformats-officedocument.drawingml.diagramColors+xml"/>
  <Override PartName="/ppt/diagrams/drawing100.xml" ContentType="application/vnd.ms-office.drawingml.diagramDrawing+xml"/>
  <Override PartName="/ppt/diagrams/data101.xml" ContentType="application/vnd.openxmlformats-officedocument.drawingml.diagramData+xml"/>
  <Override PartName="/ppt/diagrams/layout101.xml" ContentType="application/vnd.openxmlformats-officedocument.drawingml.diagramLayout+xml"/>
  <Override PartName="/ppt/diagrams/quickStyle101.xml" ContentType="application/vnd.openxmlformats-officedocument.drawingml.diagramStyle+xml"/>
  <Override PartName="/ppt/diagrams/colors101.xml" ContentType="application/vnd.openxmlformats-officedocument.drawingml.diagramColors+xml"/>
  <Override PartName="/ppt/diagrams/drawing101.xml" ContentType="application/vnd.ms-office.drawingml.diagramDrawing+xml"/>
  <Override PartName="/ppt/diagrams/data102.xml" ContentType="application/vnd.openxmlformats-officedocument.drawingml.diagramData+xml"/>
  <Override PartName="/ppt/diagrams/layout102.xml" ContentType="application/vnd.openxmlformats-officedocument.drawingml.diagramLayout+xml"/>
  <Override PartName="/ppt/diagrams/quickStyle102.xml" ContentType="application/vnd.openxmlformats-officedocument.drawingml.diagramStyle+xml"/>
  <Override PartName="/ppt/diagrams/colors102.xml" ContentType="application/vnd.openxmlformats-officedocument.drawingml.diagramColors+xml"/>
  <Override PartName="/ppt/diagrams/drawing102.xml" ContentType="application/vnd.ms-office.drawingml.diagramDrawing+xml"/>
  <Override PartName="/ppt/diagrams/data103.xml" ContentType="application/vnd.openxmlformats-officedocument.drawingml.diagramData+xml"/>
  <Override PartName="/ppt/diagrams/layout103.xml" ContentType="application/vnd.openxmlformats-officedocument.drawingml.diagramLayout+xml"/>
  <Override PartName="/ppt/diagrams/quickStyle103.xml" ContentType="application/vnd.openxmlformats-officedocument.drawingml.diagramStyle+xml"/>
  <Override PartName="/ppt/diagrams/colors103.xml" ContentType="application/vnd.openxmlformats-officedocument.drawingml.diagramColors+xml"/>
  <Override PartName="/ppt/diagrams/drawing103.xml" ContentType="application/vnd.ms-office.drawingml.diagramDrawing+xml"/>
  <Override PartName="/ppt/diagrams/data104.xml" ContentType="application/vnd.openxmlformats-officedocument.drawingml.diagramData+xml"/>
  <Override PartName="/ppt/diagrams/layout104.xml" ContentType="application/vnd.openxmlformats-officedocument.drawingml.diagramLayout+xml"/>
  <Override PartName="/ppt/diagrams/quickStyle104.xml" ContentType="application/vnd.openxmlformats-officedocument.drawingml.diagramStyle+xml"/>
  <Override PartName="/ppt/diagrams/colors104.xml" ContentType="application/vnd.openxmlformats-officedocument.drawingml.diagramColors+xml"/>
  <Override PartName="/ppt/diagrams/drawing104.xml" ContentType="application/vnd.ms-office.drawingml.diagramDrawing+xml"/>
  <Override PartName="/ppt/diagrams/data105.xml" ContentType="application/vnd.openxmlformats-officedocument.drawingml.diagramData+xml"/>
  <Override PartName="/ppt/diagrams/layout105.xml" ContentType="application/vnd.openxmlformats-officedocument.drawingml.diagramLayout+xml"/>
  <Override PartName="/ppt/diagrams/quickStyle105.xml" ContentType="application/vnd.openxmlformats-officedocument.drawingml.diagramStyle+xml"/>
  <Override PartName="/ppt/diagrams/colors105.xml" ContentType="application/vnd.openxmlformats-officedocument.drawingml.diagramColors+xml"/>
  <Override PartName="/ppt/diagrams/drawing105.xml" ContentType="application/vnd.ms-office.drawingml.diagramDrawing+xml"/>
  <Override PartName="/ppt/diagrams/data106.xml" ContentType="application/vnd.openxmlformats-officedocument.drawingml.diagramData+xml"/>
  <Override PartName="/ppt/diagrams/layout106.xml" ContentType="application/vnd.openxmlformats-officedocument.drawingml.diagramLayout+xml"/>
  <Override PartName="/ppt/diagrams/quickStyle106.xml" ContentType="application/vnd.openxmlformats-officedocument.drawingml.diagramStyle+xml"/>
  <Override PartName="/ppt/diagrams/colors106.xml" ContentType="application/vnd.openxmlformats-officedocument.drawingml.diagramColors+xml"/>
  <Override PartName="/ppt/diagrams/drawing106.xml" ContentType="application/vnd.ms-office.drawingml.diagramDrawing+xml"/>
  <Override PartName="/ppt/diagrams/data107.xml" ContentType="application/vnd.openxmlformats-officedocument.drawingml.diagramData+xml"/>
  <Override PartName="/ppt/diagrams/layout107.xml" ContentType="application/vnd.openxmlformats-officedocument.drawingml.diagramLayout+xml"/>
  <Override PartName="/ppt/diagrams/quickStyle107.xml" ContentType="application/vnd.openxmlformats-officedocument.drawingml.diagramStyle+xml"/>
  <Override PartName="/ppt/diagrams/colors107.xml" ContentType="application/vnd.openxmlformats-officedocument.drawingml.diagramColors+xml"/>
  <Override PartName="/ppt/diagrams/drawing107.xml" ContentType="application/vnd.ms-office.drawingml.diagramDrawing+xml"/>
  <Override PartName="/ppt/diagrams/data108.xml" ContentType="application/vnd.openxmlformats-officedocument.drawingml.diagramData+xml"/>
  <Override PartName="/ppt/diagrams/layout108.xml" ContentType="application/vnd.openxmlformats-officedocument.drawingml.diagramLayout+xml"/>
  <Override PartName="/ppt/diagrams/quickStyle108.xml" ContentType="application/vnd.openxmlformats-officedocument.drawingml.diagramStyle+xml"/>
  <Override PartName="/ppt/diagrams/colors108.xml" ContentType="application/vnd.openxmlformats-officedocument.drawingml.diagramColors+xml"/>
  <Override PartName="/ppt/diagrams/drawing108.xml" ContentType="application/vnd.ms-office.drawingml.diagramDrawing+xml"/>
  <Override PartName="/ppt/diagrams/data109.xml" ContentType="application/vnd.openxmlformats-officedocument.drawingml.diagramData+xml"/>
  <Override PartName="/ppt/diagrams/layout109.xml" ContentType="application/vnd.openxmlformats-officedocument.drawingml.diagramLayout+xml"/>
  <Override PartName="/ppt/diagrams/quickStyle109.xml" ContentType="application/vnd.openxmlformats-officedocument.drawingml.diagramStyle+xml"/>
  <Override PartName="/ppt/diagrams/colors109.xml" ContentType="application/vnd.openxmlformats-officedocument.drawingml.diagramColors+xml"/>
  <Override PartName="/ppt/diagrams/drawing109.xml" ContentType="application/vnd.ms-office.drawingml.diagramDrawing+xml"/>
  <Override PartName="/ppt/diagrams/data110.xml" ContentType="application/vnd.openxmlformats-officedocument.drawingml.diagramData+xml"/>
  <Override PartName="/ppt/diagrams/layout110.xml" ContentType="application/vnd.openxmlformats-officedocument.drawingml.diagramLayout+xml"/>
  <Override PartName="/ppt/diagrams/quickStyle110.xml" ContentType="application/vnd.openxmlformats-officedocument.drawingml.diagramStyle+xml"/>
  <Override PartName="/ppt/diagrams/colors110.xml" ContentType="application/vnd.openxmlformats-officedocument.drawingml.diagramColors+xml"/>
  <Override PartName="/ppt/diagrams/drawing1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4"/>
  </p:notesMasterIdLst>
  <p:sldIdLst>
    <p:sldId id="257" r:id="rId2"/>
    <p:sldId id="389" r:id="rId3"/>
    <p:sldId id="390" r:id="rId4"/>
    <p:sldId id="391" r:id="rId5"/>
    <p:sldId id="392" r:id="rId6"/>
    <p:sldId id="393" r:id="rId7"/>
    <p:sldId id="341" r:id="rId8"/>
    <p:sldId id="263" r:id="rId9"/>
    <p:sldId id="344" r:id="rId10"/>
    <p:sldId id="353" r:id="rId11"/>
    <p:sldId id="343" r:id="rId12"/>
    <p:sldId id="345" r:id="rId13"/>
    <p:sldId id="394" r:id="rId14"/>
    <p:sldId id="339" r:id="rId15"/>
    <p:sldId id="395" r:id="rId16"/>
    <p:sldId id="380" r:id="rId17"/>
    <p:sldId id="382" r:id="rId18"/>
    <p:sldId id="383" r:id="rId19"/>
    <p:sldId id="385" r:id="rId20"/>
    <p:sldId id="386" r:id="rId21"/>
    <p:sldId id="275" r:id="rId22"/>
    <p:sldId id="387" r:id="rId23"/>
    <p:sldId id="268" r:id="rId24"/>
    <p:sldId id="388" r:id="rId25"/>
    <p:sldId id="349" r:id="rId26"/>
    <p:sldId id="326" r:id="rId27"/>
    <p:sldId id="342" r:id="rId28"/>
    <p:sldId id="346" r:id="rId29"/>
    <p:sldId id="350" r:id="rId30"/>
    <p:sldId id="266" r:id="rId31"/>
    <p:sldId id="396" r:id="rId32"/>
    <p:sldId id="374" r:id="rId33"/>
    <p:sldId id="375" r:id="rId34"/>
    <p:sldId id="376" r:id="rId35"/>
    <p:sldId id="377" r:id="rId36"/>
    <p:sldId id="378" r:id="rId37"/>
    <p:sldId id="282" r:id="rId38"/>
    <p:sldId id="267" r:id="rId39"/>
    <p:sldId id="359" r:id="rId40"/>
    <p:sldId id="355" r:id="rId41"/>
    <p:sldId id="360" r:id="rId42"/>
    <p:sldId id="261" r:id="rId43"/>
    <p:sldId id="357" r:id="rId44"/>
    <p:sldId id="285" r:id="rId45"/>
    <p:sldId id="379" r:id="rId46"/>
    <p:sldId id="356" r:id="rId47"/>
    <p:sldId id="332" r:id="rId48"/>
    <p:sldId id="333" r:id="rId49"/>
    <p:sldId id="334" r:id="rId50"/>
    <p:sldId id="335" r:id="rId51"/>
    <p:sldId id="336" r:id="rId52"/>
    <p:sldId id="347" r:id="rId53"/>
    <p:sldId id="348" r:id="rId54"/>
    <p:sldId id="352" r:id="rId55"/>
    <p:sldId id="351" r:id="rId56"/>
    <p:sldId id="354" r:id="rId57"/>
    <p:sldId id="269" r:id="rId58"/>
    <p:sldId id="373" r:id="rId59"/>
    <p:sldId id="340" r:id="rId60"/>
    <p:sldId id="358" r:id="rId61"/>
    <p:sldId id="304" r:id="rId62"/>
    <p:sldId id="258" r:id="rId63"/>
    <p:sldId id="296" r:id="rId64"/>
    <p:sldId id="291" r:id="rId65"/>
    <p:sldId id="303" r:id="rId66"/>
    <p:sldId id="331" r:id="rId67"/>
    <p:sldId id="323" r:id="rId68"/>
    <p:sldId id="322" r:id="rId69"/>
    <p:sldId id="330" r:id="rId70"/>
    <p:sldId id="308" r:id="rId71"/>
    <p:sldId id="264" r:id="rId72"/>
    <p:sldId id="310" r:id="rId73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D5B884EB-CC41-4026-AA19-C796109C58A6}">
          <p14:sldIdLst>
            <p14:sldId id="257"/>
          </p14:sldIdLst>
        </p14:section>
        <p14:section name="Блок 5" id="{83E0449F-F9F1-4CD5-A3AF-29A7C13CD119}">
          <p14:sldIdLst>
            <p14:sldId id="389"/>
            <p14:sldId id="390"/>
            <p14:sldId id="391"/>
            <p14:sldId id="392"/>
            <p14:sldId id="393"/>
            <p14:sldId id="341"/>
            <p14:sldId id="263"/>
            <p14:sldId id="344"/>
            <p14:sldId id="353"/>
            <p14:sldId id="343"/>
            <p14:sldId id="345"/>
            <p14:sldId id="394"/>
            <p14:sldId id="339"/>
            <p14:sldId id="395"/>
          </p14:sldIdLst>
        </p14:section>
        <p14:section name="Блок 4" id="{7926ABDE-98B0-4547-B8FB-5248570C7CAF}">
          <p14:sldIdLst>
            <p14:sldId id="380"/>
            <p14:sldId id="382"/>
            <p14:sldId id="383"/>
            <p14:sldId id="385"/>
            <p14:sldId id="386"/>
            <p14:sldId id="275"/>
            <p14:sldId id="387"/>
            <p14:sldId id="268"/>
            <p14:sldId id="388"/>
            <p14:sldId id="349"/>
            <p14:sldId id="326"/>
            <p14:sldId id="342"/>
            <p14:sldId id="346"/>
            <p14:sldId id="350"/>
            <p14:sldId id="266"/>
            <p14:sldId id="396"/>
          </p14:sldIdLst>
        </p14:section>
        <p14:section name="Блок 3" id="{C7577C51-E21D-4509-B909-5ADFECDDB80C}">
          <p14:sldIdLst>
            <p14:sldId id="374"/>
            <p14:sldId id="375"/>
            <p14:sldId id="376"/>
            <p14:sldId id="377"/>
            <p14:sldId id="378"/>
            <p14:sldId id="282"/>
            <p14:sldId id="267"/>
            <p14:sldId id="359"/>
            <p14:sldId id="355"/>
            <p14:sldId id="360"/>
            <p14:sldId id="261"/>
            <p14:sldId id="357"/>
            <p14:sldId id="285"/>
            <p14:sldId id="379"/>
            <p14:sldId id="356"/>
          </p14:sldIdLst>
        </p14:section>
        <p14:section name="Блок 2" id="{65BA3D82-9534-4F7B-8F37-2143445C17CA}">
          <p14:sldIdLst>
            <p14:sldId id="332"/>
            <p14:sldId id="333"/>
            <p14:sldId id="334"/>
            <p14:sldId id="335"/>
            <p14:sldId id="336"/>
            <p14:sldId id="347"/>
            <p14:sldId id="348"/>
            <p14:sldId id="352"/>
            <p14:sldId id="351"/>
            <p14:sldId id="354"/>
            <p14:sldId id="269"/>
            <p14:sldId id="373"/>
            <p14:sldId id="340"/>
            <p14:sldId id="358"/>
            <p14:sldId id="304"/>
          </p14:sldIdLst>
        </p14:section>
        <p14:section name="Блок 1" id="{CC556D1E-6F2C-4953-9FB1-412CB6F48D56}">
          <p14:sldIdLst>
            <p14:sldId id="258"/>
            <p14:sldId id="296"/>
            <p14:sldId id="291"/>
            <p14:sldId id="303"/>
            <p14:sldId id="331"/>
            <p14:sldId id="323"/>
            <p14:sldId id="322"/>
            <p14:sldId id="330"/>
            <p14:sldId id="308"/>
            <p14:sldId id="264"/>
            <p14:sldId id="310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3918"/>
    <a:srgbClr val="FFCC29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-75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7.png"/><Relationship Id="rId4" Type="http://schemas.openxmlformats.org/officeDocument/2006/relationships/image" Target="../media/image31.png"/></Relationships>
</file>

<file path=ppt/diagrams/_rels/data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7.png"/><Relationship Id="rId4" Type="http://schemas.openxmlformats.org/officeDocument/2006/relationships/image" Target="../media/image31.png"/></Relationships>
</file>

<file path=ppt/diagrams/_rels/drawing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7.png"/><Relationship Id="rId4" Type="http://schemas.openxmlformats.org/officeDocument/2006/relationships/image" Target="../media/image31.png"/></Relationships>
</file>

<file path=ppt/diagrams/_rels/drawing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17.png"/><Relationship Id="rId4" Type="http://schemas.openxmlformats.org/officeDocument/2006/relationships/image" Target="../media/image3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9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2DDB6D-C0C2-4350-B0F0-DA86E8F7FB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E8B3C69A-DCFD-4A61-A772-C9EC87A04690}">
      <dgm:prSet/>
      <dgm:spPr/>
      <dgm:t>
        <a:bodyPr/>
        <a:lstStyle/>
        <a:p>
          <a:r>
            <a:rPr lang="ru-RU" b="0" i="0"/>
            <a:t>1576–1578 рр.</a:t>
          </a:r>
          <a:endParaRPr lang="uk-UA"/>
        </a:p>
      </dgm:t>
    </dgm:pt>
    <dgm:pt modelId="{D61F6707-5919-45EB-94C5-5665B8734E54}" type="parTrans" cxnId="{B61ECE59-6A31-4B24-B883-8D18CECF725F}">
      <dgm:prSet/>
      <dgm:spPr/>
      <dgm:t>
        <a:bodyPr/>
        <a:lstStyle/>
        <a:p>
          <a:endParaRPr lang="uk-UA"/>
        </a:p>
      </dgm:t>
    </dgm:pt>
    <dgm:pt modelId="{5BDDA541-1C20-4B34-8131-2E26FDA9176C}" type="sibTrans" cxnId="{B61ECE59-6A31-4B24-B883-8D18CECF725F}">
      <dgm:prSet/>
      <dgm:spPr/>
      <dgm:t>
        <a:bodyPr/>
        <a:lstStyle/>
        <a:p>
          <a:endParaRPr lang="uk-UA"/>
        </a:p>
      </dgm:t>
    </dgm:pt>
    <dgm:pt modelId="{A55EF4B1-81F6-4318-AE12-0648EAEB7135}">
      <dgm:prSet/>
      <dgm:spPr>
        <a:solidFill>
          <a:srgbClr val="0070C0"/>
        </a:solidFill>
      </dgm:spPr>
      <dgm:t>
        <a:bodyPr/>
        <a:lstStyle/>
        <a:p>
          <a:r>
            <a:rPr lang="ru-RU" b="0" i="0"/>
            <a:t>1594–1596 рр.</a:t>
          </a:r>
          <a:endParaRPr lang="uk-UA"/>
        </a:p>
      </dgm:t>
    </dgm:pt>
    <dgm:pt modelId="{CA7AB42A-1553-4187-80BB-CB5672FAA4D0}" type="parTrans" cxnId="{07D65F4B-D626-489F-848B-C113C1AE96AF}">
      <dgm:prSet/>
      <dgm:spPr/>
      <dgm:t>
        <a:bodyPr/>
        <a:lstStyle/>
        <a:p>
          <a:endParaRPr lang="uk-UA"/>
        </a:p>
      </dgm:t>
    </dgm:pt>
    <dgm:pt modelId="{4E3DBCD4-3FEF-4C35-B35B-E11A8C0FA4E2}" type="sibTrans" cxnId="{07D65F4B-D626-489F-848B-C113C1AE96AF}">
      <dgm:prSet/>
      <dgm:spPr/>
      <dgm:t>
        <a:bodyPr/>
        <a:lstStyle/>
        <a:p>
          <a:endParaRPr lang="uk-UA"/>
        </a:p>
      </dgm:t>
    </dgm:pt>
    <dgm:pt modelId="{FFD6B0DA-0B81-4F7F-BF9D-49F84BED3839}">
      <dgm:prSet/>
      <dgm:spPr/>
      <dgm:t>
        <a:bodyPr/>
        <a:lstStyle/>
        <a:p>
          <a:r>
            <a:rPr lang="ru-RU" b="0" i="0"/>
            <a:t>1616–1622 рр.</a:t>
          </a:r>
          <a:endParaRPr lang="uk-UA"/>
        </a:p>
      </dgm:t>
    </dgm:pt>
    <dgm:pt modelId="{B0BB4587-C5B9-4B0E-ACC2-8C2A6BC83B43}" type="parTrans" cxnId="{B0D84C7F-49E7-4557-BE99-4E2CB0A5A339}">
      <dgm:prSet/>
      <dgm:spPr/>
      <dgm:t>
        <a:bodyPr/>
        <a:lstStyle/>
        <a:p>
          <a:endParaRPr lang="uk-UA"/>
        </a:p>
      </dgm:t>
    </dgm:pt>
    <dgm:pt modelId="{9219107B-9EEB-4AF3-A0ED-835CFDA14314}" type="sibTrans" cxnId="{B0D84C7F-49E7-4557-BE99-4E2CB0A5A339}">
      <dgm:prSet/>
      <dgm:spPr/>
      <dgm:t>
        <a:bodyPr/>
        <a:lstStyle/>
        <a:p>
          <a:endParaRPr lang="uk-UA"/>
        </a:p>
      </dgm:t>
    </dgm:pt>
    <dgm:pt modelId="{C2B3FE01-E736-455E-907F-01BE2C2C8911}">
      <dgm:prSet/>
      <dgm:spPr/>
      <dgm:t>
        <a:bodyPr/>
        <a:lstStyle/>
        <a:p>
          <a:r>
            <a:rPr lang="ru-RU" b="0" i="0"/>
            <a:t>1637–1638 рр.</a:t>
          </a:r>
          <a:endParaRPr lang="uk-UA"/>
        </a:p>
      </dgm:t>
    </dgm:pt>
    <dgm:pt modelId="{736A656B-D971-489A-9069-4361EDB74152}" type="parTrans" cxnId="{CB736CFD-AEFC-44E9-AC14-E09B219D90B0}">
      <dgm:prSet/>
      <dgm:spPr/>
      <dgm:t>
        <a:bodyPr/>
        <a:lstStyle/>
        <a:p>
          <a:endParaRPr lang="uk-UA"/>
        </a:p>
      </dgm:t>
    </dgm:pt>
    <dgm:pt modelId="{17D927EC-0070-426C-92A9-DF6ECA969CC6}" type="sibTrans" cxnId="{CB736CFD-AEFC-44E9-AC14-E09B219D90B0}">
      <dgm:prSet/>
      <dgm:spPr/>
      <dgm:t>
        <a:bodyPr/>
        <a:lstStyle/>
        <a:p>
          <a:endParaRPr lang="uk-UA"/>
        </a:p>
      </dgm:t>
    </dgm:pt>
    <dgm:pt modelId="{29195FE4-060B-49AE-ABB9-C85BF518FCFB}" type="pres">
      <dgm:prSet presAssocID="{7B2DDB6D-C0C2-4350-B0F0-DA86E8F7FBB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71C99C7-B572-41BC-A3E0-6170B528ACDE}" type="pres">
      <dgm:prSet presAssocID="{E8B3C69A-DCFD-4A61-A772-C9EC87A04690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81AF375-0B79-4DB4-918B-A94BC3435430}" type="pres">
      <dgm:prSet presAssocID="{5BDDA541-1C20-4B34-8131-2E26FDA9176C}" presName="spacer" presStyleCnt="0"/>
      <dgm:spPr/>
    </dgm:pt>
    <dgm:pt modelId="{991B90CC-1E13-443A-A18E-32D47FC0D16B}" type="pres">
      <dgm:prSet presAssocID="{A55EF4B1-81F6-4318-AE12-0648EAEB7135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8B8B6FA-3896-4F60-AD52-AB258E4C0A69}" type="pres">
      <dgm:prSet presAssocID="{4E3DBCD4-3FEF-4C35-B35B-E11A8C0FA4E2}" presName="spacer" presStyleCnt="0"/>
      <dgm:spPr/>
    </dgm:pt>
    <dgm:pt modelId="{E058023E-06F1-4EF0-BF60-1C737AB0FEA2}" type="pres">
      <dgm:prSet presAssocID="{FFD6B0DA-0B81-4F7F-BF9D-49F84BED3839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E2FCAF9-B86E-4AEE-8825-EDE99F5594D8}" type="pres">
      <dgm:prSet presAssocID="{9219107B-9EEB-4AF3-A0ED-835CFDA14314}" presName="spacer" presStyleCnt="0"/>
      <dgm:spPr/>
    </dgm:pt>
    <dgm:pt modelId="{FA5979F5-557D-4879-93AF-0648F20CCCDC}" type="pres">
      <dgm:prSet presAssocID="{C2B3FE01-E736-455E-907F-01BE2C2C8911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B736CFD-AEFC-44E9-AC14-E09B219D90B0}" srcId="{7B2DDB6D-C0C2-4350-B0F0-DA86E8F7FBB8}" destId="{C2B3FE01-E736-455E-907F-01BE2C2C8911}" srcOrd="3" destOrd="0" parTransId="{736A656B-D971-489A-9069-4361EDB74152}" sibTransId="{17D927EC-0070-426C-92A9-DF6ECA969CC6}"/>
    <dgm:cxn modelId="{EE473401-7875-475E-86B5-86461D97B4E6}" type="presOf" srcId="{FFD6B0DA-0B81-4F7F-BF9D-49F84BED3839}" destId="{E058023E-06F1-4EF0-BF60-1C737AB0FEA2}" srcOrd="0" destOrd="0" presId="urn:microsoft.com/office/officeart/2005/8/layout/vList2"/>
    <dgm:cxn modelId="{07D65F4B-D626-489F-848B-C113C1AE96AF}" srcId="{7B2DDB6D-C0C2-4350-B0F0-DA86E8F7FBB8}" destId="{A55EF4B1-81F6-4318-AE12-0648EAEB7135}" srcOrd="1" destOrd="0" parTransId="{CA7AB42A-1553-4187-80BB-CB5672FAA4D0}" sibTransId="{4E3DBCD4-3FEF-4C35-B35B-E11A8C0FA4E2}"/>
    <dgm:cxn modelId="{6E40F415-95CD-450A-BF31-33C1063BBAB6}" type="presOf" srcId="{7B2DDB6D-C0C2-4350-B0F0-DA86E8F7FBB8}" destId="{29195FE4-060B-49AE-ABB9-C85BF518FCFB}" srcOrd="0" destOrd="0" presId="urn:microsoft.com/office/officeart/2005/8/layout/vList2"/>
    <dgm:cxn modelId="{19BDC59F-0E94-42C2-973A-6F6CEFD95B21}" type="presOf" srcId="{C2B3FE01-E736-455E-907F-01BE2C2C8911}" destId="{FA5979F5-557D-4879-93AF-0648F20CCCDC}" srcOrd="0" destOrd="0" presId="urn:microsoft.com/office/officeart/2005/8/layout/vList2"/>
    <dgm:cxn modelId="{FE08FC02-8C30-4E0C-85D0-07C999FC0FBD}" type="presOf" srcId="{E8B3C69A-DCFD-4A61-A772-C9EC87A04690}" destId="{F71C99C7-B572-41BC-A3E0-6170B528ACDE}" srcOrd="0" destOrd="0" presId="urn:microsoft.com/office/officeart/2005/8/layout/vList2"/>
    <dgm:cxn modelId="{9F391D75-28BD-470F-AF72-2960286A970B}" type="presOf" srcId="{A55EF4B1-81F6-4318-AE12-0648EAEB7135}" destId="{991B90CC-1E13-443A-A18E-32D47FC0D16B}" srcOrd="0" destOrd="0" presId="urn:microsoft.com/office/officeart/2005/8/layout/vList2"/>
    <dgm:cxn modelId="{B0D84C7F-49E7-4557-BE99-4E2CB0A5A339}" srcId="{7B2DDB6D-C0C2-4350-B0F0-DA86E8F7FBB8}" destId="{FFD6B0DA-0B81-4F7F-BF9D-49F84BED3839}" srcOrd="2" destOrd="0" parTransId="{B0BB4587-C5B9-4B0E-ACC2-8C2A6BC83B43}" sibTransId="{9219107B-9EEB-4AF3-A0ED-835CFDA14314}"/>
    <dgm:cxn modelId="{B61ECE59-6A31-4B24-B883-8D18CECF725F}" srcId="{7B2DDB6D-C0C2-4350-B0F0-DA86E8F7FBB8}" destId="{E8B3C69A-DCFD-4A61-A772-C9EC87A04690}" srcOrd="0" destOrd="0" parTransId="{D61F6707-5919-45EB-94C5-5665B8734E54}" sibTransId="{5BDDA541-1C20-4B34-8131-2E26FDA9176C}"/>
    <dgm:cxn modelId="{8767AA4B-47A6-49EF-92F9-55EDF6A51143}" type="presParOf" srcId="{29195FE4-060B-49AE-ABB9-C85BF518FCFB}" destId="{F71C99C7-B572-41BC-A3E0-6170B528ACDE}" srcOrd="0" destOrd="0" presId="urn:microsoft.com/office/officeart/2005/8/layout/vList2"/>
    <dgm:cxn modelId="{93C71C3C-C693-4D19-9252-D05B23707813}" type="presParOf" srcId="{29195FE4-060B-49AE-ABB9-C85BF518FCFB}" destId="{181AF375-0B79-4DB4-918B-A94BC3435430}" srcOrd="1" destOrd="0" presId="urn:microsoft.com/office/officeart/2005/8/layout/vList2"/>
    <dgm:cxn modelId="{706431A4-A884-4D57-BA8A-B4B4D9B7962F}" type="presParOf" srcId="{29195FE4-060B-49AE-ABB9-C85BF518FCFB}" destId="{991B90CC-1E13-443A-A18E-32D47FC0D16B}" srcOrd="2" destOrd="0" presId="urn:microsoft.com/office/officeart/2005/8/layout/vList2"/>
    <dgm:cxn modelId="{6D4478EC-EC1C-48E9-A42F-4EBB309D2821}" type="presParOf" srcId="{29195FE4-060B-49AE-ABB9-C85BF518FCFB}" destId="{E8B8B6FA-3896-4F60-AD52-AB258E4C0A69}" srcOrd="3" destOrd="0" presId="urn:microsoft.com/office/officeart/2005/8/layout/vList2"/>
    <dgm:cxn modelId="{F6B05BDE-E280-47EF-8189-0CA4137D1E9F}" type="presParOf" srcId="{29195FE4-060B-49AE-ABB9-C85BF518FCFB}" destId="{E058023E-06F1-4EF0-BF60-1C737AB0FEA2}" srcOrd="4" destOrd="0" presId="urn:microsoft.com/office/officeart/2005/8/layout/vList2"/>
    <dgm:cxn modelId="{91196783-FAFF-4EAD-A251-815A9F537C39}" type="presParOf" srcId="{29195FE4-060B-49AE-ABB9-C85BF518FCFB}" destId="{7E2FCAF9-B86E-4AEE-8825-EDE99F5594D8}" srcOrd="5" destOrd="0" presId="urn:microsoft.com/office/officeart/2005/8/layout/vList2"/>
    <dgm:cxn modelId="{AD996730-220E-4728-B89C-78AAE1E302EB}" type="presParOf" srcId="{29195FE4-060B-49AE-ABB9-C85BF518FCFB}" destId="{FA5979F5-557D-4879-93AF-0648F20CCCD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2DDB6D-C0C2-4350-B0F0-DA86E8F7FB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8B3C69A-DCFD-4A61-A772-C9EC87A04690}">
      <dgm:prSet/>
      <dgm:spPr/>
      <dgm:t>
        <a:bodyPr/>
        <a:lstStyle/>
        <a:p>
          <a:r>
            <a:rPr lang="ru-RU" b="0" i="0" dirty="0"/>
            <a:t>1576–1578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D61F6707-5919-45EB-94C5-5665B8734E54}" type="parTrans" cxnId="{B61ECE59-6A31-4B24-B883-8D18CECF725F}">
      <dgm:prSet/>
      <dgm:spPr/>
      <dgm:t>
        <a:bodyPr/>
        <a:lstStyle/>
        <a:p>
          <a:endParaRPr lang="uk-UA"/>
        </a:p>
      </dgm:t>
    </dgm:pt>
    <dgm:pt modelId="{5BDDA541-1C20-4B34-8131-2E26FDA9176C}" type="sibTrans" cxnId="{B61ECE59-6A31-4B24-B883-8D18CECF725F}">
      <dgm:prSet/>
      <dgm:spPr/>
      <dgm:t>
        <a:bodyPr/>
        <a:lstStyle/>
        <a:p>
          <a:endParaRPr lang="uk-UA"/>
        </a:p>
      </dgm:t>
    </dgm:pt>
    <dgm:pt modelId="{A55EF4B1-81F6-4318-AE12-0648EAEB7135}">
      <dgm:prSet/>
      <dgm:spPr/>
      <dgm:t>
        <a:bodyPr/>
        <a:lstStyle/>
        <a:p>
          <a:r>
            <a:rPr lang="ru-RU" b="0" i="0"/>
            <a:t>1594–1596 рр.</a:t>
          </a:r>
          <a:endParaRPr lang="uk-UA"/>
        </a:p>
      </dgm:t>
    </dgm:pt>
    <dgm:pt modelId="{CA7AB42A-1553-4187-80BB-CB5672FAA4D0}" type="parTrans" cxnId="{07D65F4B-D626-489F-848B-C113C1AE96AF}">
      <dgm:prSet/>
      <dgm:spPr/>
      <dgm:t>
        <a:bodyPr/>
        <a:lstStyle/>
        <a:p>
          <a:endParaRPr lang="uk-UA"/>
        </a:p>
      </dgm:t>
    </dgm:pt>
    <dgm:pt modelId="{4E3DBCD4-3FEF-4C35-B35B-E11A8C0FA4E2}" type="sibTrans" cxnId="{07D65F4B-D626-489F-848B-C113C1AE96AF}">
      <dgm:prSet/>
      <dgm:spPr/>
      <dgm:t>
        <a:bodyPr/>
        <a:lstStyle/>
        <a:p>
          <a:endParaRPr lang="uk-UA"/>
        </a:p>
      </dgm:t>
    </dgm:pt>
    <dgm:pt modelId="{FFD6B0DA-0B81-4F7F-BF9D-49F84BED3839}">
      <dgm:prSet/>
      <dgm:spPr/>
      <dgm:t>
        <a:bodyPr/>
        <a:lstStyle/>
        <a:p>
          <a:r>
            <a:rPr lang="ru-RU" b="0" i="0" dirty="0"/>
            <a:t>1616–1622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B0BB4587-C5B9-4B0E-ACC2-8C2A6BC83B43}" type="parTrans" cxnId="{B0D84C7F-49E7-4557-BE99-4E2CB0A5A339}">
      <dgm:prSet/>
      <dgm:spPr/>
      <dgm:t>
        <a:bodyPr/>
        <a:lstStyle/>
        <a:p>
          <a:endParaRPr lang="uk-UA"/>
        </a:p>
      </dgm:t>
    </dgm:pt>
    <dgm:pt modelId="{9219107B-9EEB-4AF3-A0ED-835CFDA14314}" type="sibTrans" cxnId="{B0D84C7F-49E7-4557-BE99-4E2CB0A5A339}">
      <dgm:prSet/>
      <dgm:spPr/>
      <dgm:t>
        <a:bodyPr/>
        <a:lstStyle/>
        <a:p>
          <a:endParaRPr lang="uk-UA"/>
        </a:p>
      </dgm:t>
    </dgm:pt>
    <dgm:pt modelId="{C2B3FE01-E736-455E-907F-01BE2C2C8911}">
      <dgm:prSet/>
      <dgm:spPr/>
      <dgm:t>
        <a:bodyPr/>
        <a:lstStyle/>
        <a:p>
          <a:r>
            <a:rPr lang="ru-RU" b="0" i="0" dirty="0"/>
            <a:t>1637–1638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736A656B-D971-489A-9069-4361EDB74152}" type="parTrans" cxnId="{CB736CFD-AEFC-44E9-AC14-E09B219D90B0}">
      <dgm:prSet/>
      <dgm:spPr/>
      <dgm:t>
        <a:bodyPr/>
        <a:lstStyle/>
        <a:p>
          <a:endParaRPr lang="uk-UA"/>
        </a:p>
      </dgm:t>
    </dgm:pt>
    <dgm:pt modelId="{17D927EC-0070-426C-92A9-DF6ECA969CC6}" type="sibTrans" cxnId="{CB736CFD-AEFC-44E9-AC14-E09B219D90B0}">
      <dgm:prSet/>
      <dgm:spPr/>
      <dgm:t>
        <a:bodyPr/>
        <a:lstStyle/>
        <a:p>
          <a:endParaRPr lang="uk-UA"/>
        </a:p>
      </dgm:t>
    </dgm:pt>
    <dgm:pt modelId="{29195FE4-060B-49AE-ABB9-C85BF518FCFB}" type="pres">
      <dgm:prSet presAssocID="{7B2DDB6D-C0C2-4350-B0F0-DA86E8F7FBB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71C99C7-B572-41BC-A3E0-6170B528ACDE}" type="pres">
      <dgm:prSet presAssocID="{E8B3C69A-DCFD-4A61-A772-C9EC87A04690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81AF375-0B79-4DB4-918B-A94BC3435430}" type="pres">
      <dgm:prSet presAssocID="{5BDDA541-1C20-4B34-8131-2E26FDA9176C}" presName="spacer" presStyleCnt="0"/>
      <dgm:spPr/>
    </dgm:pt>
    <dgm:pt modelId="{991B90CC-1E13-443A-A18E-32D47FC0D16B}" type="pres">
      <dgm:prSet presAssocID="{A55EF4B1-81F6-4318-AE12-0648EAEB7135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8B8B6FA-3896-4F60-AD52-AB258E4C0A69}" type="pres">
      <dgm:prSet presAssocID="{4E3DBCD4-3FEF-4C35-B35B-E11A8C0FA4E2}" presName="spacer" presStyleCnt="0"/>
      <dgm:spPr/>
    </dgm:pt>
    <dgm:pt modelId="{E058023E-06F1-4EF0-BF60-1C737AB0FEA2}" type="pres">
      <dgm:prSet presAssocID="{FFD6B0DA-0B81-4F7F-BF9D-49F84BED3839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E2FCAF9-B86E-4AEE-8825-EDE99F5594D8}" type="pres">
      <dgm:prSet presAssocID="{9219107B-9EEB-4AF3-A0ED-835CFDA14314}" presName="spacer" presStyleCnt="0"/>
      <dgm:spPr/>
    </dgm:pt>
    <dgm:pt modelId="{FA5979F5-557D-4879-93AF-0648F20CCCDC}" type="pres">
      <dgm:prSet presAssocID="{C2B3FE01-E736-455E-907F-01BE2C2C8911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B736CFD-AEFC-44E9-AC14-E09B219D90B0}" srcId="{7B2DDB6D-C0C2-4350-B0F0-DA86E8F7FBB8}" destId="{C2B3FE01-E736-455E-907F-01BE2C2C8911}" srcOrd="3" destOrd="0" parTransId="{736A656B-D971-489A-9069-4361EDB74152}" sibTransId="{17D927EC-0070-426C-92A9-DF6ECA969CC6}"/>
    <dgm:cxn modelId="{EE473401-7875-475E-86B5-86461D97B4E6}" type="presOf" srcId="{FFD6B0DA-0B81-4F7F-BF9D-49F84BED3839}" destId="{E058023E-06F1-4EF0-BF60-1C737AB0FEA2}" srcOrd="0" destOrd="0" presId="urn:microsoft.com/office/officeart/2005/8/layout/vList2"/>
    <dgm:cxn modelId="{07D65F4B-D626-489F-848B-C113C1AE96AF}" srcId="{7B2DDB6D-C0C2-4350-B0F0-DA86E8F7FBB8}" destId="{A55EF4B1-81F6-4318-AE12-0648EAEB7135}" srcOrd="1" destOrd="0" parTransId="{CA7AB42A-1553-4187-80BB-CB5672FAA4D0}" sibTransId="{4E3DBCD4-3FEF-4C35-B35B-E11A8C0FA4E2}"/>
    <dgm:cxn modelId="{6E40F415-95CD-450A-BF31-33C1063BBAB6}" type="presOf" srcId="{7B2DDB6D-C0C2-4350-B0F0-DA86E8F7FBB8}" destId="{29195FE4-060B-49AE-ABB9-C85BF518FCFB}" srcOrd="0" destOrd="0" presId="urn:microsoft.com/office/officeart/2005/8/layout/vList2"/>
    <dgm:cxn modelId="{19BDC59F-0E94-42C2-973A-6F6CEFD95B21}" type="presOf" srcId="{C2B3FE01-E736-455E-907F-01BE2C2C8911}" destId="{FA5979F5-557D-4879-93AF-0648F20CCCDC}" srcOrd="0" destOrd="0" presId="urn:microsoft.com/office/officeart/2005/8/layout/vList2"/>
    <dgm:cxn modelId="{FE08FC02-8C30-4E0C-85D0-07C999FC0FBD}" type="presOf" srcId="{E8B3C69A-DCFD-4A61-A772-C9EC87A04690}" destId="{F71C99C7-B572-41BC-A3E0-6170B528ACDE}" srcOrd="0" destOrd="0" presId="urn:microsoft.com/office/officeart/2005/8/layout/vList2"/>
    <dgm:cxn modelId="{9F391D75-28BD-470F-AF72-2960286A970B}" type="presOf" srcId="{A55EF4B1-81F6-4318-AE12-0648EAEB7135}" destId="{991B90CC-1E13-443A-A18E-32D47FC0D16B}" srcOrd="0" destOrd="0" presId="urn:microsoft.com/office/officeart/2005/8/layout/vList2"/>
    <dgm:cxn modelId="{B0D84C7F-49E7-4557-BE99-4E2CB0A5A339}" srcId="{7B2DDB6D-C0C2-4350-B0F0-DA86E8F7FBB8}" destId="{FFD6B0DA-0B81-4F7F-BF9D-49F84BED3839}" srcOrd="2" destOrd="0" parTransId="{B0BB4587-C5B9-4B0E-ACC2-8C2A6BC83B43}" sibTransId="{9219107B-9EEB-4AF3-A0ED-835CFDA14314}"/>
    <dgm:cxn modelId="{B61ECE59-6A31-4B24-B883-8D18CECF725F}" srcId="{7B2DDB6D-C0C2-4350-B0F0-DA86E8F7FBB8}" destId="{E8B3C69A-DCFD-4A61-A772-C9EC87A04690}" srcOrd="0" destOrd="0" parTransId="{D61F6707-5919-45EB-94C5-5665B8734E54}" sibTransId="{5BDDA541-1C20-4B34-8131-2E26FDA9176C}"/>
    <dgm:cxn modelId="{8767AA4B-47A6-49EF-92F9-55EDF6A51143}" type="presParOf" srcId="{29195FE4-060B-49AE-ABB9-C85BF518FCFB}" destId="{F71C99C7-B572-41BC-A3E0-6170B528ACDE}" srcOrd="0" destOrd="0" presId="urn:microsoft.com/office/officeart/2005/8/layout/vList2"/>
    <dgm:cxn modelId="{93C71C3C-C693-4D19-9252-D05B23707813}" type="presParOf" srcId="{29195FE4-060B-49AE-ABB9-C85BF518FCFB}" destId="{181AF375-0B79-4DB4-918B-A94BC3435430}" srcOrd="1" destOrd="0" presId="urn:microsoft.com/office/officeart/2005/8/layout/vList2"/>
    <dgm:cxn modelId="{706431A4-A884-4D57-BA8A-B4B4D9B7962F}" type="presParOf" srcId="{29195FE4-060B-49AE-ABB9-C85BF518FCFB}" destId="{991B90CC-1E13-443A-A18E-32D47FC0D16B}" srcOrd="2" destOrd="0" presId="urn:microsoft.com/office/officeart/2005/8/layout/vList2"/>
    <dgm:cxn modelId="{6D4478EC-EC1C-48E9-A42F-4EBB309D2821}" type="presParOf" srcId="{29195FE4-060B-49AE-ABB9-C85BF518FCFB}" destId="{E8B8B6FA-3896-4F60-AD52-AB258E4C0A69}" srcOrd="3" destOrd="0" presId="urn:microsoft.com/office/officeart/2005/8/layout/vList2"/>
    <dgm:cxn modelId="{F6B05BDE-E280-47EF-8189-0CA4137D1E9F}" type="presParOf" srcId="{29195FE4-060B-49AE-ABB9-C85BF518FCFB}" destId="{E058023E-06F1-4EF0-BF60-1C737AB0FEA2}" srcOrd="4" destOrd="0" presId="urn:microsoft.com/office/officeart/2005/8/layout/vList2"/>
    <dgm:cxn modelId="{91196783-FAFF-4EAD-A251-815A9F537C39}" type="presParOf" srcId="{29195FE4-060B-49AE-ABB9-C85BF518FCFB}" destId="{7E2FCAF9-B86E-4AEE-8825-EDE99F5594D8}" srcOrd="5" destOrd="0" presId="urn:microsoft.com/office/officeart/2005/8/layout/vList2"/>
    <dgm:cxn modelId="{AD996730-220E-4728-B89C-78AAE1E302EB}" type="presParOf" srcId="{29195FE4-060B-49AE-ABB9-C85BF518FCFB}" destId="{FA5979F5-557D-4879-93AF-0648F20CCCD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B961E4-C7F2-4BCE-AE0A-E675D43C423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A93B83FF-6FEC-48B5-A2C9-C54FA14ED3F7}">
      <dgm:prSet/>
      <dgm:spPr>
        <a:solidFill>
          <a:srgbClr val="0070C0"/>
        </a:solidFill>
      </dgm:spPr>
      <dgm:t>
        <a:bodyPr/>
        <a:lstStyle/>
        <a:p>
          <a:r>
            <a:rPr lang="ru-RU" b="0" i="0"/>
            <a:t>Куруківської угоди (1625 р.)</a:t>
          </a:r>
          <a:endParaRPr lang="uk-UA"/>
        </a:p>
      </dgm:t>
    </dgm:pt>
    <dgm:pt modelId="{5DB101A6-6E0D-43FF-8B53-106D87373F63}" type="parTrans" cxnId="{2C067A48-DE4A-4DA4-B61D-508C332E7301}">
      <dgm:prSet/>
      <dgm:spPr/>
      <dgm:t>
        <a:bodyPr/>
        <a:lstStyle/>
        <a:p>
          <a:endParaRPr lang="uk-UA"/>
        </a:p>
      </dgm:t>
    </dgm:pt>
    <dgm:pt modelId="{391743CD-45DA-4777-9710-8C8859E0B154}" type="sibTrans" cxnId="{2C067A48-DE4A-4DA4-B61D-508C332E7301}">
      <dgm:prSet/>
      <dgm:spPr/>
      <dgm:t>
        <a:bodyPr/>
        <a:lstStyle/>
        <a:p>
          <a:endParaRPr lang="uk-UA"/>
        </a:p>
      </dgm:t>
    </dgm:pt>
    <dgm:pt modelId="{3055FED2-588E-4E34-A984-46CE9614554C}">
      <dgm:prSet/>
      <dgm:spPr/>
      <dgm:t>
        <a:bodyPr/>
        <a:lstStyle/>
        <a:p>
          <a:r>
            <a:rPr lang="ru-RU" b="1"/>
            <a:t>«</a:t>
          </a:r>
          <a:r>
            <a:rPr lang="ru-RU" b="0" i="0"/>
            <a:t>Пунктів заспокоєння руського народу» (1632 р.)</a:t>
          </a:r>
          <a:endParaRPr lang="uk-UA"/>
        </a:p>
      </dgm:t>
    </dgm:pt>
    <dgm:pt modelId="{FB88E502-4EEE-4AD3-939A-6F89ED0B35D7}" type="parTrans" cxnId="{94B690E8-C2B9-478C-B6F2-AAF0125DF640}">
      <dgm:prSet/>
      <dgm:spPr/>
      <dgm:t>
        <a:bodyPr/>
        <a:lstStyle/>
        <a:p>
          <a:endParaRPr lang="uk-UA"/>
        </a:p>
      </dgm:t>
    </dgm:pt>
    <dgm:pt modelId="{5C6F3906-66A6-4FBB-9006-6052BFC25403}" type="sibTrans" cxnId="{94B690E8-C2B9-478C-B6F2-AAF0125DF640}">
      <dgm:prSet/>
      <dgm:spPr/>
      <dgm:t>
        <a:bodyPr/>
        <a:lstStyle/>
        <a:p>
          <a:endParaRPr lang="uk-UA"/>
        </a:p>
      </dgm:t>
    </dgm:pt>
    <dgm:pt modelId="{1A21B8F1-6852-4034-BA82-C4313EEF9FE9}">
      <dgm:prSet/>
      <dgm:spPr/>
      <dgm:t>
        <a:bodyPr/>
        <a:lstStyle/>
        <a:p>
          <a:r>
            <a:rPr lang="ru-RU" b="0" i="0"/>
            <a:t>«Ординації Війська Запорозького…» (1638 р.)</a:t>
          </a:r>
          <a:endParaRPr lang="uk-UA"/>
        </a:p>
      </dgm:t>
    </dgm:pt>
    <dgm:pt modelId="{18D81F8B-67CA-485D-860E-31910D21E1AF}" type="parTrans" cxnId="{FCF4C5D7-A5E9-47F1-BE8E-4FF6732EC405}">
      <dgm:prSet/>
      <dgm:spPr/>
      <dgm:t>
        <a:bodyPr/>
        <a:lstStyle/>
        <a:p>
          <a:endParaRPr lang="uk-UA"/>
        </a:p>
      </dgm:t>
    </dgm:pt>
    <dgm:pt modelId="{730CDA8E-B4D9-465B-B3D1-0CAD9DD3487D}" type="sibTrans" cxnId="{FCF4C5D7-A5E9-47F1-BE8E-4FF6732EC405}">
      <dgm:prSet/>
      <dgm:spPr/>
      <dgm:t>
        <a:bodyPr/>
        <a:lstStyle/>
        <a:p>
          <a:endParaRPr lang="uk-UA"/>
        </a:p>
      </dgm:t>
    </dgm:pt>
    <dgm:pt modelId="{68E9407C-1E5E-4AA9-AE5E-291B56AFEB0B}">
      <dgm:prSet/>
      <dgm:spPr/>
      <dgm:t>
        <a:bodyPr/>
        <a:lstStyle/>
        <a:p>
          <a:r>
            <a:rPr lang="ru-RU" b="0" i="0"/>
            <a:t>Віленського перемир’я (1656 р.)</a:t>
          </a:r>
          <a:endParaRPr lang="uk-UA"/>
        </a:p>
      </dgm:t>
    </dgm:pt>
    <dgm:pt modelId="{DE12115E-9CD5-4BFC-A004-45CC07A9708B}" type="parTrans" cxnId="{7A421955-08D7-4E89-95CE-C19CBE6F3124}">
      <dgm:prSet/>
      <dgm:spPr/>
      <dgm:t>
        <a:bodyPr/>
        <a:lstStyle/>
        <a:p>
          <a:endParaRPr lang="uk-UA"/>
        </a:p>
      </dgm:t>
    </dgm:pt>
    <dgm:pt modelId="{3667EA77-715D-4655-B393-BEBAEA10745D}" type="sibTrans" cxnId="{7A421955-08D7-4E89-95CE-C19CBE6F3124}">
      <dgm:prSet/>
      <dgm:spPr/>
      <dgm:t>
        <a:bodyPr/>
        <a:lstStyle/>
        <a:p>
          <a:endParaRPr lang="uk-UA"/>
        </a:p>
      </dgm:t>
    </dgm:pt>
    <dgm:pt modelId="{F9119404-54E2-4229-BFA4-B7BF965D8FB0}" type="pres">
      <dgm:prSet presAssocID="{AFB961E4-C7F2-4BCE-AE0A-E675D43C423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B29394A5-C822-4F59-B471-A6118600652D}" type="pres">
      <dgm:prSet presAssocID="{AFB961E4-C7F2-4BCE-AE0A-E675D43C423A}" presName="Name1" presStyleCnt="0"/>
      <dgm:spPr/>
    </dgm:pt>
    <dgm:pt modelId="{58A4C5DC-5298-40E6-B547-938DDEF74766}" type="pres">
      <dgm:prSet presAssocID="{AFB961E4-C7F2-4BCE-AE0A-E675D43C423A}" presName="cycle" presStyleCnt="0"/>
      <dgm:spPr/>
    </dgm:pt>
    <dgm:pt modelId="{179D3137-8032-43D0-B93C-7E2EDDC52E5E}" type="pres">
      <dgm:prSet presAssocID="{AFB961E4-C7F2-4BCE-AE0A-E675D43C423A}" presName="srcNode" presStyleLbl="node1" presStyleIdx="0" presStyleCnt="4"/>
      <dgm:spPr/>
    </dgm:pt>
    <dgm:pt modelId="{BC1EA84C-6211-4E94-B9FC-65AF1DCFB7AA}" type="pres">
      <dgm:prSet presAssocID="{AFB961E4-C7F2-4BCE-AE0A-E675D43C423A}" presName="conn" presStyleLbl="parChTrans1D2" presStyleIdx="0" presStyleCnt="1"/>
      <dgm:spPr/>
      <dgm:t>
        <a:bodyPr/>
        <a:lstStyle/>
        <a:p>
          <a:endParaRPr lang="ru-RU"/>
        </a:p>
      </dgm:t>
    </dgm:pt>
    <dgm:pt modelId="{D98600D4-52C2-4B8E-903B-8EC3BEB2AC5E}" type="pres">
      <dgm:prSet presAssocID="{AFB961E4-C7F2-4BCE-AE0A-E675D43C423A}" presName="extraNode" presStyleLbl="node1" presStyleIdx="0" presStyleCnt="4"/>
      <dgm:spPr/>
    </dgm:pt>
    <dgm:pt modelId="{CEE4C0EC-4824-4328-8604-6040A441AC80}" type="pres">
      <dgm:prSet presAssocID="{AFB961E4-C7F2-4BCE-AE0A-E675D43C423A}" presName="dstNode" presStyleLbl="node1" presStyleIdx="0" presStyleCnt="4"/>
      <dgm:spPr/>
    </dgm:pt>
    <dgm:pt modelId="{11154B2A-22ED-44E5-93AB-09C33CE0B5BD}" type="pres">
      <dgm:prSet presAssocID="{A93B83FF-6FEC-48B5-A2C9-C54FA14ED3F7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2A1DECA-3A92-480A-8B9B-7ECC2067964E}" type="pres">
      <dgm:prSet presAssocID="{A93B83FF-6FEC-48B5-A2C9-C54FA14ED3F7}" presName="accent_1" presStyleCnt="0"/>
      <dgm:spPr/>
    </dgm:pt>
    <dgm:pt modelId="{074CA59B-3139-480F-BDEA-30F6147B7EAF}" type="pres">
      <dgm:prSet presAssocID="{A93B83FF-6FEC-48B5-A2C9-C54FA14ED3F7}" presName="accentRepeatNode" presStyleLbl="solidFgAcc1" presStyleIdx="0" presStyleCnt="4"/>
      <dgm:spPr/>
    </dgm:pt>
    <dgm:pt modelId="{4539AF1E-4083-4E80-BF16-3D2A4002E853}" type="pres">
      <dgm:prSet presAssocID="{3055FED2-588E-4E34-A984-46CE9614554C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0B79977-276F-41FE-A01E-66AAE6888BCB}" type="pres">
      <dgm:prSet presAssocID="{3055FED2-588E-4E34-A984-46CE9614554C}" presName="accent_2" presStyleCnt="0"/>
      <dgm:spPr/>
    </dgm:pt>
    <dgm:pt modelId="{FA860A3E-39FC-48F7-A702-C81629C16311}" type="pres">
      <dgm:prSet presAssocID="{3055FED2-588E-4E34-A984-46CE9614554C}" presName="accentRepeatNode" presStyleLbl="solidFgAcc1" presStyleIdx="1" presStyleCnt="4"/>
      <dgm:spPr/>
    </dgm:pt>
    <dgm:pt modelId="{84A72280-670B-4A61-98F8-AC7623031EDA}" type="pres">
      <dgm:prSet presAssocID="{1A21B8F1-6852-4034-BA82-C4313EEF9FE9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A525743-F386-4B5B-9F0B-FA71004D9AC7}" type="pres">
      <dgm:prSet presAssocID="{1A21B8F1-6852-4034-BA82-C4313EEF9FE9}" presName="accent_3" presStyleCnt="0"/>
      <dgm:spPr/>
    </dgm:pt>
    <dgm:pt modelId="{4DBDAF3A-19F6-461E-9045-687FD284B647}" type="pres">
      <dgm:prSet presAssocID="{1A21B8F1-6852-4034-BA82-C4313EEF9FE9}" presName="accentRepeatNode" presStyleLbl="solidFgAcc1" presStyleIdx="2" presStyleCnt="4"/>
      <dgm:spPr/>
    </dgm:pt>
    <dgm:pt modelId="{F8D3663F-ED49-4CBA-B671-8F7BE4AD69EC}" type="pres">
      <dgm:prSet presAssocID="{68E9407C-1E5E-4AA9-AE5E-291B56AFEB0B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D606C04-D084-4128-9A00-918EAF715F2C}" type="pres">
      <dgm:prSet presAssocID="{68E9407C-1E5E-4AA9-AE5E-291B56AFEB0B}" presName="accent_4" presStyleCnt="0"/>
      <dgm:spPr/>
    </dgm:pt>
    <dgm:pt modelId="{4FA31211-AA09-4D18-9902-DA1646F9377D}" type="pres">
      <dgm:prSet presAssocID="{68E9407C-1E5E-4AA9-AE5E-291B56AFEB0B}" presName="accentRepeatNode" presStyleLbl="solidFgAcc1" presStyleIdx="3" presStyleCnt="4"/>
      <dgm:spPr/>
    </dgm:pt>
  </dgm:ptLst>
  <dgm:cxnLst>
    <dgm:cxn modelId="{94B690E8-C2B9-478C-B6F2-AAF0125DF640}" srcId="{AFB961E4-C7F2-4BCE-AE0A-E675D43C423A}" destId="{3055FED2-588E-4E34-A984-46CE9614554C}" srcOrd="1" destOrd="0" parTransId="{FB88E502-4EEE-4AD3-939A-6F89ED0B35D7}" sibTransId="{5C6F3906-66A6-4FBB-9006-6052BFC25403}"/>
    <dgm:cxn modelId="{772F70E1-905E-4880-9DD8-07CA0206F79C}" type="presOf" srcId="{AFB961E4-C7F2-4BCE-AE0A-E675D43C423A}" destId="{F9119404-54E2-4229-BFA4-B7BF965D8FB0}" srcOrd="0" destOrd="0" presId="urn:microsoft.com/office/officeart/2008/layout/VerticalCurvedList"/>
    <dgm:cxn modelId="{7A421955-08D7-4E89-95CE-C19CBE6F3124}" srcId="{AFB961E4-C7F2-4BCE-AE0A-E675D43C423A}" destId="{68E9407C-1E5E-4AA9-AE5E-291B56AFEB0B}" srcOrd="3" destOrd="0" parTransId="{DE12115E-9CD5-4BFC-A004-45CC07A9708B}" sibTransId="{3667EA77-715D-4655-B393-BEBAEA10745D}"/>
    <dgm:cxn modelId="{2C067A48-DE4A-4DA4-B61D-508C332E7301}" srcId="{AFB961E4-C7F2-4BCE-AE0A-E675D43C423A}" destId="{A93B83FF-6FEC-48B5-A2C9-C54FA14ED3F7}" srcOrd="0" destOrd="0" parTransId="{5DB101A6-6E0D-43FF-8B53-106D87373F63}" sibTransId="{391743CD-45DA-4777-9710-8C8859E0B154}"/>
    <dgm:cxn modelId="{DBBBE946-986B-41C6-87FB-B81424EFC309}" type="presOf" srcId="{3055FED2-588E-4E34-A984-46CE9614554C}" destId="{4539AF1E-4083-4E80-BF16-3D2A4002E853}" srcOrd="0" destOrd="0" presId="urn:microsoft.com/office/officeart/2008/layout/VerticalCurvedList"/>
    <dgm:cxn modelId="{A9443486-2EB7-48AB-84A2-588369FDE087}" type="presOf" srcId="{A93B83FF-6FEC-48B5-A2C9-C54FA14ED3F7}" destId="{11154B2A-22ED-44E5-93AB-09C33CE0B5BD}" srcOrd="0" destOrd="0" presId="urn:microsoft.com/office/officeart/2008/layout/VerticalCurvedList"/>
    <dgm:cxn modelId="{3ECCCBC8-9570-4C6D-8AEF-DB02DFA8DF15}" type="presOf" srcId="{1A21B8F1-6852-4034-BA82-C4313EEF9FE9}" destId="{84A72280-670B-4A61-98F8-AC7623031EDA}" srcOrd="0" destOrd="0" presId="urn:microsoft.com/office/officeart/2008/layout/VerticalCurvedList"/>
    <dgm:cxn modelId="{FCF4C5D7-A5E9-47F1-BE8E-4FF6732EC405}" srcId="{AFB961E4-C7F2-4BCE-AE0A-E675D43C423A}" destId="{1A21B8F1-6852-4034-BA82-C4313EEF9FE9}" srcOrd="2" destOrd="0" parTransId="{18D81F8B-67CA-485D-860E-31910D21E1AF}" sibTransId="{730CDA8E-B4D9-465B-B3D1-0CAD9DD3487D}"/>
    <dgm:cxn modelId="{1DA48F9E-B488-4EA5-85A8-19DDCC43A6B2}" type="presOf" srcId="{391743CD-45DA-4777-9710-8C8859E0B154}" destId="{BC1EA84C-6211-4E94-B9FC-65AF1DCFB7AA}" srcOrd="0" destOrd="0" presId="urn:microsoft.com/office/officeart/2008/layout/VerticalCurvedList"/>
    <dgm:cxn modelId="{6A5B16B3-61FB-4781-ABA0-9E3FFEFF43BB}" type="presOf" srcId="{68E9407C-1E5E-4AA9-AE5E-291B56AFEB0B}" destId="{F8D3663F-ED49-4CBA-B671-8F7BE4AD69EC}" srcOrd="0" destOrd="0" presId="urn:microsoft.com/office/officeart/2008/layout/VerticalCurvedList"/>
    <dgm:cxn modelId="{9BEB89C4-D24E-4852-81EC-A3FD4215922A}" type="presParOf" srcId="{F9119404-54E2-4229-BFA4-B7BF965D8FB0}" destId="{B29394A5-C822-4F59-B471-A6118600652D}" srcOrd="0" destOrd="0" presId="urn:microsoft.com/office/officeart/2008/layout/VerticalCurvedList"/>
    <dgm:cxn modelId="{EDECA596-240F-4B60-B0FE-0547F55387BB}" type="presParOf" srcId="{B29394A5-C822-4F59-B471-A6118600652D}" destId="{58A4C5DC-5298-40E6-B547-938DDEF74766}" srcOrd="0" destOrd="0" presId="urn:microsoft.com/office/officeart/2008/layout/VerticalCurvedList"/>
    <dgm:cxn modelId="{72D7A7BC-657E-4B32-B751-EEE97CDE0BC8}" type="presParOf" srcId="{58A4C5DC-5298-40E6-B547-938DDEF74766}" destId="{179D3137-8032-43D0-B93C-7E2EDDC52E5E}" srcOrd="0" destOrd="0" presId="urn:microsoft.com/office/officeart/2008/layout/VerticalCurvedList"/>
    <dgm:cxn modelId="{03B53E92-9E12-45E1-BDFB-6C7968A1C6FD}" type="presParOf" srcId="{58A4C5DC-5298-40E6-B547-938DDEF74766}" destId="{BC1EA84C-6211-4E94-B9FC-65AF1DCFB7AA}" srcOrd="1" destOrd="0" presId="urn:microsoft.com/office/officeart/2008/layout/VerticalCurvedList"/>
    <dgm:cxn modelId="{B244BCAA-5459-4325-8DC5-8843189FA02C}" type="presParOf" srcId="{58A4C5DC-5298-40E6-B547-938DDEF74766}" destId="{D98600D4-52C2-4B8E-903B-8EC3BEB2AC5E}" srcOrd="2" destOrd="0" presId="urn:microsoft.com/office/officeart/2008/layout/VerticalCurvedList"/>
    <dgm:cxn modelId="{1832449D-1050-454A-8D48-34577D446555}" type="presParOf" srcId="{58A4C5DC-5298-40E6-B547-938DDEF74766}" destId="{CEE4C0EC-4824-4328-8604-6040A441AC80}" srcOrd="3" destOrd="0" presId="urn:microsoft.com/office/officeart/2008/layout/VerticalCurvedList"/>
    <dgm:cxn modelId="{E5514B35-B77A-46AA-BAB2-3E94ED8E5C87}" type="presParOf" srcId="{B29394A5-C822-4F59-B471-A6118600652D}" destId="{11154B2A-22ED-44E5-93AB-09C33CE0B5BD}" srcOrd="1" destOrd="0" presId="urn:microsoft.com/office/officeart/2008/layout/VerticalCurvedList"/>
    <dgm:cxn modelId="{775E1C71-F825-48D6-B051-86AAFD467C1E}" type="presParOf" srcId="{B29394A5-C822-4F59-B471-A6118600652D}" destId="{D2A1DECA-3A92-480A-8B9B-7ECC2067964E}" srcOrd="2" destOrd="0" presId="urn:microsoft.com/office/officeart/2008/layout/VerticalCurvedList"/>
    <dgm:cxn modelId="{71304FFC-F580-4C3C-8F17-0B8E6050C1D2}" type="presParOf" srcId="{D2A1DECA-3A92-480A-8B9B-7ECC2067964E}" destId="{074CA59B-3139-480F-BDEA-30F6147B7EAF}" srcOrd="0" destOrd="0" presId="urn:microsoft.com/office/officeart/2008/layout/VerticalCurvedList"/>
    <dgm:cxn modelId="{064ED26B-FDB4-4EFF-97E1-A356C532034D}" type="presParOf" srcId="{B29394A5-C822-4F59-B471-A6118600652D}" destId="{4539AF1E-4083-4E80-BF16-3D2A4002E853}" srcOrd="3" destOrd="0" presId="urn:microsoft.com/office/officeart/2008/layout/VerticalCurvedList"/>
    <dgm:cxn modelId="{695B619F-A25F-4DCE-96EF-7F90467DBB33}" type="presParOf" srcId="{B29394A5-C822-4F59-B471-A6118600652D}" destId="{F0B79977-276F-41FE-A01E-66AAE6888BCB}" srcOrd="4" destOrd="0" presId="urn:microsoft.com/office/officeart/2008/layout/VerticalCurvedList"/>
    <dgm:cxn modelId="{4916344D-9B76-4497-B090-8E726EC3EF8C}" type="presParOf" srcId="{F0B79977-276F-41FE-A01E-66AAE6888BCB}" destId="{FA860A3E-39FC-48F7-A702-C81629C16311}" srcOrd="0" destOrd="0" presId="urn:microsoft.com/office/officeart/2008/layout/VerticalCurvedList"/>
    <dgm:cxn modelId="{3A73B694-870E-430E-A19F-B57D99E205FB}" type="presParOf" srcId="{B29394A5-C822-4F59-B471-A6118600652D}" destId="{84A72280-670B-4A61-98F8-AC7623031EDA}" srcOrd="5" destOrd="0" presId="urn:microsoft.com/office/officeart/2008/layout/VerticalCurvedList"/>
    <dgm:cxn modelId="{D6C98E5C-AEB2-476E-AE19-585AE3CB9919}" type="presParOf" srcId="{B29394A5-C822-4F59-B471-A6118600652D}" destId="{6A525743-F386-4B5B-9F0B-FA71004D9AC7}" srcOrd="6" destOrd="0" presId="urn:microsoft.com/office/officeart/2008/layout/VerticalCurvedList"/>
    <dgm:cxn modelId="{76A597B1-F984-4A69-A457-38515A329F5C}" type="presParOf" srcId="{6A525743-F386-4B5B-9F0B-FA71004D9AC7}" destId="{4DBDAF3A-19F6-461E-9045-687FD284B647}" srcOrd="0" destOrd="0" presId="urn:microsoft.com/office/officeart/2008/layout/VerticalCurvedList"/>
    <dgm:cxn modelId="{506BF62E-422B-47DB-83CD-ED34F0EA9380}" type="presParOf" srcId="{B29394A5-C822-4F59-B471-A6118600652D}" destId="{F8D3663F-ED49-4CBA-B671-8F7BE4AD69EC}" srcOrd="7" destOrd="0" presId="urn:microsoft.com/office/officeart/2008/layout/VerticalCurvedList"/>
    <dgm:cxn modelId="{EFBEB13A-65F9-49CE-8267-4AF6668660D6}" type="presParOf" srcId="{B29394A5-C822-4F59-B471-A6118600652D}" destId="{1D606C04-D084-4128-9A00-918EAF715F2C}" srcOrd="8" destOrd="0" presId="urn:microsoft.com/office/officeart/2008/layout/VerticalCurvedList"/>
    <dgm:cxn modelId="{B71FFF1D-E5B8-4BFC-AC94-0D705096A04F}" type="presParOf" srcId="{1D606C04-D084-4128-9A00-918EAF715F2C}" destId="{4FA31211-AA09-4D18-9902-DA1646F9377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B961E4-C7F2-4BCE-AE0A-E675D43C423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93B83FF-6FEC-48B5-A2C9-C54FA14ED3F7}">
      <dgm:prSet/>
      <dgm:spPr/>
      <dgm:t>
        <a:bodyPr/>
        <a:lstStyle/>
        <a:p>
          <a:r>
            <a:rPr lang="ru-RU" b="0" i="0" dirty="0" err="1"/>
            <a:t>Куруківської</a:t>
          </a:r>
          <a:r>
            <a:rPr lang="ru-RU" b="0" i="0" dirty="0"/>
            <a:t> угоди (1625 р.)</a:t>
          </a:r>
          <a:endParaRPr lang="uk-UA" dirty="0"/>
        </a:p>
      </dgm:t>
    </dgm:pt>
    <dgm:pt modelId="{5DB101A6-6E0D-43FF-8B53-106D87373F63}" type="parTrans" cxnId="{2C067A48-DE4A-4DA4-B61D-508C332E7301}">
      <dgm:prSet/>
      <dgm:spPr/>
      <dgm:t>
        <a:bodyPr/>
        <a:lstStyle/>
        <a:p>
          <a:endParaRPr lang="uk-UA"/>
        </a:p>
      </dgm:t>
    </dgm:pt>
    <dgm:pt modelId="{391743CD-45DA-4777-9710-8C8859E0B154}" type="sibTrans" cxnId="{2C067A48-DE4A-4DA4-B61D-508C332E7301}">
      <dgm:prSet/>
      <dgm:spPr/>
      <dgm:t>
        <a:bodyPr/>
        <a:lstStyle/>
        <a:p>
          <a:endParaRPr lang="uk-UA"/>
        </a:p>
      </dgm:t>
    </dgm:pt>
    <dgm:pt modelId="{3055FED2-588E-4E34-A984-46CE9614554C}">
      <dgm:prSet/>
      <dgm:spPr/>
      <dgm:t>
        <a:bodyPr/>
        <a:lstStyle/>
        <a:p>
          <a:r>
            <a:rPr lang="ru-RU" b="1" dirty="0"/>
            <a:t>«</a:t>
          </a:r>
          <a:r>
            <a:rPr lang="ru-RU" b="0" i="0" dirty="0" err="1"/>
            <a:t>Пунктів</a:t>
          </a:r>
          <a:r>
            <a:rPr lang="ru-RU" b="0" i="0" dirty="0"/>
            <a:t> </a:t>
          </a:r>
          <a:r>
            <a:rPr lang="ru-RU" b="0" i="0" dirty="0" err="1"/>
            <a:t>заспокоєння</a:t>
          </a:r>
          <a:r>
            <a:rPr lang="ru-RU" b="0" i="0" dirty="0"/>
            <a:t> руського народу» (1632 р.)</a:t>
          </a:r>
          <a:endParaRPr lang="uk-UA" dirty="0"/>
        </a:p>
      </dgm:t>
    </dgm:pt>
    <dgm:pt modelId="{FB88E502-4EEE-4AD3-939A-6F89ED0B35D7}" type="parTrans" cxnId="{94B690E8-C2B9-478C-B6F2-AAF0125DF640}">
      <dgm:prSet/>
      <dgm:spPr/>
      <dgm:t>
        <a:bodyPr/>
        <a:lstStyle/>
        <a:p>
          <a:endParaRPr lang="uk-UA"/>
        </a:p>
      </dgm:t>
    </dgm:pt>
    <dgm:pt modelId="{5C6F3906-66A6-4FBB-9006-6052BFC25403}" type="sibTrans" cxnId="{94B690E8-C2B9-478C-B6F2-AAF0125DF640}">
      <dgm:prSet/>
      <dgm:spPr/>
      <dgm:t>
        <a:bodyPr/>
        <a:lstStyle/>
        <a:p>
          <a:endParaRPr lang="uk-UA"/>
        </a:p>
      </dgm:t>
    </dgm:pt>
    <dgm:pt modelId="{1A21B8F1-6852-4034-BA82-C4313EEF9FE9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Ординації</a:t>
          </a:r>
          <a:r>
            <a:rPr lang="ru-RU" b="0" i="0" dirty="0"/>
            <a:t> </a:t>
          </a:r>
          <a:r>
            <a:rPr lang="ru-RU" b="0" i="0" dirty="0" err="1"/>
            <a:t>Війська</a:t>
          </a:r>
          <a:r>
            <a:rPr lang="ru-RU" b="0" i="0" dirty="0"/>
            <a:t> </a:t>
          </a:r>
          <a:r>
            <a:rPr lang="ru-RU" b="0" i="0" dirty="0" err="1"/>
            <a:t>Запорозького</a:t>
          </a:r>
          <a:r>
            <a:rPr lang="ru-RU" b="0" i="0" dirty="0"/>
            <a:t>…» (1638 р.)</a:t>
          </a:r>
          <a:endParaRPr lang="uk-UA" dirty="0"/>
        </a:p>
      </dgm:t>
    </dgm:pt>
    <dgm:pt modelId="{18D81F8B-67CA-485D-860E-31910D21E1AF}" type="parTrans" cxnId="{FCF4C5D7-A5E9-47F1-BE8E-4FF6732EC405}">
      <dgm:prSet/>
      <dgm:spPr/>
      <dgm:t>
        <a:bodyPr/>
        <a:lstStyle/>
        <a:p>
          <a:endParaRPr lang="uk-UA"/>
        </a:p>
      </dgm:t>
    </dgm:pt>
    <dgm:pt modelId="{730CDA8E-B4D9-465B-B3D1-0CAD9DD3487D}" type="sibTrans" cxnId="{FCF4C5D7-A5E9-47F1-BE8E-4FF6732EC405}">
      <dgm:prSet/>
      <dgm:spPr/>
      <dgm:t>
        <a:bodyPr/>
        <a:lstStyle/>
        <a:p>
          <a:endParaRPr lang="uk-UA"/>
        </a:p>
      </dgm:t>
    </dgm:pt>
    <dgm:pt modelId="{68E9407C-1E5E-4AA9-AE5E-291B56AFEB0B}">
      <dgm:prSet/>
      <dgm:spPr/>
      <dgm:t>
        <a:bodyPr/>
        <a:lstStyle/>
        <a:p>
          <a:r>
            <a:rPr lang="ru-RU" b="0" i="0" dirty="0" err="1"/>
            <a:t>Віленського</a:t>
          </a:r>
          <a:r>
            <a:rPr lang="ru-RU" b="0" i="0" dirty="0"/>
            <a:t> </a:t>
          </a:r>
          <a:r>
            <a:rPr lang="ru-RU" b="0" i="0" dirty="0" err="1"/>
            <a:t>перемир’я</a:t>
          </a:r>
          <a:r>
            <a:rPr lang="ru-RU" b="0" i="0" dirty="0"/>
            <a:t> (1656 р.)</a:t>
          </a:r>
          <a:endParaRPr lang="uk-UA" dirty="0"/>
        </a:p>
      </dgm:t>
    </dgm:pt>
    <dgm:pt modelId="{DE12115E-9CD5-4BFC-A004-45CC07A9708B}" type="parTrans" cxnId="{7A421955-08D7-4E89-95CE-C19CBE6F3124}">
      <dgm:prSet/>
      <dgm:spPr/>
      <dgm:t>
        <a:bodyPr/>
        <a:lstStyle/>
        <a:p>
          <a:endParaRPr lang="uk-UA"/>
        </a:p>
      </dgm:t>
    </dgm:pt>
    <dgm:pt modelId="{3667EA77-715D-4655-B393-BEBAEA10745D}" type="sibTrans" cxnId="{7A421955-08D7-4E89-95CE-C19CBE6F3124}">
      <dgm:prSet/>
      <dgm:spPr/>
      <dgm:t>
        <a:bodyPr/>
        <a:lstStyle/>
        <a:p>
          <a:endParaRPr lang="uk-UA"/>
        </a:p>
      </dgm:t>
    </dgm:pt>
    <dgm:pt modelId="{F9119404-54E2-4229-BFA4-B7BF965D8FB0}" type="pres">
      <dgm:prSet presAssocID="{AFB961E4-C7F2-4BCE-AE0A-E675D43C423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B29394A5-C822-4F59-B471-A6118600652D}" type="pres">
      <dgm:prSet presAssocID="{AFB961E4-C7F2-4BCE-AE0A-E675D43C423A}" presName="Name1" presStyleCnt="0"/>
      <dgm:spPr/>
    </dgm:pt>
    <dgm:pt modelId="{58A4C5DC-5298-40E6-B547-938DDEF74766}" type="pres">
      <dgm:prSet presAssocID="{AFB961E4-C7F2-4BCE-AE0A-E675D43C423A}" presName="cycle" presStyleCnt="0"/>
      <dgm:spPr/>
    </dgm:pt>
    <dgm:pt modelId="{179D3137-8032-43D0-B93C-7E2EDDC52E5E}" type="pres">
      <dgm:prSet presAssocID="{AFB961E4-C7F2-4BCE-AE0A-E675D43C423A}" presName="srcNode" presStyleLbl="node1" presStyleIdx="0" presStyleCnt="4"/>
      <dgm:spPr/>
    </dgm:pt>
    <dgm:pt modelId="{BC1EA84C-6211-4E94-B9FC-65AF1DCFB7AA}" type="pres">
      <dgm:prSet presAssocID="{AFB961E4-C7F2-4BCE-AE0A-E675D43C423A}" presName="conn" presStyleLbl="parChTrans1D2" presStyleIdx="0" presStyleCnt="1"/>
      <dgm:spPr/>
      <dgm:t>
        <a:bodyPr/>
        <a:lstStyle/>
        <a:p>
          <a:endParaRPr lang="ru-RU"/>
        </a:p>
      </dgm:t>
    </dgm:pt>
    <dgm:pt modelId="{D98600D4-52C2-4B8E-903B-8EC3BEB2AC5E}" type="pres">
      <dgm:prSet presAssocID="{AFB961E4-C7F2-4BCE-AE0A-E675D43C423A}" presName="extraNode" presStyleLbl="node1" presStyleIdx="0" presStyleCnt="4"/>
      <dgm:spPr/>
    </dgm:pt>
    <dgm:pt modelId="{CEE4C0EC-4824-4328-8604-6040A441AC80}" type="pres">
      <dgm:prSet presAssocID="{AFB961E4-C7F2-4BCE-AE0A-E675D43C423A}" presName="dstNode" presStyleLbl="node1" presStyleIdx="0" presStyleCnt="4"/>
      <dgm:spPr/>
    </dgm:pt>
    <dgm:pt modelId="{11154B2A-22ED-44E5-93AB-09C33CE0B5BD}" type="pres">
      <dgm:prSet presAssocID="{A93B83FF-6FEC-48B5-A2C9-C54FA14ED3F7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2A1DECA-3A92-480A-8B9B-7ECC2067964E}" type="pres">
      <dgm:prSet presAssocID="{A93B83FF-6FEC-48B5-A2C9-C54FA14ED3F7}" presName="accent_1" presStyleCnt="0"/>
      <dgm:spPr/>
    </dgm:pt>
    <dgm:pt modelId="{074CA59B-3139-480F-BDEA-30F6147B7EAF}" type="pres">
      <dgm:prSet presAssocID="{A93B83FF-6FEC-48B5-A2C9-C54FA14ED3F7}" presName="accentRepeatNode" presStyleLbl="solidFgAcc1" presStyleIdx="0" presStyleCnt="4"/>
      <dgm:spPr/>
    </dgm:pt>
    <dgm:pt modelId="{4539AF1E-4083-4E80-BF16-3D2A4002E853}" type="pres">
      <dgm:prSet presAssocID="{3055FED2-588E-4E34-A984-46CE9614554C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0B79977-276F-41FE-A01E-66AAE6888BCB}" type="pres">
      <dgm:prSet presAssocID="{3055FED2-588E-4E34-A984-46CE9614554C}" presName="accent_2" presStyleCnt="0"/>
      <dgm:spPr/>
    </dgm:pt>
    <dgm:pt modelId="{FA860A3E-39FC-48F7-A702-C81629C16311}" type="pres">
      <dgm:prSet presAssocID="{3055FED2-588E-4E34-A984-46CE9614554C}" presName="accentRepeatNode" presStyleLbl="solidFgAcc1" presStyleIdx="1" presStyleCnt="4"/>
      <dgm:spPr/>
    </dgm:pt>
    <dgm:pt modelId="{84A72280-670B-4A61-98F8-AC7623031EDA}" type="pres">
      <dgm:prSet presAssocID="{1A21B8F1-6852-4034-BA82-C4313EEF9FE9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A525743-F386-4B5B-9F0B-FA71004D9AC7}" type="pres">
      <dgm:prSet presAssocID="{1A21B8F1-6852-4034-BA82-C4313EEF9FE9}" presName="accent_3" presStyleCnt="0"/>
      <dgm:spPr/>
    </dgm:pt>
    <dgm:pt modelId="{4DBDAF3A-19F6-461E-9045-687FD284B647}" type="pres">
      <dgm:prSet presAssocID="{1A21B8F1-6852-4034-BA82-C4313EEF9FE9}" presName="accentRepeatNode" presStyleLbl="solidFgAcc1" presStyleIdx="2" presStyleCnt="4"/>
      <dgm:spPr/>
    </dgm:pt>
    <dgm:pt modelId="{F8D3663F-ED49-4CBA-B671-8F7BE4AD69EC}" type="pres">
      <dgm:prSet presAssocID="{68E9407C-1E5E-4AA9-AE5E-291B56AFEB0B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D606C04-D084-4128-9A00-918EAF715F2C}" type="pres">
      <dgm:prSet presAssocID="{68E9407C-1E5E-4AA9-AE5E-291B56AFEB0B}" presName="accent_4" presStyleCnt="0"/>
      <dgm:spPr/>
    </dgm:pt>
    <dgm:pt modelId="{4FA31211-AA09-4D18-9902-DA1646F9377D}" type="pres">
      <dgm:prSet presAssocID="{68E9407C-1E5E-4AA9-AE5E-291B56AFEB0B}" presName="accentRepeatNode" presStyleLbl="solidFgAcc1" presStyleIdx="3" presStyleCnt="4"/>
      <dgm:spPr/>
    </dgm:pt>
  </dgm:ptLst>
  <dgm:cxnLst>
    <dgm:cxn modelId="{94B690E8-C2B9-478C-B6F2-AAF0125DF640}" srcId="{AFB961E4-C7F2-4BCE-AE0A-E675D43C423A}" destId="{3055FED2-588E-4E34-A984-46CE9614554C}" srcOrd="1" destOrd="0" parTransId="{FB88E502-4EEE-4AD3-939A-6F89ED0B35D7}" sibTransId="{5C6F3906-66A6-4FBB-9006-6052BFC25403}"/>
    <dgm:cxn modelId="{772F70E1-905E-4880-9DD8-07CA0206F79C}" type="presOf" srcId="{AFB961E4-C7F2-4BCE-AE0A-E675D43C423A}" destId="{F9119404-54E2-4229-BFA4-B7BF965D8FB0}" srcOrd="0" destOrd="0" presId="urn:microsoft.com/office/officeart/2008/layout/VerticalCurvedList"/>
    <dgm:cxn modelId="{7A421955-08D7-4E89-95CE-C19CBE6F3124}" srcId="{AFB961E4-C7F2-4BCE-AE0A-E675D43C423A}" destId="{68E9407C-1E5E-4AA9-AE5E-291B56AFEB0B}" srcOrd="3" destOrd="0" parTransId="{DE12115E-9CD5-4BFC-A004-45CC07A9708B}" sibTransId="{3667EA77-715D-4655-B393-BEBAEA10745D}"/>
    <dgm:cxn modelId="{2C067A48-DE4A-4DA4-B61D-508C332E7301}" srcId="{AFB961E4-C7F2-4BCE-AE0A-E675D43C423A}" destId="{A93B83FF-6FEC-48B5-A2C9-C54FA14ED3F7}" srcOrd="0" destOrd="0" parTransId="{5DB101A6-6E0D-43FF-8B53-106D87373F63}" sibTransId="{391743CD-45DA-4777-9710-8C8859E0B154}"/>
    <dgm:cxn modelId="{DBBBE946-986B-41C6-87FB-B81424EFC309}" type="presOf" srcId="{3055FED2-588E-4E34-A984-46CE9614554C}" destId="{4539AF1E-4083-4E80-BF16-3D2A4002E853}" srcOrd="0" destOrd="0" presId="urn:microsoft.com/office/officeart/2008/layout/VerticalCurvedList"/>
    <dgm:cxn modelId="{A9443486-2EB7-48AB-84A2-588369FDE087}" type="presOf" srcId="{A93B83FF-6FEC-48B5-A2C9-C54FA14ED3F7}" destId="{11154B2A-22ED-44E5-93AB-09C33CE0B5BD}" srcOrd="0" destOrd="0" presId="urn:microsoft.com/office/officeart/2008/layout/VerticalCurvedList"/>
    <dgm:cxn modelId="{3ECCCBC8-9570-4C6D-8AEF-DB02DFA8DF15}" type="presOf" srcId="{1A21B8F1-6852-4034-BA82-C4313EEF9FE9}" destId="{84A72280-670B-4A61-98F8-AC7623031EDA}" srcOrd="0" destOrd="0" presId="urn:microsoft.com/office/officeart/2008/layout/VerticalCurvedList"/>
    <dgm:cxn modelId="{FCF4C5D7-A5E9-47F1-BE8E-4FF6732EC405}" srcId="{AFB961E4-C7F2-4BCE-AE0A-E675D43C423A}" destId="{1A21B8F1-6852-4034-BA82-C4313EEF9FE9}" srcOrd="2" destOrd="0" parTransId="{18D81F8B-67CA-485D-860E-31910D21E1AF}" sibTransId="{730CDA8E-B4D9-465B-B3D1-0CAD9DD3487D}"/>
    <dgm:cxn modelId="{1DA48F9E-B488-4EA5-85A8-19DDCC43A6B2}" type="presOf" srcId="{391743CD-45DA-4777-9710-8C8859E0B154}" destId="{BC1EA84C-6211-4E94-B9FC-65AF1DCFB7AA}" srcOrd="0" destOrd="0" presId="urn:microsoft.com/office/officeart/2008/layout/VerticalCurvedList"/>
    <dgm:cxn modelId="{6A5B16B3-61FB-4781-ABA0-9E3FFEFF43BB}" type="presOf" srcId="{68E9407C-1E5E-4AA9-AE5E-291B56AFEB0B}" destId="{F8D3663F-ED49-4CBA-B671-8F7BE4AD69EC}" srcOrd="0" destOrd="0" presId="urn:microsoft.com/office/officeart/2008/layout/VerticalCurvedList"/>
    <dgm:cxn modelId="{9BEB89C4-D24E-4852-81EC-A3FD4215922A}" type="presParOf" srcId="{F9119404-54E2-4229-BFA4-B7BF965D8FB0}" destId="{B29394A5-C822-4F59-B471-A6118600652D}" srcOrd="0" destOrd="0" presId="urn:microsoft.com/office/officeart/2008/layout/VerticalCurvedList"/>
    <dgm:cxn modelId="{EDECA596-240F-4B60-B0FE-0547F55387BB}" type="presParOf" srcId="{B29394A5-C822-4F59-B471-A6118600652D}" destId="{58A4C5DC-5298-40E6-B547-938DDEF74766}" srcOrd="0" destOrd="0" presId="urn:microsoft.com/office/officeart/2008/layout/VerticalCurvedList"/>
    <dgm:cxn modelId="{72D7A7BC-657E-4B32-B751-EEE97CDE0BC8}" type="presParOf" srcId="{58A4C5DC-5298-40E6-B547-938DDEF74766}" destId="{179D3137-8032-43D0-B93C-7E2EDDC52E5E}" srcOrd="0" destOrd="0" presId="urn:microsoft.com/office/officeart/2008/layout/VerticalCurvedList"/>
    <dgm:cxn modelId="{03B53E92-9E12-45E1-BDFB-6C7968A1C6FD}" type="presParOf" srcId="{58A4C5DC-5298-40E6-B547-938DDEF74766}" destId="{BC1EA84C-6211-4E94-B9FC-65AF1DCFB7AA}" srcOrd="1" destOrd="0" presId="urn:microsoft.com/office/officeart/2008/layout/VerticalCurvedList"/>
    <dgm:cxn modelId="{B244BCAA-5459-4325-8DC5-8843189FA02C}" type="presParOf" srcId="{58A4C5DC-5298-40E6-B547-938DDEF74766}" destId="{D98600D4-52C2-4B8E-903B-8EC3BEB2AC5E}" srcOrd="2" destOrd="0" presId="urn:microsoft.com/office/officeart/2008/layout/VerticalCurvedList"/>
    <dgm:cxn modelId="{1832449D-1050-454A-8D48-34577D446555}" type="presParOf" srcId="{58A4C5DC-5298-40E6-B547-938DDEF74766}" destId="{CEE4C0EC-4824-4328-8604-6040A441AC80}" srcOrd="3" destOrd="0" presId="urn:microsoft.com/office/officeart/2008/layout/VerticalCurvedList"/>
    <dgm:cxn modelId="{E5514B35-B77A-46AA-BAB2-3E94ED8E5C87}" type="presParOf" srcId="{B29394A5-C822-4F59-B471-A6118600652D}" destId="{11154B2A-22ED-44E5-93AB-09C33CE0B5BD}" srcOrd="1" destOrd="0" presId="urn:microsoft.com/office/officeart/2008/layout/VerticalCurvedList"/>
    <dgm:cxn modelId="{775E1C71-F825-48D6-B051-86AAFD467C1E}" type="presParOf" srcId="{B29394A5-C822-4F59-B471-A6118600652D}" destId="{D2A1DECA-3A92-480A-8B9B-7ECC2067964E}" srcOrd="2" destOrd="0" presId="urn:microsoft.com/office/officeart/2008/layout/VerticalCurvedList"/>
    <dgm:cxn modelId="{71304FFC-F580-4C3C-8F17-0B8E6050C1D2}" type="presParOf" srcId="{D2A1DECA-3A92-480A-8B9B-7ECC2067964E}" destId="{074CA59B-3139-480F-BDEA-30F6147B7EAF}" srcOrd="0" destOrd="0" presId="urn:microsoft.com/office/officeart/2008/layout/VerticalCurvedList"/>
    <dgm:cxn modelId="{064ED26B-FDB4-4EFF-97E1-A356C532034D}" type="presParOf" srcId="{B29394A5-C822-4F59-B471-A6118600652D}" destId="{4539AF1E-4083-4E80-BF16-3D2A4002E853}" srcOrd="3" destOrd="0" presId="urn:microsoft.com/office/officeart/2008/layout/VerticalCurvedList"/>
    <dgm:cxn modelId="{695B619F-A25F-4DCE-96EF-7F90467DBB33}" type="presParOf" srcId="{B29394A5-C822-4F59-B471-A6118600652D}" destId="{F0B79977-276F-41FE-A01E-66AAE6888BCB}" srcOrd="4" destOrd="0" presId="urn:microsoft.com/office/officeart/2008/layout/VerticalCurvedList"/>
    <dgm:cxn modelId="{4916344D-9B76-4497-B090-8E726EC3EF8C}" type="presParOf" srcId="{F0B79977-276F-41FE-A01E-66AAE6888BCB}" destId="{FA860A3E-39FC-48F7-A702-C81629C16311}" srcOrd="0" destOrd="0" presId="urn:microsoft.com/office/officeart/2008/layout/VerticalCurvedList"/>
    <dgm:cxn modelId="{3A73B694-870E-430E-A19F-B57D99E205FB}" type="presParOf" srcId="{B29394A5-C822-4F59-B471-A6118600652D}" destId="{84A72280-670B-4A61-98F8-AC7623031EDA}" srcOrd="5" destOrd="0" presId="urn:microsoft.com/office/officeart/2008/layout/VerticalCurvedList"/>
    <dgm:cxn modelId="{D6C98E5C-AEB2-476E-AE19-585AE3CB9919}" type="presParOf" srcId="{B29394A5-C822-4F59-B471-A6118600652D}" destId="{6A525743-F386-4B5B-9F0B-FA71004D9AC7}" srcOrd="6" destOrd="0" presId="urn:microsoft.com/office/officeart/2008/layout/VerticalCurvedList"/>
    <dgm:cxn modelId="{76A597B1-F984-4A69-A457-38515A329F5C}" type="presParOf" srcId="{6A525743-F386-4B5B-9F0B-FA71004D9AC7}" destId="{4DBDAF3A-19F6-461E-9045-687FD284B647}" srcOrd="0" destOrd="0" presId="urn:microsoft.com/office/officeart/2008/layout/VerticalCurvedList"/>
    <dgm:cxn modelId="{506BF62E-422B-47DB-83CD-ED34F0EA9380}" type="presParOf" srcId="{B29394A5-C822-4F59-B471-A6118600652D}" destId="{F8D3663F-ED49-4CBA-B671-8F7BE4AD69EC}" srcOrd="7" destOrd="0" presId="urn:microsoft.com/office/officeart/2008/layout/VerticalCurvedList"/>
    <dgm:cxn modelId="{EFBEB13A-65F9-49CE-8267-4AF6668660D6}" type="presParOf" srcId="{B29394A5-C822-4F59-B471-A6118600652D}" destId="{1D606C04-D084-4128-9A00-918EAF715F2C}" srcOrd="8" destOrd="0" presId="urn:microsoft.com/office/officeart/2008/layout/VerticalCurvedList"/>
    <dgm:cxn modelId="{B71FFF1D-E5B8-4BFC-AC94-0D705096A04F}" type="presParOf" srcId="{1D606C04-D084-4128-9A00-918EAF715F2C}" destId="{4FA31211-AA09-4D18-9902-DA1646F9377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B00A67E-2966-4DC9-8ABB-68F1D05E2C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07E9C6B8-E707-4467-A36F-125866B2A176}">
      <dgm:prSet/>
      <dgm:spPr/>
      <dgm:t>
        <a:bodyPr/>
        <a:lstStyle/>
        <a:p>
          <a:r>
            <a:rPr lang="ru-RU" b="0" i="0"/>
            <a:t>міщанства.</a:t>
          </a:r>
          <a:endParaRPr lang="uk-UA"/>
        </a:p>
      </dgm:t>
    </dgm:pt>
    <dgm:pt modelId="{E989EB7A-5799-4B2A-82FB-68D4412D2C2B}" type="parTrans" cxnId="{14CC308C-0D3E-4E5F-B4C7-F7B7FA2EB704}">
      <dgm:prSet/>
      <dgm:spPr/>
      <dgm:t>
        <a:bodyPr/>
        <a:lstStyle/>
        <a:p>
          <a:endParaRPr lang="uk-UA"/>
        </a:p>
      </dgm:t>
    </dgm:pt>
    <dgm:pt modelId="{A8B69E3C-EEDF-41B1-B138-4ACB634544E4}" type="sibTrans" cxnId="{14CC308C-0D3E-4E5F-B4C7-F7B7FA2EB704}">
      <dgm:prSet/>
      <dgm:spPr/>
      <dgm:t>
        <a:bodyPr/>
        <a:lstStyle/>
        <a:p>
          <a:endParaRPr lang="uk-UA"/>
        </a:p>
      </dgm:t>
    </dgm:pt>
    <dgm:pt modelId="{982D143F-E6AF-484A-BBF2-626E94800F34}">
      <dgm:prSet/>
      <dgm:spPr/>
      <dgm:t>
        <a:bodyPr/>
        <a:lstStyle/>
        <a:p>
          <a:r>
            <a:rPr lang="ru-RU" b="0" i="0"/>
            <a:t>шляхти.</a:t>
          </a:r>
          <a:endParaRPr lang="uk-UA"/>
        </a:p>
      </dgm:t>
    </dgm:pt>
    <dgm:pt modelId="{5DA89617-CF15-49B4-B98F-F081183ACE96}" type="parTrans" cxnId="{A31A26BE-5A26-42D6-AA13-FD1375AF477E}">
      <dgm:prSet/>
      <dgm:spPr/>
      <dgm:t>
        <a:bodyPr/>
        <a:lstStyle/>
        <a:p>
          <a:endParaRPr lang="uk-UA"/>
        </a:p>
      </dgm:t>
    </dgm:pt>
    <dgm:pt modelId="{353BC7C0-76CA-45B0-949F-D0D5DA6F3C3B}" type="sibTrans" cxnId="{A31A26BE-5A26-42D6-AA13-FD1375AF477E}">
      <dgm:prSet/>
      <dgm:spPr/>
      <dgm:t>
        <a:bodyPr/>
        <a:lstStyle/>
        <a:p>
          <a:endParaRPr lang="uk-UA"/>
        </a:p>
      </dgm:t>
    </dgm:pt>
    <dgm:pt modelId="{2C69BAD1-DB84-412C-81CA-C90B458E22A1}">
      <dgm:prSet/>
      <dgm:spPr/>
      <dgm:t>
        <a:bodyPr/>
        <a:lstStyle/>
        <a:p>
          <a:r>
            <a:rPr lang="ru-RU" b="0" i="0"/>
            <a:t>селянства.</a:t>
          </a:r>
          <a:endParaRPr lang="uk-UA"/>
        </a:p>
      </dgm:t>
    </dgm:pt>
    <dgm:pt modelId="{802C28AF-4DE3-4A95-9C0E-9DC367983B23}" type="parTrans" cxnId="{9F808809-6AD2-4D5E-A264-48C395622168}">
      <dgm:prSet/>
      <dgm:spPr/>
      <dgm:t>
        <a:bodyPr/>
        <a:lstStyle/>
        <a:p>
          <a:endParaRPr lang="uk-UA"/>
        </a:p>
      </dgm:t>
    </dgm:pt>
    <dgm:pt modelId="{B013305C-7B8E-44E9-A869-373FE04D2626}" type="sibTrans" cxnId="{9F808809-6AD2-4D5E-A264-48C395622168}">
      <dgm:prSet/>
      <dgm:spPr/>
      <dgm:t>
        <a:bodyPr/>
        <a:lstStyle/>
        <a:p>
          <a:endParaRPr lang="uk-UA"/>
        </a:p>
      </dgm:t>
    </dgm:pt>
    <dgm:pt modelId="{3ED3895F-6464-4FD9-A1DC-890F662F142F}">
      <dgm:prSet/>
      <dgm:spPr>
        <a:solidFill>
          <a:srgbClr val="0070C0"/>
        </a:solidFill>
      </dgm:spPr>
      <dgm:t>
        <a:bodyPr/>
        <a:lstStyle/>
        <a:p>
          <a:r>
            <a:rPr lang="ru-RU" b="0" i="0" dirty="0" err="1"/>
            <a:t>реєстрового</a:t>
          </a:r>
          <a:r>
            <a:rPr lang="ru-RU" b="0" i="0" dirty="0"/>
            <a:t> </a:t>
          </a:r>
          <a:r>
            <a:rPr lang="ru-RU" b="0" i="0" dirty="0" err="1"/>
            <a:t>козацтва</a:t>
          </a:r>
          <a:r>
            <a:rPr lang="ru-RU" b="0" i="0" dirty="0"/>
            <a:t>.</a:t>
          </a:r>
          <a:endParaRPr lang="uk-UA" dirty="0"/>
        </a:p>
      </dgm:t>
    </dgm:pt>
    <dgm:pt modelId="{9632A6A7-3EDF-4AE5-9907-94D6E6EA2657}" type="parTrans" cxnId="{220823AB-6DE6-4DA6-9AAC-CDCEA0ED86A7}">
      <dgm:prSet/>
      <dgm:spPr/>
      <dgm:t>
        <a:bodyPr/>
        <a:lstStyle/>
        <a:p>
          <a:endParaRPr lang="uk-UA"/>
        </a:p>
      </dgm:t>
    </dgm:pt>
    <dgm:pt modelId="{7E94AC89-3A32-4598-AA1A-F770CA09DF7A}" type="sibTrans" cxnId="{220823AB-6DE6-4DA6-9AAC-CDCEA0ED86A7}">
      <dgm:prSet/>
      <dgm:spPr/>
      <dgm:t>
        <a:bodyPr/>
        <a:lstStyle/>
        <a:p>
          <a:endParaRPr lang="uk-UA"/>
        </a:p>
      </dgm:t>
    </dgm:pt>
    <dgm:pt modelId="{DD5B2DE5-A65B-429B-A097-B0F19C8F6213}" type="pres">
      <dgm:prSet presAssocID="{1B00A67E-2966-4DC9-8ABB-68F1D05E2CE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6CDCB13-0708-414D-84F9-892D13D58D16}" type="pres">
      <dgm:prSet presAssocID="{07E9C6B8-E707-4467-A36F-125866B2A176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57EF3EB-E973-41F4-AF20-845D966F0B8F}" type="pres">
      <dgm:prSet presAssocID="{A8B69E3C-EEDF-41B1-B138-4ACB634544E4}" presName="spacer" presStyleCnt="0"/>
      <dgm:spPr/>
    </dgm:pt>
    <dgm:pt modelId="{AE492B5B-1BBB-43F6-9F2D-D88374AA8541}" type="pres">
      <dgm:prSet presAssocID="{982D143F-E6AF-484A-BBF2-626E94800F34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5127C05-C876-4DAE-AF44-D08A1482251B}" type="pres">
      <dgm:prSet presAssocID="{353BC7C0-76CA-45B0-949F-D0D5DA6F3C3B}" presName="spacer" presStyleCnt="0"/>
      <dgm:spPr/>
    </dgm:pt>
    <dgm:pt modelId="{236E8144-2458-48BB-A70F-856592465C9F}" type="pres">
      <dgm:prSet presAssocID="{2C69BAD1-DB84-412C-81CA-C90B458E22A1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19649BA-495B-42EA-8CAC-9D62648C3B90}" type="pres">
      <dgm:prSet presAssocID="{B013305C-7B8E-44E9-A869-373FE04D2626}" presName="spacer" presStyleCnt="0"/>
      <dgm:spPr/>
    </dgm:pt>
    <dgm:pt modelId="{D825D643-1676-445B-A108-3BD61647F868}" type="pres">
      <dgm:prSet presAssocID="{3ED3895F-6464-4FD9-A1DC-890F662F142F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81D531D-8EBA-4858-9950-DC8450C18FC8}" type="presOf" srcId="{3ED3895F-6464-4FD9-A1DC-890F662F142F}" destId="{D825D643-1676-445B-A108-3BD61647F868}" srcOrd="0" destOrd="0" presId="urn:microsoft.com/office/officeart/2005/8/layout/vList2"/>
    <dgm:cxn modelId="{9F808809-6AD2-4D5E-A264-48C395622168}" srcId="{1B00A67E-2966-4DC9-8ABB-68F1D05E2CE0}" destId="{2C69BAD1-DB84-412C-81CA-C90B458E22A1}" srcOrd="2" destOrd="0" parTransId="{802C28AF-4DE3-4A95-9C0E-9DC367983B23}" sibTransId="{B013305C-7B8E-44E9-A869-373FE04D2626}"/>
    <dgm:cxn modelId="{14CC308C-0D3E-4E5F-B4C7-F7B7FA2EB704}" srcId="{1B00A67E-2966-4DC9-8ABB-68F1D05E2CE0}" destId="{07E9C6B8-E707-4467-A36F-125866B2A176}" srcOrd="0" destOrd="0" parTransId="{E989EB7A-5799-4B2A-82FB-68D4412D2C2B}" sibTransId="{A8B69E3C-EEDF-41B1-B138-4ACB634544E4}"/>
    <dgm:cxn modelId="{9537580D-87DF-4AB7-B625-7B4AED93B2F0}" type="presOf" srcId="{07E9C6B8-E707-4467-A36F-125866B2A176}" destId="{46CDCB13-0708-414D-84F9-892D13D58D16}" srcOrd="0" destOrd="0" presId="urn:microsoft.com/office/officeart/2005/8/layout/vList2"/>
    <dgm:cxn modelId="{D3EB59B3-FF4D-4969-81DD-8B0E0E1F3FEB}" type="presOf" srcId="{2C69BAD1-DB84-412C-81CA-C90B458E22A1}" destId="{236E8144-2458-48BB-A70F-856592465C9F}" srcOrd="0" destOrd="0" presId="urn:microsoft.com/office/officeart/2005/8/layout/vList2"/>
    <dgm:cxn modelId="{F0D2B60B-E7C6-4381-9083-02CF579595E6}" type="presOf" srcId="{1B00A67E-2966-4DC9-8ABB-68F1D05E2CE0}" destId="{DD5B2DE5-A65B-429B-A097-B0F19C8F6213}" srcOrd="0" destOrd="0" presId="urn:microsoft.com/office/officeart/2005/8/layout/vList2"/>
    <dgm:cxn modelId="{A31A26BE-5A26-42D6-AA13-FD1375AF477E}" srcId="{1B00A67E-2966-4DC9-8ABB-68F1D05E2CE0}" destId="{982D143F-E6AF-484A-BBF2-626E94800F34}" srcOrd="1" destOrd="0" parTransId="{5DA89617-CF15-49B4-B98F-F081183ACE96}" sibTransId="{353BC7C0-76CA-45B0-949F-D0D5DA6F3C3B}"/>
    <dgm:cxn modelId="{220823AB-6DE6-4DA6-9AAC-CDCEA0ED86A7}" srcId="{1B00A67E-2966-4DC9-8ABB-68F1D05E2CE0}" destId="{3ED3895F-6464-4FD9-A1DC-890F662F142F}" srcOrd="3" destOrd="0" parTransId="{9632A6A7-3EDF-4AE5-9907-94D6E6EA2657}" sibTransId="{7E94AC89-3A32-4598-AA1A-F770CA09DF7A}"/>
    <dgm:cxn modelId="{864A0535-BC60-442B-AD82-B3634EDF67B1}" type="presOf" srcId="{982D143F-E6AF-484A-BBF2-626E94800F34}" destId="{AE492B5B-1BBB-43F6-9F2D-D88374AA8541}" srcOrd="0" destOrd="0" presId="urn:microsoft.com/office/officeart/2005/8/layout/vList2"/>
    <dgm:cxn modelId="{49E535C1-1455-4F15-81CA-542FC38027C2}" type="presParOf" srcId="{DD5B2DE5-A65B-429B-A097-B0F19C8F6213}" destId="{46CDCB13-0708-414D-84F9-892D13D58D16}" srcOrd="0" destOrd="0" presId="urn:microsoft.com/office/officeart/2005/8/layout/vList2"/>
    <dgm:cxn modelId="{E835619C-2568-4DDE-9565-39EC0F41AAA1}" type="presParOf" srcId="{DD5B2DE5-A65B-429B-A097-B0F19C8F6213}" destId="{B57EF3EB-E973-41F4-AF20-845D966F0B8F}" srcOrd="1" destOrd="0" presId="urn:microsoft.com/office/officeart/2005/8/layout/vList2"/>
    <dgm:cxn modelId="{75D8B3E2-AE07-4F92-AD5F-D759385ED2E4}" type="presParOf" srcId="{DD5B2DE5-A65B-429B-A097-B0F19C8F6213}" destId="{AE492B5B-1BBB-43F6-9F2D-D88374AA8541}" srcOrd="2" destOrd="0" presId="urn:microsoft.com/office/officeart/2005/8/layout/vList2"/>
    <dgm:cxn modelId="{3AC44442-20AC-4740-B161-4426AB450C77}" type="presParOf" srcId="{DD5B2DE5-A65B-429B-A097-B0F19C8F6213}" destId="{75127C05-C876-4DAE-AF44-D08A1482251B}" srcOrd="3" destOrd="0" presId="urn:microsoft.com/office/officeart/2005/8/layout/vList2"/>
    <dgm:cxn modelId="{007186A6-E688-43A4-BA6A-7FDED53DAD50}" type="presParOf" srcId="{DD5B2DE5-A65B-429B-A097-B0F19C8F6213}" destId="{236E8144-2458-48BB-A70F-856592465C9F}" srcOrd="4" destOrd="0" presId="urn:microsoft.com/office/officeart/2005/8/layout/vList2"/>
    <dgm:cxn modelId="{70130BC7-DDD6-4BB1-ABA9-4EC9A9987100}" type="presParOf" srcId="{DD5B2DE5-A65B-429B-A097-B0F19C8F6213}" destId="{319649BA-495B-42EA-8CAC-9D62648C3B90}" srcOrd="5" destOrd="0" presId="urn:microsoft.com/office/officeart/2005/8/layout/vList2"/>
    <dgm:cxn modelId="{C85899CF-B238-4C34-8293-FCBE383020BB}" type="presParOf" srcId="{DD5B2DE5-A65B-429B-A097-B0F19C8F6213}" destId="{D825D643-1676-445B-A108-3BD61647F86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B00A67E-2966-4DC9-8ABB-68F1D05E2C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7E9C6B8-E707-4467-A36F-125866B2A176}">
      <dgm:prSet/>
      <dgm:spPr/>
      <dgm:t>
        <a:bodyPr/>
        <a:lstStyle/>
        <a:p>
          <a:r>
            <a:rPr lang="ru-RU" b="0" i="0"/>
            <a:t>міщанства.</a:t>
          </a:r>
          <a:endParaRPr lang="uk-UA"/>
        </a:p>
      </dgm:t>
    </dgm:pt>
    <dgm:pt modelId="{E989EB7A-5799-4B2A-82FB-68D4412D2C2B}" type="parTrans" cxnId="{14CC308C-0D3E-4E5F-B4C7-F7B7FA2EB704}">
      <dgm:prSet/>
      <dgm:spPr/>
      <dgm:t>
        <a:bodyPr/>
        <a:lstStyle/>
        <a:p>
          <a:endParaRPr lang="uk-UA"/>
        </a:p>
      </dgm:t>
    </dgm:pt>
    <dgm:pt modelId="{A8B69E3C-EEDF-41B1-B138-4ACB634544E4}" type="sibTrans" cxnId="{14CC308C-0D3E-4E5F-B4C7-F7B7FA2EB704}">
      <dgm:prSet/>
      <dgm:spPr/>
      <dgm:t>
        <a:bodyPr/>
        <a:lstStyle/>
        <a:p>
          <a:endParaRPr lang="uk-UA"/>
        </a:p>
      </dgm:t>
    </dgm:pt>
    <dgm:pt modelId="{982D143F-E6AF-484A-BBF2-626E94800F34}">
      <dgm:prSet/>
      <dgm:spPr/>
      <dgm:t>
        <a:bodyPr/>
        <a:lstStyle/>
        <a:p>
          <a:r>
            <a:rPr lang="ru-RU" b="0" i="0"/>
            <a:t>шляхти.</a:t>
          </a:r>
          <a:endParaRPr lang="uk-UA"/>
        </a:p>
      </dgm:t>
    </dgm:pt>
    <dgm:pt modelId="{5DA89617-CF15-49B4-B98F-F081183ACE96}" type="parTrans" cxnId="{A31A26BE-5A26-42D6-AA13-FD1375AF477E}">
      <dgm:prSet/>
      <dgm:spPr/>
      <dgm:t>
        <a:bodyPr/>
        <a:lstStyle/>
        <a:p>
          <a:endParaRPr lang="uk-UA"/>
        </a:p>
      </dgm:t>
    </dgm:pt>
    <dgm:pt modelId="{353BC7C0-76CA-45B0-949F-D0D5DA6F3C3B}" type="sibTrans" cxnId="{A31A26BE-5A26-42D6-AA13-FD1375AF477E}">
      <dgm:prSet/>
      <dgm:spPr/>
      <dgm:t>
        <a:bodyPr/>
        <a:lstStyle/>
        <a:p>
          <a:endParaRPr lang="uk-UA"/>
        </a:p>
      </dgm:t>
    </dgm:pt>
    <dgm:pt modelId="{2C69BAD1-DB84-412C-81CA-C90B458E22A1}">
      <dgm:prSet/>
      <dgm:spPr/>
      <dgm:t>
        <a:bodyPr/>
        <a:lstStyle/>
        <a:p>
          <a:r>
            <a:rPr lang="ru-RU" b="0" i="0"/>
            <a:t>селянства.</a:t>
          </a:r>
          <a:endParaRPr lang="uk-UA"/>
        </a:p>
      </dgm:t>
    </dgm:pt>
    <dgm:pt modelId="{802C28AF-4DE3-4A95-9C0E-9DC367983B23}" type="parTrans" cxnId="{9F808809-6AD2-4D5E-A264-48C395622168}">
      <dgm:prSet/>
      <dgm:spPr/>
      <dgm:t>
        <a:bodyPr/>
        <a:lstStyle/>
        <a:p>
          <a:endParaRPr lang="uk-UA"/>
        </a:p>
      </dgm:t>
    </dgm:pt>
    <dgm:pt modelId="{B013305C-7B8E-44E9-A869-373FE04D2626}" type="sibTrans" cxnId="{9F808809-6AD2-4D5E-A264-48C395622168}">
      <dgm:prSet/>
      <dgm:spPr/>
      <dgm:t>
        <a:bodyPr/>
        <a:lstStyle/>
        <a:p>
          <a:endParaRPr lang="uk-UA"/>
        </a:p>
      </dgm:t>
    </dgm:pt>
    <dgm:pt modelId="{3ED3895F-6464-4FD9-A1DC-890F662F142F}">
      <dgm:prSet/>
      <dgm:spPr/>
      <dgm:t>
        <a:bodyPr/>
        <a:lstStyle/>
        <a:p>
          <a:r>
            <a:rPr lang="ru-RU" b="0" i="0" dirty="0" err="1"/>
            <a:t>реєстрового</a:t>
          </a:r>
          <a:r>
            <a:rPr lang="ru-RU" b="0" i="0" dirty="0"/>
            <a:t> </a:t>
          </a:r>
          <a:r>
            <a:rPr lang="ru-RU" b="0" i="0" dirty="0" err="1"/>
            <a:t>козацтва</a:t>
          </a:r>
          <a:r>
            <a:rPr lang="ru-RU" b="0" i="0" dirty="0"/>
            <a:t>.</a:t>
          </a:r>
          <a:endParaRPr lang="uk-UA" dirty="0"/>
        </a:p>
      </dgm:t>
    </dgm:pt>
    <dgm:pt modelId="{9632A6A7-3EDF-4AE5-9907-94D6E6EA2657}" type="parTrans" cxnId="{220823AB-6DE6-4DA6-9AAC-CDCEA0ED86A7}">
      <dgm:prSet/>
      <dgm:spPr/>
      <dgm:t>
        <a:bodyPr/>
        <a:lstStyle/>
        <a:p>
          <a:endParaRPr lang="uk-UA"/>
        </a:p>
      </dgm:t>
    </dgm:pt>
    <dgm:pt modelId="{7E94AC89-3A32-4598-AA1A-F770CA09DF7A}" type="sibTrans" cxnId="{220823AB-6DE6-4DA6-9AAC-CDCEA0ED86A7}">
      <dgm:prSet/>
      <dgm:spPr/>
      <dgm:t>
        <a:bodyPr/>
        <a:lstStyle/>
        <a:p>
          <a:endParaRPr lang="uk-UA"/>
        </a:p>
      </dgm:t>
    </dgm:pt>
    <dgm:pt modelId="{DD5B2DE5-A65B-429B-A097-B0F19C8F6213}" type="pres">
      <dgm:prSet presAssocID="{1B00A67E-2966-4DC9-8ABB-68F1D05E2CE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6CDCB13-0708-414D-84F9-892D13D58D16}" type="pres">
      <dgm:prSet presAssocID="{07E9C6B8-E707-4467-A36F-125866B2A176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57EF3EB-E973-41F4-AF20-845D966F0B8F}" type="pres">
      <dgm:prSet presAssocID="{A8B69E3C-EEDF-41B1-B138-4ACB634544E4}" presName="spacer" presStyleCnt="0"/>
      <dgm:spPr/>
    </dgm:pt>
    <dgm:pt modelId="{AE492B5B-1BBB-43F6-9F2D-D88374AA8541}" type="pres">
      <dgm:prSet presAssocID="{982D143F-E6AF-484A-BBF2-626E94800F34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5127C05-C876-4DAE-AF44-D08A1482251B}" type="pres">
      <dgm:prSet presAssocID="{353BC7C0-76CA-45B0-949F-D0D5DA6F3C3B}" presName="spacer" presStyleCnt="0"/>
      <dgm:spPr/>
    </dgm:pt>
    <dgm:pt modelId="{236E8144-2458-48BB-A70F-856592465C9F}" type="pres">
      <dgm:prSet presAssocID="{2C69BAD1-DB84-412C-81CA-C90B458E22A1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19649BA-495B-42EA-8CAC-9D62648C3B90}" type="pres">
      <dgm:prSet presAssocID="{B013305C-7B8E-44E9-A869-373FE04D2626}" presName="spacer" presStyleCnt="0"/>
      <dgm:spPr/>
    </dgm:pt>
    <dgm:pt modelId="{D825D643-1676-445B-A108-3BD61647F868}" type="pres">
      <dgm:prSet presAssocID="{3ED3895F-6464-4FD9-A1DC-890F662F142F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81D531D-8EBA-4858-9950-DC8450C18FC8}" type="presOf" srcId="{3ED3895F-6464-4FD9-A1DC-890F662F142F}" destId="{D825D643-1676-445B-A108-3BD61647F868}" srcOrd="0" destOrd="0" presId="urn:microsoft.com/office/officeart/2005/8/layout/vList2"/>
    <dgm:cxn modelId="{9F808809-6AD2-4D5E-A264-48C395622168}" srcId="{1B00A67E-2966-4DC9-8ABB-68F1D05E2CE0}" destId="{2C69BAD1-DB84-412C-81CA-C90B458E22A1}" srcOrd="2" destOrd="0" parTransId="{802C28AF-4DE3-4A95-9C0E-9DC367983B23}" sibTransId="{B013305C-7B8E-44E9-A869-373FE04D2626}"/>
    <dgm:cxn modelId="{14CC308C-0D3E-4E5F-B4C7-F7B7FA2EB704}" srcId="{1B00A67E-2966-4DC9-8ABB-68F1D05E2CE0}" destId="{07E9C6B8-E707-4467-A36F-125866B2A176}" srcOrd="0" destOrd="0" parTransId="{E989EB7A-5799-4B2A-82FB-68D4412D2C2B}" sibTransId="{A8B69E3C-EEDF-41B1-B138-4ACB634544E4}"/>
    <dgm:cxn modelId="{9537580D-87DF-4AB7-B625-7B4AED93B2F0}" type="presOf" srcId="{07E9C6B8-E707-4467-A36F-125866B2A176}" destId="{46CDCB13-0708-414D-84F9-892D13D58D16}" srcOrd="0" destOrd="0" presId="urn:microsoft.com/office/officeart/2005/8/layout/vList2"/>
    <dgm:cxn modelId="{D3EB59B3-FF4D-4969-81DD-8B0E0E1F3FEB}" type="presOf" srcId="{2C69BAD1-DB84-412C-81CA-C90B458E22A1}" destId="{236E8144-2458-48BB-A70F-856592465C9F}" srcOrd="0" destOrd="0" presId="urn:microsoft.com/office/officeart/2005/8/layout/vList2"/>
    <dgm:cxn modelId="{F0D2B60B-E7C6-4381-9083-02CF579595E6}" type="presOf" srcId="{1B00A67E-2966-4DC9-8ABB-68F1D05E2CE0}" destId="{DD5B2DE5-A65B-429B-A097-B0F19C8F6213}" srcOrd="0" destOrd="0" presId="urn:microsoft.com/office/officeart/2005/8/layout/vList2"/>
    <dgm:cxn modelId="{A31A26BE-5A26-42D6-AA13-FD1375AF477E}" srcId="{1B00A67E-2966-4DC9-8ABB-68F1D05E2CE0}" destId="{982D143F-E6AF-484A-BBF2-626E94800F34}" srcOrd="1" destOrd="0" parTransId="{5DA89617-CF15-49B4-B98F-F081183ACE96}" sibTransId="{353BC7C0-76CA-45B0-949F-D0D5DA6F3C3B}"/>
    <dgm:cxn modelId="{220823AB-6DE6-4DA6-9AAC-CDCEA0ED86A7}" srcId="{1B00A67E-2966-4DC9-8ABB-68F1D05E2CE0}" destId="{3ED3895F-6464-4FD9-A1DC-890F662F142F}" srcOrd="3" destOrd="0" parTransId="{9632A6A7-3EDF-4AE5-9907-94D6E6EA2657}" sibTransId="{7E94AC89-3A32-4598-AA1A-F770CA09DF7A}"/>
    <dgm:cxn modelId="{864A0535-BC60-442B-AD82-B3634EDF67B1}" type="presOf" srcId="{982D143F-E6AF-484A-BBF2-626E94800F34}" destId="{AE492B5B-1BBB-43F6-9F2D-D88374AA8541}" srcOrd="0" destOrd="0" presId="urn:microsoft.com/office/officeart/2005/8/layout/vList2"/>
    <dgm:cxn modelId="{49E535C1-1455-4F15-81CA-542FC38027C2}" type="presParOf" srcId="{DD5B2DE5-A65B-429B-A097-B0F19C8F6213}" destId="{46CDCB13-0708-414D-84F9-892D13D58D16}" srcOrd="0" destOrd="0" presId="urn:microsoft.com/office/officeart/2005/8/layout/vList2"/>
    <dgm:cxn modelId="{E835619C-2568-4DDE-9565-39EC0F41AAA1}" type="presParOf" srcId="{DD5B2DE5-A65B-429B-A097-B0F19C8F6213}" destId="{B57EF3EB-E973-41F4-AF20-845D966F0B8F}" srcOrd="1" destOrd="0" presId="urn:microsoft.com/office/officeart/2005/8/layout/vList2"/>
    <dgm:cxn modelId="{75D8B3E2-AE07-4F92-AD5F-D759385ED2E4}" type="presParOf" srcId="{DD5B2DE5-A65B-429B-A097-B0F19C8F6213}" destId="{AE492B5B-1BBB-43F6-9F2D-D88374AA8541}" srcOrd="2" destOrd="0" presId="urn:microsoft.com/office/officeart/2005/8/layout/vList2"/>
    <dgm:cxn modelId="{3AC44442-20AC-4740-B161-4426AB450C77}" type="presParOf" srcId="{DD5B2DE5-A65B-429B-A097-B0F19C8F6213}" destId="{75127C05-C876-4DAE-AF44-D08A1482251B}" srcOrd="3" destOrd="0" presId="urn:microsoft.com/office/officeart/2005/8/layout/vList2"/>
    <dgm:cxn modelId="{007186A6-E688-43A4-BA6A-7FDED53DAD50}" type="presParOf" srcId="{DD5B2DE5-A65B-429B-A097-B0F19C8F6213}" destId="{236E8144-2458-48BB-A70F-856592465C9F}" srcOrd="4" destOrd="0" presId="urn:microsoft.com/office/officeart/2005/8/layout/vList2"/>
    <dgm:cxn modelId="{70130BC7-DDD6-4BB1-ABA9-4EC9A9987100}" type="presParOf" srcId="{DD5B2DE5-A65B-429B-A097-B0F19C8F6213}" destId="{319649BA-495B-42EA-8CAC-9D62648C3B90}" srcOrd="5" destOrd="0" presId="urn:microsoft.com/office/officeart/2005/8/layout/vList2"/>
    <dgm:cxn modelId="{C85899CF-B238-4C34-8293-FCBE383020BB}" type="presParOf" srcId="{DD5B2DE5-A65B-429B-A097-B0F19C8F6213}" destId="{D825D643-1676-445B-A108-3BD61647F86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EF0D282-26F9-4B79-8BE5-E9472BA0FA1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E4DA9886-E576-4B43-A02F-9F275FA9AE05}">
      <dgm:prSet/>
      <dgm:spPr/>
      <dgm:t>
        <a:bodyPr/>
        <a:lstStyle/>
        <a:p>
          <a:r>
            <a:rPr lang="ru-RU"/>
            <a:t>Іван Богун</a:t>
          </a:r>
          <a:endParaRPr lang="uk-UA"/>
        </a:p>
      </dgm:t>
    </dgm:pt>
    <dgm:pt modelId="{5BA8E1BD-1EEB-4B9F-8760-CF837D28968D}" type="parTrans" cxnId="{02F7C9E3-6049-4958-A087-9128B6EBF2A5}">
      <dgm:prSet/>
      <dgm:spPr/>
      <dgm:t>
        <a:bodyPr/>
        <a:lstStyle/>
        <a:p>
          <a:endParaRPr lang="uk-UA"/>
        </a:p>
      </dgm:t>
    </dgm:pt>
    <dgm:pt modelId="{B2FA8DBE-466B-46B6-ADA9-CBCECB24A640}" type="sibTrans" cxnId="{02F7C9E3-6049-4958-A087-9128B6EBF2A5}">
      <dgm:prSet/>
      <dgm:spPr/>
      <dgm:t>
        <a:bodyPr/>
        <a:lstStyle/>
        <a:p>
          <a:endParaRPr lang="uk-UA"/>
        </a:p>
      </dgm:t>
    </dgm:pt>
    <dgm:pt modelId="{64057237-1976-4BA0-A360-15DE68A11E13}">
      <dgm:prSet/>
      <dgm:spPr>
        <a:solidFill>
          <a:srgbClr val="0070C0"/>
        </a:solidFill>
      </dgm:spPr>
      <dgm:t>
        <a:bodyPr/>
        <a:lstStyle/>
        <a:p>
          <a:r>
            <a:rPr lang="ru-RU" dirty="0" err="1"/>
            <a:t>Яків</a:t>
          </a:r>
          <a:r>
            <a:rPr lang="ru-RU" dirty="0"/>
            <a:t> Острянин</a:t>
          </a:r>
          <a:endParaRPr lang="uk-UA" dirty="0"/>
        </a:p>
      </dgm:t>
    </dgm:pt>
    <dgm:pt modelId="{D1E358B7-4BB0-4D78-A813-3270AADF914D}" type="parTrans" cxnId="{0F12B323-09EB-4B9C-A072-150D0D989A40}">
      <dgm:prSet/>
      <dgm:spPr/>
      <dgm:t>
        <a:bodyPr/>
        <a:lstStyle/>
        <a:p>
          <a:endParaRPr lang="uk-UA"/>
        </a:p>
      </dgm:t>
    </dgm:pt>
    <dgm:pt modelId="{CB1C475F-35BD-47BF-9A8F-EF95C02CF292}" type="sibTrans" cxnId="{0F12B323-09EB-4B9C-A072-150D0D989A40}">
      <dgm:prSet/>
      <dgm:spPr/>
      <dgm:t>
        <a:bodyPr/>
        <a:lstStyle/>
        <a:p>
          <a:endParaRPr lang="uk-UA"/>
        </a:p>
      </dgm:t>
    </dgm:pt>
    <dgm:pt modelId="{90EC6736-5364-4A10-AEE1-AF7DBF4BB641}">
      <dgm:prSet/>
      <dgm:spPr>
        <a:solidFill>
          <a:srgbClr val="0070C0"/>
        </a:solidFill>
      </dgm:spPr>
      <dgm:t>
        <a:bodyPr/>
        <a:lstStyle/>
        <a:p>
          <a:r>
            <a:rPr lang="ru-RU" dirty="0"/>
            <a:t>Павло Павлюк</a:t>
          </a:r>
          <a:endParaRPr lang="uk-UA" dirty="0"/>
        </a:p>
      </dgm:t>
    </dgm:pt>
    <dgm:pt modelId="{7E933A0B-BD29-4744-B462-0383B02243FC}" type="parTrans" cxnId="{F2546B26-AE0B-4DBD-92EF-DB517558F6A0}">
      <dgm:prSet/>
      <dgm:spPr/>
      <dgm:t>
        <a:bodyPr/>
        <a:lstStyle/>
        <a:p>
          <a:endParaRPr lang="uk-UA"/>
        </a:p>
      </dgm:t>
    </dgm:pt>
    <dgm:pt modelId="{3A29E232-C2D7-4C96-9134-3D8C449AEC9E}" type="sibTrans" cxnId="{F2546B26-AE0B-4DBD-92EF-DB517558F6A0}">
      <dgm:prSet/>
      <dgm:spPr/>
      <dgm:t>
        <a:bodyPr/>
        <a:lstStyle/>
        <a:p>
          <a:endParaRPr lang="uk-UA"/>
        </a:p>
      </dgm:t>
    </dgm:pt>
    <dgm:pt modelId="{87A6AD8F-C450-41E4-87B9-FE5BF065949E}">
      <dgm:prSet/>
      <dgm:spPr/>
      <dgm:t>
        <a:bodyPr/>
        <a:lstStyle/>
        <a:p>
          <a:r>
            <a:rPr lang="ru-RU"/>
            <a:t>Северин Наливайко</a:t>
          </a:r>
          <a:endParaRPr lang="uk-UA"/>
        </a:p>
      </dgm:t>
    </dgm:pt>
    <dgm:pt modelId="{3032AB75-CFB8-4BB0-9C4C-D33DDD9E9C1E}" type="parTrans" cxnId="{322A5F13-3B30-4515-8326-0BB86ED29257}">
      <dgm:prSet/>
      <dgm:spPr/>
      <dgm:t>
        <a:bodyPr/>
        <a:lstStyle/>
        <a:p>
          <a:endParaRPr lang="uk-UA"/>
        </a:p>
      </dgm:t>
    </dgm:pt>
    <dgm:pt modelId="{BB080D01-9832-4CF0-BF37-8002482FBA8A}" type="sibTrans" cxnId="{322A5F13-3B30-4515-8326-0BB86ED29257}">
      <dgm:prSet/>
      <dgm:spPr/>
      <dgm:t>
        <a:bodyPr/>
        <a:lstStyle/>
        <a:p>
          <a:endParaRPr lang="uk-UA"/>
        </a:p>
      </dgm:t>
    </dgm:pt>
    <dgm:pt modelId="{A071AFE1-BC6C-4D3B-A4A0-40F7978B9065}">
      <dgm:prSet/>
      <dgm:spPr/>
      <dgm:t>
        <a:bodyPr/>
        <a:lstStyle/>
        <a:p>
          <a:r>
            <a:rPr lang="ru-RU"/>
            <a:t>Іван Гонта</a:t>
          </a:r>
          <a:endParaRPr lang="uk-UA"/>
        </a:p>
      </dgm:t>
    </dgm:pt>
    <dgm:pt modelId="{72DE7BE0-8FB9-406B-8999-E3F64DBB8F53}" type="parTrans" cxnId="{569B75E0-50FF-41B5-AE84-70F1250B1712}">
      <dgm:prSet/>
      <dgm:spPr/>
      <dgm:t>
        <a:bodyPr/>
        <a:lstStyle/>
        <a:p>
          <a:endParaRPr lang="uk-UA"/>
        </a:p>
      </dgm:t>
    </dgm:pt>
    <dgm:pt modelId="{C460E825-B9F0-48A9-ADC8-88DA2EB26DA4}" type="sibTrans" cxnId="{569B75E0-50FF-41B5-AE84-70F1250B1712}">
      <dgm:prSet/>
      <dgm:spPr/>
      <dgm:t>
        <a:bodyPr/>
        <a:lstStyle/>
        <a:p>
          <a:endParaRPr lang="uk-UA"/>
        </a:p>
      </dgm:t>
    </dgm:pt>
    <dgm:pt modelId="{5761EAED-BC2B-41F8-AAE2-FDDCA485C71B}">
      <dgm:prSet/>
      <dgm:spPr>
        <a:solidFill>
          <a:srgbClr val="0070C0"/>
        </a:solidFill>
      </dgm:spPr>
      <dgm:t>
        <a:bodyPr/>
        <a:lstStyle/>
        <a:p>
          <a:r>
            <a:rPr lang="ru-RU" dirty="0"/>
            <a:t>Дмитро Гуня</a:t>
          </a:r>
          <a:endParaRPr lang="uk-UA" dirty="0"/>
        </a:p>
      </dgm:t>
    </dgm:pt>
    <dgm:pt modelId="{E8A6937C-8A2D-48AB-ACA0-4827EAE892FB}" type="parTrans" cxnId="{F116D14D-FABB-40B2-A2D1-F735AAA6AF68}">
      <dgm:prSet/>
      <dgm:spPr/>
      <dgm:t>
        <a:bodyPr/>
        <a:lstStyle/>
        <a:p>
          <a:endParaRPr lang="uk-UA"/>
        </a:p>
      </dgm:t>
    </dgm:pt>
    <dgm:pt modelId="{3DA5254D-8CA2-4605-8845-8099D2C48032}" type="sibTrans" cxnId="{F116D14D-FABB-40B2-A2D1-F735AAA6AF68}">
      <dgm:prSet/>
      <dgm:spPr/>
      <dgm:t>
        <a:bodyPr/>
        <a:lstStyle/>
        <a:p>
          <a:endParaRPr lang="uk-UA"/>
        </a:p>
      </dgm:t>
    </dgm:pt>
    <dgm:pt modelId="{BB204372-4CF6-4342-9FF2-DD52C00CC726}">
      <dgm:prSet/>
      <dgm:spPr/>
      <dgm:t>
        <a:bodyPr/>
        <a:lstStyle/>
        <a:p>
          <a:r>
            <a:rPr lang="ru-RU"/>
            <a:t>Семен Палій</a:t>
          </a:r>
          <a:endParaRPr lang="uk-UA"/>
        </a:p>
      </dgm:t>
    </dgm:pt>
    <dgm:pt modelId="{086C107E-FBF2-4453-A126-67D4D83AB8A4}" type="parTrans" cxnId="{55336795-6214-4F39-B064-AEF37AC03270}">
      <dgm:prSet/>
      <dgm:spPr/>
      <dgm:t>
        <a:bodyPr/>
        <a:lstStyle/>
        <a:p>
          <a:endParaRPr lang="uk-UA"/>
        </a:p>
      </dgm:t>
    </dgm:pt>
    <dgm:pt modelId="{9D0C3BF4-36A2-462E-9C4B-14B78740E6FD}" type="sibTrans" cxnId="{55336795-6214-4F39-B064-AEF37AC03270}">
      <dgm:prSet/>
      <dgm:spPr/>
      <dgm:t>
        <a:bodyPr/>
        <a:lstStyle/>
        <a:p>
          <a:endParaRPr lang="uk-UA"/>
        </a:p>
      </dgm:t>
    </dgm:pt>
    <dgm:pt modelId="{1B8842E4-D074-471A-9148-3F12985299B0}" type="pres">
      <dgm:prSet presAssocID="{0EF0D282-26F9-4B79-8BE5-E9472BA0FA1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AA2E790-8A03-4AB4-9C22-7B1156882EE2}" type="pres">
      <dgm:prSet presAssocID="{E4DA9886-E576-4B43-A02F-9F275FA9AE05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7554F74-24F8-4AB4-86D3-F598B8D9AD85}" type="pres">
      <dgm:prSet presAssocID="{B2FA8DBE-466B-46B6-ADA9-CBCECB24A640}" presName="spacer" presStyleCnt="0"/>
      <dgm:spPr/>
    </dgm:pt>
    <dgm:pt modelId="{58AE9C42-1A12-443F-A4F5-F205C72596E8}" type="pres">
      <dgm:prSet presAssocID="{64057237-1976-4BA0-A360-15DE68A11E13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3143E5A-0548-41CE-BD77-76C2A0422A04}" type="pres">
      <dgm:prSet presAssocID="{CB1C475F-35BD-47BF-9A8F-EF95C02CF292}" presName="spacer" presStyleCnt="0"/>
      <dgm:spPr/>
    </dgm:pt>
    <dgm:pt modelId="{647C3046-B7A3-4E13-8AAA-F002BCAF1EB7}" type="pres">
      <dgm:prSet presAssocID="{90EC6736-5364-4A10-AEE1-AF7DBF4BB641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F65F9B6-8E62-4B05-996B-7B7397C70BFD}" type="pres">
      <dgm:prSet presAssocID="{3A29E232-C2D7-4C96-9134-3D8C449AEC9E}" presName="spacer" presStyleCnt="0"/>
      <dgm:spPr/>
    </dgm:pt>
    <dgm:pt modelId="{B46AB77B-060C-43ED-8650-DD410912398B}" type="pres">
      <dgm:prSet presAssocID="{87A6AD8F-C450-41E4-87B9-FE5BF065949E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688E21-80B6-4D07-9376-46FF3336973A}" type="pres">
      <dgm:prSet presAssocID="{BB080D01-9832-4CF0-BF37-8002482FBA8A}" presName="spacer" presStyleCnt="0"/>
      <dgm:spPr/>
    </dgm:pt>
    <dgm:pt modelId="{88A60E0D-9484-4D78-94B2-6F48FD577CE8}" type="pres">
      <dgm:prSet presAssocID="{A071AFE1-BC6C-4D3B-A4A0-40F7978B9065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738F444-1254-4D01-AF02-8C3A899C3BC2}" type="pres">
      <dgm:prSet presAssocID="{C460E825-B9F0-48A9-ADC8-88DA2EB26DA4}" presName="spacer" presStyleCnt="0"/>
      <dgm:spPr/>
    </dgm:pt>
    <dgm:pt modelId="{F8E757E5-D55C-4D43-8787-6EAD8988BDFA}" type="pres">
      <dgm:prSet presAssocID="{5761EAED-BC2B-41F8-AAE2-FDDCA485C71B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86CA45B-A281-45B2-A3AC-5E7161783866}" type="pres">
      <dgm:prSet presAssocID="{3DA5254D-8CA2-4605-8845-8099D2C48032}" presName="spacer" presStyleCnt="0"/>
      <dgm:spPr/>
    </dgm:pt>
    <dgm:pt modelId="{B5991725-99FC-4461-877E-C6C2B305E926}" type="pres">
      <dgm:prSet presAssocID="{BB204372-4CF6-4342-9FF2-DD52C00CC726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7A67890-D288-479E-A1ED-50FC5CD4E690}" type="presOf" srcId="{87A6AD8F-C450-41E4-87B9-FE5BF065949E}" destId="{B46AB77B-060C-43ED-8650-DD410912398B}" srcOrd="0" destOrd="0" presId="urn:microsoft.com/office/officeart/2005/8/layout/vList2"/>
    <dgm:cxn modelId="{569B75E0-50FF-41B5-AE84-70F1250B1712}" srcId="{0EF0D282-26F9-4B79-8BE5-E9472BA0FA15}" destId="{A071AFE1-BC6C-4D3B-A4A0-40F7978B9065}" srcOrd="4" destOrd="0" parTransId="{72DE7BE0-8FB9-406B-8999-E3F64DBB8F53}" sibTransId="{C460E825-B9F0-48A9-ADC8-88DA2EB26DA4}"/>
    <dgm:cxn modelId="{6F218352-DDD7-4D17-B487-BB0207711310}" type="presOf" srcId="{BB204372-4CF6-4342-9FF2-DD52C00CC726}" destId="{B5991725-99FC-4461-877E-C6C2B305E926}" srcOrd="0" destOrd="0" presId="urn:microsoft.com/office/officeart/2005/8/layout/vList2"/>
    <dgm:cxn modelId="{F116D14D-FABB-40B2-A2D1-F735AAA6AF68}" srcId="{0EF0D282-26F9-4B79-8BE5-E9472BA0FA15}" destId="{5761EAED-BC2B-41F8-AAE2-FDDCA485C71B}" srcOrd="5" destOrd="0" parTransId="{E8A6937C-8A2D-48AB-ACA0-4827EAE892FB}" sibTransId="{3DA5254D-8CA2-4605-8845-8099D2C48032}"/>
    <dgm:cxn modelId="{E7688522-A42B-4014-AB05-FB3D1ACF61DA}" type="presOf" srcId="{A071AFE1-BC6C-4D3B-A4A0-40F7978B9065}" destId="{88A60E0D-9484-4D78-94B2-6F48FD577CE8}" srcOrd="0" destOrd="0" presId="urn:microsoft.com/office/officeart/2005/8/layout/vList2"/>
    <dgm:cxn modelId="{B90434A3-901B-4DBE-A2E8-7E489F0C50ED}" type="presOf" srcId="{5761EAED-BC2B-41F8-AAE2-FDDCA485C71B}" destId="{F8E757E5-D55C-4D43-8787-6EAD8988BDFA}" srcOrd="0" destOrd="0" presId="urn:microsoft.com/office/officeart/2005/8/layout/vList2"/>
    <dgm:cxn modelId="{0F12B323-09EB-4B9C-A072-150D0D989A40}" srcId="{0EF0D282-26F9-4B79-8BE5-E9472BA0FA15}" destId="{64057237-1976-4BA0-A360-15DE68A11E13}" srcOrd="1" destOrd="0" parTransId="{D1E358B7-4BB0-4D78-A813-3270AADF914D}" sibTransId="{CB1C475F-35BD-47BF-9A8F-EF95C02CF292}"/>
    <dgm:cxn modelId="{02F7C9E3-6049-4958-A087-9128B6EBF2A5}" srcId="{0EF0D282-26F9-4B79-8BE5-E9472BA0FA15}" destId="{E4DA9886-E576-4B43-A02F-9F275FA9AE05}" srcOrd="0" destOrd="0" parTransId="{5BA8E1BD-1EEB-4B9F-8760-CF837D28968D}" sibTransId="{B2FA8DBE-466B-46B6-ADA9-CBCECB24A640}"/>
    <dgm:cxn modelId="{55336795-6214-4F39-B064-AEF37AC03270}" srcId="{0EF0D282-26F9-4B79-8BE5-E9472BA0FA15}" destId="{BB204372-4CF6-4342-9FF2-DD52C00CC726}" srcOrd="6" destOrd="0" parTransId="{086C107E-FBF2-4453-A126-67D4D83AB8A4}" sibTransId="{9D0C3BF4-36A2-462E-9C4B-14B78740E6FD}"/>
    <dgm:cxn modelId="{322A5F13-3B30-4515-8326-0BB86ED29257}" srcId="{0EF0D282-26F9-4B79-8BE5-E9472BA0FA15}" destId="{87A6AD8F-C450-41E4-87B9-FE5BF065949E}" srcOrd="3" destOrd="0" parTransId="{3032AB75-CFB8-4BB0-9C4C-D33DDD9E9C1E}" sibTransId="{BB080D01-9832-4CF0-BF37-8002482FBA8A}"/>
    <dgm:cxn modelId="{8A3CBC6B-02A4-4BB5-8B00-2A87713860E6}" type="presOf" srcId="{E4DA9886-E576-4B43-A02F-9F275FA9AE05}" destId="{8AA2E790-8A03-4AB4-9C22-7B1156882EE2}" srcOrd="0" destOrd="0" presId="urn:microsoft.com/office/officeart/2005/8/layout/vList2"/>
    <dgm:cxn modelId="{F2546B26-AE0B-4DBD-92EF-DB517558F6A0}" srcId="{0EF0D282-26F9-4B79-8BE5-E9472BA0FA15}" destId="{90EC6736-5364-4A10-AEE1-AF7DBF4BB641}" srcOrd="2" destOrd="0" parTransId="{7E933A0B-BD29-4744-B462-0383B02243FC}" sibTransId="{3A29E232-C2D7-4C96-9134-3D8C449AEC9E}"/>
    <dgm:cxn modelId="{4C6B3F7C-A0A9-4A75-9624-FE32D75ED9FE}" type="presOf" srcId="{90EC6736-5364-4A10-AEE1-AF7DBF4BB641}" destId="{647C3046-B7A3-4E13-8AAA-F002BCAF1EB7}" srcOrd="0" destOrd="0" presId="urn:microsoft.com/office/officeart/2005/8/layout/vList2"/>
    <dgm:cxn modelId="{1452F563-B90C-49D4-86E2-682B3CA6E623}" type="presOf" srcId="{0EF0D282-26F9-4B79-8BE5-E9472BA0FA15}" destId="{1B8842E4-D074-471A-9148-3F12985299B0}" srcOrd="0" destOrd="0" presId="urn:microsoft.com/office/officeart/2005/8/layout/vList2"/>
    <dgm:cxn modelId="{534C3B2B-B12D-4237-8D1F-ECE4FC474B55}" type="presOf" srcId="{64057237-1976-4BA0-A360-15DE68A11E13}" destId="{58AE9C42-1A12-443F-A4F5-F205C72596E8}" srcOrd="0" destOrd="0" presId="urn:microsoft.com/office/officeart/2005/8/layout/vList2"/>
    <dgm:cxn modelId="{F034985E-B8A6-406A-8467-CB45017E2CA6}" type="presParOf" srcId="{1B8842E4-D074-471A-9148-3F12985299B0}" destId="{8AA2E790-8A03-4AB4-9C22-7B1156882EE2}" srcOrd="0" destOrd="0" presId="urn:microsoft.com/office/officeart/2005/8/layout/vList2"/>
    <dgm:cxn modelId="{3EAE0C65-A4D8-485D-8D7F-032FFC96E3D5}" type="presParOf" srcId="{1B8842E4-D074-471A-9148-3F12985299B0}" destId="{67554F74-24F8-4AB4-86D3-F598B8D9AD85}" srcOrd="1" destOrd="0" presId="urn:microsoft.com/office/officeart/2005/8/layout/vList2"/>
    <dgm:cxn modelId="{B7FEF88E-0932-4B74-92E2-255C9090DF25}" type="presParOf" srcId="{1B8842E4-D074-471A-9148-3F12985299B0}" destId="{58AE9C42-1A12-443F-A4F5-F205C72596E8}" srcOrd="2" destOrd="0" presId="urn:microsoft.com/office/officeart/2005/8/layout/vList2"/>
    <dgm:cxn modelId="{8F4A49D6-5552-4497-91C0-065504D6AF1E}" type="presParOf" srcId="{1B8842E4-D074-471A-9148-3F12985299B0}" destId="{D3143E5A-0548-41CE-BD77-76C2A0422A04}" srcOrd="3" destOrd="0" presId="urn:microsoft.com/office/officeart/2005/8/layout/vList2"/>
    <dgm:cxn modelId="{C557422B-5B71-4C89-ACC5-D570EC353C83}" type="presParOf" srcId="{1B8842E4-D074-471A-9148-3F12985299B0}" destId="{647C3046-B7A3-4E13-8AAA-F002BCAF1EB7}" srcOrd="4" destOrd="0" presId="urn:microsoft.com/office/officeart/2005/8/layout/vList2"/>
    <dgm:cxn modelId="{FD291FB8-1FA1-46BC-89A8-4118187682B9}" type="presParOf" srcId="{1B8842E4-D074-471A-9148-3F12985299B0}" destId="{5F65F9B6-8E62-4B05-996B-7B7397C70BFD}" srcOrd="5" destOrd="0" presId="urn:microsoft.com/office/officeart/2005/8/layout/vList2"/>
    <dgm:cxn modelId="{5A246775-34AC-4D98-A78E-5D571C92EC1E}" type="presParOf" srcId="{1B8842E4-D074-471A-9148-3F12985299B0}" destId="{B46AB77B-060C-43ED-8650-DD410912398B}" srcOrd="6" destOrd="0" presId="urn:microsoft.com/office/officeart/2005/8/layout/vList2"/>
    <dgm:cxn modelId="{5049B7A6-6C13-417C-AA33-7D1988A39A2F}" type="presParOf" srcId="{1B8842E4-D074-471A-9148-3F12985299B0}" destId="{EB688E21-80B6-4D07-9376-46FF3336973A}" srcOrd="7" destOrd="0" presId="urn:microsoft.com/office/officeart/2005/8/layout/vList2"/>
    <dgm:cxn modelId="{51FECBD4-C307-4628-BBE3-22FA8A07F539}" type="presParOf" srcId="{1B8842E4-D074-471A-9148-3F12985299B0}" destId="{88A60E0D-9484-4D78-94B2-6F48FD577CE8}" srcOrd="8" destOrd="0" presId="urn:microsoft.com/office/officeart/2005/8/layout/vList2"/>
    <dgm:cxn modelId="{CDC9459E-1DE3-48FC-A777-F0857E284531}" type="presParOf" srcId="{1B8842E4-D074-471A-9148-3F12985299B0}" destId="{D738F444-1254-4D01-AF02-8C3A899C3BC2}" srcOrd="9" destOrd="0" presId="urn:microsoft.com/office/officeart/2005/8/layout/vList2"/>
    <dgm:cxn modelId="{722B43BE-4C2F-45FA-95AC-75C497F4771F}" type="presParOf" srcId="{1B8842E4-D074-471A-9148-3F12985299B0}" destId="{F8E757E5-D55C-4D43-8787-6EAD8988BDFA}" srcOrd="10" destOrd="0" presId="urn:microsoft.com/office/officeart/2005/8/layout/vList2"/>
    <dgm:cxn modelId="{CF58C5E9-0BEA-4B23-8044-A9DC15691130}" type="presParOf" srcId="{1B8842E4-D074-471A-9148-3F12985299B0}" destId="{F86CA45B-A281-45B2-A3AC-5E7161783866}" srcOrd="11" destOrd="0" presId="urn:microsoft.com/office/officeart/2005/8/layout/vList2"/>
    <dgm:cxn modelId="{7A1A9ED4-52BF-40AF-8954-73E3558D16EB}" type="presParOf" srcId="{1B8842E4-D074-471A-9148-3F12985299B0}" destId="{B5991725-99FC-4461-877E-C6C2B305E92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EF0D282-26F9-4B79-8BE5-E9472BA0FA1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4DA9886-E576-4B43-A02F-9F275FA9AE05}">
      <dgm:prSet/>
      <dgm:spPr/>
      <dgm:t>
        <a:bodyPr/>
        <a:lstStyle/>
        <a:p>
          <a:r>
            <a:rPr lang="ru-RU"/>
            <a:t>Іван Богун</a:t>
          </a:r>
          <a:endParaRPr lang="uk-UA"/>
        </a:p>
      </dgm:t>
    </dgm:pt>
    <dgm:pt modelId="{5BA8E1BD-1EEB-4B9F-8760-CF837D28968D}" type="parTrans" cxnId="{02F7C9E3-6049-4958-A087-9128B6EBF2A5}">
      <dgm:prSet/>
      <dgm:spPr/>
      <dgm:t>
        <a:bodyPr/>
        <a:lstStyle/>
        <a:p>
          <a:endParaRPr lang="uk-UA"/>
        </a:p>
      </dgm:t>
    </dgm:pt>
    <dgm:pt modelId="{B2FA8DBE-466B-46B6-ADA9-CBCECB24A640}" type="sibTrans" cxnId="{02F7C9E3-6049-4958-A087-9128B6EBF2A5}">
      <dgm:prSet/>
      <dgm:spPr/>
      <dgm:t>
        <a:bodyPr/>
        <a:lstStyle/>
        <a:p>
          <a:endParaRPr lang="uk-UA"/>
        </a:p>
      </dgm:t>
    </dgm:pt>
    <dgm:pt modelId="{64057237-1976-4BA0-A360-15DE68A11E13}">
      <dgm:prSet/>
      <dgm:spPr/>
      <dgm:t>
        <a:bodyPr/>
        <a:lstStyle/>
        <a:p>
          <a:r>
            <a:rPr lang="ru-RU"/>
            <a:t>Яків Острянин</a:t>
          </a:r>
          <a:endParaRPr lang="uk-UA"/>
        </a:p>
      </dgm:t>
    </dgm:pt>
    <dgm:pt modelId="{D1E358B7-4BB0-4D78-A813-3270AADF914D}" type="parTrans" cxnId="{0F12B323-09EB-4B9C-A072-150D0D989A40}">
      <dgm:prSet/>
      <dgm:spPr/>
      <dgm:t>
        <a:bodyPr/>
        <a:lstStyle/>
        <a:p>
          <a:endParaRPr lang="uk-UA"/>
        </a:p>
      </dgm:t>
    </dgm:pt>
    <dgm:pt modelId="{CB1C475F-35BD-47BF-9A8F-EF95C02CF292}" type="sibTrans" cxnId="{0F12B323-09EB-4B9C-A072-150D0D989A40}">
      <dgm:prSet/>
      <dgm:spPr/>
      <dgm:t>
        <a:bodyPr/>
        <a:lstStyle/>
        <a:p>
          <a:endParaRPr lang="uk-UA"/>
        </a:p>
      </dgm:t>
    </dgm:pt>
    <dgm:pt modelId="{90EC6736-5364-4A10-AEE1-AF7DBF4BB641}">
      <dgm:prSet/>
      <dgm:spPr/>
      <dgm:t>
        <a:bodyPr/>
        <a:lstStyle/>
        <a:p>
          <a:r>
            <a:rPr lang="ru-RU" dirty="0"/>
            <a:t>Павло Павлюк</a:t>
          </a:r>
          <a:endParaRPr lang="uk-UA" dirty="0"/>
        </a:p>
      </dgm:t>
    </dgm:pt>
    <dgm:pt modelId="{7E933A0B-BD29-4744-B462-0383B02243FC}" type="parTrans" cxnId="{F2546B26-AE0B-4DBD-92EF-DB517558F6A0}">
      <dgm:prSet/>
      <dgm:spPr/>
      <dgm:t>
        <a:bodyPr/>
        <a:lstStyle/>
        <a:p>
          <a:endParaRPr lang="uk-UA"/>
        </a:p>
      </dgm:t>
    </dgm:pt>
    <dgm:pt modelId="{3A29E232-C2D7-4C96-9134-3D8C449AEC9E}" type="sibTrans" cxnId="{F2546B26-AE0B-4DBD-92EF-DB517558F6A0}">
      <dgm:prSet/>
      <dgm:spPr/>
      <dgm:t>
        <a:bodyPr/>
        <a:lstStyle/>
        <a:p>
          <a:endParaRPr lang="uk-UA"/>
        </a:p>
      </dgm:t>
    </dgm:pt>
    <dgm:pt modelId="{87A6AD8F-C450-41E4-87B9-FE5BF065949E}">
      <dgm:prSet/>
      <dgm:spPr/>
      <dgm:t>
        <a:bodyPr/>
        <a:lstStyle/>
        <a:p>
          <a:r>
            <a:rPr lang="ru-RU"/>
            <a:t>Северин Наливайко</a:t>
          </a:r>
          <a:endParaRPr lang="uk-UA"/>
        </a:p>
      </dgm:t>
    </dgm:pt>
    <dgm:pt modelId="{3032AB75-CFB8-4BB0-9C4C-D33DDD9E9C1E}" type="parTrans" cxnId="{322A5F13-3B30-4515-8326-0BB86ED29257}">
      <dgm:prSet/>
      <dgm:spPr/>
      <dgm:t>
        <a:bodyPr/>
        <a:lstStyle/>
        <a:p>
          <a:endParaRPr lang="uk-UA"/>
        </a:p>
      </dgm:t>
    </dgm:pt>
    <dgm:pt modelId="{BB080D01-9832-4CF0-BF37-8002482FBA8A}" type="sibTrans" cxnId="{322A5F13-3B30-4515-8326-0BB86ED29257}">
      <dgm:prSet/>
      <dgm:spPr/>
      <dgm:t>
        <a:bodyPr/>
        <a:lstStyle/>
        <a:p>
          <a:endParaRPr lang="uk-UA"/>
        </a:p>
      </dgm:t>
    </dgm:pt>
    <dgm:pt modelId="{A071AFE1-BC6C-4D3B-A4A0-40F7978B9065}">
      <dgm:prSet/>
      <dgm:spPr/>
      <dgm:t>
        <a:bodyPr/>
        <a:lstStyle/>
        <a:p>
          <a:r>
            <a:rPr lang="ru-RU"/>
            <a:t>Іван Гонта</a:t>
          </a:r>
          <a:endParaRPr lang="uk-UA"/>
        </a:p>
      </dgm:t>
    </dgm:pt>
    <dgm:pt modelId="{72DE7BE0-8FB9-406B-8999-E3F64DBB8F53}" type="parTrans" cxnId="{569B75E0-50FF-41B5-AE84-70F1250B1712}">
      <dgm:prSet/>
      <dgm:spPr/>
      <dgm:t>
        <a:bodyPr/>
        <a:lstStyle/>
        <a:p>
          <a:endParaRPr lang="uk-UA"/>
        </a:p>
      </dgm:t>
    </dgm:pt>
    <dgm:pt modelId="{C460E825-B9F0-48A9-ADC8-88DA2EB26DA4}" type="sibTrans" cxnId="{569B75E0-50FF-41B5-AE84-70F1250B1712}">
      <dgm:prSet/>
      <dgm:spPr/>
      <dgm:t>
        <a:bodyPr/>
        <a:lstStyle/>
        <a:p>
          <a:endParaRPr lang="uk-UA"/>
        </a:p>
      </dgm:t>
    </dgm:pt>
    <dgm:pt modelId="{5761EAED-BC2B-41F8-AAE2-FDDCA485C71B}">
      <dgm:prSet/>
      <dgm:spPr/>
      <dgm:t>
        <a:bodyPr/>
        <a:lstStyle/>
        <a:p>
          <a:r>
            <a:rPr lang="ru-RU"/>
            <a:t>Дмитро Гуня</a:t>
          </a:r>
          <a:endParaRPr lang="uk-UA"/>
        </a:p>
      </dgm:t>
    </dgm:pt>
    <dgm:pt modelId="{E8A6937C-8A2D-48AB-ACA0-4827EAE892FB}" type="parTrans" cxnId="{F116D14D-FABB-40B2-A2D1-F735AAA6AF68}">
      <dgm:prSet/>
      <dgm:spPr/>
      <dgm:t>
        <a:bodyPr/>
        <a:lstStyle/>
        <a:p>
          <a:endParaRPr lang="uk-UA"/>
        </a:p>
      </dgm:t>
    </dgm:pt>
    <dgm:pt modelId="{3DA5254D-8CA2-4605-8845-8099D2C48032}" type="sibTrans" cxnId="{F116D14D-FABB-40B2-A2D1-F735AAA6AF68}">
      <dgm:prSet/>
      <dgm:spPr/>
      <dgm:t>
        <a:bodyPr/>
        <a:lstStyle/>
        <a:p>
          <a:endParaRPr lang="uk-UA"/>
        </a:p>
      </dgm:t>
    </dgm:pt>
    <dgm:pt modelId="{BB204372-4CF6-4342-9FF2-DD52C00CC726}">
      <dgm:prSet/>
      <dgm:spPr/>
      <dgm:t>
        <a:bodyPr/>
        <a:lstStyle/>
        <a:p>
          <a:r>
            <a:rPr lang="ru-RU" dirty="0"/>
            <a:t>Семен </a:t>
          </a:r>
          <a:r>
            <a:rPr lang="ru-RU" dirty="0" err="1"/>
            <a:t>Палій</a:t>
          </a:r>
          <a:endParaRPr lang="uk-UA" dirty="0"/>
        </a:p>
      </dgm:t>
    </dgm:pt>
    <dgm:pt modelId="{086C107E-FBF2-4453-A126-67D4D83AB8A4}" type="parTrans" cxnId="{55336795-6214-4F39-B064-AEF37AC03270}">
      <dgm:prSet/>
      <dgm:spPr/>
      <dgm:t>
        <a:bodyPr/>
        <a:lstStyle/>
        <a:p>
          <a:endParaRPr lang="uk-UA"/>
        </a:p>
      </dgm:t>
    </dgm:pt>
    <dgm:pt modelId="{9D0C3BF4-36A2-462E-9C4B-14B78740E6FD}" type="sibTrans" cxnId="{55336795-6214-4F39-B064-AEF37AC03270}">
      <dgm:prSet/>
      <dgm:spPr/>
      <dgm:t>
        <a:bodyPr/>
        <a:lstStyle/>
        <a:p>
          <a:endParaRPr lang="uk-UA"/>
        </a:p>
      </dgm:t>
    </dgm:pt>
    <dgm:pt modelId="{1B8842E4-D074-471A-9148-3F12985299B0}" type="pres">
      <dgm:prSet presAssocID="{0EF0D282-26F9-4B79-8BE5-E9472BA0FA1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AA2E790-8A03-4AB4-9C22-7B1156882EE2}" type="pres">
      <dgm:prSet presAssocID="{E4DA9886-E576-4B43-A02F-9F275FA9AE05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7554F74-24F8-4AB4-86D3-F598B8D9AD85}" type="pres">
      <dgm:prSet presAssocID="{B2FA8DBE-466B-46B6-ADA9-CBCECB24A640}" presName="spacer" presStyleCnt="0"/>
      <dgm:spPr/>
    </dgm:pt>
    <dgm:pt modelId="{58AE9C42-1A12-443F-A4F5-F205C72596E8}" type="pres">
      <dgm:prSet presAssocID="{64057237-1976-4BA0-A360-15DE68A11E13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3143E5A-0548-41CE-BD77-76C2A0422A04}" type="pres">
      <dgm:prSet presAssocID="{CB1C475F-35BD-47BF-9A8F-EF95C02CF292}" presName="spacer" presStyleCnt="0"/>
      <dgm:spPr/>
    </dgm:pt>
    <dgm:pt modelId="{647C3046-B7A3-4E13-8AAA-F002BCAF1EB7}" type="pres">
      <dgm:prSet presAssocID="{90EC6736-5364-4A10-AEE1-AF7DBF4BB641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F65F9B6-8E62-4B05-996B-7B7397C70BFD}" type="pres">
      <dgm:prSet presAssocID="{3A29E232-C2D7-4C96-9134-3D8C449AEC9E}" presName="spacer" presStyleCnt="0"/>
      <dgm:spPr/>
    </dgm:pt>
    <dgm:pt modelId="{B46AB77B-060C-43ED-8650-DD410912398B}" type="pres">
      <dgm:prSet presAssocID="{87A6AD8F-C450-41E4-87B9-FE5BF065949E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688E21-80B6-4D07-9376-46FF3336973A}" type="pres">
      <dgm:prSet presAssocID="{BB080D01-9832-4CF0-BF37-8002482FBA8A}" presName="spacer" presStyleCnt="0"/>
      <dgm:spPr/>
    </dgm:pt>
    <dgm:pt modelId="{88A60E0D-9484-4D78-94B2-6F48FD577CE8}" type="pres">
      <dgm:prSet presAssocID="{A071AFE1-BC6C-4D3B-A4A0-40F7978B9065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738F444-1254-4D01-AF02-8C3A899C3BC2}" type="pres">
      <dgm:prSet presAssocID="{C460E825-B9F0-48A9-ADC8-88DA2EB26DA4}" presName="spacer" presStyleCnt="0"/>
      <dgm:spPr/>
    </dgm:pt>
    <dgm:pt modelId="{F8E757E5-D55C-4D43-8787-6EAD8988BDFA}" type="pres">
      <dgm:prSet presAssocID="{5761EAED-BC2B-41F8-AAE2-FDDCA485C71B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86CA45B-A281-45B2-A3AC-5E7161783866}" type="pres">
      <dgm:prSet presAssocID="{3DA5254D-8CA2-4605-8845-8099D2C48032}" presName="spacer" presStyleCnt="0"/>
      <dgm:spPr/>
    </dgm:pt>
    <dgm:pt modelId="{B5991725-99FC-4461-877E-C6C2B305E926}" type="pres">
      <dgm:prSet presAssocID="{BB204372-4CF6-4342-9FF2-DD52C00CC726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7A67890-D288-479E-A1ED-50FC5CD4E690}" type="presOf" srcId="{87A6AD8F-C450-41E4-87B9-FE5BF065949E}" destId="{B46AB77B-060C-43ED-8650-DD410912398B}" srcOrd="0" destOrd="0" presId="urn:microsoft.com/office/officeart/2005/8/layout/vList2"/>
    <dgm:cxn modelId="{569B75E0-50FF-41B5-AE84-70F1250B1712}" srcId="{0EF0D282-26F9-4B79-8BE5-E9472BA0FA15}" destId="{A071AFE1-BC6C-4D3B-A4A0-40F7978B9065}" srcOrd="4" destOrd="0" parTransId="{72DE7BE0-8FB9-406B-8999-E3F64DBB8F53}" sibTransId="{C460E825-B9F0-48A9-ADC8-88DA2EB26DA4}"/>
    <dgm:cxn modelId="{6F218352-DDD7-4D17-B487-BB0207711310}" type="presOf" srcId="{BB204372-4CF6-4342-9FF2-DD52C00CC726}" destId="{B5991725-99FC-4461-877E-C6C2B305E926}" srcOrd="0" destOrd="0" presId="urn:microsoft.com/office/officeart/2005/8/layout/vList2"/>
    <dgm:cxn modelId="{F116D14D-FABB-40B2-A2D1-F735AAA6AF68}" srcId="{0EF0D282-26F9-4B79-8BE5-E9472BA0FA15}" destId="{5761EAED-BC2B-41F8-AAE2-FDDCA485C71B}" srcOrd="5" destOrd="0" parTransId="{E8A6937C-8A2D-48AB-ACA0-4827EAE892FB}" sibTransId="{3DA5254D-8CA2-4605-8845-8099D2C48032}"/>
    <dgm:cxn modelId="{E7688522-A42B-4014-AB05-FB3D1ACF61DA}" type="presOf" srcId="{A071AFE1-BC6C-4D3B-A4A0-40F7978B9065}" destId="{88A60E0D-9484-4D78-94B2-6F48FD577CE8}" srcOrd="0" destOrd="0" presId="urn:microsoft.com/office/officeart/2005/8/layout/vList2"/>
    <dgm:cxn modelId="{B90434A3-901B-4DBE-A2E8-7E489F0C50ED}" type="presOf" srcId="{5761EAED-BC2B-41F8-AAE2-FDDCA485C71B}" destId="{F8E757E5-D55C-4D43-8787-6EAD8988BDFA}" srcOrd="0" destOrd="0" presId="urn:microsoft.com/office/officeart/2005/8/layout/vList2"/>
    <dgm:cxn modelId="{0F12B323-09EB-4B9C-A072-150D0D989A40}" srcId="{0EF0D282-26F9-4B79-8BE5-E9472BA0FA15}" destId="{64057237-1976-4BA0-A360-15DE68A11E13}" srcOrd="1" destOrd="0" parTransId="{D1E358B7-4BB0-4D78-A813-3270AADF914D}" sibTransId="{CB1C475F-35BD-47BF-9A8F-EF95C02CF292}"/>
    <dgm:cxn modelId="{02F7C9E3-6049-4958-A087-9128B6EBF2A5}" srcId="{0EF0D282-26F9-4B79-8BE5-E9472BA0FA15}" destId="{E4DA9886-E576-4B43-A02F-9F275FA9AE05}" srcOrd="0" destOrd="0" parTransId="{5BA8E1BD-1EEB-4B9F-8760-CF837D28968D}" sibTransId="{B2FA8DBE-466B-46B6-ADA9-CBCECB24A640}"/>
    <dgm:cxn modelId="{55336795-6214-4F39-B064-AEF37AC03270}" srcId="{0EF0D282-26F9-4B79-8BE5-E9472BA0FA15}" destId="{BB204372-4CF6-4342-9FF2-DD52C00CC726}" srcOrd="6" destOrd="0" parTransId="{086C107E-FBF2-4453-A126-67D4D83AB8A4}" sibTransId="{9D0C3BF4-36A2-462E-9C4B-14B78740E6FD}"/>
    <dgm:cxn modelId="{322A5F13-3B30-4515-8326-0BB86ED29257}" srcId="{0EF0D282-26F9-4B79-8BE5-E9472BA0FA15}" destId="{87A6AD8F-C450-41E4-87B9-FE5BF065949E}" srcOrd="3" destOrd="0" parTransId="{3032AB75-CFB8-4BB0-9C4C-D33DDD9E9C1E}" sibTransId="{BB080D01-9832-4CF0-BF37-8002482FBA8A}"/>
    <dgm:cxn modelId="{8A3CBC6B-02A4-4BB5-8B00-2A87713860E6}" type="presOf" srcId="{E4DA9886-E576-4B43-A02F-9F275FA9AE05}" destId="{8AA2E790-8A03-4AB4-9C22-7B1156882EE2}" srcOrd="0" destOrd="0" presId="urn:microsoft.com/office/officeart/2005/8/layout/vList2"/>
    <dgm:cxn modelId="{F2546B26-AE0B-4DBD-92EF-DB517558F6A0}" srcId="{0EF0D282-26F9-4B79-8BE5-E9472BA0FA15}" destId="{90EC6736-5364-4A10-AEE1-AF7DBF4BB641}" srcOrd="2" destOrd="0" parTransId="{7E933A0B-BD29-4744-B462-0383B02243FC}" sibTransId="{3A29E232-C2D7-4C96-9134-3D8C449AEC9E}"/>
    <dgm:cxn modelId="{4C6B3F7C-A0A9-4A75-9624-FE32D75ED9FE}" type="presOf" srcId="{90EC6736-5364-4A10-AEE1-AF7DBF4BB641}" destId="{647C3046-B7A3-4E13-8AAA-F002BCAF1EB7}" srcOrd="0" destOrd="0" presId="urn:microsoft.com/office/officeart/2005/8/layout/vList2"/>
    <dgm:cxn modelId="{1452F563-B90C-49D4-86E2-682B3CA6E623}" type="presOf" srcId="{0EF0D282-26F9-4B79-8BE5-E9472BA0FA15}" destId="{1B8842E4-D074-471A-9148-3F12985299B0}" srcOrd="0" destOrd="0" presId="urn:microsoft.com/office/officeart/2005/8/layout/vList2"/>
    <dgm:cxn modelId="{534C3B2B-B12D-4237-8D1F-ECE4FC474B55}" type="presOf" srcId="{64057237-1976-4BA0-A360-15DE68A11E13}" destId="{58AE9C42-1A12-443F-A4F5-F205C72596E8}" srcOrd="0" destOrd="0" presId="urn:microsoft.com/office/officeart/2005/8/layout/vList2"/>
    <dgm:cxn modelId="{F034985E-B8A6-406A-8467-CB45017E2CA6}" type="presParOf" srcId="{1B8842E4-D074-471A-9148-3F12985299B0}" destId="{8AA2E790-8A03-4AB4-9C22-7B1156882EE2}" srcOrd="0" destOrd="0" presId="urn:microsoft.com/office/officeart/2005/8/layout/vList2"/>
    <dgm:cxn modelId="{3EAE0C65-A4D8-485D-8D7F-032FFC96E3D5}" type="presParOf" srcId="{1B8842E4-D074-471A-9148-3F12985299B0}" destId="{67554F74-24F8-4AB4-86D3-F598B8D9AD85}" srcOrd="1" destOrd="0" presId="urn:microsoft.com/office/officeart/2005/8/layout/vList2"/>
    <dgm:cxn modelId="{B7FEF88E-0932-4B74-92E2-255C9090DF25}" type="presParOf" srcId="{1B8842E4-D074-471A-9148-3F12985299B0}" destId="{58AE9C42-1A12-443F-A4F5-F205C72596E8}" srcOrd="2" destOrd="0" presId="urn:microsoft.com/office/officeart/2005/8/layout/vList2"/>
    <dgm:cxn modelId="{8F4A49D6-5552-4497-91C0-065504D6AF1E}" type="presParOf" srcId="{1B8842E4-D074-471A-9148-3F12985299B0}" destId="{D3143E5A-0548-41CE-BD77-76C2A0422A04}" srcOrd="3" destOrd="0" presId="urn:microsoft.com/office/officeart/2005/8/layout/vList2"/>
    <dgm:cxn modelId="{C557422B-5B71-4C89-ACC5-D570EC353C83}" type="presParOf" srcId="{1B8842E4-D074-471A-9148-3F12985299B0}" destId="{647C3046-B7A3-4E13-8AAA-F002BCAF1EB7}" srcOrd="4" destOrd="0" presId="urn:microsoft.com/office/officeart/2005/8/layout/vList2"/>
    <dgm:cxn modelId="{FD291FB8-1FA1-46BC-89A8-4118187682B9}" type="presParOf" srcId="{1B8842E4-D074-471A-9148-3F12985299B0}" destId="{5F65F9B6-8E62-4B05-996B-7B7397C70BFD}" srcOrd="5" destOrd="0" presId="urn:microsoft.com/office/officeart/2005/8/layout/vList2"/>
    <dgm:cxn modelId="{5A246775-34AC-4D98-A78E-5D571C92EC1E}" type="presParOf" srcId="{1B8842E4-D074-471A-9148-3F12985299B0}" destId="{B46AB77B-060C-43ED-8650-DD410912398B}" srcOrd="6" destOrd="0" presId="urn:microsoft.com/office/officeart/2005/8/layout/vList2"/>
    <dgm:cxn modelId="{5049B7A6-6C13-417C-AA33-7D1988A39A2F}" type="presParOf" srcId="{1B8842E4-D074-471A-9148-3F12985299B0}" destId="{EB688E21-80B6-4D07-9376-46FF3336973A}" srcOrd="7" destOrd="0" presId="urn:microsoft.com/office/officeart/2005/8/layout/vList2"/>
    <dgm:cxn modelId="{51FECBD4-C307-4628-BBE3-22FA8A07F539}" type="presParOf" srcId="{1B8842E4-D074-471A-9148-3F12985299B0}" destId="{88A60E0D-9484-4D78-94B2-6F48FD577CE8}" srcOrd="8" destOrd="0" presId="urn:microsoft.com/office/officeart/2005/8/layout/vList2"/>
    <dgm:cxn modelId="{CDC9459E-1DE3-48FC-A777-F0857E284531}" type="presParOf" srcId="{1B8842E4-D074-471A-9148-3F12985299B0}" destId="{D738F444-1254-4D01-AF02-8C3A899C3BC2}" srcOrd="9" destOrd="0" presId="urn:microsoft.com/office/officeart/2005/8/layout/vList2"/>
    <dgm:cxn modelId="{722B43BE-4C2F-45FA-95AC-75C497F4771F}" type="presParOf" srcId="{1B8842E4-D074-471A-9148-3F12985299B0}" destId="{F8E757E5-D55C-4D43-8787-6EAD8988BDFA}" srcOrd="10" destOrd="0" presId="urn:microsoft.com/office/officeart/2005/8/layout/vList2"/>
    <dgm:cxn modelId="{CF58C5E9-0BEA-4B23-8044-A9DC15691130}" type="presParOf" srcId="{1B8842E4-D074-471A-9148-3F12985299B0}" destId="{F86CA45B-A281-45B2-A3AC-5E7161783866}" srcOrd="11" destOrd="0" presId="urn:microsoft.com/office/officeart/2005/8/layout/vList2"/>
    <dgm:cxn modelId="{7A1A9ED4-52BF-40AF-8954-73E3558D16EB}" type="presParOf" srcId="{1B8842E4-D074-471A-9148-3F12985299B0}" destId="{B5991725-99FC-4461-877E-C6C2B305E92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C8BF722-69B3-412C-B6BD-994E62E578B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593834A-3E44-4D83-85BF-DA62DF33B8E2}">
      <dgm:prSet/>
      <dgm:spPr/>
      <dgm:t>
        <a:bodyPr/>
        <a:lstStyle/>
        <a:p>
          <a:r>
            <a:rPr lang="ru-RU"/>
            <a:t>Марко Жмайло</a:t>
          </a:r>
          <a:endParaRPr lang="uk-UA"/>
        </a:p>
      </dgm:t>
    </dgm:pt>
    <dgm:pt modelId="{6BAE470D-8ABE-4BE7-B0E1-C5E21CB1DD8D}" type="parTrans" cxnId="{00B7E094-9AA9-4EEC-BDDB-A27AAAB325CE}">
      <dgm:prSet/>
      <dgm:spPr/>
      <dgm:t>
        <a:bodyPr/>
        <a:lstStyle/>
        <a:p>
          <a:endParaRPr lang="uk-UA"/>
        </a:p>
      </dgm:t>
    </dgm:pt>
    <dgm:pt modelId="{AE85368E-354D-480B-BB7F-75AC7B6C6B4B}" type="sibTrans" cxnId="{00B7E094-9AA9-4EEC-BDDB-A27AAAB325CE}">
      <dgm:prSet/>
      <dgm:spPr/>
      <dgm:t>
        <a:bodyPr/>
        <a:lstStyle/>
        <a:p>
          <a:endParaRPr lang="uk-UA"/>
        </a:p>
      </dgm:t>
    </dgm:pt>
    <dgm:pt modelId="{2FD15D28-25B4-4393-8CCD-235A1EA9C9AC}">
      <dgm:prSet/>
      <dgm:spPr/>
      <dgm:t>
        <a:bodyPr/>
        <a:lstStyle/>
        <a:p>
          <a:r>
            <a:rPr lang="ru-RU"/>
            <a:t>Тарас Федорович</a:t>
          </a:r>
          <a:endParaRPr lang="uk-UA"/>
        </a:p>
      </dgm:t>
    </dgm:pt>
    <dgm:pt modelId="{FC7F958A-33CD-43A7-A64E-EB21172BFC08}" type="parTrans" cxnId="{3E094669-7E0E-4920-808B-01C59FD816AA}">
      <dgm:prSet/>
      <dgm:spPr/>
      <dgm:t>
        <a:bodyPr/>
        <a:lstStyle/>
        <a:p>
          <a:endParaRPr lang="uk-UA"/>
        </a:p>
      </dgm:t>
    </dgm:pt>
    <dgm:pt modelId="{04F0E7AB-BABA-4245-B770-C9629AB46C24}" type="sibTrans" cxnId="{3E094669-7E0E-4920-808B-01C59FD816AA}">
      <dgm:prSet/>
      <dgm:spPr/>
      <dgm:t>
        <a:bodyPr/>
        <a:lstStyle/>
        <a:p>
          <a:endParaRPr lang="uk-UA"/>
        </a:p>
      </dgm:t>
    </dgm:pt>
    <dgm:pt modelId="{9138CDB3-E66D-4CDC-899E-BE753FA1FEA8}">
      <dgm:prSet/>
      <dgm:spPr/>
      <dgm:t>
        <a:bodyPr/>
        <a:lstStyle/>
        <a:p>
          <a:r>
            <a:rPr lang="ru-RU" dirty="0" err="1"/>
            <a:t>Іван</a:t>
          </a:r>
          <a:r>
            <a:rPr lang="ru-RU" dirty="0"/>
            <a:t> Сулима</a:t>
          </a:r>
          <a:endParaRPr lang="uk-UA" dirty="0"/>
        </a:p>
      </dgm:t>
    </dgm:pt>
    <dgm:pt modelId="{752FF001-2315-4975-9745-3258FE68ED80}" type="parTrans" cxnId="{433799F7-D4F2-4E76-BC3E-CC3FA01DB163}">
      <dgm:prSet/>
      <dgm:spPr/>
      <dgm:t>
        <a:bodyPr/>
        <a:lstStyle/>
        <a:p>
          <a:endParaRPr lang="uk-UA"/>
        </a:p>
      </dgm:t>
    </dgm:pt>
    <dgm:pt modelId="{FCD8F5D6-586D-43D0-9836-4EFEA4BB48C3}" type="sibTrans" cxnId="{433799F7-D4F2-4E76-BC3E-CC3FA01DB163}">
      <dgm:prSet/>
      <dgm:spPr/>
      <dgm:t>
        <a:bodyPr/>
        <a:lstStyle/>
        <a:p>
          <a:endParaRPr lang="uk-UA"/>
        </a:p>
      </dgm:t>
    </dgm:pt>
    <dgm:pt modelId="{797D7CC7-5D74-46B7-BA20-4A0D4158CB3E}">
      <dgm:prSet/>
      <dgm:spPr/>
      <dgm:t>
        <a:bodyPr/>
        <a:lstStyle/>
        <a:p>
          <a:r>
            <a:rPr lang="ru-RU" dirty="0"/>
            <a:t>Павло Павлюк</a:t>
          </a:r>
          <a:endParaRPr lang="uk-UA" dirty="0"/>
        </a:p>
      </dgm:t>
    </dgm:pt>
    <dgm:pt modelId="{4DD903AF-E777-434B-90EA-C36E3F51E92E}" type="parTrans" cxnId="{CF9E4845-1063-4594-AA16-62453AE04585}">
      <dgm:prSet/>
      <dgm:spPr/>
      <dgm:t>
        <a:bodyPr/>
        <a:lstStyle/>
        <a:p>
          <a:endParaRPr lang="uk-UA"/>
        </a:p>
      </dgm:t>
    </dgm:pt>
    <dgm:pt modelId="{138CC7BA-18E4-45D7-AF0D-2B68746D388B}" type="sibTrans" cxnId="{CF9E4845-1063-4594-AA16-62453AE04585}">
      <dgm:prSet/>
      <dgm:spPr/>
      <dgm:t>
        <a:bodyPr/>
        <a:lstStyle/>
        <a:p>
          <a:endParaRPr lang="uk-UA"/>
        </a:p>
      </dgm:t>
    </dgm:pt>
    <dgm:pt modelId="{F64F77D9-9BC0-4CEA-BC20-EA3566A2CD56}" type="pres">
      <dgm:prSet presAssocID="{5C8BF722-69B3-412C-B6BD-994E62E578B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3A0B72C-CA7F-4B42-AF0C-70B9CBEF0956}" type="pres">
      <dgm:prSet presAssocID="{C593834A-3E44-4D83-85BF-DA62DF33B8E2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67CE7F7-F914-4E97-88CD-967F6E883300}" type="pres">
      <dgm:prSet presAssocID="{AE85368E-354D-480B-BB7F-75AC7B6C6B4B}" presName="spacer" presStyleCnt="0"/>
      <dgm:spPr/>
    </dgm:pt>
    <dgm:pt modelId="{C58F0EE6-242A-47D6-8850-87FDB0D6D150}" type="pres">
      <dgm:prSet presAssocID="{2FD15D28-25B4-4393-8CCD-235A1EA9C9AC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6310934-8D4E-4366-BC77-98340BA76F35}" type="pres">
      <dgm:prSet presAssocID="{04F0E7AB-BABA-4245-B770-C9629AB46C24}" presName="spacer" presStyleCnt="0"/>
      <dgm:spPr/>
    </dgm:pt>
    <dgm:pt modelId="{A97F8058-A153-4BAB-9B65-E25B3B70DF2B}" type="pres">
      <dgm:prSet presAssocID="{9138CDB3-E66D-4CDC-899E-BE753FA1FEA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E750458-375C-4C33-AAEE-ABF2D35C2F86}" type="pres">
      <dgm:prSet presAssocID="{FCD8F5D6-586D-43D0-9836-4EFEA4BB48C3}" presName="spacer" presStyleCnt="0"/>
      <dgm:spPr/>
    </dgm:pt>
    <dgm:pt modelId="{78294EA3-6DFC-4BA4-A0C5-DEB08494D176}" type="pres">
      <dgm:prSet presAssocID="{797D7CC7-5D74-46B7-BA20-4A0D4158CB3E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E094669-7E0E-4920-808B-01C59FD816AA}" srcId="{5C8BF722-69B3-412C-B6BD-994E62E578B3}" destId="{2FD15D28-25B4-4393-8CCD-235A1EA9C9AC}" srcOrd="1" destOrd="0" parTransId="{FC7F958A-33CD-43A7-A64E-EB21172BFC08}" sibTransId="{04F0E7AB-BABA-4245-B770-C9629AB46C24}"/>
    <dgm:cxn modelId="{05F8D71C-104D-465D-A801-A3618DC1AD60}" type="presOf" srcId="{C593834A-3E44-4D83-85BF-DA62DF33B8E2}" destId="{93A0B72C-CA7F-4B42-AF0C-70B9CBEF0956}" srcOrd="0" destOrd="0" presId="urn:microsoft.com/office/officeart/2005/8/layout/vList2"/>
    <dgm:cxn modelId="{00B7E094-9AA9-4EEC-BDDB-A27AAAB325CE}" srcId="{5C8BF722-69B3-412C-B6BD-994E62E578B3}" destId="{C593834A-3E44-4D83-85BF-DA62DF33B8E2}" srcOrd="0" destOrd="0" parTransId="{6BAE470D-8ABE-4BE7-B0E1-C5E21CB1DD8D}" sibTransId="{AE85368E-354D-480B-BB7F-75AC7B6C6B4B}"/>
    <dgm:cxn modelId="{11B601C7-3BE2-4A63-AC1C-5CF920FFDEE5}" type="presOf" srcId="{5C8BF722-69B3-412C-B6BD-994E62E578B3}" destId="{F64F77D9-9BC0-4CEA-BC20-EA3566A2CD56}" srcOrd="0" destOrd="0" presId="urn:microsoft.com/office/officeart/2005/8/layout/vList2"/>
    <dgm:cxn modelId="{8BDFEFBF-B0F8-4B5B-927E-9C1970EF3EA4}" type="presOf" srcId="{797D7CC7-5D74-46B7-BA20-4A0D4158CB3E}" destId="{78294EA3-6DFC-4BA4-A0C5-DEB08494D176}" srcOrd="0" destOrd="0" presId="urn:microsoft.com/office/officeart/2005/8/layout/vList2"/>
    <dgm:cxn modelId="{EB62D674-CCB3-42B7-8CDA-562E1168ADFC}" type="presOf" srcId="{9138CDB3-E66D-4CDC-899E-BE753FA1FEA8}" destId="{A97F8058-A153-4BAB-9B65-E25B3B70DF2B}" srcOrd="0" destOrd="0" presId="urn:microsoft.com/office/officeart/2005/8/layout/vList2"/>
    <dgm:cxn modelId="{433799F7-D4F2-4E76-BC3E-CC3FA01DB163}" srcId="{5C8BF722-69B3-412C-B6BD-994E62E578B3}" destId="{9138CDB3-E66D-4CDC-899E-BE753FA1FEA8}" srcOrd="2" destOrd="0" parTransId="{752FF001-2315-4975-9745-3258FE68ED80}" sibTransId="{FCD8F5D6-586D-43D0-9836-4EFEA4BB48C3}"/>
    <dgm:cxn modelId="{867F0A85-BA46-41B8-A2FF-C399538A514E}" type="presOf" srcId="{2FD15D28-25B4-4393-8CCD-235A1EA9C9AC}" destId="{C58F0EE6-242A-47D6-8850-87FDB0D6D150}" srcOrd="0" destOrd="0" presId="urn:microsoft.com/office/officeart/2005/8/layout/vList2"/>
    <dgm:cxn modelId="{CF9E4845-1063-4594-AA16-62453AE04585}" srcId="{5C8BF722-69B3-412C-B6BD-994E62E578B3}" destId="{797D7CC7-5D74-46B7-BA20-4A0D4158CB3E}" srcOrd="3" destOrd="0" parTransId="{4DD903AF-E777-434B-90EA-C36E3F51E92E}" sibTransId="{138CC7BA-18E4-45D7-AF0D-2B68746D388B}"/>
    <dgm:cxn modelId="{518A2B0B-7E88-47E4-9EC1-016914F4997F}" type="presParOf" srcId="{F64F77D9-9BC0-4CEA-BC20-EA3566A2CD56}" destId="{93A0B72C-CA7F-4B42-AF0C-70B9CBEF0956}" srcOrd="0" destOrd="0" presId="urn:microsoft.com/office/officeart/2005/8/layout/vList2"/>
    <dgm:cxn modelId="{28B1A673-8640-418F-A0BF-12E033F929B0}" type="presParOf" srcId="{F64F77D9-9BC0-4CEA-BC20-EA3566A2CD56}" destId="{267CE7F7-F914-4E97-88CD-967F6E883300}" srcOrd="1" destOrd="0" presId="urn:microsoft.com/office/officeart/2005/8/layout/vList2"/>
    <dgm:cxn modelId="{4C7AC3D4-9ADB-4C0C-BA4F-0BA67667C337}" type="presParOf" srcId="{F64F77D9-9BC0-4CEA-BC20-EA3566A2CD56}" destId="{C58F0EE6-242A-47D6-8850-87FDB0D6D150}" srcOrd="2" destOrd="0" presId="urn:microsoft.com/office/officeart/2005/8/layout/vList2"/>
    <dgm:cxn modelId="{01EE5CBB-30A9-4F56-9C41-D1A828C0B56A}" type="presParOf" srcId="{F64F77D9-9BC0-4CEA-BC20-EA3566A2CD56}" destId="{D6310934-8D4E-4366-BC77-98340BA76F35}" srcOrd="3" destOrd="0" presId="urn:microsoft.com/office/officeart/2005/8/layout/vList2"/>
    <dgm:cxn modelId="{A54CA421-59CC-41D0-93A0-6C3EB840389B}" type="presParOf" srcId="{F64F77D9-9BC0-4CEA-BC20-EA3566A2CD56}" destId="{A97F8058-A153-4BAB-9B65-E25B3B70DF2B}" srcOrd="4" destOrd="0" presId="urn:microsoft.com/office/officeart/2005/8/layout/vList2"/>
    <dgm:cxn modelId="{2B158A33-1389-4A57-9666-638CB84E3874}" type="presParOf" srcId="{F64F77D9-9BC0-4CEA-BC20-EA3566A2CD56}" destId="{DE750458-375C-4C33-AAEE-ABF2D35C2F86}" srcOrd="5" destOrd="0" presId="urn:microsoft.com/office/officeart/2005/8/layout/vList2"/>
    <dgm:cxn modelId="{7947095D-E576-48FE-B957-27830C2AD11B}" type="presParOf" srcId="{F64F77D9-9BC0-4CEA-BC20-EA3566A2CD56}" destId="{78294EA3-6DFC-4BA4-A0C5-DEB08494D17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CAEC9B0-6031-41C0-89D1-7FD5191DA0C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E74A0B2-841B-4B43-AAC7-F76940CC4370}">
      <dgm:prSet/>
      <dgm:spPr/>
      <dgm:t>
        <a:bodyPr/>
        <a:lstStyle/>
        <a:p>
          <a:r>
            <a:rPr lang="uk-UA" b="0" i="0" dirty="0"/>
            <a:t>розкололи козацтво на два непримиренні табори: реєстрове та запорозьке (низове)</a:t>
          </a:r>
          <a:endParaRPr lang="uk-UA" dirty="0"/>
        </a:p>
      </dgm:t>
    </dgm:pt>
    <dgm:pt modelId="{EDB98617-8515-4A43-8141-1D89FD80A6CC}" type="parTrans" cxnId="{17EB37FA-7B24-4BD5-AEC0-AB3A80386AED}">
      <dgm:prSet/>
      <dgm:spPr/>
      <dgm:t>
        <a:bodyPr/>
        <a:lstStyle/>
        <a:p>
          <a:endParaRPr lang="uk-UA"/>
        </a:p>
      </dgm:t>
    </dgm:pt>
    <dgm:pt modelId="{6CAD22D8-B55E-4255-B9DB-877E93E08AF5}" type="sibTrans" cxnId="{17EB37FA-7B24-4BD5-AEC0-AB3A80386AED}">
      <dgm:prSet/>
      <dgm:spPr/>
      <dgm:t>
        <a:bodyPr/>
        <a:lstStyle/>
        <a:p>
          <a:endParaRPr lang="uk-UA"/>
        </a:p>
      </dgm:t>
    </dgm:pt>
    <dgm:pt modelId="{A696191A-C3D6-40D4-9F1C-A93B25DA8545}">
      <dgm:prSet/>
      <dgm:spPr/>
      <dgm:t>
        <a:bodyPr/>
        <a:lstStyle/>
        <a:p>
          <a:r>
            <a:rPr lang="uk-UA" b="0" i="0" dirty="0"/>
            <a:t>поклали край тертям і протиріччям між козацькою старшиною та рядовим козацтвом</a:t>
          </a:r>
          <a:endParaRPr lang="uk-UA" dirty="0"/>
        </a:p>
      </dgm:t>
    </dgm:pt>
    <dgm:pt modelId="{3CBDD5AE-34F9-4437-A440-0550E34DAE37}" type="parTrans" cxnId="{DC31A06D-237B-4AF7-B2FC-8F6B9990D338}">
      <dgm:prSet/>
      <dgm:spPr/>
      <dgm:t>
        <a:bodyPr/>
        <a:lstStyle/>
        <a:p>
          <a:endParaRPr lang="uk-UA"/>
        </a:p>
      </dgm:t>
    </dgm:pt>
    <dgm:pt modelId="{7702C355-8CFF-4804-BF47-B12836C6651D}" type="sibTrans" cxnId="{DC31A06D-237B-4AF7-B2FC-8F6B9990D338}">
      <dgm:prSet/>
      <dgm:spPr/>
      <dgm:t>
        <a:bodyPr/>
        <a:lstStyle/>
        <a:p>
          <a:endParaRPr lang="uk-UA"/>
        </a:p>
      </dgm:t>
    </dgm:pt>
    <dgm:pt modelId="{140754AE-7A4B-4902-A19B-A57D2ABA9A6C}" type="pres">
      <dgm:prSet presAssocID="{6CAEC9B0-6031-41C0-89D1-7FD5191DA0C5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D8AFFF9-5683-4180-9480-34D323955A20}" type="pres">
      <dgm:prSet presAssocID="{7E74A0B2-841B-4B43-AAC7-F76940CC4370}" presName="composite" presStyleCnt="0"/>
      <dgm:spPr/>
    </dgm:pt>
    <dgm:pt modelId="{F27B0733-47F6-40C6-9450-96CA68FADA6B}" type="pres">
      <dgm:prSet presAssocID="{7E74A0B2-841B-4B43-AAC7-F76940CC4370}" presName="imgShp" presStyleLbl="fgImgPlace1" presStyleIdx="0" presStyleCnt="2"/>
      <dgm:spPr/>
    </dgm:pt>
    <dgm:pt modelId="{5CCE2986-0FCA-4D4B-B4AC-37F110D3DA9D}" type="pres">
      <dgm:prSet presAssocID="{7E74A0B2-841B-4B43-AAC7-F76940CC4370}" presName="tx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895A478-59ED-4CAB-A860-E8B81E71B9FF}" type="pres">
      <dgm:prSet presAssocID="{6CAD22D8-B55E-4255-B9DB-877E93E08AF5}" presName="spacing" presStyleCnt="0"/>
      <dgm:spPr/>
    </dgm:pt>
    <dgm:pt modelId="{6A8A048F-702F-4042-8B77-CE3968D03B41}" type="pres">
      <dgm:prSet presAssocID="{A696191A-C3D6-40D4-9F1C-A93B25DA8545}" presName="composite" presStyleCnt="0"/>
      <dgm:spPr/>
    </dgm:pt>
    <dgm:pt modelId="{54563202-AEC8-4708-9819-53288A53A31F}" type="pres">
      <dgm:prSet presAssocID="{A696191A-C3D6-40D4-9F1C-A93B25DA8545}" presName="imgShp" presStyleLbl="fgImgPlace1" presStyleIdx="1" presStyleCnt="2"/>
      <dgm:spPr/>
    </dgm:pt>
    <dgm:pt modelId="{B314A419-4067-4BE4-9CED-F1A7327ABCF1}" type="pres">
      <dgm:prSet presAssocID="{A696191A-C3D6-40D4-9F1C-A93B25DA8545}" presName="tx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AC29ED0-D2C5-4CB1-9AD0-25BE3168AA3E}" type="presOf" srcId="{6CAEC9B0-6031-41C0-89D1-7FD5191DA0C5}" destId="{140754AE-7A4B-4902-A19B-A57D2ABA9A6C}" srcOrd="0" destOrd="0" presId="urn:microsoft.com/office/officeart/2005/8/layout/vList3"/>
    <dgm:cxn modelId="{DC31A06D-237B-4AF7-B2FC-8F6B9990D338}" srcId="{6CAEC9B0-6031-41C0-89D1-7FD5191DA0C5}" destId="{A696191A-C3D6-40D4-9F1C-A93B25DA8545}" srcOrd="1" destOrd="0" parTransId="{3CBDD5AE-34F9-4437-A440-0550E34DAE37}" sibTransId="{7702C355-8CFF-4804-BF47-B12836C6651D}"/>
    <dgm:cxn modelId="{A6E8EEAF-0147-483F-979F-2682A90ABDA0}" type="presOf" srcId="{7E74A0B2-841B-4B43-AAC7-F76940CC4370}" destId="{5CCE2986-0FCA-4D4B-B4AC-37F110D3DA9D}" srcOrd="0" destOrd="0" presId="urn:microsoft.com/office/officeart/2005/8/layout/vList3"/>
    <dgm:cxn modelId="{E10C57CC-CE0D-4E83-9BA9-94BFF5AF0BEA}" type="presOf" srcId="{A696191A-C3D6-40D4-9F1C-A93B25DA8545}" destId="{B314A419-4067-4BE4-9CED-F1A7327ABCF1}" srcOrd="0" destOrd="0" presId="urn:microsoft.com/office/officeart/2005/8/layout/vList3"/>
    <dgm:cxn modelId="{17EB37FA-7B24-4BD5-AEC0-AB3A80386AED}" srcId="{6CAEC9B0-6031-41C0-89D1-7FD5191DA0C5}" destId="{7E74A0B2-841B-4B43-AAC7-F76940CC4370}" srcOrd="0" destOrd="0" parTransId="{EDB98617-8515-4A43-8141-1D89FD80A6CC}" sibTransId="{6CAD22D8-B55E-4255-B9DB-877E93E08AF5}"/>
    <dgm:cxn modelId="{BDDC4005-180D-4867-875A-6D46D2153932}" type="presParOf" srcId="{140754AE-7A4B-4902-A19B-A57D2ABA9A6C}" destId="{5D8AFFF9-5683-4180-9480-34D323955A20}" srcOrd="0" destOrd="0" presId="urn:microsoft.com/office/officeart/2005/8/layout/vList3"/>
    <dgm:cxn modelId="{132F6995-4F2F-4E73-9455-8963B1F440D0}" type="presParOf" srcId="{5D8AFFF9-5683-4180-9480-34D323955A20}" destId="{F27B0733-47F6-40C6-9450-96CA68FADA6B}" srcOrd="0" destOrd="0" presId="urn:microsoft.com/office/officeart/2005/8/layout/vList3"/>
    <dgm:cxn modelId="{1C3DA676-4348-4E82-AF65-C5970E3C12CD}" type="presParOf" srcId="{5D8AFFF9-5683-4180-9480-34D323955A20}" destId="{5CCE2986-0FCA-4D4B-B4AC-37F110D3DA9D}" srcOrd="1" destOrd="0" presId="urn:microsoft.com/office/officeart/2005/8/layout/vList3"/>
    <dgm:cxn modelId="{5B8F3A22-D41E-4A35-BBEB-6F70A2086122}" type="presParOf" srcId="{140754AE-7A4B-4902-A19B-A57D2ABA9A6C}" destId="{C895A478-59ED-4CAB-A860-E8B81E71B9FF}" srcOrd="1" destOrd="0" presId="urn:microsoft.com/office/officeart/2005/8/layout/vList3"/>
    <dgm:cxn modelId="{295271FA-2277-42C4-A83E-636E61C2C20C}" type="presParOf" srcId="{140754AE-7A4B-4902-A19B-A57D2ABA9A6C}" destId="{6A8A048F-702F-4042-8B77-CE3968D03B41}" srcOrd="2" destOrd="0" presId="urn:microsoft.com/office/officeart/2005/8/layout/vList3"/>
    <dgm:cxn modelId="{A565A42B-569F-4601-95C2-0035857F610C}" type="presParOf" srcId="{6A8A048F-702F-4042-8B77-CE3968D03B41}" destId="{54563202-AEC8-4708-9819-53288A53A31F}" srcOrd="0" destOrd="0" presId="urn:microsoft.com/office/officeart/2005/8/layout/vList3"/>
    <dgm:cxn modelId="{009A2A51-31F4-4EF5-AF10-8FD6EDE70270}" type="presParOf" srcId="{6A8A048F-702F-4042-8B77-CE3968D03B41}" destId="{B314A419-4067-4BE4-9CED-F1A7327ABCF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3426D2A-515C-41B5-991E-A44144AF595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E0EA03A-EC92-4522-8152-F1A392E6F3A5}">
      <dgm:prSet/>
      <dgm:spPr/>
      <dgm:t>
        <a:bodyPr/>
        <a:lstStyle/>
        <a:p>
          <a:r>
            <a:rPr lang="uk-UA" b="0" i="0" dirty="0"/>
            <a:t>гальмували процеси ополячення й окатоличення, зменшуючи тиск шляхетського гніту</a:t>
          </a:r>
          <a:endParaRPr lang="uk-UA" dirty="0"/>
        </a:p>
      </dgm:t>
    </dgm:pt>
    <dgm:pt modelId="{960780F1-B4AA-4BF6-B891-68332CD8B932}" type="parTrans" cxnId="{B6AFD9E3-7F0C-4940-BCD1-32E7D80E0C75}">
      <dgm:prSet/>
      <dgm:spPr/>
      <dgm:t>
        <a:bodyPr/>
        <a:lstStyle/>
        <a:p>
          <a:endParaRPr lang="uk-UA"/>
        </a:p>
      </dgm:t>
    </dgm:pt>
    <dgm:pt modelId="{1077FE07-8AEB-47AA-B449-3457C4F2D231}" type="sibTrans" cxnId="{B6AFD9E3-7F0C-4940-BCD1-32E7D80E0C75}">
      <dgm:prSet/>
      <dgm:spPr/>
      <dgm:t>
        <a:bodyPr/>
        <a:lstStyle/>
        <a:p>
          <a:endParaRPr lang="uk-UA"/>
        </a:p>
      </dgm:t>
    </dgm:pt>
    <dgm:pt modelId="{B50D250A-B7C5-41DC-8EBC-A2D97CACECDB}">
      <dgm:prSet/>
      <dgm:spPr/>
      <dgm:t>
        <a:bodyPr/>
        <a:lstStyle/>
        <a:p>
          <a:r>
            <a:rPr lang="uk-UA" b="0" i="0" dirty="0"/>
            <a:t>звели нанівець престиж і згасили авторитет запорозького козацтва серед селянства</a:t>
          </a:r>
          <a:endParaRPr lang="uk-UA" dirty="0"/>
        </a:p>
      </dgm:t>
    </dgm:pt>
    <dgm:pt modelId="{E57DCE40-86CA-4FE5-9743-D47D21E6B627}" type="parTrans" cxnId="{5939B7E8-E8A4-4FD2-84F5-ABDBDE03A8EE}">
      <dgm:prSet/>
      <dgm:spPr/>
      <dgm:t>
        <a:bodyPr/>
        <a:lstStyle/>
        <a:p>
          <a:endParaRPr lang="uk-UA"/>
        </a:p>
      </dgm:t>
    </dgm:pt>
    <dgm:pt modelId="{72A2BB48-02AE-4D3E-9505-0FC5A4911EE7}" type="sibTrans" cxnId="{5939B7E8-E8A4-4FD2-84F5-ABDBDE03A8EE}">
      <dgm:prSet/>
      <dgm:spPr/>
      <dgm:t>
        <a:bodyPr/>
        <a:lstStyle/>
        <a:p>
          <a:endParaRPr lang="uk-UA"/>
        </a:p>
      </dgm:t>
    </dgm:pt>
    <dgm:pt modelId="{6473FCA3-4733-4FB5-B1BC-DB2AA67C753D}" type="pres">
      <dgm:prSet presAssocID="{B3426D2A-515C-41B5-991E-A44144AF595B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C855AB1-4CDB-4515-B1C1-95B32590ECF1}" type="pres">
      <dgm:prSet presAssocID="{7E0EA03A-EC92-4522-8152-F1A392E6F3A5}" presName="composite" presStyleCnt="0"/>
      <dgm:spPr/>
    </dgm:pt>
    <dgm:pt modelId="{BE6BD178-6C93-4E85-9E16-39D8358FC6E6}" type="pres">
      <dgm:prSet presAssocID="{7E0EA03A-EC92-4522-8152-F1A392E6F3A5}" presName="imgShp" presStyleLbl="fgImgPlace1" presStyleIdx="0" presStyleCnt="2"/>
      <dgm:spPr/>
    </dgm:pt>
    <dgm:pt modelId="{EC1DF472-BFF0-47E9-BC2A-8CA0A8AC7981}" type="pres">
      <dgm:prSet presAssocID="{7E0EA03A-EC92-4522-8152-F1A392E6F3A5}" presName="txShp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5C3306F-743A-4A66-8A1C-81FED035542D}" type="pres">
      <dgm:prSet presAssocID="{1077FE07-8AEB-47AA-B449-3457C4F2D231}" presName="spacing" presStyleCnt="0"/>
      <dgm:spPr/>
    </dgm:pt>
    <dgm:pt modelId="{2611F3B0-5580-420E-BD01-797E66713B8F}" type="pres">
      <dgm:prSet presAssocID="{B50D250A-B7C5-41DC-8EBC-A2D97CACECDB}" presName="composite" presStyleCnt="0"/>
      <dgm:spPr/>
    </dgm:pt>
    <dgm:pt modelId="{BE634C0D-B867-4BB2-A191-ADAD6ACEEE8A}" type="pres">
      <dgm:prSet presAssocID="{B50D250A-B7C5-41DC-8EBC-A2D97CACECDB}" presName="imgShp" presStyleLbl="fgImgPlace1" presStyleIdx="1" presStyleCnt="2"/>
      <dgm:spPr/>
    </dgm:pt>
    <dgm:pt modelId="{4E8785CA-CC67-4EBB-8D20-2CBC9F65670A}" type="pres">
      <dgm:prSet presAssocID="{B50D250A-B7C5-41DC-8EBC-A2D97CACECDB}" presName="txShp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FB92014-33AF-4720-85EE-B64EC88824C6}" type="presOf" srcId="{B50D250A-B7C5-41DC-8EBC-A2D97CACECDB}" destId="{4E8785CA-CC67-4EBB-8D20-2CBC9F65670A}" srcOrd="0" destOrd="0" presId="urn:microsoft.com/office/officeart/2005/8/layout/vList3"/>
    <dgm:cxn modelId="{05E9310A-E47A-41CE-848E-15F0910760ED}" type="presOf" srcId="{7E0EA03A-EC92-4522-8152-F1A392E6F3A5}" destId="{EC1DF472-BFF0-47E9-BC2A-8CA0A8AC7981}" srcOrd="0" destOrd="0" presId="urn:microsoft.com/office/officeart/2005/8/layout/vList3"/>
    <dgm:cxn modelId="{C53FB99B-F6F4-4345-A8F5-8C996E55E553}" type="presOf" srcId="{B3426D2A-515C-41B5-991E-A44144AF595B}" destId="{6473FCA3-4733-4FB5-B1BC-DB2AA67C753D}" srcOrd="0" destOrd="0" presId="urn:microsoft.com/office/officeart/2005/8/layout/vList3"/>
    <dgm:cxn modelId="{B6AFD9E3-7F0C-4940-BCD1-32E7D80E0C75}" srcId="{B3426D2A-515C-41B5-991E-A44144AF595B}" destId="{7E0EA03A-EC92-4522-8152-F1A392E6F3A5}" srcOrd="0" destOrd="0" parTransId="{960780F1-B4AA-4BF6-B891-68332CD8B932}" sibTransId="{1077FE07-8AEB-47AA-B449-3457C4F2D231}"/>
    <dgm:cxn modelId="{5939B7E8-E8A4-4FD2-84F5-ABDBDE03A8EE}" srcId="{B3426D2A-515C-41B5-991E-A44144AF595B}" destId="{B50D250A-B7C5-41DC-8EBC-A2D97CACECDB}" srcOrd="1" destOrd="0" parTransId="{E57DCE40-86CA-4FE5-9743-D47D21E6B627}" sibTransId="{72A2BB48-02AE-4D3E-9505-0FC5A4911EE7}"/>
    <dgm:cxn modelId="{54EB7154-4E55-45D5-BF67-4485E5C9E885}" type="presParOf" srcId="{6473FCA3-4733-4FB5-B1BC-DB2AA67C753D}" destId="{8C855AB1-4CDB-4515-B1C1-95B32590ECF1}" srcOrd="0" destOrd="0" presId="urn:microsoft.com/office/officeart/2005/8/layout/vList3"/>
    <dgm:cxn modelId="{D0E079E3-AE9A-4ACA-8E0B-3DFE06102C4D}" type="presParOf" srcId="{8C855AB1-4CDB-4515-B1C1-95B32590ECF1}" destId="{BE6BD178-6C93-4E85-9E16-39D8358FC6E6}" srcOrd="0" destOrd="0" presId="urn:microsoft.com/office/officeart/2005/8/layout/vList3"/>
    <dgm:cxn modelId="{59819641-CAD8-4508-B3CE-D3C9814C68C1}" type="presParOf" srcId="{8C855AB1-4CDB-4515-B1C1-95B32590ECF1}" destId="{EC1DF472-BFF0-47E9-BC2A-8CA0A8AC7981}" srcOrd="1" destOrd="0" presId="urn:microsoft.com/office/officeart/2005/8/layout/vList3"/>
    <dgm:cxn modelId="{09E2AC5F-5255-4695-A815-F56390FB7C67}" type="presParOf" srcId="{6473FCA3-4733-4FB5-B1BC-DB2AA67C753D}" destId="{C5C3306F-743A-4A66-8A1C-81FED035542D}" srcOrd="1" destOrd="0" presId="urn:microsoft.com/office/officeart/2005/8/layout/vList3"/>
    <dgm:cxn modelId="{340F26DE-EE7E-4802-A974-FB8CD9C707E3}" type="presParOf" srcId="{6473FCA3-4733-4FB5-B1BC-DB2AA67C753D}" destId="{2611F3B0-5580-420E-BD01-797E66713B8F}" srcOrd="2" destOrd="0" presId="urn:microsoft.com/office/officeart/2005/8/layout/vList3"/>
    <dgm:cxn modelId="{D1CCB6CE-6E9E-474F-97A0-9435CCD16E0A}" type="presParOf" srcId="{2611F3B0-5580-420E-BD01-797E66713B8F}" destId="{BE634C0D-B867-4BB2-A191-ADAD6ACEEE8A}" srcOrd="0" destOrd="0" presId="urn:microsoft.com/office/officeart/2005/8/layout/vList3"/>
    <dgm:cxn modelId="{F6D41001-3327-4FF0-8D97-F03AB8033590}" type="presParOf" srcId="{2611F3B0-5580-420E-BD01-797E66713B8F}" destId="{4E8785CA-CC67-4EBB-8D20-2CBC9F65670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46568C7-B53C-46AF-AC0D-72FD713EB2E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4DC14B0-5DB5-45F5-B64A-BC00C0FDDCF1}">
      <dgm:prSet/>
      <dgm:spPr/>
      <dgm:t>
        <a:bodyPr/>
        <a:lstStyle/>
        <a:p>
          <a:r>
            <a:rPr lang="ru-RU" b="0" i="0" dirty="0"/>
            <a:t>причини </a:t>
          </a:r>
          <a:r>
            <a:rPr lang="ru-RU" b="0" i="0" dirty="0" err="1"/>
            <a:t>повстань</a:t>
          </a:r>
          <a:r>
            <a:rPr lang="ru-RU" b="0" i="0" dirty="0"/>
            <a:t>.</a:t>
          </a:r>
          <a:endParaRPr lang="uk-UA" dirty="0"/>
        </a:p>
      </dgm:t>
    </dgm:pt>
    <dgm:pt modelId="{052999B3-2AF7-4FFE-950B-90E4724D124E}" type="parTrans" cxnId="{2D25F7C1-5F4E-4BD1-AB2F-316CEAF7169B}">
      <dgm:prSet/>
      <dgm:spPr/>
      <dgm:t>
        <a:bodyPr/>
        <a:lstStyle/>
        <a:p>
          <a:endParaRPr lang="uk-UA"/>
        </a:p>
      </dgm:t>
    </dgm:pt>
    <dgm:pt modelId="{3A6CD655-C3A1-4239-AC8F-81ED91BE46D3}" type="sibTrans" cxnId="{2D25F7C1-5F4E-4BD1-AB2F-316CEAF7169B}">
      <dgm:prSet/>
      <dgm:spPr/>
      <dgm:t>
        <a:bodyPr/>
        <a:lstStyle/>
        <a:p>
          <a:endParaRPr lang="uk-UA"/>
        </a:p>
      </dgm:t>
    </dgm:pt>
    <dgm:pt modelId="{1539B787-1863-4DE6-B457-F3469DD9BD7D}">
      <dgm:prSet/>
      <dgm:spPr/>
      <dgm:t>
        <a:bodyPr/>
        <a:lstStyle/>
        <a:p>
          <a:r>
            <a:rPr lang="ru-RU" b="0" i="0"/>
            <a:t>наслідки повстань.</a:t>
          </a:r>
          <a:endParaRPr lang="uk-UA"/>
        </a:p>
      </dgm:t>
    </dgm:pt>
    <dgm:pt modelId="{3B406ADB-3F9C-4AC4-94A1-EB0B75C31607}" type="parTrans" cxnId="{2D122C74-89CF-40BD-B316-D60118B1B319}">
      <dgm:prSet/>
      <dgm:spPr/>
      <dgm:t>
        <a:bodyPr/>
        <a:lstStyle/>
        <a:p>
          <a:endParaRPr lang="uk-UA"/>
        </a:p>
      </dgm:t>
    </dgm:pt>
    <dgm:pt modelId="{4D3189B9-22A2-41F4-8EF0-2411489C41D4}" type="sibTrans" cxnId="{2D122C74-89CF-40BD-B316-D60118B1B319}">
      <dgm:prSet/>
      <dgm:spPr/>
      <dgm:t>
        <a:bodyPr/>
        <a:lstStyle/>
        <a:p>
          <a:endParaRPr lang="uk-UA"/>
        </a:p>
      </dgm:t>
    </dgm:pt>
    <dgm:pt modelId="{108F0BE2-95E7-4622-A33B-778AC2727850}">
      <dgm:prSet/>
      <dgm:spPr/>
      <dgm:t>
        <a:bodyPr/>
        <a:lstStyle/>
        <a:p>
          <a:r>
            <a:rPr lang="ru-RU" b="0" i="0"/>
            <a:t>значення повстань.</a:t>
          </a:r>
          <a:endParaRPr lang="uk-UA"/>
        </a:p>
      </dgm:t>
    </dgm:pt>
    <dgm:pt modelId="{82FF0B47-3BF9-4F0C-84FC-0002B6AD0A1A}" type="parTrans" cxnId="{8D24BC11-0C41-40DC-860D-406A33BCAAE5}">
      <dgm:prSet/>
      <dgm:spPr/>
      <dgm:t>
        <a:bodyPr/>
        <a:lstStyle/>
        <a:p>
          <a:endParaRPr lang="uk-UA"/>
        </a:p>
      </dgm:t>
    </dgm:pt>
    <dgm:pt modelId="{6DA19B97-4E4E-4EAD-865D-08CDA76C414B}" type="sibTrans" cxnId="{8D24BC11-0C41-40DC-860D-406A33BCAAE5}">
      <dgm:prSet/>
      <dgm:spPr/>
      <dgm:t>
        <a:bodyPr/>
        <a:lstStyle/>
        <a:p>
          <a:endParaRPr lang="uk-UA"/>
        </a:p>
      </dgm:t>
    </dgm:pt>
    <dgm:pt modelId="{AB4FFAB6-BBA9-41EE-AB29-612A6F63221C}">
      <dgm:prSet/>
      <dgm:spPr/>
      <dgm:t>
        <a:bodyPr/>
        <a:lstStyle/>
        <a:p>
          <a:r>
            <a:rPr lang="ru-RU" b="0" i="0" dirty="0" err="1"/>
            <a:t>рушійні</a:t>
          </a:r>
          <a:r>
            <a:rPr lang="ru-RU" b="0" i="0" dirty="0"/>
            <a:t> </a:t>
          </a:r>
          <a:r>
            <a:rPr lang="ru-RU" b="0" i="0" dirty="0" err="1"/>
            <a:t>сили</a:t>
          </a:r>
          <a:r>
            <a:rPr lang="ru-RU" b="0" i="0" dirty="0"/>
            <a:t> </a:t>
          </a:r>
          <a:r>
            <a:rPr lang="ru-RU" b="0" i="0" dirty="0" err="1"/>
            <a:t>повстань</a:t>
          </a:r>
          <a:endParaRPr lang="uk-UA" dirty="0"/>
        </a:p>
      </dgm:t>
    </dgm:pt>
    <dgm:pt modelId="{CA117E26-5C95-4A7C-BE38-CEE6E34F5BDC}" type="parTrans" cxnId="{8AF0870F-4110-40C7-8247-49C110CCCB8B}">
      <dgm:prSet/>
      <dgm:spPr/>
      <dgm:t>
        <a:bodyPr/>
        <a:lstStyle/>
        <a:p>
          <a:endParaRPr lang="uk-UA"/>
        </a:p>
      </dgm:t>
    </dgm:pt>
    <dgm:pt modelId="{9E2B08E7-873A-4E48-8628-511CF40B2A4E}" type="sibTrans" cxnId="{8AF0870F-4110-40C7-8247-49C110CCCB8B}">
      <dgm:prSet/>
      <dgm:spPr/>
      <dgm:t>
        <a:bodyPr/>
        <a:lstStyle/>
        <a:p>
          <a:endParaRPr lang="uk-UA"/>
        </a:p>
      </dgm:t>
    </dgm:pt>
    <dgm:pt modelId="{767200C7-D02F-487A-B0C3-3B34FA85D439}" type="pres">
      <dgm:prSet presAssocID="{A46568C7-B53C-46AF-AC0D-72FD713EB2EF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1D7F4DA-8AE4-4642-BE42-072FA30520EF}" type="pres">
      <dgm:prSet presAssocID="{E4DC14B0-5DB5-45F5-B64A-BC00C0FDDCF1}" presName="composite" presStyleCnt="0"/>
      <dgm:spPr/>
    </dgm:pt>
    <dgm:pt modelId="{06489C9C-2ADC-445A-AE92-ED41D5C3F087}" type="pres">
      <dgm:prSet presAssocID="{E4DC14B0-5DB5-45F5-B64A-BC00C0FDDCF1}" presName="imgShp" presStyleLbl="fgImgPlace1" presStyleIdx="0" presStyleCnt="4"/>
      <dgm:spPr/>
    </dgm:pt>
    <dgm:pt modelId="{411D763A-87A7-43B5-B08F-1C8E96BAA8C7}" type="pres">
      <dgm:prSet presAssocID="{E4DC14B0-5DB5-45F5-B64A-BC00C0FDDCF1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DFBD4F0-E635-43AA-BA80-0AE3BB630A73}" type="pres">
      <dgm:prSet presAssocID="{3A6CD655-C3A1-4239-AC8F-81ED91BE46D3}" presName="spacing" presStyleCnt="0"/>
      <dgm:spPr/>
    </dgm:pt>
    <dgm:pt modelId="{2BEA2C1F-BCA3-4072-BA7C-A41B301609D2}" type="pres">
      <dgm:prSet presAssocID="{1539B787-1863-4DE6-B457-F3469DD9BD7D}" presName="composite" presStyleCnt="0"/>
      <dgm:spPr/>
    </dgm:pt>
    <dgm:pt modelId="{4274DCB7-5BA5-4A50-BD58-9AEE0160FA4C}" type="pres">
      <dgm:prSet presAssocID="{1539B787-1863-4DE6-B457-F3469DD9BD7D}" presName="imgShp" presStyleLbl="fgImgPlace1" presStyleIdx="1" presStyleCnt="4"/>
      <dgm:spPr/>
    </dgm:pt>
    <dgm:pt modelId="{A5557B8F-48E7-4DD6-9078-787F65D59B18}" type="pres">
      <dgm:prSet presAssocID="{1539B787-1863-4DE6-B457-F3469DD9BD7D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5CCD334-EDA6-470B-9AA3-B075E57BABB5}" type="pres">
      <dgm:prSet presAssocID="{4D3189B9-22A2-41F4-8EF0-2411489C41D4}" presName="spacing" presStyleCnt="0"/>
      <dgm:spPr/>
    </dgm:pt>
    <dgm:pt modelId="{8081025D-0337-4F9D-A90D-336C2A3DBBF7}" type="pres">
      <dgm:prSet presAssocID="{108F0BE2-95E7-4622-A33B-778AC2727850}" presName="composite" presStyleCnt="0"/>
      <dgm:spPr/>
    </dgm:pt>
    <dgm:pt modelId="{8287F636-6019-4654-8DCF-D8D89FE44312}" type="pres">
      <dgm:prSet presAssocID="{108F0BE2-95E7-4622-A33B-778AC2727850}" presName="imgShp" presStyleLbl="fgImgPlace1" presStyleIdx="2" presStyleCnt="4"/>
      <dgm:spPr/>
    </dgm:pt>
    <dgm:pt modelId="{8C743C27-833F-4D5A-BC06-DBA5FAA3DAC3}" type="pres">
      <dgm:prSet presAssocID="{108F0BE2-95E7-4622-A33B-778AC2727850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A15B13F-6389-49F9-9E0E-CA110AA479E9}" type="pres">
      <dgm:prSet presAssocID="{6DA19B97-4E4E-4EAD-865D-08CDA76C414B}" presName="spacing" presStyleCnt="0"/>
      <dgm:spPr/>
    </dgm:pt>
    <dgm:pt modelId="{35C60FF8-CB09-4647-A2B1-1F58E337287B}" type="pres">
      <dgm:prSet presAssocID="{AB4FFAB6-BBA9-41EE-AB29-612A6F63221C}" presName="composite" presStyleCnt="0"/>
      <dgm:spPr/>
    </dgm:pt>
    <dgm:pt modelId="{5417D750-7238-4A9B-9BBC-5BC3C2D4D9A9}" type="pres">
      <dgm:prSet presAssocID="{AB4FFAB6-BBA9-41EE-AB29-612A6F63221C}" presName="imgShp" presStyleLbl="fgImgPlace1" presStyleIdx="3" presStyleCnt="4"/>
      <dgm:spPr/>
    </dgm:pt>
    <dgm:pt modelId="{D5D83ED0-9AC3-45AA-8A6C-60C171501DDB}" type="pres">
      <dgm:prSet presAssocID="{AB4FFAB6-BBA9-41EE-AB29-612A6F63221C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D25F7C1-5F4E-4BD1-AB2F-316CEAF7169B}" srcId="{A46568C7-B53C-46AF-AC0D-72FD713EB2EF}" destId="{E4DC14B0-5DB5-45F5-B64A-BC00C0FDDCF1}" srcOrd="0" destOrd="0" parTransId="{052999B3-2AF7-4FFE-950B-90E4724D124E}" sibTransId="{3A6CD655-C3A1-4239-AC8F-81ED91BE46D3}"/>
    <dgm:cxn modelId="{7F50C43D-E2EF-45C7-8A97-19F6599E5D32}" type="presOf" srcId="{1539B787-1863-4DE6-B457-F3469DD9BD7D}" destId="{A5557B8F-48E7-4DD6-9078-787F65D59B18}" srcOrd="0" destOrd="0" presId="urn:microsoft.com/office/officeart/2005/8/layout/vList3"/>
    <dgm:cxn modelId="{972636B7-E30C-4F48-ACE8-34D9DFD41999}" type="presOf" srcId="{AB4FFAB6-BBA9-41EE-AB29-612A6F63221C}" destId="{D5D83ED0-9AC3-45AA-8A6C-60C171501DDB}" srcOrd="0" destOrd="0" presId="urn:microsoft.com/office/officeart/2005/8/layout/vList3"/>
    <dgm:cxn modelId="{124E96BE-0207-440C-AAE1-E9C865E73CF9}" type="presOf" srcId="{E4DC14B0-5DB5-45F5-B64A-BC00C0FDDCF1}" destId="{411D763A-87A7-43B5-B08F-1C8E96BAA8C7}" srcOrd="0" destOrd="0" presId="urn:microsoft.com/office/officeart/2005/8/layout/vList3"/>
    <dgm:cxn modelId="{09519F89-3A39-4A49-8F70-BBD23D44E0AF}" type="presOf" srcId="{108F0BE2-95E7-4622-A33B-778AC2727850}" destId="{8C743C27-833F-4D5A-BC06-DBA5FAA3DAC3}" srcOrd="0" destOrd="0" presId="urn:microsoft.com/office/officeart/2005/8/layout/vList3"/>
    <dgm:cxn modelId="{96ADF148-2B74-4F70-AF1C-2F2935572487}" type="presOf" srcId="{A46568C7-B53C-46AF-AC0D-72FD713EB2EF}" destId="{767200C7-D02F-487A-B0C3-3B34FA85D439}" srcOrd="0" destOrd="0" presId="urn:microsoft.com/office/officeart/2005/8/layout/vList3"/>
    <dgm:cxn modelId="{8AF0870F-4110-40C7-8247-49C110CCCB8B}" srcId="{A46568C7-B53C-46AF-AC0D-72FD713EB2EF}" destId="{AB4FFAB6-BBA9-41EE-AB29-612A6F63221C}" srcOrd="3" destOrd="0" parTransId="{CA117E26-5C95-4A7C-BE38-CEE6E34F5BDC}" sibTransId="{9E2B08E7-873A-4E48-8628-511CF40B2A4E}"/>
    <dgm:cxn modelId="{8D24BC11-0C41-40DC-860D-406A33BCAAE5}" srcId="{A46568C7-B53C-46AF-AC0D-72FD713EB2EF}" destId="{108F0BE2-95E7-4622-A33B-778AC2727850}" srcOrd="2" destOrd="0" parTransId="{82FF0B47-3BF9-4F0C-84FC-0002B6AD0A1A}" sibTransId="{6DA19B97-4E4E-4EAD-865D-08CDA76C414B}"/>
    <dgm:cxn modelId="{2D122C74-89CF-40BD-B316-D60118B1B319}" srcId="{A46568C7-B53C-46AF-AC0D-72FD713EB2EF}" destId="{1539B787-1863-4DE6-B457-F3469DD9BD7D}" srcOrd="1" destOrd="0" parTransId="{3B406ADB-3F9C-4AC4-94A1-EB0B75C31607}" sibTransId="{4D3189B9-22A2-41F4-8EF0-2411489C41D4}"/>
    <dgm:cxn modelId="{AE98CCAA-0089-4DC6-AF8A-489CA1227A11}" type="presParOf" srcId="{767200C7-D02F-487A-B0C3-3B34FA85D439}" destId="{71D7F4DA-8AE4-4642-BE42-072FA30520EF}" srcOrd="0" destOrd="0" presId="urn:microsoft.com/office/officeart/2005/8/layout/vList3"/>
    <dgm:cxn modelId="{E56E5386-A8DD-4F77-8949-EA402F202D59}" type="presParOf" srcId="{71D7F4DA-8AE4-4642-BE42-072FA30520EF}" destId="{06489C9C-2ADC-445A-AE92-ED41D5C3F087}" srcOrd="0" destOrd="0" presId="urn:microsoft.com/office/officeart/2005/8/layout/vList3"/>
    <dgm:cxn modelId="{2BA2B783-342F-4D4A-8769-60DDEA81F6DA}" type="presParOf" srcId="{71D7F4DA-8AE4-4642-BE42-072FA30520EF}" destId="{411D763A-87A7-43B5-B08F-1C8E96BAA8C7}" srcOrd="1" destOrd="0" presId="urn:microsoft.com/office/officeart/2005/8/layout/vList3"/>
    <dgm:cxn modelId="{FD2C8723-2AAA-468A-B85F-9CA6F40AF811}" type="presParOf" srcId="{767200C7-D02F-487A-B0C3-3B34FA85D439}" destId="{FDFBD4F0-E635-43AA-BA80-0AE3BB630A73}" srcOrd="1" destOrd="0" presId="urn:microsoft.com/office/officeart/2005/8/layout/vList3"/>
    <dgm:cxn modelId="{88FAA7D5-DB34-4805-90EE-EFC050F2E156}" type="presParOf" srcId="{767200C7-D02F-487A-B0C3-3B34FA85D439}" destId="{2BEA2C1F-BCA3-4072-BA7C-A41B301609D2}" srcOrd="2" destOrd="0" presId="urn:microsoft.com/office/officeart/2005/8/layout/vList3"/>
    <dgm:cxn modelId="{6FFD6EF5-BC53-45E3-9360-A5ADA95A46CB}" type="presParOf" srcId="{2BEA2C1F-BCA3-4072-BA7C-A41B301609D2}" destId="{4274DCB7-5BA5-4A50-BD58-9AEE0160FA4C}" srcOrd="0" destOrd="0" presId="urn:microsoft.com/office/officeart/2005/8/layout/vList3"/>
    <dgm:cxn modelId="{57232E0F-B081-4EEB-9200-02F700EE0ADA}" type="presParOf" srcId="{2BEA2C1F-BCA3-4072-BA7C-A41B301609D2}" destId="{A5557B8F-48E7-4DD6-9078-787F65D59B18}" srcOrd="1" destOrd="0" presId="urn:microsoft.com/office/officeart/2005/8/layout/vList3"/>
    <dgm:cxn modelId="{6CCF190C-A490-4FB6-8279-E4758B998227}" type="presParOf" srcId="{767200C7-D02F-487A-B0C3-3B34FA85D439}" destId="{05CCD334-EDA6-470B-9AA3-B075E57BABB5}" srcOrd="3" destOrd="0" presId="urn:microsoft.com/office/officeart/2005/8/layout/vList3"/>
    <dgm:cxn modelId="{107EA8AE-F1EC-473D-ACC4-1AA7DE3D321C}" type="presParOf" srcId="{767200C7-D02F-487A-B0C3-3B34FA85D439}" destId="{8081025D-0337-4F9D-A90D-336C2A3DBBF7}" srcOrd="4" destOrd="0" presId="urn:microsoft.com/office/officeart/2005/8/layout/vList3"/>
    <dgm:cxn modelId="{088F3C25-3A66-49F1-A239-92E146DA5C6C}" type="presParOf" srcId="{8081025D-0337-4F9D-A90D-336C2A3DBBF7}" destId="{8287F636-6019-4654-8DCF-D8D89FE44312}" srcOrd="0" destOrd="0" presId="urn:microsoft.com/office/officeart/2005/8/layout/vList3"/>
    <dgm:cxn modelId="{FCD3CED0-C180-4D82-A2B2-67441396A684}" type="presParOf" srcId="{8081025D-0337-4F9D-A90D-336C2A3DBBF7}" destId="{8C743C27-833F-4D5A-BC06-DBA5FAA3DAC3}" srcOrd="1" destOrd="0" presId="urn:microsoft.com/office/officeart/2005/8/layout/vList3"/>
    <dgm:cxn modelId="{3ACCD0E0-546F-43B9-94F8-510E0F18FEAA}" type="presParOf" srcId="{767200C7-D02F-487A-B0C3-3B34FA85D439}" destId="{7A15B13F-6389-49F9-9E0E-CA110AA479E9}" srcOrd="5" destOrd="0" presId="urn:microsoft.com/office/officeart/2005/8/layout/vList3"/>
    <dgm:cxn modelId="{718215FE-9E3A-477A-BEEA-92274EEF4511}" type="presParOf" srcId="{767200C7-D02F-487A-B0C3-3B34FA85D439}" destId="{35C60FF8-CB09-4647-A2B1-1F58E337287B}" srcOrd="6" destOrd="0" presId="urn:microsoft.com/office/officeart/2005/8/layout/vList3"/>
    <dgm:cxn modelId="{E036DD9E-2337-4CDB-A421-ACDFC9B03F5E}" type="presParOf" srcId="{35C60FF8-CB09-4647-A2B1-1F58E337287B}" destId="{5417D750-7238-4A9B-9BBC-5BC3C2D4D9A9}" srcOrd="0" destOrd="0" presId="urn:microsoft.com/office/officeart/2005/8/layout/vList3"/>
    <dgm:cxn modelId="{737858B6-FDD7-41F2-8F06-E7127F62B785}" type="presParOf" srcId="{35C60FF8-CB09-4647-A2B1-1F58E337287B}" destId="{D5D83ED0-9AC3-45AA-8A6C-60C171501DD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DF3E143-8957-4BB0-8692-44039591A91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0BFBA17-C8C0-4A1F-BF93-D7644601FBB2}">
      <dgm:prSet/>
      <dgm:spPr/>
      <dgm:t>
        <a:bodyPr/>
        <a:lstStyle/>
        <a:p>
          <a:r>
            <a:rPr lang="ru-RU" b="0" i="0"/>
            <a:t>1591–1593 рр.</a:t>
          </a:r>
          <a:endParaRPr lang="uk-UA"/>
        </a:p>
      </dgm:t>
    </dgm:pt>
    <dgm:pt modelId="{1DF8AE73-3007-469E-BCBC-B9602D2149F3}" type="parTrans" cxnId="{B9F4AD41-AC46-4F3E-97D5-7B2A31B337E9}">
      <dgm:prSet/>
      <dgm:spPr/>
      <dgm:t>
        <a:bodyPr/>
        <a:lstStyle/>
        <a:p>
          <a:endParaRPr lang="uk-UA"/>
        </a:p>
      </dgm:t>
    </dgm:pt>
    <dgm:pt modelId="{5CF26822-1C2F-40B4-B198-031362A1C7E9}" type="sibTrans" cxnId="{B9F4AD41-AC46-4F3E-97D5-7B2A31B337E9}">
      <dgm:prSet/>
      <dgm:spPr/>
      <dgm:t>
        <a:bodyPr/>
        <a:lstStyle/>
        <a:p>
          <a:endParaRPr lang="uk-UA"/>
        </a:p>
      </dgm:t>
    </dgm:pt>
    <dgm:pt modelId="{438CED3F-0966-41CB-BD0B-A9ACD5AEE280}">
      <dgm:prSet/>
      <dgm:spPr/>
      <dgm:t>
        <a:bodyPr/>
        <a:lstStyle/>
        <a:p>
          <a:r>
            <a:rPr lang="ru-RU" b="0" i="0"/>
            <a:t>1594–1596 рр.</a:t>
          </a:r>
          <a:endParaRPr lang="uk-UA"/>
        </a:p>
      </dgm:t>
    </dgm:pt>
    <dgm:pt modelId="{C05D41A4-528D-43E9-8B3F-48E7137E26F7}" type="parTrans" cxnId="{A19C0950-866A-4432-9311-1073BF6BC697}">
      <dgm:prSet/>
      <dgm:spPr/>
      <dgm:t>
        <a:bodyPr/>
        <a:lstStyle/>
        <a:p>
          <a:endParaRPr lang="uk-UA"/>
        </a:p>
      </dgm:t>
    </dgm:pt>
    <dgm:pt modelId="{484F7D2C-D2C7-4F0D-9EEF-2A671A34FE36}" type="sibTrans" cxnId="{A19C0950-866A-4432-9311-1073BF6BC697}">
      <dgm:prSet/>
      <dgm:spPr/>
      <dgm:t>
        <a:bodyPr/>
        <a:lstStyle/>
        <a:p>
          <a:endParaRPr lang="uk-UA"/>
        </a:p>
      </dgm:t>
    </dgm:pt>
    <dgm:pt modelId="{09E13B50-B31F-45E4-B0FF-D3F174287D35}">
      <dgm:prSet/>
      <dgm:spPr/>
      <dgm:t>
        <a:bodyPr/>
        <a:lstStyle/>
        <a:p>
          <a:r>
            <a:rPr lang="ru-RU" b="0" i="0"/>
            <a:t>1620–1621 рр.</a:t>
          </a:r>
          <a:endParaRPr lang="uk-UA"/>
        </a:p>
      </dgm:t>
    </dgm:pt>
    <dgm:pt modelId="{4F3F664D-1817-4D9B-8737-89BD0CE18AC2}" type="parTrans" cxnId="{D99D0C65-5720-43B2-AC22-98DADAF0E0E7}">
      <dgm:prSet/>
      <dgm:spPr/>
      <dgm:t>
        <a:bodyPr/>
        <a:lstStyle/>
        <a:p>
          <a:endParaRPr lang="uk-UA"/>
        </a:p>
      </dgm:t>
    </dgm:pt>
    <dgm:pt modelId="{2EDE6E18-DE74-404B-AC15-83A53FBFC93B}" type="sibTrans" cxnId="{D99D0C65-5720-43B2-AC22-98DADAF0E0E7}">
      <dgm:prSet/>
      <dgm:spPr/>
      <dgm:t>
        <a:bodyPr/>
        <a:lstStyle/>
        <a:p>
          <a:endParaRPr lang="uk-UA"/>
        </a:p>
      </dgm:t>
    </dgm:pt>
    <dgm:pt modelId="{A865C343-6C6D-441A-BC6C-94E689ECA28E}">
      <dgm:prSet/>
      <dgm:spPr/>
      <dgm:t>
        <a:bodyPr/>
        <a:lstStyle/>
        <a:p>
          <a:r>
            <a:rPr lang="ru-RU" b="0" i="0"/>
            <a:t>1637–1638 рр.</a:t>
          </a:r>
          <a:endParaRPr lang="uk-UA"/>
        </a:p>
      </dgm:t>
    </dgm:pt>
    <dgm:pt modelId="{69EAE09F-FDC9-47F3-97B5-E0EC2218A450}" type="parTrans" cxnId="{4A192EF2-C2DE-4559-A97D-D6BC2BB772A7}">
      <dgm:prSet/>
      <dgm:spPr/>
      <dgm:t>
        <a:bodyPr/>
        <a:lstStyle/>
        <a:p>
          <a:endParaRPr lang="uk-UA"/>
        </a:p>
      </dgm:t>
    </dgm:pt>
    <dgm:pt modelId="{5892E50F-1938-4961-A6AF-3DCFA2A3B4F0}" type="sibTrans" cxnId="{4A192EF2-C2DE-4559-A97D-D6BC2BB772A7}">
      <dgm:prSet/>
      <dgm:spPr/>
      <dgm:t>
        <a:bodyPr/>
        <a:lstStyle/>
        <a:p>
          <a:endParaRPr lang="uk-UA"/>
        </a:p>
      </dgm:t>
    </dgm:pt>
    <dgm:pt modelId="{9DF5FF33-F221-49FE-ABD1-0314F651E82E}" type="pres">
      <dgm:prSet presAssocID="{5DF3E143-8957-4BB0-8692-44039591A91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E554D57-20BD-4CB1-88F5-3FAD90B847AF}" type="pres">
      <dgm:prSet presAssocID="{70BFBA17-C8C0-4A1F-BF93-D7644601FBB2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D68164-B2E6-4224-A28E-C151DF17A4F3}" type="pres">
      <dgm:prSet presAssocID="{5CF26822-1C2F-40B4-B198-031362A1C7E9}" presName="spacer" presStyleCnt="0"/>
      <dgm:spPr/>
    </dgm:pt>
    <dgm:pt modelId="{BF21C3F3-221A-45E3-BFC6-940562ED5D4E}" type="pres">
      <dgm:prSet presAssocID="{438CED3F-0966-41CB-BD0B-A9ACD5AEE280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D4F3E63-6914-4E1A-82AC-31A6A69C0A5A}" type="pres">
      <dgm:prSet presAssocID="{484F7D2C-D2C7-4F0D-9EEF-2A671A34FE36}" presName="spacer" presStyleCnt="0"/>
      <dgm:spPr/>
    </dgm:pt>
    <dgm:pt modelId="{2CB0576C-D4F1-4322-95F3-C08314FEF693}" type="pres">
      <dgm:prSet presAssocID="{09E13B50-B31F-45E4-B0FF-D3F174287D35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E531DC4-C0C6-452B-8E67-34D43EBD1D7E}" type="pres">
      <dgm:prSet presAssocID="{2EDE6E18-DE74-404B-AC15-83A53FBFC93B}" presName="spacer" presStyleCnt="0"/>
      <dgm:spPr/>
    </dgm:pt>
    <dgm:pt modelId="{5E222C11-314F-4BDD-92D5-5805917A6BAD}" type="pres">
      <dgm:prSet presAssocID="{A865C343-6C6D-441A-BC6C-94E689ECA28E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19C0950-866A-4432-9311-1073BF6BC697}" srcId="{5DF3E143-8957-4BB0-8692-44039591A919}" destId="{438CED3F-0966-41CB-BD0B-A9ACD5AEE280}" srcOrd="1" destOrd="0" parTransId="{C05D41A4-528D-43E9-8B3F-48E7137E26F7}" sibTransId="{484F7D2C-D2C7-4F0D-9EEF-2A671A34FE36}"/>
    <dgm:cxn modelId="{D99D0C65-5720-43B2-AC22-98DADAF0E0E7}" srcId="{5DF3E143-8957-4BB0-8692-44039591A919}" destId="{09E13B50-B31F-45E4-B0FF-D3F174287D35}" srcOrd="2" destOrd="0" parTransId="{4F3F664D-1817-4D9B-8737-89BD0CE18AC2}" sibTransId="{2EDE6E18-DE74-404B-AC15-83A53FBFC93B}"/>
    <dgm:cxn modelId="{4A192EF2-C2DE-4559-A97D-D6BC2BB772A7}" srcId="{5DF3E143-8957-4BB0-8692-44039591A919}" destId="{A865C343-6C6D-441A-BC6C-94E689ECA28E}" srcOrd="3" destOrd="0" parTransId="{69EAE09F-FDC9-47F3-97B5-E0EC2218A450}" sibTransId="{5892E50F-1938-4961-A6AF-3DCFA2A3B4F0}"/>
    <dgm:cxn modelId="{8439C398-17E3-465C-8306-A57F0C347AD0}" type="presOf" srcId="{70BFBA17-C8C0-4A1F-BF93-D7644601FBB2}" destId="{DE554D57-20BD-4CB1-88F5-3FAD90B847AF}" srcOrd="0" destOrd="0" presId="urn:microsoft.com/office/officeart/2005/8/layout/vList2"/>
    <dgm:cxn modelId="{F6CAFBD7-7917-4990-85AA-49CCAB180B9F}" type="presOf" srcId="{A865C343-6C6D-441A-BC6C-94E689ECA28E}" destId="{5E222C11-314F-4BDD-92D5-5805917A6BAD}" srcOrd="0" destOrd="0" presId="urn:microsoft.com/office/officeart/2005/8/layout/vList2"/>
    <dgm:cxn modelId="{D6DB3D24-97ED-4DF3-9C58-2F91B718FE26}" type="presOf" srcId="{09E13B50-B31F-45E4-B0FF-D3F174287D35}" destId="{2CB0576C-D4F1-4322-95F3-C08314FEF693}" srcOrd="0" destOrd="0" presId="urn:microsoft.com/office/officeart/2005/8/layout/vList2"/>
    <dgm:cxn modelId="{FE09E6CE-6AE0-47F5-996C-5FB3175216E5}" type="presOf" srcId="{438CED3F-0966-41CB-BD0B-A9ACD5AEE280}" destId="{BF21C3F3-221A-45E3-BFC6-940562ED5D4E}" srcOrd="0" destOrd="0" presId="urn:microsoft.com/office/officeart/2005/8/layout/vList2"/>
    <dgm:cxn modelId="{B9F4AD41-AC46-4F3E-97D5-7B2A31B337E9}" srcId="{5DF3E143-8957-4BB0-8692-44039591A919}" destId="{70BFBA17-C8C0-4A1F-BF93-D7644601FBB2}" srcOrd="0" destOrd="0" parTransId="{1DF8AE73-3007-469E-BCBC-B9602D2149F3}" sibTransId="{5CF26822-1C2F-40B4-B198-031362A1C7E9}"/>
    <dgm:cxn modelId="{9B36C3A0-4F28-45F8-AD87-2684DC44A726}" type="presOf" srcId="{5DF3E143-8957-4BB0-8692-44039591A919}" destId="{9DF5FF33-F221-49FE-ABD1-0314F651E82E}" srcOrd="0" destOrd="0" presId="urn:microsoft.com/office/officeart/2005/8/layout/vList2"/>
    <dgm:cxn modelId="{42B5B4BD-79FE-4FD7-90BF-835D7B731927}" type="presParOf" srcId="{9DF5FF33-F221-49FE-ABD1-0314F651E82E}" destId="{DE554D57-20BD-4CB1-88F5-3FAD90B847AF}" srcOrd="0" destOrd="0" presId="urn:microsoft.com/office/officeart/2005/8/layout/vList2"/>
    <dgm:cxn modelId="{3C458454-C22A-4161-B68E-C35F86823F46}" type="presParOf" srcId="{9DF5FF33-F221-49FE-ABD1-0314F651E82E}" destId="{2CD68164-B2E6-4224-A28E-C151DF17A4F3}" srcOrd="1" destOrd="0" presId="urn:microsoft.com/office/officeart/2005/8/layout/vList2"/>
    <dgm:cxn modelId="{4D7F0B66-CC7C-4336-B809-7041EDA93368}" type="presParOf" srcId="{9DF5FF33-F221-49FE-ABD1-0314F651E82E}" destId="{BF21C3F3-221A-45E3-BFC6-940562ED5D4E}" srcOrd="2" destOrd="0" presId="urn:microsoft.com/office/officeart/2005/8/layout/vList2"/>
    <dgm:cxn modelId="{B8AEDE16-5459-4D57-8E39-57EFE0BF85CE}" type="presParOf" srcId="{9DF5FF33-F221-49FE-ABD1-0314F651E82E}" destId="{ED4F3E63-6914-4E1A-82AC-31A6A69C0A5A}" srcOrd="3" destOrd="0" presId="urn:microsoft.com/office/officeart/2005/8/layout/vList2"/>
    <dgm:cxn modelId="{FFAC0486-A02B-47BA-8463-C1881549F520}" type="presParOf" srcId="{9DF5FF33-F221-49FE-ABD1-0314F651E82E}" destId="{2CB0576C-D4F1-4322-95F3-C08314FEF693}" srcOrd="4" destOrd="0" presId="urn:microsoft.com/office/officeart/2005/8/layout/vList2"/>
    <dgm:cxn modelId="{1F3763F5-033B-46A3-8D53-4C9DC8354D28}" type="presParOf" srcId="{9DF5FF33-F221-49FE-ABD1-0314F651E82E}" destId="{BE531DC4-C0C6-452B-8E67-34D43EBD1D7E}" srcOrd="5" destOrd="0" presId="urn:microsoft.com/office/officeart/2005/8/layout/vList2"/>
    <dgm:cxn modelId="{964E4DC9-1BF4-4A75-9BA4-93C5038AC931}" type="presParOf" srcId="{9DF5FF33-F221-49FE-ABD1-0314F651E82E}" destId="{5E222C11-314F-4BDD-92D5-5805917A6BA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B3F9891-B74C-4D59-AA4E-DDEB5EA2A70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C93480A-898E-404A-A89C-53A020DF8BD3}">
      <dgm:prSet/>
      <dgm:spPr/>
      <dgm:t>
        <a:bodyPr/>
        <a:lstStyle/>
        <a:p>
          <a:r>
            <a:rPr lang="uk-UA" b="0" i="0"/>
            <a:t>утворення реєстрового козацтва з правом на незалежність від польської адміністрації, звільненого від державних податків та повинностей</a:t>
          </a:r>
          <a:endParaRPr lang="uk-UA"/>
        </a:p>
      </dgm:t>
    </dgm:pt>
    <dgm:pt modelId="{4296B933-378B-4639-B1F1-B26D013E2F68}" type="parTrans" cxnId="{E9BEB809-411C-4DA9-9EBF-EE498E58308C}">
      <dgm:prSet/>
      <dgm:spPr/>
      <dgm:t>
        <a:bodyPr/>
        <a:lstStyle/>
        <a:p>
          <a:endParaRPr lang="uk-UA"/>
        </a:p>
      </dgm:t>
    </dgm:pt>
    <dgm:pt modelId="{1EBBC0CA-0BC4-4BA0-B940-4DF4B112AEA6}" type="sibTrans" cxnId="{E9BEB809-411C-4DA9-9EBF-EE498E58308C}">
      <dgm:prSet/>
      <dgm:spPr/>
      <dgm:t>
        <a:bodyPr/>
        <a:lstStyle/>
        <a:p>
          <a:endParaRPr lang="uk-UA"/>
        </a:p>
      </dgm:t>
    </dgm:pt>
    <dgm:pt modelId="{5C2EF5E7-B257-40D2-8DFB-9DBB27186279}">
      <dgm:prSet/>
      <dgm:spPr/>
      <dgm:t>
        <a:bodyPr/>
        <a:lstStyle/>
        <a:p>
          <a:r>
            <a:rPr lang="uk-UA" b="0" i="0"/>
            <a:t>збільшення козацького реєстру до 10 тис. осіб, надання козакам права землеволодіння, власної судової влади, володіння містом Трахтемирів</a:t>
          </a:r>
          <a:endParaRPr lang="uk-UA"/>
        </a:p>
      </dgm:t>
    </dgm:pt>
    <dgm:pt modelId="{91744BAB-A4CB-4664-8A9D-BB1A394705C5}" type="parTrans" cxnId="{8FAC1958-C789-4292-90F9-FDA151CA063A}">
      <dgm:prSet/>
      <dgm:spPr/>
      <dgm:t>
        <a:bodyPr/>
        <a:lstStyle/>
        <a:p>
          <a:endParaRPr lang="uk-UA"/>
        </a:p>
      </dgm:t>
    </dgm:pt>
    <dgm:pt modelId="{3D95FF5B-4519-4816-B4F8-91C0DDD82F06}" type="sibTrans" cxnId="{8FAC1958-C789-4292-90F9-FDA151CA063A}">
      <dgm:prSet/>
      <dgm:spPr/>
      <dgm:t>
        <a:bodyPr/>
        <a:lstStyle/>
        <a:p>
          <a:endParaRPr lang="uk-UA"/>
        </a:p>
      </dgm:t>
    </dgm:pt>
    <dgm:pt modelId="{1FE8801C-609E-4E23-8E6C-98BEFDBB957F}" type="pres">
      <dgm:prSet presAssocID="{8B3F9891-B74C-4D59-AA4E-DDEB5EA2A705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172D8D67-5FAC-4433-978A-7C9809389459}" type="pres">
      <dgm:prSet presAssocID="{3C93480A-898E-404A-A89C-53A020DF8BD3}" presName="thickLine" presStyleLbl="alignNode1" presStyleIdx="0" presStyleCnt="2"/>
      <dgm:spPr/>
    </dgm:pt>
    <dgm:pt modelId="{5756DE39-9F9D-4A21-BBAE-20B2BD53B1A4}" type="pres">
      <dgm:prSet presAssocID="{3C93480A-898E-404A-A89C-53A020DF8BD3}" presName="horz1" presStyleCnt="0"/>
      <dgm:spPr/>
    </dgm:pt>
    <dgm:pt modelId="{7CEC653A-842D-4AAD-93F6-6223A3581910}" type="pres">
      <dgm:prSet presAssocID="{3C93480A-898E-404A-A89C-53A020DF8BD3}" presName="tx1" presStyleLbl="revTx" presStyleIdx="0" presStyleCnt="2"/>
      <dgm:spPr/>
      <dgm:t>
        <a:bodyPr/>
        <a:lstStyle/>
        <a:p>
          <a:endParaRPr lang="ru-RU"/>
        </a:p>
      </dgm:t>
    </dgm:pt>
    <dgm:pt modelId="{565109A0-5D90-4DF4-A136-67F9B71212D4}" type="pres">
      <dgm:prSet presAssocID="{3C93480A-898E-404A-A89C-53A020DF8BD3}" presName="vert1" presStyleCnt="0"/>
      <dgm:spPr/>
    </dgm:pt>
    <dgm:pt modelId="{6C9C7594-C1F4-4044-96B2-C6F5A764FF90}" type="pres">
      <dgm:prSet presAssocID="{5C2EF5E7-B257-40D2-8DFB-9DBB27186279}" presName="thickLine" presStyleLbl="alignNode1" presStyleIdx="1" presStyleCnt="2"/>
      <dgm:spPr/>
    </dgm:pt>
    <dgm:pt modelId="{452DAFDB-CB7B-4B00-986B-57A0A7BEE863}" type="pres">
      <dgm:prSet presAssocID="{5C2EF5E7-B257-40D2-8DFB-9DBB27186279}" presName="horz1" presStyleCnt="0"/>
      <dgm:spPr/>
    </dgm:pt>
    <dgm:pt modelId="{60F78474-C63A-4BF2-9AF5-B096A31E4297}" type="pres">
      <dgm:prSet presAssocID="{5C2EF5E7-B257-40D2-8DFB-9DBB27186279}" presName="tx1" presStyleLbl="revTx" presStyleIdx="1" presStyleCnt="2"/>
      <dgm:spPr/>
      <dgm:t>
        <a:bodyPr/>
        <a:lstStyle/>
        <a:p>
          <a:endParaRPr lang="ru-RU"/>
        </a:p>
      </dgm:t>
    </dgm:pt>
    <dgm:pt modelId="{E64C2819-2914-4979-9C78-9822E03A8616}" type="pres">
      <dgm:prSet presAssocID="{5C2EF5E7-B257-40D2-8DFB-9DBB27186279}" presName="vert1" presStyleCnt="0"/>
      <dgm:spPr/>
    </dgm:pt>
  </dgm:ptLst>
  <dgm:cxnLst>
    <dgm:cxn modelId="{E9BEB809-411C-4DA9-9EBF-EE498E58308C}" srcId="{8B3F9891-B74C-4D59-AA4E-DDEB5EA2A705}" destId="{3C93480A-898E-404A-A89C-53A020DF8BD3}" srcOrd="0" destOrd="0" parTransId="{4296B933-378B-4639-B1F1-B26D013E2F68}" sibTransId="{1EBBC0CA-0BC4-4BA0-B940-4DF4B112AEA6}"/>
    <dgm:cxn modelId="{8A32F815-BDD4-43C4-99E4-010016452D98}" type="presOf" srcId="{5C2EF5E7-B257-40D2-8DFB-9DBB27186279}" destId="{60F78474-C63A-4BF2-9AF5-B096A31E4297}" srcOrd="0" destOrd="0" presId="urn:microsoft.com/office/officeart/2008/layout/LinedList"/>
    <dgm:cxn modelId="{8FAC1958-C789-4292-90F9-FDA151CA063A}" srcId="{8B3F9891-B74C-4D59-AA4E-DDEB5EA2A705}" destId="{5C2EF5E7-B257-40D2-8DFB-9DBB27186279}" srcOrd="1" destOrd="0" parTransId="{91744BAB-A4CB-4664-8A9D-BB1A394705C5}" sibTransId="{3D95FF5B-4519-4816-B4F8-91C0DDD82F06}"/>
    <dgm:cxn modelId="{AEB1D332-9704-4E77-9A8B-32FBFBBA3F77}" type="presOf" srcId="{8B3F9891-B74C-4D59-AA4E-DDEB5EA2A705}" destId="{1FE8801C-609E-4E23-8E6C-98BEFDBB957F}" srcOrd="0" destOrd="0" presId="urn:microsoft.com/office/officeart/2008/layout/LinedList"/>
    <dgm:cxn modelId="{F30137E7-4B5D-4ACB-BBEB-058B2C8C352F}" type="presOf" srcId="{3C93480A-898E-404A-A89C-53A020DF8BD3}" destId="{7CEC653A-842D-4AAD-93F6-6223A3581910}" srcOrd="0" destOrd="0" presId="urn:microsoft.com/office/officeart/2008/layout/LinedList"/>
    <dgm:cxn modelId="{E361CD14-D1E9-4A80-9405-473765088CC2}" type="presParOf" srcId="{1FE8801C-609E-4E23-8E6C-98BEFDBB957F}" destId="{172D8D67-5FAC-4433-978A-7C9809389459}" srcOrd="0" destOrd="0" presId="urn:microsoft.com/office/officeart/2008/layout/LinedList"/>
    <dgm:cxn modelId="{720AA66D-837F-41C0-B19B-F8CA9CB1C8E7}" type="presParOf" srcId="{1FE8801C-609E-4E23-8E6C-98BEFDBB957F}" destId="{5756DE39-9F9D-4A21-BBAE-20B2BD53B1A4}" srcOrd="1" destOrd="0" presId="urn:microsoft.com/office/officeart/2008/layout/LinedList"/>
    <dgm:cxn modelId="{73826001-F34B-4514-ABDC-BEFACFD384D3}" type="presParOf" srcId="{5756DE39-9F9D-4A21-BBAE-20B2BD53B1A4}" destId="{7CEC653A-842D-4AAD-93F6-6223A3581910}" srcOrd="0" destOrd="0" presId="urn:microsoft.com/office/officeart/2008/layout/LinedList"/>
    <dgm:cxn modelId="{DE272C64-9B94-43ED-BF3B-C9FD0170962D}" type="presParOf" srcId="{5756DE39-9F9D-4A21-BBAE-20B2BD53B1A4}" destId="{565109A0-5D90-4DF4-A136-67F9B71212D4}" srcOrd="1" destOrd="0" presId="urn:microsoft.com/office/officeart/2008/layout/LinedList"/>
    <dgm:cxn modelId="{83B71FEB-B791-4850-93F1-73DB448F4B31}" type="presParOf" srcId="{1FE8801C-609E-4E23-8E6C-98BEFDBB957F}" destId="{6C9C7594-C1F4-4044-96B2-C6F5A764FF90}" srcOrd="2" destOrd="0" presId="urn:microsoft.com/office/officeart/2008/layout/LinedList"/>
    <dgm:cxn modelId="{89879378-DCC6-40A3-8B8E-E6A9EC9468D5}" type="presParOf" srcId="{1FE8801C-609E-4E23-8E6C-98BEFDBB957F}" destId="{452DAFDB-CB7B-4B00-986B-57A0A7BEE863}" srcOrd="3" destOrd="0" presId="urn:microsoft.com/office/officeart/2008/layout/LinedList"/>
    <dgm:cxn modelId="{490A7EEB-0895-4359-9D91-BBCB1FC61887}" type="presParOf" srcId="{452DAFDB-CB7B-4B00-986B-57A0A7BEE863}" destId="{60F78474-C63A-4BF2-9AF5-B096A31E4297}" srcOrd="0" destOrd="0" presId="urn:microsoft.com/office/officeart/2008/layout/LinedList"/>
    <dgm:cxn modelId="{33842DC5-33AB-45DB-87C7-385CC512AAE8}" type="presParOf" srcId="{452DAFDB-CB7B-4B00-986B-57A0A7BEE863}" destId="{E64C2819-2914-4979-9C78-9822E03A861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C041B52-3AE9-4B65-B2EB-D8C06D238BE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9A3DD51-21A1-4F25-9C51-4A7CEC32A0A9}">
      <dgm:prSet/>
      <dgm:spPr/>
      <dgm:t>
        <a:bodyPr/>
        <a:lstStyle/>
        <a:p>
          <a:r>
            <a:rPr lang="uk-UA" b="0" i="0"/>
            <a:t>скасовування реєстру та зрівняння в правах усіх козаків у Речі Посполитій, повернення прав та майна православній церкві</a:t>
          </a:r>
          <a:endParaRPr lang="uk-UA"/>
        </a:p>
      </dgm:t>
    </dgm:pt>
    <dgm:pt modelId="{29FD3221-2AF6-40E8-86E6-76B5A1397408}" type="parTrans" cxnId="{5B2AC3F6-F153-4EAE-9BE2-915B62AC5239}">
      <dgm:prSet/>
      <dgm:spPr/>
      <dgm:t>
        <a:bodyPr/>
        <a:lstStyle/>
        <a:p>
          <a:endParaRPr lang="uk-UA"/>
        </a:p>
      </dgm:t>
    </dgm:pt>
    <dgm:pt modelId="{564A9243-C3C2-4589-907A-E545B88B88E8}" type="sibTrans" cxnId="{5B2AC3F6-F153-4EAE-9BE2-915B62AC5239}">
      <dgm:prSet/>
      <dgm:spPr/>
      <dgm:t>
        <a:bodyPr/>
        <a:lstStyle/>
        <a:p>
          <a:endParaRPr lang="uk-UA"/>
        </a:p>
      </dgm:t>
    </dgm:pt>
    <dgm:pt modelId="{55C5ECDB-11C1-4B6E-B3BD-07C129DC5AFD}">
      <dgm:prSet/>
      <dgm:spPr/>
      <dgm:t>
        <a:bodyPr/>
        <a:lstStyle/>
        <a:p>
          <a:r>
            <a:rPr lang="uk-UA" b="0" i="0" dirty="0">
              <a:solidFill>
                <a:srgbClr val="0070C0"/>
              </a:solidFill>
            </a:rPr>
            <a:t>зменшення козацького реєстру до 6 тис. осіб, ліквідацію виборності козацької старшини, скасування козацького судочинства</a:t>
          </a:r>
          <a:endParaRPr lang="uk-UA" dirty="0">
            <a:solidFill>
              <a:srgbClr val="0070C0"/>
            </a:solidFill>
          </a:endParaRPr>
        </a:p>
      </dgm:t>
    </dgm:pt>
    <dgm:pt modelId="{2A502E9B-35EB-49A9-9B2B-9AD2FB3FAF94}" type="parTrans" cxnId="{367BE2C1-C96C-4CF2-92FE-1B39F05DC2E8}">
      <dgm:prSet/>
      <dgm:spPr/>
      <dgm:t>
        <a:bodyPr/>
        <a:lstStyle/>
        <a:p>
          <a:endParaRPr lang="uk-UA"/>
        </a:p>
      </dgm:t>
    </dgm:pt>
    <dgm:pt modelId="{BD29F71B-5892-4BA4-8518-641F3A306DBF}" type="sibTrans" cxnId="{367BE2C1-C96C-4CF2-92FE-1B39F05DC2E8}">
      <dgm:prSet/>
      <dgm:spPr/>
      <dgm:t>
        <a:bodyPr/>
        <a:lstStyle/>
        <a:p>
          <a:endParaRPr lang="uk-UA"/>
        </a:p>
      </dgm:t>
    </dgm:pt>
    <dgm:pt modelId="{F57C6B28-7B7B-48B1-97D6-FAAA1D080918}" type="pres">
      <dgm:prSet presAssocID="{3C041B52-3AE9-4B65-B2EB-D8C06D238BE2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AA95AF3B-D421-4B46-A62C-ABBF5384EFFB}" type="pres">
      <dgm:prSet presAssocID="{19A3DD51-21A1-4F25-9C51-4A7CEC32A0A9}" presName="thickLine" presStyleLbl="alignNode1" presStyleIdx="0" presStyleCnt="2"/>
      <dgm:spPr/>
    </dgm:pt>
    <dgm:pt modelId="{DF93720D-9B73-41C4-83D7-F46EE1009547}" type="pres">
      <dgm:prSet presAssocID="{19A3DD51-21A1-4F25-9C51-4A7CEC32A0A9}" presName="horz1" presStyleCnt="0"/>
      <dgm:spPr/>
    </dgm:pt>
    <dgm:pt modelId="{7C201CE6-E5E6-4455-9119-1077398379AB}" type="pres">
      <dgm:prSet presAssocID="{19A3DD51-21A1-4F25-9C51-4A7CEC32A0A9}" presName="tx1" presStyleLbl="revTx" presStyleIdx="0" presStyleCnt="2"/>
      <dgm:spPr/>
      <dgm:t>
        <a:bodyPr/>
        <a:lstStyle/>
        <a:p>
          <a:endParaRPr lang="ru-RU"/>
        </a:p>
      </dgm:t>
    </dgm:pt>
    <dgm:pt modelId="{8C0F39B1-628E-41E8-8A1A-5C4D56009F0A}" type="pres">
      <dgm:prSet presAssocID="{19A3DD51-21A1-4F25-9C51-4A7CEC32A0A9}" presName="vert1" presStyleCnt="0"/>
      <dgm:spPr/>
    </dgm:pt>
    <dgm:pt modelId="{70567B1D-2568-4F56-B6A2-FF0FC03D527B}" type="pres">
      <dgm:prSet presAssocID="{55C5ECDB-11C1-4B6E-B3BD-07C129DC5AFD}" presName="thickLine" presStyleLbl="alignNode1" presStyleIdx="1" presStyleCnt="2"/>
      <dgm:spPr/>
    </dgm:pt>
    <dgm:pt modelId="{E1F6BF8B-A946-4B57-9431-6728912E66AC}" type="pres">
      <dgm:prSet presAssocID="{55C5ECDB-11C1-4B6E-B3BD-07C129DC5AFD}" presName="horz1" presStyleCnt="0"/>
      <dgm:spPr/>
    </dgm:pt>
    <dgm:pt modelId="{7B55C444-218D-4104-AE9E-4B2346C5C148}" type="pres">
      <dgm:prSet presAssocID="{55C5ECDB-11C1-4B6E-B3BD-07C129DC5AFD}" presName="tx1" presStyleLbl="revTx" presStyleIdx="1" presStyleCnt="2"/>
      <dgm:spPr/>
      <dgm:t>
        <a:bodyPr/>
        <a:lstStyle/>
        <a:p>
          <a:endParaRPr lang="ru-RU"/>
        </a:p>
      </dgm:t>
    </dgm:pt>
    <dgm:pt modelId="{BABB8215-F970-4A2D-844F-BC9128FC8414}" type="pres">
      <dgm:prSet presAssocID="{55C5ECDB-11C1-4B6E-B3BD-07C129DC5AFD}" presName="vert1" presStyleCnt="0"/>
      <dgm:spPr/>
    </dgm:pt>
  </dgm:ptLst>
  <dgm:cxnLst>
    <dgm:cxn modelId="{E52CEADE-9FBB-47DA-9C9B-F722EA06E3C2}" type="presOf" srcId="{55C5ECDB-11C1-4B6E-B3BD-07C129DC5AFD}" destId="{7B55C444-218D-4104-AE9E-4B2346C5C148}" srcOrd="0" destOrd="0" presId="urn:microsoft.com/office/officeart/2008/layout/LinedList"/>
    <dgm:cxn modelId="{232D6F4E-42DE-4F7A-8492-A66D2F9267E6}" type="presOf" srcId="{3C041B52-3AE9-4B65-B2EB-D8C06D238BE2}" destId="{F57C6B28-7B7B-48B1-97D6-FAAA1D080918}" srcOrd="0" destOrd="0" presId="urn:microsoft.com/office/officeart/2008/layout/LinedList"/>
    <dgm:cxn modelId="{5B2AC3F6-F153-4EAE-9BE2-915B62AC5239}" srcId="{3C041B52-3AE9-4B65-B2EB-D8C06D238BE2}" destId="{19A3DD51-21A1-4F25-9C51-4A7CEC32A0A9}" srcOrd="0" destOrd="0" parTransId="{29FD3221-2AF6-40E8-86E6-76B5A1397408}" sibTransId="{564A9243-C3C2-4589-907A-E545B88B88E8}"/>
    <dgm:cxn modelId="{550936E5-D3B3-4EDE-890D-082D6B994761}" type="presOf" srcId="{19A3DD51-21A1-4F25-9C51-4A7CEC32A0A9}" destId="{7C201CE6-E5E6-4455-9119-1077398379AB}" srcOrd="0" destOrd="0" presId="urn:microsoft.com/office/officeart/2008/layout/LinedList"/>
    <dgm:cxn modelId="{367BE2C1-C96C-4CF2-92FE-1B39F05DC2E8}" srcId="{3C041B52-3AE9-4B65-B2EB-D8C06D238BE2}" destId="{55C5ECDB-11C1-4B6E-B3BD-07C129DC5AFD}" srcOrd="1" destOrd="0" parTransId="{2A502E9B-35EB-49A9-9B2B-9AD2FB3FAF94}" sibTransId="{BD29F71B-5892-4BA4-8518-641F3A306DBF}"/>
    <dgm:cxn modelId="{8FB6F4F1-DF0A-4915-A79E-68F749D1A8E2}" type="presParOf" srcId="{F57C6B28-7B7B-48B1-97D6-FAAA1D080918}" destId="{AA95AF3B-D421-4B46-A62C-ABBF5384EFFB}" srcOrd="0" destOrd="0" presId="urn:microsoft.com/office/officeart/2008/layout/LinedList"/>
    <dgm:cxn modelId="{52D9F9D0-00BE-41FE-A8E3-41D6B23D45D7}" type="presParOf" srcId="{F57C6B28-7B7B-48B1-97D6-FAAA1D080918}" destId="{DF93720D-9B73-41C4-83D7-F46EE1009547}" srcOrd="1" destOrd="0" presId="urn:microsoft.com/office/officeart/2008/layout/LinedList"/>
    <dgm:cxn modelId="{5222DA56-E2D6-482B-A994-1068F51811F4}" type="presParOf" srcId="{DF93720D-9B73-41C4-83D7-F46EE1009547}" destId="{7C201CE6-E5E6-4455-9119-1077398379AB}" srcOrd="0" destOrd="0" presId="urn:microsoft.com/office/officeart/2008/layout/LinedList"/>
    <dgm:cxn modelId="{60F66BBF-3E2D-468E-9A2D-A7D7FE64E52E}" type="presParOf" srcId="{DF93720D-9B73-41C4-83D7-F46EE1009547}" destId="{8C0F39B1-628E-41E8-8A1A-5C4D56009F0A}" srcOrd="1" destOrd="0" presId="urn:microsoft.com/office/officeart/2008/layout/LinedList"/>
    <dgm:cxn modelId="{CA982247-4001-4936-AA84-23A74530F41F}" type="presParOf" srcId="{F57C6B28-7B7B-48B1-97D6-FAAA1D080918}" destId="{70567B1D-2568-4F56-B6A2-FF0FC03D527B}" srcOrd="2" destOrd="0" presId="urn:microsoft.com/office/officeart/2008/layout/LinedList"/>
    <dgm:cxn modelId="{C0757638-D5E7-40C1-B6B7-C93F67476E27}" type="presParOf" srcId="{F57C6B28-7B7B-48B1-97D6-FAAA1D080918}" destId="{E1F6BF8B-A946-4B57-9431-6728912E66AC}" srcOrd="3" destOrd="0" presId="urn:microsoft.com/office/officeart/2008/layout/LinedList"/>
    <dgm:cxn modelId="{9DBE1667-99A9-43FD-A528-41B93F5357AE}" type="presParOf" srcId="{E1F6BF8B-A946-4B57-9431-6728912E66AC}" destId="{7B55C444-218D-4104-AE9E-4B2346C5C148}" srcOrd="0" destOrd="0" presId="urn:microsoft.com/office/officeart/2008/layout/LinedList"/>
    <dgm:cxn modelId="{22458AD2-2563-4924-A653-9A540E74D346}" type="presParOf" srcId="{E1F6BF8B-A946-4B57-9431-6728912E66AC}" destId="{BABB8215-F970-4A2D-844F-BC9128FC841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C041B52-3AE9-4B65-B2EB-D8C06D238BE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9A3DD51-21A1-4F25-9C51-4A7CEC32A0A9}">
      <dgm:prSet/>
      <dgm:spPr/>
      <dgm:t>
        <a:bodyPr/>
        <a:lstStyle/>
        <a:p>
          <a:r>
            <a:rPr lang="uk-UA" b="0" i="0" dirty="0"/>
            <a:t>скасовування реєстру та зрівняння в правах усіх козаків у Речі Посполитій, повернення прав та майна православній церкві</a:t>
          </a:r>
          <a:endParaRPr lang="uk-UA" dirty="0"/>
        </a:p>
      </dgm:t>
    </dgm:pt>
    <dgm:pt modelId="{29FD3221-2AF6-40E8-86E6-76B5A1397408}" type="parTrans" cxnId="{5B2AC3F6-F153-4EAE-9BE2-915B62AC5239}">
      <dgm:prSet/>
      <dgm:spPr/>
      <dgm:t>
        <a:bodyPr/>
        <a:lstStyle/>
        <a:p>
          <a:endParaRPr lang="uk-UA"/>
        </a:p>
      </dgm:t>
    </dgm:pt>
    <dgm:pt modelId="{564A9243-C3C2-4589-907A-E545B88B88E8}" type="sibTrans" cxnId="{5B2AC3F6-F153-4EAE-9BE2-915B62AC5239}">
      <dgm:prSet/>
      <dgm:spPr/>
      <dgm:t>
        <a:bodyPr/>
        <a:lstStyle/>
        <a:p>
          <a:endParaRPr lang="uk-UA"/>
        </a:p>
      </dgm:t>
    </dgm:pt>
    <dgm:pt modelId="{55C5ECDB-11C1-4B6E-B3BD-07C129DC5AFD}">
      <dgm:prSet/>
      <dgm:spPr/>
      <dgm:t>
        <a:bodyPr/>
        <a:lstStyle/>
        <a:p>
          <a:r>
            <a:rPr lang="uk-UA" b="0" i="0" dirty="0"/>
            <a:t>зменшення козацького реєстру до 6 тис. осіб, ліквідацію виборності козацької старшини, скасування козацького судочинства</a:t>
          </a:r>
          <a:endParaRPr lang="uk-UA" dirty="0"/>
        </a:p>
      </dgm:t>
    </dgm:pt>
    <dgm:pt modelId="{2A502E9B-35EB-49A9-9B2B-9AD2FB3FAF94}" type="parTrans" cxnId="{367BE2C1-C96C-4CF2-92FE-1B39F05DC2E8}">
      <dgm:prSet/>
      <dgm:spPr/>
      <dgm:t>
        <a:bodyPr/>
        <a:lstStyle/>
        <a:p>
          <a:endParaRPr lang="uk-UA"/>
        </a:p>
      </dgm:t>
    </dgm:pt>
    <dgm:pt modelId="{BD29F71B-5892-4BA4-8518-641F3A306DBF}" type="sibTrans" cxnId="{367BE2C1-C96C-4CF2-92FE-1B39F05DC2E8}">
      <dgm:prSet/>
      <dgm:spPr/>
      <dgm:t>
        <a:bodyPr/>
        <a:lstStyle/>
        <a:p>
          <a:endParaRPr lang="uk-UA"/>
        </a:p>
      </dgm:t>
    </dgm:pt>
    <dgm:pt modelId="{F57C6B28-7B7B-48B1-97D6-FAAA1D080918}" type="pres">
      <dgm:prSet presAssocID="{3C041B52-3AE9-4B65-B2EB-D8C06D238BE2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AA95AF3B-D421-4B46-A62C-ABBF5384EFFB}" type="pres">
      <dgm:prSet presAssocID="{19A3DD51-21A1-4F25-9C51-4A7CEC32A0A9}" presName="thickLine" presStyleLbl="alignNode1" presStyleIdx="0" presStyleCnt="2"/>
      <dgm:spPr/>
    </dgm:pt>
    <dgm:pt modelId="{DF93720D-9B73-41C4-83D7-F46EE1009547}" type="pres">
      <dgm:prSet presAssocID="{19A3DD51-21A1-4F25-9C51-4A7CEC32A0A9}" presName="horz1" presStyleCnt="0"/>
      <dgm:spPr/>
    </dgm:pt>
    <dgm:pt modelId="{7C201CE6-E5E6-4455-9119-1077398379AB}" type="pres">
      <dgm:prSet presAssocID="{19A3DD51-21A1-4F25-9C51-4A7CEC32A0A9}" presName="tx1" presStyleLbl="revTx" presStyleIdx="0" presStyleCnt="2"/>
      <dgm:spPr/>
      <dgm:t>
        <a:bodyPr/>
        <a:lstStyle/>
        <a:p>
          <a:endParaRPr lang="ru-RU"/>
        </a:p>
      </dgm:t>
    </dgm:pt>
    <dgm:pt modelId="{8C0F39B1-628E-41E8-8A1A-5C4D56009F0A}" type="pres">
      <dgm:prSet presAssocID="{19A3DD51-21A1-4F25-9C51-4A7CEC32A0A9}" presName="vert1" presStyleCnt="0"/>
      <dgm:spPr/>
    </dgm:pt>
    <dgm:pt modelId="{70567B1D-2568-4F56-B6A2-FF0FC03D527B}" type="pres">
      <dgm:prSet presAssocID="{55C5ECDB-11C1-4B6E-B3BD-07C129DC5AFD}" presName="thickLine" presStyleLbl="alignNode1" presStyleIdx="1" presStyleCnt="2"/>
      <dgm:spPr/>
    </dgm:pt>
    <dgm:pt modelId="{E1F6BF8B-A946-4B57-9431-6728912E66AC}" type="pres">
      <dgm:prSet presAssocID="{55C5ECDB-11C1-4B6E-B3BD-07C129DC5AFD}" presName="horz1" presStyleCnt="0"/>
      <dgm:spPr/>
    </dgm:pt>
    <dgm:pt modelId="{7B55C444-218D-4104-AE9E-4B2346C5C148}" type="pres">
      <dgm:prSet presAssocID="{55C5ECDB-11C1-4B6E-B3BD-07C129DC5AFD}" presName="tx1" presStyleLbl="revTx" presStyleIdx="1" presStyleCnt="2"/>
      <dgm:spPr/>
      <dgm:t>
        <a:bodyPr/>
        <a:lstStyle/>
        <a:p>
          <a:endParaRPr lang="ru-RU"/>
        </a:p>
      </dgm:t>
    </dgm:pt>
    <dgm:pt modelId="{BABB8215-F970-4A2D-844F-BC9128FC8414}" type="pres">
      <dgm:prSet presAssocID="{55C5ECDB-11C1-4B6E-B3BD-07C129DC5AFD}" presName="vert1" presStyleCnt="0"/>
      <dgm:spPr/>
    </dgm:pt>
  </dgm:ptLst>
  <dgm:cxnLst>
    <dgm:cxn modelId="{E52CEADE-9FBB-47DA-9C9B-F722EA06E3C2}" type="presOf" srcId="{55C5ECDB-11C1-4B6E-B3BD-07C129DC5AFD}" destId="{7B55C444-218D-4104-AE9E-4B2346C5C148}" srcOrd="0" destOrd="0" presId="urn:microsoft.com/office/officeart/2008/layout/LinedList"/>
    <dgm:cxn modelId="{232D6F4E-42DE-4F7A-8492-A66D2F9267E6}" type="presOf" srcId="{3C041B52-3AE9-4B65-B2EB-D8C06D238BE2}" destId="{F57C6B28-7B7B-48B1-97D6-FAAA1D080918}" srcOrd="0" destOrd="0" presId="urn:microsoft.com/office/officeart/2008/layout/LinedList"/>
    <dgm:cxn modelId="{5B2AC3F6-F153-4EAE-9BE2-915B62AC5239}" srcId="{3C041B52-3AE9-4B65-B2EB-D8C06D238BE2}" destId="{19A3DD51-21A1-4F25-9C51-4A7CEC32A0A9}" srcOrd="0" destOrd="0" parTransId="{29FD3221-2AF6-40E8-86E6-76B5A1397408}" sibTransId="{564A9243-C3C2-4589-907A-E545B88B88E8}"/>
    <dgm:cxn modelId="{550936E5-D3B3-4EDE-890D-082D6B994761}" type="presOf" srcId="{19A3DD51-21A1-4F25-9C51-4A7CEC32A0A9}" destId="{7C201CE6-E5E6-4455-9119-1077398379AB}" srcOrd="0" destOrd="0" presId="urn:microsoft.com/office/officeart/2008/layout/LinedList"/>
    <dgm:cxn modelId="{367BE2C1-C96C-4CF2-92FE-1B39F05DC2E8}" srcId="{3C041B52-3AE9-4B65-B2EB-D8C06D238BE2}" destId="{55C5ECDB-11C1-4B6E-B3BD-07C129DC5AFD}" srcOrd="1" destOrd="0" parTransId="{2A502E9B-35EB-49A9-9B2B-9AD2FB3FAF94}" sibTransId="{BD29F71B-5892-4BA4-8518-641F3A306DBF}"/>
    <dgm:cxn modelId="{8FB6F4F1-DF0A-4915-A79E-68F749D1A8E2}" type="presParOf" srcId="{F57C6B28-7B7B-48B1-97D6-FAAA1D080918}" destId="{AA95AF3B-D421-4B46-A62C-ABBF5384EFFB}" srcOrd="0" destOrd="0" presId="urn:microsoft.com/office/officeart/2008/layout/LinedList"/>
    <dgm:cxn modelId="{52D9F9D0-00BE-41FE-A8E3-41D6B23D45D7}" type="presParOf" srcId="{F57C6B28-7B7B-48B1-97D6-FAAA1D080918}" destId="{DF93720D-9B73-41C4-83D7-F46EE1009547}" srcOrd="1" destOrd="0" presId="urn:microsoft.com/office/officeart/2008/layout/LinedList"/>
    <dgm:cxn modelId="{5222DA56-E2D6-482B-A994-1068F51811F4}" type="presParOf" srcId="{DF93720D-9B73-41C4-83D7-F46EE1009547}" destId="{7C201CE6-E5E6-4455-9119-1077398379AB}" srcOrd="0" destOrd="0" presId="urn:microsoft.com/office/officeart/2008/layout/LinedList"/>
    <dgm:cxn modelId="{60F66BBF-3E2D-468E-9A2D-A7D7FE64E52E}" type="presParOf" srcId="{DF93720D-9B73-41C4-83D7-F46EE1009547}" destId="{8C0F39B1-628E-41E8-8A1A-5C4D56009F0A}" srcOrd="1" destOrd="0" presId="urn:microsoft.com/office/officeart/2008/layout/LinedList"/>
    <dgm:cxn modelId="{CA982247-4001-4936-AA84-23A74530F41F}" type="presParOf" srcId="{F57C6B28-7B7B-48B1-97D6-FAAA1D080918}" destId="{70567B1D-2568-4F56-B6A2-FF0FC03D527B}" srcOrd="2" destOrd="0" presId="urn:microsoft.com/office/officeart/2008/layout/LinedList"/>
    <dgm:cxn modelId="{C0757638-D5E7-40C1-B6B7-C93F67476E27}" type="presParOf" srcId="{F57C6B28-7B7B-48B1-97D6-FAAA1D080918}" destId="{E1F6BF8B-A946-4B57-9431-6728912E66AC}" srcOrd="3" destOrd="0" presId="urn:microsoft.com/office/officeart/2008/layout/LinedList"/>
    <dgm:cxn modelId="{9DBE1667-99A9-43FD-A528-41B93F5357AE}" type="presParOf" srcId="{E1F6BF8B-A946-4B57-9431-6728912E66AC}" destId="{7B55C444-218D-4104-AE9E-4B2346C5C148}" srcOrd="0" destOrd="0" presId="urn:microsoft.com/office/officeart/2008/layout/LinedList"/>
    <dgm:cxn modelId="{22458AD2-2563-4924-A653-9A540E74D346}" type="presParOf" srcId="{E1F6BF8B-A946-4B57-9431-6728912E66AC}" destId="{BABB8215-F970-4A2D-844F-BC9128FC841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D88A36A3-8913-4AFB-AAB4-652CC9B9B6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DCB24C5-D18A-4B38-99E2-B4176B2D14F4}">
      <dgm:prSet/>
      <dgm:spPr/>
      <dgm:t>
        <a:bodyPr/>
        <a:lstStyle/>
        <a:p>
          <a:r>
            <a:rPr lang="uk-UA" b="1" i="0"/>
            <a:t>1</a:t>
          </a:r>
          <a:r>
            <a:rPr lang="uk-UA" b="0" i="0"/>
            <a:t>скасування виборності козацької старшини</a:t>
          </a:r>
          <a:endParaRPr lang="uk-UA"/>
        </a:p>
      </dgm:t>
    </dgm:pt>
    <dgm:pt modelId="{2BCA67F9-1A9C-47F5-A479-D7F6C712140E}" type="parTrans" cxnId="{84408EB6-4EF2-4724-98B5-B8061D434A3E}">
      <dgm:prSet/>
      <dgm:spPr/>
      <dgm:t>
        <a:bodyPr/>
        <a:lstStyle/>
        <a:p>
          <a:endParaRPr lang="uk-UA"/>
        </a:p>
      </dgm:t>
    </dgm:pt>
    <dgm:pt modelId="{A6ABD1BB-DD7E-4DD1-B736-1FC0C9D6FE27}" type="sibTrans" cxnId="{84408EB6-4EF2-4724-98B5-B8061D434A3E}">
      <dgm:prSet/>
      <dgm:spPr/>
      <dgm:t>
        <a:bodyPr/>
        <a:lstStyle/>
        <a:p>
          <a:endParaRPr lang="uk-UA"/>
        </a:p>
      </dgm:t>
    </dgm:pt>
    <dgm:pt modelId="{55F5716A-A71C-4559-8E30-B7A311D28704}">
      <dgm:prSet/>
      <dgm:spPr/>
      <dgm:t>
        <a:bodyPr/>
        <a:lstStyle/>
        <a:p>
          <a:r>
            <a:rPr lang="uk-UA" b="1" i="0"/>
            <a:t>2</a:t>
          </a:r>
          <a:r>
            <a:rPr lang="uk-UA" b="0" i="0"/>
            <a:t>обмеження козацької території Київським, Чернігівським і Брацлавським воєводствами</a:t>
          </a:r>
          <a:endParaRPr lang="uk-UA"/>
        </a:p>
      </dgm:t>
    </dgm:pt>
    <dgm:pt modelId="{1F3CE23F-5FD2-43AF-9BA0-F6E25003609D}" type="parTrans" cxnId="{013752AA-D6B3-43E5-AEC9-AE0D12EA6F4B}">
      <dgm:prSet/>
      <dgm:spPr/>
      <dgm:t>
        <a:bodyPr/>
        <a:lstStyle/>
        <a:p>
          <a:endParaRPr lang="uk-UA"/>
        </a:p>
      </dgm:t>
    </dgm:pt>
    <dgm:pt modelId="{16C74E4D-D42A-4E74-8FAE-2C307F5744CE}" type="sibTrans" cxnId="{013752AA-D6B3-43E5-AEC9-AE0D12EA6F4B}">
      <dgm:prSet/>
      <dgm:spPr/>
      <dgm:t>
        <a:bodyPr/>
        <a:lstStyle/>
        <a:p>
          <a:endParaRPr lang="uk-UA"/>
        </a:p>
      </dgm:t>
    </dgm:pt>
    <dgm:pt modelId="{9C5575BE-C940-4B50-8372-25D4CCAE030E}">
      <dgm:prSet/>
      <dgm:spPr/>
      <dgm:t>
        <a:bodyPr/>
        <a:lstStyle/>
        <a:p>
          <a:r>
            <a:rPr lang="uk-UA" b="1" i="0"/>
            <a:t>3</a:t>
          </a:r>
          <a:r>
            <a:rPr lang="uk-UA" b="0" i="0"/>
            <a:t>дозвіл на перехід селян і міщан до козацького стану</a:t>
          </a:r>
          <a:endParaRPr lang="uk-UA"/>
        </a:p>
      </dgm:t>
    </dgm:pt>
    <dgm:pt modelId="{E87C7258-B614-429A-92AF-BEB2FA953E79}" type="parTrans" cxnId="{ACE0B024-A08E-440D-B62F-FED0580F892E}">
      <dgm:prSet/>
      <dgm:spPr/>
      <dgm:t>
        <a:bodyPr/>
        <a:lstStyle/>
        <a:p>
          <a:endParaRPr lang="uk-UA"/>
        </a:p>
      </dgm:t>
    </dgm:pt>
    <dgm:pt modelId="{11ECCDC8-15F7-40DA-9E3F-8413E5E7BF4D}" type="sibTrans" cxnId="{ACE0B024-A08E-440D-B62F-FED0580F892E}">
      <dgm:prSet/>
      <dgm:spPr/>
      <dgm:t>
        <a:bodyPr/>
        <a:lstStyle/>
        <a:p>
          <a:endParaRPr lang="uk-UA"/>
        </a:p>
      </dgm:t>
    </dgm:pt>
    <dgm:pt modelId="{B263D099-9C14-4796-9C66-485DFBA0830A}">
      <dgm:prSet/>
      <dgm:spPr/>
      <dgm:t>
        <a:bodyPr/>
        <a:lstStyle/>
        <a:p>
          <a:r>
            <a:rPr lang="uk-UA" b="1" i="0"/>
            <a:t>4</a:t>
          </a:r>
          <a:r>
            <a:rPr lang="uk-UA" b="0" i="0"/>
            <a:t>обмеження реєстру козаків шістьма тисячами осіб</a:t>
          </a:r>
          <a:endParaRPr lang="uk-UA"/>
        </a:p>
      </dgm:t>
    </dgm:pt>
    <dgm:pt modelId="{6C22E900-86C1-4DC2-8305-42AF3ECB7BF0}" type="parTrans" cxnId="{DD0CE31B-3E8A-48F4-A8DE-54D4CEC479B1}">
      <dgm:prSet/>
      <dgm:spPr/>
      <dgm:t>
        <a:bodyPr/>
        <a:lstStyle/>
        <a:p>
          <a:endParaRPr lang="uk-UA"/>
        </a:p>
      </dgm:t>
    </dgm:pt>
    <dgm:pt modelId="{7CE0D802-5FF4-4CF0-B020-F79EDA1FD438}" type="sibTrans" cxnId="{DD0CE31B-3E8A-48F4-A8DE-54D4CEC479B1}">
      <dgm:prSet/>
      <dgm:spPr/>
      <dgm:t>
        <a:bodyPr/>
        <a:lstStyle/>
        <a:p>
          <a:endParaRPr lang="uk-UA"/>
        </a:p>
      </dgm:t>
    </dgm:pt>
    <dgm:pt modelId="{5F476404-CB44-40FC-8F34-371E1B160E5B}">
      <dgm:prSet/>
      <dgm:spPr/>
      <dgm:t>
        <a:bodyPr/>
        <a:lstStyle/>
        <a:p>
          <a:r>
            <a:rPr lang="uk-UA" b="1" i="0"/>
            <a:t>5</a:t>
          </a:r>
          <a:r>
            <a:rPr lang="uk-UA" b="0" i="0"/>
            <a:t>передання гетьманові всієї повноти влади над реєстровцями</a:t>
          </a:r>
          <a:endParaRPr lang="uk-UA"/>
        </a:p>
      </dgm:t>
    </dgm:pt>
    <dgm:pt modelId="{F35387F8-813F-4C9B-A14A-B33B80A27518}" type="parTrans" cxnId="{43B8A738-9E4E-429F-B5CA-0C038B5F954A}">
      <dgm:prSet/>
      <dgm:spPr/>
      <dgm:t>
        <a:bodyPr/>
        <a:lstStyle/>
        <a:p>
          <a:endParaRPr lang="uk-UA"/>
        </a:p>
      </dgm:t>
    </dgm:pt>
    <dgm:pt modelId="{0036D8DE-3DA9-4FB9-B5DD-AA62F60EB6FB}" type="sibTrans" cxnId="{43B8A738-9E4E-429F-B5CA-0C038B5F954A}">
      <dgm:prSet/>
      <dgm:spPr/>
      <dgm:t>
        <a:bodyPr/>
        <a:lstStyle/>
        <a:p>
          <a:endParaRPr lang="uk-UA"/>
        </a:p>
      </dgm:t>
    </dgm:pt>
    <dgm:pt modelId="{DA593B37-2A14-4C86-AD46-EDA94AECA5BD}">
      <dgm:prSet/>
      <dgm:spPr/>
      <dgm:t>
        <a:bodyPr/>
        <a:lstStyle/>
        <a:p>
          <a:r>
            <a:rPr lang="uk-UA" b="1" i="0"/>
            <a:t>6</a:t>
          </a:r>
          <a:r>
            <a:rPr lang="uk-UA" b="0" i="0"/>
            <a:t>установлення «на вічні часи» всіх прав і привілеїв реєстровців</a:t>
          </a:r>
          <a:endParaRPr lang="uk-UA"/>
        </a:p>
      </dgm:t>
    </dgm:pt>
    <dgm:pt modelId="{6A7BFD82-74C8-40AD-938E-2424F22DF8F7}" type="parTrans" cxnId="{8353AB12-023C-46AF-8A88-A0BA39B1EED8}">
      <dgm:prSet/>
      <dgm:spPr/>
      <dgm:t>
        <a:bodyPr/>
        <a:lstStyle/>
        <a:p>
          <a:endParaRPr lang="uk-UA"/>
        </a:p>
      </dgm:t>
    </dgm:pt>
    <dgm:pt modelId="{FB50E0AC-D22C-42AC-A298-4C1E40123ADE}" type="sibTrans" cxnId="{8353AB12-023C-46AF-8A88-A0BA39B1EED8}">
      <dgm:prSet/>
      <dgm:spPr/>
      <dgm:t>
        <a:bodyPr/>
        <a:lstStyle/>
        <a:p>
          <a:endParaRPr lang="uk-UA"/>
        </a:p>
      </dgm:t>
    </dgm:pt>
    <dgm:pt modelId="{3CEB2F3F-7CDB-44D5-9463-25617C56CFCD}">
      <dgm:prSet/>
      <dgm:spPr/>
      <dgm:t>
        <a:bodyPr/>
        <a:lstStyle/>
        <a:p>
          <a:r>
            <a:rPr lang="uk-UA" b="1" i="0"/>
            <a:t>7</a:t>
          </a:r>
          <a:r>
            <a:rPr lang="uk-UA" b="0" i="0"/>
            <a:t>ліквідацію козацького судочинства</a:t>
          </a:r>
          <a:endParaRPr lang="uk-UA"/>
        </a:p>
      </dgm:t>
    </dgm:pt>
    <dgm:pt modelId="{BD373BC8-D4EE-46C2-9737-9D86E423ED91}" type="parTrans" cxnId="{88B2D0D0-7DE5-4236-970B-1C6936AF2D0D}">
      <dgm:prSet/>
      <dgm:spPr/>
      <dgm:t>
        <a:bodyPr/>
        <a:lstStyle/>
        <a:p>
          <a:endParaRPr lang="uk-UA"/>
        </a:p>
      </dgm:t>
    </dgm:pt>
    <dgm:pt modelId="{C70CCE4A-6D7F-495B-BBD8-05CE10553509}" type="sibTrans" cxnId="{88B2D0D0-7DE5-4236-970B-1C6936AF2D0D}">
      <dgm:prSet/>
      <dgm:spPr/>
      <dgm:t>
        <a:bodyPr/>
        <a:lstStyle/>
        <a:p>
          <a:endParaRPr lang="uk-UA"/>
        </a:p>
      </dgm:t>
    </dgm:pt>
    <dgm:pt modelId="{D2752396-CD51-4B8E-9C36-CCD7289EE27D}" type="pres">
      <dgm:prSet presAssocID="{D88A36A3-8913-4AFB-AAB4-652CC9B9B6F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F64C0F8-D89F-4894-A82C-7A94A4102615}" type="pres">
      <dgm:prSet presAssocID="{2DCB24C5-D18A-4B38-99E2-B4176B2D14F4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339BA24-185D-4256-8AEC-CC7F627C2F7E}" type="pres">
      <dgm:prSet presAssocID="{A6ABD1BB-DD7E-4DD1-B736-1FC0C9D6FE27}" presName="spacer" presStyleCnt="0"/>
      <dgm:spPr/>
    </dgm:pt>
    <dgm:pt modelId="{3CAE10C9-B047-4070-ABB0-696E6E4A0A9B}" type="pres">
      <dgm:prSet presAssocID="{55F5716A-A71C-4559-8E30-B7A311D28704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E2F2BFF-976D-4565-947D-9DDC4917585B}" type="pres">
      <dgm:prSet presAssocID="{16C74E4D-D42A-4E74-8FAE-2C307F5744CE}" presName="spacer" presStyleCnt="0"/>
      <dgm:spPr/>
    </dgm:pt>
    <dgm:pt modelId="{C76C13A4-9E7C-4497-B409-DA7DE7824F1F}" type="pres">
      <dgm:prSet presAssocID="{9C5575BE-C940-4B50-8372-25D4CCAE030E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6AA4819-6DCA-4277-9CA2-721E2BB9B89D}" type="pres">
      <dgm:prSet presAssocID="{11ECCDC8-15F7-40DA-9E3F-8413E5E7BF4D}" presName="spacer" presStyleCnt="0"/>
      <dgm:spPr/>
    </dgm:pt>
    <dgm:pt modelId="{D527DDC5-033F-4EA1-8AFA-EE1B108F29EE}" type="pres">
      <dgm:prSet presAssocID="{B263D099-9C14-4796-9C66-485DFBA0830A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A766978-6FD9-4DF1-A6C9-D3871B33F5A6}" type="pres">
      <dgm:prSet presAssocID="{7CE0D802-5FF4-4CF0-B020-F79EDA1FD438}" presName="spacer" presStyleCnt="0"/>
      <dgm:spPr/>
    </dgm:pt>
    <dgm:pt modelId="{55E16A7D-78D0-4645-BD05-04268102687F}" type="pres">
      <dgm:prSet presAssocID="{5F476404-CB44-40FC-8F34-371E1B160E5B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0733362-0C89-4FBC-9D3A-474477A6D4BF}" type="pres">
      <dgm:prSet presAssocID="{0036D8DE-3DA9-4FB9-B5DD-AA62F60EB6FB}" presName="spacer" presStyleCnt="0"/>
      <dgm:spPr/>
    </dgm:pt>
    <dgm:pt modelId="{D52903FF-C589-4E09-AE4C-AB26D44A82A0}" type="pres">
      <dgm:prSet presAssocID="{DA593B37-2A14-4C86-AD46-EDA94AECA5BD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AE5F905-8B26-405B-B4E8-20BE33222632}" type="pres">
      <dgm:prSet presAssocID="{FB50E0AC-D22C-42AC-A298-4C1E40123ADE}" presName="spacer" presStyleCnt="0"/>
      <dgm:spPr/>
    </dgm:pt>
    <dgm:pt modelId="{75E30981-0D8F-40C0-9890-DABA22165619}" type="pres">
      <dgm:prSet presAssocID="{3CEB2F3F-7CDB-44D5-9463-25617C56CFCD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4408EB6-4EF2-4724-98B5-B8061D434A3E}" srcId="{D88A36A3-8913-4AFB-AAB4-652CC9B9B6F9}" destId="{2DCB24C5-D18A-4B38-99E2-B4176B2D14F4}" srcOrd="0" destOrd="0" parTransId="{2BCA67F9-1A9C-47F5-A479-D7F6C712140E}" sibTransId="{A6ABD1BB-DD7E-4DD1-B736-1FC0C9D6FE27}"/>
    <dgm:cxn modelId="{13C5907F-895A-4D53-9C15-BB49EF86C4B8}" type="presOf" srcId="{3CEB2F3F-7CDB-44D5-9463-25617C56CFCD}" destId="{75E30981-0D8F-40C0-9890-DABA22165619}" srcOrd="0" destOrd="0" presId="urn:microsoft.com/office/officeart/2005/8/layout/vList2"/>
    <dgm:cxn modelId="{DD0CE31B-3E8A-48F4-A8DE-54D4CEC479B1}" srcId="{D88A36A3-8913-4AFB-AAB4-652CC9B9B6F9}" destId="{B263D099-9C14-4796-9C66-485DFBA0830A}" srcOrd="3" destOrd="0" parTransId="{6C22E900-86C1-4DC2-8305-42AF3ECB7BF0}" sibTransId="{7CE0D802-5FF4-4CF0-B020-F79EDA1FD438}"/>
    <dgm:cxn modelId="{013752AA-D6B3-43E5-AEC9-AE0D12EA6F4B}" srcId="{D88A36A3-8913-4AFB-AAB4-652CC9B9B6F9}" destId="{55F5716A-A71C-4559-8E30-B7A311D28704}" srcOrd="1" destOrd="0" parTransId="{1F3CE23F-5FD2-43AF-9BA0-F6E25003609D}" sibTransId="{16C74E4D-D42A-4E74-8FAE-2C307F5744CE}"/>
    <dgm:cxn modelId="{051F0A9A-37F8-4C24-BCCD-C52671053D06}" type="presOf" srcId="{55F5716A-A71C-4559-8E30-B7A311D28704}" destId="{3CAE10C9-B047-4070-ABB0-696E6E4A0A9B}" srcOrd="0" destOrd="0" presId="urn:microsoft.com/office/officeart/2005/8/layout/vList2"/>
    <dgm:cxn modelId="{43B8A738-9E4E-429F-B5CA-0C038B5F954A}" srcId="{D88A36A3-8913-4AFB-AAB4-652CC9B9B6F9}" destId="{5F476404-CB44-40FC-8F34-371E1B160E5B}" srcOrd="4" destOrd="0" parTransId="{F35387F8-813F-4C9B-A14A-B33B80A27518}" sibTransId="{0036D8DE-3DA9-4FB9-B5DD-AA62F60EB6FB}"/>
    <dgm:cxn modelId="{516CCE28-5661-469C-B331-D1F4E5E28FCC}" type="presOf" srcId="{5F476404-CB44-40FC-8F34-371E1B160E5B}" destId="{55E16A7D-78D0-4645-BD05-04268102687F}" srcOrd="0" destOrd="0" presId="urn:microsoft.com/office/officeart/2005/8/layout/vList2"/>
    <dgm:cxn modelId="{88B2D0D0-7DE5-4236-970B-1C6936AF2D0D}" srcId="{D88A36A3-8913-4AFB-AAB4-652CC9B9B6F9}" destId="{3CEB2F3F-7CDB-44D5-9463-25617C56CFCD}" srcOrd="6" destOrd="0" parTransId="{BD373BC8-D4EE-46C2-9737-9D86E423ED91}" sibTransId="{C70CCE4A-6D7F-495B-BBD8-05CE10553509}"/>
    <dgm:cxn modelId="{ACE0B024-A08E-440D-B62F-FED0580F892E}" srcId="{D88A36A3-8913-4AFB-AAB4-652CC9B9B6F9}" destId="{9C5575BE-C940-4B50-8372-25D4CCAE030E}" srcOrd="2" destOrd="0" parTransId="{E87C7258-B614-429A-92AF-BEB2FA953E79}" sibTransId="{11ECCDC8-15F7-40DA-9E3F-8413E5E7BF4D}"/>
    <dgm:cxn modelId="{524410E2-CE35-43D6-B92B-30899FC7D393}" type="presOf" srcId="{B263D099-9C14-4796-9C66-485DFBA0830A}" destId="{D527DDC5-033F-4EA1-8AFA-EE1B108F29EE}" srcOrd="0" destOrd="0" presId="urn:microsoft.com/office/officeart/2005/8/layout/vList2"/>
    <dgm:cxn modelId="{53EF9801-B4B4-4A9C-A2E9-27D26D6B1094}" type="presOf" srcId="{D88A36A3-8913-4AFB-AAB4-652CC9B9B6F9}" destId="{D2752396-CD51-4B8E-9C36-CCD7289EE27D}" srcOrd="0" destOrd="0" presId="urn:microsoft.com/office/officeart/2005/8/layout/vList2"/>
    <dgm:cxn modelId="{CF35D3DD-202D-4611-825C-06428AF01A19}" type="presOf" srcId="{9C5575BE-C940-4B50-8372-25D4CCAE030E}" destId="{C76C13A4-9E7C-4497-B409-DA7DE7824F1F}" srcOrd="0" destOrd="0" presId="urn:microsoft.com/office/officeart/2005/8/layout/vList2"/>
    <dgm:cxn modelId="{8353AB12-023C-46AF-8A88-A0BA39B1EED8}" srcId="{D88A36A3-8913-4AFB-AAB4-652CC9B9B6F9}" destId="{DA593B37-2A14-4C86-AD46-EDA94AECA5BD}" srcOrd="5" destOrd="0" parTransId="{6A7BFD82-74C8-40AD-938E-2424F22DF8F7}" sibTransId="{FB50E0AC-D22C-42AC-A298-4C1E40123ADE}"/>
    <dgm:cxn modelId="{197D6648-6DF8-47C2-9F50-C6328701CDDB}" type="presOf" srcId="{DA593B37-2A14-4C86-AD46-EDA94AECA5BD}" destId="{D52903FF-C589-4E09-AE4C-AB26D44A82A0}" srcOrd="0" destOrd="0" presId="urn:microsoft.com/office/officeart/2005/8/layout/vList2"/>
    <dgm:cxn modelId="{0B1B1009-3129-42F3-848E-56FA0C920C7E}" type="presOf" srcId="{2DCB24C5-D18A-4B38-99E2-B4176B2D14F4}" destId="{6F64C0F8-D89F-4894-A82C-7A94A4102615}" srcOrd="0" destOrd="0" presId="urn:microsoft.com/office/officeart/2005/8/layout/vList2"/>
    <dgm:cxn modelId="{F7DFF240-A9BF-4D8B-B42B-18ACD71C44E1}" type="presParOf" srcId="{D2752396-CD51-4B8E-9C36-CCD7289EE27D}" destId="{6F64C0F8-D89F-4894-A82C-7A94A4102615}" srcOrd="0" destOrd="0" presId="urn:microsoft.com/office/officeart/2005/8/layout/vList2"/>
    <dgm:cxn modelId="{D9655727-0EC7-44CB-A3F0-C756CF29AA46}" type="presParOf" srcId="{D2752396-CD51-4B8E-9C36-CCD7289EE27D}" destId="{C339BA24-185D-4256-8AEC-CC7F627C2F7E}" srcOrd="1" destOrd="0" presId="urn:microsoft.com/office/officeart/2005/8/layout/vList2"/>
    <dgm:cxn modelId="{9064E268-2251-4B8E-AA30-0C3B10D10911}" type="presParOf" srcId="{D2752396-CD51-4B8E-9C36-CCD7289EE27D}" destId="{3CAE10C9-B047-4070-ABB0-696E6E4A0A9B}" srcOrd="2" destOrd="0" presId="urn:microsoft.com/office/officeart/2005/8/layout/vList2"/>
    <dgm:cxn modelId="{C056679E-905E-4957-BC98-4525C3DBC54B}" type="presParOf" srcId="{D2752396-CD51-4B8E-9C36-CCD7289EE27D}" destId="{2E2F2BFF-976D-4565-947D-9DDC4917585B}" srcOrd="3" destOrd="0" presId="urn:microsoft.com/office/officeart/2005/8/layout/vList2"/>
    <dgm:cxn modelId="{8DA2FB81-CB11-4B94-A709-4FDC56E0D577}" type="presParOf" srcId="{D2752396-CD51-4B8E-9C36-CCD7289EE27D}" destId="{C76C13A4-9E7C-4497-B409-DA7DE7824F1F}" srcOrd="4" destOrd="0" presId="urn:microsoft.com/office/officeart/2005/8/layout/vList2"/>
    <dgm:cxn modelId="{4A93739E-842A-46DA-8B17-AD68AB24537D}" type="presParOf" srcId="{D2752396-CD51-4B8E-9C36-CCD7289EE27D}" destId="{86AA4819-6DCA-4277-9CA2-721E2BB9B89D}" srcOrd="5" destOrd="0" presId="urn:microsoft.com/office/officeart/2005/8/layout/vList2"/>
    <dgm:cxn modelId="{CD09A530-B37C-4DFC-A4D6-E3E7C5E28EBA}" type="presParOf" srcId="{D2752396-CD51-4B8E-9C36-CCD7289EE27D}" destId="{D527DDC5-033F-4EA1-8AFA-EE1B108F29EE}" srcOrd="6" destOrd="0" presId="urn:microsoft.com/office/officeart/2005/8/layout/vList2"/>
    <dgm:cxn modelId="{51BD4CDC-5F8F-4CBE-95BB-EBDB5482EC7C}" type="presParOf" srcId="{D2752396-CD51-4B8E-9C36-CCD7289EE27D}" destId="{5A766978-6FD9-4DF1-A6C9-D3871B33F5A6}" srcOrd="7" destOrd="0" presId="urn:microsoft.com/office/officeart/2005/8/layout/vList2"/>
    <dgm:cxn modelId="{ADD428CD-CBFB-45E3-BF9D-928882B67CA1}" type="presParOf" srcId="{D2752396-CD51-4B8E-9C36-CCD7289EE27D}" destId="{55E16A7D-78D0-4645-BD05-04268102687F}" srcOrd="8" destOrd="0" presId="urn:microsoft.com/office/officeart/2005/8/layout/vList2"/>
    <dgm:cxn modelId="{D1046DE4-ADB4-4DFE-910E-4E9566D7E0C3}" type="presParOf" srcId="{D2752396-CD51-4B8E-9C36-CCD7289EE27D}" destId="{50733362-0C89-4FBC-9D3A-474477A6D4BF}" srcOrd="9" destOrd="0" presId="urn:microsoft.com/office/officeart/2005/8/layout/vList2"/>
    <dgm:cxn modelId="{72F63F7E-9429-4A59-8A05-02E7ECDE3DFA}" type="presParOf" srcId="{D2752396-CD51-4B8E-9C36-CCD7289EE27D}" destId="{D52903FF-C589-4E09-AE4C-AB26D44A82A0}" srcOrd="10" destOrd="0" presId="urn:microsoft.com/office/officeart/2005/8/layout/vList2"/>
    <dgm:cxn modelId="{0449959C-AB2A-434C-89DE-EC727E441190}" type="presParOf" srcId="{D2752396-CD51-4B8E-9C36-CCD7289EE27D}" destId="{AAE5F905-8B26-405B-B4E8-20BE33222632}" srcOrd="11" destOrd="0" presId="urn:microsoft.com/office/officeart/2005/8/layout/vList2"/>
    <dgm:cxn modelId="{8E4A38EE-DDAF-4C7C-83DF-3D822F9B6C82}" type="presParOf" srcId="{D2752396-CD51-4B8E-9C36-CCD7289EE27D}" destId="{75E30981-0D8F-40C0-9890-DABA22165619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F358F79-5D2D-42B0-A9F5-1558B34CABE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45F99B88-7071-4CF0-99D4-B176C845EF09}">
      <dgm:prSet/>
      <dgm:spPr/>
      <dgm:t>
        <a:bodyPr/>
        <a:lstStyle/>
        <a:p>
          <a:r>
            <a:rPr lang="ru-RU" b="0" i="0"/>
            <a:t>під проводом Т. Федоровича</a:t>
          </a:r>
          <a:endParaRPr lang="uk-UA"/>
        </a:p>
      </dgm:t>
    </dgm:pt>
    <dgm:pt modelId="{074CD913-FEB7-4027-B139-A55B9E7B8E03}" type="parTrans" cxnId="{7D21883F-8D11-4446-8F0F-0550FFAE2FF9}">
      <dgm:prSet/>
      <dgm:spPr/>
      <dgm:t>
        <a:bodyPr/>
        <a:lstStyle/>
        <a:p>
          <a:endParaRPr lang="uk-UA"/>
        </a:p>
      </dgm:t>
    </dgm:pt>
    <dgm:pt modelId="{FABF3501-F797-46F4-A7F2-6FFF01AF765E}" type="sibTrans" cxnId="{7D21883F-8D11-4446-8F0F-0550FFAE2FF9}">
      <dgm:prSet/>
      <dgm:spPr/>
      <dgm:t>
        <a:bodyPr/>
        <a:lstStyle/>
        <a:p>
          <a:endParaRPr lang="uk-UA"/>
        </a:p>
      </dgm:t>
    </dgm:pt>
    <dgm:pt modelId="{A3E486FF-D8A2-4A67-A61A-2FFA856117A1}">
      <dgm:prSet/>
      <dgm:spPr/>
      <dgm:t>
        <a:bodyPr/>
        <a:lstStyle/>
        <a:p>
          <a:r>
            <a:rPr lang="ru-RU" b="0" i="0" dirty="0" err="1"/>
            <a:t>під</a:t>
          </a:r>
          <a:r>
            <a:rPr lang="ru-RU" b="0" i="0" dirty="0"/>
            <a:t> проводом І. </a:t>
          </a:r>
          <a:r>
            <a:rPr lang="ru-RU" b="0" i="0" dirty="0" err="1"/>
            <a:t>Сулими</a:t>
          </a:r>
          <a:endParaRPr lang="uk-UA" dirty="0"/>
        </a:p>
      </dgm:t>
    </dgm:pt>
    <dgm:pt modelId="{82D64095-E963-40F8-989E-F1B152963E44}" type="parTrans" cxnId="{01C4CDDC-FE3A-4638-966A-F986134A47A6}">
      <dgm:prSet/>
      <dgm:spPr/>
      <dgm:t>
        <a:bodyPr/>
        <a:lstStyle/>
        <a:p>
          <a:endParaRPr lang="uk-UA"/>
        </a:p>
      </dgm:t>
    </dgm:pt>
    <dgm:pt modelId="{E2CB3217-20BE-4382-835A-971092A3402E}" type="sibTrans" cxnId="{01C4CDDC-FE3A-4638-966A-F986134A47A6}">
      <dgm:prSet/>
      <dgm:spPr/>
      <dgm:t>
        <a:bodyPr/>
        <a:lstStyle/>
        <a:p>
          <a:endParaRPr lang="uk-UA"/>
        </a:p>
      </dgm:t>
    </dgm:pt>
    <dgm:pt modelId="{1148CBAE-D822-4166-BD3B-248D8DD6DA7D}">
      <dgm:prSet/>
      <dgm:spPr/>
      <dgm:t>
        <a:bodyPr/>
        <a:lstStyle/>
        <a:p>
          <a:r>
            <a:rPr lang="ru-RU" b="0" i="0" dirty="0" err="1"/>
            <a:t>під</a:t>
          </a:r>
          <a:r>
            <a:rPr lang="ru-RU" b="0" i="0" dirty="0"/>
            <a:t> проводом П. Павлюка</a:t>
          </a:r>
          <a:endParaRPr lang="uk-UA" dirty="0"/>
        </a:p>
      </dgm:t>
    </dgm:pt>
    <dgm:pt modelId="{D77F3079-B02C-4FD9-84B5-235A2965C9DF}" type="parTrans" cxnId="{54387907-EE8F-4E16-9176-A280FA309DB1}">
      <dgm:prSet/>
      <dgm:spPr/>
      <dgm:t>
        <a:bodyPr/>
        <a:lstStyle/>
        <a:p>
          <a:endParaRPr lang="uk-UA"/>
        </a:p>
      </dgm:t>
    </dgm:pt>
    <dgm:pt modelId="{8FC252AE-944A-44B2-91C5-70D1C9309439}" type="sibTrans" cxnId="{54387907-EE8F-4E16-9176-A280FA309DB1}">
      <dgm:prSet/>
      <dgm:spPr/>
      <dgm:t>
        <a:bodyPr/>
        <a:lstStyle/>
        <a:p>
          <a:endParaRPr lang="uk-UA"/>
        </a:p>
      </dgm:t>
    </dgm:pt>
    <dgm:pt modelId="{4D5063FE-5224-4F3B-84E5-4ADCA0B8FBEF}">
      <dgm:prSet/>
      <dgm:spPr/>
      <dgm:t>
        <a:bodyPr/>
        <a:lstStyle/>
        <a:p>
          <a:r>
            <a:rPr lang="ru-RU" b="0" i="0" dirty="0" err="1"/>
            <a:t>під</a:t>
          </a:r>
          <a:r>
            <a:rPr lang="ru-RU" b="0" i="0" dirty="0"/>
            <a:t> проводом М. </a:t>
          </a:r>
          <a:r>
            <a:rPr lang="ru-RU" b="0" i="0" dirty="0" err="1"/>
            <a:t>Жмайла</a:t>
          </a:r>
          <a:endParaRPr lang="uk-UA" dirty="0"/>
        </a:p>
      </dgm:t>
    </dgm:pt>
    <dgm:pt modelId="{1AD6A3E8-FFB8-458D-839C-090D010237E5}" type="parTrans" cxnId="{964E5F4E-32BA-41BE-AF71-A40457F1FD21}">
      <dgm:prSet/>
      <dgm:spPr/>
      <dgm:t>
        <a:bodyPr/>
        <a:lstStyle/>
        <a:p>
          <a:endParaRPr lang="uk-UA"/>
        </a:p>
      </dgm:t>
    </dgm:pt>
    <dgm:pt modelId="{301EB6B4-7375-4A00-8E48-7D45C3E2430C}" type="sibTrans" cxnId="{964E5F4E-32BA-41BE-AF71-A40457F1FD21}">
      <dgm:prSet/>
      <dgm:spPr/>
      <dgm:t>
        <a:bodyPr/>
        <a:lstStyle/>
        <a:p>
          <a:endParaRPr lang="uk-UA"/>
        </a:p>
      </dgm:t>
    </dgm:pt>
    <dgm:pt modelId="{50A0CF5B-6F3D-4786-AAB9-AA8FBF43FE34}" type="pres">
      <dgm:prSet presAssocID="{2F358F79-5D2D-42B0-A9F5-1558B34CABE5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2368EFD-30ED-4A32-8C34-056871B85FA2}" type="pres">
      <dgm:prSet presAssocID="{45F99B88-7071-4CF0-99D4-B176C845EF09}" presName="composite" presStyleCnt="0"/>
      <dgm:spPr/>
    </dgm:pt>
    <dgm:pt modelId="{1F4C0DF6-9FAE-4A12-B7E6-0F69A3B251D8}" type="pres">
      <dgm:prSet presAssocID="{45F99B88-7071-4CF0-99D4-B176C845EF09}" presName="imgShp" presStyleLbl="fgImgPlace1" presStyleIdx="0" presStyleCnt="4"/>
      <dgm:spPr/>
    </dgm:pt>
    <dgm:pt modelId="{74FEA444-5F8A-4E95-A265-C92B262A3965}" type="pres">
      <dgm:prSet presAssocID="{45F99B88-7071-4CF0-99D4-B176C845EF09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690C35A-8CA1-4F9B-AB71-ECC3AA425264}" type="pres">
      <dgm:prSet presAssocID="{FABF3501-F797-46F4-A7F2-6FFF01AF765E}" presName="spacing" presStyleCnt="0"/>
      <dgm:spPr/>
    </dgm:pt>
    <dgm:pt modelId="{3AA1D579-8EB7-4E75-9D9C-3608051B6BC0}" type="pres">
      <dgm:prSet presAssocID="{A3E486FF-D8A2-4A67-A61A-2FFA856117A1}" presName="composite" presStyleCnt="0"/>
      <dgm:spPr/>
    </dgm:pt>
    <dgm:pt modelId="{9940EA0B-13E9-41EE-8768-7ADD27D1AC79}" type="pres">
      <dgm:prSet presAssocID="{A3E486FF-D8A2-4A67-A61A-2FFA856117A1}" presName="imgShp" presStyleLbl="fgImgPlace1" presStyleIdx="1" presStyleCnt="4"/>
      <dgm:spPr/>
    </dgm:pt>
    <dgm:pt modelId="{18349CC2-E658-49D8-BE14-07138A144DBE}" type="pres">
      <dgm:prSet presAssocID="{A3E486FF-D8A2-4A67-A61A-2FFA856117A1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425CB9E-405B-4486-82DD-D4B899FFB137}" type="pres">
      <dgm:prSet presAssocID="{E2CB3217-20BE-4382-835A-971092A3402E}" presName="spacing" presStyleCnt="0"/>
      <dgm:spPr/>
    </dgm:pt>
    <dgm:pt modelId="{D5B36CB2-D48C-4C2C-9062-C5F908F59AD6}" type="pres">
      <dgm:prSet presAssocID="{1148CBAE-D822-4166-BD3B-248D8DD6DA7D}" presName="composite" presStyleCnt="0"/>
      <dgm:spPr/>
    </dgm:pt>
    <dgm:pt modelId="{73BC5788-2CB1-4B6F-8F47-CCFC3E28E109}" type="pres">
      <dgm:prSet presAssocID="{1148CBAE-D822-4166-BD3B-248D8DD6DA7D}" presName="imgShp" presStyleLbl="fgImgPlace1" presStyleIdx="2" presStyleCnt="4"/>
      <dgm:spPr/>
    </dgm:pt>
    <dgm:pt modelId="{A30C15AB-BA35-4835-A5D4-A7E6ED835DFA}" type="pres">
      <dgm:prSet presAssocID="{1148CBAE-D822-4166-BD3B-248D8DD6DA7D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F599019-49E2-4A17-9514-F1A60EC21AC4}" type="pres">
      <dgm:prSet presAssocID="{8FC252AE-944A-44B2-91C5-70D1C9309439}" presName="spacing" presStyleCnt="0"/>
      <dgm:spPr/>
    </dgm:pt>
    <dgm:pt modelId="{C3E3E096-7535-4A63-B482-F68B7B1E6BB7}" type="pres">
      <dgm:prSet presAssocID="{4D5063FE-5224-4F3B-84E5-4ADCA0B8FBEF}" presName="composite" presStyleCnt="0"/>
      <dgm:spPr/>
    </dgm:pt>
    <dgm:pt modelId="{C5BA5B54-44DB-4D0F-8650-268555A7B25B}" type="pres">
      <dgm:prSet presAssocID="{4D5063FE-5224-4F3B-84E5-4ADCA0B8FBEF}" presName="imgShp" presStyleLbl="fgImgPlace1" presStyleIdx="3" presStyleCnt="4"/>
      <dgm:spPr/>
    </dgm:pt>
    <dgm:pt modelId="{A96B4A82-0531-4A8F-ABBF-DE5FBC94BA28}" type="pres">
      <dgm:prSet presAssocID="{4D5063FE-5224-4F3B-84E5-4ADCA0B8FBEF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45072F1-5CE0-4E6B-8078-919A8F40D531}" type="presOf" srcId="{1148CBAE-D822-4166-BD3B-248D8DD6DA7D}" destId="{A30C15AB-BA35-4835-A5D4-A7E6ED835DFA}" srcOrd="0" destOrd="0" presId="urn:microsoft.com/office/officeart/2005/8/layout/vList3"/>
    <dgm:cxn modelId="{54387907-EE8F-4E16-9176-A280FA309DB1}" srcId="{2F358F79-5D2D-42B0-A9F5-1558B34CABE5}" destId="{1148CBAE-D822-4166-BD3B-248D8DD6DA7D}" srcOrd="2" destOrd="0" parTransId="{D77F3079-B02C-4FD9-84B5-235A2965C9DF}" sibTransId="{8FC252AE-944A-44B2-91C5-70D1C9309439}"/>
    <dgm:cxn modelId="{725D0804-E88A-46F2-A3A5-B34ACD036C31}" type="presOf" srcId="{4D5063FE-5224-4F3B-84E5-4ADCA0B8FBEF}" destId="{A96B4A82-0531-4A8F-ABBF-DE5FBC94BA28}" srcOrd="0" destOrd="0" presId="urn:microsoft.com/office/officeart/2005/8/layout/vList3"/>
    <dgm:cxn modelId="{F2568F2A-3A6D-43B5-B587-111AB981C02B}" type="presOf" srcId="{2F358F79-5D2D-42B0-A9F5-1558B34CABE5}" destId="{50A0CF5B-6F3D-4786-AAB9-AA8FBF43FE34}" srcOrd="0" destOrd="0" presId="urn:microsoft.com/office/officeart/2005/8/layout/vList3"/>
    <dgm:cxn modelId="{3BE27BB3-BFC2-41C1-81F4-EA94DB21BA9B}" type="presOf" srcId="{45F99B88-7071-4CF0-99D4-B176C845EF09}" destId="{74FEA444-5F8A-4E95-A265-C92B262A3965}" srcOrd="0" destOrd="0" presId="urn:microsoft.com/office/officeart/2005/8/layout/vList3"/>
    <dgm:cxn modelId="{01C4CDDC-FE3A-4638-966A-F986134A47A6}" srcId="{2F358F79-5D2D-42B0-A9F5-1558B34CABE5}" destId="{A3E486FF-D8A2-4A67-A61A-2FFA856117A1}" srcOrd="1" destOrd="0" parTransId="{82D64095-E963-40F8-989E-F1B152963E44}" sibTransId="{E2CB3217-20BE-4382-835A-971092A3402E}"/>
    <dgm:cxn modelId="{964E5F4E-32BA-41BE-AF71-A40457F1FD21}" srcId="{2F358F79-5D2D-42B0-A9F5-1558B34CABE5}" destId="{4D5063FE-5224-4F3B-84E5-4ADCA0B8FBEF}" srcOrd="3" destOrd="0" parTransId="{1AD6A3E8-FFB8-458D-839C-090D010237E5}" sibTransId="{301EB6B4-7375-4A00-8E48-7D45C3E2430C}"/>
    <dgm:cxn modelId="{29F98E50-56AB-45B3-8753-467C7EC7E406}" type="presOf" srcId="{A3E486FF-D8A2-4A67-A61A-2FFA856117A1}" destId="{18349CC2-E658-49D8-BE14-07138A144DBE}" srcOrd="0" destOrd="0" presId="urn:microsoft.com/office/officeart/2005/8/layout/vList3"/>
    <dgm:cxn modelId="{7D21883F-8D11-4446-8F0F-0550FFAE2FF9}" srcId="{2F358F79-5D2D-42B0-A9F5-1558B34CABE5}" destId="{45F99B88-7071-4CF0-99D4-B176C845EF09}" srcOrd="0" destOrd="0" parTransId="{074CD913-FEB7-4027-B139-A55B9E7B8E03}" sibTransId="{FABF3501-F797-46F4-A7F2-6FFF01AF765E}"/>
    <dgm:cxn modelId="{CB955DBE-F0A3-4388-BA90-CD852A6CA0A3}" type="presParOf" srcId="{50A0CF5B-6F3D-4786-AAB9-AA8FBF43FE34}" destId="{22368EFD-30ED-4A32-8C34-056871B85FA2}" srcOrd="0" destOrd="0" presId="urn:microsoft.com/office/officeart/2005/8/layout/vList3"/>
    <dgm:cxn modelId="{FA1DB73A-D26F-4228-B548-7B5C1E977275}" type="presParOf" srcId="{22368EFD-30ED-4A32-8C34-056871B85FA2}" destId="{1F4C0DF6-9FAE-4A12-B7E6-0F69A3B251D8}" srcOrd="0" destOrd="0" presId="urn:microsoft.com/office/officeart/2005/8/layout/vList3"/>
    <dgm:cxn modelId="{9AD4A5FE-E8DD-4A73-868D-2CC5DA13E8D8}" type="presParOf" srcId="{22368EFD-30ED-4A32-8C34-056871B85FA2}" destId="{74FEA444-5F8A-4E95-A265-C92B262A3965}" srcOrd="1" destOrd="0" presId="urn:microsoft.com/office/officeart/2005/8/layout/vList3"/>
    <dgm:cxn modelId="{D2982F3F-5A83-4F29-8AD2-7F7C39346B04}" type="presParOf" srcId="{50A0CF5B-6F3D-4786-AAB9-AA8FBF43FE34}" destId="{C690C35A-8CA1-4F9B-AB71-ECC3AA425264}" srcOrd="1" destOrd="0" presId="urn:microsoft.com/office/officeart/2005/8/layout/vList3"/>
    <dgm:cxn modelId="{78050921-3A22-4274-8F50-8BD35C03C476}" type="presParOf" srcId="{50A0CF5B-6F3D-4786-AAB9-AA8FBF43FE34}" destId="{3AA1D579-8EB7-4E75-9D9C-3608051B6BC0}" srcOrd="2" destOrd="0" presId="urn:microsoft.com/office/officeart/2005/8/layout/vList3"/>
    <dgm:cxn modelId="{13A2A099-B90D-4E8B-807F-0F403313C214}" type="presParOf" srcId="{3AA1D579-8EB7-4E75-9D9C-3608051B6BC0}" destId="{9940EA0B-13E9-41EE-8768-7ADD27D1AC79}" srcOrd="0" destOrd="0" presId="urn:microsoft.com/office/officeart/2005/8/layout/vList3"/>
    <dgm:cxn modelId="{490233B1-5716-4262-9A55-8A7059824DA6}" type="presParOf" srcId="{3AA1D579-8EB7-4E75-9D9C-3608051B6BC0}" destId="{18349CC2-E658-49D8-BE14-07138A144DBE}" srcOrd="1" destOrd="0" presId="urn:microsoft.com/office/officeart/2005/8/layout/vList3"/>
    <dgm:cxn modelId="{95BE948B-7582-448C-9764-A53DE6A8867A}" type="presParOf" srcId="{50A0CF5B-6F3D-4786-AAB9-AA8FBF43FE34}" destId="{0425CB9E-405B-4486-82DD-D4B899FFB137}" srcOrd="3" destOrd="0" presId="urn:microsoft.com/office/officeart/2005/8/layout/vList3"/>
    <dgm:cxn modelId="{F2080389-D7CE-450C-BB92-258413EF31E6}" type="presParOf" srcId="{50A0CF5B-6F3D-4786-AAB9-AA8FBF43FE34}" destId="{D5B36CB2-D48C-4C2C-9062-C5F908F59AD6}" srcOrd="4" destOrd="0" presId="urn:microsoft.com/office/officeart/2005/8/layout/vList3"/>
    <dgm:cxn modelId="{B38CF784-0278-4D36-AC5A-2F1FAA61AD11}" type="presParOf" srcId="{D5B36CB2-D48C-4C2C-9062-C5F908F59AD6}" destId="{73BC5788-2CB1-4B6F-8F47-CCFC3E28E109}" srcOrd="0" destOrd="0" presId="urn:microsoft.com/office/officeart/2005/8/layout/vList3"/>
    <dgm:cxn modelId="{BE8E3034-223E-4280-8858-4F329AE6008A}" type="presParOf" srcId="{D5B36CB2-D48C-4C2C-9062-C5F908F59AD6}" destId="{A30C15AB-BA35-4835-A5D4-A7E6ED835DFA}" srcOrd="1" destOrd="0" presId="urn:microsoft.com/office/officeart/2005/8/layout/vList3"/>
    <dgm:cxn modelId="{41B5E0BB-0E45-4A07-ADEA-1060E307C181}" type="presParOf" srcId="{50A0CF5B-6F3D-4786-AAB9-AA8FBF43FE34}" destId="{3F599019-49E2-4A17-9514-F1A60EC21AC4}" srcOrd="5" destOrd="0" presId="urn:microsoft.com/office/officeart/2005/8/layout/vList3"/>
    <dgm:cxn modelId="{B3702C4B-8FB7-4A34-AC4B-9648DB27AF0C}" type="presParOf" srcId="{50A0CF5B-6F3D-4786-AAB9-AA8FBF43FE34}" destId="{C3E3E096-7535-4A63-B482-F68B7B1E6BB7}" srcOrd="6" destOrd="0" presId="urn:microsoft.com/office/officeart/2005/8/layout/vList3"/>
    <dgm:cxn modelId="{AEAD63D9-165C-44DD-8F48-FE86834EB44A}" type="presParOf" srcId="{C3E3E096-7535-4A63-B482-F68B7B1E6BB7}" destId="{C5BA5B54-44DB-4D0F-8650-268555A7B25B}" srcOrd="0" destOrd="0" presId="urn:microsoft.com/office/officeart/2005/8/layout/vList3"/>
    <dgm:cxn modelId="{95F9DEC8-678D-4A67-87A8-C53F338CDAA3}" type="presParOf" srcId="{C3E3E096-7535-4A63-B482-F68B7B1E6BB7}" destId="{A96B4A82-0531-4A8F-ABBF-DE5FBC94BA2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93C23A3-D2F0-46CB-BCB5-7300CEEC1EDF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D6A2848-9639-48BF-80FD-B4DB2726AEE7}">
      <dgm:prSet/>
      <dgm:spPr/>
      <dgm:t>
        <a:bodyPr/>
        <a:lstStyle/>
        <a:p>
          <a:r>
            <a:rPr lang="uk-UA" b="0" i="0"/>
            <a:t>від козацького повстання під проводом С. Наливайка до морських походів козаків на чолі з П. Сагайдачним на володіння Османської імперії.</a:t>
          </a:r>
          <a:endParaRPr lang="uk-UA"/>
        </a:p>
      </dgm:t>
    </dgm:pt>
    <dgm:pt modelId="{93D6909D-D9F2-49D6-81D5-B008E95F970C}" type="parTrans" cxnId="{C71325BD-692D-4399-B7ED-3992AA397EA9}">
      <dgm:prSet/>
      <dgm:spPr/>
      <dgm:t>
        <a:bodyPr/>
        <a:lstStyle/>
        <a:p>
          <a:endParaRPr lang="uk-UA"/>
        </a:p>
      </dgm:t>
    </dgm:pt>
    <dgm:pt modelId="{68A9EB95-64C0-44FF-A6AB-EEDA57D43558}" type="sibTrans" cxnId="{C71325BD-692D-4399-B7ED-3992AA397EA9}">
      <dgm:prSet/>
      <dgm:spPr/>
      <dgm:t>
        <a:bodyPr/>
        <a:lstStyle/>
        <a:p>
          <a:endParaRPr lang="uk-UA"/>
        </a:p>
      </dgm:t>
    </dgm:pt>
    <dgm:pt modelId="{BD70EDC2-B039-4534-843F-D0107D4BF878}">
      <dgm:prSet/>
      <dgm:spPr/>
      <dgm:t>
        <a:bodyPr/>
        <a:lstStyle/>
        <a:p>
          <a:r>
            <a:rPr lang="uk-UA" b="0" i="0"/>
            <a:t>від укладення польсько-литовської міждержавної Люблінської унії до початку польсько-турецької Хотинської війни.</a:t>
          </a:r>
          <a:endParaRPr lang="uk-UA"/>
        </a:p>
      </dgm:t>
    </dgm:pt>
    <dgm:pt modelId="{D62B7371-7EB7-4B68-AABD-3132AC9049DE}" type="parTrans" cxnId="{025F2FCC-CD3F-4109-82C5-CAA5D8612027}">
      <dgm:prSet/>
      <dgm:spPr/>
      <dgm:t>
        <a:bodyPr/>
        <a:lstStyle/>
        <a:p>
          <a:endParaRPr lang="uk-UA"/>
        </a:p>
      </dgm:t>
    </dgm:pt>
    <dgm:pt modelId="{875C56BD-D8EC-43AD-85C6-9CD915A4CFF8}" type="sibTrans" cxnId="{025F2FCC-CD3F-4109-82C5-CAA5D8612027}">
      <dgm:prSet/>
      <dgm:spPr/>
      <dgm:t>
        <a:bodyPr/>
        <a:lstStyle/>
        <a:p>
          <a:endParaRPr lang="uk-UA"/>
        </a:p>
      </dgm:t>
    </dgm:pt>
    <dgm:pt modelId="{376D6EF9-F15C-4917-B845-C3054E418A2C}" type="pres">
      <dgm:prSet presAssocID="{A93C23A3-D2F0-46CB-BCB5-7300CEEC1EDF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F1E78CB-A8FF-4CEE-A9A8-26D3767022FE}" type="pres">
      <dgm:prSet presAssocID="{3D6A2848-9639-48BF-80FD-B4DB2726AEE7}" presName="comp" presStyleCnt="0"/>
      <dgm:spPr/>
    </dgm:pt>
    <dgm:pt modelId="{8ED872C6-AE15-4376-9D46-70E0315CE4BA}" type="pres">
      <dgm:prSet presAssocID="{3D6A2848-9639-48BF-80FD-B4DB2726AEE7}" presName="box" presStyleLbl="node1" presStyleIdx="0" presStyleCnt="2"/>
      <dgm:spPr/>
      <dgm:t>
        <a:bodyPr/>
        <a:lstStyle/>
        <a:p>
          <a:endParaRPr lang="ru-RU"/>
        </a:p>
      </dgm:t>
    </dgm:pt>
    <dgm:pt modelId="{7F869FC2-F35E-4D13-82CC-BB4B6CB49186}" type="pres">
      <dgm:prSet presAssocID="{3D6A2848-9639-48BF-80FD-B4DB2726AEE7}" presName="img" presStyleLbl="fgImgPlace1" presStyleIdx="0" presStyleCnt="2"/>
      <dgm:spPr/>
    </dgm:pt>
    <dgm:pt modelId="{B90EECF0-9BE9-4180-AC40-E9D8A3A82350}" type="pres">
      <dgm:prSet presAssocID="{3D6A2848-9639-48BF-80FD-B4DB2726AEE7}" presName="text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379F981-5839-4BDA-BAB2-0D809F38E906}" type="pres">
      <dgm:prSet presAssocID="{68A9EB95-64C0-44FF-A6AB-EEDA57D43558}" presName="spacer" presStyleCnt="0"/>
      <dgm:spPr/>
    </dgm:pt>
    <dgm:pt modelId="{CB81073A-E962-484C-A5D0-1EFE6365A482}" type="pres">
      <dgm:prSet presAssocID="{BD70EDC2-B039-4534-843F-D0107D4BF878}" presName="comp" presStyleCnt="0"/>
      <dgm:spPr/>
    </dgm:pt>
    <dgm:pt modelId="{9E4724DE-B101-4617-8BFE-ABB2D8E51873}" type="pres">
      <dgm:prSet presAssocID="{BD70EDC2-B039-4534-843F-D0107D4BF878}" presName="box" presStyleLbl="node1" presStyleIdx="1" presStyleCnt="2"/>
      <dgm:spPr/>
      <dgm:t>
        <a:bodyPr/>
        <a:lstStyle/>
        <a:p>
          <a:endParaRPr lang="ru-RU"/>
        </a:p>
      </dgm:t>
    </dgm:pt>
    <dgm:pt modelId="{F8736A9B-65CB-4B0E-A850-DEB238AE53A4}" type="pres">
      <dgm:prSet presAssocID="{BD70EDC2-B039-4534-843F-D0107D4BF878}" presName="img" presStyleLbl="fgImgPlace1" presStyleIdx="1" presStyleCnt="2"/>
      <dgm:spPr/>
    </dgm:pt>
    <dgm:pt modelId="{7F0EF02D-7CB4-4582-B79B-913771C23F1B}" type="pres">
      <dgm:prSet presAssocID="{BD70EDC2-B039-4534-843F-D0107D4BF878}" presName="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25F2FCC-CD3F-4109-82C5-CAA5D8612027}" srcId="{A93C23A3-D2F0-46CB-BCB5-7300CEEC1EDF}" destId="{BD70EDC2-B039-4534-843F-D0107D4BF878}" srcOrd="1" destOrd="0" parTransId="{D62B7371-7EB7-4B68-AABD-3132AC9049DE}" sibTransId="{875C56BD-D8EC-43AD-85C6-9CD915A4CFF8}"/>
    <dgm:cxn modelId="{F4DD3293-1A34-4FC3-896F-35FBBDAF9AA4}" type="presOf" srcId="{3D6A2848-9639-48BF-80FD-B4DB2726AEE7}" destId="{8ED872C6-AE15-4376-9D46-70E0315CE4BA}" srcOrd="0" destOrd="0" presId="urn:microsoft.com/office/officeart/2005/8/layout/vList4"/>
    <dgm:cxn modelId="{A6272D75-66FD-476F-AC13-6CD8F6A91367}" type="presOf" srcId="{3D6A2848-9639-48BF-80FD-B4DB2726AEE7}" destId="{B90EECF0-9BE9-4180-AC40-E9D8A3A82350}" srcOrd="1" destOrd="0" presId="urn:microsoft.com/office/officeart/2005/8/layout/vList4"/>
    <dgm:cxn modelId="{DA448462-A05D-4B43-A893-AB7297601BE8}" type="presOf" srcId="{BD70EDC2-B039-4534-843F-D0107D4BF878}" destId="{7F0EF02D-7CB4-4582-B79B-913771C23F1B}" srcOrd="1" destOrd="0" presId="urn:microsoft.com/office/officeart/2005/8/layout/vList4"/>
    <dgm:cxn modelId="{04690598-557E-4D03-AFE9-284E4F3E2CD9}" type="presOf" srcId="{BD70EDC2-B039-4534-843F-D0107D4BF878}" destId="{9E4724DE-B101-4617-8BFE-ABB2D8E51873}" srcOrd="0" destOrd="0" presId="urn:microsoft.com/office/officeart/2005/8/layout/vList4"/>
    <dgm:cxn modelId="{B9D7224C-96A1-42BC-BC17-0DA81B273DFB}" type="presOf" srcId="{A93C23A3-D2F0-46CB-BCB5-7300CEEC1EDF}" destId="{376D6EF9-F15C-4917-B845-C3054E418A2C}" srcOrd="0" destOrd="0" presId="urn:microsoft.com/office/officeart/2005/8/layout/vList4"/>
    <dgm:cxn modelId="{C71325BD-692D-4399-B7ED-3992AA397EA9}" srcId="{A93C23A3-D2F0-46CB-BCB5-7300CEEC1EDF}" destId="{3D6A2848-9639-48BF-80FD-B4DB2726AEE7}" srcOrd="0" destOrd="0" parTransId="{93D6909D-D9F2-49D6-81D5-B008E95F970C}" sibTransId="{68A9EB95-64C0-44FF-A6AB-EEDA57D43558}"/>
    <dgm:cxn modelId="{4E6C99BE-5192-456E-B86A-4E58056284B0}" type="presParOf" srcId="{376D6EF9-F15C-4917-B845-C3054E418A2C}" destId="{3F1E78CB-A8FF-4CEE-A9A8-26D3767022FE}" srcOrd="0" destOrd="0" presId="urn:microsoft.com/office/officeart/2005/8/layout/vList4"/>
    <dgm:cxn modelId="{2ECFAF5F-2162-49A2-A1E4-708D709EE3B8}" type="presParOf" srcId="{3F1E78CB-A8FF-4CEE-A9A8-26D3767022FE}" destId="{8ED872C6-AE15-4376-9D46-70E0315CE4BA}" srcOrd="0" destOrd="0" presId="urn:microsoft.com/office/officeart/2005/8/layout/vList4"/>
    <dgm:cxn modelId="{F8D2D7DA-71B9-4799-B57E-2B1FBC8ED4B6}" type="presParOf" srcId="{3F1E78CB-A8FF-4CEE-A9A8-26D3767022FE}" destId="{7F869FC2-F35E-4D13-82CC-BB4B6CB49186}" srcOrd="1" destOrd="0" presId="urn:microsoft.com/office/officeart/2005/8/layout/vList4"/>
    <dgm:cxn modelId="{CCC59E81-1795-464C-AEE1-8B41EBC8FF3E}" type="presParOf" srcId="{3F1E78CB-A8FF-4CEE-A9A8-26D3767022FE}" destId="{B90EECF0-9BE9-4180-AC40-E9D8A3A82350}" srcOrd="2" destOrd="0" presId="urn:microsoft.com/office/officeart/2005/8/layout/vList4"/>
    <dgm:cxn modelId="{751DF3DA-4A45-4BC9-9027-094DC777146F}" type="presParOf" srcId="{376D6EF9-F15C-4917-B845-C3054E418A2C}" destId="{9379F981-5839-4BDA-BAB2-0D809F38E906}" srcOrd="1" destOrd="0" presId="urn:microsoft.com/office/officeart/2005/8/layout/vList4"/>
    <dgm:cxn modelId="{B26FF58F-2493-4348-9995-E81ADE179338}" type="presParOf" srcId="{376D6EF9-F15C-4917-B845-C3054E418A2C}" destId="{CB81073A-E962-484C-A5D0-1EFE6365A482}" srcOrd="2" destOrd="0" presId="urn:microsoft.com/office/officeart/2005/8/layout/vList4"/>
    <dgm:cxn modelId="{6FC384BB-CD65-49D6-A08C-10276E596ADA}" type="presParOf" srcId="{CB81073A-E962-484C-A5D0-1EFE6365A482}" destId="{9E4724DE-B101-4617-8BFE-ABB2D8E51873}" srcOrd="0" destOrd="0" presId="urn:microsoft.com/office/officeart/2005/8/layout/vList4"/>
    <dgm:cxn modelId="{D83C508D-93FA-4717-A7E4-B6B1C23C59B9}" type="presParOf" srcId="{CB81073A-E962-484C-A5D0-1EFE6365A482}" destId="{F8736A9B-65CB-4B0E-A850-DEB238AE53A4}" srcOrd="1" destOrd="0" presId="urn:microsoft.com/office/officeart/2005/8/layout/vList4"/>
    <dgm:cxn modelId="{02F68970-0285-496D-9B36-2D9B095D4D2E}" type="presParOf" srcId="{CB81073A-E962-484C-A5D0-1EFE6365A482}" destId="{7F0EF02D-7CB4-4582-B79B-913771C23F1B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57EAF50D-F24C-4A12-990F-75A4810DACA4}" type="doc">
      <dgm:prSet loTypeId="urn:microsoft.com/office/officeart/2005/8/layout/vList4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78484B87-C7AB-43F4-A776-76788777C87F}">
      <dgm:prSet/>
      <dgm:spPr>
        <a:solidFill>
          <a:srgbClr val="0070C0"/>
        </a:solidFill>
      </dgm:spPr>
      <dgm:t>
        <a:bodyPr/>
        <a:lstStyle/>
        <a:p>
          <a:r>
            <a:rPr lang="uk-UA" b="0" i="0" dirty="0"/>
            <a:t>від придушення козацького повстання під проводом П. </a:t>
          </a:r>
          <a:r>
            <a:rPr lang="uk-UA" b="0" i="0" dirty="0" err="1"/>
            <a:t>Бута</a:t>
          </a:r>
          <a:r>
            <a:rPr lang="uk-UA" b="0" i="0" dirty="0"/>
            <a:t>, Я. Острянина, Д. Гуні до початку Національно-визвольної війни на чолі з Б. Хмельницьким.</a:t>
          </a:r>
          <a:endParaRPr lang="uk-UA" dirty="0"/>
        </a:p>
      </dgm:t>
    </dgm:pt>
    <dgm:pt modelId="{5B7E37BB-BC2B-47A6-A7D3-B5BAAC331BEC}" type="parTrans" cxnId="{67B44AF0-FA8F-4605-8633-F38941DB8EBC}">
      <dgm:prSet/>
      <dgm:spPr/>
      <dgm:t>
        <a:bodyPr/>
        <a:lstStyle/>
        <a:p>
          <a:endParaRPr lang="uk-UA"/>
        </a:p>
      </dgm:t>
    </dgm:pt>
    <dgm:pt modelId="{8650118C-B453-48C7-9C38-ED32156A0CDF}" type="sibTrans" cxnId="{67B44AF0-FA8F-4605-8633-F38941DB8EBC}">
      <dgm:prSet/>
      <dgm:spPr/>
      <dgm:t>
        <a:bodyPr/>
        <a:lstStyle/>
        <a:p>
          <a:endParaRPr lang="uk-UA"/>
        </a:p>
      </dgm:t>
    </dgm:pt>
    <dgm:pt modelId="{0B836A22-89AF-4419-90C2-C96494AC84F7}">
      <dgm:prSet/>
      <dgm:spPr/>
      <dgm:t>
        <a:bodyPr/>
        <a:lstStyle/>
        <a:p>
          <a:r>
            <a:rPr lang="uk-UA" b="0" i="0"/>
            <a:t>від укладення польсько-московського Віленського перемир’я до укладення «Вічного миру» між Річчю Посполитою та Московським царством.</a:t>
          </a:r>
          <a:endParaRPr lang="uk-UA"/>
        </a:p>
      </dgm:t>
    </dgm:pt>
    <dgm:pt modelId="{B2AE2BC6-0872-42D8-85CF-F4DE6F57468F}" type="parTrans" cxnId="{EC5D7F04-9588-474C-87FE-1B36C706700B}">
      <dgm:prSet/>
      <dgm:spPr/>
      <dgm:t>
        <a:bodyPr/>
        <a:lstStyle/>
        <a:p>
          <a:endParaRPr lang="uk-UA"/>
        </a:p>
      </dgm:t>
    </dgm:pt>
    <dgm:pt modelId="{3FA9FC8D-F413-4353-B5AD-6E27D583AD4F}" type="sibTrans" cxnId="{EC5D7F04-9588-474C-87FE-1B36C706700B}">
      <dgm:prSet/>
      <dgm:spPr/>
      <dgm:t>
        <a:bodyPr/>
        <a:lstStyle/>
        <a:p>
          <a:endParaRPr lang="uk-UA"/>
        </a:p>
      </dgm:t>
    </dgm:pt>
    <dgm:pt modelId="{B9CED151-9379-4411-8DBD-DED1994B9C13}" type="pres">
      <dgm:prSet presAssocID="{57EAF50D-F24C-4A12-990F-75A4810DACA4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C17F5D5-D63B-4A7D-B0BD-BD81D2E213EC}" type="pres">
      <dgm:prSet presAssocID="{78484B87-C7AB-43F4-A776-76788777C87F}" presName="comp" presStyleCnt="0"/>
      <dgm:spPr/>
    </dgm:pt>
    <dgm:pt modelId="{EF371C23-1C13-4A41-9486-A10824A5224D}" type="pres">
      <dgm:prSet presAssocID="{78484B87-C7AB-43F4-A776-76788777C87F}" presName="box" presStyleLbl="node1" presStyleIdx="0" presStyleCnt="2"/>
      <dgm:spPr/>
      <dgm:t>
        <a:bodyPr/>
        <a:lstStyle/>
        <a:p>
          <a:endParaRPr lang="ru-RU"/>
        </a:p>
      </dgm:t>
    </dgm:pt>
    <dgm:pt modelId="{FFF59375-BA89-44E9-B356-47716A1CE89A}" type="pres">
      <dgm:prSet presAssocID="{78484B87-C7AB-43F4-A776-76788777C87F}" presName="img" presStyleLbl="fgImgPlace1" presStyleIdx="0" presStyleCnt="2"/>
      <dgm:spPr/>
    </dgm:pt>
    <dgm:pt modelId="{606F9BC7-D610-4482-B06A-BF7CF28D0186}" type="pres">
      <dgm:prSet presAssocID="{78484B87-C7AB-43F4-A776-76788777C87F}" presName="text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D2D1379-ACA9-4792-A936-642608A1A876}" type="pres">
      <dgm:prSet presAssocID="{8650118C-B453-48C7-9C38-ED32156A0CDF}" presName="spacer" presStyleCnt="0"/>
      <dgm:spPr/>
    </dgm:pt>
    <dgm:pt modelId="{73E5515C-29EE-4DA9-A055-E7024EF1C6BF}" type="pres">
      <dgm:prSet presAssocID="{0B836A22-89AF-4419-90C2-C96494AC84F7}" presName="comp" presStyleCnt="0"/>
      <dgm:spPr/>
    </dgm:pt>
    <dgm:pt modelId="{387C3258-DDBD-4C64-8DC8-E764C3BFEADB}" type="pres">
      <dgm:prSet presAssocID="{0B836A22-89AF-4419-90C2-C96494AC84F7}" presName="box" presStyleLbl="node1" presStyleIdx="1" presStyleCnt="2"/>
      <dgm:spPr/>
      <dgm:t>
        <a:bodyPr/>
        <a:lstStyle/>
        <a:p>
          <a:endParaRPr lang="ru-RU"/>
        </a:p>
      </dgm:t>
    </dgm:pt>
    <dgm:pt modelId="{F60A6AFC-ED72-400C-9BE4-B060F625FC1D}" type="pres">
      <dgm:prSet presAssocID="{0B836A22-89AF-4419-90C2-C96494AC84F7}" presName="img" presStyleLbl="fgImgPlace1" presStyleIdx="1" presStyleCnt="2"/>
      <dgm:spPr/>
    </dgm:pt>
    <dgm:pt modelId="{5F9ACFBD-692F-4464-ACF8-6D32992C8207}" type="pres">
      <dgm:prSet presAssocID="{0B836A22-89AF-4419-90C2-C96494AC84F7}" presName="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20C2CC4-D235-4868-BBAC-47FB2BB30FDE}" type="presOf" srcId="{78484B87-C7AB-43F4-A776-76788777C87F}" destId="{606F9BC7-D610-4482-B06A-BF7CF28D0186}" srcOrd="1" destOrd="0" presId="urn:microsoft.com/office/officeart/2005/8/layout/vList4"/>
    <dgm:cxn modelId="{71CE5972-CF3B-484F-BD36-AEB7D666D9F6}" type="presOf" srcId="{0B836A22-89AF-4419-90C2-C96494AC84F7}" destId="{5F9ACFBD-692F-4464-ACF8-6D32992C8207}" srcOrd="1" destOrd="0" presId="urn:microsoft.com/office/officeart/2005/8/layout/vList4"/>
    <dgm:cxn modelId="{EC5D7F04-9588-474C-87FE-1B36C706700B}" srcId="{57EAF50D-F24C-4A12-990F-75A4810DACA4}" destId="{0B836A22-89AF-4419-90C2-C96494AC84F7}" srcOrd="1" destOrd="0" parTransId="{B2AE2BC6-0872-42D8-85CF-F4DE6F57468F}" sibTransId="{3FA9FC8D-F413-4353-B5AD-6E27D583AD4F}"/>
    <dgm:cxn modelId="{C4897C7D-6EDE-4E4E-9789-FD726A1FBBDB}" type="presOf" srcId="{78484B87-C7AB-43F4-A776-76788777C87F}" destId="{EF371C23-1C13-4A41-9486-A10824A5224D}" srcOrd="0" destOrd="0" presId="urn:microsoft.com/office/officeart/2005/8/layout/vList4"/>
    <dgm:cxn modelId="{5E4EE205-A0C7-47F1-BCB7-7E86BDCBF57F}" type="presOf" srcId="{57EAF50D-F24C-4A12-990F-75A4810DACA4}" destId="{B9CED151-9379-4411-8DBD-DED1994B9C13}" srcOrd="0" destOrd="0" presId="urn:microsoft.com/office/officeart/2005/8/layout/vList4"/>
    <dgm:cxn modelId="{67B44AF0-FA8F-4605-8633-F38941DB8EBC}" srcId="{57EAF50D-F24C-4A12-990F-75A4810DACA4}" destId="{78484B87-C7AB-43F4-A776-76788777C87F}" srcOrd="0" destOrd="0" parTransId="{5B7E37BB-BC2B-47A6-A7D3-B5BAAC331BEC}" sibTransId="{8650118C-B453-48C7-9C38-ED32156A0CDF}"/>
    <dgm:cxn modelId="{D6BF7797-01C4-4057-8EF6-F385C469DD86}" type="presOf" srcId="{0B836A22-89AF-4419-90C2-C96494AC84F7}" destId="{387C3258-DDBD-4C64-8DC8-E764C3BFEADB}" srcOrd="0" destOrd="0" presId="urn:microsoft.com/office/officeart/2005/8/layout/vList4"/>
    <dgm:cxn modelId="{D1683978-F677-4012-B25B-2C9C3A8BF127}" type="presParOf" srcId="{B9CED151-9379-4411-8DBD-DED1994B9C13}" destId="{0C17F5D5-D63B-4A7D-B0BD-BD81D2E213EC}" srcOrd="0" destOrd="0" presId="urn:microsoft.com/office/officeart/2005/8/layout/vList4"/>
    <dgm:cxn modelId="{CE337066-57DB-46CD-9E67-E5BC83FF31CE}" type="presParOf" srcId="{0C17F5D5-D63B-4A7D-B0BD-BD81D2E213EC}" destId="{EF371C23-1C13-4A41-9486-A10824A5224D}" srcOrd="0" destOrd="0" presId="urn:microsoft.com/office/officeart/2005/8/layout/vList4"/>
    <dgm:cxn modelId="{846B39C6-1319-4782-A645-F17B7E61B33B}" type="presParOf" srcId="{0C17F5D5-D63B-4A7D-B0BD-BD81D2E213EC}" destId="{FFF59375-BA89-44E9-B356-47716A1CE89A}" srcOrd="1" destOrd="0" presId="urn:microsoft.com/office/officeart/2005/8/layout/vList4"/>
    <dgm:cxn modelId="{9258B758-23B5-44B5-8E30-D7C44599BFF6}" type="presParOf" srcId="{0C17F5D5-D63B-4A7D-B0BD-BD81D2E213EC}" destId="{606F9BC7-D610-4482-B06A-BF7CF28D0186}" srcOrd="2" destOrd="0" presId="urn:microsoft.com/office/officeart/2005/8/layout/vList4"/>
    <dgm:cxn modelId="{A575938C-6676-4DA4-BBB0-AD1F0FB8F2C6}" type="presParOf" srcId="{B9CED151-9379-4411-8DBD-DED1994B9C13}" destId="{DD2D1379-ACA9-4792-A936-642608A1A876}" srcOrd="1" destOrd="0" presId="urn:microsoft.com/office/officeart/2005/8/layout/vList4"/>
    <dgm:cxn modelId="{61D86A93-D419-475F-80F4-A2683E1D05CF}" type="presParOf" srcId="{B9CED151-9379-4411-8DBD-DED1994B9C13}" destId="{73E5515C-29EE-4DA9-A055-E7024EF1C6BF}" srcOrd="2" destOrd="0" presId="urn:microsoft.com/office/officeart/2005/8/layout/vList4"/>
    <dgm:cxn modelId="{AD7A58E1-AFAF-4CAC-B8E5-D3633D2084CE}" type="presParOf" srcId="{73E5515C-29EE-4DA9-A055-E7024EF1C6BF}" destId="{387C3258-DDBD-4C64-8DC8-E764C3BFEADB}" srcOrd="0" destOrd="0" presId="urn:microsoft.com/office/officeart/2005/8/layout/vList4"/>
    <dgm:cxn modelId="{ABBD4A0E-8415-4C31-A0C1-61357659F562}" type="presParOf" srcId="{73E5515C-29EE-4DA9-A055-E7024EF1C6BF}" destId="{F60A6AFC-ED72-400C-9BE4-B060F625FC1D}" srcOrd="1" destOrd="0" presId="urn:microsoft.com/office/officeart/2005/8/layout/vList4"/>
    <dgm:cxn modelId="{63FDE7F3-8F1A-4AAA-AE64-A8F74ECA0429}" type="presParOf" srcId="{73E5515C-29EE-4DA9-A055-E7024EF1C6BF}" destId="{5F9ACFBD-692F-4464-ACF8-6D32992C820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57EAF50D-F24C-4A12-990F-75A4810DACA4}" type="doc">
      <dgm:prSet loTypeId="urn:microsoft.com/office/officeart/2005/8/layout/vList4" loCatId="pictur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8484B87-C7AB-43F4-A776-76788777C87F}">
      <dgm:prSet/>
      <dgm:spPr/>
      <dgm:t>
        <a:bodyPr/>
        <a:lstStyle/>
        <a:p>
          <a:r>
            <a:rPr lang="uk-UA" b="0" i="0" dirty="0"/>
            <a:t>від придушення козацького повстання під проводом П. </a:t>
          </a:r>
          <a:r>
            <a:rPr lang="uk-UA" b="0" i="0" dirty="0" err="1"/>
            <a:t>Бута</a:t>
          </a:r>
          <a:r>
            <a:rPr lang="uk-UA" b="0" i="0" dirty="0"/>
            <a:t>, Я. Острянина, Д. </a:t>
          </a:r>
          <a:r>
            <a:rPr lang="uk-UA" b="0" i="0"/>
            <a:t>Гуні до початку Національно-визвольної війни на чолі з Б. </a:t>
          </a:r>
          <a:r>
            <a:rPr lang="uk-UA" b="0" i="0" dirty="0"/>
            <a:t>Хмельницьким.</a:t>
          </a:r>
          <a:endParaRPr lang="uk-UA" dirty="0"/>
        </a:p>
      </dgm:t>
    </dgm:pt>
    <dgm:pt modelId="{5B7E37BB-BC2B-47A6-A7D3-B5BAAC331BEC}" type="parTrans" cxnId="{67B44AF0-FA8F-4605-8633-F38941DB8EBC}">
      <dgm:prSet/>
      <dgm:spPr/>
      <dgm:t>
        <a:bodyPr/>
        <a:lstStyle/>
        <a:p>
          <a:endParaRPr lang="uk-UA"/>
        </a:p>
      </dgm:t>
    </dgm:pt>
    <dgm:pt modelId="{8650118C-B453-48C7-9C38-ED32156A0CDF}" type="sibTrans" cxnId="{67B44AF0-FA8F-4605-8633-F38941DB8EBC}">
      <dgm:prSet/>
      <dgm:spPr/>
      <dgm:t>
        <a:bodyPr/>
        <a:lstStyle/>
        <a:p>
          <a:endParaRPr lang="uk-UA"/>
        </a:p>
      </dgm:t>
    </dgm:pt>
    <dgm:pt modelId="{0B836A22-89AF-4419-90C2-C96494AC84F7}">
      <dgm:prSet/>
      <dgm:spPr/>
      <dgm:t>
        <a:bodyPr/>
        <a:lstStyle/>
        <a:p>
          <a:r>
            <a:rPr lang="uk-UA" b="0" i="0"/>
            <a:t>від укладення польсько-московського Віленського перемир’я до укладення «Вічного миру» між Річчю Посполитою та Московським царством.</a:t>
          </a:r>
          <a:endParaRPr lang="uk-UA"/>
        </a:p>
      </dgm:t>
    </dgm:pt>
    <dgm:pt modelId="{B2AE2BC6-0872-42D8-85CF-F4DE6F57468F}" type="parTrans" cxnId="{EC5D7F04-9588-474C-87FE-1B36C706700B}">
      <dgm:prSet/>
      <dgm:spPr/>
      <dgm:t>
        <a:bodyPr/>
        <a:lstStyle/>
        <a:p>
          <a:endParaRPr lang="uk-UA"/>
        </a:p>
      </dgm:t>
    </dgm:pt>
    <dgm:pt modelId="{3FA9FC8D-F413-4353-B5AD-6E27D583AD4F}" type="sibTrans" cxnId="{EC5D7F04-9588-474C-87FE-1B36C706700B}">
      <dgm:prSet/>
      <dgm:spPr/>
      <dgm:t>
        <a:bodyPr/>
        <a:lstStyle/>
        <a:p>
          <a:endParaRPr lang="uk-UA"/>
        </a:p>
      </dgm:t>
    </dgm:pt>
    <dgm:pt modelId="{B9CED151-9379-4411-8DBD-DED1994B9C13}" type="pres">
      <dgm:prSet presAssocID="{57EAF50D-F24C-4A12-990F-75A4810DACA4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C17F5D5-D63B-4A7D-B0BD-BD81D2E213EC}" type="pres">
      <dgm:prSet presAssocID="{78484B87-C7AB-43F4-A776-76788777C87F}" presName="comp" presStyleCnt="0"/>
      <dgm:spPr/>
    </dgm:pt>
    <dgm:pt modelId="{EF371C23-1C13-4A41-9486-A10824A5224D}" type="pres">
      <dgm:prSet presAssocID="{78484B87-C7AB-43F4-A776-76788777C87F}" presName="box" presStyleLbl="node1" presStyleIdx="0" presStyleCnt="2"/>
      <dgm:spPr/>
      <dgm:t>
        <a:bodyPr/>
        <a:lstStyle/>
        <a:p>
          <a:endParaRPr lang="ru-RU"/>
        </a:p>
      </dgm:t>
    </dgm:pt>
    <dgm:pt modelId="{FFF59375-BA89-44E9-B356-47716A1CE89A}" type="pres">
      <dgm:prSet presAssocID="{78484B87-C7AB-43F4-A776-76788777C87F}" presName="img" presStyleLbl="fgImgPlace1" presStyleIdx="0" presStyleCnt="2"/>
      <dgm:spPr/>
    </dgm:pt>
    <dgm:pt modelId="{606F9BC7-D610-4482-B06A-BF7CF28D0186}" type="pres">
      <dgm:prSet presAssocID="{78484B87-C7AB-43F4-A776-76788777C87F}" presName="text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D2D1379-ACA9-4792-A936-642608A1A876}" type="pres">
      <dgm:prSet presAssocID="{8650118C-B453-48C7-9C38-ED32156A0CDF}" presName="spacer" presStyleCnt="0"/>
      <dgm:spPr/>
    </dgm:pt>
    <dgm:pt modelId="{73E5515C-29EE-4DA9-A055-E7024EF1C6BF}" type="pres">
      <dgm:prSet presAssocID="{0B836A22-89AF-4419-90C2-C96494AC84F7}" presName="comp" presStyleCnt="0"/>
      <dgm:spPr/>
    </dgm:pt>
    <dgm:pt modelId="{387C3258-DDBD-4C64-8DC8-E764C3BFEADB}" type="pres">
      <dgm:prSet presAssocID="{0B836A22-89AF-4419-90C2-C96494AC84F7}" presName="box" presStyleLbl="node1" presStyleIdx="1" presStyleCnt="2"/>
      <dgm:spPr/>
      <dgm:t>
        <a:bodyPr/>
        <a:lstStyle/>
        <a:p>
          <a:endParaRPr lang="ru-RU"/>
        </a:p>
      </dgm:t>
    </dgm:pt>
    <dgm:pt modelId="{F60A6AFC-ED72-400C-9BE4-B060F625FC1D}" type="pres">
      <dgm:prSet presAssocID="{0B836A22-89AF-4419-90C2-C96494AC84F7}" presName="img" presStyleLbl="fgImgPlace1" presStyleIdx="1" presStyleCnt="2"/>
      <dgm:spPr/>
    </dgm:pt>
    <dgm:pt modelId="{5F9ACFBD-692F-4464-ACF8-6D32992C8207}" type="pres">
      <dgm:prSet presAssocID="{0B836A22-89AF-4419-90C2-C96494AC84F7}" presName="text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20C2CC4-D235-4868-BBAC-47FB2BB30FDE}" type="presOf" srcId="{78484B87-C7AB-43F4-A776-76788777C87F}" destId="{606F9BC7-D610-4482-B06A-BF7CF28D0186}" srcOrd="1" destOrd="0" presId="urn:microsoft.com/office/officeart/2005/8/layout/vList4"/>
    <dgm:cxn modelId="{71CE5972-CF3B-484F-BD36-AEB7D666D9F6}" type="presOf" srcId="{0B836A22-89AF-4419-90C2-C96494AC84F7}" destId="{5F9ACFBD-692F-4464-ACF8-6D32992C8207}" srcOrd="1" destOrd="0" presId="urn:microsoft.com/office/officeart/2005/8/layout/vList4"/>
    <dgm:cxn modelId="{EC5D7F04-9588-474C-87FE-1B36C706700B}" srcId="{57EAF50D-F24C-4A12-990F-75A4810DACA4}" destId="{0B836A22-89AF-4419-90C2-C96494AC84F7}" srcOrd="1" destOrd="0" parTransId="{B2AE2BC6-0872-42D8-85CF-F4DE6F57468F}" sibTransId="{3FA9FC8D-F413-4353-B5AD-6E27D583AD4F}"/>
    <dgm:cxn modelId="{C4897C7D-6EDE-4E4E-9789-FD726A1FBBDB}" type="presOf" srcId="{78484B87-C7AB-43F4-A776-76788777C87F}" destId="{EF371C23-1C13-4A41-9486-A10824A5224D}" srcOrd="0" destOrd="0" presId="urn:microsoft.com/office/officeart/2005/8/layout/vList4"/>
    <dgm:cxn modelId="{5E4EE205-A0C7-47F1-BCB7-7E86BDCBF57F}" type="presOf" srcId="{57EAF50D-F24C-4A12-990F-75A4810DACA4}" destId="{B9CED151-9379-4411-8DBD-DED1994B9C13}" srcOrd="0" destOrd="0" presId="urn:microsoft.com/office/officeart/2005/8/layout/vList4"/>
    <dgm:cxn modelId="{67B44AF0-FA8F-4605-8633-F38941DB8EBC}" srcId="{57EAF50D-F24C-4A12-990F-75A4810DACA4}" destId="{78484B87-C7AB-43F4-A776-76788777C87F}" srcOrd="0" destOrd="0" parTransId="{5B7E37BB-BC2B-47A6-A7D3-B5BAAC331BEC}" sibTransId="{8650118C-B453-48C7-9C38-ED32156A0CDF}"/>
    <dgm:cxn modelId="{D6BF7797-01C4-4057-8EF6-F385C469DD86}" type="presOf" srcId="{0B836A22-89AF-4419-90C2-C96494AC84F7}" destId="{387C3258-DDBD-4C64-8DC8-E764C3BFEADB}" srcOrd="0" destOrd="0" presId="urn:microsoft.com/office/officeart/2005/8/layout/vList4"/>
    <dgm:cxn modelId="{D1683978-F677-4012-B25B-2C9C3A8BF127}" type="presParOf" srcId="{B9CED151-9379-4411-8DBD-DED1994B9C13}" destId="{0C17F5D5-D63B-4A7D-B0BD-BD81D2E213EC}" srcOrd="0" destOrd="0" presId="urn:microsoft.com/office/officeart/2005/8/layout/vList4"/>
    <dgm:cxn modelId="{CE337066-57DB-46CD-9E67-E5BC83FF31CE}" type="presParOf" srcId="{0C17F5D5-D63B-4A7D-B0BD-BD81D2E213EC}" destId="{EF371C23-1C13-4A41-9486-A10824A5224D}" srcOrd="0" destOrd="0" presId="urn:microsoft.com/office/officeart/2005/8/layout/vList4"/>
    <dgm:cxn modelId="{846B39C6-1319-4782-A645-F17B7E61B33B}" type="presParOf" srcId="{0C17F5D5-D63B-4A7D-B0BD-BD81D2E213EC}" destId="{FFF59375-BA89-44E9-B356-47716A1CE89A}" srcOrd="1" destOrd="0" presId="urn:microsoft.com/office/officeart/2005/8/layout/vList4"/>
    <dgm:cxn modelId="{9258B758-23B5-44B5-8E30-D7C44599BFF6}" type="presParOf" srcId="{0C17F5D5-D63B-4A7D-B0BD-BD81D2E213EC}" destId="{606F9BC7-D610-4482-B06A-BF7CF28D0186}" srcOrd="2" destOrd="0" presId="urn:microsoft.com/office/officeart/2005/8/layout/vList4"/>
    <dgm:cxn modelId="{A575938C-6676-4DA4-BBB0-AD1F0FB8F2C6}" type="presParOf" srcId="{B9CED151-9379-4411-8DBD-DED1994B9C13}" destId="{DD2D1379-ACA9-4792-A936-642608A1A876}" srcOrd="1" destOrd="0" presId="urn:microsoft.com/office/officeart/2005/8/layout/vList4"/>
    <dgm:cxn modelId="{61D86A93-D419-475F-80F4-A2683E1D05CF}" type="presParOf" srcId="{B9CED151-9379-4411-8DBD-DED1994B9C13}" destId="{73E5515C-29EE-4DA9-A055-E7024EF1C6BF}" srcOrd="2" destOrd="0" presId="urn:microsoft.com/office/officeart/2005/8/layout/vList4"/>
    <dgm:cxn modelId="{AD7A58E1-AFAF-4CAC-B8E5-D3633D2084CE}" type="presParOf" srcId="{73E5515C-29EE-4DA9-A055-E7024EF1C6BF}" destId="{387C3258-DDBD-4C64-8DC8-E764C3BFEADB}" srcOrd="0" destOrd="0" presId="urn:microsoft.com/office/officeart/2005/8/layout/vList4"/>
    <dgm:cxn modelId="{ABBD4A0E-8415-4C31-A0C1-61357659F562}" type="presParOf" srcId="{73E5515C-29EE-4DA9-A055-E7024EF1C6BF}" destId="{F60A6AFC-ED72-400C-9BE4-B060F625FC1D}" srcOrd="1" destOrd="0" presId="urn:microsoft.com/office/officeart/2005/8/layout/vList4"/>
    <dgm:cxn modelId="{63FDE7F3-8F1A-4AAA-AE64-A8F74ECA0429}" type="presParOf" srcId="{73E5515C-29EE-4DA9-A055-E7024EF1C6BF}" destId="{5F9ACFBD-692F-4464-ACF8-6D32992C820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8F0E83B9-8952-4DE5-983B-8763BDCA131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4626D95E-FC31-4682-A207-1480738927C7}">
      <dgm:prSet/>
      <dgm:spPr/>
      <dgm:t>
        <a:bodyPr/>
        <a:lstStyle/>
        <a:p>
          <a:r>
            <a:rPr lang="uk-UA"/>
            <a:t>А</a:t>
          </a:r>
        </a:p>
      </dgm:t>
    </dgm:pt>
    <dgm:pt modelId="{34FAEB31-A46B-4D0A-82CB-8B54018EEA42}" type="parTrans" cxnId="{6B427548-03BD-4598-B7FF-20F21F6533BC}">
      <dgm:prSet/>
      <dgm:spPr/>
      <dgm:t>
        <a:bodyPr/>
        <a:lstStyle/>
        <a:p>
          <a:endParaRPr lang="uk-UA"/>
        </a:p>
      </dgm:t>
    </dgm:pt>
    <dgm:pt modelId="{A0E74BA5-BD49-412E-93DD-20A23380D9BB}" type="sibTrans" cxnId="{6B427548-03BD-4598-B7FF-20F21F6533BC}">
      <dgm:prSet/>
      <dgm:spPr/>
      <dgm:t>
        <a:bodyPr/>
        <a:lstStyle/>
        <a:p>
          <a:endParaRPr lang="uk-UA"/>
        </a:p>
      </dgm:t>
    </dgm:pt>
    <dgm:pt modelId="{43331CFA-6921-4067-B498-E74050B27E6C}">
      <dgm:prSet/>
      <dgm:spPr/>
      <dgm:t>
        <a:bodyPr/>
        <a:lstStyle/>
        <a:p>
          <a:r>
            <a:rPr lang="uk-UA" b="0" i="0"/>
            <a:t>процес формування польським урядом списку-реєстру козаків, які набиралися на військову службу Речі Посполитій.</a:t>
          </a:r>
          <a:endParaRPr lang="uk-UA"/>
        </a:p>
      </dgm:t>
    </dgm:pt>
    <dgm:pt modelId="{13A924AB-4715-4F1F-B962-B0DC4AAE6087}" type="parTrans" cxnId="{1658267F-4ABD-466D-8713-2B60D4E0029B}">
      <dgm:prSet/>
      <dgm:spPr/>
      <dgm:t>
        <a:bodyPr/>
        <a:lstStyle/>
        <a:p>
          <a:endParaRPr lang="uk-UA"/>
        </a:p>
      </dgm:t>
    </dgm:pt>
    <dgm:pt modelId="{59C0C2FB-5063-434D-A1CB-25733F3FF199}" type="sibTrans" cxnId="{1658267F-4ABD-466D-8713-2B60D4E0029B}">
      <dgm:prSet/>
      <dgm:spPr/>
      <dgm:t>
        <a:bodyPr/>
        <a:lstStyle/>
        <a:p>
          <a:endParaRPr lang="uk-UA"/>
        </a:p>
      </dgm:t>
    </dgm:pt>
    <dgm:pt modelId="{FA390C51-D7D4-44C1-9676-65B877B4EA61}">
      <dgm:prSet/>
      <dgm:spPr/>
      <dgm:t>
        <a:bodyPr/>
        <a:lstStyle/>
        <a:p>
          <a:r>
            <a:rPr lang="uk-UA"/>
            <a:t>Б</a:t>
          </a:r>
        </a:p>
      </dgm:t>
    </dgm:pt>
    <dgm:pt modelId="{232ACD52-0F2C-4BDE-B839-177B89708CB2}" type="parTrans" cxnId="{8BFA9770-BA86-4568-A47B-827355515FAA}">
      <dgm:prSet/>
      <dgm:spPr/>
      <dgm:t>
        <a:bodyPr/>
        <a:lstStyle/>
        <a:p>
          <a:endParaRPr lang="uk-UA"/>
        </a:p>
      </dgm:t>
    </dgm:pt>
    <dgm:pt modelId="{4520FEDF-43EE-4D2C-B12E-B6C47EC506D0}" type="sibTrans" cxnId="{8BFA9770-BA86-4568-A47B-827355515FAA}">
      <dgm:prSet/>
      <dgm:spPr/>
      <dgm:t>
        <a:bodyPr/>
        <a:lstStyle/>
        <a:p>
          <a:endParaRPr lang="uk-UA"/>
        </a:p>
      </dgm:t>
    </dgm:pt>
    <dgm:pt modelId="{458B6369-1A2C-42A1-943A-1E9073155B6D}">
      <dgm:prSet/>
      <dgm:spPr/>
      <dgm:t>
        <a:bodyPr/>
        <a:lstStyle/>
        <a:p>
          <a:r>
            <a:rPr lang="uk-UA" b="0" i="0"/>
            <a:t>процедура прийняття кошовим отаманом новоприбулих на Січ до козацького товариства та закріплення їх за певним куренем.</a:t>
          </a:r>
          <a:endParaRPr lang="uk-UA"/>
        </a:p>
      </dgm:t>
    </dgm:pt>
    <dgm:pt modelId="{03A3043A-A8F8-4FB7-8605-0157EDA4FC34}" type="parTrans" cxnId="{E0CBB24A-84AC-47AA-B58D-9A6508D0E5F4}">
      <dgm:prSet/>
      <dgm:spPr/>
      <dgm:t>
        <a:bodyPr/>
        <a:lstStyle/>
        <a:p>
          <a:endParaRPr lang="uk-UA"/>
        </a:p>
      </dgm:t>
    </dgm:pt>
    <dgm:pt modelId="{569BE62B-261D-40A4-AA14-05E6B66F4B3B}" type="sibTrans" cxnId="{E0CBB24A-84AC-47AA-B58D-9A6508D0E5F4}">
      <dgm:prSet/>
      <dgm:spPr/>
      <dgm:t>
        <a:bodyPr/>
        <a:lstStyle/>
        <a:p>
          <a:endParaRPr lang="uk-UA"/>
        </a:p>
      </dgm:t>
    </dgm:pt>
    <dgm:pt modelId="{15226A21-7505-458B-B3C9-CEE599C8C3D8}">
      <dgm:prSet/>
      <dgm:spPr/>
      <dgm:t>
        <a:bodyPr/>
        <a:lstStyle/>
        <a:p>
          <a:r>
            <a:rPr lang="uk-UA" b="0" i="0"/>
            <a:t>В</a:t>
          </a:r>
          <a:endParaRPr lang="uk-UA"/>
        </a:p>
      </dgm:t>
    </dgm:pt>
    <dgm:pt modelId="{78C94354-07D0-46C6-9402-F7E7F1A5AF2A}" type="parTrans" cxnId="{BC17A27C-B1EE-44F5-92FE-03B089731F20}">
      <dgm:prSet/>
      <dgm:spPr/>
      <dgm:t>
        <a:bodyPr/>
        <a:lstStyle/>
        <a:p>
          <a:endParaRPr lang="uk-UA"/>
        </a:p>
      </dgm:t>
    </dgm:pt>
    <dgm:pt modelId="{704B1218-317A-40C8-81EA-9AF5BED3ABA1}" type="sibTrans" cxnId="{BC17A27C-B1EE-44F5-92FE-03B089731F20}">
      <dgm:prSet/>
      <dgm:spPr/>
      <dgm:t>
        <a:bodyPr/>
        <a:lstStyle/>
        <a:p>
          <a:endParaRPr lang="uk-UA"/>
        </a:p>
      </dgm:t>
    </dgm:pt>
    <dgm:pt modelId="{1D9B98B9-21E5-467A-A462-EDFE90306023}">
      <dgm:prSet/>
      <dgm:spPr/>
      <dgm:t>
        <a:bodyPr/>
        <a:lstStyle/>
        <a:p>
          <a:r>
            <a:rPr lang="uk-UA" b="0" i="0" dirty="0"/>
            <a:t>форма козацького збройного виступу на захист власних інтересів, що мав локальний характер і відзначався слабкою організованістю.</a:t>
          </a:r>
          <a:endParaRPr lang="uk-UA" dirty="0"/>
        </a:p>
      </dgm:t>
    </dgm:pt>
    <dgm:pt modelId="{2135FC99-CB6B-4F5B-A7BB-328759E4093B}" type="parTrans" cxnId="{E82F0EE2-5C55-4EF2-9484-9536EF3BF48A}">
      <dgm:prSet/>
      <dgm:spPr/>
      <dgm:t>
        <a:bodyPr/>
        <a:lstStyle/>
        <a:p>
          <a:endParaRPr lang="uk-UA"/>
        </a:p>
      </dgm:t>
    </dgm:pt>
    <dgm:pt modelId="{3307B2BF-ED9B-46C5-B6BF-CC50D10A2617}" type="sibTrans" cxnId="{E82F0EE2-5C55-4EF2-9484-9536EF3BF48A}">
      <dgm:prSet/>
      <dgm:spPr/>
      <dgm:t>
        <a:bodyPr/>
        <a:lstStyle/>
        <a:p>
          <a:endParaRPr lang="uk-UA"/>
        </a:p>
      </dgm:t>
    </dgm:pt>
    <dgm:pt modelId="{3427C044-C647-4803-9849-804BF0A673EA}">
      <dgm:prSet/>
      <dgm:spPr/>
      <dgm:t>
        <a:bodyPr/>
        <a:lstStyle/>
        <a:p>
          <a:r>
            <a:rPr lang="uk-UA" b="0" i="0"/>
            <a:t>Г</a:t>
          </a:r>
          <a:endParaRPr lang="uk-UA"/>
        </a:p>
      </dgm:t>
    </dgm:pt>
    <dgm:pt modelId="{8B7E7553-A3AC-42B8-BAAC-7AEFAE0B4C57}" type="parTrans" cxnId="{6C192E36-C071-42F4-9C56-CA557EAE329F}">
      <dgm:prSet/>
      <dgm:spPr/>
      <dgm:t>
        <a:bodyPr/>
        <a:lstStyle/>
        <a:p>
          <a:endParaRPr lang="uk-UA"/>
        </a:p>
      </dgm:t>
    </dgm:pt>
    <dgm:pt modelId="{D037382C-AE9A-4EA0-BCC5-1BEBB4BF8ADC}" type="sibTrans" cxnId="{6C192E36-C071-42F4-9C56-CA557EAE329F}">
      <dgm:prSet/>
      <dgm:spPr/>
      <dgm:t>
        <a:bodyPr/>
        <a:lstStyle/>
        <a:p>
          <a:endParaRPr lang="uk-UA"/>
        </a:p>
      </dgm:t>
    </dgm:pt>
    <dgm:pt modelId="{E13D83D1-E4C0-4B40-B165-ED8001F94ED3}">
      <dgm:prSet/>
      <dgm:spPr>
        <a:solidFill>
          <a:srgbClr val="0070C0">
            <a:alpha val="90000"/>
          </a:srgbClr>
        </a:solidFill>
      </dgm:spPr>
      <dgm:t>
        <a:bodyPr/>
        <a:lstStyle/>
        <a:p>
          <a:r>
            <a:rPr lang="uk-UA" b="0" i="0" dirty="0"/>
            <a:t>перехід селян до козацького стану, що був спробою звільнитися від панщини та отримати право вільно працювати на власній землі.</a:t>
          </a:r>
          <a:endParaRPr lang="uk-UA" dirty="0"/>
        </a:p>
      </dgm:t>
    </dgm:pt>
    <dgm:pt modelId="{75CA4E3B-BA73-4BAD-868A-76F107DA339A}" type="parTrans" cxnId="{3D0CC5A7-4638-4E5E-9DCA-FE07EC64398A}">
      <dgm:prSet/>
      <dgm:spPr/>
      <dgm:t>
        <a:bodyPr/>
        <a:lstStyle/>
        <a:p>
          <a:endParaRPr lang="uk-UA"/>
        </a:p>
      </dgm:t>
    </dgm:pt>
    <dgm:pt modelId="{34DC7693-6BA9-4A1C-B7C6-C99FE2A108CD}" type="sibTrans" cxnId="{3D0CC5A7-4638-4E5E-9DCA-FE07EC64398A}">
      <dgm:prSet/>
      <dgm:spPr/>
      <dgm:t>
        <a:bodyPr/>
        <a:lstStyle/>
        <a:p>
          <a:endParaRPr lang="uk-UA"/>
        </a:p>
      </dgm:t>
    </dgm:pt>
    <dgm:pt modelId="{4D71D581-6D9E-4ACA-9612-F39EFE29898A}" type="pres">
      <dgm:prSet presAssocID="{8F0E83B9-8952-4DE5-983B-8763BDCA131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39D001E-11BF-462D-B3F1-3124103BCE6C}" type="pres">
      <dgm:prSet presAssocID="{4626D95E-FC31-4682-A207-1480738927C7}" presName="linNode" presStyleCnt="0"/>
      <dgm:spPr/>
    </dgm:pt>
    <dgm:pt modelId="{EA2FCF98-C2D8-422B-91A1-B6C01C490849}" type="pres">
      <dgm:prSet presAssocID="{4626D95E-FC31-4682-A207-1480738927C7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CA3A8C4-4255-4818-B6FE-0258E8DE292C}" type="pres">
      <dgm:prSet presAssocID="{4626D95E-FC31-4682-A207-1480738927C7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97C5E57-578C-4047-A238-66251C9557DA}" type="pres">
      <dgm:prSet presAssocID="{A0E74BA5-BD49-412E-93DD-20A23380D9BB}" presName="sp" presStyleCnt="0"/>
      <dgm:spPr/>
    </dgm:pt>
    <dgm:pt modelId="{F668933A-D8F8-46EF-907D-882D1EE5DFF2}" type="pres">
      <dgm:prSet presAssocID="{FA390C51-D7D4-44C1-9676-65B877B4EA61}" presName="linNode" presStyleCnt="0"/>
      <dgm:spPr/>
    </dgm:pt>
    <dgm:pt modelId="{3B2E4A02-F75E-4748-A57C-3C61A6DC0927}" type="pres">
      <dgm:prSet presAssocID="{FA390C51-D7D4-44C1-9676-65B877B4EA61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783DAB7-992A-42C1-9CDD-2E3259E5B13E}" type="pres">
      <dgm:prSet presAssocID="{FA390C51-D7D4-44C1-9676-65B877B4EA61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269AD71-ACF1-466D-A889-4F31588CD9DB}" type="pres">
      <dgm:prSet presAssocID="{4520FEDF-43EE-4D2C-B12E-B6C47EC506D0}" presName="sp" presStyleCnt="0"/>
      <dgm:spPr/>
    </dgm:pt>
    <dgm:pt modelId="{944083A4-88A7-42C6-9D46-E79448034FAF}" type="pres">
      <dgm:prSet presAssocID="{15226A21-7505-458B-B3C9-CEE599C8C3D8}" presName="linNode" presStyleCnt="0"/>
      <dgm:spPr/>
    </dgm:pt>
    <dgm:pt modelId="{C755DF9B-0380-429C-BA3C-06F52B298E1A}" type="pres">
      <dgm:prSet presAssocID="{15226A21-7505-458B-B3C9-CEE599C8C3D8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A5A79C6-9A20-45AF-BE0E-D764E58EDBA9}" type="pres">
      <dgm:prSet presAssocID="{15226A21-7505-458B-B3C9-CEE599C8C3D8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0F2712F-9235-4B88-B29D-8A117BFBD2D0}" type="pres">
      <dgm:prSet presAssocID="{704B1218-317A-40C8-81EA-9AF5BED3ABA1}" presName="sp" presStyleCnt="0"/>
      <dgm:spPr/>
    </dgm:pt>
    <dgm:pt modelId="{DC3DBD84-B033-40A8-8FAB-F9E1ECC02201}" type="pres">
      <dgm:prSet presAssocID="{3427C044-C647-4803-9849-804BF0A673EA}" presName="linNode" presStyleCnt="0"/>
      <dgm:spPr/>
    </dgm:pt>
    <dgm:pt modelId="{9546C8E4-B512-4FC5-8517-E56E5C7222DC}" type="pres">
      <dgm:prSet presAssocID="{3427C044-C647-4803-9849-804BF0A673EA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E10ACDF-6A19-4D13-89BC-B70250122800}" type="pres">
      <dgm:prSet presAssocID="{3427C044-C647-4803-9849-804BF0A673EA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F91F7A8-21F7-4CC3-87AC-DC983A52F933}" type="presOf" srcId="{458B6369-1A2C-42A1-943A-1E9073155B6D}" destId="{A783DAB7-992A-42C1-9CDD-2E3259E5B13E}" srcOrd="0" destOrd="0" presId="urn:microsoft.com/office/officeart/2005/8/layout/vList5"/>
    <dgm:cxn modelId="{1658267F-4ABD-466D-8713-2B60D4E0029B}" srcId="{4626D95E-FC31-4682-A207-1480738927C7}" destId="{43331CFA-6921-4067-B498-E74050B27E6C}" srcOrd="0" destOrd="0" parTransId="{13A924AB-4715-4F1F-B962-B0DC4AAE6087}" sibTransId="{59C0C2FB-5063-434D-A1CB-25733F3FF199}"/>
    <dgm:cxn modelId="{6C192E36-C071-42F4-9C56-CA557EAE329F}" srcId="{8F0E83B9-8952-4DE5-983B-8763BDCA1318}" destId="{3427C044-C647-4803-9849-804BF0A673EA}" srcOrd="3" destOrd="0" parTransId="{8B7E7553-A3AC-42B8-BAAC-7AEFAE0B4C57}" sibTransId="{D037382C-AE9A-4EA0-BCC5-1BEBB4BF8ADC}"/>
    <dgm:cxn modelId="{91C86ACB-0625-416A-9B95-B70419B2A91E}" type="presOf" srcId="{1D9B98B9-21E5-467A-A462-EDFE90306023}" destId="{9A5A79C6-9A20-45AF-BE0E-D764E58EDBA9}" srcOrd="0" destOrd="0" presId="urn:microsoft.com/office/officeart/2005/8/layout/vList5"/>
    <dgm:cxn modelId="{6B427548-03BD-4598-B7FF-20F21F6533BC}" srcId="{8F0E83B9-8952-4DE5-983B-8763BDCA1318}" destId="{4626D95E-FC31-4682-A207-1480738927C7}" srcOrd="0" destOrd="0" parTransId="{34FAEB31-A46B-4D0A-82CB-8B54018EEA42}" sibTransId="{A0E74BA5-BD49-412E-93DD-20A23380D9BB}"/>
    <dgm:cxn modelId="{87CC46D1-77CE-4067-B32B-886D512C8B12}" type="presOf" srcId="{15226A21-7505-458B-B3C9-CEE599C8C3D8}" destId="{C755DF9B-0380-429C-BA3C-06F52B298E1A}" srcOrd="0" destOrd="0" presId="urn:microsoft.com/office/officeart/2005/8/layout/vList5"/>
    <dgm:cxn modelId="{CD0F58E4-31EE-45F7-A3BB-86B73131A952}" type="presOf" srcId="{43331CFA-6921-4067-B498-E74050B27E6C}" destId="{7CA3A8C4-4255-4818-B6FE-0258E8DE292C}" srcOrd="0" destOrd="0" presId="urn:microsoft.com/office/officeart/2005/8/layout/vList5"/>
    <dgm:cxn modelId="{3D0CC5A7-4638-4E5E-9DCA-FE07EC64398A}" srcId="{3427C044-C647-4803-9849-804BF0A673EA}" destId="{E13D83D1-E4C0-4B40-B165-ED8001F94ED3}" srcOrd="0" destOrd="0" parTransId="{75CA4E3B-BA73-4BAD-868A-76F107DA339A}" sibTransId="{34DC7693-6BA9-4A1C-B7C6-C99FE2A108CD}"/>
    <dgm:cxn modelId="{BC17A27C-B1EE-44F5-92FE-03B089731F20}" srcId="{8F0E83B9-8952-4DE5-983B-8763BDCA1318}" destId="{15226A21-7505-458B-B3C9-CEE599C8C3D8}" srcOrd="2" destOrd="0" parTransId="{78C94354-07D0-46C6-9402-F7E7F1A5AF2A}" sibTransId="{704B1218-317A-40C8-81EA-9AF5BED3ABA1}"/>
    <dgm:cxn modelId="{FF3259ED-0F1E-40A1-8B07-DC397B045800}" type="presOf" srcId="{E13D83D1-E4C0-4B40-B165-ED8001F94ED3}" destId="{9E10ACDF-6A19-4D13-89BC-B70250122800}" srcOrd="0" destOrd="0" presId="urn:microsoft.com/office/officeart/2005/8/layout/vList5"/>
    <dgm:cxn modelId="{E0CBB24A-84AC-47AA-B58D-9A6508D0E5F4}" srcId="{FA390C51-D7D4-44C1-9676-65B877B4EA61}" destId="{458B6369-1A2C-42A1-943A-1E9073155B6D}" srcOrd="0" destOrd="0" parTransId="{03A3043A-A8F8-4FB7-8605-0157EDA4FC34}" sibTransId="{569BE62B-261D-40A4-AA14-05E6B66F4B3B}"/>
    <dgm:cxn modelId="{56E48DD7-53E1-4078-BBC7-D450BBDE21E9}" type="presOf" srcId="{4626D95E-FC31-4682-A207-1480738927C7}" destId="{EA2FCF98-C2D8-422B-91A1-B6C01C490849}" srcOrd="0" destOrd="0" presId="urn:microsoft.com/office/officeart/2005/8/layout/vList5"/>
    <dgm:cxn modelId="{838693ED-EBA0-498C-8781-AF6BCBB424DE}" type="presOf" srcId="{8F0E83B9-8952-4DE5-983B-8763BDCA1318}" destId="{4D71D581-6D9E-4ACA-9612-F39EFE29898A}" srcOrd="0" destOrd="0" presId="urn:microsoft.com/office/officeart/2005/8/layout/vList5"/>
    <dgm:cxn modelId="{E82F0EE2-5C55-4EF2-9484-9536EF3BF48A}" srcId="{15226A21-7505-458B-B3C9-CEE599C8C3D8}" destId="{1D9B98B9-21E5-467A-A462-EDFE90306023}" srcOrd="0" destOrd="0" parTransId="{2135FC99-CB6B-4F5B-A7BB-328759E4093B}" sibTransId="{3307B2BF-ED9B-46C5-B6BF-CC50D10A2617}"/>
    <dgm:cxn modelId="{D08B23B7-B824-4586-AB6C-0F766AD0A930}" type="presOf" srcId="{FA390C51-D7D4-44C1-9676-65B877B4EA61}" destId="{3B2E4A02-F75E-4748-A57C-3C61A6DC0927}" srcOrd="0" destOrd="0" presId="urn:microsoft.com/office/officeart/2005/8/layout/vList5"/>
    <dgm:cxn modelId="{8BFA9770-BA86-4568-A47B-827355515FAA}" srcId="{8F0E83B9-8952-4DE5-983B-8763BDCA1318}" destId="{FA390C51-D7D4-44C1-9676-65B877B4EA61}" srcOrd="1" destOrd="0" parTransId="{232ACD52-0F2C-4BDE-B839-177B89708CB2}" sibTransId="{4520FEDF-43EE-4D2C-B12E-B6C47EC506D0}"/>
    <dgm:cxn modelId="{E02BAF78-3879-4B23-8769-46157601FBD7}" type="presOf" srcId="{3427C044-C647-4803-9849-804BF0A673EA}" destId="{9546C8E4-B512-4FC5-8517-E56E5C7222DC}" srcOrd="0" destOrd="0" presId="urn:microsoft.com/office/officeart/2005/8/layout/vList5"/>
    <dgm:cxn modelId="{C4A20786-FF76-489C-80E0-E4D85A843CDC}" type="presParOf" srcId="{4D71D581-6D9E-4ACA-9612-F39EFE29898A}" destId="{D39D001E-11BF-462D-B3F1-3124103BCE6C}" srcOrd="0" destOrd="0" presId="urn:microsoft.com/office/officeart/2005/8/layout/vList5"/>
    <dgm:cxn modelId="{8BB1F263-80AB-40AC-97AA-7E4EC8ECE1E1}" type="presParOf" srcId="{D39D001E-11BF-462D-B3F1-3124103BCE6C}" destId="{EA2FCF98-C2D8-422B-91A1-B6C01C490849}" srcOrd="0" destOrd="0" presId="urn:microsoft.com/office/officeart/2005/8/layout/vList5"/>
    <dgm:cxn modelId="{35465B70-0C23-446C-B29B-6420A42DCF59}" type="presParOf" srcId="{D39D001E-11BF-462D-B3F1-3124103BCE6C}" destId="{7CA3A8C4-4255-4818-B6FE-0258E8DE292C}" srcOrd="1" destOrd="0" presId="urn:microsoft.com/office/officeart/2005/8/layout/vList5"/>
    <dgm:cxn modelId="{367A1B68-A676-446E-BEC6-9DFEFC405860}" type="presParOf" srcId="{4D71D581-6D9E-4ACA-9612-F39EFE29898A}" destId="{697C5E57-578C-4047-A238-66251C9557DA}" srcOrd="1" destOrd="0" presId="urn:microsoft.com/office/officeart/2005/8/layout/vList5"/>
    <dgm:cxn modelId="{45CA0346-33DB-4AAD-A667-03CC6E7B2F86}" type="presParOf" srcId="{4D71D581-6D9E-4ACA-9612-F39EFE29898A}" destId="{F668933A-D8F8-46EF-907D-882D1EE5DFF2}" srcOrd="2" destOrd="0" presId="urn:microsoft.com/office/officeart/2005/8/layout/vList5"/>
    <dgm:cxn modelId="{04479BD2-9C30-4F35-AA35-26C6701D12E7}" type="presParOf" srcId="{F668933A-D8F8-46EF-907D-882D1EE5DFF2}" destId="{3B2E4A02-F75E-4748-A57C-3C61A6DC0927}" srcOrd="0" destOrd="0" presId="urn:microsoft.com/office/officeart/2005/8/layout/vList5"/>
    <dgm:cxn modelId="{A0858123-9A87-43B1-BF1D-3C4E20CE1079}" type="presParOf" srcId="{F668933A-D8F8-46EF-907D-882D1EE5DFF2}" destId="{A783DAB7-992A-42C1-9CDD-2E3259E5B13E}" srcOrd="1" destOrd="0" presId="urn:microsoft.com/office/officeart/2005/8/layout/vList5"/>
    <dgm:cxn modelId="{87C720E5-377A-4212-96AF-EA083C03E921}" type="presParOf" srcId="{4D71D581-6D9E-4ACA-9612-F39EFE29898A}" destId="{E269AD71-ACF1-466D-A889-4F31588CD9DB}" srcOrd="3" destOrd="0" presId="urn:microsoft.com/office/officeart/2005/8/layout/vList5"/>
    <dgm:cxn modelId="{69AB3FCE-3B10-4EC8-947C-E821535CC7B9}" type="presParOf" srcId="{4D71D581-6D9E-4ACA-9612-F39EFE29898A}" destId="{944083A4-88A7-42C6-9D46-E79448034FAF}" srcOrd="4" destOrd="0" presId="urn:microsoft.com/office/officeart/2005/8/layout/vList5"/>
    <dgm:cxn modelId="{42C32CB0-99F9-45FD-B4AB-B2D5B8F6E09C}" type="presParOf" srcId="{944083A4-88A7-42C6-9D46-E79448034FAF}" destId="{C755DF9B-0380-429C-BA3C-06F52B298E1A}" srcOrd="0" destOrd="0" presId="urn:microsoft.com/office/officeart/2005/8/layout/vList5"/>
    <dgm:cxn modelId="{0B6E161B-BED6-4668-814E-D6AD32C1436A}" type="presParOf" srcId="{944083A4-88A7-42C6-9D46-E79448034FAF}" destId="{9A5A79C6-9A20-45AF-BE0E-D764E58EDBA9}" srcOrd="1" destOrd="0" presId="urn:microsoft.com/office/officeart/2005/8/layout/vList5"/>
    <dgm:cxn modelId="{699CA936-5669-4B28-9686-DB6739108A84}" type="presParOf" srcId="{4D71D581-6D9E-4ACA-9612-F39EFE29898A}" destId="{50F2712F-9235-4B88-B29D-8A117BFBD2D0}" srcOrd="5" destOrd="0" presId="urn:microsoft.com/office/officeart/2005/8/layout/vList5"/>
    <dgm:cxn modelId="{3738F86D-1AE6-4BDB-9562-68F886120CAB}" type="presParOf" srcId="{4D71D581-6D9E-4ACA-9612-F39EFE29898A}" destId="{DC3DBD84-B033-40A8-8FAB-F9E1ECC02201}" srcOrd="6" destOrd="0" presId="urn:microsoft.com/office/officeart/2005/8/layout/vList5"/>
    <dgm:cxn modelId="{0BFA0C2C-6C02-4232-AA24-FFEF3B9A99A2}" type="presParOf" srcId="{DC3DBD84-B033-40A8-8FAB-F9E1ECC02201}" destId="{9546C8E4-B512-4FC5-8517-E56E5C7222DC}" srcOrd="0" destOrd="0" presId="urn:microsoft.com/office/officeart/2005/8/layout/vList5"/>
    <dgm:cxn modelId="{D5DCFB17-91ED-469A-96DB-0C200E861783}" type="presParOf" srcId="{DC3DBD84-B033-40A8-8FAB-F9E1ECC02201}" destId="{9E10ACDF-6A19-4D13-89BC-B7025012280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8F0E83B9-8952-4DE5-983B-8763BDCA131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626D95E-FC31-4682-A207-1480738927C7}">
      <dgm:prSet/>
      <dgm:spPr/>
      <dgm:t>
        <a:bodyPr/>
        <a:lstStyle/>
        <a:p>
          <a:r>
            <a:rPr lang="uk-UA"/>
            <a:t>А</a:t>
          </a:r>
        </a:p>
      </dgm:t>
    </dgm:pt>
    <dgm:pt modelId="{A0E74BA5-BD49-412E-93DD-20A23380D9BB}" type="sibTrans" cxnId="{6B427548-03BD-4598-B7FF-20F21F6533BC}">
      <dgm:prSet/>
      <dgm:spPr/>
      <dgm:t>
        <a:bodyPr/>
        <a:lstStyle/>
        <a:p>
          <a:endParaRPr lang="uk-UA"/>
        </a:p>
      </dgm:t>
    </dgm:pt>
    <dgm:pt modelId="{34FAEB31-A46B-4D0A-82CB-8B54018EEA42}" type="parTrans" cxnId="{6B427548-03BD-4598-B7FF-20F21F6533BC}">
      <dgm:prSet/>
      <dgm:spPr/>
      <dgm:t>
        <a:bodyPr/>
        <a:lstStyle/>
        <a:p>
          <a:endParaRPr lang="uk-UA"/>
        </a:p>
      </dgm:t>
    </dgm:pt>
    <dgm:pt modelId="{43331CFA-6921-4067-B498-E74050B27E6C}">
      <dgm:prSet/>
      <dgm:spPr/>
      <dgm:t>
        <a:bodyPr/>
        <a:lstStyle/>
        <a:p>
          <a:r>
            <a:rPr lang="uk-UA" b="0" i="0" dirty="0"/>
            <a:t>процес формування польським урядом списку-реєстру козаків, які набиралися на військову службу Речі Посполитій.</a:t>
          </a:r>
          <a:endParaRPr lang="uk-UA" dirty="0"/>
        </a:p>
      </dgm:t>
    </dgm:pt>
    <dgm:pt modelId="{59C0C2FB-5063-434D-A1CB-25733F3FF199}" type="sibTrans" cxnId="{1658267F-4ABD-466D-8713-2B60D4E0029B}">
      <dgm:prSet/>
      <dgm:spPr/>
      <dgm:t>
        <a:bodyPr/>
        <a:lstStyle/>
        <a:p>
          <a:endParaRPr lang="uk-UA"/>
        </a:p>
      </dgm:t>
    </dgm:pt>
    <dgm:pt modelId="{13A924AB-4715-4F1F-B962-B0DC4AAE6087}" type="parTrans" cxnId="{1658267F-4ABD-466D-8713-2B60D4E0029B}">
      <dgm:prSet/>
      <dgm:spPr/>
      <dgm:t>
        <a:bodyPr/>
        <a:lstStyle/>
        <a:p>
          <a:endParaRPr lang="uk-UA"/>
        </a:p>
      </dgm:t>
    </dgm:pt>
    <dgm:pt modelId="{FA390C51-D7D4-44C1-9676-65B877B4EA61}">
      <dgm:prSet/>
      <dgm:spPr/>
      <dgm:t>
        <a:bodyPr/>
        <a:lstStyle/>
        <a:p>
          <a:r>
            <a:rPr lang="uk-UA"/>
            <a:t>Б</a:t>
          </a:r>
        </a:p>
      </dgm:t>
    </dgm:pt>
    <dgm:pt modelId="{4520FEDF-43EE-4D2C-B12E-B6C47EC506D0}" type="sibTrans" cxnId="{8BFA9770-BA86-4568-A47B-827355515FAA}">
      <dgm:prSet/>
      <dgm:spPr/>
      <dgm:t>
        <a:bodyPr/>
        <a:lstStyle/>
        <a:p>
          <a:endParaRPr lang="uk-UA"/>
        </a:p>
      </dgm:t>
    </dgm:pt>
    <dgm:pt modelId="{232ACD52-0F2C-4BDE-B839-177B89708CB2}" type="parTrans" cxnId="{8BFA9770-BA86-4568-A47B-827355515FAA}">
      <dgm:prSet/>
      <dgm:spPr/>
      <dgm:t>
        <a:bodyPr/>
        <a:lstStyle/>
        <a:p>
          <a:endParaRPr lang="uk-UA"/>
        </a:p>
      </dgm:t>
    </dgm:pt>
    <dgm:pt modelId="{458B6369-1A2C-42A1-943A-1E9073155B6D}">
      <dgm:prSet/>
      <dgm:spPr/>
      <dgm:t>
        <a:bodyPr/>
        <a:lstStyle/>
        <a:p>
          <a:r>
            <a:rPr lang="uk-UA" b="0" i="0"/>
            <a:t>процедура прийняття кошовим отаманом новоприбулих на Січ до козацького товариства та закріплення їх за певним куренем.</a:t>
          </a:r>
          <a:endParaRPr lang="uk-UA"/>
        </a:p>
      </dgm:t>
    </dgm:pt>
    <dgm:pt modelId="{569BE62B-261D-40A4-AA14-05E6B66F4B3B}" type="sibTrans" cxnId="{E0CBB24A-84AC-47AA-B58D-9A6508D0E5F4}">
      <dgm:prSet/>
      <dgm:spPr/>
      <dgm:t>
        <a:bodyPr/>
        <a:lstStyle/>
        <a:p>
          <a:endParaRPr lang="uk-UA"/>
        </a:p>
      </dgm:t>
    </dgm:pt>
    <dgm:pt modelId="{03A3043A-A8F8-4FB7-8605-0157EDA4FC34}" type="parTrans" cxnId="{E0CBB24A-84AC-47AA-B58D-9A6508D0E5F4}">
      <dgm:prSet/>
      <dgm:spPr/>
      <dgm:t>
        <a:bodyPr/>
        <a:lstStyle/>
        <a:p>
          <a:endParaRPr lang="uk-UA"/>
        </a:p>
      </dgm:t>
    </dgm:pt>
    <dgm:pt modelId="{15226A21-7505-458B-B3C9-CEE599C8C3D8}">
      <dgm:prSet/>
      <dgm:spPr/>
      <dgm:t>
        <a:bodyPr/>
        <a:lstStyle/>
        <a:p>
          <a:r>
            <a:rPr lang="uk-UA" b="0" i="0"/>
            <a:t>В</a:t>
          </a:r>
          <a:endParaRPr lang="uk-UA"/>
        </a:p>
      </dgm:t>
    </dgm:pt>
    <dgm:pt modelId="{704B1218-317A-40C8-81EA-9AF5BED3ABA1}" type="sibTrans" cxnId="{BC17A27C-B1EE-44F5-92FE-03B089731F20}">
      <dgm:prSet/>
      <dgm:spPr/>
      <dgm:t>
        <a:bodyPr/>
        <a:lstStyle/>
        <a:p>
          <a:endParaRPr lang="uk-UA"/>
        </a:p>
      </dgm:t>
    </dgm:pt>
    <dgm:pt modelId="{78C94354-07D0-46C6-9402-F7E7F1A5AF2A}" type="parTrans" cxnId="{BC17A27C-B1EE-44F5-92FE-03B089731F20}">
      <dgm:prSet/>
      <dgm:spPr/>
      <dgm:t>
        <a:bodyPr/>
        <a:lstStyle/>
        <a:p>
          <a:endParaRPr lang="uk-UA"/>
        </a:p>
      </dgm:t>
    </dgm:pt>
    <dgm:pt modelId="{1D9B98B9-21E5-467A-A462-EDFE90306023}">
      <dgm:prSet/>
      <dgm:spPr/>
      <dgm:t>
        <a:bodyPr/>
        <a:lstStyle/>
        <a:p>
          <a:r>
            <a:rPr lang="uk-UA" b="0" i="0"/>
            <a:t>форма козацького збройного виступу на захист власних інтересів, що мав локальний характер і відзначався слабкою організованістю.</a:t>
          </a:r>
          <a:endParaRPr lang="uk-UA"/>
        </a:p>
      </dgm:t>
    </dgm:pt>
    <dgm:pt modelId="{3307B2BF-ED9B-46C5-B6BF-CC50D10A2617}" type="sibTrans" cxnId="{E82F0EE2-5C55-4EF2-9484-9536EF3BF48A}">
      <dgm:prSet/>
      <dgm:spPr/>
      <dgm:t>
        <a:bodyPr/>
        <a:lstStyle/>
        <a:p>
          <a:endParaRPr lang="uk-UA"/>
        </a:p>
      </dgm:t>
    </dgm:pt>
    <dgm:pt modelId="{2135FC99-CB6B-4F5B-A7BB-328759E4093B}" type="parTrans" cxnId="{E82F0EE2-5C55-4EF2-9484-9536EF3BF48A}">
      <dgm:prSet/>
      <dgm:spPr/>
      <dgm:t>
        <a:bodyPr/>
        <a:lstStyle/>
        <a:p>
          <a:endParaRPr lang="uk-UA"/>
        </a:p>
      </dgm:t>
    </dgm:pt>
    <dgm:pt modelId="{3427C044-C647-4803-9849-804BF0A673EA}">
      <dgm:prSet/>
      <dgm:spPr/>
      <dgm:t>
        <a:bodyPr/>
        <a:lstStyle/>
        <a:p>
          <a:r>
            <a:rPr lang="uk-UA" b="0" i="0"/>
            <a:t>Г</a:t>
          </a:r>
          <a:endParaRPr lang="uk-UA"/>
        </a:p>
      </dgm:t>
    </dgm:pt>
    <dgm:pt modelId="{D037382C-AE9A-4EA0-BCC5-1BEBB4BF8ADC}" type="sibTrans" cxnId="{6C192E36-C071-42F4-9C56-CA557EAE329F}">
      <dgm:prSet/>
      <dgm:spPr/>
      <dgm:t>
        <a:bodyPr/>
        <a:lstStyle/>
        <a:p>
          <a:endParaRPr lang="uk-UA"/>
        </a:p>
      </dgm:t>
    </dgm:pt>
    <dgm:pt modelId="{8B7E7553-A3AC-42B8-BAAC-7AEFAE0B4C57}" type="parTrans" cxnId="{6C192E36-C071-42F4-9C56-CA557EAE329F}">
      <dgm:prSet/>
      <dgm:spPr/>
      <dgm:t>
        <a:bodyPr/>
        <a:lstStyle/>
        <a:p>
          <a:endParaRPr lang="uk-UA"/>
        </a:p>
      </dgm:t>
    </dgm:pt>
    <dgm:pt modelId="{E13D83D1-E4C0-4B40-B165-ED8001F94ED3}">
      <dgm:prSet/>
      <dgm:spPr/>
      <dgm:t>
        <a:bodyPr/>
        <a:lstStyle/>
        <a:p>
          <a:r>
            <a:rPr lang="uk-UA" b="0" i="0" dirty="0"/>
            <a:t>перехід селян до козацького стану, що був спробою звільнитися від панщини та отримати право вільно працювати на власній землі.</a:t>
          </a:r>
          <a:endParaRPr lang="uk-UA" dirty="0"/>
        </a:p>
      </dgm:t>
    </dgm:pt>
    <dgm:pt modelId="{34DC7693-6BA9-4A1C-B7C6-C99FE2A108CD}" type="sibTrans" cxnId="{3D0CC5A7-4638-4E5E-9DCA-FE07EC64398A}">
      <dgm:prSet/>
      <dgm:spPr/>
      <dgm:t>
        <a:bodyPr/>
        <a:lstStyle/>
        <a:p>
          <a:endParaRPr lang="uk-UA"/>
        </a:p>
      </dgm:t>
    </dgm:pt>
    <dgm:pt modelId="{75CA4E3B-BA73-4BAD-868A-76F107DA339A}" type="parTrans" cxnId="{3D0CC5A7-4638-4E5E-9DCA-FE07EC64398A}">
      <dgm:prSet/>
      <dgm:spPr/>
      <dgm:t>
        <a:bodyPr/>
        <a:lstStyle/>
        <a:p>
          <a:endParaRPr lang="uk-UA"/>
        </a:p>
      </dgm:t>
    </dgm:pt>
    <dgm:pt modelId="{4D71D581-6D9E-4ACA-9612-F39EFE29898A}" type="pres">
      <dgm:prSet presAssocID="{8F0E83B9-8952-4DE5-983B-8763BDCA131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39D001E-11BF-462D-B3F1-3124103BCE6C}" type="pres">
      <dgm:prSet presAssocID="{4626D95E-FC31-4682-A207-1480738927C7}" presName="linNode" presStyleCnt="0"/>
      <dgm:spPr/>
    </dgm:pt>
    <dgm:pt modelId="{EA2FCF98-C2D8-422B-91A1-B6C01C490849}" type="pres">
      <dgm:prSet presAssocID="{4626D95E-FC31-4682-A207-1480738927C7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CA3A8C4-4255-4818-B6FE-0258E8DE292C}" type="pres">
      <dgm:prSet presAssocID="{4626D95E-FC31-4682-A207-1480738927C7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97C5E57-578C-4047-A238-66251C9557DA}" type="pres">
      <dgm:prSet presAssocID="{A0E74BA5-BD49-412E-93DD-20A23380D9BB}" presName="sp" presStyleCnt="0"/>
      <dgm:spPr/>
    </dgm:pt>
    <dgm:pt modelId="{F668933A-D8F8-46EF-907D-882D1EE5DFF2}" type="pres">
      <dgm:prSet presAssocID="{FA390C51-D7D4-44C1-9676-65B877B4EA61}" presName="linNode" presStyleCnt="0"/>
      <dgm:spPr/>
    </dgm:pt>
    <dgm:pt modelId="{3B2E4A02-F75E-4748-A57C-3C61A6DC0927}" type="pres">
      <dgm:prSet presAssocID="{FA390C51-D7D4-44C1-9676-65B877B4EA61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783DAB7-992A-42C1-9CDD-2E3259E5B13E}" type="pres">
      <dgm:prSet presAssocID="{FA390C51-D7D4-44C1-9676-65B877B4EA61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269AD71-ACF1-466D-A889-4F31588CD9DB}" type="pres">
      <dgm:prSet presAssocID="{4520FEDF-43EE-4D2C-B12E-B6C47EC506D0}" presName="sp" presStyleCnt="0"/>
      <dgm:spPr/>
    </dgm:pt>
    <dgm:pt modelId="{944083A4-88A7-42C6-9D46-E79448034FAF}" type="pres">
      <dgm:prSet presAssocID="{15226A21-7505-458B-B3C9-CEE599C8C3D8}" presName="linNode" presStyleCnt="0"/>
      <dgm:spPr/>
    </dgm:pt>
    <dgm:pt modelId="{C755DF9B-0380-429C-BA3C-06F52B298E1A}" type="pres">
      <dgm:prSet presAssocID="{15226A21-7505-458B-B3C9-CEE599C8C3D8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A5A79C6-9A20-45AF-BE0E-D764E58EDBA9}" type="pres">
      <dgm:prSet presAssocID="{15226A21-7505-458B-B3C9-CEE599C8C3D8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0F2712F-9235-4B88-B29D-8A117BFBD2D0}" type="pres">
      <dgm:prSet presAssocID="{704B1218-317A-40C8-81EA-9AF5BED3ABA1}" presName="sp" presStyleCnt="0"/>
      <dgm:spPr/>
    </dgm:pt>
    <dgm:pt modelId="{DC3DBD84-B033-40A8-8FAB-F9E1ECC02201}" type="pres">
      <dgm:prSet presAssocID="{3427C044-C647-4803-9849-804BF0A673EA}" presName="linNode" presStyleCnt="0"/>
      <dgm:spPr/>
    </dgm:pt>
    <dgm:pt modelId="{9546C8E4-B512-4FC5-8517-E56E5C7222DC}" type="pres">
      <dgm:prSet presAssocID="{3427C044-C647-4803-9849-804BF0A673EA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E10ACDF-6A19-4D13-89BC-B70250122800}" type="pres">
      <dgm:prSet presAssocID="{3427C044-C647-4803-9849-804BF0A673EA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F91F7A8-21F7-4CC3-87AC-DC983A52F933}" type="presOf" srcId="{458B6369-1A2C-42A1-943A-1E9073155B6D}" destId="{A783DAB7-992A-42C1-9CDD-2E3259E5B13E}" srcOrd="0" destOrd="0" presId="urn:microsoft.com/office/officeart/2005/8/layout/vList5"/>
    <dgm:cxn modelId="{1658267F-4ABD-466D-8713-2B60D4E0029B}" srcId="{4626D95E-FC31-4682-A207-1480738927C7}" destId="{43331CFA-6921-4067-B498-E74050B27E6C}" srcOrd="0" destOrd="0" parTransId="{13A924AB-4715-4F1F-B962-B0DC4AAE6087}" sibTransId="{59C0C2FB-5063-434D-A1CB-25733F3FF199}"/>
    <dgm:cxn modelId="{6C192E36-C071-42F4-9C56-CA557EAE329F}" srcId="{8F0E83B9-8952-4DE5-983B-8763BDCA1318}" destId="{3427C044-C647-4803-9849-804BF0A673EA}" srcOrd="3" destOrd="0" parTransId="{8B7E7553-A3AC-42B8-BAAC-7AEFAE0B4C57}" sibTransId="{D037382C-AE9A-4EA0-BCC5-1BEBB4BF8ADC}"/>
    <dgm:cxn modelId="{91C86ACB-0625-416A-9B95-B70419B2A91E}" type="presOf" srcId="{1D9B98B9-21E5-467A-A462-EDFE90306023}" destId="{9A5A79C6-9A20-45AF-BE0E-D764E58EDBA9}" srcOrd="0" destOrd="0" presId="urn:microsoft.com/office/officeart/2005/8/layout/vList5"/>
    <dgm:cxn modelId="{6B427548-03BD-4598-B7FF-20F21F6533BC}" srcId="{8F0E83B9-8952-4DE5-983B-8763BDCA1318}" destId="{4626D95E-FC31-4682-A207-1480738927C7}" srcOrd="0" destOrd="0" parTransId="{34FAEB31-A46B-4D0A-82CB-8B54018EEA42}" sibTransId="{A0E74BA5-BD49-412E-93DD-20A23380D9BB}"/>
    <dgm:cxn modelId="{87CC46D1-77CE-4067-B32B-886D512C8B12}" type="presOf" srcId="{15226A21-7505-458B-B3C9-CEE599C8C3D8}" destId="{C755DF9B-0380-429C-BA3C-06F52B298E1A}" srcOrd="0" destOrd="0" presId="urn:microsoft.com/office/officeart/2005/8/layout/vList5"/>
    <dgm:cxn modelId="{CD0F58E4-31EE-45F7-A3BB-86B73131A952}" type="presOf" srcId="{43331CFA-6921-4067-B498-E74050B27E6C}" destId="{7CA3A8C4-4255-4818-B6FE-0258E8DE292C}" srcOrd="0" destOrd="0" presId="urn:microsoft.com/office/officeart/2005/8/layout/vList5"/>
    <dgm:cxn modelId="{3D0CC5A7-4638-4E5E-9DCA-FE07EC64398A}" srcId="{3427C044-C647-4803-9849-804BF0A673EA}" destId="{E13D83D1-E4C0-4B40-B165-ED8001F94ED3}" srcOrd="0" destOrd="0" parTransId="{75CA4E3B-BA73-4BAD-868A-76F107DA339A}" sibTransId="{34DC7693-6BA9-4A1C-B7C6-C99FE2A108CD}"/>
    <dgm:cxn modelId="{BC17A27C-B1EE-44F5-92FE-03B089731F20}" srcId="{8F0E83B9-8952-4DE5-983B-8763BDCA1318}" destId="{15226A21-7505-458B-B3C9-CEE599C8C3D8}" srcOrd="2" destOrd="0" parTransId="{78C94354-07D0-46C6-9402-F7E7F1A5AF2A}" sibTransId="{704B1218-317A-40C8-81EA-9AF5BED3ABA1}"/>
    <dgm:cxn modelId="{FF3259ED-0F1E-40A1-8B07-DC397B045800}" type="presOf" srcId="{E13D83D1-E4C0-4B40-B165-ED8001F94ED3}" destId="{9E10ACDF-6A19-4D13-89BC-B70250122800}" srcOrd="0" destOrd="0" presId="urn:microsoft.com/office/officeart/2005/8/layout/vList5"/>
    <dgm:cxn modelId="{E0CBB24A-84AC-47AA-B58D-9A6508D0E5F4}" srcId="{FA390C51-D7D4-44C1-9676-65B877B4EA61}" destId="{458B6369-1A2C-42A1-943A-1E9073155B6D}" srcOrd="0" destOrd="0" parTransId="{03A3043A-A8F8-4FB7-8605-0157EDA4FC34}" sibTransId="{569BE62B-261D-40A4-AA14-05E6B66F4B3B}"/>
    <dgm:cxn modelId="{56E48DD7-53E1-4078-BBC7-D450BBDE21E9}" type="presOf" srcId="{4626D95E-FC31-4682-A207-1480738927C7}" destId="{EA2FCF98-C2D8-422B-91A1-B6C01C490849}" srcOrd="0" destOrd="0" presId="urn:microsoft.com/office/officeart/2005/8/layout/vList5"/>
    <dgm:cxn modelId="{838693ED-EBA0-498C-8781-AF6BCBB424DE}" type="presOf" srcId="{8F0E83B9-8952-4DE5-983B-8763BDCA1318}" destId="{4D71D581-6D9E-4ACA-9612-F39EFE29898A}" srcOrd="0" destOrd="0" presId="urn:microsoft.com/office/officeart/2005/8/layout/vList5"/>
    <dgm:cxn modelId="{E82F0EE2-5C55-4EF2-9484-9536EF3BF48A}" srcId="{15226A21-7505-458B-B3C9-CEE599C8C3D8}" destId="{1D9B98B9-21E5-467A-A462-EDFE90306023}" srcOrd="0" destOrd="0" parTransId="{2135FC99-CB6B-4F5B-A7BB-328759E4093B}" sibTransId="{3307B2BF-ED9B-46C5-B6BF-CC50D10A2617}"/>
    <dgm:cxn modelId="{D08B23B7-B824-4586-AB6C-0F766AD0A930}" type="presOf" srcId="{FA390C51-D7D4-44C1-9676-65B877B4EA61}" destId="{3B2E4A02-F75E-4748-A57C-3C61A6DC0927}" srcOrd="0" destOrd="0" presId="urn:microsoft.com/office/officeart/2005/8/layout/vList5"/>
    <dgm:cxn modelId="{8BFA9770-BA86-4568-A47B-827355515FAA}" srcId="{8F0E83B9-8952-4DE5-983B-8763BDCA1318}" destId="{FA390C51-D7D4-44C1-9676-65B877B4EA61}" srcOrd="1" destOrd="0" parTransId="{232ACD52-0F2C-4BDE-B839-177B89708CB2}" sibTransId="{4520FEDF-43EE-4D2C-B12E-B6C47EC506D0}"/>
    <dgm:cxn modelId="{E02BAF78-3879-4B23-8769-46157601FBD7}" type="presOf" srcId="{3427C044-C647-4803-9849-804BF0A673EA}" destId="{9546C8E4-B512-4FC5-8517-E56E5C7222DC}" srcOrd="0" destOrd="0" presId="urn:microsoft.com/office/officeart/2005/8/layout/vList5"/>
    <dgm:cxn modelId="{C4A20786-FF76-489C-80E0-E4D85A843CDC}" type="presParOf" srcId="{4D71D581-6D9E-4ACA-9612-F39EFE29898A}" destId="{D39D001E-11BF-462D-B3F1-3124103BCE6C}" srcOrd="0" destOrd="0" presId="urn:microsoft.com/office/officeart/2005/8/layout/vList5"/>
    <dgm:cxn modelId="{8BB1F263-80AB-40AC-97AA-7E4EC8ECE1E1}" type="presParOf" srcId="{D39D001E-11BF-462D-B3F1-3124103BCE6C}" destId="{EA2FCF98-C2D8-422B-91A1-B6C01C490849}" srcOrd="0" destOrd="0" presId="urn:microsoft.com/office/officeart/2005/8/layout/vList5"/>
    <dgm:cxn modelId="{35465B70-0C23-446C-B29B-6420A42DCF59}" type="presParOf" srcId="{D39D001E-11BF-462D-B3F1-3124103BCE6C}" destId="{7CA3A8C4-4255-4818-B6FE-0258E8DE292C}" srcOrd="1" destOrd="0" presId="urn:microsoft.com/office/officeart/2005/8/layout/vList5"/>
    <dgm:cxn modelId="{367A1B68-A676-446E-BEC6-9DFEFC405860}" type="presParOf" srcId="{4D71D581-6D9E-4ACA-9612-F39EFE29898A}" destId="{697C5E57-578C-4047-A238-66251C9557DA}" srcOrd="1" destOrd="0" presId="urn:microsoft.com/office/officeart/2005/8/layout/vList5"/>
    <dgm:cxn modelId="{45CA0346-33DB-4AAD-A667-03CC6E7B2F86}" type="presParOf" srcId="{4D71D581-6D9E-4ACA-9612-F39EFE29898A}" destId="{F668933A-D8F8-46EF-907D-882D1EE5DFF2}" srcOrd="2" destOrd="0" presId="urn:microsoft.com/office/officeart/2005/8/layout/vList5"/>
    <dgm:cxn modelId="{04479BD2-9C30-4F35-AA35-26C6701D12E7}" type="presParOf" srcId="{F668933A-D8F8-46EF-907D-882D1EE5DFF2}" destId="{3B2E4A02-F75E-4748-A57C-3C61A6DC0927}" srcOrd="0" destOrd="0" presId="urn:microsoft.com/office/officeart/2005/8/layout/vList5"/>
    <dgm:cxn modelId="{A0858123-9A87-43B1-BF1D-3C4E20CE1079}" type="presParOf" srcId="{F668933A-D8F8-46EF-907D-882D1EE5DFF2}" destId="{A783DAB7-992A-42C1-9CDD-2E3259E5B13E}" srcOrd="1" destOrd="0" presId="urn:microsoft.com/office/officeart/2005/8/layout/vList5"/>
    <dgm:cxn modelId="{87C720E5-377A-4212-96AF-EA083C03E921}" type="presParOf" srcId="{4D71D581-6D9E-4ACA-9612-F39EFE29898A}" destId="{E269AD71-ACF1-466D-A889-4F31588CD9DB}" srcOrd="3" destOrd="0" presId="urn:microsoft.com/office/officeart/2005/8/layout/vList5"/>
    <dgm:cxn modelId="{69AB3FCE-3B10-4EC8-947C-E821535CC7B9}" type="presParOf" srcId="{4D71D581-6D9E-4ACA-9612-F39EFE29898A}" destId="{944083A4-88A7-42C6-9D46-E79448034FAF}" srcOrd="4" destOrd="0" presId="urn:microsoft.com/office/officeart/2005/8/layout/vList5"/>
    <dgm:cxn modelId="{42C32CB0-99F9-45FD-B4AB-B2D5B8F6E09C}" type="presParOf" srcId="{944083A4-88A7-42C6-9D46-E79448034FAF}" destId="{C755DF9B-0380-429C-BA3C-06F52B298E1A}" srcOrd="0" destOrd="0" presId="urn:microsoft.com/office/officeart/2005/8/layout/vList5"/>
    <dgm:cxn modelId="{0B6E161B-BED6-4668-814E-D6AD32C1436A}" type="presParOf" srcId="{944083A4-88A7-42C6-9D46-E79448034FAF}" destId="{9A5A79C6-9A20-45AF-BE0E-D764E58EDBA9}" srcOrd="1" destOrd="0" presId="urn:microsoft.com/office/officeart/2005/8/layout/vList5"/>
    <dgm:cxn modelId="{699CA936-5669-4B28-9686-DB6739108A84}" type="presParOf" srcId="{4D71D581-6D9E-4ACA-9612-F39EFE29898A}" destId="{50F2712F-9235-4B88-B29D-8A117BFBD2D0}" srcOrd="5" destOrd="0" presId="urn:microsoft.com/office/officeart/2005/8/layout/vList5"/>
    <dgm:cxn modelId="{3738F86D-1AE6-4BDB-9562-68F886120CAB}" type="presParOf" srcId="{4D71D581-6D9E-4ACA-9612-F39EFE29898A}" destId="{DC3DBD84-B033-40A8-8FAB-F9E1ECC02201}" srcOrd="6" destOrd="0" presId="urn:microsoft.com/office/officeart/2005/8/layout/vList5"/>
    <dgm:cxn modelId="{0BFA0C2C-6C02-4232-AA24-FFEF3B9A99A2}" type="presParOf" srcId="{DC3DBD84-B033-40A8-8FAB-F9E1ECC02201}" destId="{9546C8E4-B512-4FC5-8517-E56E5C7222DC}" srcOrd="0" destOrd="0" presId="urn:microsoft.com/office/officeart/2005/8/layout/vList5"/>
    <dgm:cxn modelId="{D5DCFB17-91ED-469A-96DB-0C200E861783}" type="presParOf" srcId="{DC3DBD84-B033-40A8-8FAB-F9E1ECC02201}" destId="{9E10ACDF-6A19-4D13-89BC-B7025012280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83E14879-8C40-4B42-A75F-C098E2BE18F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679517D-59C5-42E7-928A-69E3F2B886C3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займанщина</a:t>
          </a:r>
          <a:r>
            <a:rPr lang="ru-RU" b="0" i="0" dirty="0"/>
            <a:t>»</a:t>
          </a:r>
          <a:endParaRPr lang="uk-UA" dirty="0"/>
        </a:p>
      </dgm:t>
    </dgm:pt>
    <dgm:pt modelId="{15EEBAC2-85A4-4FF5-96C0-5DA7C7BF7987}" type="parTrans" cxnId="{B9417024-4572-43AE-8DB8-C47B4EAD32DB}">
      <dgm:prSet/>
      <dgm:spPr/>
      <dgm:t>
        <a:bodyPr/>
        <a:lstStyle/>
        <a:p>
          <a:endParaRPr lang="uk-UA"/>
        </a:p>
      </dgm:t>
    </dgm:pt>
    <dgm:pt modelId="{E9E2A175-F45A-4989-8880-7D867A14DBD6}" type="sibTrans" cxnId="{B9417024-4572-43AE-8DB8-C47B4EAD32DB}">
      <dgm:prSet/>
      <dgm:spPr/>
      <dgm:t>
        <a:bodyPr/>
        <a:lstStyle/>
        <a:p>
          <a:endParaRPr lang="uk-UA"/>
        </a:p>
      </dgm:t>
    </dgm:pt>
    <dgm:pt modelId="{C05DD779-C6A5-4658-A0D1-B759444B04AD}">
      <dgm:prSet/>
      <dgm:spPr/>
      <dgm:t>
        <a:bodyPr/>
        <a:lstStyle/>
        <a:p>
          <a:r>
            <a:rPr lang="ru-RU" b="0" i="0"/>
            <a:t>«паланка»</a:t>
          </a:r>
          <a:endParaRPr lang="uk-UA"/>
        </a:p>
      </dgm:t>
    </dgm:pt>
    <dgm:pt modelId="{CFF64983-36FF-4F0B-8D10-D58AAEE79B5D}" type="parTrans" cxnId="{C575DAD4-8782-4CC1-ADC9-4EB8140FA48C}">
      <dgm:prSet/>
      <dgm:spPr/>
      <dgm:t>
        <a:bodyPr/>
        <a:lstStyle/>
        <a:p>
          <a:endParaRPr lang="uk-UA"/>
        </a:p>
      </dgm:t>
    </dgm:pt>
    <dgm:pt modelId="{FC635106-6E78-4DAB-98B3-66DA19F520DE}" type="sibTrans" cxnId="{C575DAD4-8782-4CC1-ADC9-4EB8140FA48C}">
      <dgm:prSet/>
      <dgm:spPr/>
      <dgm:t>
        <a:bodyPr/>
        <a:lstStyle/>
        <a:p>
          <a:endParaRPr lang="uk-UA"/>
        </a:p>
      </dgm:t>
    </dgm:pt>
    <dgm:pt modelId="{93999E25-EBFE-4D44-9F48-F10A9283819A}">
      <dgm:prSet/>
      <dgm:spPr/>
      <dgm:t>
        <a:bodyPr/>
        <a:lstStyle/>
        <a:p>
          <a:r>
            <a:rPr lang="ru-RU" b="0" i="0"/>
            <a:t>«зимівник»</a:t>
          </a:r>
          <a:endParaRPr lang="uk-UA"/>
        </a:p>
      </dgm:t>
    </dgm:pt>
    <dgm:pt modelId="{39977764-6EF1-4E3D-9C17-93984AB5760A}" type="parTrans" cxnId="{540DB1C1-1FCC-496B-818E-F8FB6EC9E0D3}">
      <dgm:prSet/>
      <dgm:spPr/>
      <dgm:t>
        <a:bodyPr/>
        <a:lstStyle/>
        <a:p>
          <a:endParaRPr lang="uk-UA"/>
        </a:p>
      </dgm:t>
    </dgm:pt>
    <dgm:pt modelId="{BCC4B82E-8C83-4886-8763-15D518BD6F49}" type="sibTrans" cxnId="{540DB1C1-1FCC-496B-818E-F8FB6EC9E0D3}">
      <dgm:prSet/>
      <dgm:spPr/>
      <dgm:t>
        <a:bodyPr/>
        <a:lstStyle/>
        <a:p>
          <a:endParaRPr lang="uk-UA"/>
        </a:p>
      </dgm:t>
    </dgm:pt>
    <dgm:pt modelId="{53942A1E-8072-411D-B362-1E2535D25270}">
      <dgm:prSet/>
      <dgm:spPr/>
      <dgm:t>
        <a:bodyPr/>
        <a:lstStyle/>
        <a:p>
          <a:r>
            <a:rPr lang="ru-RU" b="0" i="0" dirty="0"/>
            <a:t>«панщина»</a:t>
          </a:r>
          <a:endParaRPr lang="uk-UA" dirty="0"/>
        </a:p>
      </dgm:t>
    </dgm:pt>
    <dgm:pt modelId="{7FF1AB0E-E6A8-4FAF-869C-83EF5519D735}" type="parTrans" cxnId="{4E5B391E-A8CE-459A-9F5E-32DF4B912296}">
      <dgm:prSet/>
      <dgm:spPr/>
      <dgm:t>
        <a:bodyPr/>
        <a:lstStyle/>
        <a:p>
          <a:endParaRPr lang="uk-UA"/>
        </a:p>
      </dgm:t>
    </dgm:pt>
    <dgm:pt modelId="{1ECC0CB6-B25F-4286-B0C4-B7B215F1BE28}" type="sibTrans" cxnId="{4E5B391E-A8CE-459A-9F5E-32DF4B912296}">
      <dgm:prSet/>
      <dgm:spPr/>
      <dgm:t>
        <a:bodyPr/>
        <a:lstStyle/>
        <a:p>
          <a:endParaRPr lang="uk-UA"/>
        </a:p>
      </dgm:t>
    </dgm:pt>
    <dgm:pt modelId="{4EAA262C-A251-474B-9EDD-510E1E85B942}" type="pres">
      <dgm:prSet presAssocID="{83E14879-8C40-4B42-A75F-C098E2BE18FB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EC29E21-ADBC-4294-A1E4-CFC638147752}" type="pres">
      <dgm:prSet presAssocID="{6679517D-59C5-42E7-928A-69E3F2B886C3}" presName="composite" presStyleCnt="0"/>
      <dgm:spPr/>
    </dgm:pt>
    <dgm:pt modelId="{D58BA4E3-DA42-4D40-88B4-FA3788FBAD16}" type="pres">
      <dgm:prSet presAssocID="{6679517D-59C5-42E7-928A-69E3F2B886C3}" presName="imgShp" presStyleLbl="fgImgPlace1" presStyleIdx="0" presStyleCnt="4"/>
      <dgm:spPr/>
    </dgm:pt>
    <dgm:pt modelId="{D7B97FA7-31E2-4DFB-B53C-8BF6D8EE79F5}" type="pres">
      <dgm:prSet presAssocID="{6679517D-59C5-42E7-928A-69E3F2B886C3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372D8F4-B460-45EA-8309-1DBC529A1CA6}" type="pres">
      <dgm:prSet presAssocID="{E9E2A175-F45A-4989-8880-7D867A14DBD6}" presName="spacing" presStyleCnt="0"/>
      <dgm:spPr/>
    </dgm:pt>
    <dgm:pt modelId="{CB45ECA9-F9A6-4163-8CFB-6B7AED240779}" type="pres">
      <dgm:prSet presAssocID="{C05DD779-C6A5-4658-A0D1-B759444B04AD}" presName="composite" presStyleCnt="0"/>
      <dgm:spPr/>
    </dgm:pt>
    <dgm:pt modelId="{F086CC7B-2035-4B00-ADE4-567C31499199}" type="pres">
      <dgm:prSet presAssocID="{C05DD779-C6A5-4658-A0D1-B759444B04AD}" presName="imgShp" presStyleLbl="fgImgPlace1" presStyleIdx="1" presStyleCnt="4"/>
      <dgm:spPr/>
    </dgm:pt>
    <dgm:pt modelId="{ACC344E0-479B-48A9-B57F-0EAE169E6829}" type="pres">
      <dgm:prSet presAssocID="{C05DD779-C6A5-4658-A0D1-B759444B04AD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58738A-EBD6-4252-B7FB-09236AF23E19}" type="pres">
      <dgm:prSet presAssocID="{FC635106-6E78-4DAB-98B3-66DA19F520DE}" presName="spacing" presStyleCnt="0"/>
      <dgm:spPr/>
    </dgm:pt>
    <dgm:pt modelId="{B459B85F-1290-4363-9ADA-DE4DEEB8112C}" type="pres">
      <dgm:prSet presAssocID="{93999E25-EBFE-4D44-9F48-F10A9283819A}" presName="composite" presStyleCnt="0"/>
      <dgm:spPr/>
    </dgm:pt>
    <dgm:pt modelId="{01FA0561-891D-41C6-9FFE-37496E51077F}" type="pres">
      <dgm:prSet presAssocID="{93999E25-EBFE-4D44-9F48-F10A9283819A}" presName="imgShp" presStyleLbl="fgImgPlace1" presStyleIdx="2" presStyleCnt="4"/>
      <dgm:spPr/>
    </dgm:pt>
    <dgm:pt modelId="{161294ED-64C4-4E8D-A1A1-8DB9EB9D285C}" type="pres">
      <dgm:prSet presAssocID="{93999E25-EBFE-4D44-9F48-F10A9283819A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8CE59F8-683A-482D-B16B-E68EF917DD66}" type="pres">
      <dgm:prSet presAssocID="{BCC4B82E-8C83-4886-8763-15D518BD6F49}" presName="spacing" presStyleCnt="0"/>
      <dgm:spPr/>
    </dgm:pt>
    <dgm:pt modelId="{F54B30F1-4078-44C7-A40E-89574D5856CC}" type="pres">
      <dgm:prSet presAssocID="{53942A1E-8072-411D-B362-1E2535D25270}" presName="composite" presStyleCnt="0"/>
      <dgm:spPr/>
    </dgm:pt>
    <dgm:pt modelId="{287FDCF5-42CE-412B-B446-C76746679414}" type="pres">
      <dgm:prSet presAssocID="{53942A1E-8072-411D-B362-1E2535D25270}" presName="imgShp" presStyleLbl="fgImgPlace1" presStyleIdx="3" presStyleCnt="4"/>
      <dgm:spPr/>
    </dgm:pt>
    <dgm:pt modelId="{3FD66843-51A5-408E-9E3B-5DC1C3CA381D}" type="pres">
      <dgm:prSet presAssocID="{53942A1E-8072-411D-B362-1E2535D25270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E5B391E-A8CE-459A-9F5E-32DF4B912296}" srcId="{83E14879-8C40-4B42-A75F-C098E2BE18FB}" destId="{53942A1E-8072-411D-B362-1E2535D25270}" srcOrd="3" destOrd="0" parTransId="{7FF1AB0E-E6A8-4FAF-869C-83EF5519D735}" sibTransId="{1ECC0CB6-B25F-4286-B0C4-B7B215F1BE28}"/>
    <dgm:cxn modelId="{C575DAD4-8782-4CC1-ADC9-4EB8140FA48C}" srcId="{83E14879-8C40-4B42-A75F-C098E2BE18FB}" destId="{C05DD779-C6A5-4658-A0D1-B759444B04AD}" srcOrd="1" destOrd="0" parTransId="{CFF64983-36FF-4F0B-8D10-D58AAEE79B5D}" sibTransId="{FC635106-6E78-4DAB-98B3-66DA19F520DE}"/>
    <dgm:cxn modelId="{0CD135B9-9765-4BB4-9AC5-DB7F79C2E81E}" type="presOf" srcId="{C05DD779-C6A5-4658-A0D1-B759444B04AD}" destId="{ACC344E0-479B-48A9-B57F-0EAE169E6829}" srcOrd="0" destOrd="0" presId="urn:microsoft.com/office/officeart/2005/8/layout/vList3"/>
    <dgm:cxn modelId="{C8640105-4F4D-4721-981D-DB9E077ABA9C}" type="presOf" srcId="{53942A1E-8072-411D-B362-1E2535D25270}" destId="{3FD66843-51A5-408E-9E3B-5DC1C3CA381D}" srcOrd="0" destOrd="0" presId="urn:microsoft.com/office/officeart/2005/8/layout/vList3"/>
    <dgm:cxn modelId="{B9417024-4572-43AE-8DB8-C47B4EAD32DB}" srcId="{83E14879-8C40-4B42-A75F-C098E2BE18FB}" destId="{6679517D-59C5-42E7-928A-69E3F2B886C3}" srcOrd="0" destOrd="0" parTransId="{15EEBAC2-85A4-4FF5-96C0-5DA7C7BF7987}" sibTransId="{E9E2A175-F45A-4989-8880-7D867A14DBD6}"/>
    <dgm:cxn modelId="{A3EE9089-6463-4B13-84C4-74623C68FE60}" type="presOf" srcId="{93999E25-EBFE-4D44-9F48-F10A9283819A}" destId="{161294ED-64C4-4E8D-A1A1-8DB9EB9D285C}" srcOrd="0" destOrd="0" presId="urn:microsoft.com/office/officeart/2005/8/layout/vList3"/>
    <dgm:cxn modelId="{F0E1C8BF-FEBF-4938-9ACA-A03A22FB9CD8}" type="presOf" srcId="{6679517D-59C5-42E7-928A-69E3F2B886C3}" destId="{D7B97FA7-31E2-4DFB-B53C-8BF6D8EE79F5}" srcOrd="0" destOrd="0" presId="urn:microsoft.com/office/officeart/2005/8/layout/vList3"/>
    <dgm:cxn modelId="{412084F8-4773-49BA-8B37-FD9C80543050}" type="presOf" srcId="{83E14879-8C40-4B42-A75F-C098E2BE18FB}" destId="{4EAA262C-A251-474B-9EDD-510E1E85B942}" srcOrd="0" destOrd="0" presId="urn:microsoft.com/office/officeart/2005/8/layout/vList3"/>
    <dgm:cxn modelId="{540DB1C1-1FCC-496B-818E-F8FB6EC9E0D3}" srcId="{83E14879-8C40-4B42-A75F-C098E2BE18FB}" destId="{93999E25-EBFE-4D44-9F48-F10A9283819A}" srcOrd="2" destOrd="0" parTransId="{39977764-6EF1-4E3D-9C17-93984AB5760A}" sibTransId="{BCC4B82E-8C83-4886-8763-15D518BD6F49}"/>
    <dgm:cxn modelId="{AB553014-2A9B-4F07-B3B1-5CE8C961E10D}" type="presParOf" srcId="{4EAA262C-A251-474B-9EDD-510E1E85B942}" destId="{3EC29E21-ADBC-4294-A1E4-CFC638147752}" srcOrd="0" destOrd="0" presId="urn:microsoft.com/office/officeart/2005/8/layout/vList3"/>
    <dgm:cxn modelId="{A6C4CCF2-D814-4F16-83D3-FE259BCEE347}" type="presParOf" srcId="{3EC29E21-ADBC-4294-A1E4-CFC638147752}" destId="{D58BA4E3-DA42-4D40-88B4-FA3788FBAD16}" srcOrd="0" destOrd="0" presId="urn:microsoft.com/office/officeart/2005/8/layout/vList3"/>
    <dgm:cxn modelId="{1ECEC2AE-7542-4BE5-BEC9-2B139EAE3199}" type="presParOf" srcId="{3EC29E21-ADBC-4294-A1E4-CFC638147752}" destId="{D7B97FA7-31E2-4DFB-B53C-8BF6D8EE79F5}" srcOrd="1" destOrd="0" presId="urn:microsoft.com/office/officeart/2005/8/layout/vList3"/>
    <dgm:cxn modelId="{4342B9F8-288A-48BD-84A5-58F575124887}" type="presParOf" srcId="{4EAA262C-A251-474B-9EDD-510E1E85B942}" destId="{6372D8F4-B460-45EA-8309-1DBC529A1CA6}" srcOrd="1" destOrd="0" presId="urn:microsoft.com/office/officeart/2005/8/layout/vList3"/>
    <dgm:cxn modelId="{D2CF3A4F-BC4D-4EDE-BB44-3E379638E0CC}" type="presParOf" srcId="{4EAA262C-A251-474B-9EDD-510E1E85B942}" destId="{CB45ECA9-F9A6-4163-8CFB-6B7AED240779}" srcOrd="2" destOrd="0" presId="urn:microsoft.com/office/officeart/2005/8/layout/vList3"/>
    <dgm:cxn modelId="{862BFD74-E675-4279-959E-13A1D19F417E}" type="presParOf" srcId="{CB45ECA9-F9A6-4163-8CFB-6B7AED240779}" destId="{F086CC7B-2035-4B00-ADE4-567C31499199}" srcOrd="0" destOrd="0" presId="urn:microsoft.com/office/officeart/2005/8/layout/vList3"/>
    <dgm:cxn modelId="{2F3381FF-296A-4327-92C8-A5905EEF6077}" type="presParOf" srcId="{CB45ECA9-F9A6-4163-8CFB-6B7AED240779}" destId="{ACC344E0-479B-48A9-B57F-0EAE169E6829}" srcOrd="1" destOrd="0" presId="urn:microsoft.com/office/officeart/2005/8/layout/vList3"/>
    <dgm:cxn modelId="{021C875F-11A6-4789-A0D8-291FD1AA4725}" type="presParOf" srcId="{4EAA262C-A251-474B-9EDD-510E1E85B942}" destId="{5758738A-EBD6-4252-B7FB-09236AF23E19}" srcOrd="3" destOrd="0" presId="urn:microsoft.com/office/officeart/2005/8/layout/vList3"/>
    <dgm:cxn modelId="{EB0EEE06-CB60-4FA6-AA7E-F0D3A2791940}" type="presParOf" srcId="{4EAA262C-A251-474B-9EDD-510E1E85B942}" destId="{B459B85F-1290-4363-9ADA-DE4DEEB8112C}" srcOrd="4" destOrd="0" presId="urn:microsoft.com/office/officeart/2005/8/layout/vList3"/>
    <dgm:cxn modelId="{0EBDD049-4D76-439E-8AB1-27BDF4BCB63F}" type="presParOf" srcId="{B459B85F-1290-4363-9ADA-DE4DEEB8112C}" destId="{01FA0561-891D-41C6-9FFE-37496E51077F}" srcOrd="0" destOrd="0" presId="urn:microsoft.com/office/officeart/2005/8/layout/vList3"/>
    <dgm:cxn modelId="{35F2A49A-5306-4502-8FF9-688A47BF9EE5}" type="presParOf" srcId="{B459B85F-1290-4363-9ADA-DE4DEEB8112C}" destId="{161294ED-64C4-4E8D-A1A1-8DB9EB9D285C}" srcOrd="1" destOrd="0" presId="urn:microsoft.com/office/officeart/2005/8/layout/vList3"/>
    <dgm:cxn modelId="{A56BD7D8-81CA-4731-9C96-3ED74CD5DF64}" type="presParOf" srcId="{4EAA262C-A251-474B-9EDD-510E1E85B942}" destId="{88CE59F8-683A-482D-B16B-E68EF917DD66}" srcOrd="5" destOrd="0" presId="urn:microsoft.com/office/officeart/2005/8/layout/vList3"/>
    <dgm:cxn modelId="{C57F7F95-0B24-4B8D-8F82-2449FF64E72D}" type="presParOf" srcId="{4EAA262C-A251-474B-9EDD-510E1E85B942}" destId="{F54B30F1-4078-44C7-A40E-89574D5856CC}" srcOrd="6" destOrd="0" presId="urn:microsoft.com/office/officeart/2005/8/layout/vList3"/>
    <dgm:cxn modelId="{5CC0D7F1-772B-424C-B332-DE130CA0C5C0}" type="presParOf" srcId="{F54B30F1-4078-44C7-A40E-89574D5856CC}" destId="{287FDCF5-42CE-412B-B446-C76746679414}" srcOrd="0" destOrd="0" presId="urn:microsoft.com/office/officeart/2005/8/layout/vList3"/>
    <dgm:cxn modelId="{BDD46649-5E3F-4CA9-8AED-CB79EA9F7FBC}" type="presParOf" srcId="{F54B30F1-4078-44C7-A40E-89574D5856CC}" destId="{3FD66843-51A5-408E-9E3B-5DC1C3CA381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C0183B23-502F-4891-AA57-2FBDDE04759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2DC7EFA-23C0-4E18-9AB8-9BB89B3860FD}">
      <dgm:prSet/>
      <dgm:spPr/>
      <dgm:t>
        <a:bodyPr/>
        <a:lstStyle/>
        <a:p>
          <a:r>
            <a:rPr lang="ru-RU" b="0" i="0" dirty="0" err="1"/>
            <a:t>військова</a:t>
          </a:r>
          <a:r>
            <a:rPr lang="ru-RU" b="0" i="0" dirty="0"/>
            <a:t>, </a:t>
          </a:r>
          <a:r>
            <a:rPr lang="ru-RU" b="0" i="0" dirty="0" err="1"/>
            <a:t>адміністративно-територіальна</a:t>
          </a:r>
          <a:r>
            <a:rPr lang="ru-RU" b="0" i="0" dirty="0"/>
            <a:t>, </a:t>
          </a:r>
          <a:r>
            <a:rPr lang="ru-RU" b="0" i="0" dirty="0" err="1"/>
            <a:t>господарська</a:t>
          </a:r>
          <a:r>
            <a:rPr lang="ru-RU" b="0" i="0" dirty="0"/>
            <a:t> </a:t>
          </a:r>
          <a:r>
            <a:rPr lang="ru-RU" b="0" i="0" dirty="0" err="1"/>
            <a:t>одиниця</a:t>
          </a:r>
          <a:r>
            <a:rPr lang="ru-RU" b="0" i="0" dirty="0"/>
            <a:t> </a:t>
          </a:r>
          <a:r>
            <a:rPr lang="ru-RU" b="0" i="0" dirty="0" err="1"/>
            <a:t>Запорозької</a:t>
          </a:r>
          <a:r>
            <a:rPr lang="ru-RU" b="0" i="0" dirty="0"/>
            <a:t> (</a:t>
          </a:r>
          <a:r>
            <a:rPr lang="ru-RU" b="0" i="0" dirty="0" err="1"/>
            <a:t>Нової</a:t>
          </a:r>
          <a:r>
            <a:rPr lang="ru-RU" b="0" i="0" dirty="0"/>
            <a:t>) </a:t>
          </a:r>
          <a:r>
            <a:rPr lang="ru-RU" b="0" i="0" dirty="0" err="1"/>
            <a:t>Січі</a:t>
          </a:r>
          <a:endParaRPr lang="uk-UA" dirty="0"/>
        </a:p>
      </dgm:t>
    </dgm:pt>
    <dgm:pt modelId="{840716BC-9601-4B5D-BC16-98F9CB7B175E}" type="parTrans" cxnId="{C56BEC30-C057-4FFA-8114-89F41840257D}">
      <dgm:prSet/>
      <dgm:spPr/>
      <dgm:t>
        <a:bodyPr/>
        <a:lstStyle/>
        <a:p>
          <a:endParaRPr lang="uk-UA"/>
        </a:p>
      </dgm:t>
    </dgm:pt>
    <dgm:pt modelId="{BD6E2FE5-1619-4328-AAEB-13461AA97B71}" type="sibTrans" cxnId="{C56BEC30-C057-4FFA-8114-89F41840257D}">
      <dgm:prSet/>
      <dgm:spPr/>
      <dgm:t>
        <a:bodyPr/>
        <a:lstStyle/>
        <a:p>
          <a:endParaRPr lang="uk-UA"/>
        </a:p>
      </dgm:t>
    </dgm:pt>
    <dgm:pt modelId="{511A9358-8253-4A2B-BCA6-CE4980C5FFC9}">
      <dgm:prSet/>
      <dgm:spPr/>
      <dgm:t>
        <a:bodyPr/>
        <a:lstStyle/>
        <a:p>
          <a:r>
            <a:rPr lang="ru-RU" b="0" i="0"/>
            <a:t>форма визиску селянства, примусове виконання певного обсягу робіт на користь землевласника</a:t>
          </a:r>
          <a:endParaRPr lang="uk-UA"/>
        </a:p>
      </dgm:t>
    </dgm:pt>
    <dgm:pt modelId="{FCA1316E-9374-472B-9A55-66D0930506C4}" type="parTrans" cxnId="{1361AA8A-2A77-4C42-84FB-338A346FDB27}">
      <dgm:prSet/>
      <dgm:spPr/>
      <dgm:t>
        <a:bodyPr/>
        <a:lstStyle/>
        <a:p>
          <a:endParaRPr lang="uk-UA"/>
        </a:p>
      </dgm:t>
    </dgm:pt>
    <dgm:pt modelId="{E00864E5-6263-49D9-AAC6-E30BD14C4E2F}" type="sibTrans" cxnId="{1361AA8A-2A77-4C42-84FB-338A346FDB27}">
      <dgm:prSet/>
      <dgm:spPr/>
      <dgm:t>
        <a:bodyPr/>
        <a:lstStyle/>
        <a:p>
          <a:endParaRPr lang="uk-UA"/>
        </a:p>
      </dgm:t>
    </dgm:pt>
    <dgm:pt modelId="{15F79E91-2C44-45C7-B99F-0FFFDF0B99CD}">
      <dgm:prSet/>
      <dgm:spPr/>
      <dgm:t>
        <a:bodyPr/>
        <a:lstStyle/>
        <a:p>
          <a:r>
            <a:rPr lang="ru-RU" b="0" i="0" dirty="0"/>
            <a:t>система </a:t>
          </a:r>
          <a:r>
            <a:rPr lang="ru-RU" b="0" i="0" dirty="0" err="1"/>
            <a:t>правових</a:t>
          </a:r>
          <a:r>
            <a:rPr lang="ru-RU" b="0" i="0" dirty="0"/>
            <a:t> норм, </a:t>
          </a:r>
          <a:r>
            <a:rPr lang="ru-RU" b="0" i="0" dirty="0" err="1"/>
            <a:t>що</a:t>
          </a:r>
          <a:r>
            <a:rPr lang="ru-RU" b="0" i="0" dirty="0"/>
            <a:t> </a:t>
          </a:r>
          <a:r>
            <a:rPr lang="ru-RU" b="0" i="0" dirty="0" err="1"/>
            <a:t>визначала</a:t>
          </a:r>
          <a:r>
            <a:rPr lang="ru-RU" b="0" i="0" dirty="0"/>
            <a:t> </a:t>
          </a:r>
          <a:r>
            <a:rPr lang="ru-RU" b="0" i="0" dirty="0" err="1"/>
            <a:t>залежність</a:t>
          </a:r>
          <a:r>
            <a:rPr lang="ru-RU" b="0" i="0" dirty="0"/>
            <a:t> селянина </a:t>
          </a:r>
          <a:r>
            <a:rPr lang="ru-RU" b="0" i="0" dirty="0" err="1"/>
            <a:t>від</a:t>
          </a:r>
          <a:r>
            <a:rPr lang="ru-RU" b="0" i="0" dirty="0"/>
            <a:t> феодала</a:t>
          </a:r>
          <a:endParaRPr lang="uk-UA" dirty="0"/>
        </a:p>
      </dgm:t>
    </dgm:pt>
    <dgm:pt modelId="{A480D008-7473-40E7-8752-C5C71688C7DB}" type="parTrans" cxnId="{672B05B3-045F-44A5-8377-92EB85DDCB22}">
      <dgm:prSet/>
      <dgm:spPr/>
      <dgm:t>
        <a:bodyPr/>
        <a:lstStyle/>
        <a:p>
          <a:endParaRPr lang="uk-UA"/>
        </a:p>
      </dgm:t>
    </dgm:pt>
    <dgm:pt modelId="{82A73A6F-ED30-4851-B9A8-7FC715BDE85D}" type="sibTrans" cxnId="{672B05B3-045F-44A5-8377-92EB85DDCB22}">
      <dgm:prSet/>
      <dgm:spPr/>
      <dgm:t>
        <a:bodyPr/>
        <a:lstStyle/>
        <a:p>
          <a:endParaRPr lang="uk-UA"/>
        </a:p>
      </dgm:t>
    </dgm:pt>
    <dgm:pt modelId="{2834DB8A-E0EA-4C85-A8C9-2D1FA4136524}">
      <dgm:prSet/>
      <dgm:spPr/>
      <dgm:t>
        <a:bodyPr/>
        <a:lstStyle/>
        <a:p>
          <a:r>
            <a:rPr lang="ru-RU" b="0" i="0"/>
            <a:t>елемент звичаєвого права, що давав змогу на підставі першості володіти землею</a:t>
          </a:r>
          <a:endParaRPr lang="uk-UA"/>
        </a:p>
      </dgm:t>
    </dgm:pt>
    <dgm:pt modelId="{7973C1D3-3622-4451-B20B-9F8A1674DD6C}" type="parTrans" cxnId="{384FACD7-86B2-4585-BBA0-AC89A1CECF6A}">
      <dgm:prSet/>
      <dgm:spPr/>
      <dgm:t>
        <a:bodyPr/>
        <a:lstStyle/>
        <a:p>
          <a:endParaRPr lang="uk-UA"/>
        </a:p>
      </dgm:t>
    </dgm:pt>
    <dgm:pt modelId="{4513E98E-DCD1-4EC2-A3E3-D531D2BD29FC}" type="sibTrans" cxnId="{384FACD7-86B2-4585-BBA0-AC89A1CECF6A}">
      <dgm:prSet/>
      <dgm:spPr/>
      <dgm:t>
        <a:bodyPr/>
        <a:lstStyle/>
        <a:p>
          <a:endParaRPr lang="uk-UA"/>
        </a:p>
      </dgm:t>
    </dgm:pt>
    <dgm:pt modelId="{58DE68EE-5FD1-442E-A921-E22CBAB6F1CE}">
      <dgm:prSet/>
      <dgm:spPr/>
      <dgm:t>
        <a:bodyPr/>
        <a:lstStyle/>
        <a:p>
          <a:r>
            <a:rPr lang="ru-RU" b="0" i="0" dirty="0" err="1"/>
            <a:t>хутір</a:t>
          </a:r>
          <a:r>
            <a:rPr lang="ru-RU" b="0" i="0" dirty="0"/>
            <a:t>, у </a:t>
          </a:r>
          <a:r>
            <a:rPr lang="ru-RU" b="0" i="0" dirty="0" err="1"/>
            <a:t>якому</a:t>
          </a:r>
          <a:r>
            <a:rPr lang="ru-RU" b="0" i="0" dirty="0"/>
            <a:t> </a:t>
          </a:r>
          <a:r>
            <a:rPr lang="ru-RU" b="0" i="0" dirty="0" err="1"/>
            <a:t>запорозькі</a:t>
          </a:r>
          <a:r>
            <a:rPr lang="ru-RU" b="0" i="0" dirty="0"/>
            <a:t> козаки </a:t>
          </a:r>
          <a:r>
            <a:rPr lang="ru-RU" b="0" i="0" dirty="0" err="1"/>
            <a:t>займалися</a:t>
          </a:r>
          <a:r>
            <a:rPr lang="ru-RU" b="0" i="0" dirty="0"/>
            <a:t> </a:t>
          </a:r>
          <a:r>
            <a:rPr lang="ru-RU" b="0" i="0" dirty="0" err="1"/>
            <a:t>скотарством</a:t>
          </a:r>
          <a:r>
            <a:rPr lang="ru-RU" b="0" i="0" dirty="0"/>
            <a:t> і </a:t>
          </a:r>
          <a:r>
            <a:rPr lang="ru-RU" b="0" i="0" dirty="0" err="1"/>
            <a:t>землеробством</a:t>
          </a:r>
          <a:endParaRPr lang="uk-UA" dirty="0"/>
        </a:p>
      </dgm:t>
    </dgm:pt>
    <dgm:pt modelId="{79879561-1997-40BA-866A-CE074B68A186}" type="parTrans" cxnId="{2691BD3C-D40B-4258-84FF-2BCF4583769D}">
      <dgm:prSet/>
      <dgm:spPr/>
      <dgm:t>
        <a:bodyPr/>
        <a:lstStyle/>
        <a:p>
          <a:endParaRPr lang="uk-UA"/>
        </a:p>
      </dgm:t>
    </dgm:pt>
    <dgm:pt modelId="{DB69D290-4ECB-405E-B0AD-AB940E417FC8}" type="sibTrans" cxnId="{2691BD3C-D40B-4258-84FF-2BCF4583769D}">
      <dgm:prSet/>
      <dgm:spPr/>
      <dgm:t>
        <a:bodyPr/>
        <a:lstStyle/>
        <a:p>
          <a:endParaRPr lang="uk-UA"/>
        </a:p>
      </dgm:t>
    </dgm:pt>
    <dgm:pt modelId="{F7C755E4-DDF2-4079-92E1-9ECBD9D5BD5B}" type="pres">
      <dgm:prSet presAssocID="{C0183B23-502F-4891-AA57-2FBDDE04759E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9FD2C747-16DE-415C-B546-5754ECDCF66C}" type="pres">
      <dgm:prSet presAssocID="{C0183B23-502F-4891-AA57-2FBDDE04759E}" presName="Name1" presStyleCnt="0"/>
      <dgm:spPr/>
    </dgm:pt>
    <dgm:pt modelId="{72319BD8-BA44-43FC-A554-507039EA6603}" type="pres">
      <dgm:prSet presAssocID="{C0183B23-502F-4891-AA57-2FBDDE04759E}" presName="cycle" presStyleCnt="0"/>
      <dgm:spPr/>
    </dgm:pt>
    <dgm:pt modelId="{1F15D850-DDBB-4B6B-860C-524D34DCBD17}" type="pres">
      <dgm:prSet presAssocID="{C0183B23-502F-4891-AA57-2FBDDE04759E}" presName="srcNode" presStyleLbl="node1" presStyleIdx="0" presStyleCnt="5"/>
      <dgm:spPr/>
    </dgm:pt>
    <dgm:pt modelId="{3E7F4C39-CB9D-4874-88F4-3E5849345E6B}" type="pres">
      <dgm:prSet presAssocID="{C0183B23-502F-4891-AA57-2FBDDE04759E}" presName="conn" presStyleLbl="parChTrans1D2" presStyleIdx="0" presStyleCnt="1"/>
      <dgm:spPr/>
      <dgm:t>
        <a:bodyPr/>
        <a:lstStyle/>
        <a:p>
          <a:endParaRPr lang="ru-RU"/>
        </a:p>
      </dgm:t>
    </dgm:pt>
    <dgm:pt modelId="{33996309-B3BA-411F-AAC3-D1EB8A867752}" type="pres">
      <dgm:prSet presAssocID="{C0183B23-502F-4891-AA57-2FBDDE04759E}" presName="extraNode" presStyleLbl="node1" presStyleIdx="0" presStyleCnt="5"/>
      <dgm:spPr/>
    </dgm:pt>
    <dgm:pt modelId="{69CD0FF5-E7BD-460E-B6A3-AC86DE7B1956}" type="pres">
      <dgm:prSet presAssocID="{C0183B23-502F-4891-AA57-2FBDDE04759E}" presName="dstNode" presStyleLbl="node1" presStyleIdx="0" presStyleCnt="5"/>
      <dgm:spPr/>
    </dgm:pt>
    <dgm:pt modelId="{F072B42E-E6D9-4B98-8F89-6177D3F62BAB}" type="pres">
      <dgm:prSet presAssocID="{92DC7EFA-23C0-4E18-9AB8-9BB89B3860FD}" presName="text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7F4FAAF-C211-40A2-A0C3-336108B1EC0D}" type="pres">
      <dgm:prSet presAssocID="{92DC7EFA-23C0-4E18-9AB8-9BB89B3860FD}" presName="accent_1" presStyleCnt="0"/>
      <dgm:spPr/>
    </dgm:pt>
    <dgm:pt modelId="{8C1A8D53-22F0-4A0B-B542-FDE22CE1DAC8}" type="pres">
      <dgm:prSet presAssocID="{92DC7EFA-23C0-4E18-9AB8-9BB89B3860FD}" presName="accentRepeatNode" presStyleLbl="solidFgAcc1" presStyleIdx="0" presStyleCnt="5"/>
      <dgm:spPr/>
    </dgm:pt>
    <dgm:pt modelId="{AFADA7E7-B854-49E2-9D07-EE9B71A384F6}" type="pres">
      <dgm:prSet presAssocID="{511A9358-8253-4A2B-BCA6-CE4980C5FFC9}" presName="text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347B1F3-E294-4616-B672-3CB8A2BB3CBE}" type="pres">
      <dgm:prSet presAssocID="{511A9358-8253-4A2B-BCA6-CE4980C5FFC9}" presName="accent_2" presStyleCnt="0"/>
      <dgm:spPr/>
    </dgm:pt>
    <dgm:pt modelId="{C723F00F-1967-445E-8D15-382810360C6A}" type="pres">
      <dgm:prSet presAssocID="{511A9358-8253-4A2B-BCA6-CE4980C5FFC9}" presName="accentRepeatNode" presStyleLbl="solidFgAcc1" presStyleIdx="1" presStyleCnt="5"/>
      <dgm:spPr/>
    </dgm:pt>
    <dgm:pt modelId="{61C8B5FE-E9A2-4030-803B-9915E740F5E7}" type="pres">
      <dgm:prSet presAssocID="{15F79E91-2C44-45C7-B99F-0FFFDF0B99CD}" presName="text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498EF89-8B63-4EA4-872A-8DFD5516CE46}" type="pres">
      <dgm:prSet presAssocID="{15F79E91-2C44-45C7-B99F-0FFFDF0B99CD}" presName="accent_3" presStyleCnt="0"/>
      <dgm:spPr/>
    </dgm:pt>
    <dgm:pt modelId="{DCF45820-E625-4DE7-900C-77B80B6F9116}" type="pres">
      <dgm:prSet presAssocID="{15F79E91-2C44-45C7-B99F-0FFFDF0B99CD}" presName="accentRepeatNode" presStyleLbl="solidFgAcc1" presStyleIdx="2" presStyleCnt="5"/>
      <dgm:spPr/>
    </dgm:pt>
    <dgm:pt modelId="{896D9E42-B646-4F81-86DB-562847CB6044}" type="pres">
      <dgm:prSet presAssocID="{2834DB8A-E0EA-4C85-A8C9-2D1FA4136524}" presName="text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46A5417-2C70-4312-B69A-8497F008D39F}" type="pres">
      <dgm:prSet presAssocID="{2834DB8A-E0EA-4C85-A8C9-2D1FA4136524}" presName="accent_4" presStyleCnt="0"/>
      <dgm:spPr/>
    </dgm:pt>
    <dgm:pt modelId="{D4589EB7-57E1-4FDD-AB72-360CB2B40570}" type="pres">
      <dgm:prSet presAssocID="{2834DB8A-E0EA-4C85-A8C9-2D1FA4136524}" presName="accentRepeatNode" presStyleLbl="solidFgAcc1" presStyleIdx="3" presStyleCnt="5"/>
      <dgm:spPr/>
    </dgm:pt>
    <dgm:pt modelId="{70F11F04-C3F6-407C-97EF-C87FF8206455}" type="pres">
      <dgm:prSet presAssocID="{58DE68EE-5FD1-442E-A921-E22CBAB6F1CE}" presName="text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3721D5A-518F-45DE-9639-45CB506E8AA1}" type="pres">
      <dgm:prSet presAssocID="{58DE68EE-5FD1-442E-A921-E22CBAB6F1CE}" presName="accent_5" presStyleCnt="0"/>
      <dgm:spPr/>
    </dgm:pt>
    <dgm:pt modelId="{33345FE4-DB57-47C5-B6B3-56EE71B5F371}" type="pres">
      <dgm:prSet presAssocID="{58DE68EE-5FD1-442E-A921-E22CBAB6F1CE}" presName="accentRepeatNode" presStyleLbl="solidFgAcc1" presStyleIdx="4" presStyleCnt="5"/>
      <dgm:spPr/>
    </dgm:pt>
  </dgm:ptLst>
  <dgm:cxnLst>
    <dgm:cxn modelId="{2691BD3C-D40B-4258-84FF-2BCF4583769D}" srcId="{C0183B23-502F-4891-AA57-2FBDDE04759E}" destId="{58DE68EE-5FD1-442E-A921-E22CBAB6F1CE}" srcOrd="4" destOrd="0" parTransId="{79879561-1997-40BA-866A-CE074B68A186}" sibTransId="{DB69D290-4ECB-405E-B0AD-AB940E417FC8}"/>
    <dgm:cxn modelId="{92FB2729-BA3C-4E6A-B810-FAC78470BA77}" type="presOf" srcId="{58DE68EE-5FD1-442E-A921-E22CBAB6F1CE}" destId="{70F11F04-C3F6-407C-97EF-C87FF8206455}" srcOrd="0" destOrd="0" presId="urn:microsoft.com/office/officeart/2008/layout/VerticalCurvedList"/>
    <dgm:cxn modelId="{CB470D5E-244E-41CB-87EF-DBBF251EC97B}" type="presOf" srcId="{15F79E91-2C44-45C7-B99F-0FFFDF0B99CD}" destId="{61C8B5FE-E9A2-4030-803B-9915E740F5E7}" srcOrd="0" destOrd="0" presId="urn:microsoft.com/office/officeart/2008/layout/VerticalCurvedList"/>
    <dgm:cxn modelId="{C56BEC30-C057-4FFA-8114-89F41840257D}" srcId="{C0183B23-502F-4891-AA57-2FBDDE04759E}" destId="{92DC7EFA-23C0-4E18-9AB8-9BB89B3860FD}" srcOrd="0" destOrd="0" parTransId="{840716BC-9601-4B5D-BC16-98F9CB7B175E}" sibTransId="{BD6E2FE5-1619-4328-AAEB-13461AA97B71}"/>
    <dgm:cxn modelId="{8F13B5A3-EF90-434F-8A36-65E07A37271E}" type="presOf" srcId="{2834DB8A-E0EA-4C85-A8C9-2D1FA4136524}" destId="{896D9E42-B646-4F81-86DB-562847CB6044}" srcOrd="0" destOrd="0" presId="urn:microsoft.com/office/officeart/2008/layout/VerticalCurvedList"/>
    <dgm:cxn modelId="{0A331C80-0827-4358-B422-8EFA6590D3C7}" type="presOf" srcId="{511A9358-8253-4A2B-BCA6-CE4980C5FFC9}" destId="{AFADA7E7-B854-49E2-9D07-EE9B71A384F6}" srcOrd="0" destOrd="0" presId="urn:microsoft.com/office/officeart/2008/layout/VerticalCurvedList"/>
    <dgm:cxn modelId="{B2300819-2B4C-4A52-90D0-0256A1CF3D52}" type="presOf" srcId="{BD6E2FE5-1619-4328-AAEB-13461AA97B71}" destId="{3E7F4C39-CB9D-4874-88F4-3E5849345E6B}" srcOrd="0" destOrd="0" presId="urn:microsoft.com/office/officeart/2008/layout/VerticalCurvedList"/>
    <dgm:cxn modelId="{A56BF31B-34FC-45CB-9E23-315198A4DB39}" type="presOf" srcId="{92DC7EFA-23C0-4E18-9AB8-9BB89B3860FD}" destId="{F072B42E-E6D9-4B98-8F89-6177D3F62BAB}" srcOrd="0" destOrd="0" presId="urn:microsoft.com/office/officeart/2008/layout/VerticalCurvedList"/>
    <dgm:cxn modelId="{672B05B3-045F-44A5-8377-92EB85DDCB22}" srcId="{C0183B23-502F-4891-AA57-2FBDDE04759E}" destId="{15F79E91-2C44-45C7-B99F-0FFFDF0B99CD}" srcOrd="2" destOrd="0" parTransId="{A480D008-7473-40E7-8752-C5C71688C7DB}" sibTransId="{82A73A6F-ED30-4851-B9A8-7FC715BDE85D}"/>
    <dgm:cxn modelId="{1361AA8A-2A77-4C42-84FB-338A346FDB27}" srcId="{C0183B23-502F-4891-AA57-2FBDDE04759E}" destId="{511A9358-8253-4A2B-BCA6-CE4980C5FFC9}" srcOrd="1" destOrd="0" parTransId="{FCA1316E-9374-472B-9A55-66D0930506C4}" sibTransId="{E00864E5-6263-49D9-AAC6-E30BD14C4E2F}"/>
    <dgm:cxn modelId="{384FACD7-86B2-4585-BBA0-AC89A1CECF6A}" srcId="{C0183B23-502F-4891-AA57-2FBDDE04759E}" destId="{2834DB8A-E0EA-4C85-A8C9-2D1FA4136524}" srcOrd="3" destOrd="0" parTransId="{7973C1D3-3622-4451-B20B-9F8A1674DD6C}" sibTransId="{4513E98E-DCD1-4EC2-A3E3-D531D2BD29FC}"/>
    <dgm:cxn modelId="{E65E162C-CDAF-4EAB-984B-50F8A055D341}" type="presOf" srcId="{C0183B23-502F-4891-AA57-2FBDDE04759E}" destId="{F7C755E4-DDF2-4079-92E1-9ECBD9D5BD5B}" srcOrd="0" destOrd="0" presId="urn:microsoft.com/office/officeart/2008/layout/VerticalCurvedList"/>
    <dgm:cxn modelId="{904804C0-1108-42CF-ADEF-DBF7B19FA933}" type="presParOf" srcId="{F7C755E4-DDF2-4079-92E1-9ECBD9D5BD5B}" destId="{9FD2C747-16DE-415C-B546-5754ECDCF66C}" srcOrd="0" destOrd="0" presId="urn:microsoft.com/office/officeart/2008/layout/VerticalCurvedList"/>
    <dgm:cxn modelId="{805C8AA4-661E-43E8-AA9F-358FF8B16616}" type="presParOf" srcId="{9FD2C747-16DE-415C-B546-5754ECDCF66C}" destId="{72319BD8-BA44-43FC-A554-507039EA6603}" srcOrd="0" destOrd="0" presId="urn:microsoft.com/office/officeart/2008/layout/VerticalCurvedList"/>
    <dgm:cxn modelId="{5FF66387-71CB-4C8A-A42E-5EF433EEB601}" type="presParOf" srcId="{72319BD8-BA44-43FC-A554-507039EA6603}" destId="{1F15D850-DDBB-4B6B-860C-524D34DCBD17}" srcOrd="0" destOrd="0" presId="urn:microsoft.com/office/officeart/2008/layout/VerticalCurvedList"/>
    <dgm:cxn modelId="{CE401320-33F4-47DC-972E-82C88573477E}" type="presParOf" srcId="{72319BD8-BA44-43FC-A554-507039EA6603}" destId="{3E7F4C39-CB9D-4874-88F4-3E5849345E6B}" srcOrd="1" destOrd="0" presId="urn:microsoft.com/office/officeart/2008/layout/VerticalCurvedList"/>
    <dgm:cxn modelId="{CBEF158A-22BC-40BA-93C5-07C60656AC2D}" type="presParOf" srcId="{72319BD8-BA44-43FC-A554-507039EA6603}" destId="{33996309-B3BA-411F-AAC3-D1EB8A867752}" srcOrd="2" destOrd="0" presId="urn:microsoft.com/office/officeart/2008/layout/VerticalCurvedList"/>
    <dgm:cxn modelId="{1A47ECD3-AFD5-4C20-A877-7EEDD37661DB}" type="presParOf" srcId="{72319BD8-BA44-43FC-A554-507039EA6603}" destId="{69CD0FF5-E7BD-460E-B6A3-AC86DE7B1956}" srcOrd="3" destOrd="0" presId="urn:microsoft.com/office/officeart/2008/layout/VerticalCurvedList"/>
    <dgm:cxn modelId="{D4CFC676-EEB0-46FB-A17E-66F2C5BA39A3}" type="presParOf" srcId="{9FD2C747-16DE-415C-B546-5754ECDCF66C}" destId="{F072B42E-E6D9-4B98-8F89-6177D3F62BAB}" srcOrd="1" destOrd="0" presId="urn:microsoft.com/office/officeart/2008/layout/VerticalCurvedList"/>
    <dgm:cxn modelId="{648B4D73-7776-4DF0-B335-F51366C70BCE}" type="presParOf" srcId="{9FD2C747-16DE-415C-B546-5754ECDCF66C}" destId="{87F4FAAF-C211-40A2-A0C3-336108B1EC0D}" srcOrd="2" destOrd="0" presId="urn:microsoft.com/office/officeart/2008/layout/VerticalCurvedList"/>
    <dgm:cxn modelId="{DF6E2E78-15CF-49CB-97C7-34C45A7F7C34}" type="presParOf" srcId="{87F4FAAF-C211-40A2-A0C3-336108B1EC0D}" destId="{8C1A8D53-22F0-4A0B-B542-FDE22CE1DAC8}" srcOrd="0" destOrd="0" presId="urn:microsoft.com/office/officeart/2008/layout/VerticalCurvedList"/>
    <dgm:cxn modelId="{CCEB6F3B-E1B5-444C-9B6E-854A26BA7D83}" type="presParOf" srcId="{9FD2C747-16DE-415C-B546-5754ECDCF66C}" destId="{AFADA7E7-B854-49E2-9D07-EE9B71A384F6}" srcOrd="3" destOrd="0" presId="urn:microsoft.com/office/officeart/2008/layout/VerticalCurvedList"/>
    <dgm:cxn modelId="{50FF2D68-E1C2-42AA-88A3-B7498E4B7876}" type="presParOf" srcId="{9FD2C747-16DE-415C-B546-5754ECDCF66C}" destId="{B347B1F3-E294-4616-B672-3CB8A2BB3CBE}" srcOrd="4" destOrd="0" presId="urn:microsoft.com/office/officeart/2008/layout/VerticalCurvedList"/>
    <dgm:cxn modelId="{F87B99EF-E491-4CB9-9391-ADAABAC31168}" type="presParOf" srcId="{B347B1F3-E294-4616-B672-3CB8A2BB3CBE}" destId="{C723F00F-1967-445E-8D15-382810360C6A}" srcOrd="0" destOrd="0" presId="urn:microsoft.com/office/officeart/2008/layout/VerticalCurvedList"/>
    <dgm:cxn modelId="{3D6C8A6C-9290-4F04-B349-2A02282AAFAA}" type="presParOf" srcId="{9FD2C747-16DE-415C-B546-5754ECDCF66C}" destId="{61C8B5FE-E9A2-4030-803B-9915E740F5E7}" srcOrd="5" destOrd="0" presId="urn:microsoft.com/office/officeart/2008/layout/VerticalCurvedList"/>
    <dgm:cxn modelId="{0DF7C214-03B6-4234-9386-CC8BF9BE4CBE}" type="presParOf" srcId="{9FD2C747-16DE-415C-B546-5754ECDCF66C}" destId="{9498EF89-8B63-4EA4-872A-8DFD5516CE46}" srcOrd="6" destOrd="0" presId="urn:microsoft.com/office/officeart/2008/layout/VerticalCurvedList"/>
    <dgm:cxn modelId="{B582BD87-D220-4B73-B0C5-C28E8F7598DE}" type="presParOf" srcId="{9498EF89-8B63-4EA4-872A-8DFD5516CE46}" destId="{DCF45820-E625-4DE7-900C-77B80B6F9116}" srcOrd="0" destOrd="0" presId="urn:microsoft.com/office/officeart/2008/layout/VerticalCurvedList"/>
    <dgm:cxn modelId="{5F747653-5EDD-4EA0-A7A0-256A596BD4B0}" type="presParOf" srcId="{9FD2C747-16DE-415C-B546-5754ECDCF66C}" destId="{896D9E42-B646-4F81-86DB-562847CB6044}" srcOrd="7" destOrd="0" presId="urn:microsoft.com/office/officeart/2008/layout/VerticalCurvedList"/>
    <dgm:cxn modelId="{25D2ABBC-90F7-4CAB-8C97-FA65F1DD49DC}" type="presParOf" srcId="{9FD2C747-16DE-415C-B546-5754ECDCF66C}" destId="{346A5417-2C70-4312-B69A-8497F008D39F}" srcOrd="8" destOrd="0" presId="urn:microsoft.com/office/officeart/2008/layout/VerticalCurvedList"/>
    <dgm:cxn modelId="{F016B8E6-F215-4D89-9F70-EF8449BE99FE}" type="presParOf" srcId="{346A5417-2C70-4312-B69A-8497F008D39F}" destId="{D4589EB7-57E1-4FDD-AB72-360CB2B40570}" srcOrd="0" destOrd="0" presId="urn:microsoft.com/office/officeart/2008/layout/VerticalCurvedList"/>
    <dgm:cxn modelId="{D5A60FAA-16FD-4D4F-892D-144E6D3BA01F}" type="presParOf" srcId="{9FD2C747-16DE-415C-B546-5754ECDCF66C}" destId="{70F11F04-C3F6-407C-97EF-C87FF8206455}" srcOrd="9" destOrd="0" presId="urn:microsoft.com/office/officeart/2008/layout/VerticalCurvedList"/>
    <dgm:cxn modelId="{055E6908-F415-4943-88CB-343404907613}" type="presParOf" srcId="{9FD2C747-16DE-415C-B546-5754ECDCF66C}" destId="{C3721D5A-518F-45DE-9639-45CB506E8AA1}" srcOrd="10" destOrd="0" presId="urn:microsoft.com/office/officeart/2008/layout/VerticalCurvedList"/>
    <dgm:cxn modelId="{27A25189-B3E0-4F92-BCB9-48915A29B93A}" type="presParOf" srcId="{C3721D5A-518F-45DE-9639-45CB506E8AA1}" destId="{33345FE4-DB57-47C5-B6B3-56EE71B5F37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BA10F746-4060-4BB2-A70A-BA4C63166E7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3641493B-A077-4692-BF0F-662B03A22D1C}">
      <dgm:prSet/>
      <dgm:spPr/>
      <dgm:t>
        <a:bodyPr/>
        <a:lstStyle/>
        <a:p>
          <a:r>
            <a:rPr lang="ru-RU"/>
            <a:t>православ’я</a:t>
          </a:r>
          <a:endParaRPr lang="uk-UA"/>
        </a:p>
      </dgm:t>
    </dgm:pt>
    <dgm:pt modelId="{0E4FAE88-4782-4442-9968-32917A2BE034}" type="parTrans" cxnId="{9F5750E7-1968-4D54-8B46-2308CB91A805}">
      <dgm:prSet/>
      <dgm:spPr/>
      <dgm:t>
        <a:bodyPr/>
        <a:lstStyle/>
        <a:p>
          <a:endParaRPr lang="uk-UA"/>
        </a:p>
      </dgm:t>
    </dgm:pt>
    <dgm:pt modelId="{B9E93920-FE21-4C06-A04D-F0B64D47AC72}" type="sibTrans" cxnId="{9F5750E7-1968-4D54-8B46-2308CB91A805}">
      <dgm:prSet/>
      <dgm:spPr/>
      <dgm:t>
        <a:bodyPr/>
        <a:lstStyle/>
        <a:p>
          <a:endParaRPr lang="uk-UA"/>
        </a:p>
      </dgm:t>
    </dgm:pt>
    <dgm:pt modelId="{F185A1D4-52E5-41BD-8496-A82EBF00CE81}">
      <dgm:prSet/>
      <dgm:spPr/>
      <dgm:t>
        <a:bodyPr/>
        <a:lstStyle/>
        <a:p>
          <a:r>
            <a:rPr lang="ru-RU"/>
            <a:t>кальвінізму</a:t>
          </a:r>
          <a:endParaRPr lang="uk-UA"/>
        </a:p>
      </dgm:t>
    </dgm:pt>
    <dgm:pt modelId="{F16E173D-347D-4CE8-8F03-651479438FE8}" type="parTrans" cxnId="{E652486E-2F2C-4D8C-AC2E-004C80CDF017}">
      <dgm:prSet/>
      <dgm:spPr/>
      <dgm:t>
        <a:bodyPr/>
        <a:lstStyle/>
        <a:p>
          <a:endParaRPr lang="uk-UA"/>
        </a:p>
      </dgm:t>
    </dgm:pt>
    <dgm:pt modelId="{1F9C9DAD-95D2-48C7-8EBD-F5F5810AD50F}" type="sibTrans" cxnId="{E652486E-2F2C-4D8C-AC2E-004C80CDF017}">
      <dgm:prSet/>
      <dgm:spPr/>
      <dgm:t>
        <a:bodyPr/>
        <a:lstStyle/>
        <a:p>
          <a:endParaRPr lang="uk-UA"/>
        </a:p>
      </dgm:t>
    </dgm:pt>
    <dgm:pt modelId="{2F82C95E-1627-44C9-A3C5-ABC06C349053}">
      <dgm:prSet/>
      <dgm:spPr>
        <a:solidFill>
          <a:srgbClr val="0070C0"/>
        </a:solidFill>
      </dgm:spPr>
      <dgm:t>
        <a:bodyPr/>
        <a:lstStyle/>
        <a:p>
          <a:r>
            <a:rPr lang="ru-RU"/>
            <a:t>католицизму</a:t>
          </a:r>
          <a:endParaRPr lang="uk-UA"/>
        </a:p>
      </dgm:t>
    </dgm:pt>
    <dgm:pt modelId="{44C3936E-E2C2-4F69-8C72-0BC8DADA192D}" type="parTrans" cxnId="{91480EAB-0769-4BE2-AFEA-2351529EBB24}">
      <dgm:prSet/>
      <dgm:spPr/>
      <dgm:t>
        <a:bodyPr/>
        <a:lstStyle/>
        <a:p>
          <a:endParaRPr lang="uk-UA"/>
        </a:p>
      </dgm:t>
    </dgm:pt>
    <dgm:pt modelId="{D8DD57A2-E032-410A-8376-3F03D00FBF4D}" type="sibTrans" cxnId="{91480EAB-0769-4BE2-AFEA-2351529EBB24}">
      <dgm:prSet/>
      <dgm:spPr/>
      <dgm:t>
        <a:bodyPr/>
        <a:lstStyle/>
        <a:p>
          <a:endParaRPr lang="uk-UA"/>
        </a:p>
      </dgm:t>
    </dgm:pt>
    <dgm:pt modelId="{37658E24-2FA3-4F3D-B6D9-814DA6EEAF74}">
      <dgm:prSet/>
      <dgm:spPr/>
      <dgm:t>
        <a:bodyPr/>
        <a:lstStyle/>
        <a:p>
          <a:r>
            <a:rPr lang="ru-RU"/>
            <a:t>соцініанства</a:t>
          </a:r>
          <a:endParaRPr lang="uk-UA"/>
        </a:p>
      </dgm:t>
    </dgm:pt>
    <dgm:pt modelId="{EB6D6D4F-2C05-4E56-881F-50F8A6DB5D7B}" type="parTrans" cxnId="{CF25532A-CB58-421A-8A53-1D5067D0AA3E}">
      <dgm:prSet/>
      <dgm:spPr/>
      <dgm:t>
        <a:bodyPr/>
        <a:lstStyle/>
        <a:p>
          <a:endParaRPr lang="uk-UA"/>
        </a:p>
      </dgm:t>
    </dgm:pt>
    <dgm:pt modelId="{1CFE58DB-21B4-49DB-A8F9-37388547B4A2}" type="sibTrans" cxnId="{CF25532A-CB58-421A-8A53-1D5067D0AA3E}">
      <dgm:prSet/>
      <dgm:spPr/>
      <dgm:t>
        <a:bodyPr/>
        <a:lstStyle/>
        <a:p>
          <a:endParaRPr lang="uk-UA"/>
        </a:p>
      </dgm:t>
    </dgm:pt>
    <dgm:pt modelId="{705AC5BC-4D2A-413A-B341-40A5BAB0B031}" type="pres">
      <dgm:prSet presAssocID="{BA10F746-4060-4BB2-A70A-BA4C63166E7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3341304-46EF-4B23-B763-A1DBFFE525B1}" type="pres">
      <dgm:prSet presAssocID="{3641493B-A077-4692-BF0F-662B03A22D1C}" presName="composite" presStyleCnt="0"/>
      <dgm:spPr/>
    </dgm:pt>
    <dgm:pt modelId="{B1E934AB-8C2B-4986-AFCA-2137AAB15BA9}" type="pres">
      <dgm:prSet presAssocID="{3641493B-A077-4692-BF0F-662B03A22D1C}" presName="imgShp" presStyleLbl="fgImgPlace1" presStyleIdx="0" presStyleCnt="4"/>
      <dgm:spPr/>
    </dgm:pt>
    <dgm:pt modelId="{157778ED-A970-4A88-99FF-2C948D7AB9DC}" type="pres">
      <dgm:prSet presAssocID="{3641493B-A077-4692-BF0F-662B03A22D1C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FF4A3C-03D7-4FD9-B623-22E2FA238EA4}" type="pres">
      <dgm:prSet presAssocID="{B9E93920-FE21-4C06-A04D-F0B64D47AC72}" presName="spacing" presStyleCnt="0"/>
      <dgm:spPr/>
    </dgm:pt>
    <dgm:pt modelId="{40BD3C93-C63E-4685-A398-BACF5E5F5B10}" type="pres">
      <dgm:prSet presAssocID="{F185A1D4-52E5-41BD-8496-A82EBF00CE81}" presName="composite" presStyleCnt="0"/>
      <dgm:spPr/>
    </dgm:pt>
    <dgm:pt modelId="{9F7C2A89-42CF-4D1C-83FE-77A7D68BF987}" type="pres">
      <dgm:prSet presAssocID="{F185A1D4-52E5-41BD-8496-A82EBF00CE81}" presName="imgShp" presStyleLbl="fgImgPlace1" presStyleIdx="1" presStyleCnt="4"/>
      <dgm:spPr/>
    </dgm:pt>
    <dgm:pt modelId="{6C5B8787-7847-40CF-B6E3-9249F8769DD3}" type="pres">
      <dgm:prSet presAssocID="{F185A1D4-52E5-41BD-8496-A82EBF00CE81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997D192-BE54-47E3-B8A7-8F4796B9DC60}" type="pres">
      <dgm:prSet presAssocID="{1F9C9DAD-95D2-48C7-8EBD-F5F5810AD50F}" presName="spacing" presStyleCnt="0"/>
      <dgm:spPr/>
    </dgm:pt>
    <dgm:pt modelId="{03D11F39-832C-4498-98DD-0E147854777D}" type="pres">
      <dgm:prSet presAssocID="{2F82C95E-1627-44C9-A3C5-ABC06C349053}" presName="composite" presStyleCnt="0"/>
      <dgm:spPr/>
    </dgm:pt>
    <dgm:pt modelId="{206D1180-910B-4E89-876D-B070A487ABEB}" type="pres">
      <dgm:prSet presAssocID="{2F82C95E-1627-44C9-A3C5-ABC06C349053}" presName="imgShp" presStyleLbl="fgImgPlace1" presStyleIdx="2" presStyleCnt="4"/>
      <dgm:spPr/>
    </dgm:pt>
    <dgm:pt modelId="{B977E95E-0E9F-412A-AEA2-E12335B58A32}" type="pres">
      <dgm:prSet presAssocID="{2F82C95E-1627-44C9-A3C5-ABC06C349053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E6AD463-2384-4ADE-83FA-4C74724AF37C}" type="pres">
      <dgm:prSet presAssocID="{D8DD57A2-E032-410A-8376-3F03D00FBF4D}" presName="spacing" presStyleCnt="0"/>
      <dgm:spPr/>
    </dgm:pt>
    <dgm:pt modelId="{18DB7362-838B-4115-9BC5-344C0B5507AC}" type="pres">
      <dgm:prSet presAssocID="{37658E24-2FA3-4F3D-B6D9-814DA6EEAF74}" presName="composite" presStyleCnt="0"/>
      <dgm:spPr/>
    </dgm:pt>
    <dgm:pt modelId="{125CDDDE-C9E9-4993-B0D2-6C1CDAF56E96}" type="pres">
      <dgm:prSet presAssocID="{37658E24-2FA3-4F3D-B6D9-814DA6EEAF74}" presName="imgShp" presStyleLbl="fgImgPlace1" presStyleIdx="3" presStyleCnt="4"/>
      <dgm:spPr/>
    </dgm:pt>
    <dgm:pt modelId="{E892293D-2588-43D5-806A-AB484E61D736}" type="pres">
      <dgm:prSet presAssocID="{37658E24-2FA3-4F3D-B6D9-814DA6EEAF74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1480EAB-0769-4BE2-AFEA-2351529EBB24}" srcId="{BA10F746-4060-4BB2-A70A-BA4C63166E71}" destId="{2F82C95E-1627-44C9-A3C5-ABC06C349053}" srcOrd="2" destOrd="0" parTransId="{44C3936E-E2C2-4F69-8C72-0BC8DADA192D}" sibTransId="{D8DD57A2-E032-410A-8376-3F03D00FBF4D}"/>
    <dgm:cxn modelId="{CF25532A-CB58-421A-8A53-1D5067D0AA3E}" srcId="{BA10F746-4060-4BB2-A70A-BA4C63166E71}" destId="{37658E24-2FA3-4F3D-B6D9-814DA6EEAF74}" srcOrd="3" destOrd="0" parTransId="{EB6D6D4F-2C05-4E56-881F-50F8A6DB5D7B}" sibTransId="{1CFE58DB-21B4-49DB-A8F9-37388547B4A2}"/>
    <dgm:cxn modelId="{E652486E-2F2C-4D8C-AC2E-004C80CDF017}" srcId="{BA10F746-4060-4BB2-A70A-BA4C63166E71}" destId="{F185A1D4-52E5-41BD-8496-A82EBF00CE81}" srcOrd="1" destOrd="0" parTransId="{F16E173D-347D-4CE8-8F03-651479438FE8}" sibTransId="{1F9C9DAD-95D2-48C7-8EBD-F5F5810AD50F}"/>
    <dgm:cxn modelId="{3F0CFA38-5D7F-444B-8031-243AEB97396A}" type="presOf" srcId="{F185A1D4-52E5-41BD-8496-A82EBF00CE81}" destId="{6C5B8787-7847-40CF-B6E3-9249F8769DD3}" srcOrd="0" destOrd="0" presId="urn:microsoft.com/office/officeart/2005/8/layout/vList3"/>
    <dgm:cxn modelId="{A8D95A68-C70B-4FB1-9684-81B354F4A045}" type="presOf" srcId="{BA10F746-4060-4BB2-A70A-BA4C63166E71}" destId="{705AC5BC-4D2A-413A-B341-40A5BAB0B031}" srcOrd="0" destOrd="0" presId="urn:microsoft.com/office/officeart/2005/8/layout/vList3"/>
    <dgm:cxn modelId="{9F5750E7-1968-4D54-8B46-2308CB91A805}" srcId="{BA10F746-4060-4BB2-A70A-BA4C63166E71}" destId="{3641493B-A077-4692-BF0F-662B03A22D1C}" srcOrd="0" destOrd="0" parTransId="{0E4FAE88-4782-4442-9968-32917A2BE034}" sibTransId="{B9E93920-FE21-4C06-A04D-F0B64D47AC72}"/>
    <dgm:cxn modelId="{1A8E2245-D0D4-4FCF-A706-CFD8B15E1DD3}" type="presOf" srcId="{37658E24-2FA3-4F3D-B6D9-814DA6EEAF74}" destId="{E892293D-2588-43D5-806A-AB484E61D736}" srcOrd="0" destOrd="0" presId="urn:microsoft.com/office/officeart/2005/8/layout/vList3"/>
    <dgm:cxn modelId="{A2DC053D-9409-45EB-9521-405FF6AE799F}" type="presOf" srcId="{3641493B-A077-4692-BF0F-662B03A22D1C}" destId="{157778ED-A970-4A88-99FF-2C948D7AB9DC}" srcOrd="0" destOrd="0" presId="urn:microsoft.com/office/officeart/2005/8/layout/vList3"/>
    <dgm:cxn modelId="{BBC16C9E-7D6A-4BAD-B9B5-5C4B9F8EECD1}" type="presOf" srcId="{2F82C95E-1627-44C9-A3C5-ABC06C349053}" destId="{B977E95E-0E9F-412A-AEA2-E12335B58A32}" srcOrd="0" destOrd="0" presId="urn:microsoft.com/office/officeart/2005/8/layout/vList3"/>
    <dgm:cxn modelId="{8426A2B5-6E3B-4968-AB3B-97A00928B950}" type="presParOf" srcId="{705AC5BC-4D2A-413A-B341-40A5BAB0B031}" destId="{63341304-46EF-4B23-B763-A1DBFFE525B1}" srcOrd="0" destOrd="0" presId="urn:microsoft.com/office/officeart/2005/8/layout/vList3"/>
    <dgm:cxn modelId="{ED3C1F34-A6F4-4E06-8FD4-BF9A37A422F2}" type="presParOf" srcId="{63341304-46EF-4B23-B763-A1DBFFE525B1}" destId="{B1E934AB-8C2B-4986-AFCA-2137AAB15BA9}" srcOrd="0" destOrd="0" presId="urn:microsoft.com/office/officeart/2005/8/layout/vList3"/>
    <dgm:cxn modelId="{F34A3623-0172-4BE8-A4DF-B8B9DC44356B}" type="presParOf" srcId="{63341304-46EF-4B23-B763-A1DBFFE525B1}" destId="{157778ED-A970-4A88-99FF-2C948D7AB9DC}" srcOrd="1" destOrd="0" presId="urn:microsoft.com/office/officeart/2005/8/layout/vList3"/>
    <dgm:cxn modelId="{3E7A36AB-9529-4CAE-BA03-648061011A71}" type="presParOf" srcId="{705AC5BC-4D2A-413A-B341-40A5BAB0B031}" destId="{08FF4A3C-03D7-4FD9-B623-22E2FA238EA4}" srcOrd="1" destOrd="0" presId="urn:microsoft.com/office/officeart/2005/8/layout/vList3"/>
    <dgm:cxn modelId="{772CE5CE-CBBD-4C0A-82D8-905195C4A1EF}" type="presParOf" srcId="{705AC5BC-4D2A-413A-B341-40A5BAB0B031}" destId="{40BD3C93-C63E-4685-A398-BACF5E5F5B10}" srcOrd="2" destOrd="0" presId="urn:microsoft.com/office/officeart/2005/8/layout/vList3"/>
    <dgm:cxn modelId="{7CF044B2-9433-4B26-9093-E910E005F8B4}" type="presParOf" srcId="{40BD3C93-C63E-4685-A398-BACF5E5F5B10}" destId="{9F7C2A89-42CF-4D1C-83FE-77A7D68BF987}" srcOrd="0" destOrd="0" presId="urn:microsoft.com/office/officeart/2005/8/layout/vList3"/>
    <dgm:cxn modelId="{00C8FF53-7614-40F7-9F07-300A05D5D290}" type="presParOf" srcId="{40BD3C93-C63E-4685-A398-BACF5E5F5B10}" destId="{6C5B8787-7847-40CF-B6E3-9249F8769DD3}" srcOrd="1" destOrd="0" presId="urn:microsoft.com/office/officeart/2005/8/layout/vList3"/>
    <dgm:cxn modelId="{D9009CA9-2FE9-470F-A586-D755B9E871E0}" type="presParOf" srcId="{705AC5BC-4D2A-413A-B341-40A5BAB0B031}" destId="{3997D192-BE54-47E3-B8A7-8F4796B9DC60}" srcOrd="3" destOrd="0" presId="urn:microsoft.com/office/officeart/2005/8/layout/vList3"/>
    <dgm:cxn modelId="{C10F8191-03C5-40A9-9F1A-B4AA04821524}" type="presParOf" srcId="{705AC5BC-4D2A-413A-B341-40A5BAB0B031}" destId="{03D11F39-832C-4498-98DD-0E147854777D}" srcOrd="4" destOrd="0" presId="urn:microsoft.com/office/officeart/2005/8/layout/vList3"/>
    <dgm:cxn modelId="{D5A90855-A9CC-4BDD-81CD-4450EAD518E9}" type="presParOf" srcId="{03D11F39-832C-4498-98DD-0E147854777D}" destId="{206D1180-910B-4E89-876D-B070A487ABEB}" srcOrd="0" destOrd="0" presId="urn:microsoft.com/office/officeart/2005/8/layout/vList3"/>
    <dgm:cxn modelId="{1A994934-6A58-4332-AB12-5DDB585F3E05}" type="presParOf" srcId="{03D11F39-832C-4498-98DD-0E147854777D}" destId="{B977E95E-0E9F-412A-AEA2-E12335B58A32}" srcOrd="1" destOrd="0" presId="urn:microsoft.com/office/officeart/2005/8/layout/vList3"/>
    <dgm:cxn modelId="{FBAE3CE9-04A0-487F-A914-027B070C3EC3}" type="presParOf" srcId="{705AC5BC-4D2A-413A-B341-40A5BAB0B031}" destId="{7E6AD463-2384-4ADE-83FA-4C74724AF37C}" srcOrd="5" destOrd="0" presId="urn:microsoft.com/office/officeart/2005/8/layout/vList3"/>
    <dgm:cxn modelId="{945B87FD-DA86-4911-8226-06E682EE9D87}" type="presParOf" srcId="{705AC5BC-4D2A-413A-B341-40A5BAB0B031}" destId="{18DB7362-838B-4115-9BC5-344C0B5507AC}" srcOrd="6" destOrd="0" presId="urn:microsoft.com/office/officeart/2005/8/layout/vList3"/>
    <dgm:cxn modelId="{DEB7895A-75F7-4CBA-8B79-516AC143EDC6}" type="presParOf" srcId="{18DB7362-838B-4115-9BC5-344C0B5507AC}" destId="{125CDDDE-C9E9-4993-B0D2-6C1CDAF56E96}" srcOrd="0" destOrd="0" presId="urn:microsoft.com/office/officeart/2005/8/layout/vList3"/>
    <dgm:cxn modelId="{7386FEE6-4C6C-4882-8F6C-4B7D1278F5BB}" type="presParOf" srcId="{18DB7362-838B-4115-9BC5-344C0B5507AC}" destId="{E892293D-2588-43D5-806A-AB484E61D73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BA10F746-4060-4BB2-A70A-BA4C63166E7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641493B-A077-4692-BF0F-662B03A22D1C}">
      <dgm:prSet/>
      <dgm:spPr/>
      <dgm:t>
        <a:bodyPr/>
        <a:lstStyle/>
        <a:p>
          <a:r>
            <a:rPr lang="ru-RU" dirty="0" err="1"/>
            <a:t>православ’я</a:t>
          </a:r>
          <a:endParaRPr lang="uk-UA" dirty="0"/>
        </a:p>
      </dgm:t>
    </dgm:pt>
    <dgm:pt modelId="{0E4FAE88-4782-4442-9968-32917A2BE034}" type="parTrans" cxnId="{9F5750E7-1968-4D54-8B46-2308CB91A805}">
      <dgm:prSet/>
      <dgm:spPr/>
      <dgm:t>
        <a:bodyPr/>
        <a:lstStyle/>
        <a:p>
          <a:endParaRPr lang="uk-UA"/>
        </a:p>
      </dgm:t>
    </dgm:pt>
    <dgm:pt modelId="{B9E93920-FE21-4C06-A04D-F0B64D47AC72}" type="sibTrans" cxnId="{9F5750E7-1968-4D54-8B46-2308CB91A805}">
      <dgm:prSet/>
      <dgm:spPr/>
      <dgm:t>
        <a:bodyPr/>
        <a:lstStyle/>
        <a:p>
          <a:endParaRPr lang="uk-UA"/>
        </a:p>
      </dgm:t>
    </dgm:pt>
    <dgm:pt modelId="{F185A1D4-52E5-41BD-8496-A82EBF00CE81}">
      <dgm:prSet/>
      <dgm:spPr/>
      <dgm:t>
        <a:bodyPr/>
        <a:lstStyle/>
        <a:p>
          <a:r>
            <a:rPr lang="ru-RU" dirty="0" err="1"/>
            <a:t>кальвінізму</a:t>
          </a:r>
          <a:endParaRPr lang="uk-UA" dirty="0"/>
        </a:p>
      </dgm:t>
    </dgm:pt>
    <dgm:pt modelId="{F16E173D-347D-4CE8-8F03-651479438FE8}" type="parTrans" cxnId="{E652486E-2F2C-4D8C-AC2E-004C80CDF017}">
      <dgm:prSet/>
      <dgm:spPr/>
      <dgm:t>
        <a:bodyPr/>
        <a:lstStyle/>
        <a:p>
          <a:endParaRPr lang="uk-UA"/>
        </a:p>
      </dgm:t>
    </dgm:pt>
    <dgm:pt modelId="{1F9C9DAD-95D2-48C7-8EBD-F5F5810AD50F}" type="sibTrans" cxnId="{E652486E-2F2C-4D8C-AC2E-004C80CDF017}">
      <dgm:prSet/>
      <dgm:spPr/>
      <dgm:t>
        <a:bodyPr/>
        <a:lstStyle/>
        <a:p>
          <a:endParaRPr lang="uk-UA"/>
        </a:p>
      </dgm:t>
    </dgm:pt>
    <dgm:pt modelId="{2F82C95E-1627-44C9-A3C5-ABC06C349053}">
      <dgm:prSet/>
      <dgm:spPr/>
      <dgm:t>
        <a:bodyPr/>
        <a:lstStyle/>
        <a:p>
          <a:r>
            <a:rPr lang="ru-RU"/>
            <a:t>католицизму</a:t>
          </a:r>
          <a:endParaRPr lang="uk-UA"/>
        </a:p>
      </dgm:t>
    </dgm:pt>
    <dgm:pt modelId="{44C3936E-E2C2-4F69-8C72-0BC8DADA192D}" type="parTrans" cxnId="{91480EAB-0769-4BE2-AFEA-2351529EBB24}">
      <dgm:prSet/>
      <dgm:spPr/>
      <dgm:t>
        <a:bodyPr/>
        <a:lstStyle/>
        <a:p>
          <a:endParaRPr lang="uk-UA"/>
        </a:p>
      </dgm:t>
    </dgm:pt>
    <dgm:pt modelId="{D8DD57A2-E032-410A-8376-3F03D00FBF4D}" type="sibTrans" cxnId="{91480EAB-0769-4BE2-AFEA-2351529EBB24}">
      <dgm:prSet/>
      <dgm:spPr/>
      <dgm:t>
        <a:bodyPr/>
        <a:lstStyle/>
        <a:p>
          <a:endParaRPr lang="uk-UA"/>
        </a:p>
      </dgm:t>
    </dgm:pt>
    <dgm:pt modelId="{37658E24-2FA3-4F3D-B6D9-814DA6EEAF74}">
      <dgm:prSet/>
      <dgm:spPr/>
      <dgm:t>
        <a:bodyPr/>
        <a:lstStyle/>
        <a:p>
          <a:r>
            <a:rPr lang="ru-RU" dirty="0" err="1"/>
            <a:t>соцініанства</a:t>
          </a:r>
          <a:endParaRPr lang="uk-UA" dirty="0"/>
        </a:p>
      </dgm:t>
    </dgm:pt>
    <dgm:pt modelId="{EB6D6D4F-2C05-4E56-881F-50F8A6DB5D7B}" type="parTrans" cxnId="{CF25532A-CB58-421A-8A53-1D5067D0AA3E}">
      <dgm:prSet/>
      <dgm:spPr/>
      <dgm:t>
        <a:bodyPr/>
        <a:lstStyle/>
        <a:p>
          <a:endParaRPr lang="uk-UA"/>
        </a:p>
      </dgm:t>
    </dgm:pt>
    <dgm:pt modelId="{1CFE58DB-21B4-49DB-A8F9-37388547B4A2}" type="sibTrans" cxnId="{CF25532A-CB58-421A-8A53-1D5067D0AA3E}">
      <dgm:prSet/>
      <dgm:spPr/>
      <dgm:t>
        <a:bodyPr/>
        <a:lstStyle/>
        <a:p>
          <a:endParaRPr lang="uk-UA"/>
        </a:p>
      </dgm:t>
    </dgm:pt>
    <dgm:pt modelId="{705AC5BC-4D2A-413A-B341-40A5BAB0B031}" type="pres">
      <dgm:prSet presAssocID="{BA10F746-4060-4BB2-A70A-BA4C63166E7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3341304-46EF-4B23-B763-A1DBFFE525B1}" type="pres">
      <dgm:prSet presAssocID="{3641493B-A077-4692-BF0F-662B03A22D1C}" presName="composite" presStyleCnt="0"/>
      <dgm:spPr/>
    </dgm:pt>
    <dgm:pt modelId="{B1E934AB-8C2B-4986-AFCA-2137AAB15BA9}" type="pres">
      <dgm:prSet presAssocID="{3641493B-A077-4692-BF0F-662B03A22D1C}" presName="imgShp" presStyleLbl="fgImgPlace1" presStyleIdx="0" presStyleCnt="4"/>
      <dgm:spPr/>
    </dgm:pt>
    <dgm:pt modelId="{157778ED-A970-4A88-99FF-2C948D7AB9DC}" type="pres">
      <dgm:prSet presAssocID="{3641493B-A077-4692-BF0F-662B03A22D1C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FF4A3C-03D7-4FD9-B623-22E2FA238EA4}" type="pres">
      <dgm:prSet presAssocID="{B9E93920-FE21-4C06-A04D-F0B64D47AC72}" presName="spacing" presStyleCnt="0"/>
      <dgm:spPr/>
    </dgm:pt>
    <dgm:pt modelId="{40BD3C93-C63E-4685-A398-BACF5E5F5B10}" type="pres">
      <dgm:prSet presAssocID="{F185A1D4-52E5-41BD-8496-A82EBF00CE81}" presName="composite" presStyleCnt="0"/>
      <dgm:spPr/>
    </dgm:pt>
    <dgm:pt modelId="{9F7C2A89-42CF-4D1C-83FE-77A7D68BF987}" type="pres">
      <dgm:prSet presAssocID="{F185A1D4-52E5-41BD-8496-A82EBF00CE81}" presName="imgShp" presStyleLbl="fgImgPlace1" presStyleIdx="1" presStyleCnt="4"/>
      <dgm:spPr/>
    </dgm:pt>
    <dgm:pt modelId="{6C5B8787-7847-40CF-B6E3-9249F8769DD3}" type="pres">
      <dgm:prSet presAssocID="{F185A1D4-52E5-41BD-8496-A82EBF00CE81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997D192-BE54-47E3-B8A7-8F4796B9DC60}" type="pres">
      <dgm:prSet presAssocID="{1F9C9DAD-95D2-48C7-8EBD-F5F5810AD50F}" presName="spacing" presStyleCnt="0"/>
      <dgm:spPr/>
    </dgm:pt>
    <dgm:pt modelId="{03D11F39-832C-4498-98DD-0E147854777D}" type="pres">
      <dgm:prSet presAssocID="{2F82C95E-1627-44C9-A3C5-ABC06C349053}" presName="composite" presStyleCnt="0"/>
      <dgm:spPr/>
    </dgm:pt>
    <dgm:pt modelId="{206D1180-910B-4E89-876D-B070A487ABEB}" type="pres">
      <dgm:prSet presAssocID="{2F82C95E-1627-44C9-A3C5-ABC06C349053}" presName="imgShp" presStyleLbl="fgImgPlace1" presStyleIdx="2" presStyleCnt="4"/>
      <dgm:spPr/>
    </dgm:pt>
    <dgm:pt modelId="{B977E95E-0E9F-412A-AEA2-E12335B58A32}" type="pres">
      <dgm:prSet presAssocID="{2F82C95E-1627-44C9-A3C5-ABC06C349053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E6AD463-2384-4ADE-83FA-4C74724AF37C}" type="pres">
      <dgm:prSet presAssocID="{D8DD57A2-E032-410A-8376-3F03D00FBF4D}" presName="spacing" presStyleCnt="0"/>
      <dgm:spPr/>
    </dgm:pt>
    <dgm:pt modelId="{18DB7362-838B-4115-9BC5-344C0B5507AC}" type="pres">
      <dgm:prSet presAssocID="{37658E24-2FA3-4F3D-B6D9-814DA6EEAF74}" presName="composite" presStyleCnt="0"/>
      <dgm:spPr/>
    </dgm:pt>
    <dgm:pt modelId="{125CDDDE-C9E9-4993-B0D2-6C1CDAF56E96}" type="pres">
      <dgm:prSet presAssocID="{37658E24-2FA3-4F3D-B6D9-814DA6EEAF74}" presName="imgShp" presStyleLbl="fgImgPlace1" presStyleIdx="3" presStyleCnt="4"/>
      <dgm:spPr/>
    </dgm:pt>
    <dgm:pt modelId="{E892293D-2588-43D5-806A-AB484E61D736}" type="pres">
      <dgm:prSet presAssocID="{37658E24-2FA3-4F3D-B6D9-814DA6EEAF74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1480EAB-0769-4BE2-AFEA-2351529EBB24}" srcId="{BA10F746-4060-4BB2-A70A-BA4C63166E71}" destId="{2F82C95E-1627-44C9-A3C5-ABC06C349053}" srcOrd="2" destOrd="0" parTransId="{44C3936E-E2C2-4F69-8C72-0BC8DADA192D}" sibTransId="{D8DD57A2-E032-410A-8376-3F03D00FBF4D}"/>
    <dgm:cxn modelId="{CF25532A-CB58-421A-8A53-1D5067D0AA3E}" srcId="{BA10F746-4060-4BB2-A70A-BA4C63166E71}" destId="{37658E24-2FA3-4F3D-B6D9-814DA6EEAF74}" srcOrd="3" destOrd="0" parTransId="{EB6D6D4F-2C05-4E56-881F-50F8A6DB5D7B}" sibTransId="{1CFE58DB-21B4-49DB-A8F9-37388547B4A2}"/>
    <dgm:cxn modelId="{E652486E-2F2C-4D8C-AC2E-004C80CDF017}" srcId="{BA10F746-4060-4BB2-A70A-BA4C63166E71}" destId="{F185A1D4-52E5-41BD-8496-A82EBF00CE81}" srcOrd="1" destOrd="0" parTransId="{F16E173D-347D-4CE8-8F03-651479438FE8}" sibTransId="{1F9C9DAD-95D2-48C7-8EBD-F5F5810AD50F}"/>
    <dgm:cxn modelId="{3F0CFA38-5D7F-444B-8031-243AEB97396A}" type="presOf" srcId="{F185A1D4-52E5-41BD-8496-A82EBF00CE81}" destId="{6C5B8787-7847-40CF-B6E3-9249F8769DD3}" srcOrd="0" destOrd="0" presId="urn:microsoft.com/office/officeart/2005/8/layout/vList3"/>
    <dgm:cxn modelId="{A8D95A68-C70B-4FB1-9684-81B354F4A045}" type="presOf" srcId="{BA10F746-4060-4BB2-A70A-BA4C63166E71}" destId="{705AC5BC-4D2A-413A-B341-40A5BAB0B031}" srcOrd="0" destOrd="0" presId="urn:microsoft.com/office/officeart/2005/8/layout/vList3"/>
    <dgm:cxn modelId="{9F5750E7-1968-4D54-8B46-2308CB91A805}" srcId="{BA10F746-4060-4BB2-A70A-BA4C63166E71}" destId="{3641493B-A077-4692-BF0F-662B03A22D1C}" srcOrd="0" destOrd="0" parTransId="{0E4FAE88-4782-4442-9968-32917A2BE034}" sibTransId="{B9E93920-FE21-4C06-A04D-F0B64D47AC72}"/>
    <dgm:cxn modelId="{1A8E2245-D0D4-4FCF-A706-CFD8B15E1DD3}" type="presOf" srcId="{37658E24-2FA3-4F3D-B6D9-814DA6EEAF74}" destId="{E892293D-2588-43D5-806A-AB484E61D736}" srcOrd="0" destOrd="0" presId="urn:microsoft.com/office/officeart/2005/8/layout/vList3"/>
    <dgm:cxn modelId="{A2DC053D-9409-45EB-9521-405FF6AE799F}" type="presOf" srcId="{3641493B-A077-4692-BF0F-662B03A22D1C}" destId="{157778ED-A970-4A88-99FF-2C948D7AB9DC}" srcOrd="0" destOrd="0" presId="urn:microsoft.com/office/officeart/2005/8/layout/vList3"/>
    <dgm:cxn modelId="{BBC16C9E-7D6A-4BAD-B9B5-5C4B9F8EECD1}" type="presOf" srcId="{2F82C95E-1627-44C9-A3C5-ABC06C349053}" destId="{B977E95E-0E9F-412A-AEA2-E12335B58A32}" srcOrd="0" destOrd="0" presId="urn:microsoft.com/office/officeart/2005/8/layout/vList3"/>
    <dgm:cxn modelId="{8426A2B5-6E3B-4968-AB3B-97A00928B950}" type="presParOf" srcId="{705AC5BC-4D2A-413A-B341-40A5BAB0B031}" destId="{63341304-46EF-4B23-B763-A1DBFFE525B1}" srcOrd="0" destOrd="0" presId="urn:microsoft.com/office/officeart/2005/8/layout/vList3"/>
    <dgm:cxn modelId="{ED3C1F34-A6F4-4E06-8FD4-BF9A37A422F2}" type="presParOf" srcId="{63341304-46EF-4B23-B763-A1DBFFE525B1}" destId="{B1E934AB-8C2B-4986-AFCA-2137AAB15BA9}" srcOrd="0" destOrd="0" presId="urn:microsoft.com/office/officeart/2005/8/layout/vList3"/>
    <dgm:cxn modelId="{F34A3623-0172-4BE8-A4DF-B8B9DC44356B}" type="presParOf" srcId="{63341304-46EF-4B23-B763-A1DBFFE525B1}" destId="{157778ED-A970-4A88-99FF-2C948D7AB9DC}" srcOrd="1" destOrd="0" presId="urn:microsoft.com/office/officeart/2005/8/layout/vList3"/>
    <dgm:cxn modelId="{3E7A36AB-9529-4CAE-BA03-648061011A71}" type="presParOf" srcId="{705AC5BC-4D2A-413A-B341-40A5BAB0B031}" destId="{08FF4A3C-03D7-4FD9-B623-22E2FA238EA4}" srcOrd="1" destOrd="0" presId="urn:microsoft.com/office/officeart/2005/8/layout/vList3"/>
    <dgm:cxn modelId="{772CE5CE-CBBD-4C0A-82D8-905195C4A1EF}" type="presParOf" srcId="{705AC5BC-4D2A-413A-B341-40A5BAB0B031}" destId="{40BD3C93-C63E-4685-A398-BACF5E5F5B10}" srcOrd="2" destOrd="0" presId="urn:microsoft.com/office/officeart/2005/8/layout/vList3"/>
    <dgm:cxn modelId="{7CF044B2-9433-4B26-9093-E910E005F8B4}" type="presParOf" srcId="{40BD3C93-C63E-4685-A398-BACF5E5F5B10}" destId="{9F7C2A89-42CF-4D1C-83FE-77A7D68BF987}" srcOrd="0" destOrd="0" presId="urn:microsoft.com/office/officeart/2005/8/layout/vList3"/>
    <dgm:cxn modelId="{00C8FF53-7614-40F7-9F07-300A05D5D290}" type="presParOf" srcId="{40BD3C93-C63E-4685-A398-BACF5E5F5B10}" destId="{6C5B8787-7847-40CF-B6E3-9249F8769DD3}" srcOrd="1" destOrd="0" presId="urn:microsoft.com/office/officeart/2005/8/layout/vList3"/>
    <dgm:cxn modelId="{D9009CA9-2FE9-470F-A586-D755B9E871E0}" type="presParOf" srcId="{705AC5BC-4D2A-413A-B341-40A5BAB0B031}" destId="{3997D192-BE54-47E3-B8A7-8F4796B9DC60}" srcOrd="3" destOrd="0" presId="urn:microsoft.com/office/officeart/2005/8/layout/vList3"/>
    <dgm:cxn modelId="{C10F8191-03C5-40A9-9F1A-B4AA04821524}" type="presParOf" srcId="{705AC5BC-4D2A-413A-B341-40A5BAB0B031}" destId="{03D11F39-832C-4498-98DD-0E147854777D}" srcOrd="4" destOrd="0" presId="urn:microsoft.com/office/officeart/2005/8/layout/vList3"/>
    <dgm:cxn modelId="{D5A90855-A9CC-4BDD-81CD-4450EAD518E9}" type="presParOf" srcId="{03D11F39-832C-4498-98DD-0E147854777D}" destId="{206D1180-910B-4E89-876D-B070A487ABEB}" srcOrd="0" destOrd="0" presId="urn:microsoft.com/office/officeart/2005/8/layout/vList3"/>
    <dgm:cxn modelId="{1A994934-6A58-4332-AB12-5DDB585F3E05}" type="presParOf" srcId="{03D11F39-832C-4498-98DD-0E147854777D}" destId="{B977E95E-0E9F-412A-AEA2-E12335B58A32}" srcOrd="1" destOrd="0" presId="urn:microsoft.com/office/officeart/2005/8/layout/vList3"/>
    <dgm:cxn modelId="{FBAE3CE9-04A0-487F-A914-027B070C3EC3}" type="presParOf" srcId="{705AC5BC-4D2A-413A-B341-40A5BAB0B031}" destId="{7E6AD463-2384-4ADE-83FA-4C74724AF37C}" srcOrd="5" destOrd="0" presId="urn:microsoft.com/office/officeart/2005/8/layout/vList3"/>
    <dgm:cxn modelId="{945B87FD-DA86-4911-8226-06E682EE9D87}" type="presParOf" srcId="{705AC5BC-4D2A-413A-B341-40A5BAB0B031}" destId="{18DB7362-838B-4115-9BC5-344C0B5507AC}" srcOrd="6" destOrd="0" presId="urn:microsoft.com/office/officeart/2005/8/layout/vList3"/>
    <dgm:cxn modelId="{DEB7895A-75F7-4CBA-8B79-516AC143EDC6}" type="presParOf" srcId="{18DB7362-838B-4115-9BC5-344C0B5507AC}" destId="{125CDDDE-C9E9-4993-B0D2-6C1CDAF56E96}" srcOrd="0" destOrd="0" presId="urn:microsoft.com/office/officeart/2005/8/layout/vList3"/>
    <dgm:cxn modelId="{7386FEE6-4C6C-4882-8F6C-4B7D1278F5BB}" type="presParOf" srcId="{18DB7362-838B-4115-9BC5-344C0B5507AC}" destId="{E892293D-2588-43D5-806A-AB484E61D73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5CC1D546-9092-420B-A31C-372F284831E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AB6A114-CC9C-432F-9987-051BCED0C0FE}">
      <dgm:prSet/>
      <dgm:spPr/>
      <dgm:t>
        <a:bodyPr/>
        <a:lstStyle/>
        <a:p>
          <a:r>
            <a:rPr lang="uk-UA" b="0" i="0" dirty="0"/>
            <a:t>шляхта</a:t>
          </a:r>
          <a:endParaRPr lang="uk-UA" dirty="0"/>
        </a:p>
      </dgm:t>
    </dgm:pt>
    <dgm:pt modelId="{87572CCF-06FE-4372-9E25-584F7D2DC24E}" type="parTrans" cxnId="{AA5C2C76-FC81-4352-A2C3-8B6610518B95}">
      <dgm:prSet/>
      <dgm:spPr/>
      <dgm:t>
        <a:bodyPr/>
        <a:lstStyle/>
        <a:p>
          <a:endParaRPr lang="uk-UA"/>
        </a:p>
      </dgm:t>
    </dgm:pt>
    <dgm:pt modelId="{496CC9AB-DED2-41C7-B2EC-5D9030F9F0FE}" type="sibTrans" cxnId="{AA5C2C76-FC81-4352-A2C3-8B6610518B95}">
      <dgm:prSet/>
      <dgm:spPr/>
      <dgm:t>
        <a:bodyPr/>
        <a:lstStyle/>
        <a:p>
          <a:endParaRPr lang="uk-UA"/>
        </a:p>
      </dgm:t>
    </dgm:pt>
    <dgm:pt modelId="{A8B78050-2C48-41FD-B814-A0E322092791}">
      <dgm:prSet/>
      <dgm:spPr/>
      <dgm:t>
        <a:bodyPr/>
        <a:lstStyle/>
        <a:p>
          <a:r>
            <a:rPr lang="uk-UA" b="0" i="0" dirty="0"/>
            <a:t>духовенство</a:t>
          </a:r>
          <a:endParaRPr lang="uk-UA" dirty="0"/>
        </a:p>
      </dgm:t>
    </dgm:pt>
    <dgm:pt modelId="{39C4641B-182B-4730-9708-F4B2D2F562CE}" type="parTrans" cxnId="{BB657555-2B40-4AE8-9322-FF364F4AEA5E}">
      <dgm:prSet/>
      <dgm:spPr/>
      <dgm:t>
        <a:bodyPr/>
        <a:lstStyle/>
        <a:p>
          <a:endParaRPr lang="uk-UA"/>
        </a:p>
      </dgm:t>
    </dgm:pt>
    <dgm:pt modelId="{C53634E5-4AF3-4B7D-8F2C-0AC574557C86}" type="sibTrans" cxnId="{BB657555-2B40-4AE8-9322-FF364F4AEA5E}">
      <dgm:prSet/>
      <dgm:spPr/>
      <dgm:t>
        <a:bodyPr/>
        <a:lstStyle/>
        <a:p>
          <a:endParaRPr lang="uk-UA"/>
        </a:p>
      </dgm:t>
    </dgm:pt>
    <dgm:pt modelId="{7893609A-2570-46B6-A24D-E67D4A2B7FDC}">
      <dgm:prSet/>
      <dgm:spPr/>
      <dgm:t>
        <a:bodyPr/>
        <a:lstStyle/>
        <a:p>
          <a:r>
            <a:rPr lang="uk-UA" b="0" i="0"/>
            <a:t>міщани</a:t>
          </a:r>
          <a:endParaRPr lang="uk-UA"/>
        </a:p>
      </dgm:t>
    </dgm:pt>
    <dgm:pt modelId="{F9F9DC5C-6591-441A-A6C4-9E02B0BDD387}" type="parTrans" cxnId="{AC819817-E730-409E-853B-26396432DB1D}">
      <dgm:prSet/>
      <dgm:spPr/>
      <dgm:t>
        <a:bodyPr/>
        <a:lstStyle/>
        <a:p>
          <a:endParaRPr lang="uk-UA"/>
        </a:p>
      </dgm:t>
    </dgm:pt>
    <dgm:pt modelId="{74BD0FDB-267C-4833-B739-DDD11C85C627}" type="sibTrans" cxnId="{AC819817-E730-409E-853B-26396432DB1D}">
      <dgm:prSet/>
      <dgm:spPr/>
      <dgm:t>
        <a:bodyPr/>
        <a:lstStyle/>
        <a:p>
          <a:endParaRPr lang="uk-UA"/>
        </a:p>
      </dgm:t>
    </dgm:pt>
    <dgm:pt modelId="{62F0630A-EA2F-431E-90DB-5B583BF67DEB}">
      <dgm:prSet/>
      <dgm:spPr/>
      <dgm:t>
        <a:bodyPr/>
        <a:lstStyle/>
        <a:p>
          <a:r>
            <a:rPr lang="uk-UA" b="0" i="0" dirty="0"/>
            <a:t>селяни</a:t>
          </a:r>
          <a:endParaRPr lang="uk-UA" dirty="0"/>
        </a:p>
      </dgm:t>
    </dgm:pt>
    <dgm:pt modelId="{550426D1-2432-43A8-B025-9ED755CFC2B1}" type="parTrans" cxnId="{F519C420-E8A2-4108-9201-EBFED631E42E}">
      <dgm:prSet/>
      <dgm:spPr/>
      <dgm:t>
        <a:bodyPr/>
        <a:lstStyle/>
        <a:p>
          <a:endParaRPr lang="uk-UA"/>
        </a:p>
      </dgm:t>
    </dgm:pt>
    <dgm:pt modelId="{C65C536D-9195-4E4E-A955-F24E246DFC2F}" type="sibTrans" cxnId="{F519C420-E8A2-4108-9201-EBFED631E42E}">
      <dgm:prSet/>
      <dgm:spPr/>
      <dgm:t>
        <a:bodyPr/>
        <a:lstStyle/>
        <a:p>
          <a:endParaRPr lang="uk-UA"/>
        </a:p>
      </dgm:t>
    </dgm:pt>
    <dgm:pt modelId="{E6212E5F-28C0-4883-ABF3-CF5D4C775883}" type="pres">
      <dgm:prSet presAssocID="{5CC1D546-9092-420B-A31C-372F284831EA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A5774FE-D8A9-4B52-A826-C7D37C87AE87}" type="pres">
      <dgm:prSet presAssocID="{DAB6A114-CC9C-432F-9987-051BCED0C0FE}" presName="composite" presStyleCnt="0"/>
      <dgm:spPr/>
    </dgm:pt>
    <dgm:pt modelId="{97A2A99E-0134-462B-B47C-EB05B18B6D3A}" type="pres">
      <dgm:prSet presAssocID="{DAB6A114-CC9C-432F-9987-051BCED0C0FE}" presName="imgShp" presStyleLbl="fgImgPlace1" presStyleIdx="0" presStyleCnt="4"/>
      <dgm:spPr/>
    </dgm:pt>
    <dgm:pt modelId="{E7315A1B-8E8D-45CC-B154-7FAC4EF28541}" type="pres">
      <dgm:prSet presAssocID="{DAB6A114-CC9C-432F-9987-051BCED0C0FE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073B8AD-7243-4297-AAA1-D6B8BA42F620}" type="pres">
      <dgm:prSet presAssocID="{496CC9AB-DED2-41C7-B2EC-5D9030F9F0FE}" presName="spacing" presStyleCnt="0"/>
      <dgm:spPr/>
    </dgm:pt>
    <dgm:pt modelId="{EAA20C9D-836D-444C-997E-9237DAF28D22}" type="pres">
      <dgm:prSet presAssocID="{A8B78050-2C48-41FD-B814-A0E322092791}" presName="composite" presStyleCnt="0"/>
      <dgm:spPr/>
    </dgm:pt>
    <dgm:pt modelId="{55FDEDF9-5D14-4A1A-8833-7C2CF89292F8}" type="pres">
      <dgm:prSet presAssocID="{A8B78050-2C48-41FD-B814-A0E322092791}" presName="imgShp" presStyleLbl="fgImgPlace1" presStyleIdx="1" presStyleCnt="4"/>
      <dgm:spPr/>
    </dgm:pt>
    <dgm:pt modelId="{79873AF1-F95C-4692-8DE0-7B4E7EF3A18A}" type="pres">
      <dgm:prSet presAssocID="{A8B78050-2C48-41FD-B814-A0E322092791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DB9398-173C-4132-B1E0-1E8048DAFECC}" type="pres">
      <dgm:prSet presAssocID="{C53634E5-4AF3-4B7D-8F2C-0AC574557C86}" presName="spacing" presStyleCnt="0"/>
      <dgm:spPr/>
    </dgm:pt>
    <dgm:pt modelId="{B13F1FF8-3944-4E18-9453-E8029230A6C9}" type="pres">
      <dgm:prSet presAssocID="{7893609A-2570-46B6-A24D-E67D4A2B7FDC}" presName="composite" presStyleCnt="0"/>
      <dgm:spPr/>
    </dgm:pt>
    <dgm:pt modelId="{F162C6DD-449E-4CEC-B5F8-315736C395AE}" type="pres">
      <dgm:prSet presAssocID="{7893609A-2570-46B6-A24D-E67D4A2B7FDC}" presName="imgShp" presStyleLbl="fgImgPlace1" presStyleIdx="2" presStyleCnt="4"/>
      <dgm:spPr/>
    </dgm:pt>
    <dgm:pt modelId="{86053E1B-8590-44D3-88B2-8BA945BA30A3}" type="pres">
      <dgm:prSet presAssocID="{7893609A-2570-46B6-A24D-E67D4A2B7FDC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DF36402-3F69-43AC-A77F-30867E180508}" type="pres">
      <dgm:prSet presAssocID="{74BD0FDB-267C-4833-B739-DDD11C85C627}" presName="spacing" presStyleCnt="0"/>
      <dgm:spPr/>
    </dgm:pt>
    <dgm:pt modelId="{CF85AB8F-FF63-4C03-AB34-E47A84B8F03C}" type="pres">
      <dgm:prSet presAssocID="{62F0630A-EA2F-431E-90DB-5B583BF67DEB}" presName="composite" presStyleCnt="0"/>
      <dgm:spPr/>
    </dgm:pt>
    <dgm:pt modelId="{A2797769-A144-4360-A654-1B9FBFA3C09F}" type="pres">
      <dgm:prSet presAssocID="{62F0630A-EA2F-431E-90DB-5B583BF67DEB}" presName="imgShp" presStyleLbl="fgImgPlace1" presStyleIdx="3" presStyleCnt="4"/>
      <dgm:spPr/>
    </dgm:pt>
    <dgm:pt modelId="{4E991535-237D-40DE-AD33-5065D109783A}" type="pres">
      <dgm:prSet presAssocID="{62F0630A-EA2F-431E-90DB-5B583BF67DEB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9032966-9EEE-4B47-9B73-721AF8048C6D}" type="presOf" srcId="{7893609A-2570-46B6-A24D-E67D4A2B7FDC}" destId="{86053E1B-8590-44D3-88B2-8BA945BA30A3}" srcOrd="0" destOrd="0" presId="urn:microsoft.com/office/officeart/2005/8/layout/vList3"/>
    <dgm:cxn modelId="{BB657555-2B40-4AE8-9322-FF364F4AEA5E}" srcId="{5CC1D546-9092-420B-A31C-372F284831EA}" destId="{A8B78050-2C48-41FD-B814-A0E322092791}" srcOrd="1" destOrd="0" parTransId="{39C4641B-182B-4730-9708-F4B2D2F562CE}" sibTransId="{C53634E5-4AF3-4B7D-8F2C-0AC574557C86}"/>
    <dgm:cxn modelId="{BBBE30F0-0FD6-46BD-A004-36A7A57348E1}" type="presOf" srcId="{5CC1D546-9092-420B-A31C-372F284831EA}" destId="{E6212E5F-28C0-4883-ABF3-CF5D4C775883}" srcOrd="0" destOrd="0" presId="urn:microsoft.com/office/officeart/2005/8/layout/vList3"/>
    <dgm:cxn modelId="{F519C420-E8A2-4108-9201-EBFED631E42E}" srcId="{5CC1D546-9092-420B-A31C-372F284831EA}" destId="{62F0630A-EA2F-431E-90DB-5B583BF67DEB}" srcOrd="3" destOrd="0" parTransId="{550426D1-2432-43A8-B025-9ED755CFC2B1}" sibTransId="{C65C536D-9195-4E4E-A955-F24E246DFC2F}"/>
    <dgm:cxn modelId="{AC819817-E730-409E-853B-26396432DB1D}" srcId="{5CC1D546-9092-420B-A31C-372F284831EA}" destId="{7893609A-2570-46B6-A24D-E67D4A2B7FDC}" srcOrd="2" destOrd="0" parTransId="{F9F9DC5C-6591-441A-A6C4-9E02B0BDD387}" sibTransId="{74BD0FDB-267C-4833-B739-DDD11C85C627}"/>
    <dgm:cxn modelId="{D451F374-F386-4389-9E03-B7027FE8AC13}" type="presOf" srcId="{A8B78050-2C48-41FD-B814-A0E322092791}" destId="{79873AF1-F95C-4692-8DE0-7B4E7EF3A18A}" srcOrd="0" destOrd="0" presId="urn:microsoft.com/office/officeart/2005/8/layout/vList3"/>
    <dgm:cxn modelId="{AA5C2C76-FC81-4352-A2C3-8B6610518B95}" srcId="{5CC1D546-9092-420B-A31C-372F284831EA}" destId="{DAB6A114-CC9C-432F-9987-051BCED0C0FE}" srcOrd="0" destOrd="0" parTransId="{87572CCF-06FE-4372-9E25-584F7D2DC24E}" sibTransId="{496CC9AB-DED2-41C7-B2EC-5D9030F9F0FE}"/>
    <dgm:cxn modelId="{8B6522D7-9C7F-4362-A217-0DC5C2B8708C}" type="presOf" srcId="{DAB6A114-CC9C-432F-9987-051BCED0C0FE}" destId="{E7315A1B-8E8D-45CC-B154-7FAC4EF28541}" srcOrd="0" destOrd="0" presId="urn:microsoft.com/office/officeart/2005/8/layout/vList3"/>
    <dgm:cxn modelId="{EED66E6A-DD3D-4DDF-BFF1-3FE45BDBA1D6}" type="presOf" srcId="{62F0630A-EA2F-431E-90DB-5B583BF67DEB}" destId="{4E991535-237D-40DE-AD33-5065D109783A}" srcOrd="0" destOrd="0" presId="urn:microsoft.com/office/officeart/2005/8/layout/vList3"/>
    <dgm:cxn modelId="{C3BD388F-91CE-4CE5-9389-7171BF2F7FC3}" type="presParOf" srcId="{E6212E5F-28C0-4883-ABF3-CF5D4C775883}" destId="{8A5774FE-D8A9-4B52-A826-C7D37C87AE87}" srcOrd="0" destOrd="0" presId="urn:microsoft.com/office/officeart/2005/8/layout/vList3"/>
    <dgm:cxn modelId="{20375596-EFD5-4A8F-99E4-300D67C339B9}" type="presParOf" srcId="{8A5774FE-D8A9-4B52-A826-C7D37C87AE87}" destId="{97A2A99E-0134-462B-B47C-EB05B18B6D3A}" srcOrd="0" destOrd="0" presId="urn:microsoft.com/office/officeart/2005/8/layout/vList3"/>
    <dgm:cxn modelId="{2C5C9372-E14F-495F-87E0-F6FDB64148F5}" type="presParOf" srcId="{8A5774FE-D8A9-4B52-A826-C7D37C87AE87}" destId="{E7315A1B-8E8D-45CC-B154-7FAC4EF28541}" srcOrd="1" destOrd="0" presId="urn:microsoft.com/office/officeart/2005/8/layout/vList3"/>
    <dgm:cxn modelId="{AD683000-8110-486C-BCAF-A118174706F3}" type="presParOf" srcId="{E6212E5F-28C0-4883-ABF3-CF5D4C775883}" destId="{A073B8AD-7243-4297-AAA1-D6B8BA42F620}" srcOrd="1" destOrd="0" presId="urn:microsoft.com/office/officeart/2005/8/layout/vList3"/>
    <dgm:cxn modelId="{4AF6D276-D4C0-451F-BFBA-4B282CA55F38}" type="presParOf" srcId="{E6212E5F-28C0-4883-ABF3-CF5D4C775883}" destId="{EAA20C9D-836D-444C-997E-9237DAF28D22}" srcOrd="2" destOrd="0" presId="urn:microsoft.com/office/officeart/2005/8/layout/vList3"/>
    <dgm:cxn modelId="{EE808D55-B228-45BF-BD40-9A68193B0621}" type="presParOf" srcId="{EAA20C9D-836D-444C-997E-9237DAF28D22}" destId="{55FDEDF9-5D14-4A1A-8833-7C2CF89292F8}" srcOrd="0" destOrd="0" presId="urn:microsoft.com/office/officeart/2005/8/layout/vList3"/>
    <dgm:cxn modelId="{57F4D73D-DF94-4727-AD9D-5040239F4A32}" type="presParOf" srcId="{EAA20C9D-836D-444C-997E-9237DAF28D22}" destId="{79873AF1-F95C-4692-8DE0-7B4E7EF3A18A}" srcOrd="1" destOrd="0" presId="urn:microsoft.com/office/officeart/2005/8/layout/vList3"/>
    <dgm:cxn modelId="{2F515CDA-5DA4-4D21-9950-75102DEC27EF}" type="presParOf" srcId="{E6212E5F-28C0-4883-ABF3-CF5D4C775883}" destId="{9DDB9398-173C-4132-B1E0-1E8048DAFECC}" srcOrd="3" destOrd="0" presId="urn:microsoft.com/office/officeart/2005/8/layout/vList3"/>
    <dgm:cxn modelId="{5D4A9E63-18D2-4918-A760-8D1794FFA3E4}" type="presParOf" srcId="{E6212E5F-28C0-4883-ABF3-CF5D4C775883}" destId="{B13F1FF8-3944-4E18-9453-E8029230A6C9}" srcOrd="4" destOrd="0" presId="urn:microsoft.com/office/officeart/2005/8/layout/vList3"/>
    <dgm:cxn modelId="{CDABF955-1DD2-4EF5-94E1-027A5B5A7FDC}" type="presParOf" srcId="{B13F1FF8-3944-4E18-9453-E8029230A6C9}" destId="{F162C6DD-449E-4CEC-B5F8-315736C395AE}" srcOrd="0" destOrd="0" presId="urn:microsoft.com/office/officeart/2005/8/layout/vList3"/>
    <dgm:cxn modelId="{214CF390-F6E2-46DF-AAE9-8A5A9066DCBE}" type="presParOf" srcId="{B13F1FF8-3944-4E18-9453-E8029230A6C9}" destId="{86053E1B-8590-44D3-88B2-8BA945BA30A3}" srcOrd="1" destOrd="0" presId="urn:microsoft.com/office/officeart/2005/8/layout/vList3"/>
    <dgm:cxn modelId="{33C94791-83A4-47EC-8E2A-BDF33F028CB1}" type="presParOf" srcId="{E6212E5F-28C0-4883-ABF3-CF5D4C775883}" destId="{3DF36402-3F69-43AC-A77F-30867E180508}" srcOrd="5" destOrd="0" presId="urn:microsoft.com/office/officeart/2005/8/layout/vList3"/>
    <dgm:cxn modelId="{69900EEC-1E01-4F59-B196-1D5B8D05D274}" type="presParOf" srcId="{E6212E5F-28C0-4883-ABF3-CF5D4C775883}" destId="{CF85AB8F-FF63-4C03-AB34-E47A84B8F03C}" srcOrd="6" destOrd="0" presId="urn:microsoft.com/office/officeart/2005/8/layout/vList3"/>
    <dgm:cxn modelId="{431EEE30-197C-4C47-9E32-F7AD796D08BF}" type="presParOf" srcId="{CF85AB8F-FF63-4C03-AB34-E47A84B8F03C}" destId="{A2797769-A144-4360-A654-1B9FBFA3C09F}" srcOrd="0" destOrd="0" presId="urn:microsoft.com/office/officeart/2005/8/layout/vList3"/>
    <dgm:cxn modelId="{5A1A481A-03DE-4D8B-95C4-70CE1D613C14}" type="presParOf" srcId="{CF85AB8F-FF63-4C03-AB34-E47A84B8F03C}" destId="{4E991535-237D-40DE-AD33-5065D109783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E7C4E7D-BE80-4E23-B716-0D434F79689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6959666-AA07-468E-9057-48C54ABBD730}">
      <dgm:prSet/>
      <dgm:spPr/>
      <dgm:t>
        <a:bodyPr/>
        <a:lstStyle/>
        <a:p>
          <a:r>
            <a:rPr lang="ru-RU" b="0" i="0"/>
            <a:t>А</a:t>
          </a:r>
          <a:endParaRPr lang="uk-UA"/>
        </a:p>
      </dgm:t>
    </dgm:pt>
    <dgm:pt modelId="{141C8DD2-B9EB-4417-96EE-C1A15DA2A71A}" type="parTrans" cxnId="{6CCC96E6-D701-431C-8B47-ED8F2E18A993}">
      <dgm:prSet/>
      <dgm:spPr/>
      <dgm:t>
        <a:bodyPr/>
        <a:lstStyle/>
        <a:p>
          <a:endParaRPr lang="uk-UA"/>
        </a:p>
      </dgm:t>
    </dgm:pt>
    <dgm:pt modelId="{49283998-0F08-4C0C-A911-F827D71273CD}" type="sibTrans" cxnId="{6CCC96E6-D701-431C-8B47-ED8F2E18A993}">
      <dgm:prSet/>
      <dgm:spPr/>
      <dgm:t>
        <a:bodyPr/>
        <a:lstStyle/>
        <a:p>
          <a:endParaRPr lang="uk-UA"/>
        </a:p>
      </dgm:t>
    </dgm:pt>
    <dgm:pt modelId="{4641241B-69E4-4ECC-A128-EE2778D2DD94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реєстр</a:t>
          </a:r>
          <a:r>
            <a:rPr lang="ru-RU" b="0" i="0" dirty="0"/>
            <a:t>», «полковник», «</a:t>
          </a:r>
          <a:r>
            <a:rPr lang="ru-RU" b="0" i="0" dirty="0" err="1"/>
            <a:t>клейноди</a:t>
          </a:r>
          <a:r>
            <a:rPr lang="ru-RU" b="0" i="0" dirty="0"/>
            <a:t>»</a:t>
          </a:r>
          <a:endParaRPr lang="uk-UA" dirty="0"/>
        </a:p>
      </dgm:t>
    </dgm:pt>
    <dgm:pt modelId="{74D29504-B1C1-4EE1-A3A5-6DD613403811}" type="parTrans" cxnId="{42B27847-9190-4E78-A86D-D0BE086A373C}">
      <dgm:prSet/>
      <dgm:spPr/>
      <dgm:t>
        <a:bodyPr/>
        <a:lstStyle/>
        <a:p>
          <a:endParaRPr lang="uk-UA"/>
        </a:p>
      </dgm:t>
    </dgm:pt>
    <dgm:pt modelId="{C5E33DC8-224C-4A65-AFF2-2B697B1C2389}" type="sibTrans" cxnId="{42B27847-9190-4E78-A86D-D0BE086A373C}">
      <dgm:prSet/>
      <dgm:spPr/>
      <dgm:t>
        <a:bodyPr/>
        <a:lstStyle/>
        <a:p>
          <a:endParaRPr lang="uk-UA"/>
        </a:p>
      </dgm:t>
    </dgm:pt>
    <dgm:pt modelId="{74687954-B2DA-4B18-8438-C4B61B8BDD8A}">
      <dgm:prSet/>
      <dgm:spPr/>
      <dgm:t>
        <a:bodyPr/>
        <a:lstStyle/>
        <a:p>
          <a:r>
            <a:rPr lang="ru-RU"/>
            <a:t>Б</a:t>
          </a:r>
          <a:endParaRPr lang="uk-UA"/>
        </a:p>
      </dgm:t>
    </dgm:pt>
    <dgm:pt modelId="{1354447B-1A0E-4ED9-AC8C-8F2115B2FEEF}" type="parTrans" cxnId="{1EDF6191-5B77-4CE0-B498-BA73FBE20862}">
      <dgm:prSet/>
      <dgm:spPr/>
      <dgm:t>
        <a:bodyPr/>
        <a:lstStyle/>
        <a:p>
          <a:endParaRPr lang="uk-UA"/>
        </a:p>
      </dgm:t>
    </dgm:pt>
    <dgm:pt modelId="{C0340820-CDB6-42DD-8F48-AF1D28AC9AF9}" type="sibTrans" cxnId="{1EDF6191-5B77-4CE0-B498-BA73FBE20862}">
      <dgm:prSet/>
      <dgm:spPr/>
      <dgm:t>
        <a:bodyPr/>
        <a:lstStyle/>
        <a:p>
          <a:endParaRPr lang="uk-UA"/>
        </a:p>
      </dgm:t>
    </dgm:pt>
    <dgm:pt modelId="{8960B03D-107F-4664-A4C1-DACD787947FF}">
      <dgm:prSet/>
      <dgm:spPr/>
      <dgm:t>
        <a:bodyPr/>
        <a:lstStyle/>
        <a:p>
          <a:r>
            <a:rPr lang="ru-RU" b="0" i="0" dirty="0"/>
            <a:t>«братства», «</a:t>
          </a:r>
          <a:r>
            <a:rPr lang="ru-RU" b="0" i="0" dirty="0" err="1"/>
            <a:t>магдебурзьке</a:t>
          </a:r>
          <a:r>
            <a:rPr lang="ru-RU" b="0" i="0" dirty="0"/>
            <a:t> право», «</a:t>
          </a:r>
          <a:r>
            <a:rPr lang="ru-RU" b="0" i="0" dirty="0" err="1"/>
            <a:t>магістрат</a:t>
          </a:r>
          <a:r>
            <a:rPr lang="ru-RU" b="0" i="0" dirty="0"/>
            <a:t>»</a:t>
          </a:r>
          <a:endParaRPr lang="uk-UA" dirty="0"/>
        </a:p>
      </dgm:t>
    </dgm:pt>
    <dgm:pt modelId="{578F86F5-86CD-48A2-A7D9-E5A33B1EB170}" type="parTrans" cxnId="{2F8209F7-3D82-4ED8-A6C4-1D8D4A436E8A}">
      <dgm:prSet/>
      <dgm:spPr/>
      <dgm:t>
        <a:bodyPr/>
        <a:lstStyle/>
        <a:p>
          <a:endParaRPr lang="uk-UA"/>
        </a:p>
      </dgm:t>
    </dgm:pt>
    <dgm:pt modelId="{6076FF7F-ABE1-4A0A-8297-06AFB7698D1B}" type="sibTrans" cxnId="{2F8209F7-3D82-4ED8-A6C4-1D8D4A436E8A}">
      <dgm:prSet/>
      <dgm:spPr/>
      <dgm:t>
        <a:bodyPr/>
        <a:lstStyle/>
        <a:p>
          <a:endParaRPr lang="uk-UA"/>
        </a:p>
      </dgm:t>
    </dgm:pt>
    <dgm:pt modelId="{C94A4688-1279-43B7-93AE-C0134F388854}">
      <dgm:prSet/>
      <dgm:spPr/>
      <dgm:t>
        <a:bodyPr/>
        <a:lstStyle/>
        <a:p>
          <a:r>
            <a:rPr lang="ru-RU" b="0" i="0"/>
            <a:t>В</a:t>
          </a:r>
          <a:endParaRPr lang="uk-UA"/>
        </a:p>
      </dgm:t>
    </dgm:pt>
    <dgm:pt modelId="{FB9C8E63-25B6-4D01-93D8-417BB3B167F0}" type="parTrans" cxnId="{57ECD1B8-F4EC-47D1-BCB9-F6598247E01B}">
      <dgm:prSet/>
      <dgm:spPr/>
      <dgm:t>
        <a:bodyPr/>
        <a:lstStyle/>
        <a:p>
          <a:endParaRPr lang="uk-UA"/>
        </a:p>
      </dgm:t>
    </dgm:pt>
    <dgm:pt modelId="{7D11C55F-5839-4B2C-9BD0-5B3798677E63}" type="sibTrans" cxnId="{57ECD1B8-F4EC-47D1-BCB9-F6598247E01B}">
      <dgm:prSet/>
      <dgm:spPr/>
      <dgm:t>
        <a:bodyPr/>
        <a:lstStyle/>
        <a:p>
          <a:endParaRPr lang="uk-UA"/>
        </a:p>
      </dgm:t>
    </dgm:pt>
    <dgm:pt modelId="{8755EA21-EEFD-483B-9D5A-B74FCBDE301C}">
      <dgm:prSet/>
      <dgm:spPr/>
      <dgm:t>
        <a:bodyPr/>
        <a:lstStyle/>
        <a:p>
          <a:r>
            <a:rPr lang="ru-RU" b="0" i="0"/>
            <a:t>«панщина», «закріпачення», «покозачення»</a:t>
          </a:r>
          <a:endParaRPr lang="uk-UA"/>
        </a:p>
      </dgm:t>
    </dgm:pt>
    <dgm:pt modelId="{BE9719D2-69AE-4C52-B0F0-B16A43DD6F32}" type="parTrans" cxnId="{1EE31A1B-1409-40C4-B825-6ADFC1A8078D}">
      <dgm:prSet/>
      <dgm:spPr/>
      <dgm:t>
        <a:bodyPr/>
        <a:lstStyle/>
        <a:p>
          <a:endParaRPr lang="uk-UA"/>
        </a:p>
      </dgm:t>
    </dgm:pt>
    <dgm:pt modelId="{2AB510D0-5382-425A-9936-3B5A3BC70F81}" type="sibTrans" cxnId="{1EE31A1B-1409-40C4-B825-6ADFC1A8078D}">
      <dgm:prSet/>
      <dgm:spPr/>
      <dgm:t>
        <a:bodyPr/>
        <a:lstStyle/>
        <a:p>
          <a:endParaRPr lang="uk-UA"/>
        </a:p>
      </dgm:t>
    </dgm:pt>
    <dgm:pt modelId="{66E94E2C-1106-47AD-B63E-19004632159F}">
      <dgm:prSet/>
      <dgm:spPr/>
      <dgm:t>
        <a:bodyPr/>
        <a:lstStyle/>
        <a:p>
          <a:r>
            <a:rPr lang="ru-RU" b="0" i="0"/>
            <a:t>Г</a:t>
          </a:r>
          <a:endParaRPr lang="uk-UA"/>
        </a:p>
      </dgm:t>
    </dgm:pt>
    <dgm:pt modelId="{64608008-3854-4727-9230-74CF1A8FAD9F}" type="parTrans" cxnId="{E84B169A-E586-464F-86B2-4048E2105222}">
      <dgm:prSet/>
      <dgm:spPr/>
      <dgm:t>
        <a:bodyPr/>
        <a:lstStyle/>
        <a:p>
          <a:endParaRPr lang="uk-UA"/>
        </a:p>
      </dgm:t>
    </dgm:pt>
    <dgm:pt modelId="{FDEC1DD3-F336-4F54-BA1E-C111964727C8}" type="sibTrans" cxnId="{E84B169A-E586-464F-86B2-4048E2105222}">
      <dgm:prSet/>
      <dgm:spPr/>
      <dgm:t>
        <a:bodyPr/>
        <a:lstStyle/>
        <a:p>
          <a:endParaRPr lang="uk-UA"/>
        </a:p>
      </dgm:t>
    </dgm:pt>
    <dgm:pt modelId="{21754A97-3FE5-4F6F-8DED-1E8C7B1F4F3C}">
      <dgm:prSet/>
      <dgm:spPr/>
      <dgm:t>
        <a:bodyPr/>
        <a:lstStyle/>
        <a:p>
          <a:r>
            <a:rPr lang="ru-RU" b="0" i="0"/>
            <a:t>«фільварок», «сейм», «вето»</a:t>
          </a:r>
          <a:endParaRPr lang="uk-UA"/>
        </a:p>
      </dgm:t>
    </dgm:pt>
    <dgm:pt modelId="{8DDDC1EF-C0E8-4F04-97B9-970C95302C9C}" type="parTrans" cxnId="{51641A8D-DE7C-4447-AF60-E75DF06F0B5C}">
      <dgm:prSet/>
      <dgm:spPr/>
      <dgm:t>
        <a:bodyPr/>
        <a:lstStyle/>
        <a:p>
          <a:endParaRPr lang="uk-UA"/>
        </a:p>
      </dgm:t>
    </dgm:pt>
    <dgm:pt modelId="{0BE175DC-2A36-4C86-9B48-49467BCAB04C}" type="sibTrans" cxnId="{51641A8D-DE7C-4447-AF60-E75DF06F0B5C}">
      <dgm:prSet/>
      <dgm:spPr/>
      <dgm:t>
        <a:bodyPr/>
        <a:lstStyle/>
        <a:p>
          <a:endParaRPr lang="uk-UA"/>
        </a:p>
      </dgm:t>
    </dgm:pt>
    <dgm:pt modelId="{261C62EF-3C5D-4ABB-9DA1-3B1315EF5E43}">
      <dgm:prSet/>
      <dgm:spPr/>
      <dgm:t>
        <a:bodyPr/>
        <a:lstStyle/>
        <a:p>
          <a:r>
            <a:rPr lang="ru-RU" b="0" i="0"/>
            <a:t>Д</a:t>
          </a:r>
          <a:endParaRPr lang="uk-UA"/>
        </a:p>
      </dgm:t>
    </dgm:pt>
    <dgm:pt modelId="{F73E67F3-FB4C-4D1A-A06D-E54F279ADD2D}" type="parTrans" cxnId="{E15FB2B4-47E0-401C-A077-2374857360D2}">
      <dgm:prSet/>
      <dgm:spPr/>
      <dgm:t>
        <a:bodyPr/>
        <a:lstStyle/>
        <a:p>
          <a:endParaRPr lang="uk-UA"/>
        </a:p>
      </dgm:t>
    </dgm:pt>
    <dgm:pt modelId="{13F4E563-8FD0-468B-B7F4-50FFEEC4EEC3}" type="sibTrans" cxnId="{E15FB2B4-47E0-401C-A077-2374857360D2}">
      <dgm:prSet/>
      <dgm:spPr/>
      <dgm:t>
        <a:bodyPr/>
        <a:lstStyle/>
        <a:p>
          <a:endParaRPr lang="uk-UA"/>
        </a:p>
      </dgm:t>
    </dgm:pt>
    <dgm:pt modelId="{598BCC81-CFE7-4463-830C-495514A0E30E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унія</a:t>
          </a:r>
          <a:r>
            <a:rPr lang="ru-RU" b="0" i="0" dirty="0"/>
            <a:t>», «</a:t>
          </a:r>
          <a:r>
            <a:rPr lang="ru-RU" b="0" i="0" dirty="0" err="1"/>
            <a:t>полемічна</a:t>
          </a:r>
          <a:r>
            <a:rPr lang="ru-RU" b="0" i="0" dirty="0"/>
            <a:t> </a:t>
          </a:r>
          <a:r>
            <a:rPr lang="ru-RU" b="0" i="0" dirty="0" err="1"/>
            <a:t>література</a:t>
          </a:r>
          <a:r>
            <a:rPr lang="ru-RU" b="0" i="0" dirty="0"/>
            <a:t>», «</a:t>
          </a:r>
          <a:r>
            <a:rPr lang="ru-RU" b="0" i="0" dirty="0" err="1"/>
            <a:t>ставропігія</a:t>
          </a:r>
          <a:r>
            <a:rPr lang="ru-RU" b="0" i="0" dirty="0"/>
            <a:t>»</a:t>
          </a:r>
          <a:endParaRPr lang="uk-UA" dirty="0"/>
        </a:p>
      </dgm:t>
    </dgm:pt>
    <dgm:pt modelId="{5AD6BAFC-97C3-4648-9478-950B6720CF09}" type="parTrans" cxnId="{D557B8FA-8185-486E-A417-7BF28F5C660E}">
      <dgm:prSet/>
      <dgm:spPr/>
      <dgm:t>
        <a:bodyPr/>
        <a:lstStyle/>
        <a:p>
          <a:endParaRPr lang="uk-UA"/>
        </a:p>
      </dgm:t>
    </dgm:pt>
    <dgm:pt modelId="{BC18D56B-7BF7-4072-AED2-E8CDCDF17FCC}" type="sibTrans" cxnId="{D557B8FA-8185-486E-A417-7BF28F5C660E}">
      <dgm:prSet/>
      <dgm:spPr/>
      <dgm:t>
        <a:bodyPr/>
        <a:lstStyle/>
        <a:p>
          <a:endParaRPr lang="uk-UA"/>
        </a:p>
      </dgm:t>
    </dgm:pt>
    <dgm:pt modelId="{78921BE2-6ED3-49E0-9E68-18FAA5F49D3E}" type="pres">
      <dgm:prSet presAssocID="{EE7C4E7D-BE80-4E23-B716-0D434F79689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6326B56-0DB5-4F0F-9459-4F3D5F1C6F2C}" type="pres">
      <dgm:prSet presAssocID="{26959666-AA07-468E-9057-48C54ABBD730}" presName="linNode" presStyleCnt="0"/>
      <dgm:spPr/>
    </dgm:pt>
    <dgm:pt modelId="{00487A97-2BB4-4490-9733-E8C3B9CE05F4}" type="pres">
      <dgm:prSet presAssocID="{26959666-AA07-468E-9057-48C54ABBD730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CC6B0C6-E3BE-4AC3-A65C-51E0B9A532D5}" type="pres">
      <dgm:prSet presAssocID="{26959666-AA07-468E-9057-48C54ABBD730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FD284E3-09C4-4A6B-89A0-AFB7042C903C}" type="pres">
      <dgm:prSet presAssocID="{49283998-0F08-4C0C-A911-F827D71273CD}" presName="sp" presStyleCnt="0"/>
      <dgm:spPr/>
    </dgm:pt>
    <dgm:pt modelId="{7F5679A0-25A9-43DD-A291-8292C2BE0DDA}" type="pres">
      <dgm:prSet presAssocID="{74687954-B2DA-4B18-8438-C4B61B8BDD8A}" presName="linNode" presStyleCnt="0"/>
      <dgm:spPr/>
    </dgm:pt>
    <dgm:pt modelId="{8BAB72F4-D413-4F2E-B3C5-745C300A27F1}" type="pres">
      <dgm:prSet presAssocID="{74687954-B2DA-4B18-8438-C4B61B8BDD8A}" presName="parentText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66794AC-B01B-46BB-959F-ACF41A5B6B82}" type="pres">
      <dgm:prSet presAssocID="{74687954-B2DA-4B18-8438-C4B61B8BDD8A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B3EC8D4-E93D-45E3-81EA-F9F8BF0D5254}" type="pres">
      <dgm:prSet presAssocID="{C0340820-CDB6-42DD-8F48-AF1D28AC9AF9}" presName="sp" presStyleCnt="0"/>
      <dgm:spPr/>
    </dgm:pt>
    <dgm:pt modelId="{F15C2B62-577A-45FD-8DD1-55399129D7D1}" type="pres">
      <dgm:prSet presAssocID="{C94A4688-1279-43B7-93AE-C0134F388854}" presName="linNode" presStyleCnt="0"/>
      <dgm:spPr/>
    </dgm:pt>
    <dgm:pt modelId="{5A0FC0F1-B472-40A7-BE5F-D3383C32019F}" type="pres">
      <dgm:prSet presAssocID="{C94A4688-1279-43B7-93AE-C0134F388854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684C758-5725-4E1A-AC8E-4317575BFC07}" type="pres">
      <dgm:prSet presAssocID="{C94A4688-1279-43B7-93AE-C0134F388854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33CEAAA-11F4-4365-9301-6C384BFCDAB2}" type="pres">
      <dgm:prSet presAssocID="{7D11C55F-5839-4B2C-9BD0-5B3798677E63}" presName="sp" presStyleCnt="0"/>
      <dgm:spPr/>
    </dgm:pt>
    <dgm:pt modelId="{09ECBE58-7F78-401B-8EC8-02D27DEF2ED7}" type="pres">
      <dgm:prSet presAssocID="{66E94E2C-1106-47AD-B63E-19004632159F}" presName="linNode" presStyleCnt="0"/>
      <dgm:spPr/>
    </dgm:pt>
    <dgm:pt modelId="{2EBA19D0-1946-4E75-A63C-806808D0381E}" type="pres">
      <dgm:prSet presAssocID="{66E94E2C-1106-47AD-B63E-19004632159F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A15DCDE-BAE4-4986-866D-83A2F7C66C6F}" type="pres">
      <dgm:prSet presAssocID="{66E94E2C-1106-47AD-B63E-19004632159F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B28DB5-7AB1-4617-9D90-47CCCC8F9FA0}" type="pres">
      <dgm:prSet presAssocID="{FDEC1DD3-F336-4F54-BA1E-C111964727C8}" presName="sp" presStyleCnt="0"/>
      <dgm:spPr/>
    </dgm:pt>
    <dgm:pt modelId="{54EFB183-C84F-43EC-B72A-9DC6F52E22DF}" type="pres">
      <dgm:prSet presAssocID="{261C62EF-3C5D-4ABB-9DA1-3B1315EF5E43}" presName="linNode" presStyleCnt="0"/>
      <dgm:spPr/>
    </dgm:pt>
    <dgm:pt modelId="{1C8CF8A0-861F-4521-85D7-F04DDB7E20D1}" type="pres">
      <dgm:prSet presAssocID="{261C62EF-3C5D-4ABB-9DA1-3B1315EF5E43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1050223-6DEC-486B-A506-59C49E24315F}" type="pres">
      <dgm:prSet presAssocID="{261C62EF-3C5D-4ABB-9DA1-3B1315EF5E43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AA96D02-70B6-4DE4-B25C-70DBE6874D38}" type="presOf" srcId="{8960B03D-107F-4664-A4C1-DACD787947FF}" destId="{E66794AC-B01B-46BB-959F-ACF41A5B6B82}" srcOrd="0" destOrd="0" presId="urn:microsoft.com/office/officeart/2005/8/layout/vList5"/>
    <dgm:cxn modelId="{1EDF6191-5B77-4CE0-B498-BA73FBE20862}" srcId="{EE7C4E7D-BE80-4E23-B716-0D434F796892}" destId="{74687954-B2DA-4B18-8438-C4B61B8BDD8A}" srcOrd="1" destOrd="0" parTransId="{1354447B-1A0E-4ED9-AC8C-8F2115B2FEEF}" sibTransId="{C0340820-CDB6-42DD-8F48-AF1D28AC9AF9}"/>
    <dgm:cxn modelId="{6F97146F-1582-4DEF-AA6F-EE5AC44574AA}" type="presOf" srcId="{66E94E2C-1106-47AD-B63E-19004632159F}" destId="{2EBA19D0-1946-4E75-A63C-806808D0381E}" srcOrd="0" destOrd="0" presId="urn:microsoft.com/office/officeart/2005/8/layout/vList5"/>
    <dgm:cxn modelId="{FE43ECB6-6C87-4904-81A1-E3B2ED47058F}" type="presOf" srcId="{EE7C4E7D-BE80-4E23-B716-0D434F796892}" destId="{78921BE2-6ED3-49E0-9E68-18FAA5F49D3E}" srcOrd="0" destOrd="0" presId="urn:microsoft.com/office/officeart/2005/8/layout/vList5"/>
    <dgm:cxn modelId="{6CCC96E6-D701-431C-8B47-ED8F2E18A993}" srcId="{EE7C4E7D-BE80-4E23-B716-0D434F796892}" destId="{26959666-AA07-468E-9057-48C54ABBD730}" srcOrd="0" destOrd="0" parTransId="{141C8DD2-B9EB-4417-96EE-C1A15DA2A71A}" sibTransId="{49283998-0F08-4C0C-A911-F827D71273CD}"/>
    <dgm:cxn modelId="{51641A8D-DE7C-4447-AF60-E75DF06F0B5C}" srcId="{66E94E2C-1106-47AD-B63E-19004632159F}" destId="{21754A97-3FE5-4F6F-8DED-1E8C7B1F4F3C}" srcOrd="0" destOrd="0" parTransId="{8DDDC1EF-C0E8-4F04-97B9-970C95302C9C}" sibTransId="{0BE175DC-2A36-4C86-9B48-49467BCAB04C}"/>
    <dgm:cxn modelId="{73CCE76B-E69E-4D13-AE8B-BD26340607F9}" type="presOf" srcId="{C94A4688-1279-43B7-93AE-C0134F388854}" destId="{5A0FC0F1-B472-40A7-BE5F-D3383C32019F}" srcOrd="0" destOrd="0" presId="urn:microsoft.com/office/officeart/2005/8/layout/vList5"/>
    <dgm:cxn modelId="{57ECD1B8-F4EC-47D1-BCB9-F6598247E01B}" srcId="{EE7C4E7D-BE80-4E23-B716-0D434F796892}" destId="{C94A4688-1279-43B7-93AE-C0134F388854}" srcOrd="2" destOrd="0" parTransId="{FB9C8E63-25B6-4D01-93D8-417BB3B167F0}" sibTransId="{7D11C55F-5839-4B2C-9BD0-5B3798677E63}"/>
    <dgm:cxn modelId="{42B27847-9190-4E78-A86D-D0BE086A373C}" srcId="{26959666-AA07-468E-9057-48C54ABBD730}" destId="{4641241B-69E4-4ECC-A128-EE2778D2DD94}" srcOrd="0" destOrd="0" parTransId="{74D29504-B1C1-4EE1-A3A5-6DD613403811}" sibTransId="{C5E33DC8-224C-4A65-AFF2-2B697B1C2389}"/>
    <dgm:cxn modelId="{E84B169A-E586-464F-86B2-4048E2105222}" srcId="{EE7C4E7D-BE80-4E23-B716-0D434F796892}" destId="{66E94E2C-1106-47AD-B63E-19004632159F}" srcOrd="3" destOrd="0" parTransId="{64608008-3854-4727-9230-74CF1A8FAD9F}" sibTransId="{FDEC1DD3-F336-4F54-BA1E-C111964727C8}"/>
    <dgm:cxn modelId="{C37D825B-74B1-4348-B306-6EE95788C7E1}" type="presOf" srcId="{21754A97-3FE5-4F6F-8DED-1E8C7B1F4F3C}" destId="{DA15DCDE-BAE4-4986-866D-83A2F7C66C6F}" srcOrd="0" destOrd="0" presId="urn:microsoft.com/office/officeart/2005/8/layout/vList5"/>
    <dgm:cxn modelId="{5570BCA2-B003-4A84-B5FE-47976314951D}" type="presOf" srcId="{74687954-B2DA-4B18-8438-C4B61B8BDD8A}" destId="{8BAB72F4-D413-4F2E-B3C5-745C300A27F1}" srcOrd="0" destOrd="0" presId="urn:microsoft.com/office/officeart/2005/8/layout/vList5"/>
    <dgm:cxn modelId="{A04A0E5E-232B-47B8-A3E5-F37E7B24B952}" type="presOf" srcId="{261C62EF-3C5D-4ABB-9DA1-3B1315EF5E43}" destId="{1C8CF8A0-861F-4521-85D7-F04DDB7E20D1}" srcOrd="0" destOrd="0" presId="urn:microsoft.com/office/officeart/2005/8/layout/vList5"/>
    <dgm:cxn modelId="{2F8209F7-3D82-4ED8-A6C4-1D8D4A436E8A}" srcId="{74687954-B2DA-4B18-8438-C4B61B8BDD8A}" destId="{8960B03D-107F-4664-A4C1-DACD787947FF}" srcOrd="0" destOrd="0" parTransId="{578F86F5-86CD-48A2-A7D9-E5A33B1EB170}" sibTransId="{6076FF7F-ABE1-4A0A-8297-06AFB7698D1B}"/>
    <dgm:cxn modelId="{D557B8FA-8185-486E-A417-7BF28F5C660E}" srcId="{261C62EF-3C5D-4ABB-9DA1-3B1315EF5E43}" destId="{598BCC81-CFE7-4463-830C-495514A0E30E}" srcOrd="0" destOrd="0" parTransId="{5AD6BAFC-97C3-4648-9478-950B6720CF09}" sibTransId="{BC18D56B-7BF7-4072-AED2-E8CDCDF17FCC}"/>
    <dgm:cxn modelId="{2198931A-BE54-42EF-A315-5B9E0CE9076B}" type="presOf" srcId="{598BCC81-CFE7-4463-830C-495514A0E30E}" destId="{B1050223-6DEC-486B-A506-59C49E24315F}" srcOrd="0" destOrd="0" presId="urn:microsoft.com/office/officeart/2005/8/layout/vList5"/>
    <dgm:cxn modelId="{E7FAC3F3-71C2-4304-81F2-E5E9DEBCC627}" type="presOf" srcId="{26959666-AA07-468E-9057-48C54ABBD730}" destId="{00487A97-2BB4-4490-9733-E8C3B9CE05F4}" srcOrd="0" destOrd="0" presId="urn:microsoft.com/office/officeart/2005/8/layout/vList5"/>
    <dgm:cxn modelId="{E15FB2B4-47E0-401C-A077-2374857360D2}" srcId="{EE7C4E7D-BE80-4E23-B716-0D434F796892}" destId="{261C62EF-3C5D-4ABB-9DA1-3B1315EF5E43}" srcOrd="4" destOrd="0" parTransId="{F73E67F3-FB4C-4D1A-A06D-E54F279ADD2D}" sibTransId="{13F4E563-8FD0-468B-B7F4-50FFEEC4EEC3}"/>
    <dgm:cxn modelId="{D40E34C0-6678-483C-AA8D-1E4BDC5F996F}" type="presOf" srcId="{8755EA21-EEFD-483B-9D5A-B74FCBDE301C}" destId="{C684C758-5725-4E1A-AC8E-4317575BFC07}" srcOrd="0" destOrd="0" presId="urn:microsoft.com/office/officeart/2005/8/layout/vList5"/>
    <dgm:cxn modelId="{3759E772-2CBC-4499-A3EE-9A346F0D7834}" type="presOf" srcId="{4641241B-69E4-4ECC-A128-EE2778D2DD94}" destId="{7CC6B0C6-E3BE-4AC3-A65C-51E0B9A532D5}" srcOrd="0" destOrd="0" presId="urn:microsoft.com/office/officeart/2005/8/layout/vList5"/>
    <dgm:cxn modelId="{1EE31A1B-1409-40C4-B825-6ADFC1A8078D}" srcId="{C94A4688-1279-43B7-93AE-C0134F388854}" destId="{8755EA21-EEFD-483B-9D5A-B74FCBDE301C}" srcOrd="0" destOrd="0" parTransId="{BE9719D2-69AE-4C52-B0F0-B16A43DD6F32}" sibTransId="{2AB510D0-5382-425A-9936-3B5A3BC70F81}"/>
    <dgm:cxn modelId="{67150B75-B4D2-4447-A2E6-3C70B9BB349E}" type="presParOf" srcId="{78921BE2-6ED3-49E0-9E68-18FAA5F49D3E}" destId="{E6326B56-0DB5-4F0F-9459-4F3D5F1C6F2C}" srcOrd="0" destOrd="0" presId="urn:microsoft.com/office/officeart/2005/8/layout/vList5"/>
    <dgm:cxn modelId="{081F2A3E-3CE3-4AB3-98AA-1129F6AB15B4}" type="presParOf" srcId="{E6326B56-0DB5-4F0F-9459-4F3D5F1C6F2C}" destId="{00487A97-2BB4-4490-9733-E8C3B9CE05F4}" srcOrd="0" destOrd="0" presId="urn:microsoft.com/office/officeart/2005/8/layout/vList5"/>
    <dgm:cxn modelId="{CAB43671-2721-4209-9C7A-7E07DC212073}" type="presParOf" srcId="{E6326B56-0DB5-4F0F-9459-4F3D5F1C6F2C}" destId="{7CC6B0C6-E3BE-4AC3-A65C-51E0B9A532D5}" srcOrd="1" destOrd="0" presId="urn:microsoft.com/office/officeart/2005/8/layout/vList5"/>
    <dgm:cxn modelId="{A4F4A1DE-964F-483C-B151-671F44957CE3}" type="presParOf" srcId="{78921BE2-6ED3-49E0-9E68-18FAA5F49D3E}" destId="{0FD284E3-09C4-4A6B-89A0-AFB7042C903C}" srcOrd="1" destOrd="0" presId="urn:microsoft.com/office/officeart/2005/8/layout/vList5"/>
    <dgm:cxn modelId="{1589BEC4-4CFC-4784-A4FA-AE8F4BD2678C}" type="presParOf" srcId="{78921BE2-6ED3-49E0-9E68-18FAA5F49D3E}" destId="{7F5679A0-25A9-43DD-A291-8292C2BE0DDA}" srcOrd="2" destOrd="0" presId="urn:microsoft.com/office/officeart/2005/8/layout/vList5"/>
    <dgm:cxn modelId="{53F7E31E-D054-4AF3-A5F9-0F314A2CF2D1}" type="presParOf" srcId="{7F5679A0-25A9-43DD-A291-8292C2BE0DDA}" destId="{8BAB72F4-D413-4F2E-B3C5-745C300A27F1}" srcOrd="0" destOrd="0" presId="urn:microsoft.com/office/officeart/2005/8/layout/vList5"/>
    <dgm:cxn modelId="{19D26ADC-8F38-4DBF-A43E-CE4CC37F2AB3}" type="presParOf" srcId="{7F5679A0-25A9-43DD-A291-8292C2BE0DDA}" destId="{E66794AC-B01B-46BB-959F-ACF41A5B6B82}" srcOrd="1" destOrd="0" presId="urn:microsoft.com/office/officeart/2005/8/layout/vList5"/>
    <dgm:cxn modelId="{ADE8E91C-25E8-4329-B9E5-EBA61C399C7E}" type="presParOf" srcId="{78921BE2-6ED3-49E0-9E68-18FAA5F49D3E}" destId="{4B3EC8D4-E93D-45E3-81EA-F9F8BF0D5254}" srcOrd="3" destOrd="0" presId="urn:microsoft.com/office/officeart/2005/8/layout/vList5"/>
    <dgm:cxn modelId="{D55174F1-D8EA-46F9-A861-07030F0FF46F}" type="presParOf" srcId="{78921BE2-6ED3-49E0-9E68-18FAA5F49D3E}" destId="{F15C2B62-577A-45FD-8DD1-55399129D7D1}" srcOrd="4" destOrd="0" presId="urn:microsoft.com/office/officeart/2005/8/layout/vList5"/>
    <dgm:cxn modelId="{F16F5C33-F6C2-4A4D-A5CD-F8FEF9BBEE60}" type="presParOf" srcId="{F15C2B62-577A-45FD-8DD1-55399129D7D1}" destId="{5A0FC0F1-B472-40A7-BE5F-D3383C32019F}" srcOrd="0" destOrd="0" presId="urn:microsoft.com/office/officeart/2005/8/layout/vList5"/>
    <dgm:cxn modelId="{F0F83951-99A1-4DEC-BA59-06BC39E5FD72}" type="presParOf" srcId="{F15C2B62-577A-45FD-8DD1-55399129D7D1}" destId="{C684C758-5725-4E1A-AC8E-4317575BFC07}" srcOrd="1" destOrd="0" presId="urn:microsoft.com/office/officeart/2005/8/layout/vList5"/>
    <dgm:cxn modelId="{8F194652-3F95-47D3-9505-3AD8CD8E0A2A}" type="presParOf" srcId="{78921BE2-6ED3-49E0-9E68-18FAA5F49D3E}" destId="{733CEAAA-11F4-4365-9301-6C384BFCDAB2}" srcOrd="5" destOrd="0" presId="urn:microsoft.com/office/officeart/2005/8/layout/vList5"/>
    <dgm:cxn modelId="{2D9B020D-EE24-42BF-B9FF-1E3D69FE513F}" type="presParOf" srcId="{78921BE2-6ED3-49E0-9E68-18FAA5F49D3E}" destId="{09ECBE58-7F78-401B-8EC8-02D27DEF2ED7}" srcOrd="6" destOrd="0" presId="urn:microsoft.com/office/officeart/2005/8/layout/vList5"/>
    <dgm:cxn modelId="{9CA050A6-26E2-4C58-8191-3B10D535AD04}" type="presParOf" srcId="{09ECBE58-7F78-401B-8EC8-02D27DEF2ED7}" destId="{2EBA19D0-1946-4E75-A63C-806808D0381E}" srcOrd="0" destOrd="0" presId="urn:microsoft.com/office/officeart/2005/8/layout/vList5"/>
    <dgm:cxn modelId="{E927A948-F81C-4B8C-B5C5-738CD59AF86B}" type="presParOf" srcId="{09ECBE58-7F78-401B-8EC8-02D27DEF2ED7}" destId="{DA15DCDE-BAE4-4986-866D-83A2F7C66C6F}" srcOrd="1" destOrd="0" presId="urn:microsoft.com/office/officeart/2005/8/layout/vList5"/>
    <dgm:cxn modelId="{E37044E5-330E-4D24-BE39-E6F4CBA95B06}" type="presParOf" srcId="{78921BE2-6ED3-49E0-9E68-18FAA5F49D3E}" destId="{B2B28DB5-7AB1-4617-9D90-47CCCC8F9FA0}" srcOrd="7" destOrd="0" presId="urn:microsoft.com/office/officeart/2005/8/layout/vList5"/>
    <dgm:cxn modelId="{EB6B496C-3446-48CD-876F-DDE8A119FDE8}" type="presParOf" srcId="{78921BE2-6ED3-49E0-9E68-18FAA5F49D3E}" destId="{54EFB183-C84F-43EC-B72A-9DC6F52E22DF}" srcOrd="8" destOrd="0" presId="urn:microsoft.com/office/officeart/2005/8/layout/vList5"/>
    <dgm:cxn modelId="{DA993CDC-D5DC-435A-8BA5-5941218B9615}" type="presParOf" srcId="{54EFB183-C84F-43EC-B72A-9DC6F52E22DF}" destId="{1C8CF8A0-861F-4521-85D7-F04DDB7E20D1}" srcOrd="0" destOrd="0" presId="urn:microsoft.com/office/officeart/2005/8/layout/vList5"/>
    <dgm:cxn modelId="{9DD766D7-3068-494D-87F7-52EDDBD65BB9}" type="presParOf" srcId="{54EFB183-C84F-43EC-B72A-9DC6F52E22DF}" destId="{B1050223-6DEC-486B-A506-59C49E24315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F4B8D58C-BA38-4FC6-B28D-B87D47AF39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9A5BC28D-33A9-43AC-9F3E-B1303533CEC3}">
      <dgm:prSet/>
      <dgm:spPr/>
      <dgm:t>
        <a:bodyPr/>
        <a:lstStyle/>
        <a:p>
          <a:r>
            <a:rPr lang="uk-UA" b="0" i="0"/>
            <a:t>витісненню з органів міського самоврядування іноземців (поляків, німців тощо).</a:t>
          </a:r>
          <a:endParaRPr lang="uk-UA"/>
        </a:p>
      </dgm:t>
    </dgm:pt>
    <dgm:pt modelId="{4DFD10CB-445E-492A-95CA-606D3A202DD0}" type="parTrans" cxnId="{F2F12821-BF87-43F0-8A0B-1DF20574BE28}">
      <dgm:prSet/>
      <dgm:spPr/>
      <dgm:t>
        <a:bodyPr/>
        <a:lstStyle/>
        <a:p>
          <a:endParaRPr lang="uk-UA"/>
        </a:p>
      </dgm:t>
    </dgm:pt>
    <dgm:pt modelId="{12CA7373-1C5C-477B-BEC9-3E2AEC5EBEED}" type="sibTrans" cxnId="{F2F12821-BF87-43F0-8A0B-1DF20574BE28}">
      <dgm:prSet/>
      <dgm:spPr/>
      <dgm:t>
        <a:bodyPr/>
        <a:lstStyle/>
        <a:p>
          <a:endParaRPr lang="uk-UA"/>
        </a:p>
      </dgm:t>
    </dgm:pt>
    <dgm:pt modelId="{D5F2E775-FA29-4D28-9644-1412F37E43F4}">
      <dgm:prSet/>
      <dgm:spPr>
        <a:solidFill>
          <a:srgbClr val="00B0F0"/>
        </a:solidFill>
      </dgm:spPr>
      <dgm:t>
        <a:bodyPr/>
        <a:lstStyle/>
        <a:p>
          <a:r>
            <a:rPr lang="uk-UA" b="0" i="0" dirty="0"/>
            <a:t>захисту населення міст від сваволі королівських намісників і великих землевласників.</a:t>
          </a:r>
          <a:endParaRPr lang="uk-UA" dirty="0"/>
        </a:p>
      </dgm:t>
    </dgm:pt>
    <dgm:pt modelId="{D2B9A896-888D-47FA-9F85-C46B54506D6D}" type="parTrans" cxnId="{CF4FDD9F-6F8A-4D22-88E1-2792C754C48A}">
      <dgm:prSet/>
      <dgm:spPr/>
      <dgm:t>
        <a:bodyPr/>
        <a:lstStyle/>
        <a:p>
          <a:endParaRPr lang="uk-UA"/>
        </a:p>
      </dgm:t>
    </dgm:pt>
    <dgm:pt modelId="{33E91C48-7603-44A1-A12D-0EEB7C6CAC15}" type="sibTrans" cxnId="{CF4FDD9F-6F8A-4D22-88E1-2792C754C48A}">
      <dgm:prSet/>
      <dgm:spPr/>
      <dgm:t>
        <a:bodyPr/>
        <a:lstStyle/>
        <a:p>
          <a:endParaRPr lang="uk-UA"/>
        </a:p>
      </dgm:t>
    </dgm:pt>
    <dgm:pt modelId="{85434C87-849E-4A10-B252-4EC09F452E4C}" type="pres">
      <dgm:prSet presAssocID="{F4B8D58C-BA38-4FC6-B28D-B87D47AF39E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1AAC302-E4EA-48FA-A5ED-BB1CF97AA632}" type="pres">
      <dgm:prSet presAssocID="{9A5BC28D-33A9-43AC-9F3E-B1303533CEC3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C742DC9-31F3-4729-97B9-F857B67E4A8D}" type="pres">
      <dgm:prSet presAssocID="{12CA7373-1C5C-477B-BEC9-3E2AEC5EBEED}" presName="spacer" presStyleCnt="0"/>
      <dgm:spPr/>
    </dgm:pt>
    <dgm:pt modelId="{F471F849-9564-4B81-B125-5B5761B7BA52}" type="pres">
      <dgm:prSet presAssocID="{D5F2E775-FA29-4D28-9644-1412F37E43F4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2F12821-BF87-43F0-8A0B-1DF20574BE28}" srcId="{F4B8D58C-BA38-4FC6-B28D-B87D47AF39E6}" destId="{9A5BC28D-33A9-43AC-9F3E-B1303533CEC3}" srcOrd="0" destOrd="0" parTransId="{4DFD10CB-445E-492A-95CA-606D3A202DD0}" sibTransId="{12CA7373-1C5C-477B-BEC9-3E2AEC5EBEED}"/>
    <dgm:cxn modelId="{CF4FDD9F-6F8A-4D22-88E1-2792C754C48A}" srcId="{F4B8D58C-BA38-4FC6-B28D-B87D47AF39E6}" destId="{D5F2E775-FA29-4D28-9644-1412F37E43F4}" srcOrd="1" destOrd="0" parTransId="{D2B9A896-888D-47FA-9F85-C46B54506D6D}" sibTransId="{33E91C48-7603-44A1-A12D-0EEB7C6CAC15}"/>
    <dgm:cxn modelId="{CA43CCB6-56A6-4940-906A-9F5D30D52FF0}" type="presOf" srcId="{F4B8D58C-BA38-4FC6-B28D-B87D47AF39E6}" destId="{85434C87-849E-4A10-B252-4EC09F452E4C}" srcOrd="0" destOrd="0" presId="urn:microsoft.com/office/officeart/2005/8/layout/vList2"/>
    <dgm:cxn modelId="{8AA57FB7-3D7E-4AA6-8EF9-D045D616F4B7}" type="presOf" srcId="{9A5BC28D-33A9-43AC-9F3E-B1303533CEC3}" destId="{01AAC302-E4EA-48FA-A5ED-BB1CF97AA632}" srcOrd="0" destOrd="0" presId="urn:microsoft.com/office/officeart/2005/8/layout/vList2"/>
    <dgm:cxn modelId="{7E4286CD-54B0-439A-A8E8-DF08875BE65B}" type="presOf" srcId="{D5F2E775-FA29-4D28-9644-1412F37E43F4}" destId="{F471F849-9564-4B81-B125-5B5761B7BA52}" srcOrd="0" destOrd="0" presId="urn:microsoft.com/office/officeart/2005/8/layout/vList2"/>
    <dgm:cxn modelId="{9DABC550-1B70-48B0-8DA1-7D4317CA2335}" type="presParOf" srcId="{85434C87-849E-4A10-B252-4EC09F452E4C}" destId="{01AAC302-E4EA-48FA-A5ED-BB1CF97AA632}" srcOrd="0" destOrd="0" presId="urn:microsoft.com/office/officeart/2005/8/layout/vList2"/>
    <dgm:cxn modelId="{152BA7E0-D642-4F83-9D95-6DC8A9689310}" type="presParOf" srcId="{85434C87-849E-4A10-B252-4EC09F452E4C}" destId="{CC742DC9-31F3-4729-97B9-F857B67E4A8D}" srcOrd="1" destOrd="0" presId="urn:microsoft.com/office/officeart/2005/8/layout/vList2"/>
    <dgm:cxn modelId="{634FDB4F-4A45-433D-BBA0-94D80A7127D8}" type="presParOf" srcId="{85434C87-849E-4A10-B252-4EC09F452E4C}" destId="{F471F849-9564-4B81-B125-5B5761B7BA5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804C91F3-B7C6-47F3-A42B-BEA2C4D0D8B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E0FF98E-5C3E-4EED-A90A-4213148FEA5C}">
      <dgm:prSet/>
      <dgm:spPr/>
      <dgm:t>
        <a:bodyPr/>
        <a:lstStyle/>
        <a:p>
          <a:r>
            <a:rPr lang="uk-UA" dirty="0"/>
            <a:t>поглибленню спеціалізації ремісничого виробництва та утворенню </a:t>
          </a:r>
          <a:r>
            <a:rPr lang="uk-UA" dirty="0" err="1"/>
            <a:t>цехів</a:t>
          </a:r>
          <a:r>
            <a:rPr lang="uk-UA" dirty="0"/>
            <a:t>.</a:t>
          </a:r>
        </a:p>
      </dgm:t>
    </dgm:pt>
    <dgm:pt modelId="{A5B19532-8E81-4076-8116-83BE8A58B0D7}" type="parTrans" cxnId="{BBE2E80F-1C93-47D1-A261-35FC95C3F44B}">
      <dgm:prSet/>
      <dgm:spPr/>
      <dgm:t>
        <a:bodyPr/>
        <a:lstStyle/>
        <a:p>
          <a:endParaRPr lang="uk-UA"/>
        </a:p>
      </dgm:t>
    </dgm:pt>
    <dgm:pt modelId="{F8BEB560-6F59-4E58-BFB6-8ACEF0C85FF3}" type="sibTrans" cxnId="{BBE2E80F-1C93-47D1-A261-35FC95C3F44B}">
      <dgm:prSet/>
      <dgm:spPr/>
      <dgm:t>
        <a:bodyPr/>
        <a:lstStyle/>
        <a:p>
          <a:endParaRPr lang="uk-UA"/>
        </a:p>
      </dgm:t>
    </dgm:pt>
    <dgm:pt modelId="{8F1BE76D-73C0-4AEA-ACE1-FEBFE4562D3D}">
      <dgm:prSet/>
      <dgm:spPr/>
      <dgm:t>
        <a:bodyPr/>
        <a:lstStyle/>
        <a:p>
          <a:r>
            <a:rPr lang="uk-UA" dirty="0"/>
            <a:t>утвердженню панівного становища українського населення в містах.</a:t>
          </a:r>
        </a:p>
      </dgm:t>
    </dgm:pt>
    <dgm:pt modelId="{52F9C804-2C67-4724-9A49-4E1456DD17BE}" type="parTrans" cxnId="{C49A666A-89B7-4CAC-BE78-7A6001BEFDE5}">
      <dgm:prSet/>
      <dgm:spPr/>
      <dgm:t>
        <a:bodyPr/>
        <a:lstStyle/>
        <a:p>
          <a:endParaRPr lang="uk-UA"/>
        </a:p>
      </dgm:t>
    </dgm:pt>
    <dgm:pt modelId="{76E7ED4C-07AC-4F26-B72F-FB840A8517AE}" type="sibTrans" cxnId="{C49A666A-89B7-4CAC-BE78-7A6001BEFDE5}">
      <dgm:prSet/>
      <dgm:spPr/>
      <dgm:t>
        <a:bodyPr/>
        <a:lstStyle/>
        <a:p>
          <a:endParaRPr lang="uk-UA"/>
        </a:p>
      </dgm:t>
    </dgm:pt>
    <dgm:pt modelId="{D30ECF60-02CB-45B8-8900-0A939A094B9E}" type="pres">
      <dgm:prSet presAssocID="{804C91F3-B7C6-47F3-A42B-BEA2C4D0D8BA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3B3E706-26BC-49CC-9467-5796171C89CC}" type="pres">
      <dgm:prSet presAssocID="{EE0FF98E-5C3E-4EED-A90A-4213148FEA5C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21B5FE9-3117-49F4-AC8A-919BD71A9964}" type="pres">
      <dgm:prSet presAssocID="{F8BEB560-6F59-4E58-BFB6-8ACEF0C85FF3}" presName="spacer" presStyleCnt="0"/>
      <dgm:spPr/>
    </dgm:pt>
    <dgm:pt modelId="{E1110666-7D51-421F-A3CA-5EBEB16102AF}" type="pres">
      <dgm:prSet presAssocID="{8F1BE76D-73C0-4AEA-ACE1-FEBFE4562D3D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BE2E80F-1C93-47D1-A261-35FC95C3F44B}" srcId="{804C91F3-B7C6-47F3-A42B-BEA2C4D0D8BA}" destId="{EE0FF98E-5C3E-4EED-A90A-4213148FEA5C}" srcOrd="0" destOrd="0" parTransId="{A5B19532-8E81-4076-8116-83BE8A58B0D7}" sibTransId="{F8BEB560-6F59-4E58-BFB6-8ACEF0C85FF3}"/>
    <dgm:cxn modelId="{C49A666A-89B7-4CAC-BE78-7A6001BEFDE5}" srcId="{804C91F3-B7C6-47F3-A42B-BEA2C4D0D8BA}" destId="{8F1BE76D-73C0-4AEA-ACE1-FEBFE4562D3D}" srcOrd="1" destOrd="0" parTransId="{52F9C804-2C67-4724-9A49-4E1456DD17BE}" sibTransId="{76E7ED4C-07AC-4F26-B72F-FB840A8517AE}"/>
    <dgm:cxn modelId="{5C303AEC-ADF5-4590-908C-68A4E53E95C2}" type="presOf" srcId="{804C91F3-B7C6-47F3-A42B-BEA2C4D0D8BA}" destId="{D30ECF60-02CB-45B8-8900-0A939A094B9E}" srcOrd="0" destOrd="0" presId="urn:microsoft.com/office/officeart/2005/8/layout/vList2"/>
    <dgm:cxn modelId="{303B9D03-5B89-4E46-964B-38D56E09F661}" type="presOf" srcId="{EE0FF98E-5C3E-4EED-A90A-4213148FEA5C}" destId="{73B3E706-26BC-49CC-9467-5796171C89CC}" srcOrd="0" destOrd="0" presId="urn:microsoft.com/office/officeart/2005/8/layout/vList2"/>
    <dgm:cxn modelId="{EF941F60-B7EB-4272-98D2-44555A229CE1}" type="presOf" srcId="{8F1BE76D-73C0-4AEA-ACE1-FEBFE4562D3D}" destId="{E1110666-7D51-421F-A3CA-5EBEB16102AF}" srcOrd="0" destOrd="0" presId="urn:microsoft.com/office/officeart/2005/8/layout/vList2"/>
    <dgm:cxn modelId="{E8D8F812-FF26-47B7-ABA0-17CD91B05F4B}" type="presParOf" srcId="{D30ECF60-02CB-45B8-8900-0A939A094B9E}" destId="{73B3E706-26BC-49CC-9467-5796171C89CC}" srcOrd="0" destOrd="0" presId="urn:microsoft.com/office/officeart/2005/8/layout/vList2"/>
    <dgm:cxn modelId="{7CE4A4A1-A2B1-4916-80BA-3900ADAA9101}" type="presParOf" srcId="{D30ECF60-02CB-45B8-8900-0A939A094B9E}" destId="{D21B5FE9-3117-49F4-AC8A-919BD71A9964}" srcOrd="1" destOrd="0" presId="urn:microsoft.com/office/officeart/2005/8/layout/vList2"/>
    <dgm:cxn modelId="{F925FBF7-A22D-431A-9485-5597E050ACED}" type="presParOf" srcId="{D30ECF60-02CB-45B8-8900-0A939A094B9E}" destId="{E1110666-7D51-421F-A3CA-5EBEB16102A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F4B8D58C-BA38-4FC6-B28D-B87D47AF39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9A5BC28D-33A9-43AC-9F3E-B1303533CEC3}">
      <dgm:prSet/>
      <dgm:spPr/>
      <dgm:t>
        <a:bodyPr/>
        <a:lstStyle/>
        <a:p>
          <a:r>
            <a:rPr lang="uk-UA" b="0" i="0" dirty="0"/>
            <a:t>витісненню з органів міського самоврядування іноземців (поляків, німців тощо).</a:t>
          </a:r>
          <a:endParaRPr lang="uk-UA" dirty="0"/>
        </a:p>
      </dgm:t>
    </dgm:pt>
    <dgm:pt modelId="{4DFD10CB-445E-492A-95CA-606D3A202DD0}" type="parTrans" cxnId="{F2F12821-BF87-43F0-8A0B-1DF20574BE28}">
      <dgm:prSet/>
      <dgm:spPr/>
      <dgm:t>
        <a:bodyPr/>
        <a:lstStyle/>
        <a:p>
          <a:endParaRPr lang="uk-UA"/>
        </a:p>
      </dgm:t>
    </dgm:pt>
    <dgm:pt modelId="{12CA7373-1C5C-477B-BEC9-3E2AEC5EBEED}" type="sibTrans" cxnId="{F2F12821-BF87-43F0-8A0B-1DF20574BE28}">
      <dgm:prSet/>
      <dgm:spPr/>
      <dgm:t>
        <a:bodyPr/>
        <a:lstStyle/>
        <a:p>
          <a:endParaRPr lang="uk-UA"/>
        </a:p>
      </dgm:t>
    </dgm:pt>
    <dgm:pt modelId="{D5F2E775-FA29-4D28-9644-1412F37E43F4}">
      <dgm:prSet/>
      <dgm:spPr>
        <a:solidFill>
          <a:schemeClr val="accent1"/>
        </a:solidFill>
      </dgm:spPr>
      <dgm:t>
        <a:bodyPr/>
        <a:lstStyle/>
        <a:p>
          <a:r>
            <a:rPr lang="uk-UA" b="0" i="0" dirty="0"/>
            <a:t>захисту населення міст від сваволі королівських намісників і великих землевласників.</a:t>
          </a:r>
          <a:endParaRPr lang="uk-UA" dirty="0"/>
        </a:p>
      </dgm:t>
    </dgm:pt>
    <dgm:pt modelId="{D2B9A896-888D-47FA-9F85-C46B54506D6D}" type="parTrans" cxnId="{CF4FDD9F-6F8A-4D22-88E1-2792C754C48A}">
      <dgm:prSet/>
      <dgm:spPr/>
      <dgm:t>
        <a:bodyPr/>
        <a:lstStyle/>
        <a:p>
          <a:endParaRPr lang="uk-UA"/>
        </a:p>
      </dgm:t>
    </dgm:pt>
    <dgm:pt modelId="{33E91C48-7603-44A1-A12D-0EEB7C6CAC15}" type="sibTrans" cxnId="{CF4FDD9F-6F8A-4D22-88E1-2792C754C48A}">
      <dgm:prSet/>
      <dgm:spPr/>
      <dgm:t>
        <a:bodyPr/>
        <a:lstStyle/>
        <a:p>
          <a:endParaRPr lang="uk-UA"/>
        </a:p>
      </dgm:t>
    </dgm:pt>
    <dgm:pt modelId="{85434C87-849E-4A10-B252-4EC09F452E4C}" type="pres">
      <dgm:prSet presAssocID="{F4B8D58C-BA38-4FC6-B28D-B87D47AF39E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1AAC302-E4EA-48FA-A5ED-BB1CF97AA632}" type="pres">
      <dgm:prSet presAssocID="{9A5BC28D-33A9-43AC-9F3E-B1303533CEC3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C742DC9-31F3-4729-97B9-F857B67E4A8D}" type="pres">
      <dgm:prSet presAssocID="{12CA7373-1C5C-477B-BEC9-3E2AEC5EBEED}" presName="spacer" presStyleCnt="0"/>
      <dgm:spPr/>
    </dgm:pt>
    <dgm:pt modelId="{F471F849-9564-4B81-B125-5B5761B7BA52}" type="pres">
      <dgm:prSet presAssocID="{D5F2E775-FA29-4D28-9644-1412F37E43F4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2F12821-BF87-43F0-8A0B-1DF20574BE28}" srcId="{F4B8D58C-BA38-4FC6-B28D-B87D47AF39E6}" destId="{9A5BC28D-33A9-43AC-9F3E-B1303533CEC3}" srcOrd="0" destOrd="0" parTransId="{4DFD10CB-445E-492A-95CA-606D3A202DD0}" sibTransId="{12CA7373-1C5C-477B-BEC9-3E2AEC5EBEED}"/>
    <dgm:cxn modelId="{CF4FDD9F-6F8A-4D22-88E1-2792C754C48A}" srcId="{F4B8D58C-BA38-4FC6-B28D-B87D47AF39E6}" destId="{D5F2E775-FA29-4D28-9644-1412F37E43F4}" srcOrd="1" destOrd="0" parTransId="{D2B9A896-888D-47FA-9F85-C46B54506D6D}" sibTransId="{33E91C48-7603-44A1-A12D-0EEB7C6CAC15}"/>
    <dgm:cxn modelId="{CA43CCB6-56A6-4940-906A-9F5D30D52FF0}" type="presOf" srcId="{F4B8D58C-BA38-4FC6-B28D-B87D47AF39E6}" destId="{85434C87-849E-4A10-B252-4EC09F452E4C}" srcOrd="0" destOrd="0" presId="urn:microsoft.com/office/officeart/2005/8/layout/vList2"/>
    <dgm:cxn modelId="{8AA57FB7-3D7E-4AA6-8EF9-D045D616F4B7}" type="presOf" srcId="{9A5BC28D-33A9-43AC-9F3E-B1303533CEC3}" destId="{01AAC302-E4EA-48FA-A5ED-BB1CF97AA632}" srcOrd="0" destOrd="0" presId="urn:microsoft.com/office/officeart/2005/8/layout/vList2"/>
    <dgm:cxn modelId="{7E4286CD-54B0-439A-A8E8-DF08875BE65B}" type="presOf" srcId="{D5F2E775-FA29-4D28-9644-1412F37E43F4}" destId="{F471F849-9564-4B81-B125-5B5761B7BA52}" srcOrd="0" destOrd="0" presId="urn:microsoft.com/office/officeart/2005/8/layout/vList2"/>
    <dgm:cxn modelId="{9DABC550-1B70-48B0-8DA1-7D4317CA2335}" type="presParOf" srcId="{85434C87-849E-4A10-B252-4EC09F452E4C}" destId="{01AAC302-E4EA-48FA-A5ED-BB1CF97AA632}" srcOrd="0" destOrd="0" presId="urn:microsoft.com/office/officeart/2005/8/layout/vList2"/>
    <dgm:cxn modelId="{152BA7E0-D642-4F83-9D95-6DC8A9689310}" type="presParOf" srcId="{85434C87-849E-4A10-B252-4EC09F452E4C}" destId="{CC742DC9-31F3-4729-97B9-F857B67E4A8D}" srcOrd="1" destOrd="0" presId="urn:microsoft.com/office/officeart/2005/8/layout/vList2"/>
    <dgm:cxn modelId="{634FDB4F-4A45-433D-BBA0-94D80A7127D8}" type="presParOf" srcId="{85434C87-849E-4A10-B252-4EC09F452E4C}" destId="{F471F849-9564-4B81-B125-5B5761B7BA5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7D0EA85D-1D47-4BC5-9637-B79054A79D1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4986689-C415-453C-A3EA-5D17E8DFDE59}">
      <dgm:prSet/>
      <dgm:spPr/>
      <dgm:t>
        <a:bodyPr/>
        <a:lstStyle/>
        <a:p>
          <a:r>
            <a:rPr lang="ru-RU" dirty="0"/>
            <a:t>оброк</a:t>
          </a:r>
          <a:endParaRPr lang="uk-UA" dirty="0"/>
        </a:p>
      </dgm:t>
    </dgm:pt>
    <dgm:pt modelId="{759BE2E4-2081-4873-B36A-FC0B68E45A2A}" type="parTrans" cxnId="{05116B08-587B-44A7-9C0C-9E939B15572F}">
      <dgm:prSet/>
      <dgm:spPr/>
      <dgm:t>
        <a:bodyPr/>
        <a:lstStyle/>
        <a:p>
          <a:endParaRPr lang="uk-UA"/>
        </a:p>
      </dgm:t>
    </dgm:pt>
    <dgm:pt modelId="{B0602FEA-015E-47D0-9C8F-DE82A26B15B4}" type="sibTrans" cxnId="{05116B08-587B-44A7-9C0C-9E939B15572F}">
      <dgm:prSet/>
      <dgm:spPr/>
      <dgm:t>
        <a:bodyPr/>
        <a:lstStyle/>
        <a:p>
          <a:endParaRPr lang="uk-UA"/>
        </a:p>
      </dgm:t>
    </dgm:pt>
    <dgm:pt modelId="{62F537B7-9F80-4250-BE01-6616AFEAC88C}">
      <dgm:prSet/>
      <dgm:spPr/>
      <dgm:t>
        <a:bodyPr/>
        <a:lstStyle/>
        <a:p>
          <a:r>
            <a:rPr lang="ru-RU"/>
            <a:t>десятину</a:t>
          </a:r>
          <a:endParaRPr lang="uk-UA"/>
        </a:p>
      </dgm:t>
    </dgm:pt>
    <dgm:pt modelId="{194C0274-9807-45E6-A818-49A77E90B404}" type="parTrans" cxnId="{9208F218-7EED-4526-8B95-D94B9E4FB51B}">
      <dgm:prSet/>
      <dgm:spPr/>
      <dgm:t>
        <a:bodyPr/>
        <a:lstStyle/>
        <a:p>
          <a:endParaRPr lang="uk-UA"/>
        </a:p>
      </dgm:t>
    </dgm:pt>
    <dgm:pt modelId="{EFEE1DF7-00C8-4CCE-985E-F4FEA068DD5A}" type="sibTrans" cxnId="{9208F218-7EED-4526-8B95-D94B9E4FB51B}">
      <dgm:prSet/>
      <dgm:spPr/>
      <dgm:t>
        <a:bodyPr/>
        <a:lstStyle/>
        <a:p>
          <a:endParaRPr lang="uk-UA"/>
        </a:p>
      </dgm:t>
    </dgm:pt>
    <dgm:pt modelId="{D6E3F7A5-5C67-418F-8DF2-1BD3E1B39D93}">
      <dgm:prSet/>
      <dgm:spPr/>
      <dgm:t>
        <a:bodyPr/>
        <a:lstStyle/>
        <a:p>
          <a:r>
            <a:rPr lang="ru-RU"/>
            <a:t>полюддя</a:t>
          </a:r>
          <a:endParaRPr lang="uk-UA"/>
        </a:p>
      </dgm:t>
    </dgm:pt>
    <dgm:pt modelId="{8DA48DA7-A2F9-45C5-957F-31108AAE350E}" type="parTrans" cxnId="{8CD77BA9-C2D2-426E-9579-7A084F5F6FD1}">
      <dgm:prSet/>
      <dgm:spPr/>
      <dgm:t>
        <a:bodyPr/>
        <a:lstStyle/>
        <a:p>
          <a:endParaRPr lang="uk-UA"/>
        </a:p>
      </dgm:t>
    </dgm:pt>
    <dgm:pt modelId="{143B5923-4605-4119-82CB-5FD68E689AB1}" type="sibTrans" cxnId="{8CD77BA9-C2D2-426E-9579-7A084F5F6FD1}">
      <dgm:prSet/>
      <dgm:spPr/>
      <dgm:t>
        <a:bodyPr/>
        <a:lstStyle/>
        <a:p>
          <a:endParaRPr lang="uk-UA"/>
        </a:p>
      </dgm:t>
    </dgm:pt>
    <dgm:pt modelId="{8842A700-7ECD-47EE-8365-F185BFAC9963}">
      <dgm:prSet/>
      <dgm:spPr/>
      <dgm:t>
        <a:bodyPr/>
        <a:lstStyle/>
        <a:p>
          <a:r>
            <a:rPr lang="ru-RU" dirty="0"/>
            <a:t>панщину</a:t>
          </a:r>
          <a:endParaRPr lang="uk-UA" dirty="0"/>
        </a:p>
      </dgm:t>
    </dgm:pt>
    <dgm:pt modelId="{581D69C5-0AED-40D4-81C9-A981AC7BE42C}" type="parTrans" cxnId="{F8AF6F76-20C4-4550-9BCE-B2F977711CF3}">
      <dgm:prSet/>
      <dgm:spPr/>
      <dgm:t>
        <a:bodyPr/>
        <a:lstStyle/>
        <a:p>
          <a:endParaRPr lang="uk-UA"/>
        </a:p>
      </dgm:t>
    </dgm:pt>
    <dgm:pt modelId="{11168580-CCDB-4738-8C56-22F6136F86A3}" type="sibTrans" cxnId="{F8AF6F76-20C4-4550-9BCE-B2F977711CF3}">
      <dgm:prSet/>
      <dgm:spPr/>
      <dgm:t>
        <a:bodyPr/>
        <a:lstStyle/>
        <a:p>
          <a:endParaRPr lang="uk-UA"/>
        </a:p>
      </dgm:t>
    </dgm:pt>
    <dgm:pt modelId="{D9751837-DC29-4479-AEAF-6DBD4ED040DE}" type="pres">
      <dgm:prSet presAssocID="{7D0EA85D-1D47-4BC5-9637-B79054A79D18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3CB83DA-B782-43CC-BFA9-0D6A4204CA73}" type="pres">
      <dgm:prSet presAssocID="{B4986689-C415-453C-A3EA-5D17E8DFDE59}" presName="composite" presStyleCnt="0"/>
      <dgm:spPr/>
    </dgm:pt>
    <dgm:pt modelId="{CFD334C5-FED5-4F43-9F26-42E755A3C904}" type="pres">
      <dgm:prSet presAssocID="{B4986689-C415-453C-A3EA-5D17E8DFDE59}" presName="imgShp" presStyleLbl="fgImgPlace1" presStyleIdx="0" presStyleCnt="4"/>
      <dgm:spPr/>
    </dgm:pt>
    <dgm:pt modelId="{575CC285-D18C-40B9-B69C-FBB2C0AA5286}" type="pres">
      <dgm:prSet presAssocID="{B4986689-C415-453C-A3EA-5D17E8DFDE59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851ADA6-E120-4754-A110-6B4894E7C55E}" type="pres">
      <dgm:prSet presAssocID="{B0602FEA-015E-47D0-9C8F-DE82A26B15B4}" presName="spacing" presStyleCnt="0"/>
      <dgm:spPr/>
    </dgm:pt>
    <dgm:pt modelId="{18083115-8336-4DA5-9F8F-9278E641F136}" type="pres">
      <dgm:prSet presAssocID="{62F537B7-9F80-4250-BE01-6616AFEAC88C}" presName="composite" presStyleCnt="0"/>
      <dgm:spPr/>
    </dgm:pt>
    <dgm:pt modelId="{07D4125F-75BC-4372-972A-7AA97C1DDC0E}" type="pres">
      <dgm:prSet presAssocID="{62F537B7-9F80-4250-BE01-6616AFEAC88C}" presName="imgShp" presStyleLbl="fgImgPlace1" presStyleIdx="1" presStyleCnt="4"/>
      <dgm:spPr/>
    </dgm:pt>
    <dgm:pt modelId="{60421297-4D87-4253-8428-6AD581945CFE}" type="pres">
      <dgm:prSet presAssocID="{62F537B7-9F80-4250-BE01-6616AFEAC88C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5B6B14A-77ED-4448-A346-B29B57F833DE}" type="pres">
      <dgm:prSet presAssocID="{EFEE1DF7-00C8-4CCE-985E-F4FEA068DD5A}" presName="spacing" presStyleCnt="0"/>
      <dgm:spPr/>
    </dgm:pt>
    <dgm:pt modelId="{0BBF5258-4472-4FF2-8FB0-C1FC667F3B80}" type="pres">
      <dgm:prSet presAssocID="{D6E3F7A5-5C67-418F-8DF2-1BD3E1B39D93}" presName="composite" presStyleCnt="0"/>
      <dgm:spPr/>
    </dgm:pt>
    <dgm:pt modelId="{8832E6E2-41CB-4908-BEC2-89D36D60B531}" type="pres">
      <dgm:prSet presAssocID="{D6E3F7A5-5C67-418F-8DF2-1BD3E1B39D93}" presName="imgShp" presStyleLbl="fgImgPlace1" presStyleIdx="2" presStyleCnt="4"/>
      <dgm:spPr/>
    </dgm:pt>
    <dgm:pt modelId="{63537AA6-F3D1-451C-81C6-386AF44287AC}" type="pres">
      <dgm:prSet presAssocID="{D6E3F7A5-5C67-418F-8DF2-1BD3E1B39D93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7CBF349-0A56-4362-96F8-7FE411C97C3A}" type="pres">
      <dgm:prSet presAssocID="{143B5923-4605-4119-82CB-5FD68E689AB1}" presName="spacing" presStyleCnt="0"/>
      <dgm:spPr/>
    </dgm:pt>
    <dgm:pt modelId="{05250E0A-0B59-4CAC-AB79-76682870CA29}" type="pres">
      <dgm:prSet presAssocID="{8842A700-7ECD-47EE-8365-F185BFAC9963}" presName="composite" presStyleCnt="0"/>
      <dgm:spPr/>
    </dgm:pt>
    <dgm:pt modelId="{721F7F06-A155-4EC0-BAC1-7179E3D7D216}" type="pres">
      <dgm:prSet presAssocID="{8842A700-7ECD-47EE-8365-F185BFAC9963}" presName="imgShp" presStyleLbl="fgImgPlace1" presStyleIdx="3" presStyleCnt="4"/>
      <dgm:spPr/>
    </dgm:pt>
    <dgm:pt modelId="{6B521FEA-43E9-43D6-AF52-0A153AD67BD4}" type="pres">
      <dgm:prSet presAssocID="{8842A700-7ECD-47EE-8365-F185BFAC9963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CD77BA9-C2D2-426E-9579-7A084F5F6FD1}" srcId="{7D0EA85D-1D47-4BC5-9637-B79054A79D18}" destId="{D6E3F7A5-5C67-418F-8DF2-1BD3E1B39D93}" srcOrd="2" destOrd="0" parTransId="{8DA48DA7-A2F9-45C5-957F-31108AAE350E}" sibTransId="{143B5923-4605-4119-82CB-5FD68E689AB1}"/>
    <dgm:cxn modelId="{4D5E1B5C-8BE4-4662-983D-5566DA190A32}" type="presOf" srcId="{8842A700-7ECD-47EE-8365-F185BFAC9963}" destId="{6B521FEA-43E9-43D6-AF52-0A153AD67BD4}" srcOrd="0" destOrd="0" presId="urn:microsoft.com/office/officeart/2005/8/layout/vList3"/>
    <dgm:cxn modelId="{15A9F8DA-15B5-4FBC-AFD3-5CEEC2876F9F}" type="presOf" srcId="{B4986689-C415-453C-A3EA-5D17E8DFDE59}" destId="{575CC285-D18C-40B9-B69C-FBB2C0AA5286}" srcOrd="0" destOrd="0" presId="urn:microsoft.com/office/officeart/2005/8/layout/vList3"/>
    <dgm:cxn modelId="{0AB8DE4C-AC2F-4FAA-943D-71AFEE7D1B99}" type="presOf" srcId="{62F537B7-9F80-4250-BE01-6616AFEAC88C}" destId="{60421297-4D87-4253-8428-6AD581945CFE}" srcOrd="0" destOrd="0" presId="urn:microsoft.com/office/officeart/2005/8/layout/vList3"/>
    <dgm:cxn modelId="{F8AF6F76-20C4-4550-9BCE-B2F977711CF3}" srcId="{7D0EA85D-1D47-4BC5-9637-B79054A79D18}" destId="{8842A700-7ECD-47EE-8365-F185BFAC9963}" srcOrd="3" destOrd="0" parTransId="{581D69C5-0AED-40D4-81C9-A981AC7BE42C}" sibTransId="{11168580-CCDB-4738-8C56-22F6136F86A3}"/>
    <dgm:cxn modelId="{5CD93D41-E352-48C1-A932-F658328CC42E}" type="presOf" srcId="{7D0EA85D-1D47-4BC5-9637-B79054A79D18}" destId="{D9751837-DC29-4479-AEAF-6DBD4ED040DE}" srcOrd="0" destOrd="0" presId="urn:microsoft.com/office/officeart/2005/8/layout/vList3"/>
    <dgm:cxn modelId="{05116B08-587B-44A7-9C0C-9E939B15572F}" srcId="{7D0EA85D-1D47-4BC5-9637-B79054A79D18}" destId="{B4986689-C415-453C-A3EA-5D17E8DFDE59}" srcOrd="0" destOrd="0" parTransId="{759BE2E4-2081-4873-B36A-FC0B68E45A2A}" sibTransId="{B0602FEA-015E-47D0-9C8F-DE82A26B15B4}"/>
    <dgm:cxn modelId="{9208F218-7EED-4526-8B95-D94B9E4FB51B}" srcId="{7D0EA85D-1D47-4BC5-9637-B79054A79D18}" destId="{62F537B7-9F80-4250-BE01-6616AFEAC88C}" srcOrd="1" destOrd="0" parTransId="{194C0274-9807-45E6-A818-49A77E90B404}" sibTransId="{EFEE1DF7-00C8-4CCE-985E-F4FEA068DD5A}"/>
    <dgm:cxn modelId="{07C96308-3470-467C-89F9-D6AF85173361}" type="presOf" srcId="{D6E3F7A5-5C67-418F-8DF2-1BD3E1B39D93}" destId="{63537AA6-F3D1-451C-81C6-386AF44287AC}" srcOrd="0" destOrd="0" presId="urn:microsoft.com/office/officeart/2005/8/layout/vList3"/>
    <dgm:cxn modelId="{6E8F318D-2D8A-47E9-948F-8167DADAFA5B}" type="presParOf" srcId="{D9751837-DC29-4479-AEAF-6DBD4ED040DE}" destId="{B3CB83DA-B782-43CC-BFA9-0D6A4204CA73}" srcOrd="0" destOrd="0" presId="urn:microsoft.com/office/officeart/2005/8/layout/vList3"/>
    <dgm:cxn modelId="{DF0D3506-1666-46E0-8E72-3D88E8D91A25}" type="presParOf" srcId="{B3CB83DA-B782-43CC-BFA9-0D6A4204CA73}" destId="{CFD334C5-FED5-4F43-9F26-42E755A3C904}" srcOrd="0" destOrd="0" presId="urn:microsoft.com/office/officeart/2005/8/layout/vList3"/>
    <dgm:cxn modelId="{432F7C60-EB18-4B21-83D0-01EB5ABACC60}" type="presParOf" srcId="{B3CB83DA-B782-43CC-BFA9-0D6A4204CA73}" destId="{575CC285-D18C-40B9-B69C-FBB2C0AA5286}" srcOrd="1" destOrd="0" presId="urn:microsoft.com/office/officeart/2005/8/layout/vList3"/>
    <dgm:cxn modelId="{A6B2CF7D-8062-4FFF-9210-089D3807E9E6}" type="presParOf" srcId="{D9751837-DC29-4479-AEAF-6DBD4ED040DE}" destId="{F851ADA6-E120-4754-A110-6B4894E7C55E}" srcOrd="1" destOrd="0" presId="urn:microsoft.com/office/officeart/2005/8/layout/vList3"/>
    <dgm:cxn modelId="{F17946D7-D05A-4124-958C-18949569B450}" type="presParOf" srcId="{D9751837-DC29-4479-AEAF-6DBD4ED040DE}" destId="{18083115-8336-4DA5-9F8F-9278E641F136}" srcOrd="2" destOrd="0" presId="urn:microsoft.com/office/officeart/2005/8/layout/vList3"/>
    <dgm:cxn modelId="{372442AF-77A8-47FA-A31B-3748A7257B7C}" type="presParOf" srcId="{18083115-8336-4DA5-9F8F-9278E641F136}" destId="{07D4125F-75BC-4372-972A-7AA97C1DDC0E}" srcOrd="0" destOrd="0" presId="urn:microsoft.com/office/officeart/2005/8/layout/vList3"/>
    <dgm:cxn modelId="{AE3149C0-6F06-4A5A-9F82-CBA7106FF0E6}" type="presParOf" srcId="{18083115-8336-4DA5-9F8F-9278E641F136}" destId="{60421297-4D87-4253-8428-6AD581945CFE}" srcOrd="1" destOrd="0" presId="urn:microsoft.com/office/officeart/2005/8/layout/vList3"/>
    <dgm:cxn modelId="{E8C5EB3F-EF54-4A2C-AE33-055764F2F195}" type="presParOf" srcId="{D9751837-DC29-4479-AEAF-6DBD4ED040DE}" destId="{05B6B14A-77ED-4448-A346-B29B57F833DE}" srcOrd="3" destOrd="0" presId="urn:microsoft.com/office/officeart/2005/8/layout/vList3"/>
    <dgm:cxn modelId="{624B9600-A785-49D8-B293-B275BCA839A6}" type="presParOf" srcId="{D9751837-DC29-4479-AEAF-6DBD4ED040DE}" destId="{0BBF5258-4472-4FF2-8FB0-C1FC667F3B80}" srcOrd="4" destOrd="0" presId="urn:microsoft.com/office/officeart/2005/8/layout/vList3"/>
    <dgm:cxn modelId="{D196853C-9652-4DCE-84D1-DD11B8E9C1A8}" type="presParOf" srcId="{0BBF5258-4472-4FF2-8FB0-C1FC667F3B80}" destId="{8832E6E2-41CB-4908-BEC2-89D36D60B531}" srcOrd="0" destOrd="0" presId="urn:microsoft.com/office/officeart/2005/8/layout/vList3"/>
    <dgm:cxn modelId="{37B423BC-821B-49B6-91A0-95389AEED9D6}" type="presParOf" srcId="{0BBF5258-4472-4FF2-8FB0-C1FC667F3B80}" destId="{63537AA6-F3D1-451C-81C6-386AF44287AC}" srcOrd="1" destOrd="0" presId="urn:microsoft.com/office/officeart/2005/8/layout/vList3"/>
    <dgm:cxn modelId="{8ED1BDCE-8F0C-41FD-AF89-1845D035C52D}" type="presParOf" srcId="{D9751837-DC29-4479-AEAF-6DBD4ED040DE}" destId="{97CBF349-0A56-4362-96F8-7FE411C97C3A}" srcOrd="5" destOrd="0" presId="urn:microsoft.com/office/officeart/2005/8/layout/vList3"/>
    <dgm:cxn modelId="{1F4013D1-D33F-41FE-B7A2-2B76FA230773}" type="presParOf" srcId="{D9751837-DC29-4479-AEAF-6DBD4ED040DE}" destId="{05250E0A-0B59-4CAC-AB79-76682870CA29}" srcOrd="6" destOrd="0" presId="urn:microsoft.com/office/officeart/2005/8/layout/vList3"/>
    <dgm:cxn modelId="{80EFD664-A3E0-4AB1-A541-C734C6405C09}" type="presParOf" srcId="{05250E0A-0B59-4CAC-AB79-76682870CA29}" destId="{721F7F06-A155-4EC0-BAC1-7179E3D7D216}" srcOrd="0" destOrd="0" presId="urn:microsoft.com/office/officeart/2005/8/layout/vList3"/>
    <dgm:cxn modelId="{B9EAF22A-108D-44CD-BC54-F527B0D57683}" type="presParOf" srcId="{05250E0A-0B59-4CAC-AB79-76682870CA29}" destId="{6B521FEA-43E9-43D6-AF52-0A153AD67BD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ADF0AEDB-903C-45BF-8BDA-E701DD2A8E7D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952BED2-83CA-4D1E-A98F-4723F8CE84E5}">
      <dgm:prSet/>
      <dgm:spPr/>
      <dgm:t>
        <a:bodyPr/>
        <a:lstStyle/>
        <a:p>
          <a:r>
            <a:rPr lang="ru-RU" dirty="0"/>
            <a:t>«</a:t>
          </a:r>
          <a:r>
            <a:rPr lang="ru-RU" dirty="0" err="1"/>
            <a:t>Державні</a:t>
          </a:r>
          <a:r>
            <a:rPr lang="ru-RU" dirty="0"/>
            <a:t> </a:t>
          </a:r>
          <a:r>
            <a:rPr lang="ru-RU" dirty="0" err="1"/>
            <a:t>селяни</a:t>
          </a:r>
          <a:r>
            <a:rPr lang="ru-RU" dirty="0"/>
            <a:t>».</a:t>
          </a:r>
          <a:endParaRPr lang="uk-UA" dirty="0"/>
        </a:p>
      </dgm:t>
    </dgm:pt>
    <dgm:pt modelId="{FDC2BAB9-7515-4051-8CC1-3FF511572243}" type="parTrans" cxnId="{9E16690D-022A-455F-A317-CDAD7AEB85EE}">
      <dgm:prSet/>
      <dgm:spPr/>
      <dgm:t>
        <a:bodyPr/>
        <a:lstStyle/>
        <a:p>
          <a:endParaRPr lang="uk-UA"/>
        </a:p>
      </dgm:t>
    </dgm:pt>
    <dgm:pt modelId="{D098BB59-D6BE-49F2-BB01-47EC2F4CCE8D}" type="sibTrans" cxnId="{9E16690D-022A-455F-A317-CDAD7AEB85EE}">
      <dgm:prSet/>
      <dgm:spPr/>
      <dgm:t>
        <a:bodyPr/>
        <a:lstStyle/>
        <a:p>
          <a:endParaRPr lang="uk-UA"/>
        </a:p>
      </dgm:t>
    </dgm:pt>
    <dgm:pt modelId="{5B6DEBE5-EC15-453D-A0E0-32203A6B8037}">
      <dgm:prSet/>
      <dgm:spPr/>
      <dgm:t>
        <a:bodyPr/>
        <a:lstStyle/>
        <a:p>
          <a:r>
            <a:rPr lang="ru-RU"/>
            <a:t>«Панщина».</a:t>
          </a:r>
          <a:endParaRPr lang="uk-UA"/>
        </a:p>
      </dgm:t>
    </dgm:pt>
    <dgm:pt modelId="{8F5618C3-5DFE-44C2-B454-B05B39BE6017}" type="parTrans" cxnId="{40B9E412-3AAC-4A12-99E3-AC9852672400}">
      <dgm:prSet/>
      <dgm:spPr/>
      <dgm:t>
        <a:bodyPr/>
        <a:lstStyle/>
        <a:p>
          <a:endParaRPr lang="uk-UA"/>
        </a:p>
      </dgm:t>
    </dgm:pt>
    <dgm:pt modelId="{62CD5C9E-F52F-4BE2-BB1B-FE6FDFF0A5E4}" type="sibTrans" cxnId="{40B9E412-3AAC-4A12-99E3-AC9852672400}">
      <dgm:prSet/>
      <dgm:spPr/>
      <dgm:t>
        <a:bodyPr/>
        <a:lstStyle/>
        <a:p>
          <a:endParaRPr lang="uk-UA"/>
        </a:p>
      </dgm:t>
    </dgm:pt>
    <dgm:pt modelId="{F6EF8704-DF05-4A27-8888-0A918E2D63A9}">
      <dgm:prSet/>
      <dgm:spPr/>
      <dgm:t>
        <a:bodyPr/>
        <a:lstStyle/>
        <a:p>
          <a:r>
            <a:rPr lang="ru-RU"/>
            <a:t>«Кріпацтво».</a:t>
          </a:r>
          <a:endParaRPr lang="uk-UA"/>
        </a:p>
      </dgm:t>
    </dgm:pt>
    <dgm:pt modelId="{38AE1F4F-75C4-4945-A84A-79498430C888}" type="parTrans" cxnId="{ED9F0F1D-861B-4794-8463-6A3C445153CD}">
      <dgm:prSet/>
      <dgm:spPr/>
      <dgm:t>
        <a:bodyPr/>
        <a:lstStyle/>
        <a:p>
          <a:endParaRPr lang="uk-UA"/>
        </a:p>
      </dgm:t>
    </dgm:pt>
    <dgm:pt modelId="{00C22254-1207-469F-92E4-80A494ACEAF1}" type="sibTrans" cxnId="{ED9F0F1D-861B-4794-8463-6A3C445153CD}">
      <dgm:prSet/>
      <dgm:spPr/>
      <dgm:t>
        <a:bodyPr/>
        <a:lstStyle/>
        <a:p>
          <a:endParaRPr lang="uk-UA"/>
        </a:p>
      </dgm:t>
    </dgm:pt>
    <dgm:pt modelId="{11A4888E-4D6E-430F-BF19-1735FF782A52}">
      <dgm:prSet/>
      <dgm:spPr/>
      <dgm:t>
        <a:bodyPr/>
        <a:lstStyle/>
        <a:p>
          <a:r>
            <a:rPr lang="ru-RU"/>
            <a:t>«Промисловий переворот».</a:t>
          </a:r>
          <a:endParaRPr lang="uk-UA"/>
        </a:p>
      </dgm:t>
    </dgm:pt>
    <dgm:pt modelId="{49D75BCA-3F76-43D8-8911-DF9316BBAEBB}" type="parTrans" cxnId="{162035BD-2314-400F-8EDB-243496497936}">
      <dgm:prSet/>
      <dgm:spPr/>
      <dgm:t>
        <a:bodyPr/>
        <a:lstStyle/>
        <a:p>
          <a:endParaRPr lang="uk-UA"/>
        </a:p>
      </dgm:t>
    </dgm:pt>
    <dgm:pt modelId="{C6566926-0C49-431C-8B2E-88D4719568DE}" type="sibTrans" cxnId="{162035BD-2314-400F-8EDB-243496497936}">
      <dgm:prSet/>
      <dgm:spPr/>
      <dgm:t>
        <a:bodyPr/>
        <a:lstStyle/>
        <a:p>
          <a:endParaRPr lang="uk-UA"/>
        </a:p>
      </dgm:t>
    </dgm:pt>
    <dgm:pt modelId="{CEB44CEB-2516-4E98-90E6-71195FED522E}">
      <dgm:prSet/>
      <dgm:spPr/>
      <dgm:t>
        <a:bodyPr/>
        <a:lstStyle/>
        <a:p>
          <a:r>
            <a:rPr lang="ru-RU"/>
            <a:t>«Фільварок».</a:t>
          </a:r>
          <a:endParaRPr lang="uk-UA"/>
        </a:p>
      </dgm:t>
    </dgm:pt>
    <dgm:pt modelId="{B030F49E-0FC3-4595-AF3C-A67E145AFFE4}" type="parTrans" cxnId="{21AF154A-3911-468A-9CF2-0D33153021BC}">
      <dgm:prSet/>
      <dgm:spPr/>
      <dgm:t>
        <a:bodyPr/>
        <a:lstStyle/>
        <a:p>
          <a:endParaRPr lang="uk-UA"/>
        </a:p>
      </dgm:t>
    </dgm:pt>
    <dgm:pt modelId="{FB7EAAC4-301E-46AD-A1A2-055077C281D3}" type="sibTrans" cxnId="{21AF154A-3911-468A-9CF2-0D33153021BC}">
      <dgm:prSet/>
      <dgm:spPr/>
      <dgm:t>
        <a:bodyPr/>
        <a:lstStyle/>
        <a:p>
          <a:endParaRPr lang="uk-UA"/>
        </a:p>
      </dgm:t>
    </dgm:pt>
    <dgm:pt modelId="{F48752E3-510E-4AD7-88C7-88EDCF933123}">
      <dgm:prSet/>
      <dgm:spPr/>
      <dgm:t>
        <a:bodyPr/>
        <a:lstStyle/>
        <a:p>
          <a:r>
            <a:rPr lang="ru-RU" dirty="0"/>
            <a:t>«</a:t>
          </a:r>
          <a:r>
            <a:rPr lang="ru-RU" dirty="0" err="1"/>
            <a:t>Буржуазія</a:t>
          </a:r>
          <a:r>
            <a:rPr lang="ru-RU" dirty="0"/>
            <a:t>»</a:t>
          </a:r>
          <a:endParaRPr lang="uk-UA" dirty="0"/>
        </a:p>
      </dgm:t>
    </dgm:pt>
    <dgm:pt modelId="{E48C52E7-1EED-41A8-BC2C-C3D5D6B43E44}" type="parTrans" cxnId="{7052A636-0957-4D66-A8ED-4815842F8679}">
      <dgm:prSet/>
      <dgm:spPr/>
      <dgm:t>
        <a:bodyPr/>
        <a:lstStyle/>
        <a:p>
          <a:endParaRPr lang="uk-UA"/>
        </a:p>
      </dgm:t>
    </dgm:pt>
    <dgm:pt modelId="{5857A001-33E6-4E92-A02C-714313F0F044}" type="sibTrans" cxnId="{7052A636-0957-4D66-A8ED-4815842F8679}">
      <dgm:prSet/>
      <dgm:spPr/>
      <dgm:t>
        <a:bodyPr/>
        <a:lstStyle/>
        <a:p>
          <a:endParaRPr lang="uk-UA"/>
        </a:p>
      </dgm:t>
    </dgm:pt>
    <dgm:pt modelId="{1BAFE409-2692-48E6-9388-E05883C389C7}" type="pres">
      <dgm:prSet presAssocID="{ADF0AEDB-903C-45BF-8BDA-E701DD2A8E7D}" presName="Name0" presStyleCnt="0">
        <dgm:presLayoutVars>
          <dgm:dir/>
          <dgm:resizeHandles/>
        </dgm:presLayoutVars>
      </dgm:prSet>
      <dgm:spPr/>
      <dgm:t>
        <a:bodyPr/>
        <a:lstStyle/>
        <a:p>
          <a:endParaRPr lang="ru-RU"/>
        </a:p>
      </dgm:t>
    </dgm:pt>
    <dgm:pt modelId="{CB824A5C-4B82-4605-8C53-6892800A7976}" type="pres">
      <dgm:prSet presAssocID="{7952BED2-83CA-4D1E-A98F-4723F8CE84E5}" presName="compNode" presStyleCnt="0"/>
      <dgm:spPr/>
    </dgm:pt>
    <dgm:pt modelId="{13AA392F-0C2A-4F8C-9E1E-347D879C6A08}" type="pres">
      <dgm:prSet presAssocID="{7952BED2-83CA-4D1E-A98F-4723F8CE84E5}" presName="dummyConnPt" presStyleCnt="0"/>
      <dgm:spPr/>
    </dgm:pt>
    <dgm:pt modelId="{B4952724-0998-4B3E-90B1-16DCAE5DE849}" type="pres">
      <dgm:prSet presAssocID="{7952BED2-83CA-4D1E-A98F-4723F8CE84E5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89D3A1A-43E4-48B6-B7A1-831C9CED350A}" type="pres">
      <dgm:prSet presAssocID="{D098BB59-D6BE-49F2-BB01-47EC2F4CCE8D}" presName="sibTrans" presStyleLbl="bgSibTrans2D1" presStyleIdx="0" presStyleCnt="5"/>
      <dgm:spPr/>
      <dgm:t>
        <a:bodyPr/>
        <a:lstStyle/>
        <a:p>
          <a:endParaRPr lang="ru-RU"/>
        </a:p>
      </dgm:t>
    </dgm:pt>
    <dgm:pt modelId="{F0486AAF-728E-4E18-8B44-E6D8AFC5159C}" type="pres">
      <dgm:prSet presAssocID="{5B6DEBE5-EC15-453D-A0E0-32203A6B8037}" presName="compNode" presStyleCnt="0"/>
      <dgm:spPr/>
    </dgm:pt>
    <dgm:pt modelId="{3EEFB081-8E58-4608-BE23-A07E32B6695C}" type="pres">
      <dgm:prSet presAssocID="{5B6DEBE5-EC15-453D-A0E0-32203A6B8037}" presName="dummyConnPt" presStyleCnt="0"/>
      <dgm:spPr/>
    </dgm:pt>
    <dgm:pt modelId="{0EB8121F-4A66-4BEC-BEFC-4AC703E2AB3E}" type="pres">
      <dgm:prSet presAssocID="{5B6DEBE5-EC15-453D-A0E0-32203A6B8037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DB2BFCD-C061-4B52-A073-F34B8D6DF7BB}" type="pres">
      <dgm:prSet presAssocID="{62CD5C9E-F52F-4BE2-BB1B-FE6FDFF0A5E4}" presName="sibTrans" presStyleLbl="bgSibTrans2D1" presStyleIdx="1" presStyleCnt="5"/>
      <dgm:spPr/>
      <dgm:t>
        <a:bodyPr/>
        <a:lstStyle/>
        <a:p>
          <a:endParaRPr lang="ru-RU"/>
        </a:p>
      </dgm:t>
    </dgm:pt>
    <dgm:pt modelId="{18B9FD90-F7BA-46FE-BC8C-BF4618110F93}" type="pres">
      <dgm:prSet presAssocID="{F6EF8704-DF05-4A27-8888-0A918E2D63A9}" presName="compNode" presStyleCnt="0"/>
      <dgm:spPr/>
    </dgm:pt>
    <dgm:pt modelId="{0AFC6545-945E-4D66-B460-6FA845BF4AB9}" type="pres">
      <dgm:prSet presAssocID="{F6EF8704-DF05-4A27-8888-0A918E2D63A9}" presName="dummyConnPt" presStyleCnt="0"/>
      <dgm:spPr/>
    </dgm:pt>
    <dgm:pt modelId="{F82E5B94-6CB5-4A1E-B2FC-63FFFD33605C}" type="pres">
      <dgm:prSet presAssocID="{F6EF8704-DF05-4A27-8888-0A918E2D63A9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059B470-2424-4C40-B34F-835CE9962F48}" type="pres">
      <dgm:prSet presAssocID="{00C22254-1207-469F-92E4-80A494ACEAF1}" presName="sibTrans" presStyleLbl="bgSibTrans2D1" presStyleIdx="2" presStyleCnt="5"/>
      <dgm:spPr/>
      <dgm:t>
        <a:bodyPr/>
        <a:lstStyle/>
        <a:p>
          <a:endParaRPr lang="ru-RU"/>
        </a:p>
      </dgm:t>
    </dgm:pt>
    <dgm:pt modelId="{B60B70AC-FDA4-4F06-9FC4-4846F5E0E49F}" type="pres">
      <dgm:prSet presAssocID="{11A4888E-4D6E-430F-BF19-1735FF782A52}" presName="compNode" presStyleCnt="0"/>
      <dgm:spPr/>
    </dgm:pt>
    <dgm:pt modelId="{4CD998D7-3643-45CE-A058-EF09B2A5AA15}" type="pres">
      <dgm:prSet presAssocID="{11A4888E-4D6E-430F-BF19-1735FF782A52}" presName="dummyConnPt" presStyleCnt="0"/>
      <dgm:spPr/>
    </dgm:pt>
    <dgm:pt modelId="{A405BBAE-0994-4FAF-85AF-3A38A8C39150}" type="pres">
      <dgm:prSet presAssocID="{11A4888E-4D6E-430F-BF19-1735FF782A52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7D4ABDD-ED89-4F33-8DB0-261AA5C8FCE1}" type="pres">
      <dgm:prSet presAssocID="{C6566926-0C49-431C-8B2E-88D4719568DE}" presName="sibTrans" presStyleLbl="bgSibTrans2D1" presStyleIdx="3" presStyleCnt="5"/>
      <dgm:spPr/>
      <dgm:t>
        <a:bodyPr/>
        <a:lstStyle/>
        <a:p>
          <a:endParaRPr lang="ru-RU"/>
        </a:p>
      </dgm:t>
    </dgm:pt>
    <dgm:pt modelId="{F4570A11-36C4-4054-A98B-449A030542FD}" type="pres">
      <dgm:prSet presAssocID="{CEB44CEB-2516-4E98-90E6-71195FED522E}" presName="compNode" presStyleCnt="0"/>
      <dgm:spPr/>
    </dgm:pt>
    <dgm:pt modelId="{EB0F019D-A765-4D7C-910B-F92102023EA5}" type="pres">
      <dgm:prSet presAssocID="{CEB44CEB-2516-4E98-90E6-71195FED522E}" presName="dummyConnPt" presStyleCnt="0"/>
      <dgm:spPr/>
    </dgm:pt>
    <dgm:pt modelId="{237DD4F2-75E9-46D2-A389-F63DEDF283AB}" type="pres">
      <dgm:prSet presAssocID="{CEB44CEB-2516-4E98-90E6-71195FED522E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ADC3B8D-AAFD-42AA-BAD3-371C0CE8881B}" type="pres">
      <dgm:prSet presAssocID="{FB7EAAC4-301E-46AD-A1A2-055077C281D3}" presName="sibTrans" presStyleLbl="bgSibTrans2D1" presStyleIdx="4" presStyleCnt="5"/>
      <dgm:spPr/>
      <dgm:t>
        <a:bodyPr/>
        <a:lstStyle/>
        <a:p>
          <a:endParaRPr lang="ru-RU"/>
        </a:p>
      </dgm:t>
    </dgm:pt>
    <dgm:pt modelId="{FEA84C79-940E-4D20-90DB-283C88130793}" type="pres">
      <dgm:prSet presAssocID="{F48752E3-510E-4AD7-88C7-88EDCF933123}" presName="compNode" presStyleCnt="0"/>
      <dgm:spPr/>
    </dgm:pt>
    <dgm:pt modelId="{9691C5AC-635E-45AE-9EBF-DC9C45810076}" type="pres">
      <dgm:prSet presAssocID="{F48752E3-510E-4AD7-88C7-88EDCF933123}" presName="dummyConnPt" presStyleCnt="0"/>
      <dgm:spPr/>
    </dgm:pt>
    <dgm:pt modelId="{61EA70B5-F4E3-4C2A-AECB-8D6DAA43E070}" type="pres">
      <dgm:prSet presAssocID="{F48752E3-510E-4AD7-88C7-88EDCF933123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0B9E412-3AAC-4A12-99E3-AC9852672400}" srcId="{ADF0AEDB-903C-45BF-8BDA-E701DD2A8E7D}" destId="{5B6DEBE5-EC15-453D-A0E0-32203A6B8037}" srcOrd="1" destOrd="0" parTransId="{8F5618C3-5DFE-44C2-B454-B05B39BE6017}" sibTransId="{62CD5C9E-F52F-4BE2-BB1B-FE6FDFF0A5E4}"/>
    <dgm:cxn modelId="{9C4F3C74-13E6-416D-8CB1-F62D1CDC4F24}" type="presOf" srcId="{62CD5C9E-F52F-4BE2-BB1B-FE6FDFF0A5E4}" destId="{CDB2BFCD-C061-4B52-A073-F34B8D6DF7BB}" srcOrd="0" destOrd="0" presId="urn:microsoft.com/office/officeart/2005/8/layout/bProcess4"/>
    <dgm:cxn modelId="{201DF665-07E2-4264-BFFB-D2B56CAD7E39}" type="presOf" srcId="{F48752E3-510E-4AD7-88C7-88EDCF933123}" destId="{61EA70B5-F4E3-4C2A-AECB-8D6DAA43E070}" srcOrd="0" destOrd="0" presId="urn:microsoft.com/office/officeart/2005/8/layout/bProcess4"/>
    <dgm:cxn modelId="{738BC5F9-ED8C-49A9-AFF7-596C3F2A48C1}" type="presOf" srcId="{ADF0AEDB-903C-45BF-8BDA-E701DD2A8E7D}" destId="{1BAFE409-2692-48E6-9388-E05883C389C7}" srcOrd="0" destOrd="0" presId="urn:microsoft.com/office/officeart/2005/8/layout/bProcess4"/>
    <dgm:cxn modelId="{00EFC13F-7714-4FB8-BB2A-92828DE271E2}" type="presOf" srcId="{C6566926-0C49-431C-8B2E-88D4719568DE}" destId="{D7D4ABDD-ED89-4F33-8DB0-261AA5C8FCE1}" srcOrd="0" destOrd="0" presId="urn:microsoft.com/office/officeart/2005/8/layout/bProcess4"/>
    <dgm:cxn modelId="{162035BD-2314-400F-8EDB-243496497936}" srcId="{ADF0AEDB-903C-45BF-8BDA-E701DD2A8E7D}" destId="{11A4888E-4D6E-430F-BF19-1735FF782A52}" srcOrd="3" destOrd="0" parTransId="{49D75BCA-3F76-43D8-8911-DF9316BBAEBB}" sibTransId="{C6566926-0C49-431C-8B2E-88D4719568DE}"/>
    <dgm:cxn modelId="{7052A636-0957-4D66-A8ED-4815842F8679}" srcId="{ADF0AEDB-903C-45BF-8BDA-E701DD2A8E7D}" destId="{F48752E3-510E-4AD7-88C7-88EDCF933123}" srcOrd="5" destOrd="0" parTransId="{E48C52E7-1EED-41A8-BC2C-C3D5D6B43E44}" sibTransId="{5857A001-33E6-4E92-A02C-714313F0F044}"/>
    <dgm:cxn modelId="{15418913-6B4B-444A-849A-059D688C157F}" type="presOf" srcId="{11A4888E-4D6E-430F-BF19-1735FF782A52}" destId="{A405BBAE-0994-4FAF-85AF-3A38A8C39150}" srcOrd="0" destOrd="0" presId="urn:microsoft.com/office/officeart/2005/8/layout/bProcess4"/>
    <dgm:cxn modelId="{ED9F0F1D-861B-4794-8463-6A3C445153CD}" srcId="{ADF0AEDB-903C-45BF-8BDA-E701DD2A8E7D}" destId="{F6EF8704-DF05-4A27-8888-0A918E2D63A9}" srcOrd="2" destOrd="0" parTransId="{38AE1F4F-75C4-4945-A84A-79498430C888}" sibTransId="{00C22254-1207-469F-92E4-80A494ACEAF1}"/>
    <dgm:cxn modelId="{DEAB0656-6034-4D0F-8249-D2738E4F7166}" type="presOf" srcId="{CEB44CEB-2516-4E98-90E6-71195FED522E}" destId="{237DD4F2-75E9-46D2-A389-F63DEDF283AB}" srcOrd="0" destOrd="0" presId="urn:microsoft.com/office/officeart/2005/8/layout/bProcess4"/>
    <dgm:cxn modelId="{266956E1-BAE9-4B7E-ADC8-5B92AADC2081}" type="presOf" srcId="{00C22254-1207-469F-92E4-80A494ACEAF1}" destId="{1059B470-2424-4C40-B34F-835CE9962F48}" srcOrd="0" destOrd="0" presId="urn:microsoft.com/office/officeart/2005/8/layout/bProcess4"/>
    <dgm:cxn modelId="{4961274B-F009-4BE6-89DE-05BC68160E83}" type="presOf" srcId="{FB7EAAC4-301E-46AD-A1A2-055077C281D3}" destId="{DADC3B8D-AAFD-42AA-BAD3-371C0CE8881B}" srcOrd="0" destOrd="0" presId="urn:microsoft.com/office/officeart/2005/8/layout/bProcess4"/>
    <dgm:cxn modelId="{6309D80E-434C-4449-8547-DD564682F6F5}" type="presOf" srcId="{F6EF8704-DF05-4A27-8888-0A918E2D63A9}" destId="{F82E5B94-6CB5-4A1E-B2FC-63FFFD33605C}" srcOrd="0" destOrd="0" presId="urn:microsoft.com/office/officeart/2005/8/layout/bProcess4"/>
    <dgm:cxn modelId="{21AF154A-3911-468A-9CF2-0D33153021BC}" srcId="{ADF0AEDB-903C-45BF-8BDA-E701DD2A8E7D}" destId="{CEB44CEB-2516-4E98-90E6-71195FED522E}" srcOrd="4" destOrd="0" parTransId="{B030F49E-0FC3-4595-AF3C-A67E145AFFE4}" sibTransId="{FB7EAAC4-301E-46AD-A1A2-055077C281D3}"/>
    <dgm:cxn modelId="{7BE82305-6AE4-4D5D-8274-0660DF481CEB}" type="presOf" srcId="{D098BB59-D6BE-49F2-BB01-47EC2F4CCE8D}" destId="{589D3A1A-43E4-48B6-B7A1-831C9CED350A}" srcOrd="0" destOrd="0" presId="urn:microsoft.com/office/officeart/2005/8/layout/bProcess4"/>
    <dgm:cxn modelId="{B4BFBF52-B769-4A6E-BE1E-9ED460F8FE89}" type="presOf" srcId="{5B6DEBE5-EC15-453D-A0E0-32203A6B8037}" destId="{0EB8121F-4A66-4BEC-BEFC-4AC703E2AB3E}" srcOrd="0" destOrd="0" presId="urn:microsoft.com/office/officeart/2005/8/layout/bProcess4"/>
    <dgm:cxn modelId="{9E16690D-022A-455F-A317-CDAD7AEB85EE}" srcId="{ADF0AEDB-903C-45BF-8BDA-E701DD2A8E7D}" destId="{7952BED2-83CA-4D1E-A98F-4723F8CE84E5}" srcOrd="0" destOrd="0" parTransId="{FDC2BAB9-7515-4051-8CC1-3FF511572243}" sibTransId="{D098BB59-D6BE-49F2-BB01-47EC2F4CCE8D}"/>
    <dgm:cxn modelId="{CD1C4852-4805-42B8-87C7-557BD612AE3A}" type="presOf" srcId="{7952BED2-83CA-4D1E-A98F-4723F8CE84E5}" destId="{B4952724-0998-4B3E-90B1-16DCAE5DE849}" srcOrd="0" destOrd="0" presId="urn:microsoft.com/office/officeart/2005/8/layout/bProcess4"/>
    <dgm:cxn modelId="{236B9594-65BF-46C5-B5C6-BFC82827410C}" type="presParOf" srcId="{1BAFE409-2692-48E6-9388-E05883C389C7}" destId="{CB824A5C-4B82-4605-8C53-6892800A7976}" srcOrd="0" destOrd="0" presId="urn:microsoft.com/office/officeart/2005/8/layout/bProcess4"/>
    <dgm:cxn modelId="{2DAFA85F-E155-4B21-A6E7-DEC568C77A01}" type="presParOf" srcId="{CB824A5C-4B82-4605-8C53-6892800A7976}" destId="{13AA392F-0C2A-4F8C-9E1E-347D879C6A08}" srcOrd="0" destOrd="0" presId="urn:microsoft.com/office/officeart/2005/8/layout/bProcess4"/>
    <dgm:cxn modelId="{E2300FCC-E44C-4660-8E1F-0D41AA137C91}" type="presParOf" srcId="{CB824A5C-4B82-4605-8C53-6892800A7976}" destId="{B4952724-0998-4B3E-90B1-16DCAE5DE849}" srcOrd="1" destOrd="0" presId="urn:microsoft.com/office/officeart/2005/8/layout/bProcess4"/>
    <dgm:cxn modelId="{8B0F92F8-7001-44CF-9575-86FF0588F0FF}" type="presParOf" srcId="{1BAFE409-2692-48E6-9388-E05883C389C7}" destId="{589D3A1A-43E4-48B6-B7A1-831C9CED350A}" srcOrd="1" destOrd="0" presId="urn:microsoft.com/office/officeart/2005/8/layout/bProcess4"/>
    <dgm:cxn modelId="{884FA3F1-56C6-438C-A1ED-5573C037D38B}" type="presParOf" srcId="{1BAFE409-2692-48E6-9388-E05883C389C7}" destId="{F0486AAF-728E-4E18-8B44-E6D8AFC5159C}" srcOrd="2" destOrd="0" presId="urn:microsoft.com/office/officeart/2005/8/layout/bProcess4"/>
    <dgm:cxn modelId="{2EE6529A-F7F1-4327-93A5-BDE1E8AB01DC}" type="presParOf" srcId="{F0486AAF-728E-4E18-8B44-E6D8AFC5159C}" destId="{3EEFB081-8E58-4608-BE23-A07E32B6695C}" srcOrd="0" destOrd="0" presId="urn:microsoft.com/office/officeart/2005/8/layout/bProcess4"/>
    <dgm:cxn modelId="{A1251950-EE27-48B3-B53E-F7FC9F6C8FA6}" type="presParOf" srcId="{F0486AAF-728E-4E18-8B44-E6D8AFC5159C}" destId="{0EB8121F-4A66-4BEC-BEFC-4AC703E2AB3E}" srcOrd="1" destOrd="0" presId="urn:microsoft.com/office/officeart/2005/8/layout/bProcess4"/>
    <dgm:cxn modelId="{F84C9F2C-5115-44DC-9A85-57EA0B61C5C4}" type="presParOf" srcId="{1BAFE409-2692-48E6-9388-E05883C389C7}" destId="{CDB2BFCD-C061-4B52-A073-F34B8D6DF7BB}" srcOrd="3" destOrd="0" presId="urn:microsoft.com/office/officeart/2005/8/layout/bProcess4"/>
    <dgm:cxn modelId="{6022A11E-DD32-4F40-ABED-EDAF08D27758}" type="presParOf" srcId="{1BAFE409-2692-48E6-9388-E05883C389C7}" destId="{18B9FD90-F7BA-46FE-BC8C-BF4618110F93}" srcOrd="4" destOrd="0" presId="urn:microsoft.com/office/officeart/2005/8/layout/bProcess4"/>
    <dgm:cxn modelId="{F4ABE9A2-B8E3-4A89-858D-3CCE21D7B95B}" type="presParOf" srcId="{18B9FD90-F7BA-46FE-BC8C-BF4618110F93}" destId="{0AFC6545-945E-4D66-B460-6FA845BF4AB9}" srcOrd="0" destOrd="0" presId="urn:microsoft.com/office/officeart/2005/8/layout/bProcess4"/>
    <dgm:cxn modelId="{D6C6E64B-98A5-4C48-926E-CCCDBCB95E3D}" type="presParOf" srcId="{18B9FD90-F7BA-46FE-BC8C-BF4618110F93}" destId="{F82E5B94-6CB5-4A1E-B2FC-63FFFD33605C}" srcOrd="1" destOrd="0" presId="urn:microsoft.com/office/officeart/2005/8/layout/bProcess4"/>
    <dgm:cxn modelId="{A12DBAB9-6B82-49A5-986B-53EC7F7125EA}" type="presParOf" srcId="{1BAFE409-2692-48E6-9388-E05883C389C7}" destId="{1059B470-2424-4C40-B34F-835CE9962F48}" srcOrd="5" destOrd="0" presId="urn:microsoft.com/office/officeart/2005/8/layout/bProcess4"/>
    <dgm:cxn modelId="{16064BAC-A770-4DCA-AEBB-09D341D31192}" type="presParOf" srcId="{1BAFE409-2692-48E6-9388-E05883C389C7}" destId="{B60B70AC-FDA4-4F06-9FC4-4846F5E0E49F}" srcOrd="6" destOrd="0" presId="urn:microsoft.com/office/officeart/2005/8/layout/bProcess4"/>
    <dgm:cxn modelId="{D1969BF5-6B6B-43E1-8CA1-01D3D8559673}" type="presParOf" srcId="{B60B70AC-FDA4-4F06-9FC4-4846F5E0E49F}" destId="{4CD998D7-3643-45CE-A058-EF09B2A5AA15}" srcOrd="0" destOrd="0" presId="urn:microsoft.com/office/officeart/2005/8/layout/bProcess4"/>
    <dgm:cxn modelId="{9D11E0BD-882E-4381-922E-130876DAF8AB}" type="presParOf" srcId="{B60B70AC-FDA4-4F06-9FC4-4846F5E0E49F}" destId="{A405BBAE-0994-4FAF-85AF-3A38A8C39150}" srcOrd="1" destOrd="0" presId="urn:microsoft.com/office/officeart/2005/8/layout/bProcess4"/>
    <dgm:cxn modelId="{E915932F-5878-4528-89E8-13DBE5A0ED6D}" type="presParOf" srcId="{1BAFE409-2692-48E6-9388-E05883C389C7}" destId="{D7D4ABDD-ED89-4F33-8DB0-261AA5C8FCE1}" srcOrd="7" destOrd="0" presId="urn:microsoft.com/office/officeart/2005/8/layout/bProcess4"/>
    <dgm:cxn modelId="{3DFBB6E5-00AD-47F2-82D8-BDB21E79C565}" type="presParOf" srcId="{1BAFE409-2692-48E6-9388-E05883C389C7}" destId="{F4570A11-36C4-4054-A98B-449A030542FD}" srcOrd="8" destOrd="0" presId="urn:microsoft.com/office/officeart/2005/8/layout/bProcess4"/>
    <dgm:cxn modelId="{6D797180-ADCB-44BA-85A5-0514D6C04423}" type="presParOf" srcId="{F4570A11-36C4-4054-A98B-449A030542FD}" destId="{EB0F019D-A765-4D7C-910B-F92102023EA5}" srcOrd="0" destOrd="0" presId="urn:microsoft.com/office/officeart/2005/8/layout/bProcess4"/>
    <dgm:cxn modelId="{6562FEC2-0513-4A5D-9E44-FE93E59BCBDE}" type="presParOf" srcId="{F4570A11-36C4-4054-A98B-449A030542FD}" destId="{237DD4F2-75E9-46D2-A389-F63DEDF283AB}" srcOrd="1" destOrd="0" presId="urn:microsoft.com/office/officeart/2005/8/layout/bProcess4"/>
    <dgm:cxn modelId="{2C9422BE-A825-4252-AA99-44C8DE3BD74F}" type="presParOf" srcId="{1BAFE409-2692-48E6-9388-E05883C389C7}" destId="{DADC3B8D-AAFD-42AA-BAD3-371C0CE8881B}" srcOrd="9" destOrd="0" presId="urn:microsoft.com/office/officeart/2005/8/layout/bProcess4"/>
    <dgm:cxn modelId="{ED85192B-1688-49DB-9994-C2DB425C21C6}" type="presParOf" srcId="{1BAFE409-2692-48E6-9388-E05883C389C7}" destId="{FEA84C79-940E-4D20-90DB-283C88130793}" srcOrd="10" destOrd="0" presId="urn:microsoft.com/office/officeart/2005/8/layout/bProcess4"/>
    <dgm:cxn modelId="{63EFD175-1139-43F7-9F9B-E9A8AFEBD0D9}" type="presParOf" srcId="{FEA84C79-940E-4D20-90DB-283C88130793}" destId="{9691C5AC-635E-45AE-9EBF-DC9C45810076}" srcOrd="0" destOrd="0" presId="urn:microsoft.com/office/officeart/2005/8/layout/bProcess4"/>
    <dgm:cxn modelId="{E2395094-82D6-4A54-BA97-1C6AB46181E8}" type="presParOf" srcId="{FEA84C79-940E-4D20-90DB-283C88130793}" destId="{61EA70B5-F4E3-4C2A-AECB-8D6DAA43E070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E5735154-A65D-4D4F-8DDD-AF2B4633241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881ECDB-5BA8-493E-A6B0-77ECEE75F319}">
      <dgm:prSet/>
      <dgm:spPr/>
      <dgm:t>
        <a:bodyPr/>
        <a:lstStyle/>
        <a:p>
          <a:r>
            <a:rPr lang="ru-RU"/>
            <a:t>1, 2, 4</a:t>
          </a:r>
          <a:endParaRPr lang="uk-UA"/>
        </a:p>
      </dgm:t>
    </dgm:pt>
    <dgm:pt modelId="{75EC692E-4DBA-406F-8ED7-8D9C0301B820}" type="parTrans" cxnId="{F5CF2285-EF3F-4399-BCC5-2A79AD51FEEA}">
      <dgm:prSet/>
      <dgm:spPr/>
      <dgm:t>
        <a:bodyPr/>
        <a:lstStyle/>
        <a:p>
          <a:endParaRPr lang="uk-UA"/>
        </a:p>
      </dgm:t>
    </dgm:pt>
    <dgm:pt modelId="{B838990D-DB8C-44D7-9273-9CD4CA6B1657}" type="sibTrans" cxnId="{F5CF2285-EF3F-4399-BCC5-2A79AD51FEEA}">
      <dgm:prSet/>
      <dgm:spPr/>
      <dgm:t>
        <a:bodyPr/>
        <a:lstStyle/>
        <a:p>
          <a:endParaRPr lang="uk-UA"/>
        </a:p>
      </dgm:t>
    </dgm:pt>
    <dgm:pt modelId="{D0E983E1-1A31-4EE9-A940-CADBE340F309}">
      <dgm:prSet/>
      <dgm:spPr/>
      <dgm:t>
        <a:bodyPr/>
        <a:lstStyle/>
        <a:p>
          <a:r>
            <a:rPr lang="ru-RU"/>
            <a:t>1, 4, 6</a:t>
          </a:r>
          <a:endParaRPr lang="uk-UA"/>
        </a:p>
      </dgm:t>
    </dgm:pt>
    <dgm:pt modelId="{99C0B4BF-C92F-4785-8BD9-0AE63538CEDE}" type="parTrans" cxnId="{3D8CA75A-5B92-45A6-BAB9-2976DDC5E131}">
      <dgm:prSet/>
      <dgm:spPr/>
      <dgm:t>
        <a:bodyPr/>
        <a:lstStyle/>
        <a:p>
          <a:endParaRPr lang="uk-UA"/>
        </a:p>
      </dgm:t>
    </dgm:pt>
    <dgm:pt modelId="{1AA09B2A-9CF9-4162-8057-246F5EB91E4F}" type="sibTrans" cxnId="{3D8CA75A-5B92-45A6-BAB9-2976DDC5E131}">
      <dgm:prSet/>
      <dgm:spPr/>
      <dgm:t>
        <a:bodyPr/>
        <a:lstStyle/>
        <a:p>
          <a:endParaRPr lang="uk-UA"/>
        </a:p>
      </dgm:t>
    </dgm:pt>
    <dgm:pt modelId="{A77FFC13-4529-405A-9639-DF1B23B8357A}">
      <dgm:prSet/>
      <dgm:spPr/>
      <dgm:t>
        <a:bodyPr/>
        <a:lstStyle/>
        <a:p>
          <a:r>
            <a:rPr lang="ru-RU"/>
            <a:t>2, 3, 5</a:t>
          </a:r>
          <a:endParaRPr lang="uk-UA"/>
        </a:p>
      </dgm:t>
    </dgm:pt>
    <dgm:pt modelId="{5CF3E165-5E21-40C1-9871-88AF20FF184D}" type="parTrans" cxnId="{EBBEEACA-FCA6-414F-B267-EE3404023758}">
      <dgm:prSet/>
      <dgm:spPr/>
      <dgm:t>
        <a:bodyPr/>
        <a:lstStyle/>
        <a:p>
          <a:endParaRPr lang="uk-UA"/>
        </a:p>
      </dgm:t>
    </dgm:pt>
    <dgm:pt modelId="{A1EC8BB1-2504-4C10-887E-698FFF89E7AD}" type="sibTrans" cxnId="{EBBEEACA-FCA6-414F-B267-EE3404023758}">
      <dgm:prSet/>
      <dgm:spPr/>
      <dgm:t>
        <a:bodyPr/>
        <a:lstStyle/>
        <a:p>
          <a:endParaRPr lang="uk-UA"/>
        </a:p>
      </dgm:t>
    </dgm:pt>
    <dgm:pt modelId="{AB6E7CEA-0F2D-45F0-8928-60DCAF974409}">
      <dgm:prSet/>
      <dgm:spPr/>
      <dgm:t>
        <a:bodyPr/>
        <a:lstStyle/>
        <a:p>
          <a:r>
            <a:rPr lang="ru-RU"/>
            <a:t>3, 5, 6</a:t>
          </a:r>
          <a:endParaRPr lang="uk-UA"/>
        </a:p>
      </dgm:t>
    </dgm:pt>
    <dgm:pt modelId="{25563466-306A-4C41-A967-36FC7CC20926}" type="parTrans" cxnId="{3647B3DC-2863-401E-B3F6-C5C6BD9ADB8D}">
      <dgm:prSet/>
      <dgm:spPr/>
      <dgm:t>
        <a:bodyPr/>
        <a:lstStyle/>
        <a:p>
          <a:endParaRPr lang="uk-UA"/>
        </a:p>
      </dgm:t>
    </dgm:pt>
    <dgm:pt modelId="{A9903DFD-C746-4786-9D45-10C62BE3BB09}" type="sibTrans" cxnId="{3647B3DC-2863-401E-B3F6-C5C6BD9ADB8D}">
      <dgm:prSet/>
      <dgm:spPr/>
      <dgm:t>
        <a:bodyPr/>
        <a:lstStyle/>
        <a:p>
          <a:endParaRPr lang="uk-UA"/>
        </a:p>
      </dgm:t>
    </dgm:pt>
    <dgm:pt modelId="{51D8D48B-B8C0-4F33-898F-E46648B08B02}" type="pres">
      <dgm:prSet presAssocID="{E5735154-A65D-4D4F-8DDD-AF2B4633241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19F5F6E-2CCF-4F3A-978A-867148C48AD7}" type="pres">
      <dgm:prSet presAssocID="{6881ECDB-5BA8-493E-A6B0-77ECEE75F319}" presName="composite" presStyleCnt="0"/>
      <dgm:spPr/>
    </dgm:pt>
    <dgm:pt modelId="{DAAA588B-5D85-4B76-9692-0E632BA25178}" type="pres">
      <dgm:prSet presAssocID="{6881ECDB-5BA8-493E-A6B0-77ECEE75F319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FCA8314-3395-42F1-9E8D-D587B0C37913}" type="pres">
      <dgm:prSet presAssocID="{6881ECDB-5BA8-493E-A6B0-77ECEE75F319}" presName="desTx" presStyleLbl="alignAccFollowNode1" presStyleIdx="0" presStyleCnt="4">
        <dgm:presLayoutVars>
          <dgm:bulletEnabled val="1"/>
        </dgm:presLayoutVars>
      </dgm:prSet>
      <dgm:spPr/>
    </dgm:pt>
    <dgm:pt modelId="{65B25894-2C10-4059-80DD-0129A068EFF6}" type="pres">
      <dgm:prSet presAssocID="{B838990D-DB8C-44D7-9273-9CD4CA6B1657}" presName="space" presStyleCnt="0"/>
      <dgm:spPr/>
    </dgm:pt>
    <dgm:pt modelId="{80162C2E-3F11-47DC-88DC-004109163895}" type="pres">
      <dgm:prSet presAssocID="{D0E983E1-1A31-4EE9-A940-CADBE340F309}" presName="composite" presStyleCnt="0"/>
      <dgm:spPr/>
    </dgm:pt>
    <dgm:pt modelId="{16A30B20-7452-430B-9929-329C8A04D8A9}" type="pres">
      <dgm:prSet presAssocID="{D0E983E1-1A31-4EE9-A940-CADBE340F309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6451D66-10B2-423E-BB4E-2055CFBF3753}" type="pres">
      <dgm:prSet presAssocID="{D0E983E1-1A31-4EE9-A940-CADBE340F309}" presName="desTx" presStyleLbl="alignAccFollowNode1" presStyleIdx="1" presStyleCnt="4">
        <dgm:presLayoutVars>
          <dgm:bulletEnabled val="1"/>
        </dgm:presLayoutVars>
      </dgm:prSet>
      <dgm:spPr/>
    </dgm:pt>
    <dgm:pt modelId="{C01B52E2-523E-4A3D-BAB7-D2A2D05DB8D0}" type="pres">
      <dgm:prSet presAssocID="{1AA09B2A-9CF9-4162-8057-246F5EB91E4F}" presName="space" presStyleCnt="0"/>
      <dgm:spPr/>
    </dgm:pt>
    <dgm:pt modelId="{1DE7CBBC-6521-42B3-BC8D-1CC5CBE97D94}" type="pres">
      <dgm:prSet presAssocID="{A77FFC13-4529-405A-9639-DF1B23B8357A}" presName="composite" presStyleCnt="0"/>
      <dgm:spPr/>
    </dgm:pt>
    <dgm:pt modelId="{D40D4AAD-FDC1-464D-9CA9-5A84358448F3}" type="pres">
      <dgm:prSet presAssocID="{A77FFC13-4529-405A-9639-DF1B23B8357A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9050C88-C743-43E0-A430-F36625F74497}" type="pres">
      <dgm:prSet presAssocID="{A77FFC13-4529-405A-9639-DF1B23B8357A}" presName="desTx" presStyleLbl="alignAccFollowNode1" presStyleIdx="2" presStyleCnt="4">
        <dgm:presLayoutVars>
          <dgm:bulletEnabled val="1"/>
        </dgm:presLayoutVars>
      </dgm:prSet>
      <dgm:spPr/>
    </dgm:pt>
    <dgm:pt modelId="{CCC3E297-1337-4449-A55C-C9B786E47340}" type="pres">
      <dgm:prSet presAssocID="{A1EC8BB1-2504-4C10-887E-698FFF89E7AD}" presName="space" presStyleCnt="0"/>
      <dgm:spPr/>
    </dgm:pt>
    <dgm:pt modelId="{56383138-F4A6-4322-BD08-1CAE24A14488}" type="pres">
      <dgm:prSet presAssocID="{AB6E7CEA-0F2D-45F0-8928-60DCAF974409}" presName="composite" presStyleCnt="0"/>
      <dgm:spPr/>
    </dgm:pt>
    <dgm:pt modelId="{30C5D12D-984F-4B93-A67B-9161EBFA5AE9}" type="pres">
      <dgm:prSet presAssocID="{AB6E7CEA-0F2D-45F0-8928-60DCAF974409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A21AF13-0F4D-457F-B129-62B719B51689}" type="pres">
      <dgm:prSet presAssocID="{AB6E7CEA-0F2D-45F0-8928-60DCAF974409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3D8CA75A-5B92-45A6-BAB9-2976DDC5E131}" srcId="{E5735154-A65D-4D4F-8DDD-AF2B46332416}" destId="{D0E983E1-1A31-4EE9-A940-CADBE340F309}" srcOrd="1" destOrd="0" parTransId="{99C0B4BF-C92F-4785-8BD9-0AE63538CEDE}" sibTransId="{1AA09B2A-9CF9-4162-8057-246F5EB91E4F}"/>
    <dgm:cxn modelId="{E53726BB-7E30-4967-8749-534DD583B7D5}" type="presOf" srcId="{D0E983E1-1A31-4EE9-A940-CADBE340F309}" destId="{16A30B20-7452-430B-9929-329C8A04D8A9}" srcOrd="0" destOrd="0" presId="urn:microsoft.com/office/officeart/2005/8/layout/hList1"/>
    <dgm:cxn modelId="{8A611A00-FD6D-4712-8B88-DDC8FD2B1B3B}" type="presOf" srcId="{A77FFC13-4529-405A-9639-DF1B23B8357A}" destId="{D40D4AAD-FDC1-464D-9CA9-5A84358448F3}" srcOrd="0" destOrd="0" presId="urn:microsoft.com/office/officeart/2005/8/layout/hList1"/>
    <dgm:cxn modelId="{F5CF2285-EF3F-4399-BCC5-2A79AD51FEEA}" srcId="{E5735154-A65D-4D4F-8DDD-AF2B46332416}" destId="{6881ECDB-5BA8-493E-A6B0-77ECEE75F319}" srcOrd="0" destOrd="0" parTransId="{75EC692E-4DBA-406F-8ED7-8D9C0301B820}" sibTransId="{B838990D-DB8C-44D7-9273-9CD4CA6B1657}"/>
    <dgm:cxn modelId="{3647B3DC-2863-401E-B3F6-C5C6BD9ADB8D}" srcId="{E5735154-A65D-4D4F-8DDD-AF2B46332416}" destId="{AB6E7CEA-0F2D-45F0-8928-60DCAF974409}" srcOrd="3" destOrd="0" parTransId="{25563466-306A-4C41-A967-36FC7CC20926}" sibTransId="{A9903DFD-C746-4786-9D45-10C62BE3BB09}"/>
    <dgm:cxn modelId="{F415555B-70BE-4F5A-BF41-B4FE65CA3A8C}" type="presOf" srcId="{E5735154-A65D-4D4F-8DDD-AF2B46332416}" destId="{51D8D48B-B8C0-4F33-898F-E46648B08B02}" srcOrd="0" destOrd="0" presId="urn:microsoft.com/office/officeart/2005/8/layout/hList1"/>
    <dgm:cxn modelId="{EBBEEACA-FCA6-414F-B267-EE3404023758}" srcId="{E5735154-A65D-4D4F-8DDD-AF2B46332416}" destId="{A77FFC13-4529-405A-9639-DF1B23B8357A}" srcOrd="2" destOrd="0" parTransId="{5CF3E165-5E21-40C1-9871-88AF20FF184D}" sibTransId="{A1EC8BB1-2504-4C10-887E-698FFF89E7AD}"/>
    <dgm:cxn modelId="{22DF5666-1D10-4A08-A27A-F1B6319717A2}" type="presOf" srcId="{AB6E7CEA-0F2D-45F0-8928-60DCAF974409}" destId="{30C5D12D-984F-4B93-A67B-9161EBFA5AE9}" srcOrd="0" destOrd="0" presId="urn:microsoft.com/office/officeart/2005/8/layout/hList1"/>
    <dgm:cxn modelId="{AC61C42D-1218-42C7-BA05-8BD2BD06EDB0}" type="presOf" srcId="{6881ECDB-5BA8-493E-A6B0-77ECEE75F319}" destId="{DAAA588B-5D85-4B76-9692-0E632BA25178}" srcOrd="0" destOrd="0" presId="urn:microsoft.com/office/officeart/2005/8/layout/hList1"/>
    <dgm:cxn modelId="{22416DA1-A268-4997-A489-EDCC829A29FD}" type="presParOf" srcId="{51D8D48B-B8C0-4F33-898F-E46648B08B02}" destId="{519F5F6E-2CCF-4F3A-978A-867148C48AD7}" srcOrd="0" destOrd="0" presId="urn:microsoft.com/office/officeart/2005/8/layout/hList1"/>
    <dgm:cxn modelId="{B9FCAA59-B547-427E-AADC-1CD8B65BA736}" type="presParOf" srcId="{519F5F6E-2CCF-4F3A-978A-867148C48AD7}" destId="{DAAA588B-5D85-4B76-9692-0E632BA25178}" srcOrd="0" destOrd="0" presId="urn:microsoft.com/office/officeart/2005/8/layout/hList1"/>
    <dgm:cxn modelId="{27E831CA-0ABA-47C8-8A74-603107BC5A8B}" type="presParOf" srcId="{519F5F6E-2CCF-4F3A-978A-867148C48AD7}" destId="{BFCA8314-3395-42F1-9E8D-D587B0C37913}" srcOrd="1" destOrd="0" presId="urn:microsoft.com/office/officeart/2005/8/layout/hList1"/>
    <dgm:cxn modelId="{0B3E6ADB-9006-458C-8058-5E4581EC7B2D}" type="presParOf" srcId="{51D8D48B-B8C0-4F33-898F-E46648B08B02}" destId="{65B25894-2C10-4059-80DD-0129A068EFF6}" srcOrd="1" destOrd="0" presId="urn:microsoft.com/office/officeart/2005/8/layout/hList1"/>
    <dgm:cxn modelId="{E9378ADE-2E79-491D-A4A4-A25E232CE26F}" type="presParOf" srcId="{51D8D48B-B8C0-4F33-898F-E46648B08B02}" destId="{80162C2E-3F11-47DC-88DC-004109163895}" srcOrd="2" destOrd="0" presId="urn:microsoft.com/office/officeart/2005/8/layout/hList1"/>
    <dgm:cxn modelId="{AED2574F-8913-4FCC-9812-AD1D11632101}" type="presParOf" srcId="{80162C2E-3F11-47DC-88DC-004109163895}" destId="{16A30B20-7452-430B-9929-329C8A04D8A9}" srcOrd="0" destOrd="0" presId="urn:microsoft.com/office/officeart/2005/8/layout/hList1"/>
    <dgm:cxn modelId="{2FDD7AA1-D48D-43E6-AFF4-47DACEAC0E25}" type="presParOf" srcId="{80162C2E-3F11-47DC-88DC-004109163895}" destId="{16451D66-10B2-423E-BB4E-2055CFBF3753}" srcOrd="1" destOrd="0" presId="urn:microsoft.com/office/officeart/2005/8/layout/hList1"/>
    <dgm:cxn modelId="{B143D151-46D3-4F38-9809-2E60DEBAD58D}" type="presParOf" srcId="{51D8D48B-B8C0-4F33-898F-E46648B08B02}" destId="{C01B52E2-523E-4A3D-BAB7-D2A2D05DB8D0}" srcOrd="3" destOrd="0" presId="urn:microsoft.com/office/officeart/2005/8/layout/hList1"/>
    <dgm:cxn modelId="{45241030-294B-400A-9523-810374D1777C}" type="presParOf" srcId="{51D8D48B-B8C0-4F33-898F-E46648B08B02}" destId="{1DE7CBBC-6521-42B3-BC8D-1CC5CBE97D94}" srcOrd="4" destOrd="0" presId="urn:microsoft.com/office/officeart/2005/8/layout/hList1"/>
    <dgm:cxn modelId="{0F39481A-36A2-46F1-B803-ACDD46005F96}" type="presParOf" srcId="{1DE7CBBC-6521-42B3-BC8D-1CC5CBE97D94}" destId="{D40D4AAD-FDC1-464D-9CA9-5A84358448F3}" srcOrd="0" destOrd="0" presId="urn:microsoft.com/office/officeart/2005/8/layout/hList1"/>
    <dgm:cxn modelId="{5BDDFC8D-3D5E-4493-A46C-2CA8236D3680}" type="presParOf" srcId="{1DE7CBBC-6521-42B3-BC8D-1CC5CBE97D94}" destId="{D9050C88-C743-43E0-A430-F36625F74497}" srcOrd="1" destOrd="0" presId="urn:microsoft.com/office/officeart/2005/8/layout/hList1"/>
    <dgm:cxn modelId="{47C985D1-32DE-444C-A9F0-BE669ABC169D}" type="presParOf" srcId="{51D8D48B-B8C0-4F33-898F-E46648B08B02}" destId="{CCC3E297-1337-4449-A55C-C9B786E47340}" srcOrd="5" destOrd="0" presId="urn:microsoft.com/office/officeart/2005/8/layout/hList1"/>
    <dgm:cxn modelId="{369F6FBF-8431-4056-B32B-67D892EB25CB}" type="presParOf" srcId="{51D8D48B-B8C0-4F33-898F-E46648B08B02}" destId="{56383138-F4A6-4322-BD08-1CAE24A14488}" srcOrd="6" destOrd="0" presId="urn:microsoft.com/office/officeart/2005/8/layout/hList1"/>
    <dgm:cxn modelId="{BB027884-D167-4F26-BECE-4341FD8B0FAD}" type="presParOf" srcId="{56383138-F4A6-4322-BD08-1CAE24A14488}" destId="{30C5D12D-984F-4B93-A67B-9161EBFA5AE9}" srcOrd="0" destOrd="0" presId="urn:microsoft.com/office/officeart/2005/8/layout/hList1"/>
    <dgm:cxn modelId="{84DAF3D5-F0C7-45D8-866E-AA0DC63E3943}" type="presParOf" srcId="{56383138-F4A6-4322-BD08-1CAE24A14488}" destId="{DA21AF13-0F4D-457F-B129-62B719B5168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FEAB81F9-1E73-42B1-8B6B-1287B16D1890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4059C50-0456-44D6-B021-B1398ED374F9}">
      <dgm:prSet/>
      <dgm:spPr/>
      <dgm:t>
        <a:bodyPr/>
        <a:lstStyle/>
        <a:p>
          <a:r>
            <a:rPr lang="uk-UA" b="0" i="0" dirty="0"/>
            <a:t>зимівник</a:t>
          </a:r>
          <a:endParaRPr lang="uk-UA" dirty="0"/>
        </a:p>
      </dgm:t>
    </dgm:pt>
    <dgm:pt modelId="{35A19CDE-452E-42EE-92F8-3484899D4962}" type="parTrans" cxnId="{53839F46-8D71-491A-A8C6-AAA400640B86}">
      <dgm:prSet/>
      <dgm:spPr/>
      <dgm:t>
        <a:bodyPr/>
        <a:lstStyle/>
        <a:p>
          <a:endParaRPr lang="uk-UA"/>
        </a:p>
      </dgm:t>
    </dgm:pt>
    <dgm:pt modelId="{521CB68E-47DF-4945-9752-4FFC8A88FE90}" type="sibTrans" cxnId="{53839F46-8D71-491A-A8C6-AAA400640B86}">
      <dgm:prSet/>
      <dgm:spPr/>
      <dgm:t>
        <a:bodyPr/>
        <a:lstStyle/>
        <a:p>
          <a:endParaRPr lang="uk-UA"/>
        </a:p>
      </dgm:t>
    </dgm:pt>
    <dgm:pt modelId="{20489E95-056D-4854-BD44-8F1A9009F12A}">
      <dgm:prSet/>
      <dgm:spPr/>
      <dgm:t>
        <a:bodyPr/>
        <a:lstStyle/>
        <a:p>
          <a:r>
            <a:rPr lang="uk-UA" b="0" i="0"/>
            <a:t>уход</a:t>
          </a:r>
          <a:endParaRPr lang="uk-UA"/>
        </a:p>
      </dgm:t>
    </dgm:pt>
    <dgm:pt modelId="{C3408D38-C9C8-4B17-8D66-E245B8171EE8}" type="parTrans" cxnId="{42D96543-80B7-4162-BF51-B13AC0700C3C}">
      <dgm:prSet/>
      <dgm:spPr/>
      <dgm:t>
        <a:bodyPr/>
        <a:lstStyle/>
        <a:p>
          <a:endParaRPr lang="uk-UA"/>
        </a:p>
      </dgm:t>
    </dgm:pt>
    <dgm:pt modelId="{69D88FAB-2FC0-4C5B-BB09-5C6123473D1C}" type="sibTrans" cxnId="{42D96543-80B7-4162-BF51-B13AC0700C3C}">
      <dgm:prSet/>
      <dgm:spPr/>
      <dgm:t>
        <a:bodyPr/>
        <a:lstStyle/>
        <a:p>
          <a:endParaRPr lang="uk-UA"/>
        </a:p>
      </dgm:t>
    </dgm:pt>
    <dgm:pt modelId="{1EE3C129-E265-4710-A675-A46C750B85E3}">
      <dgm:prSet/>
      <dgm:spPr/>
      <dgm:t>
        <a:bodyPr/>
        <a:lstStyle/>
        <a:p>
          <a:r>
            <a:rPr lang="uk-UA" b="0" i="0"/>
            <a:t>фільварок</a:t>
          </a:r>
          <a:endParaRPr lang="uk-UA"/>
        </a:p>
      </dgm:t>
    </dgm:pt>
    <dgm:pt modelId="{8105E76B-3BB8-4393-9955-719AC5C95BFD}" type="parTrans" cxnId="{83E93F9C-AC3C-44A2-BDD3-ADD21908C156}">
      <dgm:prSet/>
      <dgm:spPr/>
      <dgm:t>
        <a:bodyPr/>
        <a:lstStyle/>
        <a:p>
          <a:endParaRPr lang="uk-UA"/>
        </a:p>
      </dgm:t>
    </dgm:pt>
    <dgm:pt modelId="{117C091C-C1FC-4F6B-B679-5F827676F6A5}" type="sibTrans" cxnId="{83E93F9C-AC3C-44A2-BDD3-ADD21908C156}">
      <dgm:prSet/>
      <dgm:spPr/>
      <dgm:t>
        <a:bodyPr/>
        <a:lstStyle/>
        <a:p>
          <a:endParaRPr lang="uk-UA"/>
        </a:p>
      </dgm:t>
    </dgm:pt>
    <dgm:pt modelId="{84835A87-2C71-4B8D-840B-C2A9845D8081}">
      <dgm:prSet/>
      <dgm:spPr/>
      <dgm:t>
        <a:bodyPr/>
        <a:lstStyle/>
        <a:p>
          <a:r>
            <a:rPr lang="uk-UA" b="0" i="0" dirty="0"/>
            <a:t>слобода</a:t>
          </a:r>
          <a:endParaRPr lang="uk-UA" dirty="0"/>
        </a:p>
      </dgm:t>
    </dgm:pt>
    <dgm:pt modelId="{B7A4450D-736B-429B-B57C-8DB11735A1F4}" type="parTrans" cxnId="{86B60A46-2FC8-4114-95E9-1B8E28A71C37}">
      <dgm:prSet/>
      <dgm:spPr/>
      <dgm:t>
        <a:bodyPr/>
        <a:lstStyle/>
        <a:p>
          <a:endParaRPr lang="uk-UA"/>
        </a:p>
      </dgm:t>
    </dgm:pt>
    <dgm:pt modelId="{A58E07EF-5ED1-46A7-ABDB-17E41D9066D0}" type="sibTrans" cxnId="{86B60A46-2FC8-4114-95E9-1B8E28A71C37}">
      <dgm:prSet/>
      <dgm:spPr/>
      <dgm:t>
        <a:bodyPr/>
        <a:lstStyle/>
        <a:p>
          <a:endParaRPr lang="uk-UA"/>
        </a:p>
      </dgm:t>
    </dgm:pt>
    <dgm:pt modelId="{EA5A9609-85E7-4710-A418-AB020C256F47}" type="pres">
      <dgm:prSet presAssocID="{FEAB81F9-1E73-42B1-8B6B-1287B16D1890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030456C-BF1D-4FB6-AD21-732B6EAB33A8}" type="pres">
      <dgm:prSet presAssocID="{74059C50-0456-44D6-B021-B1398ED374F9}" presName="composite" presStyleCnt="0"/>
      <dgm:spPr/>
    </dgm:pt>
    <dgm:pt modelId="{21CB12AA-7DE8-4E5C-96AE-66599E5B7398}" type="pres">
      <dgm:prSet presAssocID="{74059C50-0456-44D6-B021-B1398ED374F9}" presName="imgShp" presStyleLbl="fgImgPlace1" presStyleIdx="0" presStyleCnt="4"/>
      <dgm:spPr/>
    </dgm:pt>
    <dgm:pt modelId="{A145ADE1-A780-44B5-822B-11F5C74C516F}" type="pres">
      <dgm:prSet presAssocID="{74059C50-0456-44D6-B021-B1398ED374F9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C9BA7A2-4F7B-4BD7-A259-932BDFF08A17}" type="pres">
      <dgm:prSet presAssocID="{521CB68E-47DF-4945-9752-4FFC8A88FE90}" presName="spacing" presStyleCnt="0"/>
      <dgm:spPr/>
    </dgm:pt>
    <dgm:pt modelId="{102ABF87-426C-431A-A5C2-A1945DEE3B33}" type="pres">
      <dgm:prSet presAssocID="{20489E95-056D-4854-BD44-8F1A9009F12A}" presName="composite" presStyleCnt="0"/>
      <dgm:spPr/>
    </dgm:pt>
    <dgm:pt modelId="{60798A9E-4B34-4737-A0D8-B8524817C0D6}" type="pres">
      <dgm:prSet presAssocID="{20489E95-056D-4854-BD44-8F1A9009F12A}" presName="imgShp" presStyleLbl="fgImgPlace1" presStyleIdx="1" presStyleCnt="4"/>
      <dgm:spPr/>
    </dgm:pt>
    <dgm:pt modelId="{4B271E7A-F3CA-4D4B-B0F3-2C5EEE977287}" type="pres">
      <dgm:prSet presAssocID="{20489E95-056D-4854-BD44-8F1A9009F12A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F01B4F4-A979-42B9-B0A8-988CDF528F89}" type="pres">
      <dgm:prSet presAssocID="{69D88FAB-2FC0-4C5B-BB09-5C6123473D1C}" presName="spacing" presStyleCnt="0"/>
      <dgm:spPr/>
    </dgm:pt>
    <dgm:pt modelId="{8002D41F-9769-4BB2-A980-B937EE63EBD4}" type="pres">
      <dgm:prSet presAssocID="{1EE3C129-E265-4710-A675-A46C750B85E3}" presName="composite" presStyleCnt="0"/>
      <dgm:spPr/>
    </dgm:pt>
    <dgm:pt modelId="{5DDBAD30-D054-40F2-979F-6B6B07828986}" type="pres">
      <dgm:prSet presAssocID="{1EE3C129-E265-4710-A675-A46C750B85E3}" presName="imgShp" presStyleLbl="fgImgPlace1" presStyleIdx="2" presStyleCnt="4"/>
      <dgm:spPr/>
    </dgm:pt>
    <dgm:pt modelId="{B2175118-C2A0-4271-B918-B3AE10BB5CFE}" type="pres">
      <dgm:prSet presAssocID="{1EE3C129-E265-4710-A675-A46C750B85E3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41CA01F-D3BB-43E5-91CF-129942A9FDF0}" type="pres">
      <dgm:prSet presAssocID="{117C091C-C1FC-4F6B-B679-5F827676F6A5}" presName="spacing" presStyleCnt="0"/>
      <dgm:spPr/>
    </dgm:pt>
    <dgm:pt modelId="{A6E681C9-66DE-4C0A-9AB6-748A3BC593BA}" type="pres">
      <dgm:prSet presAssocID="{84835A87-2C71-4B8D-840B-C2A9845D8081}" presName="composite" presStyleCnt="0"/>
      <dgm:spPr/>
    </dgm:pt>
    <dgm:pt modelId="{3A3F98A4-F2B8-44A3-BCFC-71628ADB65DC}" type="pres">
      <dgm:prSet presAssocID="{84835A87-2C71-4B8D-840B-C2A9845D8081}" presName="imgShp" presStyleLbl="fgImgPlace1" presStyleIdx="3" presStyleCnt="4"/>
      <dgm:spPr/>
    </dgm:pt>
    <dgm:pt modelId="{9451E538-D043-49B4-8DB0-33C36F3DF489}" type="pres">
      <dgm:prSet presAssocID="{84835A87-2C71-4B8D-840B-C2A9845D8081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3E93F9C-AC3C-44A2-BDD3-ADD21908C156}" srcId="{FEAB81F9-1E73-42B1-8B6B-1287B16D1890}" destId="{1EE3C129-E265-4710-A675-A46C750B85E3}" srcOrd="2" destOrd="0" parTransId="{8105E76B-3BB8-4393-9955-719AC5C95BFD}" sibTransId="{117C091C-C1FC-4F6B-B679-5F827676F6A5}"/>
    <dgm:cxn modelId="{8ADD36F5-7E3C-4679-A86E-2F6AAA22F583}" type="presOf" srcId="{1EE3C129-E265-4710-A675-A46C750B85E3}" destId="{B2175118-C2A0-4271-B918-B3AE10BB5CFE}" srcOrd="0" destOrd="0" presId="urn:microsoft.com/office/officeart/2005/8/layout/vList3"/>
    <dgm:cxn modelId="{86B60A46-2FC8-4114-95E9-1B8E28A71C37}" srcId="{FEAB81F9-1E73-42B1-8B6B-1287B16D1890}" destId="{84835A87-2C71-4B8D-840B-C2A9845D8081}" srcOrd="3" destOrd="0" parTransId="{B7A4450D-736B-429B-B57C-8DB11735A1F4}" sibTransId="{A58E07EF-5ED1-46A7-ABDB-17E41D9066D0}"/>
    <dgm:cxn modelId="{A312654B-F77A-4738-971E-4B77B7C91886}" type="presOf" srcId="{74059C50-0456-44D6-B021-B1398ED374F9}" destId="{A145ADE1-A780-44B5-822B-11F5C74C516F}" srcOrd="0" destOrd="0" presId="urn:microsoft.com/office/officeart/2005/8/layout/vList3"/>
    <dgm:cxn modelId="{C426DCEF-86E8-4628-A004-8B72BC6289A4}" type="presOf" srcId="{20489E95-056D-4854-BD44-8F1A9009F12A}" destId="{4B271E7A-F3CA-4D4B-B0F3-2C5EEE977287}" srcOrd="0" destOrd="0" presId="urn:microsoft.com/office/officeart/2005/8/layout/vList3"/>
    <dgm:cxn modelId="{5E2C3ECC-B475-4350-BE6B-123A645BE864}" type="presOf" srcId="{FEAB81F9-1E73-42B1-8B6B-1287B16D1890}" destId="{EA5A9609-85E7-4710-A418-AB020C256F47}" srcOrd="0" destOrd="0" presId="urn:microsoft.com/office/officeart/2005/8/layout/vList3"/>
    <dgm:cxn modelId="{AF1A1C27-8DAA-43CE-82B3-5E6108FADDCC}" type="presOf" srcId="{84835A87-2C71-4B8D-840B-C2A9845D8081}" destId="{9451E538-D043-49B4-8DB0-33C36F3DF489}" srcOrd="0" destOrd="0" presId="urn:microsoft.com/office/officeart/2005/8/layout/vList3"/>
    <dgm:cxn modelId="{42D96543-80B7-4162-BF51-B13AC0700C3C}" srcId="{FEAB81F9-1E73-42B1-8B6B-1287B16D1890}" destId="{20489E95-056D-4854-BD44-8F1A9009F12A}" srcOrd="1" destOrd="0" parTransId="{C3408D38-C9C8-4B17-8D66-E245B8171EE8}" sibTransId="{69D88FAB-2FC0-4C5B-BB09-5C6123473D1C}"/>
    <dgm:cxn modelId="{53839F46-8D71-491A-A8C6-AAA400640B86}" srcId="{FEAB81F9-1E73-42B1-8B6B-1287B16D1890}" destId="{74059C50-0456-44D6-B021-B1398ED374F9}" srcOrd="0" destOrd="0" parTransId="{35A19CDE-452E-42EE-92F8-3484899D4962}" sibTransId="{521CB68E-47DF-4945-9752-4FFC8A88FE90}"/>
    <dgm:cxn modelId="{C7BB3726-F150-44F7-AC85-EA458DB53A6B}" type="presParOf" srcId="{EA5A9609-85E7-4710-A418-AB020C256F47}" destId="{E030456C-BF1D-4FB6-AD21-732B6EAB33A8}" srcOrd="0" destOrd="0" presId="urn:microsoft.com/office/officeart/2005/8/layout/vList3"/>
    <dgm:cxn modelId="{81BFED8C-C8B5-425A-9BEB-23D623F41E94}" type="presParOf" srcId="{E030456C-BF1D-4FB6-AD21-732B6EAB33A8}" destId="{21CB12AA-7DE8-4E5C-96AE-66599E5B7398}" srcOrd="0" destOrd="0" presId="urn:microsoft.com/office/officeart/2005/8/layout/vList3"/>
    <dgm:cxn modelId="{E4E956CA-4336-4B77-8D3F-61F4DD662CF5}" type="presParOf" srcId="{E030456C-BF1D-4FB6-AD21-732B6EAB33A8}" destId="{A145ADE1-A780-44B5-822B-11F5C74C516F}" srcOrd="1" destOrd="0" presId="urn:microsoft.com/office/officeart/2005/8/layout/vList3"/>
    <dgm:cxn modelId="{9FC61A0C-2701-4811-814A-9F5B30072DED}" type="presParOf" srcId="{EA5A9609-85E7-4710-A418-AB020C256F47}" destId="{4C9BA7A2-4F7B-4BD7-A259-932BDFF08A17}" srcOrd="1" destOrd="0" presId="urn:microsoft.com/office/officeart/2005/8/layout/vList3"/>
    <dgm:cxn modelId="{07698B8A-D5D3-4111-836D-F66394BE390B}" type="presParOf" srcId="{EA5A9609-85E7-4710-A418-AB020C256F47}" destId="{102ABF87-426C-431A-A5C2-A1945DEE3B33}" srcOrd="2" destOrd="0" presId="urn:microsoft.com/office/officeart/2005/8/layout/vList3"/>
    <dgm:cxn modelId="{B2B91A28-3556-4B1B-B59D-CC1EC70E63DC}" type="presParOf" srcId="{102ABF87-426C-431A-A5C2-A1945DEE3B33}" destId="{60798A9E-4B34-4737-A0D8-B8524817C0D6}" srcOrd="0" destOrd="0" presId="urn:microsoft.com/office/officeart/2005/8/layout/vList3"/>
    <dgm:cxn modelId="{BF034A50-D312-43DF-9759-5523A125E484}" type="presParOf" srcId="{102ABF87-426C-431A-A5C2-A1945DEE3B33}" destId="{4B271E7A-F3CA-4D4B-B0F3-2C5EEE977287}" srcOrd="1" destOrd="0" presId="urn:microsoft.com/office/officeart/2005/8/layout/vList3"/>
    <dgm:cxn modelId="{AED1FDC7-53E4-4C99-86F3-24CD2A06163C}" type="presParOf" srcId="{EA5A9609-85E7-4710-A418-AB020C256F47}" destId="{5F01B4F4-A979-42B9-B0A8-988CDF528F89}" srcOrd="3" destOrd="0" presId="urn:microsoft.com/office/officeart/2005/8/layout/vList3"/>
    <dgm:cxn modelId="{DE8B936E-96BA-41B4-A485-7B5E4682A69B}" type="presParOf" srcId="{EA5A9609-85E7-4710-A418-AB020C256F47}" destId="{8002D41F-9769-4BB2-A980-B937EE63EBD4}" srcOrd="4" destOrd="0" presId="urn:microsoft.com/office/officeart/2005/8/layout/vList3"/>
    <dgm:cxn modelId="{73123DDE-E1AF-479C-9C67-5113905BDD30}" type="presParOf" srcId="{8002D41F-9769-4BB2-A980-B937EE63EBD4}" destId="{5DDBAD30-D054-40F2-979F-6B6B07828986}" srcOrd="0" destOrd="0" presId="urn:microsoft.com/office/officeart/2005/8/layout/vList3"/>
    <dgm:cxn modelId="{2F262C26-2917-4859-97E7-9315290D0AE4}" type="presParOf" srcId="{8002D41F-9769-4BB2-A980-B937EE63EBD4}" destId="{B2175118-C2A0-4271-B918-B3AE10BB5CFE}" srcOrd="1" destOrd="0" presId="urn:microsoft.com/office/officeart/2005/8/layout/vList3"/>
    <dgm:cxn modelId="{0EA25F94-D5F5-4952-A4A9-21FA3882B7DF}" type="presParOf" srcId="{EA5A9609-85E7-4710-A418-AB020C256F47}" destId="{341CA01F-D3BB-43E5-91CF-129942A9FDF0}" srcOrd="5" destOrd="0" presId="urn:microsoft.com/office/officeart/2005/8/layout/vList3"/>
    <dgm:cxn modelId="{52C39BE9-E3F6-4EF0-ABC4-9330D3C9942A}" type="presParOf" srcId="{EA5A9609-85E7-4710-A418-AB020C256F47}" destId="{A6E681C9-66DE-4C0A-9AB6-748A3BC593BA}" srcOrd="6" destOrd="0" presId="urn:microsoft.com/office/officeart/2005/8/layout/vList3"/>
    <dgm:cxn modelId="{23B50BA8-D678-4930-A849-DB8E694697C2}" type="presParOf" srcId="{A6E681C9-66DE-4C0A-9AB6-748A3BC593BA}" destId="{3A3F98A4-F2B8-44A3-BCFC-71628ADB65DC}" srcOrd="0" destOrd="0" presId="urn:microsoft.com/office/officeart/2005/8/layout/vList3"/>
    <dgm:cxn modelId="{EA8E0831-DE08-4854-97CD-2091E9F0C878}" type="presParOf" srcId="{A6E681C9-66DE-4C0A-9AB6-748A3BC593BA}" destId="{9451E538-D043-49B4-8DB0-33C36F3DF48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E929B522-0DDF-4270-8398-A78EC4211130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E0790A0-5A6E-4ACF-B1A6-ABFE56AAF69B}">
      <dgm:prSet/>
      <dgm:spPr/>
      <dgm:t>
        <a:bodyPr/>
        <a:lstStyle/>
        <a:p>
          <a:r>
            <a:rPr lang="ru-RU" b="0" i="0"/>
            <a:t>«займанщина»</a:t>
          </a:r>
          <a:endParaRPr lang="uk-UA"/>
        </a:p>
      </dgm:t>
    </dgm:pt>
    <dgm:pt modelId="{3E5F6CFC-0981-4AD0-A01C-F30971C4ADD5}" type="parTrans" cxnId="{A9500DF9-8AF9-4BB3-B6F1-24FF588BAF86}">
      <dgm:prSet/>
      <dgm:spPr/>
      <dgm:t>
        <a:bodyPr/>
        <a:lstStyle/>
        <a:p>
          <a:endParaRPr lang="uk-UA"/>
        </a:p>
      </dgm:t>
    </dgm:pt>
    <dgm:pt modelId="{C6217239-C2DE-4471-8133-DB6068401B37}" type="sibTrans" cxnId="{A9500DF9-8AF9-4BB3-B6F1-24FF588BAF86}">
      <dgm:prSet/>
      <dgm:spPr/>
      <dgm:t>
        <a:bodyPr/>
        <a:lstStyle/>
        <a:p>
          <a:endParaRPr lang="uk-UA"/>
        </a:p>
      </dgm:t>
    </dgm:pt>
    <dgm:pt modelId="{69298643-73F5-4A76-BFCB-8C773FF4145D}">
      <dgm:prSet/>
      <dgm:spPr/>
      <dgm:t>
        <a:bodyPr/>
        <a:lstStyle/>
        <a:p>
          <a:r>
            <a:rPr lang="ru-RU" b="0" i="0"/>
            <a:t>«полюддя»</a:t>
          </a:r>
          <a:endParaRPr lang="uk-UA"/>
        </a:p>
      </dgm:t>
    </dgm:pt>
    <dgm:pt modelId="{F5B3909F-40BD-4280-BFDD-FBAD70A9BA52}" type="parTrans" cxnId="{D6F08077-E1FE-40B4-B337-C7EC9173AFF5}">
      <dgm:prSet/>
      <dgm:spPr/>
      <dgm:t>
        <a:bodyPr/>
        <a:lstStyle/>
        <a:p>
          <a:endParaRPr lang="uk-UA"/>
        </a:p>
      </dgm:t>
    </dgm:pt>
    <dgm:pt modelId="{0A761632-EB97-427A-A0C3-E5774A28E099}" type="sibTrans" cxnId="{D6F08077-E1FE-40B4-B337-C7EC9173AFF5}">
      <dgm:prSet/>
      <dgm:spPr/>
      <dgm:t>
        <a:bodyPr/>
        <a:lstStyle/>
        <a:p>
          <a:endParaRPr lang="uk-UA"/>
        </a:p>
      </dgm:t>
    </dgm:pt>
    <dgm:pt modelId="{3E2D604F-8A45-4310-A2CA-5E98A9F52B29}">
      <dgm:prSet/>
      <dgm:spPr/>
      <dgm:t>
        <a:bodyPr/>
        <a:lstStyle/>
        <a:p>
          <a:r>
            <a:rPr lang="ru-RU" b="0" i="0"/>
            <a:t>«зимівник»</a:t>
          </a:r>
          <a:endParaRPr lang="uk-UA"/>
        </a:p>
      </dgm:t>
    </dgm:pt>
    <dgm:pt modelId="{9372023A-D477-4E30-98DF-2FAA7D490CF9}" type="parTrans" cxnId="{E055B903-5E30-43BD-8740-9DC9609BC01C}">
      <dgm:prSet/>
      <dgm:spPr/>
      <dgm:t>
        <a:bodyPr/>
        <a:lstStyle/>
        <a:p>
          <a:endParaRPr lang="uk-UA"/>
        </a:p>
      </dgm:t>
    </dgm:pt>
    <dgm:pt modelId="{E3784A98-53AC-45C2-BDE8-127D8CA1C25F}" type="sibTrans" cxnId="{E055B903-5E30-43BD-8740-9DC9609BC01C}">
      <dgm:prSet/>
      <dgm:spPr/>
      <dgm:t>
        <a:bodyPr/>
        <a:lstStyle/>
        <a:p>
          <a:endParaRPr lang="uk-UA"/>
        </a:p>
      </dgm:t>
    </dgm:pt>
    <dgm:pt modelId="{E04C4CA5-AE5F-46B8-A99F-330B56422727}">
      <dgm:prSet/>
      <dgm:spPr/>
      <dgm:t>
        <a:bodyPr/>
        <a:lstStyle/>
        <a:p>
          <a:r>
            <a:rPr lang="ru-RU" b="0" i="0" dirty="0"/>
            <a:t>«панщина»</a:t>
          </a:r>
          <a:endParaRPr lang="uk-UA" dirty="0"/>
        </a:p>
      </dgm:t>
    </dgm:pt>
    <dgm:pt modelId="{9CB13DA9-1EAD-4223-91CB-4349EB0F439D}" type="parTrans" cxnId="{F4D648A3-C4DA-4006-B7A3-9C49367F8492}">
      <dgm:prSet/>
      <dgm:spPr/>
      <dgm:t>
        <a:bodyPr/>
        <a:lstStyle/>
        <a:p>
          <a:endParaRPr lang="uk-UA"/>
        </a:p>
      </dgm:t>
    </dgm:pt>
    <dgm:pt modelId="{C0D101AB-C8AA-4935-8505-5A9E9FB34779}" type="sibTrans" cxnId="{F4D648A3-C4DA-4006-B7A3-9C49367F8492}">
      <dgm:prSet/>
      <dgm:spPr/>
      <dgm:t>
        <a:bodyPr/>
        <a:lstStyle/>
        <a:p>
          <a:endParaRPr lang="uk-UA"/>
        </a:p>
      </dgm:t>
    </dgm:pt>
    <dgm:pt modelId="{5CA5BA94-0762-4897-8191-605838A9A780}" type="pres">
      <dgm:prSet presAssocID="{E929B522-0DDF-4270-8398-A78EC4211130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3A65A23D-F134-437D-8EF3-75AF7FF02FB6}" type="pres">
      <dgm:prSet presAssocID="{E929B522-0DDF-4270-8398-A78EC4211130}" presName="Name1" presStyleCnt="0"/>
      <dgm:spPr/>
    </dgm:pt>
    <dgm:pt modelId="{12270CED-AAA3-407F-A091-76311314512E}" type="pres">
      <dgm:prSet presAssocID="{E929B522-0DDF-4270-8398-A78EC4211130}" presName="cycle" presStyleCnt="0"/>
      <dgm:spPr/>
    </dgm:pt>
    <dgm:pt modelId="{53EECDEF-724B-4A6C-8D03-8E75D385DAA1}" type="pres">
      <dgm:prSet presAssocID="{E929B522-0DDF-4270-8398-A78EC4211130}" presName="srcNode" presStyleLbl="node1" presStyleIdx="0" presStyleCnt="4"/>
      <dgm:spPr/>
    </dgm:pt>
    <dgm:pt modelId="{977D499D-CC1A-4728-8491-68C029B38C0E}" type="pres">
      <dgm:prSet presAssocID="{E929B522-0DDF-4270-8398-A78EC4211130}" presName="conn" presStyleLbl="parChTrans1D2" presStyleIdx="0" presStyleCnt="1"/>
      <dgm:spPr/>
      <dgm:t>
        <a:bodyPr/>
        <a:lstStyle/>
        <a:p>
          <a:endParaRPr lang="ru-RU"/>
        </a:p>
      </dgm:t>
    </dgm:pt>
    <dgm:pt modelId="{D494DA27-65B4-4BF7-9888-167ACAD75228}" type="pres">
      <dgm:prSet presAssocID="{E929B522-0DDF-4270-8398-A78EC4211130}" presName="extraNode" presStyleLbl="node1" presStyleIdx="0" presStyleCnt="4"/>
      <dgm:spPr/>
    </dgm:pt>
    <dgm:pt modelId="{5812B815-6781-4863-A2FA-C7C277B24845}" type="pres">
      <dgm:prSet presAssocID="{E929B522-0DDF-4270-8398-A78EC4211130}" presName="dstNode" presStyleLbl="node1" presStyleIdx="0" presStyleCnt="4"/>
      <dgm:spPr/>
    </dgm:pt>
    <dgm:pt modelId="{7BDCC22E-D853-43E3-AD97-E902BCAC46AA}" type="pres">
      <dgm:prSet presAssocID="{5E0790A0-5A6E-4ACF-B1A6-ABFE56AAF69B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1966C70-9622-4388-9E81-2441C171F6C2}" type="pres">
      <dgm:prSet presAssocID="{5E0790A0-5A6E-4ACF-B1A6-ABFE56AAF69B}" presName="accent_1" presStyleCnt="0"/>
      <dgm:spPr/>
    </dgm:pt>
    <dgm:pt modelId="{E4E7342C-78A9-43FF-A062-2EE619F4D913}" type="pres">
      <dgm:prSet presAssocID="{5E0790A0-5A6E-4ACF-B1A6-ABFE56AAF69B}" presName="accentRepeatNode" presStyleLbl="solidFgAcc1" presStyleIdx="0" presStyleCnt="4"/>
      <dgm:spPr/>
    </dgm:pt>
    <dgm:pt modelId="{D1481DD4-541E-4CEE-ACC1-BC42EBD72BB9}" type="pres">
      <dgm:prSet presAssocID="{69298643-73F5-4A76-BFCB-8C773FF4145D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B7EB1BF-055E-4685-924A-89134499DEEA}" type="pres">
      <dgm:prSet presAssocID="{69298643-73F5-4A76-BFCB-8C773FF4145D}" presName="accent_2" presStyleCnt="0"/>
      <dgm:spPr/>
    </dgm:pt>
    <dgm:pt modelId="{C3983F94-47AB-4453-ABA0-5FF0F7424AAE}" type="pres">
      <dgm:prSet presAssocID="{69298643-73F5-4A76-BFCB-8C773FF4145D}" presName="accentRepeatNode" presStyleLbl="solidFgAcc1" presStyleIdx="1" presStyleCnt="4"/>
      <dgm:spPr/>
    </dgm:pt>
    <dgm:pt modelId="{7CF689FF-083C-4F61-B1E3-2182BD1C5877}" type="pres">
      <dgm:prSet presAssocID="{3E2D604F-8A45-4310-A2CA-5E98A9F52B29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837322B-96EE-42DD-810D-52C8EE277FD1}" type="pres">
      <dgm:prSet presAssocID="{3E2D604F-8A45-4310-A2CA-5E98A9F52B29}" presName="accent_3" presStyleCnt="0"/>
      <dgm:spPr/>
    </dgm:pt>
    <dgm:pt modelId="{0B7A86F4-8903-43C1-A44F-D8FFB293A169}" type="pres">
      <dgm:prSet presAssocID="{3E2D604F-8A45-4310-A2CA-5E98A9F52B29}" presName="accentRepeatNode" presStyleLbl="solidFgAcc1" presStyleIdx="2" presStyleCnt="4"/>
      <dgm:spPr/>
    </dgm:pt>
    <dgm:pt modelId="{724DAAB4-0853-496A-9E80-5ABDAB59337B}" type="pres">
      <dgm:prSet presAssocID="{E04C4CA5-AE5F-46B8-A99F-330B56422727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E5B0EE-03DD-4A21-80FB-C0457DBADD6B}" type="pres">
      <dgm:prSet presAssocID="{E04C4CA5-AE5F-46B8-A99F-330B56422727}" presName="accent_4" presStyleCnt="0"/>
      <dgm:spPr/>
    </dgm:pt>
    <dgm:pt modelId="{199607F7-3263-4757-BA75-CF9EAE0BFB49}" type="pres">
      <dgm:prSet presAssocID="{E04C4CA5-AE5F-46B8-A99F-330B56422727}" presName="accentRepeatNode" presStyleLbl="solidFgAcc1" presStyleIdx="3" presStyleCnt="4"/>
      <dgm:spPr/>
    </dgm:pt>
  </dgm:ptLst>
  <dgm:cxnLst>
    <dgm:cxn modelId="{232EB813-C82B-4D6B-81F2-9903633D15BE}" type="presOf" srcId="{69298643-73F5-4A76-BFCB-8C773FF4145D}" destId="{D1481DD4-541E-4CEE-ACC1-BC42EBD72BB9}" srcOrd="0" destOrd="0" presId="urn:microsoft.com/office/officeart/2008/layout/VerticalCurvedList"/>
    <dgm:cxn modelId="{29B5F7E8-6B0C-4951-91E9-A6FD67138997}" type="presOf" srcId="{E929B522-0DDF-4270-8398-A78EC4211130}" destId="{5CA5BA94-0762-4897-8191-605838A9A780}" srcOrd="0" destOrd="0" presId="urn:microsoft.com/office/officeart/2008/layout/VerticalCurvedList"/>
    <dgm:cxn modelId="{06CF5F4F-53B4-4C9F-9876-F3CDD7E75D62}" type="presOf" srcId="{C6217239-C2DE-4471-8133-DB6068401B37}" destId="{977D499D-CC1A-4728-8491-68C029B38C0E}" srcOrd="0" destOrd="0" presId="urn:microsoft.com/office/officeart/2008/layout/VerticalCurvedList"/>
    <dgm:cxn modelId="{A9500DF9-8AF9-4BB3-B6F1-24FF588BAF86}" srcId="{E929B522-0DDF-4270-8398-A78EC4211130}" destId="{5E0790A0-5A6E-4ACF-B1A6-ABFE56AAF69B}" srcOrd="0" destOrd="0" parTransId="{3E5F6CFC-0981-4AD0-A01C-F30971C4ADD5}" sibTransId="{C6217239-C2DE-4471-8133-DB6068401B37}"/>
    <dgm:cxn modelId="{C41F4FDF-8611-4A11-B529-7A83F7522715}" type="presOf" srcId="{5E0790A0-5A6E-4ACF-B1A6-ABFE56AAF69B}" destId="{7BDCC22E-D853-43E3-AD97-E902BCAC46AA}" srcOrd="0" destOrd="0" presId="urn:microsoft.com/office/officeart/2008/layout/VerticalCurvedList"/>
    <dgm:cxn modelId="{E055B903-5E30-43BD-8740-9DC9609BC01C}" srcId="{E929B522-0DDF-4270-8398-A78EC4211130}" destId="{3E2D604F-8A45-4310-A2CA-5E98A9F52B29}" srcOrd="2" destOrd="0" parTransId="{9372023A-D477-4E30-98DF-2FAA7D490CF9}" sibTransId="{E3784A98-53AC-45C2-BDE8-127D8CA1C25F}"/>
    <dgm:cxn modelId="{F4D648A3-C4DA-4006-B7A3-9C49367F8492}" srcId="{E929B522-0DDF-4270-8398-A78EC4211130}" destId="{E04C4CA5-AE5F-46B8-A99F-330B56422727}" srcOrd="3" destOrd="0" parTransId="{9CB13DA9-1EAD-4223-91CB-4349EB0F439D}" sibTransId="{C0D101AB-C8AA-4935-8505-5A9E9FB34779}"/>
    <dgm:cxn modelId="{D6F08077-E1FE-40B4-B337-C7EC9173AFF5}" srcId="{E929B522-0DDF-4270-8398-A78EC4211130}" destId="{69298643-73F5-4A76-BFCB-8C773FF4145D}" srcOrd="1" destOrd="0" parTransId="{F5B3909F-40BD-4280-BFDD-FBAD70A9BA52}" sibTransId="{0A761632-EB97-427A-A0C3-E5774A28E099}"/>
    <dgm:cxn modelId="{3DE38D99-42BF-4AC1-B44B-0CF8F692D691}" type="presOf" srcId="{E04C4CA5-AE5F-46B8-A99F-330B56422727}" destId="{724DAAB4-0853-496A-9E80-5ABDAB59337B}" srcOrd="0" destOrd="0" presId="urn:microsoft.com/office/officeart/2008/layout/VerticalCurvedList"/>
    <dgm:cxn modelId="{D87806ED-2987-4997-9E87-CEC598165FF7}" type="presOf" srcId="{3E2D604F-8A45-4310-A2CA-5E98A9F52B29}" destId="{7CF689FF-083C-4F61-B1E3-2182BD1C5877}" srcOrd="0" destOrd="0" presId="urn:microsoft.com/office/officeart/2008/layout/VerticalCurvedList"/>
    <dgm:cxn modelId="{E8F1E04B-6491-49ED-B619-8A2F3510A448}" type="presParOf" srcId="{5CA5BA94-0762-4897-8191-605838A9A780}" destId="{3A65A23D-F134-437D-8EF3-75AF7FF02FB6}" srcOrd="0" destOrd="0" presId="urn:microsoft.com/office/officeart/2008/layout/VerticalCurvedList"/>
    <dgm:cxn modelId="{FBE0417F-18E4-43E3-8070-31BDB11DD822}" type="presParOf" srcId="{3A65A23D-F134-437D-8EF3-75AF7FF02FB6}" destId="{12270CED-AAA3-407F-A091-76311314512E}" srcOrd="0" destOrd="0" presId="urn:microsoft.com/office/officeart/2008/layout/VerticalCurvedList"/>
    <dgm:cxn modelId="{DB54B744-17CC-4259-B80E-87B6A992FB2D}" type="presParOf" srcId="{12270CED-AAA3-407F-A091-76311314512E}" destId="{53EECDEF-724B-4A6C-8D03-8E75D385DAA1}" srcOrd="0" destOrd="0" presId="urn:microsoft.com/office/officeart/2008/layout/VerticalCurvedList"/>
    <dgm:cxn modelId="{C30816CE-BFDF-4D6C-94F9-ADDE793C15E6}" type="presParOf" srcId="{12270CED-AAA3-407F-A091-76311314512E}" destId="{977D499D-CC1A-4728-8491-68C029B38C0E}" srcOrd="1" destOrd="0" presId="urn:microsoft.com/office/officeart/2008/layout/VerticalCurvedList"/>
    <dgm:cxn modelId="{8B5BDBEB-8C80-407E-9426-6059189F9EDC}" type="presParOf" srcId="{12270CED-AAA3-407F-A091-76311314512E}" destId="{D494DA27-65B4-4BF7-9888-167ACAD75228}" srcOrd="2" destOrd="0" presId="urn:microsoft.com/office/officeart/2008/layout/VerticalCurvedList"/>
    <dgm:cxn modelId="{2124ECC9-92FD-4612-AA54-A637509D8EC5}" type="presParOf" srcId="{12270CED-AAA3-407F-A091-76311314512E}" destId="{5812B815-6781-4863-A2FA-C7C277B24845}" srcOrd="3" destOrd="0" presId="urn:microsoft.com/office/officeart/2008/layout/VerticalCurvedList"/>
    <dgm:cxn modelId="{7DC46982-5508-4D91-BB80-51F683722AD4}" type="presParOf" srcId="{3A65A23D-F134-437D-8EF3-75AF7FF02FB6}" destId="{7BDCC22E-D853-43E3-AD97-E902BCAC46AA}" srcOrd="1" destOrd="0" presId="urn:microsoft.com/office/officeart/2008/layout/VerticalCurvedList"/>
    <dgm:cxn modelId="{B34F50E4-4671-4F1A-B981-72D6F8E383CB}" type="presParOf" srcId="{3A65A23D-F134-437D-8EF3-75AF7FF02FB6}" destId="{41966C70-9622-4388-9E81-2441C171F6C2}" srcOrd="2" destOrd="0" presId="urn:microsoft.com/office/officeart/2008/layout/VerticalCurvedList"/>
    <dgm:cxn modelId="{B4B2D53E-A3AB-4005-A948-5B8579AB9E4A}" type="presParOf" srcId="{41966C70-9622-4388-9E81-2441C171F6C2}" destId="{E4E7342C-78A9-43FF-A062-2EE619F4D913}" srcOrd="0" destOrd="0" presId="urn:microsoft.com/office/officeart/2008/layout/VerticalCurvedList"/>
    <dgm:cxn modelId="{A7A072A1-0E3F-499F-BBC4-33AF773FD097}" type="presParOf" srcId="{3A65A23D-F134-437D-8EF3-75AF7FF02FB6}" destId="{D1481DD4-541E-4CEE-ACC1-BC42EBD72BB9}" srcOrd="3" destOrd="0" presId="urn:microsoft.com/office/officeart/2008/layout/VerticalCurvedList"/>
    <dgm:cxn modelId="{A408791B-B597-425C-BC24-2B379B5E7710}" type="presParOf" srcId="{3A65A23D-F134-437D-8EF3-75AF7FF02FB6}" destId="{3B7EB1BF-055E-4685-924A-89134499DEEA}" srcOrd="4" destOrd="0" presId="urn:microsoft.com/office/officeart/2008/layout/VerticalCurvedList"/>
    <dgm:cxn modelId="{82B453E5-A3D3-4918-BA64-CEFDB931607B}" type="presParOf" srcId="{3B7EB1BF-055E-4685-924A-89134499DEEA}" destId="{C3983F94-47AB-4453-ABA0-5FF0F7424AAE}" srcOrd="0" destOrd="0" presId="urn:microsoft.com/office/officeart/2008/layout/VerticalCurvedList"/>
    <dgm:cxn modelId="{4DA352AF-DFF9-4567-B275-29F2F541095E}" type="presParOf" srcId="{3A65A23D-F134-437D-8EF3-75AF7FF02FB6}" destId="{7CF689FF-083C-4F61-B1E3-2182BD1C5877}" srcOrd="5" destOrd="0" presId="urn:microsoft.com/office/officeart/2008/layout/VerticalCurvedList"/>
    <dgm:cxn modelId="{40847932-D79A-4CC0-AF4D-BE0F5644127D}" type="presParOf" srcId="{3A65A23D-F134-437D-8EF3-75AF7FF02FB6}" destId="{2837322B-96EE-42DD-810D-52C8EE277FD1}" srcOrd="6" destOrd="0" presId="urn:microsoft.com/office/officeart/2008/layout/VerticalCurvedList"/>
    <dgm:cxn modelId="{F6FD1832-7B69-42DD-B939-8495D9807726}" type="presParOf" srcId="{2837322B-96EE-42DD-810D-52C8EE277FD1}" destId="{0B7A86F4-8903-43C1-A44F-D8FFB293A169}" srcOrd="0" destOrd="0" presId="urn:microsoft.com/office/officeart/2008/layout/VerticalCurvedList"/>
    <dgm:cxn modelId="{F631B772-4D47-4CD5-B655-386B8D05F4B0}" type="presParOf" srcId="{3A65A23D-F134-437D-8EF3-75AF7FF02FB6}" destId="{724DAAB4-0853-496A-9E80-5ABDAB59337B}" srcOrd="7" destOrd="0" presId="urn:microsoft.com/office/officeart/2008/layout/VerticalCurvedList"/>
    <dgm:cxn modelId="{E9CB11EF-3627-41C6-9812-98D924484966}" type="presParOf" srcId="{3A65A23D-F134-437D-8EF3-75AF7FF02FB6}" destId="{B2E5B0EE-03DD-4A21-80FB-C0457DBADD6B}" srcOrd="8" destOrd="0" presId="urn:microsoft.com/office/officeart/2008/layout/VerticalCurvedList"/>
    <dgm:cxn modelId="{CC2C9904-1D3F-4AE4-9069-0D123121EAE0}" type="presParOf" srcId="{B2E5B0EE-03DD-4A21-80FB-C0457DBADD6B}" destId="{199607F7-3263-4757-BA75-CF9EAE0BFB4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81158311-7EBC-48FA-8885-5C7E3F51568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3ED3477B-181F-4306-ACCA-B882BD4C5BF6}">
      <dgm:prSet/>
      <dgm:spPr/>
      <dgm:t>
        <a:bodyPr/>
        <a:lstStyle/>
        <a:p>
          <a:r>
            <a:rPr lang="ru-RU"/>
            <a:t>утворення Барської конфедерації</a:t>
          </a:r>
          <a:endParaRPr lang="uk-UA"/>
        </a:p>
      </dgm:t>
    </dgm:pt>
    <dgm:pt modelId="{CC5A3BE7-2572-4D0C-AFAB-83099369E6F5}" type="parTrans" cxnId="{66DE3B8D-0BF5-40E0-8EDB-53CBC38D9EC0}">
      <dgm:prSet/>
      <dgm:spPr/>
      <dgm:t>
        <a:bodyPr/>
        <a:lstStyle/>
        <a:p>
          <a:endParaRPr lang="uk-UA"/>
        </a:p>
      </dgm:t>
    </dgm:pt>
    <dgm:pt modelId="{863DE18D-77FD-4DD3-8203-7E52EFC4AD8D}" type="sibTrans" cxnId="{66DE3B8D-0BF5-40E0-8EDB-53CBC38D9EC0}">
      <dgm:prSet/>
      <dgm:spPr/>
      <dgm:t>
        <a:bodyPr/>
        <a:lstStyle/>
        <a:p>
          <a:endParaRPr lang="uk-UA"/>
        </a:p>
      </dgm:t>
    </dgm:pt>
    <dgm:pt modelId="{F5D19092-BE06-466D-A5C4-CE5BC7F39A52}">
      <dgm:prSet/>
      <dgm:spPr/>
      <dgm:t>
        <a:bodyPr/>
        <a:lstStyle/>
        <a:p>
          <a:r>
            <a:rPr lang="ru-RU"/>
            <a:t>зруйнування Січі на острові Мала Хортиця</a:t>
          </a:r>
          <a:endParaRPr lang="uk-UA"/>
        </a:p>
      </dgm:t>
    </dgm:pt>
    <dgm:pt modelId="{068F9D50-7259-47DF-9B15-E8F0688398E7}" type="parTrans" cxnId="{88862704-D127-449F-B10D-77324A500A4B}">
      <dgm:prSet/>
      <dgm:spPr/>
      <dgm:t>
        <a:bodyPr/>
        <a:lstStyle/>
        <a:p>
          <a:endParaRPr lang="uk-UA"/>
        </a:p>
      </dgm:t>
    </dgm:pt>
    <dgm:pt modelId="{33C96332-35C1-498C-80AE-299D270649D1}" type="sibTrans" cxnId="{88862704-D127-449F-B10D-77324A500A4B}">
      <dgm:prSet/>
      <dgm:spPr/>
      <dgm:t>
        <a:bodyPr/>
        <a:lstStyle/>
        <a:p>
          <a:endParaRPr lang="uk-UA"/>
        </a:p>
      </dgm:t>
    </dgm:pt>
    <dgm:pt modelId="{02055670-4BEA-4121-8C0B-21D5054E3FA3}">
      <dgm:prSet/>
      <dgm:spPr>
        <a:solidFill>
          <a:srgbClr val="0070C0"/>
        </a:solidFill>
      </dgm:spPr>
      <dgm:t>
        <a:bodyPr/>
        <a:lstStyle/>
        <a:p>
          <a:r>
            <a:rPr lang="ru-RU"/>
            <a:t>земельний конфлікт із родиною Острозьких</a:t>
          </a:r>
          <a:endParaRPr lang="uk-UA"/>
        </a:p>
      </dgm:t>
    </dgm:pt>
    <dgm:pt modelId="{FBC55D3A-0947-4F8A-A915-3EA7A9A7F7D6}" type="parTrans" cxnId="{338A9F64-685A-4119-AB45-0924A61DB767}">
      <dgm:prSet/>
      <dgm:spPr/>
      <dgm:t>
        <a:bodyPr/>
        <a:lstStyle/>
        <a:p>
          <a:endParaRPr lang="uk-UA"/>
        </a:p>
      </dgm:t>
    </dgm:pt>
    <dgm:pt modelId="{1A515D7B-0A15-4AFE-8A3C-7B8A7D14F1DF}" type="sibTrans" cxnId="{338A9F64-685A-4119-AB45-0924A61DB767}">
      <dgm:prSet/>
      <dgm:spPr/>
      <dgm:t>
        <a:bodyPr/>
        <a:lstStyle/>
        <a:p>
          <a:endParaRPr lang="uk-UA"/>
        </a:p>
      </dgm:t>
    </dgm:pt>
    <dgm:pt modelId="{88B3425E-64C5-4798-862E-D43961249D43}">
      <dgm:prSet/>
      <dgm:spPr/>
      <dgm:t>
        <a:bodyPr/>
        <a:lstStyle/>
        <a:p>
          <a:r>
            <a:rPr lang="ru-RU"/>
            <a:t>заборона польської влади козакам здійснювати морські походи</a:t>
          </a:r>
          <a:endParaRPr lang="uk-UA"/>
        </a:p>
      </dgm:t>
    </dgm:pt>
    <dgm:pt modelId="{AD0BE618-EE57-451A-8372-BCE5DDF1013D}" type="parTrans" cxnId="{28B709FF-26EA-4738-8A50-174A4132B229}">
      <dgm:prSet/>
      <dgm:spPr/>
      <dgm:t>
        <a:bodyPr/>
        <a:lstStyle/>
        <a:p>
          <a:endParaRPr lang="uk-UA"/>
        </a:p>
      </dgm:t>
    </dgm:pt>
    <dgm:pt modelId="{7D33FE19-5DCC-4F1B-BE33-924A30DE1ED4}" type="sibTrans" cxnId="{28B709FF-26EA-4738-8A50-174A4132B229}">
      <dgm:prSet/>
      <dgm:spPr/>
      <dgm:t>
        <a:bodyPr/>
        <a:lstStyle/>
        <a:p>
          <a:endParaRPr lang="uk-UA"/>
        </a:p>
      </dgm:t>
    </dgm:pt>
    <dgm:pt modelId="{E127E2F4-D9E0-46A1-8C8E-8DC8E031F15E}" type="pres">
      <dgm:prSet presAssocID="{81158311-7EBC-48FA-8885-5C7E3F51568C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2B4C8AA3-5B06-4651-BE4E-399E306A5930}" type="pres">
      <dgm:prSet presAssocID="{81158311-7EBC-48FA-8885-5C7E3F51568C}" presName="Name1" presStyleCnt="0"/>
      <dgm:spPr/>
    </dgm:pt>
    <dgm:pt modelId="{7E80C643-8733-439A-BA3B-DCA8719BF924}" type="pres">
      <dgm:prSet presAssocID="{81158311-7EBC-48FA-8885-5C7E3F51568C}" presName="cycle" presStyleCnt="0"/>
      <dgm:spPr/>
    </dgm:pt>
    <dgm:pt modelId="{C1BBB9B2-5126-453F-8F1C-81F6952CC2FD}" type="pres">
      <dgm:prSet presAssocID="{81158311-7EBC-48FA-8885-5C7E3F51568C}" presName="srcNode" presStyleLbl="node1" presStyleIdx="0" presStyleCnt="4"/>
      <dgm:spPr/>
    </dgm:pt>
    <dgm:pt modelId="{29F4A225-4AF1-4E53-9BAB-745884B7E4F4}" type="pres">
      <dgm:prSet presAssocID="{81158311-7EBC-48FA-8885-5C7E3F51568C}" presName="conn" presStyleLbl="parChTrans1D2" presStyleIdx="0" presStyleCnt="1"/>
      <dgm:spPr/>
      <dgm:t>
        <a:bodyPr/>
        <a:lstStyle/>
        <a:p>
          <a:endParaRPr lang="ru-RU"/>
        </a:p>
      </dgm:t>
    </dgm:pt>
    <dgm:pt modelId="{C9ECC8C3-9C45-4109-B113-D3C07A399C1D}" type="pres">
      <dgm:prSet presAssocID="{81158311-7EBC-48FA-8885-5C7E3F51568C}" presName="extraNode" presStyleLbl="node1" presStyleIdx="0" presStyleCnt="4"/>
      <dgm:spPr/>
    </dgm:pt>
    <dgm:pt modelId="{9EBBA201-EBEB-4681-A0DF-28B83EABA9B3}" type="pres">
      <dgm:prSet presAssocID="{81158311-7EBC-48FA-8885-5C7E3F51568C}" presName="dstNode" presStyleLbl="node1" presStyleIdx="0" presStyleCnt="4"/>
      <dgm:spPr/>
    </dgm:pt>
    <dgm:pt modelId="{93ADEA4F-338C-46BF-9070-4DB26DEDA70E}" type="pres">
      <dgm:prSet presAssocID="{3ED3477B-181F-4306-ACCA-B882BD4C5BF6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02F0F41-5217-4001-B168-85C9879C2F63}" type="pres">
      <dgm:prSet presAssocID="{3ED3477B-181F-4306-ACCA-B882BD4C5BF6}" presName="accent_1" presStyleCnt="0"/>
      <dgm:spPr/>
    </dgm:pt>
    <dgm:pt modelId="{F375D1D3-D4A2-4B5C-9AA1-AEF23251DAAE}" type="pres">
      <dgm:prSet presAssocID="{3ED3477B-181F-4306-ACCA-B882BD4C5BF6}" presName="accentRepeatNode" presStyleLbl="solidFgAcc1" presStyleIdx="0" presStyleCnt="4"/>
      <dgm:spPr/>
    </dgm:pt>
    <dgm:pt modelId="{6F04C4EF-6375-4BD4-961F-80635F11AC67}" type="pres">
      <dgm:prSet presAssocID="{F5D19092-BE06-466D-A5C4-CE5BC7F39A52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A94EA9F-AAAE-43AF-9D68-434B2B8B1131}" type="pres">
      <dgm:prSet presAssocID="{F5D19092-BE06-466D-A5C4-CE5BC7F39A52}" presName="accent_2" presStyleCnt="0"/>
      <dgm:spPr/>
    </dgm:pt>
    <dgm:pt modelId="{BB2FEB25-9A82-42E8-AB28-C360035E0DB2}" type="pres">
      <dgm:prSet presAssocID="{F5D19092-BE06-466D-A5C4-CE5BC7F39A52}" presName="accentRepeatNode" presStyleLbl="solidFgAcc1" presStyleIdx="1" presStyleCnt="4"/>
      <dgm:spPr/>
    </dgm:pt>
    <dgm:pt modelId="{B6A137C7-5FB3-4EBA-AE24-7D92E69362A4}" type="pres">
      <dgm:prSet presAssocID="{02055670-4BEA-4121-8C0B-21D5054E3FA3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F8C241-6CCF-41FC-AC5F-1BB1AD5D6320}" type="pres">
      <dgm:prSet presAssocID="{02055670-4BEA-4121-8C0B-21D5054E3FA3}" presName="accent_3" presStyleCnt="0"/>
      <dgm:spPr/>
    </dgm:pt>
    <dgm:pt modelId="{6CF9D29B-D04D-416D-8FD9-51B7CB8E9E13}" type="pres">
      <dgm:prSet presAssocID="{02055670-4BEA-4121-8C0B-21D5054E3FA3}" presName="accentRepeatNode" presStyleLbl="solidFgAcc1" presStyleIdx="2" presStyleCnt="4"/>
      <dgm:spPr/>
    </dgm:pt>
    <dgm:pt modelId="{7611F5BC-9AAA-41BB-9091-14E78D68CE3D}" type="pres">
      <dgm:prSet presAssocID="{88B3425E-64C5-4798-862E-D43961249D43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DF2DDE1-93D8-4675-9B8E-EA0ABF1AB066}" type="pres">
      <dgm:prSet presAssocID="{88B3425E-64C5-4798-862E-D43961249D43}" presName="accent_4" presStyleCnt="0"/>
      <dgm:spPr/>
    </dgm:pt>
    <dgm:pt modelId="{53B198E8-3D91-4A38-89E2-3EEA6C3ABBEB}" type="pres">
      <dgm:prSet presAssocID="{88B3425E-64C5-4798-862E-D43961249D43}" presName="accentRepeatNode" presStyleLbl="solidFgAcc1" presStyleIdx="3" presStyleCnt="4"/>
      <dgm:spPr/>
    </dgm:pt>
  </dgm:ptLst>
  <dgm:cxnLst>
    <dgm:cxn modelId="{27710488-7E54-42B1-9B28-D88971F6DD2C}" type="presOf" srcId="{88B3425E-64C5-4798-862E-D43961249D43}" destId="{7611F5BC-9AAA-41BB-9091-14E78D68CE3D}" srcOrd="0" destOrd="0" presId="urn:microsoft.com/office/officeart/2008/layout/VerticalCurvedList"/>
    <dgm:cxn modelId="{4D39B81A-A52F-4A26-8F47-27E97D964FD9}" type="presOf" srcId="{81158311-7EBC-48FA-8885-5C7E3F51568C}" destId="{E127E2F4-D9E0-46A1-8C8E-8DC8E031F15E}" srcOrd="0" destOrd="0" presId="urn:microsoft.com/office/officeart/2008/layout/VerticalCurvedList"/>
    <dgm:cxn modelId="{338A9F64-685A-4119-AB45-0924A61DB767}" srcId="{81158311-7EBC-48FA-8885-5C7E3F51568C}" destId="{02055670-4BEA-4121-8C0B-21D5054E3FA3}" srcOrd="2" destOrd="0" parTransId="{FBC55D3A-0947-4F8A-A915-3EA7A9A7F7D6}" sibTransId="{1A515D7B-0A15-4AFE-8A3C-7B8A7D14F1DF}"/>
    <dgm:cxn modelId="{71612096-1690-4D9A-A70F-5495729D24F1}" type="presOf" srcId="{863DE18D-77FD-4DD3-8203-7E52EFC4AD8D}" destId="{29F4A225-4AF1-4E53-9BAB-745884B7E4F4}" srcOrd="0" destOrd="0" presId="urn:microsoft.com/office/officeart/2008/layout/VerticalCurvedList"/>
    <dgm:cxn modelId="{8DFC96DC-35A5-4FAB-9810-09C994810793}" type="presOf" srcId="{F5D19092-BE06-466D-A5C4-CE5BC7F39A52}" destId="{6F04C4EF-6375-4BD4-961F-80635F11AC67}" srcOrd="0" destOrd="0" presId="urn:microsoft.com/office/officeart/2008/layout/VerticalCurvedList"/>
    <dgm:cxn modelId="{45B1EE51-4936-4EF5-8E61-7871042E91AD}" type="presOf" srcId="{3ED3477B-181F-4306-ACCA-B882BD4C5BF6}" destId="{93ADEA4F-338C-46BF-9070-4DB26DEDA70E}" srcOrd="0" destOrd="0" presId="urn:microsoft.com/office/officeart/2008/layout/VerticalCurvedList"/>
    <dgm:cxn modelId="{B825C301-4E4C-4336-AD19-B5DC6C758751}" type="presOf" srcId="{02055670-4BEA-4121-8C0B-21D5054E3FA3}" destId="{B6A137C7-5FB3-4EBA-AE24-7D92E69362A4}" srcOrd="0" destOrd="0" presId="urn:microsoft.com/office/officeart/2008/layout/VerticalCurvedList"/>
    <dgm:cxn modelId="{88862704-D127-449F-B10D-77324A500A4B}" srcId="{81158311-7EBC-48FA-8885-5C7E3F51568C}" destId="{F5D19092-BE06-466D-A5C4-CE5BC7F39A52}" srcOrd="1" destOrd="0" parTransId="{068F9D50-7259-47DF-9B15-E8F0688398E7}" sibTransId="{33C96332-35C1-498C-80AE-299D270649D1}"/>
    <dgm:cxn modelId="{28B709FF-26EA-4738-8A50-174A4132B229}" srcId="{81158311-7EBC-48FA-8885-5C7E3F51568C}" destId="{88B3425E-64C5-4798-862E-D43961249D43}" srcOrd="3" destOrd="0" parTransId="{AD0BE618-EE57-451A-8372-BCE5DDF1013D}" sibTransId="{7D33FE19-5DCC-4F1B-BE33-924A30DE1ED4}"/>
    <dgm:cxn modelId="{66DE3B8D-0BF5-40E0-8EDB-53CBC38D9EC0}" srcId="{81158311-7EBC-48FA-8885-5C7E3F51568C}" destId="{3ED3477B-181F-4306-ACCA-B882BD4C5BF6}" srcOrd="0" destOrd="0" parTransId="{CC5A3BE7-2572-4D0C-AFAB-83099369E6F5}" sibTransId="{863DE18D-77FD-4DD3-8203-7E52EFC4AD8D}"/>
    <dgm:cxn modelId="{3E05F209-1084-4DCB-8FA3-8DEE98E49700}" type="presParOf" srcId="{E127E2F4-D9E0-46A1-8C8E-8DC8E031F15E}" destId="{2B4C8AA3-5B06-4651-BE4E-399E306A5930}" srcOrd="0" destOrd="0" presId="urn:microsoft.com/office/officeart/2008/layout/VerticalCurvedList"/>
    <dgm:cxn modelId="{A479D732-563B-46B1-AFF3-079D011E0FF9}" type="presParOf" srcId="{2B4C8AA3-5B06-4651-BE4E-399E306A5930}" destId="{7E80C643-8733-439A-BA3B-DCA8719BF924}" srcOrd="0" destOrd="0" presId="urn:microsoft.com/office/officeart/2008/layout/VerticalCurvedList"/>
    <dgm:cxn modelId="{0D025701-E50C-4C85-9A2D-22ABB4540F94}" type="presParOf" srcId="{7E80C643-8733-439A-BA3B-DCA8719BF924}" destId="{C1BBB9B2-5126-453F-8F1C-81F6952CC2FD}" srcOrd="0" destOrd="0" presId="urn:microsoft.com/office/officeart/2008/layout/VerticalCurvedList"/>
    <dgm:cxn modelId="{B2C128D6-90B1-467F-9041-920044BA9929}" type="presParOf" srcId="{7E80C643-8733-439A-BA3B-DCA8719BF924}" destId="{29F4A225-4AF1-4E53-9BAB-745884B7E4F4}" srcOrd="1" destOrd="0" presId="urn:microsoft.com/office/officeart/2008/layout/VerticalCurvedList"/>
    <dgm:cxn modelId="{DCE9206B-CB29-4CA5-BCAC-8E3050602B16}" type="presParOf" srcId="{7E80C643-8733-439A-BA3B-DCA8719BF924}" destId="{C9ECC8C3-9C45-4109-B113-D3C07A399C1D}" srcOrd="2" destOrd="0" presId="urn:microsoft.com/office/officeart/2008/layout/VerticalCurvedList"/>
    <dgm:cxn modelId="{4C9A6198-6277-462F-9262-ED28CCCC7377}" type="presParOf" srcId="{7E80C643-8733-439A-BA3B-DCA8719BF924}" destId="{9EBBA201-EBEB-4681-A0DF-28B83EABA9B3}" srcOrd="3" destOrd="0" presId="urn:microsoft.com/office/officeart/2008/layout/VerticalCurvedList"/>
    <dgm:cxn modelId="{AEBBC8F2-DBC6-4CA8-9ED9-D189670F4386}" type="presParOf" srcId="{2B4C8AA3-5B06-4651-BE4E-399E306A5930}" destId="{93ADEA4F-338C-46BF-9070-4DB26DEDA70E}" srcOrd="1" destOrd="0" presId="urn:microsoft.com/office/officeart/2008/layout/VerticalCurvedList"/>
    <dgm:cxn modelId="{9F1F3477-4546-4D18-A08E-E35512824F58}" type="presParOf" srcId="{2B4C8AA3-5B06-4651-BE4E-399E306A5930}" destId="{202F0F41-5217-4001-B168-85C9879C2F63}" srcOrd="2" destOrd="0" presId="urn:microsoft.com/office/officeart/2008/layout/VerticalCurvedList"/>
    <dgm:cxn modelId="{A689C311-71CD-43F5-B3AF-E55D0E895300}" type="presParOf" srcId="{202F0F41-5217-4001-B168-85C9879C2F63}" destId="{F375D1D3-D4A2-4B5C-9AA1-AEF23251DAAE}" srcOrd="0" destOrd="0" presId="urn:microsoft.com/office/officeart/2008/layout/VerticalCurvedList"/>
    <dgm:cxn modelId="{F0F8696A-3C9A-4767-A1A6-371C21CA99F2}" type="presParOf" srcId="{2B4C8AA3-5B06-4651-BE4E-399E306A5930}" destId="{6F04C4EF-6375-4BD4-961F-80635F11AC67}" srcOrd="3" destOrd="0" presId="urn:microsoft.com/office/officeart/2008/layout/VerticalCurvedList"/>
    <dgm:cxn modelId="{55B52093-97A8-4342-AA92-B2C9EB6EF7A0}" type="presParOf" srcId="{2B4C8AA3-5B06-4651-BE4E-399E306A5930}" destId="{7A94EA9F-AAAE-43AF-9D68-434B2B8B1131}" srcOrd="4" destOrd="0" presId="urn:microsoft.com/office/officeart/2008/layout/VerticalCurvedList"/>
    <dgm:cxn modelId="{89F09930-8B2C-4BC2-961E-6D23A498BD86}" type="presParOf" srcId="{7A94EA9F-AAAE-43AF-9D68-434B2B8B1131}" destId="{BB2FEB25-9A82-42E8-AB28-C360035E0DB2}" srcOrd="0" destOrd="0" presId="urn:microsoft.com/office/officeart/2008/layout/VerticalCurvedList"/>
    <dgm:cxn modelId="{09D2C436-C6D3-40C8-B297-CD69781562BC}" type="presParOf" srcId="{2B4C8AA3-5B06-4651-BE4E-399E306A5930}" destId="{B6A137C7-5FB3-4EBA-AE24-7D92E69362A4}" srcOrd="5" destOrd="0" presId="urn:microsoft.com/office/officeart/2008/layout/VerticalCurvedList"/>
    <dgm:cxn modelId="{46AAA197-CEEF-4072-BDE7-1D6BDA371EE0}" type="presParOf" srcId="{2B4C8AA3-5B06-4651-BE4E-399E306A5930}" destId="{EBF8C241-6CCF-41FC-AC5F-1BB1AD5D6320}" srcOrd="6" destOrd="0" presId="urn:microsoft.com/office/officeart/2008/layout/VerticalCurvedList"/>
    <dgm:cxn modelId="{DA4ACB28-AAB7-47BB-A547-8A004C94423B}" type="presParOf" srcId="{EBF8C241-6CCF-41FC-AC5F-1BB1AD5D6320}" destId="{6CF9D29B-D04D-416D-8FD9-51B7CB8E9E13}" srcOrd="0" destOrd="0" presId="urn:microsoft.com/office/officeart/2008/layout/VerticalCurvedList"/>
    <dgm:cxn modelId="{7B692AC4-0D23-4E30-BE00-BE3C34016C62}" type="presParOf" srcId="{2B4C8AA3-5B06-4651-BE4E-399E306A5930}" destId="{7611F5BC-9AAA-41BB-9091-14E78D68CE3D}" srcOrd="7" destOrd="0" presId="urn:microsoft.com/office/officeart/2008/layout/VerticalCurvedList"/>
    <dgm:cxn modelId="{3152C257-8AF6-41C0-83AC-1353732C8D77}" type="presParOf" srcId="{2B4C8AA3-5B06-4651-BE4E-399E306A5930}" destId="{BDF2DDE1-93D8-4675-9B8E-EA0ABF1AB066}" srcOrd="8" destOrd="0" presId="urn:microsoft.com/office/officeart/2008/layout/VerticalCurvedList"/>
    <dgm:cxn modelId="{E123C855-A3E0-4EC2-BA2F-3CDA4567CBFE}" type="presParOf" srcId="{BDF2DDE1-93D8-4675-9B8E-EA0ABF1AB066}" destId="{53B198E8-3D91-4A38-89E2-3EEA6C3ABBE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81158311-7EBC-48FA-8885-5C7E3F51568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ED3477B-181F-4306-ACCA-B882BD4C5BF6}">
      <dgm:prSet/>
      <dgm:spPr/>
      <dgm:t>
        <a:bodyPr/>
        <a:lstStyle/>
        <a:p>
          <a:r>
            <a:rPr lang="ru-RU" dirty="0" err="1"/>
            <a:t>утворення</a:t>
          </a:r>
          <a:r>
            <a:rPr lang="ru-RU" dirty="0"/>
            <a:t> </a:t>
          </a:r>
          <a:r>
            <a:rPr lang="ru-RU" dirty="0" err="1"/>
            <a:t>Барської</a:t>
          </a:r>
          <a:r>
            <a:rPr lang="ru-RU" dirty="0"/>
            <a:t> </a:t>
          </a:r>
          <a:r>
            <a:rPr lang="ru-RU" dirty="0" err="1"/>
            <a:t>конфедерації</a:t>
          </a:r>
          <a:endParaRPr lang="uk-UA" dirty="0"/>
        </a:p>
      </dgm:t>
    </dgm:pt>
    <dgm:pt modelId="{CC5A3BE7-2572-4D0C-AFAB-83099369E6F5}" type="parTrans" cxnId="{66DE3B8D-0BF5-40E0-8EDB-53CBC38D9EC0}">
      <dgm:prSet/>
      <dgm:spPr/>
      <dgm:t>
        <a:bodyPr/>
        <a:lstStyle/>
        <a:p>
          <a:endParaRPr lang="uk-UA"/>
        </a:p>
      </dgm:t>
    </dgm:pt>
    <dgm:pt modelId="{863DE18D-77FD-4DD3-8203-7E52EFC4AD8D}" type="sibTrans" cxnId="{66DE3B8D-0BF5-40E0-8EDB-53CBC38D9EC0}">
      <dgm:prSet/>
      <dgm:spPr/>
      <dgm:t>
        <a:bodyPr/>
        <a:lstStyle/>
        <a:p>
          <a:endParaRPr lang="uk-UA"/>
        </a:p>
      </dgm:t>
    </dgm:pt>
    <dgm:pt modelId="{F5D19092-BE06-466D-A5C4-CE5BC7F39A52}">
      <dgm:prSet/>
      <dgm:spPr/>
      <dgm:t>
        <a:bodyPr/>
        <a:lstStyle/>
        <a:p>
          <a:r>
            <a:rPr lang="ru-RU"/>
            <a:t>зруйнування Січі на острові Мала Хортиця</a:t>
          </a:r>
          <a:endParaRPr lang="uk-UA"/>
        </a:p>
      </dgm:t>
    </dgm:pt>
    <dgm:pt modelId="{068F9D50-7259-47DF-9B15-E8F0688398E7}" type="parTrans" cxnId="{88862704-D127-449F-B10D-77324A500A4B}">
      <dgm:prSet/>
      <dgm:spPr/>
      <dgm:t>
        <a:bodyPr/>
        <a:lstStyle/>
        <a:p>
          <a:endParaRPr lang="uk-UA"/>
        </a:p>
      </dgm:t>
    </dgm:pt>
    <dgm:pt modelId="{33C96332-35C1-498C-80AE-299D270649D1}" type="sibTrans" cxnId="{88862704-D127-449F-B10D-77324A500A4B}">
      <dgm:prSet/>
      <dgm:spPr/>
      <dgm:t>
        <a:bodyPr/>
        <a:lstStyle/>
        <a:p>
          <a:endParaRPr lang="uk-UA"/>
        </a:p>
      </dgm:t>
    </dgm:pt>
    <dgm:pt modelId="{02055670-4BEA-4121-8C0B-21D5054E3FA3}">
      <dgm:prSet/>
      <dgm:spPr/>
      <dgm:t>
        <a:bodyPr/>
        <a:lstStyle/>
        <a:p>
          <a:r>
            <a:rPr lang="ru-RU"/>
            <a:t>земельний конфлікт із родиною Острозьких</a:t>
          </a:r>
          <a:endParaRPr lang="uk-UA"/>
        </a:p>
      </dgm:t>
    </dgm:pt>
    <dgm:pt modelId="{FBC55D3A-0947-4F8A-A915-3EA7A9A7F7D6}" type="parTrans" cxnId="{338A9F64-685A-4119-AB45-0924A61DB767}">
      <dgm:prSet/>
      <dgm:spPr/>
      <dgm:t>
        <a:bodyPr/>
        <a:lstStyle/>
        <a:p>
          <a:endParaRPr lang="uk-UA"/>
        </a:p>
      </dgm:t>
    </dgm:pt>
    <dgm:pt modelId="{1A515D7B-0A15-4AFE-8A3C-7B8A7D14F1DF}" type="sibTrans" cxnId="{338A9F64-685A-4119-AB45-0924A61DB767}">
      <dgm:prSet/>
      <dgm:spPr/>
      <dgm:t>
        <a:bodyPr/>
        <a:lstStyle/>
        <a:p>
          <a:endParaRPr lang="uk-UA"/>
        </a:p>
      </dgm:t>
    </dgm:pt>
    <dgm:pt modelId="{88B3425E-64C5-4798-862E-D43961249D43}">
      <dgm:prSet/>
      <dgm:spPr/>
      <dgm:t>
        <a:bodyPr/>
        <a:lstStyle/>
        <a:p>
          <a:r>
            <a:rPr lang="ru-RU" dirty="0"/>
            <a:t>заборона </a:t>
          </a:r>
          <a:r>
            <a:rPr lang="ru-RU" dirty="0" err="1"/>
            <a:t>польської</a:t>
          </a:r>
          <a:r>
            <a:rPr lang="ru-RU" dirty="0"/>
            <a:t> </a:t>
          </a:r>
          <a:r>
            <a:rPr lang="ru-RU" dirty="0" err="1"/>
            <a:t>влади</a:t>
          </a:r>
          <a:r>
            <a:rPr lang="ru-RU" dirty="0"/>
            <a:t> козакам </a:t>
          </a:r>
          <a:r>
            <a:rPr lang="ru-RU" dirty="0" err="1"/>
            <a:t>здійснювати</a:t>
          </a:r>
          <a:r>
            <a:rPr lang="ru-RU" dirty="0"/>
            <a:t> </a:t>
          </a:r>
          <a:r>
            <a:rPr lang="ru-RU" dirty="0" err="1"/>
            <a:t>морські</a:t>
          </a:r>
          <a:r>
            <a:rPr lang="ru-RU" dirty="0"/>
            <a:t> походи</a:t>
          </a:r>
          <a:endParaRPr lang="uk-UA" dirty="0"/>
        </a:p>
      </dgm:t>
    </dgm:pt>
    <dgm:pt modelId="{AD0BE618-EE57-451A-8372-BCE5DDF1013D}" type="parTrans" cxnId="{28B709FF-26EA-4738-8A50-174A4132B229}">
      <dgm:prSet/>
      <dgm:spPr/>
      <dgm:t>
        <a:bodyPr/>
        <a:lstStyle/>
        <a:p>
          <a:endParaRPr lang="uk-UA"/>
        </a:p>
      </dgm:t>
    </dgm:pt>
    <dgm:pt modelId="{7D33FE19-5DCC-4F1B-BE33-924A30DE1ED4}" type="sibTrans" cxnId="{28B709FF-26EA-4738-8A50-174A4132B229}">
      <dgm:prSet/>
      <dgm:spPr/>
      <dgm:t>
        <a:bodyPr/>
        <a:lstStyle/>
        <a:p>
          <a:endParaRPr lang="uk-UA"/>
        </a:p>
      </dgm:t>
    </dgm:pt>
    <dgm:pt modelId="{E127E2F4-D9E0-46A1-8C8E-8DC8E031F15E}" type="pres">
      <dgm:prSet presAssocID="{81158311-7EBC-48FA-8885-5C7E3F51568C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2B4C8AA3-5B06-4651-BE4E-399E306A5930}" type="pres">
      <dgm:prSet presAssocID="{81158311-7EBC-48FA-8885-5C7E3F51568C}" presName="Name1" presStyleCnt="0"/>
      <dgm:spPr/>
    </dgm:pt>
    <dgm:pt modelId="{7E80C643-8733-439A-BA3B-DCA8719BF924}" type="pres">
      <dgm:prSet presAssocID="{81158311-7EBC-48FA-8885-5C7E3F51568C}" presName="cycle" presStyleCnt="0"/>
      <dgm:spPr/>
    </dgm:pt>
    <dgm:pt modelId="{C1BBB9B2-5126-453F-8F1C-81F6952CC2FD}" type="pres">
      <dgm:prSet presAssocID="{81158311-7EBC-48FA-8885-5C7E3F51568C}" presName="srcNode" presStyleLbl="node1" presStyleIdx="0" presStyleCnt="4"/>
      <dgm:spPr/>
    </dgm:pt>
    <dgm:pt modelId="{29F4A225-4AF1-4E53-9BAB-745884B7E4F4}" type="pres">
      <dgm:prSet presAssocID="{81158311-7EBC-48FA-8885-5C7E3F51568C}" presName="conn" presStyleLbl="parChTrans1D2" presStyleIdx="0" presStyleCnt="1"/>
      <dgm:spPr/>
      <dgm:t>
        <a:bodyPr/>
        <a:lstStyle/>
        <a:p>
          <a:endParaRPr lang="ru-RU"/>
        </a:p>
      </dgm:t>
    </dgm:pt>
    <dgm:pt modelId="{C9ECC8C3-9C45-4109-B113-D3C07A399C1D}" type="pres">
      <dgm:prSet presAssocID="{81158311-7EBC-48FA-8885-5C7E3F51568C}" presName="extraNode" presStyleLbl="node1" presStyleIdx="0" presStyleCnt="4"/>
      <dgm:spPr/>
    </dgm:pt>
    <dgm:pt modelId="{9EBBA201-EBEB-4681-A0DF-28B83EABA9B3}" type="pres">
      <dgm:prSet presAssocID="{81158311-7EBC-48FA-8885-5C7E3F51568C}" presName="dstNode" presStyleLbl="node1" presStyleIdx="0" presStyleCnt="4"/>
      <dgm:spPr/>
    </dgm:pt>
    <dgm:pt modelId="{93ADEA4F-338C-46BF-9070-4DB26DEDA70E}" type="pres">
      <dgm:prSet presAssocID="{3ED3477B-181F-4306-ACCA-B882BD4C5BF6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02F0F41-5217-4001-B168-85C9879C2F63}" type="pres">
      <dgm:prSet presAssocID="{3ED3477B-181F-4306-ACCA-B882BD4C5BF6}" presName="accent_1" presStyleCnt="0"/>
      <dgm:spPr/>
    </dgm:pt>
    <dgm:pt modelId="{F375D1D3-D4A2-4B5C-9AA1-AEF23251DAAE}" type="pres">
      <dgm:prSet presAssocID="{3ED3477B-181F-4306-ACCA-B882BD4C5BF6}" presName="accentRepeatNode" presStyleLbl="solidFgAcc1" presStyleIdx="0" presStyleCnt="4"/>
      <dgm:spPr/>
    </dgm:pt>
    <dgm:pt modelId="{6F04C4EF-6375-4BD4-961F-80635F11AC67}" type="pres">
      <dgm:prSet presAssocID="{F5D19092-BE06-466D-A5C4-CE5BC7F39A52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A94EA9F-AAAE-43AF-9D68-434B2B8B1131}" type="pres">
      <dgm:prSet presAssocID="{F5D19092-BE06-466D-A5C4-CE5BC7F39A52}" presName="accent_2" presStyleCnt="0"/>
      <dgm:spPr/>
    </dgm:pt>
    <dgm:pt modelId="{BB2FEB25-9A82-42E8-AB28-C360035E0DB2}" type="pres">
      <dgm:prSet presAssocID="{F5D19092-BE06-466D-A5C4-CE5BC7F39A52}" presName="accentRepeatNode" presStyleLbl="solidFgAcc1" presStyleIdx="1" presStyleCnt="4"/>
      <dgm:spPr/>
    </dgm:pt>
    <dgm:pt modelId="{B6A137C7-5FB3-4EBA-AE24-7D92E69362A4}" type="pres">
      <dgm:prSet presAssocID="{02055670-4BEA-4121-8C0B-21D5054E3FA3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F8C241-6CCF-41FC-AC5F-1BB1AD5D6320}" type="pres">
      <dgm:prSet presAssocID="{02055670-4BEA-4121-8C0B-21D5054E3FA3}" presName="accent_3" presStyleCnt="0"/>
      <dgm:spPr/>
    </dgm:pt>
    <dgm:pt modelId="{6CF9D29B-D04D-416D-8FD9-51B7CB8E9E13}" type="pres">
      <dgm:prSet presAssocID="{02055670-4BEA-4121-8C0B-21D5054E3FA3}" presName="accentRepeatNode" presStyleLbl="solidFgAcc1" presStyleIdx="2" presStyleCnt="4"/>
      <dgm:spPr/>
    </dgm:pt>
    <dgm:pt modelId="{7611F5BC-9AAA-41BB-9091-14E78D68CE3D}" type="pres">
      <dgm:prSet presAssocID="{88B3425E-64C5-4798-862E-D43961249D43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DF2DDE1-93D8-4675-9B8E-EA0ABF1AB066}" type="pres">
      <dgm:prSet presAssocID="{88B3425E-64C5-4798-862E-D43961249D43}" presName="accent_4" presStyleCnt="0"/>
      <dgm:spPr/>
    </dgm:pt>
    <dgm:pt modelId="{53B198E8-3D91-4A38-89E2-3EEA6C3ABBEB}" type="pres">
      <dgm:prSet presAssocID="{88B3425E-64C5-4798-862E-D43961249D43}" presName="accentRepeatNode" presStyleLbl="solidFgAcc1" presStyleIdx="3" presStyleCnt="4"/>
      <dgm:spPr/>
    </dgm:pt>
  </dgm:ptLst>
  <dgm:cxnLst>
    <dgm:cxn modelId="{27710488-7E54-42B1-9B28-D88971F6DD2C}" type="presOf" srcId="{88B3425E-64C5-4798-862E-D43961249D43}" destId="{7611F5BC-9AAA-41BB-9091-14E78D68CE3D}" srcOrd="0" destOrd="0" presId="urn:microsoft.com/office/officeart/2008/layout/VerticalCurvedList"/>
    <dgm:cxn modelId="{4D39B81A-A52F-4A26-8F47-27E97D964FD9}" type="presOf" srcId="{81158311-7EBC-48FA-8885-5C7E3F51568C}" destId="{E127E2F4-D9E0-46A1-8C8E-8DC8E031F15E}" srcOrd="0" destOrd="0" presId="urn:microsoft.com/office/officeart/2008/layout/VerticalCurvedList"/>
    <dgm:cxn modelId="{338A9F64-685A-4119-AB45-0924A61DB767}" srcId="{81158311-7EBC-48FA-8885-5C7E3F51568C}" destId="{02055670-4BEA-4121-8C0B-21D5054E3FA3}" srcOrd="2" destOrd="0" parTransId="{FBC55D3A-0947-4F8A-A915-3EA7A9A7F7D6}" sibTransId="{1A515D7B-0A15-4AFE-8A3C-7B8A7D14F1DF}"/>
    <dgm:cxn modelId="{71612096-1690-4D9A-A70F-5495729D24F1}" type="presOf" srcId="{863DE18D-77FD-4DD3-8203-7E52EFC4AD8D}" destId="{29F4A225-4AF1-4E53-9BAB-745884B7E4F4}" srcOrd="0" destOrd="0" presId="urn:microsoft.com/office/officeart/2008/layout/VerticalCurvedList"/>
    <dgm:cxn modelId="{8DFC96DC-35A5-4FAB-9810-09C994810793}" type="presOf" srcId="{F5D19092-BE06-466D-A5C4-CE5BC7F39A52}" destId="{6F04C4EF-6375-4BD4-961F-80635F11AC67}" srcOrd="0" destOrd="0" presId="urn:microsoft.com/office/officeart/2008/layout/VerticalCurvedList"/>
    <dgm:cxn modelId="{45B1EE51-4936-4EF5-8E61-7871042E91AD}" type="presOf" srcId="{3ED3477B-181F-4306-ACCA-B882BD4C5BF6}" destId="{93ADEA4F-338C-46BF-9070-4DB26DEDA70E}" srcOrd="0" destOrd="0" presId="urn:microsoft.com/office/officeart/2008/layout/VerticalCurvedList"/>
    <dgm:cxn modelId="{B825C301-4E4C-4336-AD19-B5DC6C758751}" type="presOf" srcId="{02055670-4BEA-4121-8C0B-21D5054E3FA3}" destId="{B6A137C7-5FB3-4EBA-AE24-7D92E69362A4}" srcOrd="0" destOrd="0" presId="urn:microsoft.com/office/officeart/2008/layout/VerticalCurvedList"/>
    <dgm:cxn modelId="{88862704-D127-449F-B10D-77324A500A4B}" srcId="{81158311-7EBC-48FA-8885-5C7E3F51568C}" destId="{F5D19092-BE06-466D-A5C4-CE5BC7F39A52}" srcOrd="1" destOrd="0" parTransId="{068F9D50-7259-47DF-9B15-E8F0688398E7}" sibTransId="{33C96332-35C1-498C-80AE-299D270649D1}"/>
    <dgm:cxn modelId="{28B709FF-26EA-4738-8A50-174A4132B229}" srcId="{81158311-7EBC-48FA-8885-5C7E3F51568C}" destId="{88B3425E-64C5-4798-862E-D43961249D43}" srcOrd="3" destOrd="0" parTransId="{AD0BE618-EE57-451A-8372-BCE5DDF1013D}" sibTransId="{7D33FE19-5DCC-4F1B-BE33-924A30DE1ED4}"/>
    <dgm:cxn modelId="{66DE3B8D-0BF5-40E0-8EDB-53CBC38D9EC0}" srcId="{81158311-7EBC-48FA-8885-5C7E3F51568C}" destId="{3ED3477B-181F-4306-ACCA-B882BD4C5BF6}" srcOrd="0" destOrd="0" parTransId="{CC5A3BE7-2572-4D0C-AFAB-83099369E6F5}" sibTransId="{863DE18D-77FD-4DD3-8203-7E52EFC4AD8D}"/>
    <dgm:cxn modelId="{3E05F209-1084-4DCB-8FA3-8DEE98E49700}" type="presParOf" srcId="{E127E2F4-D9E0-46A1-8C8E-8DC8E031F15E}" destId="{2B4C8AA3-5B06-4651-BE4E-399E306A5930}" srcOrd="0" destOrd="0" presId="urn:microsoft.com/office/officeart/2008/layout/VerticalCurvedList"/>
    <dgm:cxn modelId="{A479D732-563B-46B1-AFF3-079D011E0FF9}" type="presParOf" srcId="{2B4C8AA3-5B06-4651-BE4E-399E306A5930}" destId="{7E80C643-8733-439A-BA3B-DCA8719BF924}" srcOrd="0" destOrd="0" presId="urn:microsoft.com/office/officeart/2008/layout/VerticalCurvedList"/>
    <dgm:cxn modelId="{0D025701-E50C-4C85-9A2D-22ABB4540F94}" type="presParOf" srcId="{7E80C643-8733-439A-BA3B-DCA8719BF924}" destId="{C1BBB9B2-5126-453F-8F1C-81F6952CC2FD}" srcOrd="0" destOrd="0" presId="urn:microsoft.com/office/officeart/2008/layout/VerticalCurvedList"/>
    <dgm:cxn modelId="{B2C128D6-90B1-467F-9041-920044BA9929}" type="presParOf" srcId="{7E80C643-8733-439A-BA3B-DCA8719BF924}" destId="{29F4A225-4AF1-4E53-9BAB-745884B7E4F4}" srcOrd="1" destOrd="0" presId="urn:microsoft.com/office/officeart/2008/layout/VerticalCurvedList"/>
    <dgm:cxn modelId="{DCE9206B-CB29-4CA5-BCAC-8E3050602B16}" type="presParOf" srcId="{7E80C643-8733-439A-BA3B-DCA8719BF924}" destId="{C9ECC8C3-9C45-4109-B113-D3C07A399C1D}" srcOrd="2" destOrd="0" presId="urn:microsoft.com/office/officeart/2008/layout/VerticalCurvedList"/>
    <dgm:cxn modelId="{4C9A6198-6277-462F-9262-ED28CCCC7377}" type="presParOf" srcId="{7E80C643-8733-439A-BA3B-DCA8719BF924}" destId="{9EBBA201-EBEB-4681-A0DF-28B83EABA9B3}" srcOrd="3" destOrd="0" presId="urn:microsoft.com/office/officeart/2008/layout/VerticalCurvedList"/>
    <dgm:cxn modelId="{AEBBC8F2-DBC6-4CA8-9ED9-D189670F4386}" type="presParOf" srcId="{2B4C8AA3-5B06-4651-BE4E-399E306A5930}" destId="{93ADEA4F-338C-46BF-9070-4DB26DEDA70E}" srcOrd="1" destOrd="0" presId="urn:microsoft.com/office/officeart/2008/layout/VerticalCurvedList"/>
    <dgm:cxn modelId="{9F1F3477-4546-4D18-A08E-E35512824F58}" type="presParOf" srcId="{2B4C8AA3-5B06-4651-BE4E-399E306A5930}" destId="{202F0F41-5217-4001-B168-85C9879C2F63}" srcOrd="2" destOrd="0" presId="urn:microsoft.com/office/officeart/2008/layout/VerticalCurvedList"/>
    <dgm:cxn modelId="{A689C311-71CD-43F5-B3AF-E55D0E895300}" type="presParOf" srcId="{202F0F41-5217-4001-B168-85C9879C2F63}" destId="{F375D1D3-D4A2-4B5C-9AA1-AEF23251DAAE}" srcOrd="0" destOrd="0" presId="urn:microsoft.com/office/officeart/2008/layout/VerticalCurvedList"/>
    <dgm:cxn modelId="{F0F8696A-3C9A-4767-A1A6-371C21CA99F2}" type="presParOf" srcId="{2B4C8AA3-5B06-4651-BE4E-399E306A5930}" destId="{6F04C4EF-6375-4BD4-961F-80635F11AC67}" srcOrd="3" destOrd="0" presId="urn:microsoft.com/office/officeart/2008/layout/VerticalCurvedList"/>
    <dgm:cxn modelId="{55B52093-97A8-4342-AA92-B2C9EB6EF7A0}" type="presParOf" srcId="{2B4C8AA3-5B06-4651-BE4E-399E306A5930}" destId="{7A94EA9F-AAAE-43AF-9D68-434B2B8B1131}" srcOrd="4" destOrd="0" presId="urn:microsoft.com/office/officeart/2008/layout/VerticalCurvedList"/>
    <dgm:cxn modelId="{89F09930-8B2C-4BC2-961E-6D23A498BD86}" type="presParOf" srcId="{7A94EA9F-AAAE-43AF-9D68-434B2B8B1131}" destId="{BB2FEB25-9A82-42E8-AB28-C360035E0DB2}" srcOrd="0" destOrd="0" presId="urn:microsoft.com/office/officeart/2008/layout/VerticalCurvedList"/>
    <dgm:cxn modelId="{09D2C436-C6D3-40C8-B297-CD69781562BC}" type="presParOf" srcId="{2B4C8AA3-5B06-4651-BE4E-399E306A5930}" destId="{B6A137C7-5FB3-4EBA-AE24-7D92E69362A4}" srcOrd="5" destOrd="0" presId="urn:microsoft.com/office/officeart/2008/layout/VerticalCurvedList"/>
    <dgm:cxn modelId="{46AAA197-CEEF-4072-BDE7-1D6BDA371EE0}" type="presParOf" srcId="{2B4C8AA3-5B06-4651-BE4E-399E306A5930}" destId="{EBF8C241-6CCF-41FC-AC5F-1BB1AD5D6320}" srcOrd="6" destOrd="0" presId="urn:microsoft.com/office/officeart/2008/layout/VerticalCurvedList"/>
    <dgm:cxn modelId="{DA4ACB28-AAB7-47BB-A547-8A004C94423B}" type="presParOf" srcId="{EBF8C241-6CCF-41FC-AC5F-1BB1AD5D6320}" destId="{6CF9D29B-D04D-416D-8FD9-51B7CB8E9E13}" srcOrd="0" destOrd="0" presId="urn:microsoft.com/office/officeart/2008/layout/VerticalCurvedList"/>
    <dgm:cxn modelId="{7B692AC4-0D23-4E30-BE00-BE3C34016C62}" type="presParOf" srcId="{2B4C8AA3-5B06-4651-BE4E-399E306A5930}" destId="{7611F5BC-9AAA-41BB-9091-14E78D68CE3D}" srcOrd="7" destOrd="0" presId="urn:microsoft.com/office/officeart/2008/layout/VerticalCurvedList"/>
    <dgm:cxn modelId="{3152C257-8AF6-41C0-83AC-1353732C8D77}" type="presParOf" srcId="{2B4C8AA3-5B06-4651-BE4E-399E306A5930}" destId="{BDF2DDE1-93D8-4675-9B8E-EA0ABF1AB066}" srcOrd="8" destOrd="0" presId="urn:microsoft.com/office/officeart/2008/layout/VerticalCurvedList"/>
    <dgm:cxn modelId="{E123C855-A3E0-4EC2-BA2F-3CDA4567CBFE}" type="presParOf" srcId="{BDF2DDE1-93D8-4675-9B8E-EA0ABF1AB066}" destId="{53B198E8-3D91-4A38-89E2-3EEA6C3ABBE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7B2DDB6D-C0C2-4350-B0F0-DA86E8F7FB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E8B3C69A-DCFD-4A61-A772-C9EC87A04690}">
      <dgm:prSet/>
      <dgm:spPr/>
      <dgm:t>
        <a:bodyPr/>
        <a:lstStyle/>
        <a:p>
          <a:r>
            <a:rPr lang="ru-RU" b="0" i="0"/>
            <a:t>1576–1578 рр.</a:t>
          </a:r>
          <a:endParaRPr lang="uk-UA"/>
        </a:p>
      </dgm:t>
    </dgm:pt>
    <dgm:pt modelId="{D61F6707-5919-45EB-94C5-5665B8734E54}" type="parTrans" cxnId="{B61ECE59-6A31-4B24-B883-8D18CECF725F}">
      <dgm:prSet/>
      <dgm:spPr/>
      <dgm:t>
        <a:bodyPr/>
        <a:lstStyle/>
        <a:p>
          <a:endParaRPr lang="uk-UA"/>
        </a:p>
      </dgm:t>
    </dgm:pt>
    <dgm:pt modelId="{5BDDA541-1C20-4B34-8131-2E26FDA9176C}" type="sibTrans" cxnId="{B61ECE59-6A31-4B24-B883-8D18CECF725F}">
      <dgm:prSet/>
      <dgm:spPr/>
      <dgm:t>
        <a:bodyPr/>
        <a:lstStyle/>
        <a:p>
          <a:endParaRPr lang="uk-UA"/>
        </a:p>
      </dgm:t>
    </dgm:pt>
    <dgm:pt modelId="{A55EF4B1-81F6-4318-AE12-0648EAEB7135}">
      <dgm:prSet/>
      <dgm:spPr>
        <a:solidFill>
          <a:srgbClr val="0070C0"/>
        </a:solidFill>
      </dgm:spPr>
      <dgm:t>
        <a:bodyPr/>
        <a:lstStyle/>
        <a:p>
          <a:r>
            <a:rPr lang="ru-RU" b="0" i="0"/>
            <a:t>1594–1596 рр.</a:t>
          </a:r>
          <a:endParaRPr lang="uk-UA"/>
        </a:p>
      </dgm:t>
    </dgm:pt>
    <dgm:pt modelId="{CA7AB42A-1553-4187-80BB-CB5672FAA4D0}" type="parTrans" cxnId="{07D65F4B-D626-489F-848B-C113C1AE96AF}">
      <dgm:prSet/>
      <dgm:spPr/>
      <dgm:t>
        <a:bodyPr/>
        <a:lstStyle/>
        <a:p>
          <a:endParaRPr lang="uk-UA"/>
        </a:p>
      </dgm:t>
    </dgm:pt>
    <dgm:pt modelId="{4E3DBCD4-3FEF-4C35-B35B-E11A8C0FA4E2}" type="sibTrans" cxnId="{07D65F4B-D626-489F-848B-C113C1AE96AF}">
      <dgm:prSet/>
      <dgm:spPr/>
      <dgm:t>
        <a:bodyPr/>
        <a:lstStyle/>
        <a:p>
          <a:endParaRPr lang="uk-UA"/>
        </a:p>
      </dgm:t>
    </dgm:pt>
    <dgm:pt modelId="{FFD6B0DA-0B81-4F7F-BF9D-49F84BED3839}">
      <dgm:prSet/>
      <dgm:spPr/>
      <dgm:t>
        <a:bodyPr/>
        <a:lstStyle/>
        <a:p>
          <a:r>
            <a:rPr lang="ru-RU" b="0" i="0"/>
            <a:t>1616–1622 рр.</a:t>
          </a:r>
          <a:endParaRPr lang="uk-UA"/>
        </a:p>
      </dgm:t>
    </dgm:pt>
    <dgm:pt modelId="{B0BB4587-C5B9-4B0E-ACC2-8C2A6BC83B43}" type="parTrans" cxnId="{B0D84C7F-49E7-4557-BE99-4E2CB0A5A339}">
      <dgm:prSet/>
      <dgm:spPr/>
      <dgm:t>
        <a:bodyPr/>
        <a:lstStyle/>
        <a:p>
          <a:endParaRPr lang="uk-UA"/>
        </a:p>
      </dgm:t>
    </dgm:pt>
    <dgm:pt modelId="{9219107B-9EEB-4AF3-A0ED-835CFDA14314}" type="sibTrans" cxnId="{B0D84C7F-49E7-4557-BE99-4E2CB0A5A339}">
      <dgm:prSet/>
      <dgm:spPr/>
      <dgm:t>
        <a:bodyPr/>
        <a:lstStyle/>
        <a:p>
          <a:endParaRPr lang="uk-UA"/>
        </a:p>
      </dgm:t>
    </dgm:pt>
    <dgm:pt modelId="{C2B3FE01-E736-455E-907F-01BE2C2C8911}">
      <dgm:prSet/>
      <dgm:spPr/>
      <dgm:t>
        <a:bodyPr/>
        <a:lstStyle/>
        <a:p>
          <a:r>
            <a:rPr lang="ru-RU" b="0" i="0"/>
            <a:t>1637–1638 рр.</a:t>
          </a:r>
          <a:endParaRPr lang="uk-UA"/>
        </a:p>
      </dgm:t>
    </dgm:pt>
    <dgm:pt modelId="{736A656B-D971-489A-9069-4361EDB74152}" type="parTrans" cxnId="{CB736CFD-AEFC-44E9-AC14-E09B219D90B0}">
      <dgm:prSet/>
      <dgm:spPr/>
      <dgm:t>
        <a:bodyPr/>
        <a:lstStyle/>
        <a:p>
          <a:endParaRPr lang="uk-UA"/>
        </a:p>
      </dgm:t>
    </dgm:pt>
    <dgm:pt modelId="{17D927EC-0070-426C-92A9-DF6ECA969CC6}" type="sibTrans" cxnId="{CB736CFD-AEFC-44E9-AC14-E09B219D90B0}">
      <dgm:prSet/>
      <dgm:spPr/>
      <dgm:t>
        <a:bodyPr/>
        <a:lstStyle/>
        <a:p>
          <a:endParaRPr lang="uk-UA"/>
        </a:p>
      </dgm:t>
    </dgm:pt>
    <dgm:pt modelId="{29195FE4-060B-49AE-ABB9-C85BF518FCFB}" type="pres">
      <dgm:prSet presAssocID="{7B2DDB6D-C0C2-4350-B0F0-DA86E8F7FBB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71C99C7-B572-41BC-A3E0-6170B528ACDE}" type="pres">
      <dgm:prSet presAssocID="{E8B3C69A-DCFD-4A61-A772-C9EC87A04690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81AF375-0B79-4DB4-918B-A94BC3435430}" type="pres">
      <dgm:prSet presAssocID="{5BDDA541-1C20-4B34-8131-2E26FDA9176C}" presName="spacer" presStyleCnt="0"/>
      <dgm:spPr/>
    </dgm:pt>
    <dgm:pt modelId="{991B90CC-1E13-443A-A18E-32D47FC0D16B}" type="pres">
      <dgm:prSet presAssocID="{A55EF4B1-81F6-4318-AE12-0648EAEB7135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8B8B6FA-3896-4F60-AD52-AB258E4C0A69}" type="pres">
      <dgm:prSet presAssocID="{4E3DBCD4-3FEF-4C35-B35B-E11A8C0FA4E2}" presName="spacer" presStyleCnt="0"/>
      <dgm:spPr/>
    </dgm:pt>
    <dgm:pt modelId="{E058023E-06F1-4EF0-BF60-1C737AB0FEA2}" type="pres">
      <dgm:prSet presAssocID="{FFD6B0DA-0B81-4F7F-BF9D-49F84BED3839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E2FCAF9-B86E-4AEE-8825-EDE99F5594D8}" type="pres">
      <dgm:prSet presAssocID="{9219107B-9EEB-4AF3-A0ED-835CFDA14314}" presName="spacer" presStyleCnt="0"/>
      <dgm:spPr/>
    </dgm:pt>
    <dgm:pt modelId="{FA5979F5-557D-4879-93AF-0648F20CCCDC}" type="pres">
      <dgm:prSet presAssocID="{C2B3FE01-E736-455E-907F-01BE2C2C8911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B736CFD-AEFC-44E9-AC14-E09B219D90B0}" srcId="{7B2DDB6D-C0C2-4350-B0F0-DA86E8F7FBB8}" destId="{C2B3FE01-E736-455E-907F-01BE2C2C8911}" srcOrd="3" destOrd="0" parTransId="{736A656B-D971-489A-9069-4361EDB74152}" sibTransId="{17D927EC-0070-426C-92A9-DF6ECA969CC6}"/>
    <dgm:cxn modelId="{EE473401-7875-475E-86B5-86461D97B4E6}" type="presOf" srcId="{FFD6B0DA-0B81-4F7F-BF9D-49F84BED3839}" destId="{E058023E-06F1-4EF0-BF60-1C737AB0FEA2}" srcOrd="0" destOrd="0" presId="urn:microsoft.com/office/officeart/2005/8/layout/vList2"/>
    <dgm:cxn modelId="{07D65F4B-D626-489F-848B-C113C1AE96AF}" srcId="{7B2DDB6D-C0C2-4350-B0F0-DA86E8F7FBB8}" destId="{A55EF4B1-81F6-4318-AE12-0648EAEB7135}" srcOrd="1" destOrd="0" parTransId="{CA7AB42A-1553-4187-80BB-CB5672FAA4D0}" sibTransId="{4E3DBCD4-3FEF-4C35-B35B-E11A8C0FA4E2}"/>
    <dgm:cxn modelId="{6E40F415-95CD-450A-BF31-33C1063BBAB6}" type="presOf" srcId="{7B2DDB6D-C0C2-4350-B0F0-DA86E8F7FBB8}" destId="{29195FE4-060B-49AE-ABB9-C85BF518FCFB}" srcOrd="0" destOrd="0" presId="urn:microsoft.com/office/officeart/2005/8/layout/vList2"/>
    <dgm:cxn modelId="{19BDC59F-0E94-42C2-973A-6F6CEFD95B21}" type="presOf" srcId="{C2B3FE01-E736-455E-907F-01BE2C2C8911}" destId="{FA5979F5-557D-4879-93AF-0648F20CCCDC}" srcOrd="0" destOrd="0" presId="urn:microsoft.com/office/officeart/2005/8/layout/vList2"/>
    <dgm:cxn modelId="{FE08FC02-8C30-4E0C-85D0-07C999FC0FBD}" type="presOf" srcId="{E8B3C69A-DCFD-4A61-A772-C9EC87A04690}" destId="{F71C99C7-B572-41BC-A3E0-6170B528ACDE}" srcOrd="0" destOrd="0" presId="urn:microsoft.com/office/officeart/2005/8/layout/vList2"/>
    <dgm:cxn modelId="{9F391D75-28BD-470F-AF72-2960286A970B}" type="presOf" srcId="{A55EF4B1-81F6-4318-AE12-0648EAEB7135}" destId="{991B90CC-1E13-443A-A18E-32D47FC0D16B}" srcOrd="0" destOrd="0" presId="urn:microsoft.com/office/officeart/2005/8/layout/vList2"/>
    <dgm:cxn modelId="{B0D84C7F-49E7-4557-BE99-4E2CB0A5A339}" srcId="{7B2DDB6D-C0C2-4350-B0F0-DA86E8F7FBB8}" destId="{FFD6B0DA-0B81-4F7F-BF9D-49F84BED3839}" srcOrd="2" destOrd="0" parTransId="{B0BB4587-C5B9-4B0E-ACC2-8C2A6BC83B43}" sibTransId="{9219107B-9EEB-4AF3-A0ED-835CFDA14314}"/>
    <dgm:cxn modelId="{B61ECE59-6A31-4B24-B883-8D18CECF725F}" srcId="{7B2DDB6D-C0C2-4350-B0F0-DA86E8F7FBB8}" destId="{E8B3C69A-DCFD-4A61-A772-C9EC87A04690}" srcOrd="0" destOrd="0" parTransId="{D61F6707-5919-45EB-94C5-5665B8734E54}" sibTransId="{5BDDA541-1C20-4B34-8131-2E26FDA9176C}"/>
    <dgm:cxn modelId="{8767AA4B-47A6-49EF-92F9-55EDF6A51143}" type="presParOf" srcId="{29195FE4-060B-49AE-ABB9-C85BF518FCFB}" destId="{F71C99C7-B572-41BC-A3E0-6170B528ACDE}" srcOrd="0" destOrd="0" presId="urn:microsoft.com/office/officeart/2005/8/layout/vList2"/>
    <dgm:cxn modelId="{93C71C3C-C693-4D19-9252-D05B23707813}" type="presParOf" srcId="{29195FE4-060B-49AE-ABB9-C85BF518FCFB}" destId="{181AF375-0B79-4DB4-918B-A94BC3435430}" srcOrd="1" destOrd="0" presId="urn:microsoft.com/office/officeart/2005/8/layout/vList2"/>
    <dgm:cxn modelId="{706431A4-A884-4D57-BA8A-B4B4D9B7962F}" type="presParOf" srcId="{29195FE4-060B-49AE-ABB9-C85BF518FCFB}" destId="{991B90CC-1E13-443A-A18E-32D47FC0D16B}" srcOrd="2" destOrd="0" presId="urn:microsoft.com/office/officeart/2005/8/layout/vList2"/>
    <dgm:cxn modelId="{6D4478EC-EC1C-48E9-A42F-4EBB309D2821}" type="presParOf" srcId="{29195FE4-060B-49AE-ABB9-C85BF518FCFB}" destId="{E8B8B6FA-3896-4F60-AD52-AB258E4C0A69}" srcOrd="3" destOrd="0" presId="urn:microsoft.com/office/officeart/2005/8/layout/vList2"/>
    <dgm:cxn modelId="{F6B05BDE-E280-47EF-8189-0CA4137D1E9F}" type="presParOf" srcId="{29195FE4-060B-49AE-ABB9-C85BF518FCFB}" destId="{E058023E-06F1-4EF0-BF60-1C737AB0FEA2}" srcOrd="4" destOrd="0" presId="urn:microsoft.com/office/officeart/2005/8/layout/vList2"/>
    <dgm:cxn modelId="{91196783-FAFF-4EAD-A251-815A9F537C39}" type="presParOf" srcId="{29195FE4-060B-49AE-ABB9-C85BF518FCFB}" destId="{7E2FCAF9-B86E-4AEE-8825-EDE99F5594D8}" srcOrd="5" destOrd="0" presId="urn:microsoft.com/office/officeart/2005/8/layout/vList2"/>
    <dgm:cxn modelId="{AD996730-220E-4728-B89C-78AAE1E302EB}" type="presParOf" srcId="{29195FE4-060B-49AE-ABB9-C85BF518FCFB}" destId="{FA5979F5-557D-4879-93AF-0648F20CCCD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7B2DDB6D-C0C2-4350-B0F0-DA86E8F7FB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8B3C69A-DCFD-4A61-A772-C9EC87A04690}">
      <dgm:prSet/>
      <dgm:spPr/>
      <dgm:t>
        <a:bodyPr/>
        <a:lstStyle/>
        <a:p>
          <a:r>
            <a:rPr lang="ru-RU" b="0" i="0" dirty="0"/>
            <a:t>1576–1578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D61F6707-5919-45EB-94C5-5665B8734E54}" type="parTrans" cxnId="{B61ECE59-6A31-4B24-B883-8D18CECF725F}">
      <dgm:prSet/>
      <dgm:spPr/>
      <dgm:t>
        <a:bodyPr/>
        <a:lstStyle/>
        <a:p>
          <a:endParaRPr lang="uk-UA"/>
        </a:p>
      </dgm:t>
    </dgm:pt>
    <dgm:pt modelId="{5BDDA541-1C20-4B34-8131-2E26FDA9176C}" type="sibTrans" cxnId="{B61ECE59-6A31-4B24-B883-8D18CECF725F}">
      <dgm:prSet/>
      <dgm:spPr/>
      <dgm:t>
        <a:bodyPr/>
        <a:lstStyle/>
        <a:p>
          <a:endParaRPr lang="uk-UA"/>
        </a:p>
      </dgm:t>
    </dgm:pt>
    <dgm:pt modelId="{A55EF4B1-81F6-4318-AE12-0648EAEB7135}">
      <dgm:prSet/>
      <dgm:spPr/>
      <dgm:t>
        <a:bodyPr/>
        <a:lstStyle/>
        <a:p>
          <a:r>
            <a:rPr lang="ru-RU" b="0" i="0"/>
            <a:t>1594–1596 рр.</a:t>
          </a:r>
          <a:endParaRPr lang="uk-UA"/>
        </a:p>
      </dgm:t>
    </dgm:pt>
    <dgm:pt modelId="{CA7AB42A-1553-4187-80BB-CB5672FAA4D0}" type="parTrans" cxnId="{07D65F4B-D626-489F-848B-C113C1AE96AF}">
      <dgm:prSet/>
      <dgm:spPr/>
      <dgm:t>
        <a:bodyPr/>
        <a:lstStyle/>
        <a:p>
          <a:endParaRPr lang="uk-UA"/>
        </a:p>
      </dgm:t>
    </dgm:pt>
    <dgm:pt modelId="{4E3DBCD4-3FEF-4C35-B35B-E11A8C0FA4E2}" type="sibTrans" cxnId="{07D65F4B-D626-489F-848B-C113C1AE96AF}">
      <dgm:prSet/>
      <dgm:spPr/>
      <dgm:t>
        <a:bodyPr/>
        <a:lstStyle/>
        <a:p>
          <a:endParaRPr lang="uk-UA"/>
        </a:p>
      </dgm:t>
    </dgm:pt>
    <dgm:pt modelId="{FFD6B0DA-0B81-4F7F-BF9D-49F84BED3839}">
      <dgm:prSet/>
      <dgm:spPr/>
      <dgm:t>
        <a:bodyPr/>
        <a:lstStyle/>
        <a:p>
          <a:r>
            <a:rPr lang="ru-RU" b="0" i="0" dirty="0"/>
            <a:t>1616–1622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B0BB4587-C5B9-4B0E-ACC2-8C2A6BC83B43}" type="parTrans" cxnId="{B0D84C7F-49E7-4557-BE99-4E2CB0A5A339}">
      <dgm:prSet/>
      <dgm:spPr/>
      <dgm:t>
        <a:bodyPr/>
        <a:lstStyle/>
        <a:p>
          <a:endParaRPr lang="uk-UA"/>
        </a:p>
      </dgm:t>
    </dgm:pt>
    <dgm:pt modelId="{9219107B-9EEB-4AF3-A0ED-835CFDA14314}" type="sibTrans" cxnId="{B0D84C7F-49E7-4557-BE99-4E2CB0A5A339}">
      <dgm:prSet/>
      <dgm:spPr/>
      <dgm:t>
        <a:bodyPr/>
        <a:lstStyle/>
        <a:p>
          <a:endParaRPr lang="uk-UA"/>
        </a:p>
      </dgm:t>
    </dgm:pt>
    <dgm:pt modelId="{C2B3FE01-E736-455E-907F-01BE2C2C8911}">
      <dgm:prSet/>
      <dgm:spPr/>
      <dgm:t>
        <a:bodyPr/>
        <a:lstStyle/>
        <a:p>
          <a:r>
            <a:rPr lang="ru-RU" b="0" i="0" dirty="0"/>
            <a:t>1637–1638 </a:t>
          </a:r>
          <a:r>
            <a:rPr lang="ru-RU" b="0" i="0" dirty="0" err="1"/>
            <a:t>рр</a:t>
          </a:r>
          <a:r>
            <a:rPr lang="ru-RU" b="0" i="0" dirty="0"/>
            <a:t>.</a:t>
          </a:r>
          <a:endParaRPr lang="uk-UA" dirty="0"/>
        </a:p>
      </dgm:t>
    </dgm:pt>
    <dgm:pt modelId="{736A656B-D971-489A-9069-4361EDB74152}" type="parTrans" cxnId="{CB736CFD-AEFC-44E9-AC14-E09B219D90B0}">
      <dgm:prSet/>
      <dgm:spPr/>
      <dgm:t>
        <a:bodyPr/>
        <a:lstStyle/>
        <a:p>
          <a:endParaRPr lang="uk-UA"/>
        </a:p>
      </dgm:t>
    </dgm:pt>
    <dgm:pt modelId="{17D927EC-0070-426C-92A9-DF6ECA969CC6}" type="sibTrans" cxnId="{CB736CFD-AEFC-44E9-AC14-E09B219D90B0}">
      <dgm:prSet/>
      <dgm:spPr/>
      <dgm:t>
        <a:bodyPr/>
        <a:lstStyle/>
        <a:p>
          <a:endParaRPr lang="uk-UA"/>
        </a:p>
      </dgm:t>
    </dgm:pt>
    <dgm:pt modelId="{29195FE4-060B-49AE-ABB9-C85BF518FCFB}" type="pres">
      <dgm:prSet presAssocID="{7B2DDB6D-C0C2-4350-B0F0-DA86E8F7FBB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71C99C7-B572-41BC-A3E0-6170B528ACDE}" type="pres">
      <dgm:prSet presAssocID="{E8B3C69A-DCFD-4A61-A772-C9EC87A04690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81AF375-0B79-4DB4-918B-A94BC3435430}" type="pres">
      <dgm:prSet presAssocID="{5BDDA541-1C20-4B34-8131-2E26FDA9176C}" presName="spacer" presStyleCnt="0"/>
      <dgm:spPr/>
    </dgm:pt>
    <dgm:pt modelId="{991B90CC-1E13-443A-A18E-32D47FC0D16B}" type="pres">
      <dgm:prSet presAssocID="{A55EF4B1-81F6-4318-AE12-0648EAEB7135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8B8B6FA-3896-4F60-AD52-AB258E4C0A69}" type="pres">
      <dgm:prSet presAssocID="{4E3DBCD4-3FEF-4C35-B35B-E11A8C0FA4E2}" presName="spacer" presStyleCnt="0"/>
      <dgm:spPr/>
    </dgm:pt>
    <dgm:pt modelId="{E058023E-06F1-4EF0-BF60-1C737AB0FEA2}" type="pres">
      <dgm:prSet presAssocID="{FFD6B0DA-0B81-4F7F-BF9D-49F84BED3839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E2FCAF9-B86E-4AEE-8825-EDE99F5594D8}" type="pres">
      <dgm:prSet presAssocID="{9219107B-9EEB-4AF3-A0ED-835CFDA14314}" presName="spacer" presStyleCnt="0"/>
      <dgm:spPr/>
    </dgm:pt>
    <dgm:pt modelId="{FA5979F5-557D-4879-93AF-0648F20CCCDC}" type="pres">
      <dgm:prSet presAssocID="{C2B3FE01-E736-455E-907F-01BE2C2C8911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B736CFD-AEFC-44E9-AC14-E09B219D90B0}" srcId="{7B2DDB6D-C0C2-4350-B0F0-DA86E8F7FBB8}" destId="{C2B3FE01-E736-455E-907F-01BE2C2C8911}" srcOrd="3" destOrd="0" parTransId="{736A656B-D971-489A-9069-4361EDB74152}" sibTransId="{17D927EC-0070-426C-92A9-DF6ECA969CC6}"/>
    <dgm:cxn modelId="{EE473401-7875-475E-86B5-86461D97B4E6}" type="presOf" srcId="{FFD6B0DA-0B81-4F7F-BF9D-49F84BED3839}" destId="{E058023E-06F1-4EF0-BF60-1C737AB0FEA2}" srcOrd="0" destOrd="0" presId="urn:microsoft.com/office/officeart/2005/8/layout/vList2"/>
    <dgm:cxn modelId="{07D65F4B-D626-489F-848B-C113C1AE96AF}" srcId="{7B2DDB6D-C0C2-4350-B0F0-DA86E8F7FBB8}" destId="{A55EF4B1-81F6-4318-AE12-0648EAEB7135}" srcOrd="1" destOrd="0" parTransId="{CA7AB42A-1553-4187-80BB-CB5672FAA4D0}" sibTransId="{4E3DBCD4-3FEF-4C35-B35B-E11A8C0FA4E2}"/>
    <dgm:cxn modelId="{6E40F415-95CD-450A-BF31-33C1063BBAB6}" type="presOf" srcId="{7B2DDB6D-C0C2-4350-B0F0-DA86E8F7FBB8}" destId="{29195FE4-060B-49AE-ABB9-C85BF518FCFB}" srcOrd="0" destOrd="0" presId="urn:microsoft.com/office/officeart/2005/8/layout/vList2"/>
    <dgm:cxn modelId="{19BDC59F-0E94-42C2-973A-6F6CEFD95B21}" type="presOf" srcId="{C2B3FE01-E736-455E-907F-01BE2C2C8911}" destId="{FA5979F5-557D-4879-93AF-0648F20CCCDC}" srcOrd="0" destOrd="0" presId="urn:microsoft.com/office/officeart/2005/8/layout/vList2"/>
    <dgm:cxn modelId="{FE08FC02-8C30-4E0C-85D0-07C999FC0FBD}" type="presOf" srcId="{E8B3C69A-DCFD-4A61-A772-C9EC87A04690}" destId="{F71C99C7-B572-41BC-A3E0-6170B528ACDE}" srcOrd="0" destOrd="0" presId="urn:microsoft.com/office/officeart/2005/8/layout/vList2"/>
    <dgm:cxn modelId="{9F391D75-28BD-470F-AF72-2960286A970B}" type="presOf" srcId="{A55EF4B1-81F6-4318-AE12-0648EAEB7135}" destId="{991B90CC-1E13-443A-A18E-32D47FC0D16B}" srcOrd="0" destOrd="0" presId="urn:microsoft.com/office/officeart/2005/8/layout/vList2"/>
    <dgm:cxn modelId="{B0D84C7F-49E7-4557-BE99-4E2CB0A5A339}" srcId="{7B2DDB6D-C0C2-4350-B0F0-DA86E8F7FBB8}" destId="{FFD6B0DA-0B81-4F7F-BF9D-49F84BED3839}" srcOrd="2" destOrd="0" parTransId="{B0BB4587-C5B9-4B0E-ACC2-8C2A6BC83B43}" sibTransId="{9219107B-9EEB-4AF3-A0ED-835CFDA14314}"/>
    <dgm:cxn modelId="{B61ECE59-6A31-4B24-B883-8D18CECF725F}" srcId="{7B2DDB6D-C0C2-4350-B0F0-DA86E8F7FBB8}" destId="{E8B3C69A-DCFD-4A61-A772-C9EC87A04690}" srcOrd="0" destOrd="0" parTransId="{D61F6707-5919-45EB-94C5-5665B8734E54}" sibTransId="{5BDDA541-1C20-4B34-8131-2E26FDA9176C}"/>
    <dgm:cxn modelId="{8767AA4B-47A6-49EF-92F9-55EDF6A51143}" type="presParOf" srcId="{29195FE4-060B-49AE-ABB9-C85BF518FCFB}" destId="{F71C99C7-B572-41BC-A3E0-6170B528ACDE}" srcOrd="0" destOrd="0" presId="urn:microsoft.com/office/officeart/2005/8/layout/vList2"/>
    <dgm:cxn modelId="{93C71C3C-C693-4D19-9252-D05B23707813}" type="presParOf" srcId="{29195FE4-060B-49AE-ABB9-C85BF518FCFB}" destId="{181AF375-0B79-4DB4-918B-A94BC3435430}" srcOrd="1" destOrd="0" presId="urn:microsoft.com/office/officeart/2005/8/layout/vList2"/>
    <dgm:cxn modelId="{706431A4-A884-4D57-BA8A-B4B4D9B7962F}" type="presParOf" srcId="{29195FE4-060B-49AE-ABB9-C85BF518FCFB}" destId="{991B90CC-1E13-443A-A18E-32D47FC0D16B}" srcOrd="2" destOrd="0" presId="urn:microsoft.com/office/officeart/2005/8/layout/vList2"/>
    <dgm:cxn modelId="{6D4478EC-EC1C-48E9-A42F-4EBB309D2821}" type="presParOf" srcId="{29195FE4-060B-49AE-ABB9-C85BF518FCFB}" destId="{E8B8B6FA-3896-4F60-AD52-AB258E4C0A69}" srcOrd="3" destOrd="0" presId="urn:microsoft.com/office/officeart/2005/8/layout/vList2"/>
    <dgm:cxn modelId="{F6B05BDE-E280-47EF-8189-0CA4137D1E9F}" type="presParOf" srcId="{29195FE4-060B-49AE-ABB9-C85BF518FCFB}" destId="{E058023E-06F1-4EF0-BF60-1C737AB0FEA2}" srcOrd="4" destOrd="0" presId="urn:microsoft.com/office/officeart/2005/8/layout/vList2"/>
    <dgm:cxn modelId="{91196783-FAFF-4EAD-A251-815A9F537C39}" type="presParOf" srcId="{29195FE4-060B-49AE-ABB9-C85BF518FCFB}" destId="{7E2FCAF9-B86E-4AEE-8825-EDE99F5594D8}" srcOrd="5" destOrd="0" presId="urn:microsoft.com/office/officeart/2005/8/layout/vList2"/>
    <dgm:cxn modelId="{AD996730-220E-4728-B89C-78AAE1E302EB}" type="presParOf" srcId="{29195FE4-060B-49AE-ABB9-C85BF518FCFB}" destId="{FA5979F5-557D-4879-93AF-0648F20CCCD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AFB961E4-C7F2-4BCE-AE0A-E675D43C423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A93B83FF-6FEC-48B5-A2C9-C54FA14ED3F7}">
      <dgm:prSet/>
      <dgm:spPr>
        <a:solidFill>
          <a:srgbClr val="0070C0"/>
        </a:solidFill>
      </dgm:spPr>
      <dgm:t>
        <a:bodyPr/>
        <a:lstStyle/>
        <a:p>
          <a:r>
            <a:rPr lang="ru-RU" b="0" i="0"/>
            <a:t>Куруківської угоди (1625 р.)</a:t>
          </a:r>
          <a:endParaRPr lang="uk-UA"/>
        </a:p>
      </dgm:t>
    </dgm:pt>
    <dgm:pt modelId="{5DB101A6-6E0D-43FF-8B53-106D87373F63}" type="parTrans" cxnId="{2C067A48-DE4A-4DA4-B61D-508C332E7301}">
      <dgm:prSet/>
      <dgm:spPr/>
      <dgm:t>
        <a:bodyPr/>
        <a:lstStyle/>
        <a:p>
          <a:endParaRPr lang="uk-UA"/>
        </a:p>
      </dgm:t>
    </dgm:pt>
    <dgm:pt modelId="{391743CD-45DA-4777-9710-8C8859E0B154}" type="sibTrans" cxnId="{2C067A48-DE4A-4DA4-B61D-508C332E7301}">
      <dgm:prSet/>
      <dgm:spPr/>
      <dgm:t>
        <a:bodyPr/>
        <a:lstStyle/>
        <a:p>
          <a:endParaRPr lang="uk-UA"/>
        </a:p>
      </dgm:t>
    </dgm:pt>
    <dgm:pt modelId="{3055FED2-588E-4E34-A984-46CE9614554C}">
      <dgm:prSet/>
      <dgm:spPr/>
      <dgm:t>
        <a:bodyPr/>
        <a:lstStyle/>
        <a:p>
          <a:r>
            <a:rPr lang="ru-RU" b="1"/>
            <a:t>«</a:t>
          </a:r>
          <a:r>
            <a:rPr lang="ru-RU" b="0" i="0"/>
            <a:t>Пунктів заспокоєння руського народу» (1632 р.)</a:t>
          </a:r>
          <a:endParaRPr lang="uk-UA"/>
        </a:p>
      </dgm:t>
    </dgm:pt>
    <dgm:pt modelId="{FB88E502-4EEE-4AD3-939A-6F89ED0B35D7}" type="parTrans" cxnId="{94B690E8-C2B9-478C-B6F2-AAF0125DF640}">
      <dgm:prSet/>
      <dgm:spPr/>
      <dgm:t>
        <a:bodyPr/>
        <a:lstStyle/>
        <a:p>
          <a:endParaRPr lang="uk-UA"/>
        </a:p>
      </dgm:t>
    </dgm:pt>
    <dgm:pt modelId="{5C6F3906-66A6-4FBB-9006-6052BFC25403}" type="sibTrans" cxnId="{94B690E8-C2B9-478C-B6F2-AAF0125DF640}">
      <dgm:prSet/>
      <dgm:spPr/>
      <dgm:t>
        <a:bodyPr/>
        <a:lstStyle/>
        <a:p>
          <a:endParaRPr lang="uk-UA"/>
        </a:p>
      </dgm:t>
    </dgm:pt>
    <dgm:pt modelId="{1A21B8F1-6852-4034-BA82-C4313EEF9FE9}">
      <dgm:prSet/>
      <dgm:spPr/>
      <dgm:t>
        <a:bodyPr/>
        <a:lstStyle/>
        <a:p>
          <a:r>
            <a:rPr lang="ru-RU" b="0" i="0"/>
            <a:t>«Ординації Війська Запорозького…» (1638 р.)</a:t>
          </a:r>
          <a:endParaRPr lang="uk-UA"/>
        </a:p>
      </dgm:t>
    </dgm:pt>
    <dgm:pt modelId="{18D81F8B-67CA-485D-860E-31910D21E1AF}" type="parTrans" cxnId="{FCF4C5D7-A5E9-47F1-BE8E-4FF6732EC405}">
      <dgm:prSet/>
      <dgm:spPr/>
      <dgm:t>
        <a:bodyPr/>
        <a:lstStyle/>
        <a:p>
          <a:endParaRPr lang="uk-UA"/>
        </a:p>
      </dgm:t>
    </dgm:pt>
    <dgm:pt modelId="{730CDA8E-B4D9-465B-B3D1-0CAD9DD3487D}" type="sibTrans" cxnId="{FCF4C5D7-A5E9-47F1-BE8E-4FF6732EC405}">
      <dgm:prSet/>
      <dgm:spPr/>
      <dgm:t>
        <a:bodyPr/>
        <a:lstStyle/>
        <a:p>
          <a:endParaRPr lang="uk-UA"/>
        </a:p>
      </dgm:t>
    </dgm:pt>
    <dgm:pt modelId="{68E9407C-1E5E-4AA9-AE5E-291B56AFEB0B}">
      <dgm:prSet/>
      <dgm:spPr/>
      <dgm:t>
        <a:bodyPr/>
        <a:lstStyle/>
        <a:p>
          <a:r>
            <a:rPr lang="ru-RU" b="0" i="0"/>
            <a:t>Віленського перемир’я (1656 р.)</a:t>
          </a:r>
          <a:endParaRPr lang="uk-UA"/>
        </a:p>
      </dgm:t>
    </dgm:pt>
    <dgm:pt modelId="{DE12115E-9CD5-4BFC-A004-45CC07A9708B}" type="parTrans" cxnId="{7A421955-08D7-4E89-95CE-C19CBE6F3124}">
      <dgm:prSet/>
      <dgm:spPr/>
      <dgm:t>
        <a:bodyPr/>
        <a:lstStyle/>
        <a:p>
          <a:endParaRPr lang="uk-UA"/>
        </a:p>
      </dgm:t>
    </dgm:pt>
    <dgm:pt modelId="{3667EA77-715D-4655-B393-BEBAEA10745D}" type="sibTrans" cxnId="{7A421955-08D7-4E89-95CE-C19CBE6F3124}">
      <dgm:prSet/>
      <dgm:spPr/>
      <dgm:t>
        <a:bodyPr/>
        <a:lstStyle/>
        <a:p>
          <a:endParaRPr lang="uk-UA"/>
        </a:p>
      </dgm:t>
    </dgm:pt>
    <dgm:pt modelId="{F9119404-54E2-4229-BFA4-B7BF965D8FB0}" type="pres">
      <dgm:prSet presAssocID="{AFB961E4-C7F2-4BCE-AE0A-E675D43C423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B29394A5-C822-4F59-B471-A6118600652D}" type="pres">
      <dgm:prSet presAssocID="{AFB961E4-C7F2-4BCE-AE0A-E675D43C423A}" presName="Name1" presStyleCnt="0"/>
      <dgm:spPr/>
    </dgm:pt>
    <dgm:pt modelId="{58A4C5DC-5298-40E6-B547-938DDEF74766}" type="pres">
      <dgm:prSet presAssocID="{AFB961E4-C7F2-4BCE-AE0A-E675D43C423A}" presName="cycle" presStyleCnt="0"/>
      <dgm:spPr/>
    </dgm:pt>
    <dgm:pt modelId="{179D3137-8032-43D0-B93C-7E2EDDC52E5E}" type="pres">
      <dgm:prSet presAssocID="{AFB961E4-C7F2-4BCE-AE0A-E675D43C423A}" presName="srcNode" presStyleLbl="node1" presStyleIdx="0" presStyleCnt="4"/>
      <dgm:spPr/>
    </dgm:pt>
    <dgm:pt modelId="{BC1EA84C-6211-4E94-B9FC-65AF1DCFB7AA}" type="pres">
      <dgm:prSet presAssocID="{AFB961E4-C7F2-4BCE-AE0A-E675D43C423A}" presName="conn" presStyleLbl="parChTrans1D2" presStyleIdx="0" presStyleCnt="1"/>
      <dgm:spPr/>
      <dgm:t>
        <a:bodyPr/>
        <a:lstStyle/>
        <a:p>
          <a:endParaRPr lang="ru-RU"/>
        </a:p>
      </dgm:t>
    </dgm:pt>
    <dgm:pt modelId="{D98600D4-52C2-4B8E-903B-8EC3BEB2AC5E}" type="pres">
      <dgm:prSet presAssocID="{AFB961E4-C7F2-4BCE-AE0A-E675D43C423A}" presName="extraNode" presStyleLbl="node1" presStyleIdx="0" presStyleCnt="4"/>
      <dgm:spPr/>
    </dgm:pt>
    <dgm:pt modelId="{CEE4C0EC-4824-4328-8604-6040A441AC80}" type="pres">
      <dgm:prSet presAssocID="{AFB961E4-C7F2-4BCE-AE0A-E675D43C423A}" presName="dstNode" presStyleLbl="node1" presStyleIdx="0" presStyleCnt="4"/>
      <dgm:spPr/>
    </dgm:pt>
    <dgm:pt modelId="{11154B2A-22ED-44E5-93AB-09C33CE0B5BD}" type="pres">
      <dgm:prSet presAssocID="{A93B83FF-6FEC-48B5-A2C9-C54FA14ED3F7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2A1DECA-3A92-480A-8B9B-7ECC2067964E}" type="pres">
      <dgm:prSet presAssocID="{A93B83FF-6FEC-48B5-A2C9-C54FA14ED3F7}" presName="accent_1" presStyleCnt="0"/>
      <dgm:spPr/>
    </dgm:pt>
    <dgm:pt modelId="{074CA59B-3139-480F-BDEA-30F6147B7EAF}" type="pres">
      <dgm:prSet presAssocID="{A93B83FF-6FEC-48B5-A2C9-C54FA14ED3F7}" presName="accentRepeatNode" presStyleLbl="solidFgAcc1" presStyleIdx="0" presStyleCnt="4"/>
      <dgm:spPr/>
    </dgm:pt>
    <dgm:pt modelId="{4539AF1E-4083-4E80-BF16-3D2A4002E853}" type="pres">
      <dgm:prSet presAssocID="{3055FED2-588E-4E34-A984-46CE9614554C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0B79977-276F-41FE-A01E-66AAE6888BCB}" type="pres">
      <dgm:prSet presAssocID="{3055FED2-588E-4E34-A984-46CE9614554C}" presName="accent_2" presStyleCnt="0"/>
      <dgm:spPr/>
    </dgm:pt>
    <dgm:pt modelId="{FA860A3E-39FC-48F7-A702-C81629C16311}" type="pres">
      <dgm:prSet presAssocID="{3055FED2-588E-4E34-A984-46CE9614554C}" presName="accentRepeatNode" presStyleLbl="solidFgAcc1" presStyleIdx="1" presStyleCnt="4"/>
      <dgm:spPr/>
    </dgm:pt>
    <dgm:pt modelId="{84A72280-670B-4A61-98F8-AC7623031EDA}" type="pres">
      <dgm:prSet presAssocID="{1A21B8F1-6852-4034-BA82-C4313EEF9FE9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A525743-F386-4B5B-9F0B-FA71004D9AC7}" type="pres">
      <dgm:prSet presAssocID="{1A21B8F1-6852-4034-BA82-C4313EEF9FE9}" presName="accent_3" presStyleCnt="0"/>
      <dgm:spPr/>
    </dgm:pt>
    <dgm:pt modelId="{4DBDAF3A-19F6-461E-9045-687FD284B647}" type="pres">
      <dgm:prSet presAssocID="{1A21B8F1-6852-4034-BA82-C4313EEF9FE9}" presName="accentRepeatNode" presStyleLbl="solidFgAcc1" presStyleIdx="2" presStyleCnt="4"/>
      <dgm:spPr/>
    </dgm:pt>
    <dgm:pt modelId="{F8D3663F-ED49-4CBA-B671-8F7BE4AD69EC}" type="pres">
      <dgm:prSet presAssocID="{68E9407C-1E5E-4AA9-AE5E-291B56AFEB0B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D606C04-D084-4128-9A00-918EAF715F2C}" type="pres">
      <dgm:prSet presAssocID="{68E9407C-1E5E-4AA9-AE5E-291B56AFEB0B}" presName="accent_4" presStyleCnt="0"/>
      <dgm:spPr/>
    </dgm:pt>
    <dgm:pt modelId="{4FA31211-AA09-4D18-9902-DA1646F9377D}" type="pres">
      <dgm:prSet presAssocID="{68E9407C-1E5E-4AA9-AE5E-291B56AFEB0B}" presName="accentRepeatNode" presStyleLbl="solidFgAcc1" presStyleIdx="3" presStyleCnt="4"/>
      <dgm:spPr/>
    </dgm:pt>
  </dgm:ptLst>
  <dgm:cxnLst>
    <dgm:cxn modelId="{94B690E8-C2B9-478C-B6F2-AAF0125DF640}" srcId="{AFB961E4-C7F2-4BCE-AE0A-E675D43C423A}" destId="{3055FED2-588E-4E34-A984-46CE9614554C}" srcOrd="1" destOrd="0" parTransId="{FB88E502-4EEE-4AD3-939A-6F89ED0B35D7}" sibTransId="{5C6F3906-66A6-4FBB-9006-6052BFC25403}"/>
    <dgm:cxn modelId="{772F70E1-905E-4880-9DD8-07CA0206F79C}" type="presOf" srcId="{AFB961E4-C7F2-4BCE-AE0A-E675D43C423A}" destId="{F9119404-54E2-4229-BFA4-B7BF965D8FB0}" srcOrd="0" destOrd="0" presId="urn:microsoft.com/office/officeart/2008/layout/VerticalCurvedList"/>
    <dgm:cxn modelId="{7A421955-08D7-4E89-95CE-C19CBE6F3124}" srcId="{AFB961E4-C7F2-4BCE-AE0A-E675D43C423A}" destId="{68E9407C-1E5E-4AA9-AE5E-291B56AFEB0B}" srcOrd="3" destOrd="0" parTransId="{DE12115E-9CD5-4BFC-A004-45CC07A9708B}" sibTransId="{3667EA77-715D-4655-B393-BEBAEA10745D}"/>
    <dgm:cxn modelId="{2C067A48-DE4A-4DA4-B61D-508C332E7301}" srcId="{AFB961E4-C7F2-4BCE-AE0A-E675D43C423A}" destId="{A93B83FF-6FEC-48B5-A2C9-C54FA14ED3F7}" srcOrd="0" destOrd="0" parTransId="{5DB101A6-6E0D-43FF-8B53-106D87373F63}" sibTransId="{391743CD-45DA-4777-9710-8C8859E0B154}"/>
    <dgm:cxn modelId="{DBBBE946-986B-41C6-87FB-B81424EFC309}" type="presOf" srcId="{3055FED2-588E-4E34-A984-46CE9614554C}" destId="{4539AF1E-4083-4E80-BF16-3D2A4002E853}" srcOrd="0" destOrd="0" presId="urn:microsoft.com/office/officeart/2008/layout/VerticalCurvedList"/>
    <dgm:cxn modelId="{A9443486-2EB7-48AB-84A2-588369FDE087}" type="presOf" srcId="{A93B83FF-6FEC-48B5-A2C9-C54FA14ED3F7}" destId="{11154B2A-22ED-44E5-93AB-09C33CE0B5BD}" srcOrd="0" destOrd="0" presId="urn:microsoft.com/office/officeart/2008/layout/VerticalCurvedList"/>
    <dgm:cxn modelId="{3ECCCBC8-9570-4C6D-8AEF-DB02DFA8DF15}" type="presOf" srcId="{1A21B8F1-6852-4034-BA82-C4313EEF9FE9}" destId="{84A72280-670B-4A61-98F8-AC7623031EDA}" srcOrd="0" destOrd="0" presId="urn:microsoft.com/office/officeart/2008/layout/VerticalCurvedList"/>
    <dgm:cxn modelId="{FCF4C5D7-A5E9-47F1-BE8E-4FF6732EC405}" srcId="{AFB961E4-C7F2-4BCE-AE0A-E675D43C423A}" destId="{1A21B8F1-6852-4034-BA82-C4313EEF9FE9}" srcOrd="2" destOrd="0" parTransId="{18D81F8B-67CA-485D-860E-31910D21E1AF}" sibTransId="{730CDA8E-B4D9-465B-B3D1-0CAD9DD3487D}"/>
    <dgm:cxn modelId="{1DA48F9E-B488-4EA5-85A8-19DDCC43A6B2}" type="presOf" srcId="{391743CD-45DA-4777-9710-8C8859E0B154}" destId="{BC1EA84C-6211-4E94-B9FC-65AF1DCFB7AA}" srcOrd="0" destOrd="0" presId="urn:microsoft.com/office/officeart/2008/layout/VerticalCurvedList"/>
    <dgm:cxn modelId="{6A5B16B3-61FB-4781-ABA0-9E3FFEFF43BB}" type="presOf" srcId="{68E9407C-1E5E-4AA9-AE5E-291B56AFEB0B}" destId="{F8D3663F-ED49-4CBA-B671-8F7BE4AD69EC}" srcOrd="0" destOrd="0" presId="urn:microsoft.com/office/officeart/2008/layout/VerticalCurvedList"/>
    <dgm:cxn modelId="{9BEB89C4-D24E-4852-81EC-A3FD4215922A}" type="presParOf" srcId="{F9119404-54E2-4229-BFA4-B7BF965D8FB0}" destId="{B29394A5-C822-4F59-B471-A6118600652D}" srcOrd="0" destOrd="0" presId="urn:microsoft.com/office/officeart/2008/layout/VerticalCurvedList"/>
    <dgm:cxn modelId="{EDECA596-240F-4B60-B0FE-0547F55387BB}" type="presParOf" srcId="{B29394A5-C822-4F59-B471-A6118600652D}" destId="{58A4C5DC-5298-40E6-B547-938DDEF74766}" srcOrd="0" destOrd="0" presId="urn:microsoft.com/office/officeart/2008/layout/VerticalCurvedList"/>
    <dgm:cxn modelId="{72D7A7BC-657E-4B32-B751-EEE97CDE0BC8}" type="presParOf" srcId="{58A4C5DC-5298-40E6-B547-938DDEF74766}" destId="{179D3137-8032-43D0-B93C-7E2EDDC52E5E}" srcOrd="0" destOrd="0" presId="urn:microsoft.com/office/officeart/2008/layout/VerticalCurvedList"/>
    <dgm:cxn modelId="{03B53E92-9E12-45E1-BDFB-6C7968A1C6FD}" type="presParOf" srcId="{58A4C5DC-5298-40E6-B547-938DDEF74766}" destId="{BC1EA84C-6211-4E94-B9FC-65AF1DCFB7AA}" srcOrd="1" destOrd="0" presId="urn:microsoft.com/office/officeart/2008/layout/VerticalCurvedList"/>
    <dgm:cxn modelId="{B244BCAA-5459-4325-8DC5-8843189FA02C}" type="presParOf" srcId="{58A4C5DC-5298-40E6-B547-938DDEF74766}" destId="{D98600D4-52C2-4B8E-903B-8EC3BEB2AC5E}" srcOrd="2" destOrd="0" presId="urn:microsoft.com/office/officeart/2008/layout/VerticalCurvedList"/>
    <dgm:cxn modelId="{1832449D-1050-454A-8D48-34577D446555}" type="presParOf" srcId="{58A4C5DC-5298-40E6-B547-938DDEF74766}" destId="{CEE4C0EC-4824-4328-8604-6040A441AC80}" srcOrd="3" destOrd="0" presId="urn:microsoft.com/office/officeart/2008/layout/VerticalCurvedList"/>
    <dgm:cxn modelId="{E5514B35-B77A-46AA-BAB2-3E94ED8E5C87}" type="presParOf" srcId="{B29394A5-C822-4F59-B471-A6118600652D}" destId="{11154B2A-22ED-44E5-93AB-09C33CE0B5BD}" srcOrd="1" destOrd="0" presId="urn:microsoft.com/office/officeart/2008/layout/VerticalCurvedList"/>
    <dgm:cxn modelId="{775E1C71-F825-48D6-B051-86AAFD467C1E}" type="presParOf" srcId="{B29394A5-C822-4F59-B471-A6118600652D}" destId="{D2A1DECA-3A92-480A-8B9B-7ECC2067964E}" srcOrd="2" destOrd="0" presId="urn:microsoft.com/office/officeart/2008/layout/VerticalCurvedList"/>
    <dgm:cxn modelId="{71304FFC-F580-4C3C-8F17-0B8E6050C1D2}" type="presParOf" srcId="{D2A1DECA-3A92-480A-8B9B-7ECC2067964E}" destId="{074CA59B-3139-480F-BDEA-30F6147B7EAF}" srcOrd="0" destOrd="0" presId="urn:microsoft.com/office/officeart/2008/layout/VerticalCurvedList"/>
    <dgm:cxn modelId="{064ED26B-FDB4-4EFF-97E1-A356C532034D}" type="presParOf" srcId="{B29394A5-C822-4F59-B471-A6118600652D}" destId="{4539AF1E-4083-4E80-BF16-3D2A4002E853}" srcOrd="3" destOrd="0" presId="urn:microsoft.com/office/officeart/2008/layout/VerticalCurvedList"/>
    <dgm:cxn modelId="{695B619F-A25F-4DCE-96EF-7F90467DBB33}" type="presParOf" srcId="{B29394A5-C822-4F59-B471-A6118600652D}" destId="{F0B79977-276F-41FE-A01E-66AAE6888BCB}" srcOrd="4" destOrd="0" presId="urn:microsoft.com/office/officeart/2008/layout/VerticalCurvedList"/>
    <dgm:cxn modelId="{4916344D-9B76-4497-B090-8E726EC3EF8C}" type="presParOf" srcId="{F0B79977-276F-41FE-A01E-66AAE6888BCB}" destId="{FA860A3E-39FC-48F7-A702-C81629C16311}" srcOrd="0" destOrd="0" presId="urn:microsoft.com/office/officeart/2008/layout/VerticalCurvedList"/>
    <dgm:cxn modelId="{3A73B694-870E-430E-A19F-B57D99E205FB}" type="presParOf" srcId="{B29394A5-C822-4F59-B471-A6118600652D}" destId="{84A72280-670B-4A61-98F8-AC7623031EDA}" srcOrd="5" destOrd="0" presId="urn:microsoft.com/office/officeart/2008/layout/VerticalCurvedList"/>
    <dgm:cxn modelId="{D6C98E5C-AEB2-476E-AE19-585AE3CB9919}" type="presParOf" srcId="{B29394A5-C822-4F59-B471-A6118600652D}" destId="{6A525743-F386-4B5B-9F0B-FA71004D9AC7}" srcOrd="6" destOrd="0" presId="urn:microsoft.com/office/officeart/2008/layout/VerticalCurvedList"/>
    <dgm:cxn modelId="{76A597B1-F984-4A69-A457-38515A329F5C}" type="presParOf" srcId="{6A525743-F386-4B5B-9F0B-FA71004D9AC7}" destId="{4DBDAF3A-19F6-461E-9045-687FD284B647}" srcOrd="0" destOrd="0" presId="urn:microsoft.com/office/officeart/2008/layout/VerticalCurvedList"/>
    <dgm:cxn modelId="{506BF62E-422B-47DB-83CD-ED34F0EA9380}" type="presParOf" srcId="{B29394A5-C822-4F59-B471-A6118600652D}" destId="{F8D3663F-ED49-4CBA-B671-8F7BE4AD69EC}" srcOrd="7" destOrd="0" presId="urn:microsoft.com/office/officeart/2008/layout/VerticalCurvedList"/>
    <dgm:cxn modelId="{EFBEB13A-65F9-49CE-8267-4AF6668660D6}" type="presParOf" srcId="{B29394A5-C822-4F59-B471-A6118600652D}" destId="{1D606C04-D084-4128-9A00-918EAF715F2C}" srcOrd="8" destOrd="0" presId="urn:microsoft.com/office/officeart/2008/layout/VerticalCurvedList"/>
    <dgm:cxn modelId="{B71FFF1D-E5B8-4BFC-AC94-0D705096A04F}" type="presParOf" srcId="{1D606C04-D084-4128-9A00-918EAF715F2C}" destId="{4FA31211-AA09-4D18-9902-DA1646F9377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AFB961E4-C7F2-4BCE-AE0A-E675D43C423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93B83FF-6FEC-48B5-A2C9-C54FA14ED3F7}">
      <dgm:prSet/>
      <dgm:spPr/>
      <dgm:t>
        <a:bodyPr/>
        <a:lstStyle/>
        <a:p>
          <a:r>
            <a:rPr lang="ru-RU" b="0" i="0" dirty="0" err="1"/>
            <a:t>Куруківської</a:t>
          </a:r>
          <a:r>
            <a:rPr lang="ru-RU" b="0" i="0" dirty="0"/>
            <a:t> угоди (1625 р.)</a:t>
          </a:r>
          <a:endParaRPr lang="uk-UA" dirty="0"/>
        </a:p>
      </dgm:t>
    </dgm:pt>
    <dgm:pt modelId="{5DB101A6-6E0D-43FF-8B53-106D87373F63}" type="parTrans" cxnId="{2C067A48-DE4A-4DA4-B61D-508C332E7301}">
      <dgm:prSet/>
      <dgm:spPr/>
      <dgm:t>
        <a:bodyPr/>
        <a:lstStyle/>
        <a:p>
          <a:endParaRPr lang="uk-UA"/>
        </a:p>
      </dgm:t>
    </dgm:pt>
    <dgm:pt modelId="{391743CD-45DA-4777-9710-8C8859E0B154}" type="sibTrans" cxnId="{2C067A48-DE4A-4DA4-B61D-508C332E7301}">
      <dgm:prSet/>
      <dgm:spPr/>
      <dgm:t>
        <a:bodyPr/>
        <a:lstStyle/>
        <a:p>
          <a:endParaRPr lang="uk-UA"/>
        </a:p>
      </dgm:t>
    </dgm:pt>
    <dgm:pt modelId="{3055FED2-588E-4E34-A984-46CE9614554C}">
      <dgm:prSet/>
      <dgm:spPr/>
      <dgm:t>
        <a:bodyPr/>
        <a:lstStyle/>
        <a:p>
          <a:r>
            <a:rPr lang="ru-RU" b="1" dirty="0"/>
            <a:t>«</a:t>
          </a:r>
          <a:r>
            <a:rPr lang="ru-RU" b="0" i="0" dirty="0" err="1"/>
            <a:t>Пунктів</a:t>
          </a:r>
          <a:r>
            <a:rPr lang="ru-RU" b="0" i="0" dirty="0"/>
            <a:t> </a:t>
          </a:r>
          <a:r>
            <a:rPr lang="ru-RU" b="0" i="0" dirty="0" err="1"/>
            <a:t>заспокоєння</a:t>
          </a:r>
          <a:r>
            <a:rPr lang="ru-RU" b="0" i="0" dirty="0"/>
            <a:t> руського народу» (1632 р.)</a:t>
          </a:r>
          <a:endParaRPr lang="uk-UA" dirty="0"/>
        </a:p>
      </dgm:t>
    </dgm:pt>
    <dgm:pt modelId="{FB88E502-4EEE-4AD3-939A-6F89ED0B35D7}" type="parTrans" cxnId="{94B690E8-C2B9-478C-B6F2-AAF0125DF640}">
      <dgm:prSet/>
      <dgm:spPr/>
      <dgm:t>
        <a:bodyPr/>
        <a:lstStyle/>
        <a:p>
          <a:endParaRPr lang="uk-UA"/>
        </a:p>
      </dgm:t>
    </dgm:pt>
    <dgm:pt modelId="{5C6F3906-66A6-4FBB-9006-6052BFC25403}" type="sibTrans" cxnId="{94B690E8-C2B9-478C-B6F2-AAF0125DF640}">
      <dgm:prSet/>
      <dgm:spPr/>
      <dgm:t>
        <a:bodyPr/>
        <a:lstStyle/>
        <a:p>
          <a:endParaRPr lang="uk-UA"/>
        </a:p>
      </dgm:t>
    </dgm:pt>
    <dgm:pt modelId="{1A21B8F1-6852-4034-BA82-C4313EEF9FE9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Ординації</a:t>
          </a:r>
          <a:r>
            <a:rPr lang="ru-RU" b="0" i="0" dirty="0"/>
            <a:t> </a:t>
          </a:r>
          <a:r>
            <a:rPr lang="ru-RU" b="0" i="0" dirty="0" err="1"/>
            <a:t>Війська</a:t>
          </a:r>
          <a:r>
            <a:rPr lang="ru-RU" b="0" i="0" dirty="0"/>
            <a:t> </a:t>
          </a:r>
          <a:r>
            <a:rPr lang="ru-RU" b="0" i="0" dirty="0" err="1"/>
            <a:t>Запорозького</a:t>
          </a:r>
          <a:r>
            <a:rPr lang="ru-RU" b="0" i="0" dirty="0"/>
            <a:t>…» (1638 р.)</a:t>
          </a:r>
          <a:endParaRPr lang="uk-UA" dirty="0"/>
        </a:p>
      </dgm:t>
    </dgm:pt>
    <dgm:pt modelId="{18D81F8B-67CA-485D-860E-31910D21E1AF}" type="parTrans" cxnId="{FCF4C5D7-A5E9-47F1-BE8E-4FF6732EC405}">
      <dgm:prSet/>
      <dgm:spPr/>
      <dgm:t>
        <a:bodyPr/>
        <a:lstStyle/>
        <a:p>
          <a:endParaRPr lang="uk-UA"/>
        </a:p>
      </dgm:t>
    </dgm:pt>
    <dgm:pt modelId="{730CDA8E-B4D9-465B-B3D1-0CAD9DD3487D}" type="sibTrans" cxnId="{FCF4C5D7-A5E9-47F1-BE8E-4FF6732EC405}">
      <dgm:prSet/>
      <dgm:spPr/>
      <dgm:t>
        <a:bodyPr/>
        <a:lstStyle/>
        <a:p>
          <a:endParaRPr lang="uk-UA"/>
        </a:p>
      </dgm:t>
    </dgm:pt>
    <dgm:pt modelId="{68E9407C-1E5E-4AA9-AE5E-291B56AFEB0B}">
      <dgm:prSet/>
      <dgm:spPr/>
      <dgm:t>
        <a:bodyPr/>
        <a:lstStyle/>
        <a:p>
          <a:r>
            <a:rPr lang="ru-RU" b="0" i="0" dirty="0" err="1"/>
            <a:t>Віленського</a:t>
          </a:r>
          <a:r>
            <a:rPr lang="ru-RU" b="0" i="0" dirty="0"/>
            <a:t> </a:t>
          </a:r>
          <a:r>
            <a:rPr lang="ru-RU" b="0" i="0" dirty="0" err="1"/>
            <a:t>перемир’я</a:t>
          </a:r>
          <a:r>
            <a:rPr lang="ru-RU" b="0" i="0" dirty="0"/>
            <a:t> (1656 р.)</a:t>
          </a:r>
          <a:endParaRPr lang="uk-UA" dirty="0"/>
        </a:p>
      </dgm:t>
    </dgm:pt>
    <dgm:pt modelId="{DE12115E-9CD5-4BFC-A004-45CC07A9708B}" type="parTrans" cxnId="{7A421955-08D7-4E89-95CE-C19CBE6F3124}">
      <dgm:prSet/>
      <dgm:spPr/>
      <dgm:t>
        <a:bodyPr/>
        <a:lstStyle/>
        <a:p>
          <a:endParaRPr lang="uk-UA"/>
        </a:p>
      </dgm:t>
    </dgm:pt>
    <dgm:pt modelId="{3667EA77-715D-4655-B393-BEBAEA10745D}" type="sibTrans" cxnId="{7A421955-08D7-4E89-95CE-C19CBE6F3124}">
      <dgm:prSet/>
      <dgm:spPr/>
      <dgm:t>
        <a:bodyPr/>
        <a:lstStyle/>
        <a:p>
          <a:endParaRPr lang="uk-UA"/>
        </a:p>
      </dgm:t>
    </dgm:pt>
    <dgm:pt modelId="{F9119404-54E2-4229-BFA4-B7BF965D8FB0}" type="pres">
      <dgm:prSet presAssocID="{AFB961E4-C7F2-4BCE-AE0A-E675D43C423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B29394A5-C822-4F59-B471-A6118600652D}" type="pres">
      <dgm:prSet presAssocID="{AFB961E4-C7F2-4BCE-AE0A-E675D43C423A}" presName="Name1" presStyleCnt="0"/>
      <dgm:spPr/>
    </dgm:pt>
    <dgm:pt modelId="{58A4C5DC-5298-40E6-B547-938DDEF74766}" type="pres">
      <dgm:prSet presAssocID="{AFB961E4-C7F2-4BCE-AE0A-E675D43C423A}" presName="cycle" presStyleCnt="0"/>
      <dgm:spPr/>
    </dgm:pt>
    <dgm:pt modelId="{179D3137-8032-43D0-B93C-7E2EDDC52E5E}" type="pres">
      <dgm:prSet presAssocID="{AFB961E4-C7F2-4BCE-AE0A-E675D43C423A}" presName="srcNode" presStyleLbl="node1" presStyleIdx="0" presStyleCnt="4"/>
      <dgm:spPr/>
    </dgm:pt>
    <dgm:pt modelId="{BC1EA84C-6211-4E94-B9FC-65AF1DCFB7AA}" type="pres">
      <dgm:prSet presAssocID="{AFB961E4-C7F2-4BCE-AE0A-E675D43C423A}" presName="conn" presStyleLbl="parChTrans1D2" presStyleIdx="0" presStyleCnt="1"/>
      <dgm:spPr/>
      <dgm:t>
        <a:bodyPr/>
        <a:lstStyle/>
        <a:p>
          <a:endParaRPr lang="ru-RU"/>
        </a:p>
      </dgm:t>
    </dgm:pt>
    <dgm:pt modelId="{D98600D4-52C2-4B8E-903B-8EC3BEB2AC5E}" type="pres">
      <dgm:prSet presAssocID="{AFB961E4-C7F2-4BCE-AE0A-E675D43C423A}" presName="extraNode" presStyleLbl="node1" presStyleIdx="0" presStyleCnt="4"/>
      <dgm:spPr/>
    </dgm:pt>
    <dgm:pt modelId="{CEE4C0EC-4824-4328-8604-6040A441AC80}" type="pres">
      <dgm:prSet presAssocID="{AFB961E4-C7F2-4BCE-AE0A-E675D43C423A}" presName="dstNode" presStyleLbl="node1" presStyleIdx="0" presStyleCnt="4"/>
      <dgm:spPr/>
    </dgm:pt>
    <dgm:pt modelId="{11154B2A-22ED-44E5-93AB-09C33CE0B5BD}" type="pres">
      <dgm:prSet presAssocID="{A93B83FF-6FEC-48B5-A2C9-C54FA14ED3F7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2A1DECA-3A92-480A-8B9B-7ECC2067964E}" type="pres">
      <dgm:prSet presAssocID="{A93B83FF-6FEC-48B5-A2C9-C54FA14ED3F7}" presName="accent_1" presStyleCnt="0"/>
      <dgm:spPr/>
    </dgm:pt>
    <dgm:pt modelId="{074CA59B-3139-480F-BDEA-30F6147B7EAF}" type="pres">
      <dgm:prSet presAssocID="{A93B83FF-6FEC-48B5-A2C9-C54FA14ED3F7}" presName="accentRepeatNode" presStyleLbl="solidFgAcc1" presStyleIdx="0" presStyleCnt="4"/>
      <dgm:spPr/>
    </dgm:pt>
    <dgm:pt modelId="{4539AF1E-4083-4E80-BF16-3D2A4002E853}" type="pres">
      <dgm:prSet presAssocID="{3055FED2-588E-4E34-A984-46CE9614554C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0B79977-276F-41FE-A01E-66AAE6888BCB}" type="pres">
      <dgm:prSet presAssocID="{3055FED2-588E-4E34-A984-46CE9614554C}" presName="accent_2" presStyleCnt="0"/>
      <dgm:spPr/>
    </dgm:pt>
    <dgm:pt modelId="{FA860A3E-39FC-48F7-A702-C81629C16311}" type="pres">
      <dgm:prSet presAssocID="{3055FED2-588E-4E34-A984-46CE9614554C}" presName="accentRepeatNode" presStyleLbl="solidFgAcc1" presStyleIdx="1" presStyleCnt="4"/>
      <dgm:spPr/>
    </dgm:pt>
    <dgm:pt modelId="{84A72280-670B-4A61-98F8-AC7623031EDA}" type="pres">
      <dgm:prSet presAssocID="{1A21B8F1-6852-4034-BA82-C4313EEF9FE9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A525743-F386-4B5B-9F0B-FA71004D9AC7}" type="pres">
      <dgm:prSet presAssocID="{1A21B8F1-6852-4034-BA82-C4313EEF9FE9}" presName="accent_3" presStyleCnt="0"/>
      <dgm:spPr/>
    </dgm:pt>
    <dgm:pt modelId="{4DBDAF3A-19F6-461E-9045-687FD284B647}" type="pres">
      <dgm:prSet presAssocID="{1A21B8F1-6852-4034-BA82-C4313EEF9FE9}" presName="accentRepeatNode" presStyleLbl="solidFgAcc1" presStyleIdx="2" presStyleCnt="4"/>
      <dgm:spPr/>
    </dgm:pt>
    <dgm:pt modelId="{F8D3663F-ED49-4CBA-B671-8F7BE4AD69EC}" type="pres">
      <dgm:prSet presAssocID="{68E9407C-1E5E-4AA9-AE5E-291B56AFEB0B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D606C04-D084-4128-9A00-918EAF715F2C}" type="pres">
      <dgm:prSet presAssocID="{68E9407C-1E5E-4AA9-AE5E-291B56AFEB0B}" presName="accent_4" presStyleCnt="0"/>
      <dgm:spPr/>
    </dgm:pt>
    <dgm:pt modelId="{4FA31211-AA09-4D18-9902-DA1646F9377D}" type="pres">
      <dgm:prSet presAssocID="{68E9407C-1E5E-4AA9-AE5E-291B56AFEB0B}" presName="accentRepeatNode" presStyleLbl="solidFgAcc1" presStyleIdx="3" presStyleCnt="4"/>
      <dgm:spPr/>
    </dgm:pt>
  </dgm:ptLst>
  <dgm:cxnLst>
    <dgm:cxn modelId="{94B690E8-C2B9-478C-B6F2-AAF0125DF640}" srcId="{AFB961E4-C7F2-4BCE-AE0A-E675D43C423A}" destId="{3055FED2-588E-4E34-A984-46CE9614554C}" srcOrd="1" destOrd="0" parTransId="{FB88E502-4EEE-4AD3-939A-6F89ED0B35D7}" sibTransId="{5C6F3906-66A6-4FBB-9006-6052BFC25403}"/>
    <dgm:cxn modelId="{772F70E1-905E-4880-9DD8-07CA0206F79C}" type="presOf" srcId="{AFB961E4-C7F2-4BCE-AE0A-E675D43C423A}" destId="{F9119404-54E2-4229-BFA4-B7BF965D8FB0}" srcOrd="0" destOrd="0" presId="urn:microsoft.com/office/officeart/2008/layout/VerticalCurvedList"/>
    <dgm:cxn modelId="{7A421955-08D7-4E89-95CE-C19CBE6F3124}" srcId="{AFB961E4-C7F2-4BCE-AE0A-E675D43C423A}" destId="{68E9407C-1E5E-4AA9-AE5E-291B56AFEB0B}" srcOrd="3" destOrd="0" parTransId="{DE12115E-9CD5-4BFC-A004-45CC07A9708B}" sibTransId="{3667EA77-715D-4655-B393-BEBAEA10745D}"/>
    <dgm:cxn modelId="{2C067A48-DE4A-4DA4-B61D-508C332E7301}" srcId="{AFB961E4-C7F2-4BCE-AE0A-E675D43C423A}" destId="{A93B83FF-6FEC-48B5-A2C9-C54FA14ED3F7}" srcOrd="0" destOrd="0" parTransId="{5DB101A6-6E0D-43FF-8B53-106D87373F63}" sibTransId="{391743CD-45DA-4777-9710-8C8859E0B154}"/>
    <dgm:cxn modelId="{DBBBE946-986B-41C6-87FB-B81424EFC309}" type="presOf" srcId="{3055FED2-588E-4E34-A984-46CE9614554C}" destId="{4539AF1E-4083-4E80-BF16-3D2A4002E853}" srcOrd="0" destOrd="0" presId="urn:microsoft.com/office/officeart/2008/layout/VerticalCurvedList"/>
    <dgm:cxn modelId="{A9443486-2EB7-48AB-84A2-588369FDE087}" type="presOf" srcId="{A93B83FF-6FEC-48B5-A2C9-C54FA14ED3F7}" destId="{11154B2A-22ED-44E5-93AB-09C33CE0B5BD}" srcOrd="0" destOrd="0" presId="urn:microsoft.com/office/officeart/2008/layout/VerticalCurvedList"/>
    <dgm:cxn modelId="{3ECCCBC8-9570-4C6D-8AEF-DB02DFA8DF15}" type="presOf" srcId="{1A21B8F1-6852-4034-BA82-C4313EEF9FE9}" destId="{84A72280-670B-4A61-98F8-AC7623031EDA}" srcOrd="0" destOrd="0" presId="urn:microsoft.com/office/officeart/2008/layout/VerticalCurvedList"/>
    <dgm:cxn modelId="{FCF4C5D7-A5E9-47F1-BE8E-4FF6732EC405}" srcId="{AFB961E4-C7F2-4BCE-AE0A-E675D43C423A}" destId="{1A21B8F1-6852-4034-BA82-C4313EEF9FE9}" srcOrd="2" destOrd="0" parTransId="{18D81F8B-67CA-485D-860E-31910D21E1AF}" sibTransId="{730CDA8E-B4D9-465B-B3D1-0CAD9DD3487D}"/>
    <dgm:cxn modelId="{1DA48F9E-B488-4EA5-85A8-19DDCC43A6B2}" type="presOf" srcId="{391743CD-45DA-4777-9710-8C8859E0B154}" destId="{BC1EA84C-6211-4E94-B9FC-65AF1DCFB7AA}" srcOrd="0" destOrd="0" presId="urn:microsoft.com/office/officeart/2008/layout/VerticalCurvedList"/>
    <dgm:cxn modelId="{6A5B16B3-61FB-4781-ABA0-9E3FFEFF43BB}" type="presOf" srcId="{68E9407C-1E5E-4AA9-AE5E-291B56AFEB0B}" destId="{F8D3663F-ED49-4CBA-B671-8F7BE4AD69EC}" srcOrd="0" destOrd="0" presId="urn:microsoft.com/office/officeart/2008/layout/VerticalCurvedList"/>
    <dgm:cxn modelId="{9BEB89C4-D24E-4852-81EC-A3FD4215922A}" type="presParOf" srcId="{F9119404-54E2-4229-BFA4-B7BF965D8FB0}" destId="{B29394A5-C822-4F59-B471-A6118600652D}" srcOrd="0" destOrd="0" presId="urn:microsoft.com/office/officeart/2008/layout/VerticalCurvedList"/>
    <dgm:cxn modelId="{EDECA596-240F-4B60-B0FE-0547F55387BB}" type="presParOf" srcId="{B29394A5-C822-4F59-B471-A6118600652D}" destId="{58A4C5DC-5298-40E6-B547-938DDEF74766}" srcOrd="0" destOrd="0" presId="urn:microsoft.com/office/officeart/2008/layout/VerticalCurvedList"/>
    <dgm:cxn modelId="{72D7A7BC-657E-4B32-B751-EEE97CDE0BC8}" type="presParOf" srcId="{58A4C5DC-5298-40E6-B547-938DDEF74766}" destId="{179D3137-8032-43D0-B93C-7E2EDDC52E5E}" srcOrd="0" destOrd="0" presId="urn:microsoft.com/office/officeart/2008/layout/VerticalCurvedList"/>
    <dgm:cxn modelId="{03B53E92-9E12-45E1-BDFB-6C7968A1C6FD}" type="presParOf" srcId="{58A4C5DC-5298-40E6-B547-938DDEF74766}" destId="{BC1EA84C-6211-4E94-B9FC-65AF1DCFB7AA}" srcOrd="1" destOrd="0" presId="urn:microsoft.com/office/officeart/2008/layout/VerticalCurvedList"/>
    <dgm:cxn modelId="{B244BCAA-5459-4325-8DC5-8843189FA02C}" type="presParOf" srcId="{58A4C5DC-5298-40E6-B547-938DDEF74766}" destId="{D98600D4-52C2-4B8E-903B-8EC3BEB2AC5E}" srcOrd="2" destOrd="0" presId="urn:microsoft.com/office/officeart/2008/layout/VerticalCurvedList"/>
    <dgm:cxn modelId="{1832449D-1050-454A-8D48-34577D446555}" type="presParOf" srcId="{58A4C5DC-5298-40E6-B547-938DDEF74766}" destId="{CEE4C0EC-4824-4328-8604-6040A441AC80}" srcOrd="3" destOrd="0" presId="urn:microsoft.com/office/officeart/2008/layout/VerticalCurvedList"/>
    <dgm:cxn modelId="{E5514B35-B77A-46AA-BAB2-3E94ED8E5C87}" type="presParOf" srcId="{B29394A5-C822-4F59-B471-A6118600652D}" destId="{11154B2A-22ED-44E5-93AB-09C33CE0B5BD}" srcOrd="1" destOrd="0" presId="urn:microsoft.com/office/officeart/2008/layout/VerticalCurvedList"/>
    <dgm:cxn modelId="{775E1C71-F825-48D6-B051-86AAFD467C1E}" type="presParOf" srcId="{B29394A5-C822-4F59-B471-A6118600652D}" destId="{D2A1DECA-3A92-480A-8B9B-7ECC2067964E}" srcOrd="2" destOrd="0" presId="urn:microsoft.com/office/officeart/2008/layout/VerticalCurvedList"/>
    <dgm:cxn modelId="{71304FFC-F580-4C3C-8F17-0B8E6050C1D2}" type="presParOf" srcId="{D2A1DECA-3A92-480A-8B9B-7ECC2067964E}" destId="{074CA59B-3139-480F-BDEA-30F6147B7EAF}" srcOrd="0" destOrd="0" presId="urn:microsoft.com/office/officeart/2008/layout/VerticalCurvedList"/>
    <dgm:cxn modelId="{064ED26B-FDB4-4EFF-97E1-A356C532034D}" type="presParOf" srcId="{B29394A5-C822-4F59-B471-A6118600652D}" destId="{4539AF1E-4083-4E80-BF16-3D2A4002E853}" srcOrd="3" destOrd="0" presId="urn:microsoft.com/office/officeart/2008/layout/VerticalCurvedList"/>
    <dgm:cxn modelId="{695B619F-A25F-4DCE-96EF-7F90467DBB33}" type="presParOf" srcId="{B29394A5-C822-4F59-B471-A6118600652D}" destId="{F0B79977-276F-41FE-A01E-66AAE6888BCB}" srcOrd="4" destOrd="0" presId="urn:microsoft.com/office/officeart/2008/layout/VerticalCurvedList"/>
    <dgm:cxn modelId="{4916344D-9B76-4497-B090-8E726EC3EF8C}" type="presParOf" srcId="{F0B79977-276F-41FE-A01E-66AAE6888BCB}" destId="{FA860A3E-39FC-48F7-A702-C81629C16311}" srcOrd="0" destOrd="0" presId="urn:microsoft.com/office/officeart/2008/layout/VerticalCurvedList"/>
    <dgm:cxn modelId="{3A73B694-870E-430E-A19F-B57D99E205FB}" type="presParOf" srcId="{B29394A5-C822-4F59-B471-A6118600652D}" destId="{84A72280-670B-4A61-98F8-AC7623031EDA}" srcOrd="5" destOrd="0" presId="urn:microsoft.com/office/officeart/2008/layout/VerticalCurvedList"/>
    <dgm:cxn modelId="{D6C98E5C-AEB2-476E-AE19-585AE3CB9919}" type="presParOf" srcId="{B29394A5-C822-4F59-B471-A6118600652D}" destId="{6A525743-F386-4B5B-9F0B-FA71004D9AC7}" srcOrd="6" destOrd="0" presId="urn:microsoft.com/office/officeart/2008/layout/VerticalCurvedList"/>
    <dgm:cxn modelId="{76A597B1-F984-4A69-A457-38515A329F5C}" type="presParOf" srcId="{6A525743-F386-4B5B-9F0B-FA71004D9AC7}" destId="{4DBDAF3A-19F6-461E-9045-687FD284B647}" srcOrd="0" destOrd="0" presId="urn:microsoft.com/office/officeart/2008/layout/VerticalCurvedList"/>
    <dgm:cxn modelId="{506BF62E-422B-47DB-83CD-ED34F0EA9380}" type="presParOf" srcId="{B29394A5-C822-4F59-B471-A6118600652D}" destId="{F8D3663F-ED49-4CBA-B671-8F7BE4AD69EC}" srcOrd="7" destOrd="0" presId="urn:microsoft.com/office/officeart/2008/layout/VerticalCurvedList"/>
    <dgm:cxn modelId="{EFBEB13A-65F9-49CE-8267-4AF6668660D6}" type="presParOf" srcId="{B29394A5-C822-4F59-B471-A6118600652D}" destId="{1D606C04-D084-4128-9A00-918EAF715F2C}" srcOrd="8" destOrd="0" presId="urn:microsoft.com/office/officeart/2008/layout/VerticalCurvedList"/>
    <dgm:cxn modelId="{B71FFF1D-E5B8-4BFC-AC94-0D705096A04F}" type="presParOf" srcId="{1D606C04-D084-4128-9A00-918EAF715F2C}" destId="{4FA31211-AA09-4D18-9902-DA1646F9377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1B00A67E-2966-4DC9-8ABB-68F1D05E2C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07E9C6B8-E707-4467-A36F-125866B2A176}">
      <dgm:prSet/>
      <dgm:spPr/>
      <dgm:t>
        <a:bodyPr/>
        <a:lstStyle/>
        <a:p>
          <a:r>
            <a:rPr lang="ru-RU" b="0" i="0"/>
            <a:t>міщанства.</a:t>
          </a:r>
          <a:endParaRPr lang="uk-UA"/>
        </a:p>
      </dgm:t>
    </dgm:pt>
    <dgm:pt modelId="{E989EB7A-5799-4B2A-82FB-68D4412D2C2B}" type="parTrans" cxnId="{14CC308C-0D3E-4E5F-B4C7-F7B7FA2EB704}">
      <dgm:prSet/>
      <dgm:spPr/>
      <dgm:t>
        <a:bodyPr/>
        <a:lstStyle/>
        <a:p>
          <a:endParaRPr lang="uk-UA"/>
        </a:p>
      </dgm:t>
    </dgm:pt>
    <dgm:pt modelId="{A8B69E3C-EEDF-41B1-B138-4ACB634544E4}" type="sibTrans" cxnId="{14CC308C-0D3E-4E5F-B4C7-F7B7FA2EB704}">
      <dgm:prSet/>
      <dgm:spPr/>
      <dgm:t>
        <a:bodyPr/>
        <a:lstStyle/>
        <a:p>
          <a:endParaRPr lang="uk-UA"/>
        </a:p>
      </dgm:t>
    </dgm:pt>
    <dgm:pt modelId="{982D143F-E6AF-484A-BBF2-626E94800F34}">
      <dgm:prSet/>
      <dgm:spPr/>
      <dgm:t>
        <a:bodyPr/>
        <a:lstStyle/>
        <a:p>
          <a:r>
            <a:rPr lang="ru-RU" b="0" i="0"/>
            <a:t>шляхти.</a:t>
          </a:r>
          <a:endParaRPr lang="uk-UA"/>
        </a:p>
      </dgm:t>
    </dgm:pt>
    <dgm:pt modelId="{5DA89617-CF15-49B4-B98F-F081183ACE96}" type="parTrans" cxnId="{A31A26BE-5A26-42D6-AA13-FD1375AF477E}">
      <dgm:prSet/>
      <dgm:spPr/>
      <dgm:t>
        <a:bodyPr/>
        <a:lstStyle/>
        <a:p>
          <a:endParaRPr lang="uk-UA"/>
        </a:p>
      </dgm:t>
    </dgm:pt>
    <dgm:pt modelId="{353BC7C0-76CA-45B0-949F-D0D5DA6F3C3B}" type="sibTrans" cxnId="{A31A26BE-5A26-42D6-AA13-FD1375AF477E}">
      <dgm:prSet/>
      <dgm:spPr/>
      <dgm:t>
        <a:bodyPr/>
        <a:lstStyle/>
        <a:p>
          <a:endParaRPr lang="uk-UA"/>
        </a:p>
      </dgm:t>
    </dgm:pt>
    <dgm:pt modelId="{2C69BAD1-DB84-412C-81CA-C90B458E22A1}">
      <dgm:prSet/>
      <dgm:spPr/>
      <dgm:t>
        <a:bodyPr/>
        <a:lstStyle/>
        <a:p>
          <a:r>
            <a:rPr lang="ru-RU" b="0" i="0"/>
            <a:t>селянства.</a:t>
          </a:r>
          <a:endParaRPr lang="uk-UA"/>
        </a:p>
      </dgm:t>
    </dgm:pt>
    <dgm:pt modelId="{802C28AF-4DE3-4A95-9C0E-9DC367983B23}" type="parTrans" cxnId="{9F808809-6AD2-4D5E-A264-48C395622168}">
      <dgm:prSet/>
      <dgm:spPr/>
      <dgm:t>
        <a:bodyPr/>
        <a:lstStyle/>
        <a:p>
          <a:endParaRPr lang="uk-UA"/>
        </a:p>
      </dgm:t>
    </dgm:pt>
    <dgm:pt modelId="{B013305C-7B8E-44E9-A869-373FE04D2626}" type="sibTrans" cxnId="{9F808809-6AD2-4D5E-A264-48C395622168}">
      <dgm:prSet/>
      <dgm:spPr/>
      <dgm:t>
        <a:bodyPr/>
        <a:lstStyle/>
        <a:p>
          <a:endParaRPr lang="uk-UA"/>
        </a:p>
      </dgm:t>
    </dgm:pt>
    <dgm:pt modelId="{3ED3895F-6464-4FD9-A1DC-890F662F142F}">
      <dgm:prSet/>
      <dgm:spPr>
        <a:solidFill>
          <a:srgbClr val="0070C0"/>
        </a:solidFill>
      </dgm:spPr>
      <dgm:t>
        <a:bodyPr/>
        <a:lstStyle/>
        <a:p>
          <a:r>
            <a:rPr lang="ru-RU" b="0" i="0" dirty="0" err="1"/>
            <a:t>реєстрового</a:t>
          </a:r>
          <a:r>
            <a:rPr lang="ru-RU" b="0" i="0" dirty="0"/>
            <a:t> </a:t>
          </a:r>
          <a:r>
            <a:rPr lang="ru-RU" b="0" i="0" dirty="0" err="1"/>
            <a:t>козацтва</a:t>
          </a:r>
          <a:r>
            <a:rPr lang="ru-RU" b="0" i="0" dirty="0"/>
            <a:t>.</a:t>
          </a:r>
          <a:endParaRPr lang="uk-UA" dirty="0"/>
        </a:p>
      </dgm:t>
    </dgm:pt>
    <dgm:pt modelId="{9632A6A7-3EDF-4AE5-9907-94D6E6EA2657}" type="parTrans" cxnId="{220823AB-6DE6-4DA6-9AAC-CDCEA0ED86A7}">
      <dgm:prSet/>
      <dgm:spPr/>
      <dgm:t>
        <a:bodyPr/>
        <a:lstStyle/>
        <a:p>
          <a:endParaRPr lang="uk-UA"/>
        </a:p>
      </dgm:t>
    </dgm:pt>
    <dgm:pt modelId="{7E94AC89-3A32-4598-AA1A-F770CA09DF7A}" type="sibTrans" cxnId="{220823AB-6DE6-4DA6-9AAC-CDCEA0ED86A7}">
      <dgm:prSet/>
      <dgm:spPr/>
      <dgm:t>
        <a:bodyPr/>
        <a:lstStyle/>
        <a:p>
          <a:endParaRPr lang="uk-UA"/>
        </a:p>
      </dgm:t>
    </dgm:pt>
    <dgm:pt modelId="{DD5B2DE5-A65B-429B-A097-B0F19C8F6213}" type="pres">
      <dgm:prSet presAssocID="{1B00A67E-2966-4DC9-8ABB-68F1D05E2CE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6CDCB13-0708-414D-84F9-892D13D58D16}" type="pres">
      <dgm:prSet presAssocID="{07E9C6B8-E707-4467-A36F-125866B2A176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57EF3EB-E973-41F4-AF20-845D966F0B8F}" type="pres">
      <dgm:prSet presAssocID="{A8B69E3C-EEDF-41B1-B138-4ACB634544E4}" presName="spacer" presStyleCnt="0"/>
      <dgm:spPr/>
    </dgm:pt>
    <dgm:pt modelId="{AE492B5B-1BBB-43F6-9F2D-D88374AA8541}" type="pres">
      <dgm:prSet presAssocID="{982D143F-E6AF-484A-BBF2-626E94800F34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5127C05-C876-4DAE-AF44-D08A1482251B}" type="pres">
      <dgm:prSet presAssocID="{353BC7C0-76CA-45B0-949F-D0D5DA6F3C3B}" presName="spacer" presStyleCnt="0"/>
      <dgm:spPr/>
    </dgm:pt>
    <dgm:pt modelId="{236E8144-2458-48BB-A70F-856592465C9F}" type="pres">
      <dgm:prSet presAssocID="{2C69BAD1-DB84-412C-81CA-C90B458E22A1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19649BA-495B-42EA-8CAC-9D62648C3B90}" type="pres">
      <dgm:prSet presAssocID="{B013305C-7B8E-44E9-A869-373FE04D2626}" presName="spacer" presStyleCnt="0"/>
      <dgm:spPr/>
    </dgm:pt>
    <dgm:pt modelId="{D825D643-1676-445B-A108-3BD61647F868}" type="pres">
      <dgm:prSet presAssocID="{3ED3895F-6464-4FD9-A1DC-890F662F142F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81D531D-8EBA-4858-9950-DC8450C18FC8}" type="presOf" srcId="{3ED3895F-6464-4FD9-A1DC-890F662F142F}" destId="{D825D643-1676-445B-A108-3BD61647F868}" srcOrd="0" destOrd="0" presId="urn:microsoft.com/office/officeart/2005/8/layout/vList2"/>
    <dgm:cxn modelId="{9F808809-6AD2-4D5E-A264-48C395622168}" srcId="{1B00A67E-2966-4DC9-8ABB-68F1D05E2CE0}" destId="{2C69BAD1-DB84-412C-81CA-C90B458E22A1}" srcOrd="2" destOrd="0" parTransId="{802C28AF-4DE3-4A95-9C0E-9DC367983B23}" sibTransId="{B013305C-7B8E-44E9-A869-373FE04D2626}"/>
    <dgm:cxn modelId="{14CC308C-0D3E-4E5F-B4C7-F7B7FA2EB704}" srcId="{1B00A67E-2966-4DC9-8ABB-68F1D05E2CE0}" destId="{07E9C6B8-E707-4467-A36F-125866B2A176}" srcOrd="0" destOrd="0" parTransId="{E989EB7A-5799-4B2A-82FB-68D4412D2C2B}" sibTransId="{A8B69E3C-EEDF-41B1-B138-4ACB634544E4}"/>
    <dgm:cxn modelId="{9537580D-87DF-4AB7-B625-7B4AED93B2F0}" type="presOf" srcId="{07E9C6B8-E707-4467-A36F-125866B2A176}" destId="{46CDCB13-0708-414D-84F9-892D13D58D16}" srcOrd="0" destOrd="0" presId="urn:microsoft.com/office/officeart/2005/8/layout/vList2"/>
    <dgm:cxn modelId="{D3EB59B3-FF4D-4969-81DD-8B0E0E1F3FEB}" type="presOf" srcId="{2C69BAD1-DB84-412C-81CA-C90B458E22A1}" destId="{236E8144-2458-48BB-A70F-856592465C9F}" srcOrd="0" destOrd="0" presId="urn:microsoft.com/office/officeart/2005/8/layout/vList2"/>
    <dgm:cxn modelId="{F0D2B60B-E7C6-4381-9083-02CF579595E6}" type="presOf" srcId="{1B00A67E-2966-4DC9-8ABB-68F1D05E2CE0}" destId="{DD5B2DE5-A65B-429B-A097-B0F19C8F6213}" srcOrd="0" destOrd="0" presId="urn:microsoft.com/office/officeart/2005/8/layout/vList2"/>
    <dgm:cxn modelId="{A31A26BE-5A26-42D6-AA13-FD1375AF477E}" srcId="{1B00A67E-2966-4DC9-8ABB-68F1D05E2CE0}" destId="{982D143F-E6AF-484A-BBF2-626E94800F34}" srcOrd="1" destOrd="0" parTransId="{5DA89617-CF15-49B4-B98F-F081183ACE96}" sibTransId="{353BC7C0-76CA-45B0-949F-D0D5DA6F3C3B}"/>
    <dgm:cxn modelId="{220823AB-6DE6-4DA6-9AAC-CDCEA0ED86A7}" srcId="{1B00A67E-2966-4DC9-8ABB-68F1D05E2CE0}" destId="{3ED3895F-6464-4FD9-A1DC-890F662F142F}" srcOrd="3" destOrd="0" parTransId="{9632A6A7-3EDF-4AE5-9907-94D6E6EA2657}" sibTransId="{7E94AC89-3A32-4598-AA1A-F770CA09DF7A}"/>
    <dgm:cxn modelId="{864A0535-BC60-442B-AD82-B3634EDF67B1}" type="presOf" srcId="{982D143F-E6AF-484A-BBF2-626E94800F34}" destId="{AE492B5B-1BBB-43F6-9F2D-D88374AA8541}" srcOrd="0" destOrd="0" presId="urn:microsoft.com/office/officeart/2005/8/layout/vList2"/>
    <dgm:cxn modelId="{49E535C1-1455-4F15-81CA-542FC38027C2}" type="presParOf" srcId="{DD5B2DE5-A65B-429B-A097-B0F19C8F6213}" destId="{46CDCB13-0708-414D-84F9-892D13D58D16}" srcOrd="0" destOrd="0" presId="urn:microsoft.com/office/officeart/2005/8/layout/vList2"/>
    <dgm:cxn modelId="{E835619C-2568-4DDE-9565-39EC0F41AAA1}" type="presParOf" srcId="{DD5B2DE5-A65B-429B-A097-B0F19C8F6213}" destId="{B57EF3EB-E973-41F4-AF20-845D966F0B8F}" srcOrd="1" destOrd="0" presId="urn:microsoft.com/office/officeart/2005/8/layout/vList2"/>
    <dgm:cxn modelId="{75D8B3E2-AE07-4F92-AD5F-D759385ED2E4}" type="presParOf" srcId="{DD5B2DE5-A65B-429B-A097-B0F19C8F6213}" destId="{AE492B5B-1BBB-43F6-9F2D-D88374AA8541}" srcOrd="2" destOrd="0" presId="urn:microsoft.com/office/officeart/2005/8/layout/vList2"/>
    <dgm:cxn modelId="{3AC44442-20AC-4740-B161-4426AB450C77}" type="presParOf" srcId="{DD5B2DE5-A65B-429B-A097-B0F19C8F6213}" destId="{75127C05-C876-4DAE-AF44-D08A1482251B}" srcOrd="3" destOrd="0" presId="urn:microsoft.com/office/officeart/2005/8/layout/vList2"/>
    <dgm:cxn modelId="{007186A6-E688-43A4-BA6A-7FDED53DAD50}" type="presParOf" srcId="{DD5B2DE5-A65B-429B-A097-B0F19C8F6213}" destId="{236E8144-2458-48BB-A70F-856592465C9F}" srcOrd="4" destOrd="0" presId="urn:microsoft.com/office/officeart/2005/8/layout/vList2"/>
    <dgm:cxn modelId="{70130BC7-DDD6-4BB1-ABA9-4EC9A9987100}" type="presParOf" srcId="{DD5B2DE5-A65B-429B-A097-B0F19C8F6213}" destId="{319649BA-495B-42EA-8CAC-9D62648C3B90}" srcOrd="5" destOrd="0" presId="urn:microsoft.com/office/officeart/2005/8/layout/vList2"/>
    <dgm:cxn modelId="{C85899CF-B238-4C34-8293-FCBE383020BB}" type="presParOf" srcId="{DD5B2DE5-A65B-429B-A097-B0F19C8F6213}" destId="{D825D643-1676-445B-A108-3BD61647F86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1B00A67E-2966-4DC9-8ABB-68F1D05E2C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7E9C6B8-E707-4467-A36F-125866B2A176}">
      <dgm:prSet/>
      <dgm:spPr/>
      <dgm:t>
        <a:bodyPr/>
        <a:lstStyle/>
        <a:p>
          <a:r>
            <a:rPr lang="ru-RU" b="0" i="0"/>
            <a:t>міщанства.</a:t>
          </a:r>
          <a:endParaRPr lang="uk-UA"/>
        </a:p>
      </dgm:t>
    </dgm:pt>
    <dgm:pt modelId="{E989EB7A-5799-4B2A-82FB-68D4412D2C2B}" type="parTrans" cxnId="{14CC308C-0D3E-4E5F-B4C7-F7B7FA2EB704}">
      <dgm:prSet/>
      <dgm:spPr/>
      <dgm:t>
        <a:bodyPr/>
        <a:lstStyle/>
        <a:p>
          <a:endParaRPr lang="uk-UA"/>
        </a:p>
      </dgm:t>
    </dgm:pt>
    <dgm:pt modelId="{A8B69E3C-EEDF-41B1-B138-4ACB634544E4}" type="sibTrans" cxnId="{14CC308C-0D3E-4E5F-B4C7-F7B7FA2EB704}">
      <dgm:prSet/>
      <dgm:spPr/>
      <dgm:t>
        <a:bodyPr/>
        <a:lstStyle/>
        <a:p>
          <a:endParaRPr lang="uk-UA"/>
        </a:p>
      </dgm:t>
    </dgm:pt>
    <dgm:pt modelId="{982D143F-E6AF-484A-BBF2-626E94800F34}">
      <dgm:prSet/>
      <dgm:spPr/>
      <dgm:t>
        <a:bodyPr/>
        <a:lstStyle/>
        <a:p>
          <a:r>
            <a:rPr lang="ru-RU" b="0" i="0"/>
            <a:t>шляхти.</a:t>
          </a:r>
          <a:endParaRPr lang="uk-UA"/>
        </a:p>
      </dgm:t>
    </dgm:pt>
    <dgm:pt modelId="{5DA89617-CF15-49B4-B98F-F081183ACE96}" type="parTrans" cxnId="{A31A26BE-5A26-42D6-AA13-FD1375AF477E}">
      <dgm:prSet/>
      <dgm:spPr/>
      <dgm:t>
        <a:bodyPr/>
        <a:lstStyle/>
        <a:p>
          <a:endParaRPr lang="uk-UA"/>
        </a:p>
      </dgm:t>
    </dgm:pt>
    <dgm:pt modelId="{353BC7C0-76CA-45B0-949F-D0D5DA6F3C3B}" type="sibTrans" cxnId="{A31A26BE-5A26-42D6-AA13-FD1375AF477E}">
      <dgm:prSet/>
      <dgm:spPr/>
      <dgm:t>
        <a:bodyPr/>
        <a:lstStyle/>
        <a:p>
          <a:endParaRPr lang="uk-UA"/>
        </a:p>
      </dgm:t>
    </dgm:pt>
    <dgm:pt modelId="{2C69BAD1-DB84-412C-81CA-C90B458E22A1}">
      <dgm:prSet/>
      <dgm:spPr/>
      <dgm:t>
        <a:bodyPr/>
        <a:lstStyle/>
        <a:p>
          <a:r>
            <a:rPr lang="ru-RU" b="0" i="0"/>
            <a:t>селянства.</a:t>
          </a:r>
          <a:endParaRPr lang="uk-UA"/>
        </a:p>
      </dgm:t>
    </dgm:pt>
    <dgm:pt modelId="{802C28AF-4DE3-4A95-9C0E-9DC367983B23}" type="parTrans" cxnId="{9F808809-6AD2-4D5E-A264-48C395622168}">
      <dgm:prSet/>
      <dgm:spPr/>
      <dgm:t>
        <a:bodyPr/>
        <a:lstStyle/>
        <a:p>
          <a:endParaRPr lang="uk-UA"/>
        </a:p>
      </dgm:t>
    </dgm:pt>
    <dgm:pt modelId="{B013305C-7B8E-44E9-A869-373FE04D2626}" type="sibTrans" cxnId="{9F808809-6AD2-4D5E-A264-48C395622168}">
      <dgm:prSet/>
      <dgm:spPr/>
      <dgm:t>
        <a:bodyPr/>
        <a:lstStyle/>
        <a:p>
          <a:endParaRPr lang="uk-UA"/>
        </a:p>
      </dgm:t>
    </dgm:pt>
    <dgm:pt modelId="{3ED3895F-6464-4FD9-A1DC-890F662F142F}">
      <dgm:prSet/>
      <dgm:spPr/>
      <dgm:t>
        <a:bodyPr/>
        <a:lstStyle/>
        <a:p>
          <a:r>
            <a:rPr lang="ru-RU" b="0" i="0" dirty="0" err="1"/>
            <a:t>реєстрового</a:t>
          </a:r>
          <a:r>
            <a:rPr lang="ru-RU" b="0" i="0" dirty="0"/>
            <a:t> </a:t>
          </a:r>
          <a:r>
            <a:rPr lang="ru-RU" b="0" i="0" dirty="0" err="1"/>
            <a:t>козацтва</a:t>
          </a:r>
          <a:r>
            <a:rPr lang="ru-RU" b="0" i="0" dirty="0"/>
            <a:t>.</a:t>
          </a:r>
          <a:endParaRPr lang="uk-UA" dirty="0"/>
        </a:p>
      </dgm:t>
    </dgm:pt>
    <dgm:pt modelId="{9632A6A7-3EDF-4AE5-9907-94D6E6EA2657}" type="parTrans" cxnId="{220823AB-6DE6-4DA6-9AAC-CDCEA0ED86A7}">
      <dgm:prSet/>
      <dgm:spPr/>
      <dgm:t>
        <a:bodyPr/>
        <a:lstStyle/>
        <a:p>
          <a:endParaRPr lang="uk-UA"/>
        </a:p>
      </dgm:t>
    </dgm:pt>
    <dgm:pt modelId="{7E94AC89-3A32-4598-AA1A-F770CA09DF7A}" type="sibTrans" cxnId="{220823AB-6DE6-4DA6-9AAC-CDCEA0ED86A7}">
      <dgm:prSet/>
      <dgm:spPr/>
      <dgm:t>
        <a:bodyPr/>
        <a:lstStyle/>
        <a:p>
          <a:endParaRPr lang="uk-UA"/>
        </a:p>
      </dgm:t>
    </dgm:pt>
    <dgm:pt modelId="{DD5B2DE5-A65B-429B-A097-B0F19C8F6213}" type="pres">
      <dgm:prSet presAssocID="{1B00A67E-2966-4DC9-8ABB-68F1D05E2CE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6CDCB13-0708-414D-84F9-892D13D58D16}" type="pres">
      <dgm:prSet presAssocID="{07E9C6B8-E707-4467-A36F-125866B2A176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57EF3EB-E973-41F4-AF20-845D966F0B8F}" type="pres">
      <dgm:prSet presAssocID="{A8B69E3C-EEDF-41B1-B138-4ACB634544E4}" presName="spacer" presStyleCnt="0"/>
      <dgm:spPr/>
    </dgm:pt>
    <dgm:pt modelId="{AE492B5B-1BBB-43F6-9F2D-D88374AA8541}" type="pres">
      <dgm:prSet presAssocID="{982D143F-E6AF-484A-BBF2-626E94800F34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5127C05-C876-4DAE-AF44-D08A1482251B}" type="pres">
      <dgm:prSet presAssocID="{353BC7C0-76CA-45B0-949F-D0D5DA6F3C3B}" presName="spacer" presStyleCnt="0"/>
      <dgm:spPr/>
    </dgm:pt>
    <dgm:pt modelId="{236E8144-2458-48BB-A70F-856592465C9F}" type="pres">
      <dgm:prSet presAssocID="{2C69BAD1-DB84-412C-81CA-C90B458E22A1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19649BA-495B-42EA-8CAC-9D62648C3B90}" type="pres">
      <dgm:prSet presAssocID="{B013305C-7B8E-44E9-A869-373FE04D2626}" presName="spacer" presStyleCnt="0"/>
      <dgm:spPr/>
    </dgm:pt>
    <dgm:pt modelId="{D825D643-1676-445B-A108-3BD61647F868}" type="pres">
      <dgm:prSet presAssocID="{3ED3895F-6464-4FD9-A1DC-890F662F142F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81D531D-8EBA-4858-9950-DC8450C18FC8}" type="presOf" srcId="{3ED3895F-6464-4FD9-A1DC-890F662F142F}" destId="{D825D643-1676-445B-A108-3BD61647F868}" srcOrd="0" destOrd="0" presId="urn:microsoft.com/office/officeart/2005/8/layout/vList2"/>
    <dgm:cxn modelId="{9F808809-6AD2-4D5E-A264-48C395622168}" srcId="{1B00A67E-2966-4DC9-8ABB-68F1D05E2CE0}" destId="{2C69BAD1-DB84-412C-81CA-C90B458E22A1}" srcOrd="2" destOrd="0" parTransId="{802C28AF-4DE3-4A95-9C0E-9DC367983B23}" sibTransId="{B013305C-7B8E-44E9-A869-373FE04D2626}"/>
    <dgm:cxn modelId="{14CC308C-0D3E-4E5F-B4C7-F7B7FA2EB704}" srcId="{1B00A67E-2966-4DC9-8ABB-68F1D05E2CE0}" destId="{07E9C6B8-E707-4467-A36F-125866B2A176}" srcOrd="0" destOrd="0" parTransId="{E989EB7A-5799-4B2A-82FB-68D4412D2C2B}" sibTransId="{A8B69E3C-EEDF-41B1-B138-4ACB634544E4}"/>
    <dgm:cxn modelId="{9537580D-87DF-4AB7-B625-7B4AED93B2F0}" type="presOf" srcId="{07E9C6B8-E707-4467-A36F-125866B2A176}" destId="{46CDCB13-0708-414D-84F9-892D13D58D16}" srcOrd="0" destOrd="0" presId="urn:microsoft.com/office/officeart/2005/8/layout/vList2"/>
    <dgm:cxn modelId="{D3EB59B3-FF4D-4969-81DD-8B0E0E1F3FEB}" type="presOf" srcId="{2C69BAD1-DB84-412C-81CA-C90B458E22A1}" destId="{236E8144-2458-48BB-A70F-856592465C9F}" srcOrd="0" destOrd="0" presId="urn:microsoft.com/office/officeart/2005/8/layout/vList2"/>
    <dgm:cxn modelId="{F0D2B60B-E7C6-4381-9083-02CF579595E6}" type="presOf" srcId="{1B00A67E-2966-4DC9-8ABB-68F1D05E2CE0}" destId="{DD5B2DE5-A65B-429B-A097-B0F19C8F6213}" srcOrd="0" destOrd="0" presId="urn:microsoft.com/office/officeart/2005/8/layout/vList2"/>
    <dgm:cxn modelId="{A31A26BE-5A26-42D6-AA13-FD1375AF477E}" srcId="{1B00A67E-2966-4DC9-8ABB-68F1D05E2CE0}" destId="{982D143F-E6AF-484A-BBF2-626E94800F34}" srcOrd="1" destOrd="0" parTransId="{5DA89617-CF15-49B4-B98F-F081183ACE96}" sibTransId="{353BC7C0-76CA-45B0-949F-D0D5DA6F3C3B}"/>
    <dgm:cxn modelId="{220823AB-6DE6-4DA6-9AAC-CDCEA0ED86A7}" srcId="{1B00A67E-2966-4DC9-8ABB-68F1D05E2CE0}" destId="{3ED3895F-6464-4FD9-A1DC-890F662F142F}" srcOrd="3" destOrd="0" parTransId="{9632A6A7-3EDF-4AE5-9907-94D6E6EA2657}" sibTransId="{7E94AC89-3A32-4598-AA1A-F770CA09DF7A}"/>
    <dgm:cxn modelId="{864A0535-BC60-442B-AD82-B3634EDF67B1}" type="presOf" srcId="{982D143F-E6AF-484A-BBF2-626E94800F34}" destId="{AE492B5B-1BBB-43F6-9F2D-D88374AA8541}" srcOrd="0" destOrd="0" presId="urn:microsoft.com/office/officeart/2005/8/layout/vList2"/>
    <dgm:cxn modelId="{49E535C1-1455-4F15-81CA-542FC38027C2}" type="presParOf" srcId="{DD5B2DE5-A65B-429B-A097-B0F19C8F6213}" destId="{46CDCB13-0708-414D-84F9-892D13D58D16}" srcOrd="0" destOrd="0" presId="urn:microsoft.com/office/officeart/2005/8/layout/vList2"/>
    <dgm:cxn modelId="{E835619C-2568-4DDE-9565-39EC0F41AAA1}" type="presParOf" srcId="{DD5B2DE5-A65B-429B-A097-B0F19C8F6213}" destId="{B57EF3EB-E973-41F4-AF20-845D966F0B8F}" srcOrd="1" destOrd="0" presId="urn:microsoft.com/office/officeart/2005/8/layout/vList2"/>
    <dgm:cxn modelId="{75D8B3E2-AE07-4F92-AD5F-D759385ED2E4}" type="presParOf" srcId="{DD5B2DE5-A65B-429B-A097-B0F19C8F6213}" destId="{AE492B5B-1BBB-43F6-9F2D-D88374AA8541}" srcOrd="2" destOrd="0" presId="urn:microsoft.com/office/officeart/2005/8/layout/vList2"/>
    <dgm:cxn modelId="{3AC44442-20AC-4740-B161-4426AB450C77}" type="presParOf" srcId="{DD5B2DE5-A65B-429B-A097-B0F19C8F6213}" destId="{75127C05-C876-4DAE-AF44-D08A1482251B}" srcOrd="3" destOrd="0" presId="urn:microsoft.com/office/officeart/2005/8/layout/vList2"/>
    <dgm:cxn modelId="{007186A6-E688-43A4-BA6A-7FDED53DAD50}" type="presParOf" srcId="{DD5B2DE5-A65B-429B-A097-B0F19C8F6213}" destId="{236E8144-2458-48BB-A70F-856592465C9F}" srcOrd="4" destOrd="0" presId="urn:microsoft.com/office/officeart/2005/8/layout/vList2"/>
    <dgm:cxn modelId="{70130BC7-DDD6-4BB1-ABA9-4EC9A9987100}" type="presParOf" srcId="{DD5B2DE5-A65B-429B-A097-B0F19C8F6213}" destId="{319649BA-495B-42EA-8CAC-9D62648C3B90}" srcOrd="5" destOrd="0" presId="urn:microsoft.com/office/officeart/2005/8/layout/vList2"/>
    <dgm:cxn modelId="{C85899CF-B238-4C34-8293-FCBE383020BB}" type="presParOf" srcId="{DD5B2DE5-A65B-429B-A097-B0F19C8F6213}" destId="{D825D643-1676-445B-A108-3BD61647F86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0EF0D282-26F9-4B79-8BE5-E9472BA0FA1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E4DA9886-E576-4B43-A02F-9F275FA9AE05}">
      <dgm:prSet/>
      <dgm:spPr/>
      <dgm:t>
        <a:bodyPr/>
        <a:lstStyle/>
        <a:p>
          <a:r>
            <a:rPr lang="ru-RU"/>
            <a:t>Іван Богун</a:t>
          </a:r>
          <a:endParaRPr lang="uk-UA"/>
        </a:p>
      </dgm:t>
    </dgm:pt>
    <dgm:pt modelId="{5BA8E1BD-1EEB-4B9F-8760-CF837D28968D}" type="parTrans" cxnId="{02F7C9E3-6049-4958-A087-9128B6EBF2A5}">
      <dgm:prSet/>
      <dgm:spPr/>
      <dgm:t>
        <a:bodyPr/>
        <a:lstStyle/>
        <a:p>
          <a:endParaRPr lang="uk-UA"/>
        </a:p>
      </dgm:t>
    </dgm:pt>
    <dgm:pt modelId="{B2FA8DBE-466B-46B6-ADA9-CBCECB24A640}" type="sibTrans" cxnId="{02F7C9E3-6049-4958-A087-9128B6EBF2A5}">
      <dgm:prSet/>
      <dgm:spPr/>
      <dgm:t>
        <a:bodyPr/>
        <a:lstStyle/>
        <a:p>
          <a:endParaRPr lang="uk-UA"/>
        </a:p>
      </dgm:t>
    </dgm:pt>
    <dgm:pt modelId="{64057237-1976-4BA0-A360-15DE68A11E13}">
      <dgm:prSet/>
      <dgm:spPr>
        <a:solidFill>
          <a:srgbClr val="0070C0"/>
        </a:solidFill>
      </dgm:spPr>
      <dgm:t>
        <a:bodyPr/>
        <a:lstStyle/>
        <a:p>
          <a:r>
            <a:rPr lang="ru-RU" dirty="0" err="1"/>
            <a:t>Яків</a:t>
          </a:r>
          <a:r>
            <a:rPr lang="ru-RU" dirty="0"/>
            <a:t> Острянин</a:t>
          </a:r>
          <a:endParaRPr lang="uk-UA" dirty="0"/>
        </a:p>
      </dgm:t>
    </dgm:pt>
    <dgm:pt modelId="{D1E358B7-4BB0-4D78-A813-3270AADF914D}" type="parTrans" cxnId="{0F12B323-09EB-4B9C-A072-150D0D989A40}">
      <dgm:prSet/>
      <dgm:spPr/>
      <dgm:t>
        <a:bodyPr/>
        <a:lstStyle/>
        <a:p>
          <a:endParaRPr lang="uk-UA"/>
        </a:p>
      </dgm:t>
    </dgm:pt>
    <dgm:pt modelId="{CB1C475F-35BD-47BF-9A8F-EF95C02CF292}" type="sibTrans" cxnId="{0F12B323-09EB-4B9C-A072-150D0D989A40}">
      <dgm:prSet/>
      <dgm:spPr/>
      <dgm:t>
        <a:bodyPr/>
        <a:lstStyle/>
        <a:p>
          <a:endParaRPr lang="uk-UA"/>
        </a:p>
      </dgm:t>
    </dgm:pt>
    <dgm:pt modelId="{90EC6736-5364-4A10-AEE1-AF7DBF4BB641}">
      <dgm:prSet/>
      <dgm:spPr>
        <a:solidFill>
          <a:srgbClr val="0070C0"/>
        </a:solidFill>
      </dgm:spPr>
      <dgm:t>
        <a:bodyPr/>
        <a:lstStyle/>
        <a:p>
          <a:r>
            <a:rPr lang="ru-RU" dirty="0"/>
            <a:t>Павло Павлюк</a:t>
          </a:r>
          <a:endParaRPr lang="uk-UA" dirty="0"/>
        </a:p>
      </dgm:t>
    </dgm:pt>
    <dgm:pt modelId="{7E933A0B-BD29-4744-B462-0383B02243FC}" type="parTrans" cxnId="{F2546B26-AE0B-4DBD-92EF-DB517558F6A0}">
      <dgm:prSet/>
      <dgm:spPr/>
      <dgm:t>
        <a:bodyPr/>
        <a:lstStyle/>
        <a:p>
          <a:endParaRPr lang="uk-UA"/>
        </a:p>
      </dgm:t>
    </dgm:pt>
    <dgm:pt modelId="{3A29E232-C2D7-4C96-9134-3D8C449AEC9E}" type="sibTrans" cxnId="{F2546B26-AE0B-4DBD-92EF-DB517558F6A0}">
      <dgm:prSet/>
      <dgm:spPr/>
      <dgm:t>
        <a:bodyPr/>
        <a:lstStyle/>
        <a:p>
          <a:endParaRPr lang="uk-UA"/>
        </a:p>
      </dgm:t>
    </dgm:pt>
    <dgm:pt modelId="{87A6AD8F-C450-41E4-87B9-FE5BF065949E}">
      <dgm:prSet/>
      <dgm:spPr/>
      <dgm:t>
        <a:bodyPr/>
        <a:lstStyle/>
        <a:p>
          <a:r>
            <a:rPr lang="ru-RU"/>
            <a:t>Северин Наливайко</a:t>
          </a:r>
          <a:endParaRPr lang="uk-UA"/>
        </a:p>
      </dgm:t>
    </dgm:pt>
    <dgm:pt modelId="{3032AB75-CFB8-4BB0-9C4C-D33DDD9E9C1E}" type="parTrans" cxnId="{322A5F13-3B30-4515-8326-0BB86ED29257}">
      <dgm:prSet/>
      <dgm:spPr/>
      <dgm:t>
        <a:bodyPr/>
        <a:lstStyle/>
        <a:p>
          <a:endParaRPr lang="uk-UA"/>
        </a:p>
      </dgm:t>
    </dgm:pt>
    <dgm:pt modelId="{BB080D01-9832-4CF0-BF37-8002482FBA8A}" type="sibTrans" cxnId="{322A5F13-3B30-4515-8326-0BB86ED29257}">
      <dgm:prSet/>
      <dgm:spPr/>
      <dgm:t>
        <a:bodyPr/>
        <a:lstStyle/>
        <a:p>
          <a:endParaRPr lang="uk-UA"/>
        </a:p>
      </dgm:t>
    </dgm:pt>
    <dgm:pt modelId="{A071AFE1-BC6C-4D3B-A4A0-40F7978B9065}">
      <dgm:prSet/>
      <dgm:spPr/>
      <dgm:t>
        <a:bodyPr/>
        <a:lstStyle/>
        <a:p>
          <a:r>
            <a:rPr lang="ru-RU"/>
            <a:t>Іван Гонта</a:t>
          </a:r>
          <a:endParaRPr lang="uk-UA"/>
        </a:p>
      </dgm:t>
    </dgm:pt>
    <dgm:pt modelId="{72DE7BE0-8FB9-406B-8999-E3F64DBB8F53}" type="parTrans" cxnId="{569B75E0-50FF-41B5-AE84-70F1250B1712}">
      <dgm:prSet/>
      <dgm:spPr/>
      <dgm:t>
        <a:bodyPr/>
        <a:lstStyle/>
        <a:p>
          <a:endParaRPr lang="uk-UA"/>
        </a:p>
      </dgm:t>
    </dgm:pt>
    <dgm:pt modelId="{C460E825-B9F0-48A9-ADC8-88DA2EB26DA4}" type="sibTrans" cxnId="{569B75E0-50FF-41B5-AE84-70F1250B1712}">
      <dgm:prSet/>
      <dgm:spPr/>
      <dgm:t>
        <a:bodyPr/>
        <a:lstStyle/>
        <a:p>
          <a:endParaRPr lang="uk-UA"/>
        </a:p>
      </dgm:t>
    </dgm:pt>
    <dgm:pt modelId="{5761EAED-BC2B-41F8-AAE2-FDDCA485C71B}">
      <dgm:prSet/>
      <dgm:spPr>
        <a:solidFill>
          <a:srgbClr val="0070C0"/>
        </a:solidFill>
      </dgm:spPr>
      <dgm:t>
        <a:bodyPr/>
        <a:lstStyle/>
        <a:p>
          <a:r>
            <a:rPr lang="ru-RU" dirty="0"/>
            <a:t>Дмитро Гуня</a:t>
          </a:r>
          <a:endParaRPr lang="uk-UA" dirty="0"/>
        </a:p>
      </dgm:t>
    </dgm:pt>
    <dgm:pt modelId="{E8A6937C-8A2D-48AB-ACA0-4827EAE892FB}" type="parTrans" cxnId="{F116D14D-FABB-40B2-A2D1-F735AAA6AF68}">
      <dgm:prSet/>
      <dgm:spPr/>
      <dgm:t>
        <a:bodyPr/>
        <a:lstStyle/>
        <a:p>
          <a:endParaRPr lang="uk-UA"/>
        </a:p>
      </dgm:t>
    </dgm:pt>
    <dgm:pt modelId="{3DA5254D-8CA2-4605-8845-8099D2C48032}" type="sibTrans" cxnId="{F116D14D-FABB-40B2-A2D1-F735AAA6AF68}">
      <dgm:prSet/>
      <dgm:spPr/>
      <dgm:t>
        <a:bodyPr/>
        <a:lstStyle/>
        <a:p>
          <a:endParaRPr lang="uk-UA"/>
        </a:p>
      </dgm:t>
    </dgm:pt>
    <dgm:pt modelId="{BB204372-4CF6-4342-9FF2-DD52C00CC726}">
      <dgm:prSet/>
      <dgm:spPr/>
      <dgm:t>
        <a:bodyPr/>
        <a:lstStyle/>
        <a:p>
          <a:r>
            <a:rPr lang="ru-RU"/>
            <a:t>Семен Палій</a:t>
          </a:r>
          <a:endParaRPr lang="uk-UA"/>
        </a:p>
      </dgm:t>
    </dgm:pt>
    <dgm:pt modelId="{086C107E-FBF2-4453-A126-67D4D83AB8A4}" type="parTrans" cxnId="{55336795-6214-4F39-B064-AEF37AC03270}">
      <dgm:prSet/>
      <dgm:spPr/>
      <dgm:t>
        <a:bodyPr/>
        <a:lstStyle/>
        <a:p>
          <a:endParaRPr lang="uk-UA"/>
        </a:p>
      </dgm:t>
    </dgm:pt>
    <dgm:pt modelId="{9D0C3BF4-36A2-462E-9C4B-14B78740E6FD}" type="sibTrans" cxnId="{55336795-6214-4F39-B064-AEF37AC03270}">
      <dgm:prSet/>
      <dgm:spPr/>
      <dgm:t>
        <a:bodyPr/>
        <a:lstStyle/>
        <a:p>
          <a:endParaRPr lang="uk-UA"/>
        </a:p>
      </dgm:t>
    </dgm:pt>
    <dgm:pt modelId="{1B8842E4-D074-471A-9148-3F12985299B0}" type="pres">
      <dgm:prSet presAssocID="{0EF0D282-26F9-4B79-8BE5-E9472BA0FA1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AA2E790-8A03-4AB4-9C22-7B1156882EE2}" type="pres">
      <dgm:prSet presAssocID="{E4DA9886-E576-4B43-A02F-9F275FA9AE05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7554F74-24F8-4AB4-86D3-F598B8D9AD85}" type="pres">
      <dgm:prSet presAssocID="{B2FA8DBE-466B-46B6-ADA9-CBCECB24A640}" presName="spacer" presStyleCnt="0"/>
      <dgm:spPr/>
    </dgm:pt>
    <dgm:pt modelId="{58AE9C42-1A12-443F-A4F5-F205C72596E8}" type="pres">
      <dgm:prSet presAssocID="{64057237-1976-4BA0-A360-15DE68A11E13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3143E5A-0548-41CE-BD77-76C2A0422A04}" type="pres">
      <dgm:prSet presAssocID="{CB1C475F-35BD-47BF-9A8F-EF95C02CF292}" presName="spacer" presStyleCnt="0"/>
      <dgm:spPr/>
    </dgm:pt>
    <dgm:pt modelId="{647C3046-B7A3-4E13-8AAA-F002BCAF1EB7}" type="pres">
      <dgm:prSet presAssocID="{90EC6736-5364-4A10-AEE1-AF7DBF4BB641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F65F9B6-8E62-4B05-996B-7B7397C70BFD}" type="pres">
      <dgm:prSet presAssocID="{3A29E232-C2D7-4C96-9134-3D8C449AEC9E}" presName="spacer" presStyleCnt="0"/>
      <dgm:spPr/>
    </dgm:pt>
    <dgm:pt modelId="{B46AB77B-060C-43ED-8650-DD410912398B}" type="pres">
      <dgm:prSet presAssocID="{87A6AD8F-C450-41E4-87B9-FE5BF065949E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688E21-80B6-4D07-9376-46FF3336973A}" type="pres">
      <dgm:prSet presAssocID="{BB080D01-9832-4CF0-BF37-8002482FBA8A}" presName="spacer" presStyleCnt="0"/>
      <dgm:spPr/>
    </dgm:pt>
    <dgm:pt modelId="{88A60E0D-9484-4D78-94B2-6F48FD577CE8}" type="pres">
      <dgm:prSet presAssocID="{A071AFE1-BC6C-4D3B-A4A0-40F7978B9065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738F444-1254-4D01-AF02-8C3A899C3BC2}" type="pres">
      <dgm:prSet presAssocID="{C460E825-B9F0-48A9-ADC8-88DA2EB26DA4}" presName="spacer" presStyleCnt="0"/>
      <dgm:spPr/>
    </dgm:pt>
    <dgm:pt modelId="{F8E757E5-D55C-4D43-8787-6EAD8988BDFA}" type="pres">
      <dgm:prSet presAssocID="{5761EAED-BC2B-41F8-AAE2-FDDCA485C71B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86CA45B-A281-45B2-A3AC-5E7161783866}" type="pres">
      <dgm:prSet presAssocID="{3DA5254D-8CA2-4605-8845-8099D2C48032}" presName="spacer" presStyleCnt="0"/>
      <dgm:spPr/>
    </dgm:pt>
    <dgm:pt modelId="{B5991725-99FC-4461-877E-C6C2B305E926}" type="pres">
      <dgm:prSet presAssocID="{BB204372-4CF6-4342-9FF2-DD52C00CC726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7A67890-D288-479E-A1ED-50FC5CD4E690}" type="presOf" srcId="{87A6AD8F-C450-41E4-87B9-FE5BF065949E}" destId="{B46AB77B-060C-43ED-8650-DD410912398B}" srcOrd="0" destOrd="0" presId="urn:microsoft.com/office/officeart/2005/8/layout/vList2"/>
    <dgm:cxn modelId="{569B75E0-50FF-41B5-AE84-70F1250B1712}" srcId="{0EF0D282-26F9-4B79-8BE5-E9472BA0FA15}" destId="{A071AFE1-BC6C-4D3B-A4A0-40F7978B9065}" srcOrd="4" destOrd="0" parTransId="{72DE7BE0-8FB9-406B-8999-E3F64DBB8F53}" sibTransId="{C460E825-B9F0-48A9-ADC8-88DA2EB26DA4}"/>
    <dgm:cxn modelId="{6F218352-DDD7-4D17-B487-BB0207711310}" type="presOf" srcId="{BB204372-4CF6-4342-9FF2-DD52C00CC726}" destId="{B5991725-99FC-4461-877E-C6C2B305E926}" srcOrd="0" destOrd="0" presId="urn:microsoft.com/office/officeart/2005/8/layout/vList2"/>
    <dgm:cxn modelId="{F116D14D-FABB-40B2-A2D1-F735AAA6AF68}" srcId="{0EF0D282-26F9-4B79-8BE5-E9472BA0FA15}" destId="{5761EAED-BC2B-41F8-AAE2-FDDCA485C71B}" srcOrd="5" destOrd="0" parTransId="{E8A6937C-8A2D-48AB-ACA0-4827EAE892FB}" sibTransId="{3DA5254D-8CA2-4605-8845-8099D2C48032}"/>
    <dgm:cxn modelId="{E7688522-A42B-4014-AB05-FB3D1ACF61DA}" type="presOf" srcId="{A071AFE1-BC6C-4D3B-A4A0-40F7978B9065}" destId="{88A60E0D-9484-4D78-94B2-6F48FD577CE8}" srcOrd="0" destOrd="0" presId="urn:microsoft.com/office/officeart/2005/8/layout/vList2"/>
    <dgm:cxn modelId="{B90434A3-901B-4DBE-A2E8-7E489F0C50ED}" type="presOf" srcId="{5761EAED-BC2B-41F8-AAE2-FDDCA485C71B}" destId="{F8E757E5-D55C-4D43-8787-6EAD8988BDFA}" srcOrd="0" destOrd="0" presId="urn:microsoft.com/office/officeart/2005/8/layout/vList2"/>
    <dgm:cxn modelId="{0F12B323-09EB-4B9C-A072-150D0D989A40}" srcId="{0EF0D282-26F9-4B79-8BE5-E9472BA0FA15}" destId="{64057237-1976-4BA0-A360-15DE68A11E13}" srcOrd="1" destOrd="0" parTransId="{D1E358B7-4BB0-4D78-A813-3270AADF914D}" sibTransId="{CB1C475F-35BD-47BF-9A8F-EF95C02CF292}"/>
    <dgm:cxn modelId="{02F7C9E3-6049-4958-A087-9128B6EBF2A5}" srcId="{0EF0D282-26F9-4B79-8BE5-E9472BA0FA15}" destId="{E4DA9886-E576-4B43-A02F-9F275FA9AE05}" srcOrd="0" destOrd="0" parTransId="{5BA8E1BD-1EEB-4B9F-8760-CF837D28968D}" sibTransId="{B2FA8DBE-466B-46B6-ADA9-CBCECB24A640}"/>
    <dgm:cxn modelId="{55336795-6214-4F39-B064-AEF37AC03270}" srcId="{0EF0D282-26F9-4B79-8BE5-E9472BA0FA15}" destId="{BB204372-4CF6-4342-9FF2-DD52C00CC726}" srcOrd="6" destOrd="0" parTransId="{086C107E-FBF2-4453-A126-67D4D83AB8A4}" sibTransId="{9D0C3BF4-36A2-462E-9C4B-14B78740E6FD}"/>
    <dgm:cxn modelId="{322A5F13-3B30-4515-8326-0BB86ED29257}" srcId="{0EF0D282-26F9-4B79-8BE5-E9472BA0FA15}" destId="{87A6AD8F-C450-41E4-87B9-FE5BF065949E}" srcOrd="3" destOrd="0" parTransId="{3032AB75-CFB8-4BB0-9C4C-D33DDD9E9C1E}" sibTransId="{BB080D01-9832-4CF0-BF37-8002482FBA8A}"/>
    <dgm:cxn modelId="{8A3CBC6B-02A4-4BB5-8B00-2A87713860E6}" type="presOf" srcId="{E4DA9886-E576-4B43-A02F-9F275FA9AE05}" destId="{8AA2E790-8A03-4AB4-9C22-7B1156882EE2}" srcOrd="0" destOrd="0" presId="urn:microsoft.com/office/officeart/2005/8/layout/vList2"/>
    <dgm:cxn modelId="{F2546B26-AE0B-4DBD-92EF-DB517558F6A0}" srcId="{0EF0D282-26F9-4B79-8BE5-E9472BA0FA15}" destId="{90EC6736-5364-4A10-AEE1-AF7DBF4BB641}" srcOrd="2" destOrd="0" parTransId="{7E933A0B-BD29-4744-B462-0383B02243FC}" sibTransId="{3A29E232-C2D7-4C96-9134-3D8C449AEC9E}"/>
    <dgm:cxn modelId="{4C6B3F7C-A0A9-4A75-9624-FE32D75ED9FE}" type="presOf" srcId="{90EC6736-5364-4A10-AEE1-AF7DBF4BB641}" destId="{647C3046-B7A3-4E13-8AAA-F002BCAF1EB7}" srcOrd="0" destOrd="0" presId="urn:microsoft.com/office/officeart/2005/8/layout/vList2"/>
    <dgm:cxn modelId="{1452F563-B90C-49D4-86E2-682B3CA6E623}" type="presOf" srcId="{0EF0D282-26F9-4B79-8BE5-E9472BA0FA15}" destId="{1B8842E4-D074-471A-9148-3F12985299B0}" srcOrd="0" destOrd="0" presId="urn:microsoft.com/office/officeart/2005/8/layout/vList2"/>
    <dgm:cxn modelId="{534C3B2B-B12D-4237-8D1F-ECE4FC474B55}" type="presOf" srcId="{64057237-1976-4BA0-A360-15DE68A11E13}" destId="{58AE9C42-1A12-443F-A4F5-F205C72596E8}" srcOrd="0" destOrd="0" presId="urn:microsoft.com/office/officeart/2005/8/layout/vList2"/>
    <dgm:cxn modelId="{F034985E-B8A6-406A-8467-CB45017E2CA6}" type="presParOf" srcId="{1B8842E4-D074-471A-9148-3F12985299B0}" destId="{8AA2E790-8A03-4AB4-9C22-7B1156882EE2}" srcOrd="0" destOrd="0" presId="urn:microsoft.com/office/officeart/2005/8/layout/vList2"/>
    <dgm:cxn modelId="{3EAE0C65-A4D8-485D-8D7F-032FFC96E3D5}" type="presParOf" srcId="{1B8842E4-D074-471A-9148-3F12985299B0}" destId="{67554F74-24F8-4AB4-86D3-F598B8D9AD85}" srcOrd="1" destOrd="0" presId="urn:microsoft.com/office/officeart/2005/8/layout/vList2"/>
    <dgm:cxn modelId="{B7FEF88E-0932-4B74-92E2-255C9090DF25}" type="presParOf" srcId="{1B8842E4-D074-471A-9148-3F12985299B0}" destId="{58AE9C42-1A12-443F-A4F5-F205C72596E8}" srcOrd="2" destOrd="0" presId="urn:microsoft.com/office/officeart/2005/8/layout/vList2"/>
    <dgm:cxn modelId="{8F4A49D6-5552-4497-91C0-065504D6AF1E}" type="presParOf" srcId="{1B8842E4-D074-471A-9148-3F12985299B0}" destId="{D3143E5A-0548-41CE-BD77-76C2A0422A04}" srcOrd="3" destOrd="0" presId="urn:microsoft.com/office/officeart/2005/8/layout/vList2"/>
    <dgm:cxn modelId="{C557422B-5B71-4C89-ACC5-D570EC353C83}" type="presParOf" srcId="{1B8842E4-D074-471A-9148-3F12985299B0}" destId="{647C3046-B7A3-4E13-8AAA-F002BCAF1EB7}" srcOrd="4" destOrd="0" presId="urn:microsoft.com/office/officeart/2005/8/layout/vList2"/>
    <dgm:cxn modelId="{FD291FB8-1FA1-46BC-89A8-4118187682B9}" type="presParOf" srcId="{1B8842E4-D074-471A-9148-3F12985299B0}" destId="{5F65F9B6-8E62-4B05-996B-7B7397C70BFD}" srcOrd="5" destOrd="0" presId="urn:microsoft.com/office/officeart/2005/8/layout/vList2"/>
    <dgm:cxn modelId="{5A246775-34AC-4D98-A78E-5D571C92EC1E}" type="presParOf" srcId="{1B8842E4-D074-471A-9148-3F12985299B0}" destId="{B46AB77B-060C-43ED-8650-DD410912398B}" srcOrd="6" destOrd="0" presId="urn:microsoft.com/office/officeart/2005/8/layout/vList2"/>
    <dgm:cxn modelId="{5049B7A6-6C13-417C-AA33-7D1988A39A2F}" type="presParOf" srcId="{1B8842E4-D074-471A-9148-3F12985299B0}" destId="{EB688E21-80B6-4D07-9376-46FF3336973A}" srcOrd="7" destOrd="0" presId="urn:microsoft.com/office/officeart/2005/8/layout/vList2"/>
    <dgm:cxn modelId="{51FECBD4-C307-4628-BBE3-22FA8A07F539}" type="presParOf" srcId="{1B8842E4-D074-471A-9148-3F12985299B0}" destId="{88A60E0D-9484-4D78-94B2-6F48FD577CE8}" srcOrd="8" destOrd="0" presId="urn:microsoft.com/office/officeart/2005/8/layout/vList2"/>
    <dgm:cxn modelId="{CDC9459E-1DE3-48FC-A777-F0857E284531}" type="presParOf" srcId="{1B8842E4-D074-471A-9148-3F12985299B0}" destId="{D738F444-1254-4D01-AF02-8C3A899C3BC2}" srcOrd="9" destOrd="0" presId="urn:microsoft.com/office/officeart/2005/8/layout/vList2"/>
    <dgm:cxn modelId="{722B43BE-4C2F-45FA-95AC-75C497F4771F}" type="presParOf" srcId="{1B8842E4-D074-471A-9148-3F12985299B0}" destId="{F8E757E5-D55C-4D43-8787-6EAD8988BDFA}" srcOrd="10" destOrd="0" presId="urn:microsoft.com/office/officeart/2005/8/layout/vList2"/>
    <dgm:cxn modelId="{CF58C5E9-0BEA-4B23-8044-A9DC15691130}" type="presParOf" srcId="{1B8842E4-D074-471A-9148-3F12985299B0}" destId="{F86CA45B-A281-45B2-A3AC-5E7161783866}" srcOrd="11" destOrd="0" presId="urn:microsoft.com/office/officeart/2005/8/layout/vList2"/>
    <dgm:cxn modelId="{7A1A9ED4-52BF-40AF-8954-73E3558D16EB}" type="presParOf" srcId="{1B8842E4-D074-471A-9148-3F12985299B0}" destId="{B5991725-99FC-4461-877E-C6C2B305E92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0EF0D282-26F9-4B79-8BE5-E9472BA0FA1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4DA9886-E576-4B43-A02F-9F275FA9AE05}">
      <dgm:prSet/>
      <dgm:spPr/>
      <dgm:t>
        <a:bodyPr/>
        <a:lstStyle/>
        <a:p>
          <a:r>
            <a:rPr lang="ru-RU"/>
            <a:t>Іван Богун</a:t>
          </a:r>
          <a:endParaRPr lang="uk-UA"/>
        </a:p>
      </dgm:t>
    </dgm:pt>
    <dgm:pt modelId="{5BA8E1BD-1EEB-4B9F-8760-CF837D28968D}" type="parTrans" cxnId="{02F7C9E3-6049-4958-A087-9128B6EBF2A5}">
      <dgm:prSet/>
      <dgm:spPr/>
      <dgm:t>
        <a:bodyPr/>
        <a:lstStyle/>
        <a:p>
          <a:endParaRPr lang="uk-UA"/>
        </a:p>
      </dgm:t>
    </dgm:pt>
    <dgm:pt modelId="{B2FA8DBE-466B-46B6-ADA9-CBCECB24A640}" type="sibTrans" cxnId="{02F7C9E3-6049-4958-A087-9128B6EBF2A5}">
      <dgm:prSet/>
      <dgm:spPr/>
      <dgm:t>
        <a:bodyPr/>
        <a:lstStyle/>
        <a:p>
          <a:endParaRPr lang="uk-UA"/>
        </a:p>
      </dgm:t>
    </dgm:pt>
    <dgm:pt modelId="{64057237-1976-4BA0-A360-15DE68A11E13}">
      <dgm:prSet/>
      <dgm:spPr/>
      <dgm:t>
        <a:bodyPr/>
        <a:lstStyle/>
        <a:p>
          <a:r>
            <a:rPr lang="ru-RU"/>
            <a:t>Яків Острянин</a:t>
          </a:r>
          <a:endParaRPr lang="uk-UA"/>
        </a:p>
      </dgm:t>
    </dgm:pt>
    <dgm:pt modelId="{D1E358B7-4BB0-4D78-A813-3270AADF914D}" type="parTrans" cxnId="{0F12B323-09EB-4B9C-A072-150D0D989A40}">
      <dgm:prSet/>
      <dgm:spPr/>
      <dgm:t>
        <a:bodyPr/>
        <a:lstStyle/>
        <a:p>
          <a:endParaRPr lang="uk-UA"/>
        </a:p>
      </dgm:t>
    </dgm:pt>
    <dgm:pt modelId="{CB1C475F-35BD-47BF-9A8F-EF95C02CF292}" type="sibTrans" cxnId="{0F12B323-09EB-4B9C-A072-150D0D989A40}">
      <dgm:prSet/>
      <dgm:spPr/>
      <dgm:t>
        <a:bodyPr/>
        <a:lstStyle/>
        <a:p>
          <a:endParaRPr lang="uk-UA"/>
        </a:p>
      </dgm:t>
    </dgm:pt>
    <dgm:pt modelId="{90EC6736-5364-4A10-AEE1-AF7DBF4BB641}">
      <dgm:prSet/>
      <dgm:spPr/>
      <dgm:t>
        <a:bodyPr/>
        <a:lstStyle/>
        <a:p>
          <a:r>
            <a:rPr lang="ru-RU" dirty="0"/>
            <a:t>Павло Павлюк</a:t>
          </a:r>
          <a:endParaRPr lang="uk-UA" dirty="0"/>
        </a:p>
      </dgm:t>
    </dgm:pt>
    <dgm:pt modelId="{7E933A0B-BD29-4744-B462-0383B02243FC}" type="parTrans" cxnId="{F2546B26-AE0B-4DBD-92EF-DB517558F6A0}">
      <dgm:prSet/>
      <dgm:spPr/>
      <dgm:t>
        <a:bodyPr/>
        <a:lstStyle/>
        <a:p>
          <a:endParaRPr lang="uk-UA"/>
        </a:p>
      </dgm:t>
    </dgm:pt>
    <dgm:pt modelId="{3A29E232-C2D7-4C96-9134-3D8C449AEC9E}" type="sibTrans" cxnId="{F2546B26-AE0B-4DBD-92EF-DB517558F6A0}">
      <dgm:prSet/>
      <dgm:spPr/>
      <dgm:t>
        <a:bodyPr/>
        <a:lstStyle/>
        <a:p>
          <a:endParaRPr lang="uk-UA"/>
        </a:p>
      </dgm:t>
    </dgm:pt>
    <dgm:pt modelId="{87A6AD8F-C450-41E4-87B9-FE5BF065949E}">
      <dgm:prSet/>
      <dgm:spPr/>
      <dgm:t>
        <a:bodyPr/>
        <a:lstStyle/>
        <a:p>
          <a:r>
            <a:rPr lang="ru-RU"/>
            <a:t>Северин Наливайко</a:t>
          </a:r>
          <a:endParaRPr lang="uk-UA"/>
        </a:p>
      </dgm:t>
    </dgm:pt>
    <dgm:pt modelId="{3032AB75-CFB8-4BB0-9C4C-D33DDD9E9C1E}" type="parTrans" cxnId="{322A5F13-3B30-4515-8326-0BB86ED29257}">
      <dgm:prSet/>
      <dgm:spPr/>
      <dgm:t>
        <a:bodyPr/>
        <a:lstStyle/>
        <a:p>
          <a:endParaRPr lang="uk-UA"/>
        </a:p>
      </dgm:t>
    </dgm:pt>
    <dgm:pt modelId="{BB080D01-9832-4CF0-BF37-8002482FBA8A}" type="sibTrans" cxnId="{322A5F13-3B30-4515-8326-0BB86ED29257}">
      <dgm:prSet/>
      <dgm:spPr/>
      <dgm:t>
        <a:bodyPr/>
        <a:lstStyle/>
        <a:p>
          <a:endParaRPr lang="uk-UA"/>
        </a:p>
      </dgm:t>
    </dgm:pt>
    <dgm:pt modelId="{A071AFE1-BC6C-4D3B-A4A0-40F7978B9065}">
      <dgm:prSet/>
      <dgm:spPr/>
      <dgm:t>
        <a:bodyPr/>
        <a:lstStyle/>
        <a:p>
          <a:r>
            <a:rPr lang="ru-RU"/>
            <a:t>Іван Гонта</a:t>
          </a:r>
          <a:endParaRPr lang="uk-UA"/>
        </a:p>
      </dgm:t>
    </dgm:pt>
    <dgm:pt modelId="{72DE7BE0-8FB9-406B-8999-E3F64DBB8F53}" type="parTrans" cxnId="{569B75E0-50FF-41B5-AE84-70F1250B1712}">
      <dgm:prSet/>
      <dgm:spPr/>
      <dgm:t>
        <a:bodyPr/>
        <a:lstStyle/>
        <a:p>
          <a:endParaRPr lang="uk-UA"/>
        </a:p>
      </dgm:t>
    </dgm:pt>
    <dgm:pt modelId="{C460E825-B9F0-48A9-ADC8-88DA2EB26DA4}" type="sibTrans" cxnId="{569B75E0-50FF-41B5-AE84-70F1250B1712}">
      <dgm:prSet/>
      <dgm:spPr/>
      <dgm:t>
        <a:bodyPr/>
        <a:lstStyle/>
        <a:p>
          <a:endParaRPr lang="uk-UA"/>
        </a:p>
      </dgm:t>
    </dgm:pt>
    <dgm:pt modelId="{5761EAED-BC2B-41F8-AAE2-FDDCA485C71B}">
      <dgm:prSet/>
      <dgm:spPr/>
      <dgm:t>
        <a:bodyPr/>
        <a:lstStyle/>
        <a:p>
          <a:r>
            <a:rPr lang="ru-RU"/>
            <a:t>Дмитро Гуня</a:t>
          </a:r>
          <a:endParaRPr lang="uk-UA"/>
        </a:p>
      </dgm:t>
    </dgm:pt>
    <dgm:pt modelId="{E8A6937C-8A2D-48AB-ACA0-4827EAE892FB}" type="parTrans" cxnId="{F116D14D-FABB-40B2-A2D1-F735AAA6AF68}">
      <dgm:prSet/>
      <dgm:spPr/>
      <dgm:t>
        <a:bodyPr/>
        <a:lstStyle/>
        <a:p>
          <a:endParaRPr lang="uk-UA"/>
        </a:p>
      </dgm:t>
    </dgm:pt>
    <dgm:pt modelId="{3DA5254D-8CA2-4605-8845-8099D2C48032}" type="sibTrans" cxnId="{F116D14D-FABB-40B2-A2D1-F735AAA6AF68}">
      <dgm:prSet/>
      <dgm:spPr/>
      <dgm:t>
        <a:bodyPr/>
        <a:lstStyle/>
        <a:p>
          <a:endParaRPr lang="uk-UA"/>
        </a:p>
      </dgm:t>
    </dgm:pt>
    <dgm:pt modelId="{BB204372-4CF6-4342-9FF2-DD52C00CC726}">
      <dgm:prSet/>
      <dgm:spPr/>
      <dgm:t>
        <a:bodyPr/>
        <a:lstStyle/>
        <a:p>
          <a:r>
            <a:rPr lang="ru-RU" dirty="0"/>
            <a:t>Семен </a:t>
          </a:r>
          <a:r>
            <a:rPr lang="ru-RU" dirty="0" err="1"/>
            <a:t>Палій</a:t>
          </a:r>
          <a:endParaRPr lang="uk-UA" dirty="0"/>
        </a:p>
      </dgm:t>
    </dgm:pt>
    <dgm:pt modelId="{086C107E-FBF2-4453-A126-67D4D83AB8A4}" type="parTrans" cxnId="{55336795-6214-4F39-B064-AEF37AC03270}">
      <dgm:prSet/>
      <dgm:spPr/>
      <dgm:t>
        <a:bodyPr/>
        <a:lstStyle/>
        <a:p>
          <a:endParaRPr lang="uk-UA"/>
        </a:p>
      </dgm:t>
    </dgm:pt>
    <dgm:pt modelId="{9D0C3BF4-36A2-462E-9C4B-14B78740E6FD}" type="sibTrans" cxnId="{55336795-6214-4F39-B064-AEF37AC03270}">
      <dgm:prSet/>
      <dgm:spPr/>
      <dgm:t>
        <a:bodyPr/>
        <a:lstStyle/>
        <a:p>
          <a:endParaRPr lang="uk-UA"/>
        </a:p>
      </dgm:t>
    </dgm:pt>
    <dgm:pt modelId="{1B8842E4-D074-471A-9148-3F12985299B0}" type="pres">
      <dgm:prSet presAssocID="{0EF0D282-26F9-4B79-8BE5-E9472BA0FA1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AA2E790-8A03-4AB4-9C22-7B1156882EE2}" type="pres">
      <dgm:prSet presAssocID="{E4DA9886-E576-4B43-A02F-9F275FA9AE05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7554F74-24F8-4AB4-86D3-F598B8D9AD85}" type="pres">
      <dgm:prSet presAssocID="{B2FA8DBE-466B-46B6-ADA9-CBCECB24A640}" presName="spacer" presStyleCnt="0"/>
      <dgm:spPr/>
    </dgm:pt>
    <dgm:pt modelId="{58AE9C42-1A12-443F-A4F5-F205C72596E8}" type="pres">
      <dgm:prSet presAssocID="{64057237-1976-4BA0-A360-15DE68A11E13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3143E5A-0548-41CE-BD77-76C2A0422A04}" type="pres">
      <dgm:prSet presAssocID="{CB1C475F-35BD-47BF-9A8F-EF95C02CF292}" presName="spacer" presStyleCnt="0"/>
      <dgm:spPr/>
    </dgm:pt>
    <dgm:pt modelId="{647C3046-B7A3-4E13-8AAA-F002BCAF1EB7}" type="pres">
      <dgm:prSet presAssocID="{90EC6736-5364-4A10-AEE1-AF7DBF4BB641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F65F9B6-8E62-4B05-996B-7B7397C70BFD}" type="pres">
      <dgm:prSet presAssocID="{3A29E232-C2D7-4C96-9134-3D8C449AEC9E}" presName="spacer" presStyleCnt="0"/>
      <dgm:spPr/>
    </dgm:pt>
    <dgm:pt modelId="{B46AB77B-060C-43ED-8650-DD410912398B}" type="pres">
      <dgm:prSet presAssocID="{87A6AD8F-C450-41E4-87B9-FE5BF065949E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688E21-80B6-4D07-9376-46FF3336973A}" type="pres">
      <dgm:prSet presAssocID="{BB080D01-9832-4CF0-BF37-8002482FBA8A}" presName="spacer" presStyleCnt="0"/>
      <dgm:spPr/>
    </dgm:pt>
    <dgm:pt modelId="{88A60E0D-9484-4D78-94B2-6F48FD577CE8}" type="pres">
      <dgm:prSet presAssocID="{A071AFE1-BC6C-4D3B-A4A0-40F7978B9065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738F444-1254-4D01-AF02-8C3A899C3BC2}" type="pres">
      <dgm:prSet presAssocID="{C460E825-B9F0-48A9-ADC8-88DA2EB26DA4}" presName="spacer" presStyleCnt="0"/>
      <dgm:spPr/>
    </dgm:pt>
    <dgm:pt modelId="{F8E757E5-D55C-4D43-8787-6EAD8988BDFA}" type="pres">
      <dgm:prSet presAssocID="{5761EAED-BC2B-41F8-AAE2-FDDCA485C71B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86CA45B-A281-45B2-A3AC-5E7161783866}" type="pres">
      <dgm:prSet presAssocID="{3DA5254D-8CA2-4605-8845-8099D2C48032}" presName="spacer" presStyleCnt="0"/>
      <dgm:spPr/>
    </dgm:pt>
    <dgm:pt modelId="{B5991725-99FC-4461-877E-C6C2B305E926}" type="pres">
      <dgm:prSet presAssocID="{BB204372-4CF6-4342-9FF2-DD52C00CC726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7A67890-D288-479E-A1ED-50FC5CD4E690}" type="presOf" srcId="{87A6AD8F-C450-41E4-87B9-FE5BF065949E}" destId="{B46AB77B-060C-43ED-8650-DD410912398B}" srcOrd="0" destOrd="0" presId="urn:microsoft.com/office/officeart/2005/8/layout/vList2"/>
    <dgm:cxn modelId="{569B75E0-50FF-41B5-AE84-70F1250B1712}" srcId="{0EF0D282-26F9-4B79-8BE5-E9472BA0FA15}" destId="{A071AFE1-BC6C-4D3B-A4A0-40F7978B9065}" srcOrd="4" destOrd="0" parTransId="{72DE7BE0-8FB9-406B-8999-E3F64DBB8F53}" sibTransId="{C460E825-B9F0-48A9-ADC8-88DA2EB26DA4}"/>
    <dgm:cxn modelId="{6F218352-DDD7-4D17-B487-BB0207711310}" type="presOf" srcId="{BB204372-4CF6-4342-9FF2-DD52C00CC726}" destId="{B5991725-99FC-4461-877E-C6C2B305E926}" srcOrd="0" destOrd="0" presId="urn:microsoft.com/office/officeart/2005/8/layout/vList2"/>
    <dgm:cxn modelId="{F116D14D-FABB-40B2-A2D1-F735AAA6AF68}" srcId="{0EF0D282-26F9-4B79-8BE5-E9472BA0FA15}" destId="{5761EAED-BC2B-41F8-AAE2-FDDCA485C71B}" srcOrd="5" destOrd="0" parTransId="{E8A6937C-8A2D-48AB-ACA0-4827EAE892FB}" sibTransId="{3DA5254D-8CA2-4605-8845-8099D2C48032}"/>
    <dgm:cxn modelId="{E7688522-A42B-4014-AB05-FB3D1ACF61DA}" type="presOf" srcId="{A071AFE1-BC6C-4D3B-A4A0-40F7978B9065}" destId="{88A60E0D-9484-4D78-94B2-6F48FD577CE8}" srcOrd="0" destOrd="0" presId="urn:microsoft.com/office/officeart/2005/8/layout/vList2"/>
    <dgm:cxn modelId="{B90434A3-901B-4DBE-A2E8-7E489F0C50ED}" type="presOf" srcId="{5761EAED-BC2B-41F8-AAE2-FDDCA485C71B}" destId="{F8E757E5-D55C-4D43-8787-6EAD8988BDFA}" srcOrd="0" destOrd="0" presId="urn:microsoft.com/office/officeart/2005/8/layout/vList2"/>
    <dgm:cxn modelId="{0F12B323-09EB-4B9C-A072-150D0D989A40}" srcId="{0EF0D282-26F9-4B79-8BE5-E9472BA0FA15}" destId="{64057237-1976-4BA0-A360-15DE68A11E13}" srcOrd="1" destOrd="0" parTransId="{D1E358B7-4BB0-4D78-A813-3270AADF914D}" sibTransId="{CB1C475F-35BD-47BF-9A8F-EF95C02CF292}"/>
    <dgm:cxn modelId="{02F7C9E3-6049-4958-A087-9128B6EBF2A5}" srcId="{0EF0D282-26F9-4B79-8BE5-E9472BA0FA15}" destId="{E4DA9886-E576-4B43-A02F-9F275FA9AE05}" srcOrd="0" destOrd="0" parTransId="{5BA8E1BD-1EEB-4B9F-8760-CF837D28968D}" sibTransId="{B2FA8DBE-466B-46B6-ADA9-CBCECB24A640}"/>
    <dgm:cxn modelId="{55336795-6214-4F39-B064-AEF37AC03270}" srcId="{0EF0D282-26F9-4B79-8BE5-E9472BA0FA15}" destId="{BB204372-4CF6-4342-9FF2-DD52C00CC726}" srcOrd="6" destOrd="0" parTransId="{086C107E-FBF2-4453-A126-67D4D83AB8A4}" sibTransId="{9D0C3BF4-36A2-462E-9C4B-14B78740E6FD}"/>
    <dgm:cxn modelId="{322A5F13-3B30-4515-8326-0BB86ED29257}" srcId="{0EF0D282-26F9-4B79-8BE5-E9472BA0FA15}" destId="{87A6AD8F-C450-41E4-87B9-FE5BF065949E}" srcOrd="3" destOrd="0" parTransId="{3032AB75-CFB8-4BB0-9C4C-D33DDD9E9C1E}" sibTransId="{BB080D01-9832-4CF0-BF37-8002482FBA8A}"/>
    <dgm:cxn modelId="{8A3CBC6B-02A4-4BB5-8B00-2A87713860E6}" type="presOf" srcId="{E4DA9886-E576-4B43-A02F-9F275FA9AE05}" destId="{8AA2E790-8A03-4AB4-9C22-7B1156882EE2}" srcOrd="0" destOrd="0" presId="urn:microsoft.com/office/officeart/2005/8/layout/vList2"/>
    <dgm:cxn modelId="{F2546B26-AE0B-4DBD-92EF-DB517558F6A0}" srcId="{0EF0D282-26F9-4B79-8BE5-E9472BA0FA15}" destId="{90EC6736-5364-4A10-AEE1-AF7DBF4BB641}" srcOrd="2" destOrd="0" parTransId="{7E933A0B-BD29-4744-B462-0383B02243FC}" sibTransId="{3A29E232-C2D7-4C96-9134-3D8C449AEC9E}"/>
    <dgm:cxn modelId="{4C6B3F7C-A0A9-4A75-9624-FE32D75ED9FE}" type="presOf" srcId="{90EC6736-5364-4A10-AEE1-AF7DBF4BB641}" destId="{647C3046-B7A3-4E13-8AAA-F002BCAF1EB7}" srcOrd="0" destOrd="0" presId="urn:microsoft.com/office/officeart/2005/8/layout/vList2"/>
    <dgm:cxn modelId="{1452F563-B90C-49D4-86E2-682B3CA6E623}" type="presOf" srcId="{0EF0D282-26F9-4B79-8BE5-E9472BA0FA15}" destId="{1B8842E4-D074-471A-9148-3F12985299B0}" srcOrd="0" destOrd="0" presId="urn:microsoft.com/office/officeart/2005/8/layout/vList2"/>
    <dgm:cxn modelId="{534C3B2B-B12D-4237-8D1F-ECE4FC474B55}" type="presOf" srcId="{64057237-1976-4BA0-A360-15DE68A11E13}" destId="{58AE9C42-1A12-443F-A4F5-F205C72596E8}" srcOrd="0" destOrd="0" presId="urn:microsoft.com/office/officeart/2005/8/layout/vList2"/>
    <dgm:cxn modelId="{F034985E-B8A6-406A-8467-CB45017E2CA6}" type="presParOf" srcId="{1B8842E4-D074-471A-9148-3F12985299B0}" destId="{8AA2E790-8A03-4AB4-9C22-7B1156882EE2}" srcOrd="0" destOrd="0" presId="urn:microsoft.com/office/officeart/2005/8/layout/vList2"/>
    <dgm:cxn modelId="{3EAE0C65-A4D8-485D-8D7F-032FFC96E3D5}" type="presParOf" srcId="{1B8842E4-D074-471A-9148-3F12985299B0}" destId="{67554F74-24F8-4AB4-86D3-F598B8D9AD85}" srcOrd="1" destOrd="0" presId="urn:microsoft.com/office/officeart/2005/8/layout/vList2"/>
    <dgm:cxn modelId="{B7FEF88E-0932-4B74-92E2-255C9090DF25}" type="presParOf" srcId="{1B8842E4-D074-471A-9148-3F12985299B0}" destId="{58AE9C42-1A12-443F-A4F5-F205C72596E8}" srcOrd="2" destOrd="0" presId="urn:microsoft.com/office/officeart/2005/8/layout/vList2"/>
    <dgm:cxn modelId="{8F4A49D6-5552-4497-91C0-065504D6AF1E}" type="presParOf" srcId="{1B8842E4-D074-471A-9148-3F12985299B0}" destId="{D3143E5A-0548-41CE-BD77-76C2A0422A04}" srcOrd="3" destOrd="0" presId="urn:microsoft.com/office/officeart/2005/8/layout/vList2"/>
    <dgm:cxn modelId="{C557422B-5B71-4C89-ACC5-D570EC353C83}" type="presParOf" srcId="{1B8842E4-D074-471A-9148-3F12985299B0}" destId="{647C3046-B7A3-4E13-8AAA-F002BCAF1EB7}" srcOrd="4" destOrd="0" presId="urn:microsoft.com/office/officeart/2005/8/layout/vList2"/>
    <dgm:cxn modelId="{FD291FB8-1FA1-46BC-89A8-4118187682B9}" type="presParOf" srcId="{1B8842E4-D074-471A-9148-3F12985299B0}" destId="{5F65F9B6-8E62-4B05-996B-7B7397C70BFD}" srcOrd="5" destOrd="0" presId="urn:microsoft.com/office/officeart/2005/8/layout/vList2"/>
    <dgm:cxn modelId="{5A246775-34AC-4D98-A78E-5D571C92EC1E}" type="presParOf" srcId="{1B8842E4-D074-471A-9148-3F12985299B0}" destId="{B46AB77B-060C-43ED-8650-DD410912398B}" srcOrd="6" destOrd="0" presId="urn:microsoft.com/office/officeart/2005/8/layout/vList2"/>
    <dgm:cxn modelId="{5049B7A6-6C13-417C-AA33-7D1988A39A2F}" type="presParOf" srcId="{1B8842E4-D074-471A-9148-3F12985299B0}" destId="{EB688E21-80B6-4D07-9376-46FF3336973A}" srcOrd="7" destOrd="0" presId="urn:microsoft.com/office/officeart/2005/8/layout/vList2"/>
    <dgm:cxn modelId="{51FECBD4-C307-4628-BBE3-22FA8A07F539}" type="presParOf" srcId="{1B8842E4-D074-471A-9148-3F12985299B0}" destId="{88A60E0D-9484-4D78-94B2-6F48FD577CE8}" srcOrd="8" destOrd="0" presId="urn:microsoft.com/office/officeart/2005/8/layout/vList2"/>
    <dgm:cxn modelId="{CDC9459E-1DE3-48FC-A777-F0857E284531}" type="presParOf" srcId="{1B8842E4-D074-471A-9148-3F12985299B0}" destId="{D738F444-1254-4D01-AF02-8C3A899C3BC2}" srcOrd="9" destOrd="0" presId="urn:microsoft.com/office/officeart/2005/8/layout/vList2"/>
    <dgm:cxn modelId="{722B43BE-4C2F-45FA-95AC-75C497F4771F}" type="presParOf" srcId="{1B8842E4-D074-471A-9148-3F12985299B0}" destId="{F8E757E5-D55C-4D43-8787-6EAD8988BDFA}" srcOrd="10" destOrd="0" presId="urn:microsoft.com/office/officeart/2005/8/layout/vList2"/>
    <dgm:cxn modelId="{CF58C5E9-0BEA-4B23-8044-A9DC15691130}" type="presParOf" srcId="{1B8842E4-D074-471A-9148-3F12985299B0}" destId="{F86CA45B-A281-45B2-A3AC-5E7161783866}" srcOrd="11" destOrd="0" presId="urn:microsoft.com/office/officeart/2005/8/layout/vList2"/>
    <dgm:cxn modelId="{7A1A9ED4-52BF-40AF-8954-73E3558D16EB}" type="presParOf" srcId="{1B8842E4-D074-471A-9148-3F12985299B0}" destId="{B5991725-99FC-4461-877E-C6C2B305E92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F2C72D33-0453-4934-BEF0-626DDF77AC6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0F7C5352-34FA-4551-8142-80974E8E49BA}">
      <dgm:prSet/>
      <dgm:spPr/>
      <dgm:t>
        <a:bodyPr/>
        <a:lstStyle/>
        <a:p>
          <a:r>
            <a:rPr lang="ru-RU"/>
            <a:t>визнання гетьманом Петром Дорошенком протекторату Османської імперії</a:t>
          </a:r>
          <a:endParaRPr lang="uk-UA"/>
        </a:p>
      </dgm:t>
    </dgm:pt>
    <dgm:pt modelId="{4662D4FE-0D6C-4214-9498-DF68FB34FD7B}" type="parTrans" cxnId="{2DE91177-C659-4844-8440-77EA044F8B41}">
      <dgm:prSet/>
      <dgm:spPr/>
      <dgm:t>
        <a:bodyPr/>
        <a:lstStyle/>
        <a:p>
          <a:endParaRPr lang="uk-UA"/>
        </a:p>
      </dgm:t>
    </dgm:pt>
    <dgm:pt modelId="{4FBC8674-F69B-4DDB-8B4B-69326BD461AC}" type="sibTrans" cxnId="{2DE91177-C659-4844-8440-77EA044F8B41}">
      <dgm:prSet/>
      <dgm:spPr/>
      <dgm:t>
        <a:bodyPr/>
        <a:lstStyle/>
        <a:p>
          <a:endParaRPr lang="uk-UA"/>
        </a:p>
      </dgm:t>
    </dgm:pt>
    <dgm:pt modelId="{7A05822A-683D-4CCF-94BF-844FA2FF7DF9}">
      <dgm:prSet/>
      <dgm:spPr/>
      <dgm:t>
        <a:bodyPr/>
        <a:lstStyle/>
        <a:p>
          <a:r>
            <a:rPr lang="ru-RU" dirty="0"/>
            <a:t>«</a:t>
          </a:r>
          <a:r>
            <a:rPr lang="ru-RU" dirty="0" err="1"/>
            <a:t>козацька</a:t>
          </a:r>
          <a:r>
            <a:rPr lang="ru-RU" dirty="0"/>
            <a:t> реформа» </a:t>
          </a:r>
          <a:r>
            <a:rPr lang="ru-RU" dirty="0" err="1"/>
            <a:t>польського</a:t>
          </a:r>
          <a:r>
            <a:rPr lang="ru-RU" dirty="0"/>
            <a:t> короля Стефана </a:t>
          </a:r>
          <a:r>
            <a:rPr lang="ru-RU" dirty="0" err="1"/>
            <a:t>Баторія</a:t>
          </a:r>
          <a:r>
            <a:rPr lang="ru-RU" dirty="0"/>
            <a:t> та </a:t>
          </a:r>
          <a:r>
            <a:rPr lang="ru-RU" dirty="0" err="1"/>
            <a:t>утворення</a:t>
          </a:r>
          <a:r>
            <a:rPr lang="ru-RU" dirty="0"/>
            <a:t> </a:t>
          </a:r>
          <a:r>
            <a:rPr lang="ru-RU" dirty="0" err="1"/>
            <a:t>реєстрового</a:t>
          </a:r>
          <a:r>
            <a:rPr lang="ru-RU" dirty="0"/>
            <a:t> </a:t>
          </a:r>
          <a:r>
            <a:rPr lang="ru-RU" dirty="0" err="1"/>
            <a:t>козацтва</a:t>
          </a:r>
          <a:endParaRPr lang="uk-UA" dirty="0"/>
        </a:p>
      </dgm:t>
    </dgm:pt>
    <dgm:pt modelId="{D2C8E58B-A6AA-4C05-AA30-3602CAAA28D6}" type="parTrans" cxnId="{4E17196A-BDDF-44AE-BC7F-49CEDF641AD4}">
      <dgm:prSet/>
      <dgm:spPr/>
      <dgm:t>
        <a:bodyPr/>
        <a:lstStyle/>
        <a:p>
          <a:endParaRPr lang="uk-UA"/>
        </a:p>
      </dgm:t>
    </dgm:pt>
    <dgm:pt modelId="{9C3F88A8-07B8-43E1-8C73-86173AE97AAA}" type="sibTrans" cxnId="{4E17196A-BDDF-44AE-BC7F-49CEDF641AD4}">
      <dgm:prSet/>
      <dgm:spPr/>
      <dgm:t>
        <a:bodyPr/>
        <a:lstStyle/>
        <a:p>
          <a:endParaRPr lang="uk-UA"/>
        </a:p>
      </dgm:t>
    </dgm:pt>
    <dgm:pt modelId="{F7A208D8-3AB5-4E7E-ABAA-C9BD00A4DFEC}">
      <dgm:prSet/>
      <dgm:spPr/>
      <dgm:t>
        <a:bodyPr/>
        <a:lstStyle/>
        <a:p>
          <a:r>
            <a:rPr lang="ru-RU" dirty="0" err="1"/>
            <a:t>вступ</a:t>
          </a:r>
          <a:r>
            <a:rPr lang="ru-RU" dirty="0"/>
            <a:t> </a:t>
          </a:r>
          <a:r>
            <a:rPr lang="ru-RU" dirty="0" err="1"/>
            <a:t>Війська</a:t>
          </a:r>
          <a:r>
            <a:rPr lang="ru-RU" dirty="0"/>
            <a:t> </a:t>
          </a:r>
          <a:r>
            <a:rPr lang="ru-RU" dirty="0" err="1"/>
            <a:t>Запорозького</a:t>
          </a:r>
          <a:r>
            <a:rPr lang="ru-RU" dirty="0"/>
            <a:t> на </a:t>
          </a:r>
          <a:r>
            <a:rPr lang="ru-RU" dirty="0" err="1"/>
            <a:t>чолі</a:t>
          </a:r>
          <a:r>
            <a:rPr lang="ru-RU" dirty="0"/>
            <a:t> з </a:t>
          </a:r>
          <a:r>
            <a:rPr lang="ru-RU" dirty="0" err="1"/>
            <a:t>гетьманом</a:t>
          </a:r>
          <a:r>
            <a:rPr lang="ru-RU" dirty="0"/>
            <a:t> Петром </a:t>
          </a:r>
          <a:r>
            <a:rPr lang="ru-RU" dirty="0" err="1"/>
            <a:t>Сагайдачним</a:t>
          </a:r>
          <a:r>
            <a:rPr lang="ru-RU" dirty="0"/>
            <a:t> до </a:t>
          </a:r>
          <a:r>
            <a:rPr lang="ru-RU" dirty="0" err="1"/>
            <a:t>Київського</a:t>
          </a:r>
          <a:r>
            <a:rPr lang="ru-RU" dirty="0"/>
            <a:t> </a:t>
          </a:r>
          <a:r>
            <a:rPr lang="ru-RU" dirty="0" err="1"/>
            <a:t>Богоявленського</a:t>
          </a:r>
          <a:r>
            <a:rPr lang="ru-RU" dirty="0"/>
            <a:t> православного братства</a:t>
          </a:r>
          <a:endParaRPr lang="uk-UA" dirty="0"/>
        </a:p>
      </dgm:t>
    </dgm:pt>
    <dgm:pt modelId="{761ECF69-05C3-4CEF-95E4-016E34A28745}" type="parTrans" cxnId="{BAEF949F-5F8F-4D67-B544-A1812240BFC6}">
      <dgm:prSet/>
      <dgm:spPr/>
      <dgm:t>
        <a:bodyPr/>
        <a:lstStyle/>
        <a:p>
          <a:endParaRPr lang="uk-UA"/>
        </a:p>
      </dgm:t>
    </dgm:pt>
    <dgm:pt modelId="{9C94CA53-ABB2-4DB9-8C4F-82B20DE5D322}" type="sibTrans" cxnId="{BAEF949F-5F8F-4D67-B544-A1812240BFC6}">
      <dgm:prSet/>
      <dgm:spPr/>
      <dgm:t>
        <a:bodyPr/>
        <a:lstStyle/>
        <a:p>
          <a:endParaRPr lang="uk-UA"/>
        </a:p>
      </dgm:t>
    </dgm:pt>
    <dgm:pt modelId="{14D6C974-1738-417B-BBA2-905B4F7F1AD7}">
      <dgm:prSet/>
      <dgm:spPr/>
      <dgm:t>
        <a:bodyPr/>
        <a:lstStyle/>
        <a:p>
          <a:r>
            <a:rPr lang="ru-RU" dirty="0" err="1"/>
            <a:t>захоплення</a:t>
          </a:r>
          <a:r>
            <a:rPr lang="ru-RU" dirty="0"/>
            <a:t> та </a:t>
          </a:r>
          <a:r>
            <a:rPr lang="ru-RU" dirty="0" err="1"/>
            <a:t>зруйнування</a:t>
          </a:r>
          <a:r>
            <a:rPr lang="ru-RU" dirty="0"/>
            <a:t> </a:t>
          </a:r>
          <a:r>
            <a:rPr lang="ru-RU" dirty="0" err="1"/>
            <a:t>російськими</a:t>
          </a:r>
          <a:r>
            <a:rPr lang="ru-RU" dirty="0"/>
            <a:t> </a:t>
          </a:r>
          <a:r>
            <a:rPr lang="ru-RU" dirty="0" err="1"/>
            <a:t>військами</a:t>
          </a:r>
          <a:r>
            <a:rPr lang="ru-RU" dirty="0"/>
            <a:t> за наказом царя Петра І </a:t>
          </a:r>
          <a:r>
            <a:rPr lang="ru-RU" dirty="0" err="1"/>
            <a:t>Чортомлицької</a:t>
          </a:r>
          <a:r>
            <a:rPr lang="ru-RU" dirty="0"/>
            <a:t> </a:t>
          </a:r>
          <a:r>
            <a:rPr lang="ru-RU" dirty="0" err="1"/>
            <a:t>Січі</a:t>
          </a:r>
          <a:endParaRPr lang="uk-UA" dirty="0"/>
        </a:p>
      </dgm:t>
    </dgm:pt>
    <dgm:pt modelId="{EC2B2920-7DD0-4588-8F17-ECE20F74C7AB}" type="parTrans" cxnId="{1ABC7C53-E606-4240-B6C6-4BD2513FB578}">
      <dgm:prSet/>
      <dgm:spPr/>
      <dgm:t>
        <a:bodyPr/>
        <a:lstStyle/>
        <a:p>
          <a:endParaRPr lang="uk-UA"/>
        </a:p>
      </dgm:t>
    </dgm:pt>
    <dgm:pt modelId="{7AF37622-6B0E-42DD-9859-38133CBF79CF}" type="sibTrans" cxnId="{1ABC7C53-E606-4240-B6C6-4BD2513FB578}">
      <dgm:prSet/>
      <dgm:spPr/>
      <dgm:t>
        <a:bodyPr/>
        <a:lstStyle/>
        <a:p>
          <a:endParaRPr lang="uk-UA"/>
        </a:p>
      </dgm:t>
    </dgm:pt>
    <dgm:pt modelId="{7AE31B48-790B-4AE4-A40B-F2499DAD39B5}">
      <dgm:prSet/>
      <dgm:spPr/>
      <dgm:t>
        <a:bodyPr/>
        <a:lstStyle/>
        <a:p>
          <a:r>
            <a:rPr lang="ru-RU" dirty="0" err="1"/>
            <a:t>ухвалення</a:t>
          </a:r>
          <a:r>
            <a:rPr lang="ru-RU" dirty="0"/>
            <a:t> </a:t>
          </a:r>
          <a:r>
            <a:rPr lang="ru-RU" dirty="0" err="1"/>
            <a:t>польським</a:t>
          </a:r>
          <a:r>
            <a:rPr lang="ru-RU" dirty="0"/>
            <a:t> сеймом «</a:t>
          </a:r>
          <a:r>
            <a:rPr lang="ru-RU" dirty="0" err="1"/>
            <a:t>Ординації</a:t>
          </a:r>
          <a:r>
            <a:rPr lang="ru-RU" dirty="0"/>
            <a:t> </a:t>
          </a:r>
          <a:r>
            <a:rPr lang="ru-RU" dirty="0" err="1"/>
            <a:t>Війська</a:t>
          </a:r>
          <a:r>
            <a:rPr lang="ru-RU" dirty="0"/>
            <a:t> </a:t>
          </a:r>
          <a:r>
            <a:rPr lang="ru-RU" dirty="0" err="1"/>
            <a:t>Запорозького</a:t>
          </a:r>
          <a:r>
            <a:rPr lang="ru-RU" dirty="0"/>
            <a:t> </a:t>
          </a:r>
          <a:r>
            <a:rPr lang="ru-RU" dirty="0" err="1"/>
            <a:t>реєстрового</a:t>
          </a:r>
          <a:r>
            <a:rPr lang="ru-RU" dirty="0"/>
            <a:t>, </a:t>
          </a:r>
          <a:r>
            <a:rPr lang="ru-RU" dirty="0" err="1"/>
            <a:t>що</a:t>
          </a:r>
          <a:r>
            <a:rPr lang="ru-RU" dirty="0"/>
            <a:t> </a:t>
          </a:r>
          <a:r>
            <a:rPr lang="ru-RU" dirty="0" err="1"/>
            <a:t>перебуває</a:t>
          </a:r>
          <a:r>
            <a:rPr lang="ru-RU" dirty="0"/>
            <a:t> на </a:t>
          </a:r>
          <a:r>
            <a:rPr lang="ru-RU" dirty="0" err="1"/>
            <a:t>службі</a:t>
          </a:r>
          <a:r>
            <a:rPr lang="ru-RU" dirty="0"/>
            <a:t> </a:t>
          </a:r>
          <a:r>
            <a:rPr lang="ru-RU" dirty="0" err="1"/>
            <a:t>Речі</a:t>
          </a:r>
          <a:r>
            <a:rPr lang="ru-RU" dirty="0"/>
            <a:t> </a:t>
          </a:r>
          <a:r>
            <a:rPr lang="ru-RU" dirty="0" err="1"/>
            <a:t>Посполитої</a:t>
          </a:r>
          <a:r>
            <a:rPr lang="ru-RU" dirty="0"/>
            <a:t>»</a:t>
          </a:r>
          <a:endParaRPr lang="uk-UA" dirty="0"/>
        </a:p>
      </dgm:t>
    </dgm:pt>
    <dgm:pt modelId="{4CE6B660-FCC1-4663-9E45-9AB6ADF88AEE}" type="parTrans" cxnId="{9CE84113-B9BA-4BF1-8159-6AF60FBB39A0}">
      <dgm:prSet/>
      <dgm:spPr/>
      <dgm:t>
        <a:bodyPr/>
        <a:lstStyle/>
        <a:p>
          <a:endParaRPr lang="uk-UA"/>
        </a:p>
      </dgm:t>
    </dgm:pt>
    <dgm:pt modelId="{BB4DFB61-EB8D-4365-B88A-11B1CCC32521}" type="sibTrans" cxnId="{9CE84113-B9BA-4BF1-8159-6AF60FBB39A0}">
      <dgm:prSet/>
      <dgm:spPr/>
      <dgm:t>
        <a:bodyPr/>
        <a:lstStyle/>
        <a:p>
          <a:endParaRPr lang="uk-UA"/>
        </a:p>
      </dgm:t>
    </dgm:pt>
    <dgm:pt modelId="{25A013B4-FA66-4216-8E45-DFB215FAA294}">
      <dgm:prSet/>
      <dgm:spPr/>
      <dgm:t>
        <a:bodyPr/>
        <a:lstStyle/>
        <a:p>
          <a:r>
            <a:rPr lang="ru-RU" dirty="0" err="1"/>
            <a:t>підпорядкування</a:t>
          </a:r>
          <a:r>
            <a:rPr lang="ru-RU" dirty="0"/>
            <a:t> </a:t>
          </a:r>
          <a:r>
            <a:rPr lang="ru-RU" dirty="0" err="1"/>
            <a:t>Київської</a:t>
          </a:r>
          <a:r>
            <a:rPr lang="ru-RU" dirty="0"/>
            <a:t> </a:t>
          </a:r>
          <a:r>
            <a:rPr lang="ru-RU" dirty="0" err="1"/>
            <a:t>митрополії</a:t>
          </a:r>
          <a:r>
            <a:rPr lang="ru-RU" dirty="0"/>
            <a:t> </a:t>
          </a:r>
          <a:r>
            <a:rPr lang="ru-RU" dirty="0" err="1"/>
            <a:t>Московському</a:t>
          </a:r>
          <a:r>
            <a:rPr lang="ru-RU" dirty="0"/>
            <a:t> </a:t>
          </a:r>
          <a:r>
            <a:rPr lang="ru-RU" dirty="0" err="1"/>
            <a:t>патріархові</a:t>
          </a:r>
          <a:endParaRPr lang="uk-UA" dirty="0"/>
        </a:p>
      </dgm:t>
    </dgm:pt>
    <dgm:pt modelId="{641F8318-01E7-4753-BFD4-0FBBCD5ECCE8}" type="parTrans" cxnId="{33D64A26-1FF0-4A00-A6FB-5CC3EB07FEE8}">
      <dgm:prSet/>
      <dgm:spPr/>
      <dgm:t>
        <a:bodyPr/>
        <a:lstStyle/>
        <a:p>
          <a:endParaRPr lang="uk-UA"/>
        </a:p>
      </dgm:t>
    </dgm:pt>
    <dgm:pt modelId="{217031E9-47CD-4106-AB86-81F3E17B3FF3}" type="sibTrans" cxnId="{33D64A26-1FF0-4A00-A6FB-5CC3EB07FEE8}">
      <dgm:prSet/>
      <dgm:spPr/>
      <dgm:t>
        <a:bodyPr/>
        <a:lstStyle/>
        <a:p>
          <a:endParaRPr lang="uk-UA"/>
        </a:p>
      </dgm:t>
    </dgm:pt>
    <dgm:pt modelId="{B63778D9-DB9E-4B89-9E91-DC6BFB8C0BDE}" type="pres">
      <dgm:prSet presAssocID="{F2C72D33-0453-4934-BEF0-626DDF77AC6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AD6911E-7F32-4C4F-8D61-7C1085FAFA54}" type="pres">
      <dgm:prSet presAssocID="{0F7C5352-34FA-4551-8142-80974E8E49BA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012B860-38D0-461E-9BBF-9F4BDC3B5ED4}" type="pres">
      <dgm:prSet presAssocID="{4FBC8674-F69B-4DDB-8B4B-69326BD461AC}" presName="spacer" presStyleCnt="0"/>
      <dgm:spPr/>
    </dgm:pt>
    <dgm:pt modelId="{091D5BF0-8332-49FD-8FC9-DA966B31DBB0}" type="pres">
      <dgm:prSet presAssocID="{7A05822A-683D-4CCF-94BF-844FA2FF7DF9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0BBB16D-E590-4FF6-8EFF-4657F52346BB}" type="pres">
      <dgm:prSet presAssocID="{9C3F88A8-07B8-43E1-8C73-86173AE97AAA}" presName="spacer" presStyleCnt="0"/>
      <dgm:spPr/>
    </dgm:pt>
    <dgm:pt modelId="{DC566AED-8F98-4FF7-8EC8-013560E4CACA}" type="pres">
      <dgm:prSet presAssocID="{F7A208D8-3AB5-4E7E-ABAA-C9BD00A4DFEC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247CB7-208F-479C-9CF2-63C677655900}" type="pres">
      <dgm:prSet presAssocID="{9C94CA53-ABB2-4DB9-8C4F-82B20DE5D322}" presName="spacer" presStyleCnt="0"/>
      <dgm:spPr/>
    </dgm:pt>
    <dgm:pt modelId="{3CDA239C-913C-445C-8895-20530116D65D}" type="pres">
      <dgm:prSet presAssocID="{14D6C974-1738-417B-BBA2-905B4F7F1AD7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6AA395F-707F-4375-AD96-C92749C450CF}" type="pres">
      <dgm:prSet presAssocID="{7AF37622-6B0E-42DD-9859-38133CBF79CF}" presName="spacer" presStyleCnt="0"/>
      <dgm:spPr/>
    </dgm:pt>
    <dgm:pt modelId="{A8C3FCAD-661B-4ED5-8DEF-F0E2D3FEEAE8}" type="pres">
      <dgm:prSet presAssocID="{7AE31B48-790B-4AE4-A40B-F2499DAD39B5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C57C982-EF0C-4142-8DDB-69936C5F2ED5}" type="pres">
      <dgm:prSet presAssocID="{BB4DFB61-EB8D-4365-B88A-11B1CCC32521}" presName="spacer" presStyleCnt="0"/>
      <dgm:spPr/>
    </dgm:pt>
    <dgm:pt modelId="{EE9FB2B8-6FFD-4933-92DC-C4007993CC41}" type="pres">
      <dgm:prSet presAssocID="{25A013B4-FA66-4216-8E45-DFB215FAA294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994261A-C0AD-4904-B461-ED8A6F937CCE}" type="presOf" srcId="{F2C72D33-0453-4934-BEF0-626DDF77AC6F}" destId="{B63778D9-DB9E-4B89-9E91-DC6BFB8C0BDE}" srcOrd="0" destOrd="0" presId="urn:microsoft.com/office/officeart/2005/8/layout/vList2"/>
    <dgm:cxn modelId="{2DE91177-C659-4844-8440-77EA044F8B41}" srcId="{F2C72D33-0453-4934-BEF0-626DDF77AC6F}" destId="{0F7C5352-34FA-4551-8142-80974E8E49BA}" srcOrd="0" destOrd="0" parTransId="{4662D4FE-0D6C-4214-9498-DF68FB34FD7B}" sibTransId="{4FBC8674-F69B-4DDB-8B4B-69326BD461AC}"/>
    <dgm:cxn modelId="{D7B43E6D-F831-41BC-86C1-341EDC9F906B}" type="presOf" srcId="{7A05822A-683D-4CCF-94BF-844FA2FF7DF9}" destId="{091D5BF0-8332-49FD-8FC9-DA966B31DBB0}" srcOrd="0" destOrd="0" presId="urn:microsoft.com/office/officeart/2005/8/layout/vList2"/>
    <dgm:cxn modelId="{BAEF949F-5F8F-4D67-B544-A1812240BFC6}" srcId="{F2C72D33-0453-4934-BEF0-626DDF77AC6F}" destId="{F7A208D8-3AB5-4E7E-ABAA-C9BD00A4DFEC}" srcOrd="2" destOrd="0" parTransId="{761ECF69-05C3-4CEF-95E4-016E34A28745}" sibTransId="{9C94CA53-ABB2-4DB9-8C4F-82B20DE5D322}"/>
    <dgm:cxn modelId="{6E06AE95-92AC-4164-A128-DF5B8C60182A}" type="presOf" srcId="{F7A208D8-3AB5-4E7E-ABAA-C9BD00A4DFEC}" destId="{DC566AED-8F98-4FF7-8EC8-013560E4CACA}" srcOrd="0" destOrd="0" presId="urn:microsoft.com/office/officeart/2005/8/layout/vList2"/>
    <dgm:cxn modelId="{339D5FAB-7D99-4A80-9686-61C5DF8AA122}" type="presOf" srcId="{25A013B4-FA66-4216-8E45-DFB215FAA294}" destId="{EE9FB2B8-6FFD-4933-92DC-C4007993CC41}" srcOrd="0" destOrd="0" presId="urn:microsoft.com/office/officeart/2005/8/layout/vList2"/>
    <dgm:cxn modelId="{FD3FCFC3-69F9-4BE6-B268-2BF9E81CA4E6}" type="presOf" srcId="{0F7C5352-34FA-4551-8142-80974E8E49BA}" destId="{4AD6911E-7F32-4C4F-8D61-7C1085FAFA54}" srcOrd="0" destOrd="0" presId="urn:microsoft.com/office/officeart/2005/8/layout/vList2"/>
    <dgm:cxn modelId="{46822612-9C70-42C6-95CC-A31C2AE75E48}" type="presOf" srcId="{14D6C974-1738-417B-BBA2-905B4F7F1AD7}" destId="{3CDA239C-913C-445C-8895-20530116D65D}" srcOrd="0" destOrd="0" presId="urn:microsoft.com/office/officeart/2005/8/layout/vList2"/>
    <dgm:cxn modelId="{1ABC7C53-E606-4240-B6C6-4BD2513FB578}" srcId="{F2C72D33-0453-4934-BEF0-626DDF77AC6F}" destId="{14D6C974-1738-417B-BBA2-905B4F7F1AD7}" srcOrd="3" destOrd="0" parTransId="{EC2B2920-7DD0-4588-8F17-ECE20F74C7AB}" sibTransId="{7AF37622-6B0E-42DD-9859-38133CBF79CF}"/>
    <dgm:cxn modelId="{33D64A26-1FF0-4A00-A6FB-5CC3EB07FEE8}" srcId="{F2C72D33-0453-4934-BEF0-626DDF77AC6F}" destId="{25A013B4-FA66-4216-8E45-DFB215FAA294}" srcOrd="5" destOrd="0" parTransId="{641F8318-01E7-4753-BFD4-0FBBCD5ECCE8}" sibTransId="{217031E9-47CD-4106-AB86-81F3E17B3FF3}"/>
    <dgm:cxn modelId="{51E94E7D-32F0-4E37-8EFD-BF633D20E1B4}" type="presOf" srcId="{7AE31B48-790B-4AE4-A40B-F2499DAD39B5}" destId="{A8C3FCAD-661B-4ED5-8DEF-F0E2D3FEEAE8}" srcOrd="0" destOrd="0" presId="urn:microsoft.com/office/officeart/2005/8/layout/vList2"/>
    <dgm:cxn modelId="{4E17196A-BDDF-44AE-BC7F-49CEDF641AD4}" srcId="{F2C72D33-0453-4934-BEF0-626DDF77AC6F}" destId="{7A05822A-683D-4CCF-94BF-844FA2FF7DF9}" srcOrd="1" destOrd="0" parTransId="{D2C8E58B-A6AA-4C05-AA30-3602CAAA28D6}" sibTransId="{9C3F88A8-07B8-43E1-8C73-86173AE97AAA}"/>
    <dgm:cxn modelId="{9CE84113-B9BA-4BF1-8159-6AF60FBB39A0}" srcId="{F2C72D33-0453-4934-BEF0-626DDF77AC6F}" destId="{7AE31B48-790B-4AE4-A40B-F2499DAD39B5}" srcOrd="4" destOrd="0" parTransId="{4CE6B660-FCC1-4663-9E45-9AB6ADF88AEE}" sibTransId="{BB4DFB61-EB8D-4365-B88A-11B1CCC32521}"/>
    <dgm:cxn modelId="{761CEF5C-E72B-4D15-80AF-CD98134C71B5}" type="presParOf" srcId="{B63778D9-DB9E-4B89-9E91-DC6BFB8C0BDE}" destId="{4AD6911E-7F32-4C4F-8D61-7C1085FAFA54}" srcOrd="0" destOrd="0" presId="urn:microsoft.com/office/officeart/2005/8/layout/vList2"/>
    <dgm:cxn modelId="{7177ED76-3B36-4292-8A70-DA4ED9B35FCD}" type="presParOf" srcId="{B63778D9-DB9E-4B89-9E91-DC6BFB8C0BDE}" destId="{B012B860-38D0-461E-9BBF-9F4BDC3B5ED4}" srcOrd="1" destOrd="0" presId="urn:microsoft.com/office/officeart/2005/8/layout/vList2"/>
    <dgm:cxn modelId="{DE64C43E-F297-45A2-ACF9-EAC68F6F65FB}" type="presParOf" srcId="{B63778D9-DB9E-4B89-9E91-DC6BFB8C0BDE}" destId="{091D5BF0-8332-49FD-8FC9-DA966B31DBB0}" srcOrd="2" destOrd="0" presId="urn:microsoft.com/office/officeart/2005/8/layout/vList2"/>
    <dgm:cxn modelId="{14AD4CAD-DCE7-4657-8C83-5460B55CD810}" type="presParOf" srcId="{B63778D9-DB9E-4B89-9E91-DC6BFB8C0BDE}" destId="{60BBB16D-E590-4FF6-8EFF-4657F52346BB}" srcOrd="3" destOrd="0" presId="urn:microsoft.com/office/officeart/2005/8/layout/vList2"/>
    <dgm:cxn modelId="{FF8FABE2-47A7-4FFE-9DC7-8D42B33A7EB1}" type="presParOf" srcId="{B63778D9-DB9E-4B89-9E91-DC6BFB8C0BDE}" destId="{DC566AED-8F98-4FF7-8EC8-013560E4CACA}" srcOrd="4" destOrd="0" presId="urn:microsoft.com/office/officeart/2005/8/layout/vList2"/>
    <dgm:cxn modelId="{FC6EEB3A-9544-4C6B-92AF-6208159E2DDE}" type="presParOf" srcId="{B63778D9-DB9E-4B89-9E91-DC6BFB8C0BDE}" destId="{BA247CB7-208F-479C-9CF2-63C677655900}" srcOrd="5" destOrd="0" presId="urn:microsoft.com/office/officeart/2005/8/layout/vList2"/>
    <dgm:cxn modelId="{0ED001BA-CF40-4ADC-B950-F90A1D5A30B7}" type="presParOf" srcId="{B63778D9-DB9E-4B89-9E91-DC6BFB8C0BDE}" destId="{3CDA239C-913C-445C-8895-20530116D65D}" srcOrd="6" destOrd="0" presId="urn:microsoft.com/office/officeart/2005/8/layout/vList2"/>
    <dgm:cxn modelId="{5F0BE020-5A64-4EB2-80E7-91241883979F}" type="presParOf" srcId="{B63778D9-DB9E-4B89-9E91-DC6BFB8C0BDE}" destId="{B6AA395F-707F-4375-AD96-C92749C450CF}" srcOrd="7" destOrd="0" presId="urn:microsoft.com/office/officeart/2005/8/layout/vList2"/>
    <dgm:cxn modelId="{520A664A-1089-4EB4-821B-5C7CE256FA65}" type="presParOf" srcId="{B63778D9-DB9E-4B89-9E91-DC6BFB8C0BDE}" destId="{A8C3FCAD-661B-4ED5-8DEF-F0E2D3FEEAE8}" srcOrd="8" destOrd="0" presId="urn:microsoft.com/office/officeart/2005/8/layout/vList2"/>
    <dgm:cxn modelId="{0A76299B-4B75-4BA3-88AC-A0A5B2A48C23}" type="presParOf" srcId="{B63778D9-DB9E-4B89-9E91-DC6BFB8C0BDE}" destId="{8C57C982-EF0C-4142-8DDB-69936C5F2ED5}" srcOrd="9" destOrd="0" presId="urn:microsoft.com/office/officeart/2005/8/layout/vList2"/>
    <dgm:cxn modelId="{580B0C20-AF01-466F-BC37-CFDAD79C17A2}" type="presParOf" srcId="{B63778D9-DB9E-4B89-9E91-DC6BFB8C0BDE}" destId="{EE9FB2B8-6FFD-4933-92DC-C4007993CC4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D84EC58F-C372-4317-B26F-D3DDB98E72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C3AB5B1-AED2-4C33-9641-D2BF83977127}">
      <dgm:prSet/>
      <dgm:spPr/>
      <dgm:t>
        <a:bodyPr/>
        <a:lstStyle/>
        <a:p>
          <a:r>
            <a:rPr lang="uk-UA" b="0" i="0"/>
            <a:t>участь козацького війська на чолі з гетьманом П. Сагайдачним у Хотинській війні</a:t>
          </a:r>
          <a:endParaRPr lang="uk-UA"/>
        </a:p>
      </dgm:t>
    </dgm:pt>
    <dgm:pt modelId="{A6BCB79B-5D12-4A39-BAFC-D2844DEFD17A}" type="parTrans" cxnId="{1B71F760-605D-4D22-A715-0A1D757C653B}">
      <dgm:prSet/>
      <dgm:spPr/>
      <dgm:t>
        <a:bodyPr/>
        <a:lstStyle/>
        <a:p>
          <a:endParaRPr lang="uk-UA"/>
        </a:p>
      </dgm:t>
    </dgm:pt>
    <dgm:pt modelId="{D00D849B-9B91-4229-8FA8-80B76617CAA5}" type="sibTrans" cxnId="{1B71F760-605D-4D22-A715-0A1D757C653B}">
      <dgm:prSet/>
      <dgm:spPr/>
      <dgm:t>
        <a:bodyPr/>
        <a:lstStyle/>
        <a:p>
          <a:endParaRPr lang="uk-UA"/>
        </a:p>
      </dgm:t>
    </dgm:pt>
    <dgm:pt modelId="{91DB5AF4-1CFB-4C4F-B9B1-C65CCD348E26}">
      <dgm:prSet/>
      <dgm:spPr/>
      <dgm:t>
        <a:bodyPr/>
        <a:lstStyle/>
        <a:p>
          <a:r>
            <a:rPr lang="uk-UA" b="0" i="0" dirty="0"/>
            <a:t>ухвалення польським сеймом «Ординації Війська Запорозького реєстрового, що перебуває на службі Речі Посполитої»</a:t>
          </a:r>
          <a:endParaRPr lang="uk-UA" dirty="0"/>
        </a:p>
      </dgm:t>
    </dgm:pt>
    <dgm:pt modelId="{A39F48FA-CC5D-41FD-A43D-54A2D50C2DED}" type="parTrans" cxnId="{65124598-BAA8-479D-9FC5-2C10032EEF22}">
      <dgm:prSet/>
      <dgm:spPr/>
      <dgm:t>
        <a:bodyPr/>
        <a:lstStyle/>
        <a:p>
          <a:endParaRPr lang="uk-UA"/>
        </a:p>
      </dgm:t>
    </dgm:pt>
    <dgm:pt modelId="{4BCC0146-EEFB-4639-9D16-9FB696009BAF}" type="sibTrans" cxnId="{65124598-BAA8-479D-9FC5-2C10032EEF22}">
      <dgm:prSet/>
      <dgm:spPr/>
      <dgm:t>
        <a:bodyPr/>
        <a:lstStyle/>
        <a:p>
          <a:endParaRPr lang="uk-UA"/>
        </a:p>
      </dgm:t>
    </dgm:pt>
    <dgm:pt modelId="{AAC7298F-FB8D-4C87-AF9A-CA998F9DF8D7}" type="pres">
      <dgm:prSet presAssocID="{D84EC58F-C372-4317-B26F-D3DDB98E72F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38226A3-F61C-4B69-967A-48B51A457D88}" type="pres">
      <dgm:prSet presAssocID="{1C3AB5B1-AED2-4C33-9641-D2BF83977127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7A009B1-6118-432C-810A-BAA8A568BDF9}" type="pres">
      <dgm:prSet presAssocID="{D00D849B-9B91-4229-8FA8-80B76617CAA5}" presName="spacer" presStyleCnt="0"/>
      <dgm:spPr/>
    </dgm:pt>
    <dgm:pt modelId="{C403C966-B0D5-4854-A368-37774A29A515}" type="pres">
      <dgm:prSet presAssocID="{91DB5AF4-1CFB-4C4F-B9B1-C65CCD348E26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B71F760-605D-4D22-A715-0A1D757C653B}" srcId="{D84EC58F-C372-4317-B26F-D3DDB98E72F9}" destId="{1C3AB5B1-AED2-4C33-9641-D2BF83977127}" srcOrd="0" destOrd="0" parTransId="{A6BCB79B-5D12-4A39-BAFC-D2844DEFD17A}" sibTransId="{D00D849B-9B91-4229-8FA8-80B76617CAA5}"/>
    <dgm:cxn modelId="{826508C4-AA5B-49CC-9179-5ADCBFC9DD93}" type="presOf" srcId="{91DB5AF4-1CFB-4C4F-B9B1-C65CCD348E26}" destId="{C403C966-B0D5-4854-A368-37774A29A515}" srcOrd="0" destOrd="0" presId="urn:microsoft.com/office/officeart/2005/8/layout/vList2"/>
    <dgm:cxn modelId="{2B9B472E-8930-4A9B-AC6B-9730688F0247}" type="presOf" srcId="{1C3AB5B1-AED2-4C33-9641-D2BF83977127}" destId="{F38226A3-F61C-4B69-967A-48B51A457D88}" srcOrd="0" destOrd="0" presId="urn:microsoft.com/office/officeart/2005/8/layout/vList2"/>
    <dgm:cxn modelId="{669EF8D3-8644-487D-93AE-2D7B61B5CBF6}" type="presOf" srcId="{D84EC58F-C372-4317-B26F-D3DDB98E72F9}" destId="{AAC7298F-FB8D-4C87-AF9A-CA998F9DF8D7}" srcOrd="0" destOrd="0" presId="urn:microsoft.com/office/officeart/2005/8/layout/vList2"/>
    <dgm:cxn modelId="{65124598-BAA8-479D-9FC5-2C10032EEF22}" srcId="{D84EC58F-C372-4317-B26F-D3DDB98E72F9}" destId="{91DB5AF4-1CFB-4C4F-B9B1-C65CCD348E26}" srcOrd="1" destOrd="0" parTransId="{A39F48FA-CC5D-41FD-A43D-54A2D50C2DED}" sibTransId="{4BCC0146-EEFB-4639-9D16-9FB696009BAF}"/>
    <dgm:cxn modelId="{56981C7B-8943-4327-A3E0-265E9435C249}" type="presParOf" srcId="{AAC7298F-FB8D-4C87-AF9A-CA998F9DF8D7}" destId="{F38226A3-F61C-4B69-967A-48B51A457D88}" srcOrd="0" destOrd="0" presId="urn:microsoft.com/office/officeart/2005/8/layout/vList2"/>
    <dgm:cxn modelId="{48BA02C1-4B95-47BF-A9B1-A916541A03A6}" type="presParOf" srcId="{AAC7298F-FB8D-4C87-AF9A-CA998F9DF8D7}" destId="{17A009B1-6118-432C-810A-BAA8A568BDF9}" srcOrd="1" destOrd="0" presId="urn:microsoft.com/office/officeart/2005/8/layout/vList2"/>
    <dgm:cxn modelId="{17F0B108-FF45-478C-BFDE-7253BE3850EE}" type="presParOf" srcId="{AAC7298F-FB8D-4C87-AF9A-CA998F9DF8D7}" destId="{C403C966-B0D5-4854-A368-37774A29A51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FF1F3FBA-AFA7-4B86-B48F-B591BCA3E3F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F002E29-8726-4D25-BC05-A4292E5C80DD}">
      <dgm:prSet/>
      <dgm:spPr/>
      <dgm:t>
        <a:bodyPr/>
        <a:lstStyle/>
        <a:p>
          <a:r>
            <a:rPr lang="uk-UA" b="0" i="0"/>
            <a:t>розгортання козацько-селянського повстання під проводом К. Косинського</a:t>
          </a:r>
          <a:endParaRPr lang="uk-UA"/>
        </a:p>
      </dgm:t>
    </dgm:pt>
    <dgm:pt modelId="{460B5309-1001-4301-9A23-AA65D2E074EB}" type="parTrans" cxnId="{E4736D61-8EFD-4155-A8D4-E3B89E079049}">
      <dgm:prSet/>
      <dgm:spPr/>
      <dgm:t>
        <a:bodyPr/>
        <a:lstStyle/>
        <a:p>
          <a:endParaRPr lang="uk-UA"/>
        </a:p>
      </dgm:t>
    </dgm:pt>
    <dgm:pt modelId="{645A8F8B-4CDE-49A3-B539-863CCA7260FA}" type="sibTrans" cxnId="{E4736D61-8EFD-4155-A8D4-E3B89E079049}">
      <dgm:prSet/>
      <dgm:spPr/>
      <dgm:t>
        <a:bodyPr/>
        <a:lstStyle/>
        <a:p>
          <a:endParaRPr lang="uk-UA"/>
        </a:p>
      </dgm:t>
    </dgm:pt>
    <dgm:pt modelId="{601554F7-578E-42FB-AF7F-4A3175C3D48B}">
      <dgm:prSet/>
      <dgm:spPr/>
      <dgm:t>
        <a:bodyPr/>
        <a:lstStyle/>
        <a:p>
          <a:r>
            <a:rPr lang="uk-UA" b="0" i="0" dirty="0"/>
            <a:t>заснування князем Д. Вишневецьким на о. Мала Хортиця першої відомої Січі</a:t>
          </a:r>
          <a:endParaRPr lang="uk-UA" dirty="0"/>
        </a:p>
      </dgm:t>
    </dgm:pt>
    <dgm:pt modelId="{24EE1A1A-61F0-4931-A6FF-487C9C0ABEA3}" type="parTrans" cxnId="{608EC99F-C385-4061-A6E7-F48CD0D5248A}">
      <dgm:prSet/>
      <dgm:spPr/>
      <dgm:t>
        <a:bodyPr/>
        <a:lstStyle/>
        <a:p>
          <a:endParaRPr lang="uk-UA"/>
        </a:p>
      </dgm:t>
    </dgm:pt>
    <dgm:pt modelId="{FE3ECE09-9D17-497F-A467-8D49CF47BCA2}" type="sibTrans" cxnId="{608EC99F-C385-4061-A6E7-F48CD0D5248A}">
      <dgm:prSet/>
      <dgm:spPr/>
      <dgm:t>
        <a:bodyPr/>
        <a:lstStyle/>
        <a:p>
          <a:endParaRPr lang="uk-UA"/>
        </a:p>
      </dgm:t>
    </dgm:pt>
    <dgm:pt modelId="{19924A66-EEDC-49C9-BF52-8B3DAB80B3D9}" type="pres">
      <dgm:prSet presAssocID="{FF1F3FBA-AFA7-4B86-B48F-B591BCA3E3F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37EAD7A-6498-490A-895F-193E54B5FAF8}" type="pres">
      <dgm:prSet presAssocID="{DF002E29-8726-4D25-BC05-A4292E5C80DD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063D0BB-3B25-4B42-9C87-D072AEFBC7A7}" type="pres">
      <dgm:prSet presAssocID="{645A8F8B-4CDE-49A3-B539-863CCA7260FA}" presName="spacer" presStyleCnt="0"/>
      <dgm:spPr/>
    </dgm:pt>
    <dgm:pt modelId="{8953C20E-46C8-422D-813D-AF0865663251}" type="pres">
      <dgm:prSet presAssocID="{601554F7-578E-42FB-AF7F-4A3175C3D48B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31B0649-34EF-412E-A9D3-334D5050EE11}" type="presOf" srcId="{DF002E29-8726-4D25-BC05-A4292E5C80DD}" destId="{E37EAD7A-6498-490A-895F-193E54B5FAF8}" srcOrd="0" destOrd="0" presId="urn:microsoft.com/office/officeart/2005/8/layout/vList2"/>
    <dgm:cxn modelId="{E4736D61-8EFD-4155-A8D4-E3B89E079049}" srcId="{FF1F3FBA-AFA7-4B86-B48F-B591BCA3E3FB}" destId="{DF002E29-8726-4D25-BC05-A4292E5C80DD}" srcOrd="0" destOrd="0" parTransId="{460B5309-1001-4301-9A23-AA65D2E074EB}" sibTransId="{645A8F8B-4CDE-49A3-B539-863CCA7260FA}"/>
    <dgm:cxn modelId="{29FAD6BD-DCAF-4F4D-8ACD-EBAF413F0779}" type="presOf" srcId="{601554F7-578E-42FB-AF7F-4A3175C3D48B}" destId="{8953C20E-46C8-422D-813D-AF0865663251}" srcOrd="0" destOrd="0" presId="urn:microsoft.com/office/officeart/2005/8/layout/vList2"/>
    <dgm:cxn modelId="{D95261C3-57BD-4BB9-82D1-6C240128A6D9}" type="presOf" srcId="{FF1F3FBA-AFA7-4B86-B48F-B591BCA3E3FB}" destId="{19924A66-EEDC-49C9-BF52-8B3DAB80B3D9}" srcOrd="0" destOrd="0" presId="urn:microsoft.com/office/officeart/2005/8/layout/vList2"/>
    <dgm:cxn modelId="{608EC99F-C385-4061-A6E7-F48CD0D5248A}" srcId="{FF1F3FBA-AFA7-4B86-B48F-B591BCA3E3FB}" destId="{601554F7-578E-42FB-AF7F-4A3175C3D48B}" srcOrd="1" destOrd="0" parTransId="{24EE1A1A-61F0-4931-A6FF-487C9C0ABEA3}" sibTransId="{FE3ECE09-9D17-497F-A467-8D49CF47BCA2}"/>
    <dgm:cxn modelId="{C3B64065-149C-4088-BA37-14557972C8FF}" type="presParOf" srcId="{19924A66-EEDC-49C9-BF52-8B3DAB80B3D9}" destId="{E37EAD7A-6498-490A-895F-193E54B5FAF8}" srcOrd="0" destOrd="0" presId="urn:microsoft.com/office/officeart/2005/8/layout/vList2"/>
    <dgm:cxn modelId="{03609EE9-ABB8-4149-943E-C99DC4B07079}" type="presParOf" srcId="{19924A66-EEDC-49C9-BF52-8B3DAB80B3D9}" destId="{9063D0BB-3B25-4B42-9C87-D072AEFBC7A7}" srcOrd="1" destOrd="0" presId="urn:microsoft.com/office/officeart/2005/8/layout/vList2"/>
    <dgm:cxn modelId="{2FD7CB37-2C18-4EB6-A858-5E05F4B861DD}" type="presParOf" srcId="{19924A66-EEDC-49C9-BF52-8B3DAB80B3D9}" destId="{8953C20E-46C8-422D-813D-AF086566325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70D74F19-7369-40A9-8EE3-52F597BADB9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082AEFB-64A3-4127-8C97-0A8F114E12CA}">
      <dgm:prSet/>
      <dgm:spPr/>
      <dgm:t>
        <a:bodyPr/>
        <a:lstStyle/>
        <a:p>
          <a:r>
            <a:rPr lang="uk-UA" b="0" i="0"/>
            <a:t>основних битв часів козацько-селянських повстань 20–30-х рр. </a:t>
          </a:r>
          <a:r>
            <a:rPr lang="en-US" b="0" i="0"/>
            <a:t>XVII </a:t>
          </a:r>
          <a:r>
            <a:rPr lang="uk-UA" b="0" i="0"/>
            <a:t>ст.</a:t>
          </a:r>
          <a:endParaRPr lang="uk-UA"/>
        </a:p>
      </dgm:t>
    </dgm:pt>
    <dgm:pt modelId="{F1A325B5-B614-4EFF-AA6F-A16923975166}" type="parTrans" cxnId="{01044F95-E19F-4382-B961-ECC16AA7F7D7}">
      <dgm:prSet/>
      <dgm:spPr/>
      <dgm:t>
        <a:bodyPr/>
        <a:lstStyle/>
        <a:p>
          <a:endParaRPr lang="uk-UA"/>
        </a:p>
      </dgm:t>
    </dgm:pt>
    <dgm:pt modelId="{5383CE4E-CB22-4424-878D-7215E7DBB68C}" type="sibTrans" cxnId="{01044F95-E19F-4382-B961-ECC16AA7F7D7}">
      <dgm:prSet/>
      <dgm:spPr/>
      <dgm:t>
        <a:bodyPr/>
        <a:lstStyle/>
        <a:p>
          <a:endParaRPr lang="uk-UA"/>
        </a:p>
      </dgm:t>
    </dgm:pt>
    <dgm:pt modelId="{BE759BEA-D9FD-40E1-9D34-9CD1C6A374DE}">
      <dgm:prSet/>
      <dgm:spPr/>
      <dgm:t>
        <a:bodyPr/>
        <a:lstStyle/>
        <a:p>
          <a:r>
            <a:rPr lang="uk-UA" b="0" i="0"/>
            <a:t>розміщення турецьких фортець у гирлі Дніпра й Південного Бугу.</a:t>
          </a:r>
          <a:endParaRPr lang="uk-UA"/>
        </a:p>
      </dgm:t>
    </dgm:pt>
    <dgm:pt modelId="{434F94BA-6BAD-4F3E-8F4D-D4532702DAD2}" type="parTrans" cxnId="{51F95466-C2FC-4827-BBCE-45A8ADD7E398}">
      <dgm:prSet/>
      <dgm:spPr/>
      <dgm:t>
        <a:bodyPr/>
        <a:lstStyle/>
        <a:p>
          <a:endParaRPr lang="uk-UA"/>
        </a:p>
      </dgm:t>
    </dgm:pt>
    <dgm:pt modelId="{861B0EF0-B47C-4E1D-9165-B7D10EDB67AC}" type="sibTrans" cxnId="{51F95466-C2FC-4827-BBCE-45A8ADD7E398}">
      <dgm:prSet/>
      <dgm:spPr/>
      <dgm:t>
        <a:bodyPr/>
        <a:lstStyle/>
        <a:p>
          <a:endParaRPr lang="uk-UA"/>
        </a:p>
      </dgm:t>
    </dgm:pt>
    <dgm:pt modelId="{566460AF-B73B-4A03-9442-B94A47C8C18A}">
      <dgm:prSet/>
      <dgm:spPr/>
      <dgm:t>
        <a:bodyPr/>
        <a:lstStyle/>
        <a:p>
          <a:r>
            <a:rPr lang="uk-UA" b="0" i="0" dirty="0"/>
            <a:t>формування полків реєстрового козацтва.</a:t>
          </a:r>
          <a:endParaRPr lang="uk-UA" dirty="0"/>
        </a:p>
      </dgm:t>
    </dgm:pt>
    <dgm:pt modelId="{FD850D26-635A-4614-918E-728D454454FB}" type="parTrans" cxnId="{D68EC468-AFDD-4F61-A3A1-B03A3C50F530}">
      <dgm:prSet/>
      <dgm:spPr/>
      <dgm:t>
        <a:bodyPr/>
        <a:lstStyle/>
        <a:p>
          <a:endParaRPr lang="uk-UA"/>
        </a:p>
      </dgm:t>
    </dgm:pt>
    <dgm:pt modelId="{6A8D3354-A94D-4BEA-8AFF-1F42CBDF02E9}" type="sibTrans" cxnId="{D68EC468-AFDD-4F61-A3A1-B03A3C50F530}">
      <dgm:prSet/>
      <dgm:spPr/>
      <dgm:t>
        <a:bodyPr/>
        <a:lstStyle/>
        <a:p>
          <a:endParaRPr lang="uk-UA"/>
        </a:p>
      </dgm:t>
    </dgm:pt>
    <dgm:pt modelId="{7A77B558-F0DE-4A88-99AA-6B92D4DA8938}">
      <dgm:prSet/>
      <dgm:spPr/>
      <dgm:t>
        <a:bodyPr/>
        <a:lstStyle/>
        <a:p>
          <a:r>
            <a:rPr lang="uk-UA" b="0" i="0" dirty="0"/>
            <a:t>розміщення Запорозьких Січей.</a:t>
          </a:r>
          <a:endParaRPr lang="uk-UA" dirty="0"/>
        </a:p>
      </dgm:t>
    </dgm:pt>
    <dgm:pt modelId="{FD6D7DD3-135F-40A4-8759-BF7B66A4B331}" type="parTrans" cxnId="{81819444-81AC-4D25-92A3-DB5058BC08F0}">
      <dgm:prSet/>
      <dgm:spPr/>
      <dgm:t>
        <a:bodyPr/>
        <a:lstStyle/>
        <a:p>
          <a:endParaRPr lang="uk-UA"/>
        </a:p>
      </dgm:t>
    </dgm:pt>
    <dgm:pt modelId="{651EA591-1C72-4777-8846-41B35BF4C033}" type="sibTrans" cxnId="{81819444-81AC-4D25-92A3-DB5058BC08F0}">
      <dgm:prSet/>
      <dgm:spPr/>
      <dgm:t>
        <a:bodyPr/>
        <a:lstStyle/>
        <a:p>
          <a:endParaRPr lang="uk-UA"/>
        </a:p>
      </dgm:t>
    </dgm:pt>
    <dgm:pt modelId="{D2E4338F-A501-4C91-900A-5F0584561C53}" type="pres">
      <dgm:prSet presAssocID="{70D74F19-7369-40A9-8EE3-52F597BADB9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1D4959F8-BCDD-46EF-B442-A2F11ECD312C}" type="pres">
      <dgm:prSet presAssocID="{70D74F19-7369-40A9-8EE3-52F597BADB9A}" presName="Name1" presStyleCnt="0"/>
      <dgm:spPr/>
    </dgm:pt>
    <dgm:pt modelId="{06C34F57-B09A-4726-9D04-37C7CCD5BC0C}" type="pres">
      <dgm:prSet presAssocID="{70D74F19-7369-40A9-8EE3-52F597BADB9A}" presName="cycle" presStyleCnt="0"/>
      <dgm:spPr/>
    </dgm:pt>
    <dgm:pt modelId="{6ED6AD50-4D0E-457D-86E8-44D4D8EB5E9B}" type="pres">
      <dgm:prSet presAssocID="{70D74F19-7369-40A9-8EE3-52F597BADB9A}" presName="srcNode" presStyleLbl="node1" presStyleIdx="0" presStyleCnt="4"/>
      <dgm:spPr/>
    </dgm:pt>
    <dgm:pt modelId="{AEFF91D4-6FA5-4E40-BDC8-756EBB834D77}" type="pres">
      <dgm:prSet presAssocID="{70D74F19-7369-40A9-8EE3-52F597BADB9A}" presName="conn" presStyleLbl="parChTrans1D2" presStyleIdx="0" presStyleCnt="1"/>
      <dgm:spPr/>
      <dgm:t>
        <a:bodyPr/>
        <a:lstStyle/>
        <a:p>
          <a:endParaRPr lang="ru-RU"/>
        </a:p>
      </dgm:t>
    </dgm:pt>
    <dgm:pt modelId="{D48ED22A-B308-4A55-BC22-6760070F960F}" type="pres">
      <dgm:prSet presAssocID="{70D74F19-7369-40A9-8EE3-52F597BADB9A}" presName="extraNode" presStyleLbl="node1" presStyleIdx="0" presStyleCnt="4"/>
      <dgm:spPr/>
    </dgm:pt>
    <dgm:pt modelId="{0AD2048F-F238-44F6-B59B-204FB6473E8E}" type="pres">
      <dgm:prSet presAssocID="{70D74F19-7369-40A9-8EE3-52F597BADB9A}" presName="dstNode" presStyleLbl="node1" presStyleIdx="0" presStyleCnt="4"/>
      <dgm:spPr/>
    </dgm:pt>
    <dgm:pt modelId="{FF2C027F-6EC4-4C30-AA32-9881750F60D5}" type="pres">
      <dgm:prSet presAssocID="{F082AEFB-64A3-4127-8C97-0A8F114E12CA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D5094F4-EFA5-4DCB-B548-0B9F47CE7F74}" type="pres">
      <dgm:prSet presAssocID="{F082AEFB-64A3-4127-8C97-0A8F114E12CA}" presName="accent_1" presStyleCnt="0"/>
      <dgm:spPr/>
    </dgm:pt>
    <dgm:pt modelId="{7F38BB6A-84CE-4859-99E6-B4A2BCFE6BED}" type="pres">
      <dgm:prSet presAssocID="{F082AEFB-64A3-4127-8C97-0A8F114E12CA}" presName="accentRepeatNode" presStyleLbl="solidFgAcc1" presStyleIdx="0" presStyleCnt="4"/>
      <dgm:spPr/>
    </dgm:pt>
    <dgm:pt modelId="{05F84E6C-3F42-4275-9A7C-E13D8219D31B}" type="pres">
      <dgm:prSet presAssocID="{BE759BEA-D9FD-40E1-9D34-9CD1C6A374DE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E292783-1CEB-4AE8-8203-96FA15E510EB}" type="pres">
      <dgm:prSet presAssocID="{BE759BEA-D9FD-40E1-9D34-9CD1C6A374DE}" presName="accent_2" presStyleCnt="0"/>
      <dgm:spPr/>
    </dgm:pt>
    <dgm:pt modelId="{5E03C4EE-68D1-4D1E-9573-1B45E44B6C78}" type="pres">
      <dgm:prSet presAssocID="{BE759BEA-D9FD-40E1-9D34-9CD1C6A374DE}" presName="accentRepeatNode" presStyleLbl="solidFgAcc1" presStyleIdx="1" presStyleCnt="4"/>
      <dgm:spPr/>
    </dgm:pt>
    <dgm:pt modelId="{C33D6A72-D154-480D-AC29-0BF71A441727}" type="pres">
      <dgm:prSet presAssocID="{566460AF-B73B-4A03-9442-B94A47C8C18A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EF4E136-1B26-4C4D-A2BF-9CC4D6949E07}" type="pres">
      <dgm:prSet presAssocID="{566460AF-B73B-4A03-9442-B94A47C8C18A}" presName="accent_3" presStyleCnt="0"/>
      <dgm:spPr/>
    </dgm:pt>
    <dgm:pt modelId="{44487A86-F846-44E0-ABA8-4736D6DC6755}" type="pres">
      <dgm:prSet presAssocID="{566460AF-B73B-4A03-9442-B94A47C8C18A}" presName="accentRepeatNode" presStyleLbl="solidFgAcc1" presStyleIdx="2" presStyleCnt="4"/>
      <dgm:spPr/>
    </dgm:pt>
    <dgm:pt modelId="{5E605CAA-7E89-46E3-B5B3-36340692FF23}" type="pres">
      <dgm:prSet presAssocID="{7A77B558-F0DE-4A88-99AA-6B92D4DA8938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970A01D-CCAA-4431-BCF1-E6289C240C2E}" type="pres">
      <dgm:prSet presAssocID="{7A77B558-F0DE-4A88-99AA-6B92D4DA8938}" presName="accent_4" presStyleCnt="0"/>
      <dgm:spPr/>
    </dgm:pt>
    <dgm:pt modelId="{CE229310-E140-4BC4-8A40-1CD7AE2B52BF}" type="pres">
      <dgm:prSet presAssocID="{7A77B558-F0DE-4A88-99AA-6B92D4DA8938}" presName="accentRepeatNode" presStyleLbl="solidFgAcc1" presStyleIdx="3" presStyleCnt="4"/>
      <dgm:spPr/>
    </dgm:pt>
  </dgm:ptLst>
  <dgm:cxnLst>
    <dgm:cxn modelId="{86D8AF2A-01AC-4DCB-9CEE-D9BB3908D6C3}" type="presOf" srcId="{F082AEFB-64A3-4127-8C97-0A8F114E12CA}" destId="{FF2C027F-6EC4-4C30-AA32-9881750F60D5}" srcOrd="0" destOrd="0" presId="urn:microsoft.com/office/officeart/2008/layout/VerticalCurvedList"/>
    <dgm:cxn modelId="{49DB571A-38EC-448C-92D6-DE8D251E9643}" type="presOf" srcId="{BE759BEA-D9FD-40E1-9D34-9CD1C6A374DE}" destId="{05F84E6C-3F42-4275-9A7C-E13D8219D31B}" srcOrd="0" destOrd="0" presId="urn:microsoft.com/office/officeart/2008/layout/VerticalCurvedList"/>
    <dgm:cxn modelId="{19A0C05E-4A5C-4BFE-821F-635A31C857D7}" type="presOf" srcId="{7A77B558-F0DE-4A88-99AA-6B92D4DA8938}" destId="{5E605CAA-7E89-46E3-B5B3-36340692FF23}" srcOrd="0" destOrd="0" presId="urn:microsoft.com/office/officeart/2008/layout/VerticalCurvedList"/>
    <dgm:cxn modelId="{51F95466-C2FC-4827-BBCE-45A8ADD7E398}" srcId="{70D74F19-7369-40A9-8EE3-52F597BADB9A}" destId="{BE759BEA-D9FD-40E1-9D34-9CD1C6A374DE}" srcOrd="1" destOrd="0" parTransId="{434F94BA-6BAD-4F3E-8F4D-D4532702DAD2}" sibTransId="{861B0EF0-B47C-4E1D-9165-B7D10EDB67AC}"/>
    <dgm:cxn modelId="{A49893D2-FE34-4FFB-802C-698A3E516D2D}" type="presOf" srcId="{5383CE4E-CB22-4424-878D-7215E7DBB68C}" destId="{AEFF91D4-6FA5-4E40-BDC8-756EBB834D77}" srcOrd="0" destOrd="0" presId="urn:microsoft.com/office/officeart/2008/layout/VerticalCurvedList"/>
    <dgm:cxn modelId="{81819444-81AC-4D25-92A3-DB5058BC08F0}" srcId="{70D74F19-7369-40A9-8EE3-52F597BADB9A}" destId="{7A77B558-F0DE-4A88-99AA-6B92D4DA8938}" srcOrd="3" destOrd="0" parTransId="{FD6D7DD3-135F-40A4-8759-BF7B66A4B331}" sibTransId="{651EA591-1C72-4777-8846-41B35BF4C033}"/>
    <dgm:cxn modelId="{D68EC468-AFDD-4F61-A3A1-B03A3C50F530}" srcId="{70D74F19-7369-40A9-8EE3-52F597BADB9A}" destId="{566460AF-B73B-4A03-9442-B94A47C8C18A}" srcOrd="2" destOrd="0" parTransId="{FD850D26-635A-4614-918E-728D454454FB}" sibTransId="{6A8D3354-A94D-4BEA-8AFF-1F42CBDF02E9}"/>
    <dgm:cxn modelId="{6AA8B362-2512-448A-AD50-29C4FFCD158B}" type="presOf" srcId="{566460AF-B73B-4A03-9442-B94A47C8C18A}" destId="{C33D6A72-D154-480D-AC29-0BF71A441727}" srcOrd="0" destOrd="0" presId="urn:microsoft.com/office/officeart/2008/layout/VerticalCurvedList"/>
    <dgm:cxn modelId="{9109BFA7-0156-4154-8657-ED56966D4D5B}" type="presOf" srcId="{70D74F19-7369-40A9-8EE3-52F597BADB9A}" destId="{D2E4338F-A501-4C91-900A-5F0584561C53}" srcOrd="0" destOrd="0" presId="urn:microsoft.com/office/officeart/2008/layout/VerticalCurvedList"/>
    <dgm:cxn modelId="{01044F95-E19F-4382-B961-ECC16AA7F7D7}" srcId="{70D74F19-7369-40A9-8EE3-52F597BADB9A}" destId="{F082AEFB-64A3-4127-8C97-0A8F114E12CA}" srcOrd="0" destOrd="0" parTransId="{F1A325B5-B614-4EFF-AA6F-A16923975166}" sibTransId="{5383CE4E-CB22-4424-878D-7215E7DBB68C}"/>
    <dgm:cxn modelId="{E09591CC-776C-4402-A51A-43132D8CD35D}" type="presParOf" srcId="{D2E4338F-A501-4C91-900A-5F0584561C53}" destId="{1D4959F8-BCDD-46EF-B442-A2F11ECD312C}" srcOrd="0" destOrd="0" presId="urn:microsoft.com/office/officeart/2008/layout/VerticalCurvedList"/>
    <dgm:cxn modelId="{1383C117-52D8-49CB-B793-750D909D1860}" type="presParOf" srcId="{1D4959F8-BCDD-46EF-B442-A2F11ECD312C}" destId="{06C34F57-B09A-4726-9D04-37C7CCD5BC0C}" srcOrd="0" destOrd="0" presId="urn:microsoft.com/office/officeart/2008/layout/VerticalCurvedList"/>
    <dgm:cxn modelId="{06F89D0F-33B9-4F56-B920-5942B342AD71}" type="presParOf" srcId="{06C34F57-B09A-4726-9D04-37C7CCD5BC0C}" destId="{6ED6AD50-4D0E-457D-86E8-44D4D8EB5E9B}" srcOrd="0" destOrd="0" presId="urn:microsoft.com/office/officeart/2008/layout/VerticalCurvedList"/>
    <dgm:cxn modelId="{6BD14C31-94E2-42D1-B5D6-E190DFF2884E}" type="presParOf" srcId="{06C34F57-B09A-4726-9D04-37C7CCD5BC0C}" destId="{AEFF91D4-6FA5-4E40-BDC8-756EBB834D77}" srcOrd="1" destOrd="0" presId="urn:microsoft.com/office/officeart/2008/layout/VerticalCurvedList"/>
    <dgm:cxn modelId="{4C9EF105-F6EB-468D-8A94-BCEA0992133C}" type="presParOf" srcId="{06C34F57-B09A-4726-9D04-37C7CCD5BC0C}" destId="{D48ED22A-B308-4A55-BC22-6760070F960F}" srcOrd="2" destOrd="0" presId="urn:microsoft.com/office/officeart/2008/layout/VerticalCurvedList"/>
    <dgm:cxn modelId="{4DEAF800-8C84-4787-99D3-2785B355A3D7}" type="presParOf" srcId="{06C34F57-B09A-4726-9D04-37C7CCD5BC0C}" destId="{0AD2048F-F238-44F6-B59B-204FB6473E8E}" srcOrd="3" destOrd="0" presId="urn:microsoft.com/office/officeart/2008/layout/VerticalCurvedList"/>
    <dgm:cxn modelId="{29CDE085-7F28-4F67-8007-29C4F056C86E}" type="presParOf" srcId="{1D4959F8-BCDD-46EF-B442-A2F11ECD312C}" destId="{FF2C027F-6EC4-4C30-AA32-9881750F60D5}" srcOrd="1" destOrd="0" presId="urn:microsoft.com/office/officeart/2008/layout/VerticalCurvedList"/>
    <dgm:cxn modelId="{60959417-5F55-4F04-9609-C7F60A2DCD52}" type="presParOf" srcId="{1D4959F8-BCDD-46EF-B442-A2F11ECD312C}" destId="{ED5094F4-EFA5-4DCB-B548-0B9F47CE7F74}" srcOrd="2" destOrd="0" presId="urn:microsoft.com/office/officeart/2008/layout/VerticalCurvedList"/>
    <dgm:cxn modelId="{9278918B-2F68-4B2A-A8C0-95667B65CEC8}" type="presParOf" srcId="{ED5094F4-EFA5-4DCB-B548-0B9F47CE7F74}" destId="{7F38BB6A-84CE-4859-99E6-B4A2BCFE6BED}" srcOrd="0" destOrd="0" presId="urn:microsoft.com/office/officeart/2008/layout/VerticalCurvedList"/>
    <dgm:cxn modelId="{A9BA9E95-2AB7-4A12-9004-6FF006CABFB7}" type="presParOf" srcId="{1D4959F8-BCDD-46EF-B442-A2F11ECD312C}" destId="{05F84E6C-3F42-4275-9A7C-E13D8219D31B}" srcOrd="3" destOrd="0" presId="urn:microsoft.com/office/officeart/2008/layout/VerticalCurvedList"/>
    <dgm:cxn modelId="{4537EA1F-B1E4-467C-BF4E-503A760ED148}" type="presParOf" srcId="{1D4959F8-BCDD-46EF-B442-A2F11ECD312C}" destId="{3E292783-1CEB-4AE8-8203-96FA15E510EB}" srcOrd="4" destOrd="0" presId="urn:microsoft.com/office/officeart/2008/layout/VerticalCurvedList"/>
    <dgm:cxn modelId="{0CA8C340-8985-41F7-A839-34B77F7BB8EE}" type="presParOf" srcId="{3E292783-1CEB-4AE8-8203-96FA15E510EB}" destId="{5E03C4EE-68D1-4D1E-9573-1B45E44B6C78}" srcOrd="0" destOrd="0" presId="urn:microsoft.com/office/officeart/2008/layout/VerticalCurvedList"/>
    <dgm:cxn modelId="{5AA4DD55-ED8E-44D8-8505-B3A51A2D4D2B}" type="presParOf" srcId="{1D4959F8-BCDD-46EF-B442-A2F11ECD312C}" destId="{C33D6A72-D154-480D-AC29-0BF71A441727}" srcOrd="5" destOrd="0" presId="urn:microsoft.com/office/officeart/2008/layout/VerticalCurvedList"/>
    <dgm:cxn modelId="{CE94995A-A781-4A03-8985-83FD8C3B73F8}" type="presParOf" srcId="{1D4959F8-BCDD-46EF-B442-A2F11ECD312C}" destId="{1EF4E136-1B26-4C4D-A2BF-9CC4D6949E07}" srcOrd="6" destOrd="0" presId="urn:microsoft.com/office/officeart/2008/layout/VerticalCurvedList"/>
    <dgm:cxn modelId="{4A6D208A-CF93-4060-B21E-FE7941C750F1}" type="presParOf" srcId="{1EF4E136-1B26-4C4D-A2BF-9CC4D6949E07}" destId="{44487A86-F846-44E0-ABA8-4736D6DC6755}" srcOrd="0" destOrd="0" presId="urn:microsoft.com/office/officeart/2008/layout/VerticalCurvedList"/>
    <dgm:cxn modelId="{350B7CFF-6A62-4C90-9FD0-5663A4BE5CD7}" type="presParOf" srcId="{1D4959F8-BCDD-46EF-B442-A2F11ECD312C}" destId="{5E605CAA-7E89-46E3-B5B3-36340692FF23}" srcOrd="7" destOrd="0" presId="urn:microsoft.com/office/officeart/2008/layout/VerticalCurvedList"/>
    <dgm:cxn modelId="{B4735933-2207-4249-9416-18598F4535C0}" type="presParOf" srcId="{1D4959F8-BCDD-46EF-B442-A2F11ECD312C}" destId="{4970A01D-CCAA-4431-BCF1-E6289C240C2E}" srcOrd="8" destOrd="0" presId="urn:microsoft.com/office/officeart/2008/layout/VerticalCurvedList"/>
    <dgm:cxn modelId="{32E06133-8578-4AF2-9DBB-54D25FAD903F}" type="presParOf" srcId="{4970A01D-CCAA-4431-BCF1-E6289C240C2E}" destId="{CE229310-E140-4BC4-8A40-1CD7AE2B52B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2B842975-037C-4495-B629-AEFB1A39AF8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97B7AF2E-3D9F-4DFA-A168-63F4D8C2491B}">
      <dgm:prSet/>
      <dgm:spPr/>
      <dgm:t>
        <a:bodyPr/>
        <a:lstStyle/>
        <a:p>
          <a:r>
            <a:rPr lang="ru-RU"/>
            <a:t>«губернія».</a:t>
          </a:r>
          <a:endParaRPr lang="uk-UA"/>
        </a:p>
      </dgm:t>
    </dgm:pt>
    <dgm:pt modelId="{08BCE1C0-05E9-40A6-8FF1-034E54147088}" type="parTrans" cxnId="{17E237C6-9B1F-4F99-9F2F-43E14144FE71}">
      <dgm:prSet/>
      <dgm:spPr/>
      <dgm:t>
        <a:bodyPr/>
        <a:lstStyle/>
        <a:p>
          <a:endParaRPr lang="uk-UA"/>
        </a:p>
      </dgm:t>
    </dgm:pt>
    <dgm:pt modelId="{8F829232-586D-49FB-9137-BB03007CBDF3}" type="sibTrans" cxnId="{17E237C6-9B1F-4F99-9F2F-43E14144FE71}">
      <dgm:prSet/>
      <dgm:spPr/>
      <dgm:t>
        <a:bodyPr/>
        <a:lstStyle/>
        <a:p>
          <a:endParaRPr lang="uk-UA"/>
        </a:p>
      </dgm:t>
    </dgm:pt>
    <dgm:pt modelId="{838B4E9B-7B79-4452-9D8F-E470FFB359F4}">
      <dgm:prSet/>
      <dgm:spPr>
        <a:solidFill>
          <a:srgbClr val="0070C0"/>
        </a:solidFill>
      </dgm:spPr>
      <dgm:t>
        <a:bodyPr/>
        <a:lstStyle/>
        <a:p>
          <a:r>
            <a:rPr lang="ru-RU"/>
            <a:t>«воєводство».</a:t>
          </a:r>
          <a:endParaRPr lang="uk-UA"/>
        </a:p>
      </dgm:t>
    </dgm:pt>
    <dgm:pt modelId="{33E6C474-1944-438A-840B-864D59FDFE3E}" type="parTrans" cxnId="{F5772FC2-663B-4096-93E1-CE458DA437CB}">
      <dgm:prSet/>
      <dgm:spPr/>
      <dgm:t>
        <a:bodyPr/>
        <a:lstStyle/>
        <a:p>
          <a:endParaRPr lang="uk-UA"/>
        </a:p>
      </dgm:t>
    </dgm:pt>
    <dgm:pt modelId="{C23812AA-7B31-4EBB-9E5E-40823F216388}" type="sibTrans" cxnId="{F5772FC2-663B-4096-93E1-CE458DA437CB}">
      <dgm:prSet/>
      <dgm:spPr/>
      <dgm:t>
        <a:bodyPr/>
        <a:lstStyle/>
        <a:p>
          <a:endParaRPr lang="uk-UA"/>
        </a:p>
      </dgm:t>
    </dgm:pt>
    <dgm:pt modelId="{3D41FECC-2B07-4914-8400-1F0485864F4C}">
      <dgm:prSet/>
      <dgm:spPr/>
      <dgm:t>
        <a:bodyPr/>
        <a:lstStyle/>
        <a:p>
          <a:r>
            <a:rPr lang="ru-RU"/>
            <a:t>«князівство».</a:t>
          </a:r>
          <a:endParaRPr lang="uk-UA"/>
        </a:p>
      </dgm:t>
    </dgm:pt>
    <dgm:pt modelId="{9C4C2C90-EE34-4AA0-8EC3-09D7BE3082E5}" type="parTrans" cxnId="{D24E64B4-7EE3-4C7C-9F0C-82DF808DC85E}">
      <dgm:prSet/>
      <dgm:spPr/>
      <dgm:t>
        <a:bodyPr/>
        <a:lstStyle/>
        <a:p>
          <a:endParaRPr lang="uk-UA"/>
        </a:p>
      </dgm:t>
    </dgm:pt>
    <dgm:pt modelId="{4D089759-66CC-49E9-B5AB-C5BD9F839D3E}" type="sibTrans" cxnId="{D24E64B4-7EE3-4C7C-9F0C-82DF808DC85E}">
      <dgm:prSet/>
      <dgm:spPr/>
      <dgm:t>
        <a:bodyPr/>
        <a:lstStyle/>
        <a:p>
          <a:endParaRPr lang="uk-UA"/>
        </a:p>
      </dgm:t>
    </dgm:pt>
    <dgm:pt modelId="{DF3F7890-D384-4D82-B238-8ECC9B20C300}">
      <dgm:prSet/>
      <dgm:spPr/>
      <dgm:t>
        <a:bodyPr/>
        <a:lstStyle/>
        <a:p>
          <a:r>
            <a:rPr lang="ru-RU"/>
            <a:t>«намісництво».</a:t>
          </a:r>
          <a:endParaRPr lang="uk-UA"/>
        </a:p>
      </dgm:t>
    </dgm:pt>
    <dgm:pt modelId="{CAB73B64-3A72-4956-BC44-40F6AC25E696}" type="parTrans" cxnId="{5EE719E9-63A6-460F-910B-B25FEEAFA6E1}">
      <dgm:prSet/>
      <dgm:spPr/>
      <dgm:t>
        <a:bodyPr/>
        <a:lstStyle/>
        <a:p>
          <a:endParaRPr lang="uk-UA"/>
        </a:p>
      </dgm:t>
    </dgm:pt>
    <dgm:pt modelId="{263B2DB3-4CBC-4A2A-B4D4-FE6C5802CB21}" type="sibTrans" cxnId="{5EE719E9-63A6-460F-910B-B25FEEAFA6E1}">
      <dgm:prSet/>
      <dgm:spPr/>
      <dgm:t>
        <a:bodyPr/>
        <a:lstStyle/>
        <a:p>
          <a:endParaRPr lang="uk-UA"/>
        </a:p>
      </dgm:t>
    </dgm:pt>
    <dgm:pt modelId="{1C0EA433-FFE3-4517-89F5-55674A550EDE}" type="pres">
      <dgm:prSet presAssocID="{2B842975-037C-4495-B629-AEFB1A39AF85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F3F2551-16DD-476B-A603-810258AE3F7B}" type="pres">
      <dgm:prSet presAssocID="{97B7AF2E-3D9F-4DFA-A168-63F4D8C2491B}" presName="composite" presStyleCnt="0"/>
      <dgm:spPr/>
    </dgm:pt>
    <dgm:pt modelId="{F99DF59D-2745-48FD-91CC-CB1892419449}" type="pres">
      <dgm:prSet presAssocID="{97B7AF2E-3D9F-4DFA-A168-63F4D8C2491B}" presName="imgShp" presStyleLbl="fgImgPlace1" presStyleIdx="0" presStyleCnt="4"/>
      <dgm:spPr/>
    </dgm:pt>
    <dgm:pt modelId="{B022F101-4EBF-4E8A-AC3B-2D2510A720FE}" type="pres">
      <dgm:prSet presAssocID="{97B7AF2E-3D9F-4DFA-A168-63F4D8C2491B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928234F-7FED-4589-8589-D05FCAFED6FF}" type="pres">
      <dgm:prSet presAssocID="{8F829232-586D-49FB-9137-BB03007CBDF3}" presName="spacing" presStyleCnt="0"/>
      <dgm:spPr/>
    </dgm:pt>
    <dgm:pt modelId="{2294C789-D6B6-4C75-92D9-14985EDA0360}" type="pres">
      <dgm:prSet presAssocID="{838B4E9B-7B79-4452-9D8F-E470FFB359F4}" presName="composite" presStyleCnt="0"/>
      <dgm:spPr/>
    </dgm:pt>
    <dgm:pt modelId="{B7EACC4C-0DC7-4F7E-A8BF-77127673A80F}" type="pres">
      <dgm:prSet presAssocID="{838B4E9B-7B79-4452-9D8F-E470FFB359F4}" presName="imgShp" presStyleLbl="fgImgPlace1" presStyleIdx="1" presStyleCnt="4"/>
      <dgm:spPr/>
    </dgm:pt>
    <dgm:pt modelId="{8C7B8FF8-D5A1-454E-9518-A9BF5CEE52EE}" type="pres">
      <dgm:prSet presAssocID="{838B4E9B-7B79-4452-9D8F-E470FFB359F4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A6C51D6-5F5F-4E7C-8B9A-428D1DE517C7}" type="pres">
      <dgm:prSet presAssocID="{C23812AA-7B31-4EBB-9E5E-40823F216388}" presName="spacing" presStyleCnt="0"/>
      <dgm:spPr/>
    </dgm:pt>
    <dgm:pt modelId="{9BDF9913-94BF-4A22-AC71-D0B04439BB42}" type="pres">
      <dgm:prSet presAssocID="{3D41FECC-2B07-4914-8400-1F0485864F4C}" presName="composite" presStyleCnt="0"/>
      <dgm:spPr/>
    </dgm:pt>
    <dgm:pt modelId="{DA7D677E-1C60-455D-9C16-64CC98007B78}" type="pres">
      <dgm:prSet presAssocID="{3D41FECC-2B07-4914-8400-1F0485864F4C}" presName="imgShp" presStyleLbl="fgImgPlace1" presStyleIdx="2" presStyleCnt="4"/>
      <dgm:spPr/>
    </dgm:pt>
    <dgm:pt modelId="{B15C8F0A-0828-4424-B073-F2605FE03706}" type="pres">
      <dgm:prSet presAssocID="{3D41FECC-2B07-4914-8400-1F0485864F4C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2D2778F-D706-401C-B989-4D75F1BF0078}" type="pres">
      <dgm:prSet presAssocID="{4D089759-66CC-49E9-B5AB-C5BD9F839D3E}" presName="spacing" presStyleCnt="0"/>
      <dgm:spPr/>
    </dgm:pt>
    <dgm:pt modelId="{93AAC001-A4B1-489D-A3CC-A77AFADA07D6}" type="pres">
      <dgm:prSet presAssocID="{DF3F7890-D384-4D82-B238-8ECC9B20C300}" presName="composite" presStyleCnt="0"/>
      <dgm:spPr/>
    </dgm:pt>
    <dgm:pt modelId="{0C1C15C4-54C2-4877-BBCA-0E6F240BAFB0}" type="pres">
      <dgm:prSet presAssocID="{DF3F7890-D384-4D82-B238-8ECC9B20C300}" presName="imgShp" presStyleLbl="fgImgPlace1" presStyleIdx="3" presStyleCnt="4"/>
      <dgm:spPr/>
    </dgm:pt>
    <dgm:pt modelId="{0C8E3404-3621-479E-9B24-B154C3F15A08}" type="pres">
      <dgm:prSet presAssocID="{DF3F7890-D384-4D82-B238-8ECC9B20C300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1518775-921F-4FC8-8AEE-6A410C8098AA}" type="presOf" srcId="{2B842975-037C-4495-B629-AEFB1A39AF85}" destId="{1C0EA433-FFE3-4517-89F5-55674A550EDE}" srcOrd="0" destOrd="0" presId="urn:microsoft.com/office/officeart/2005/8/layout/vList3"/>
    <dgm:cxn modelId="{D7A16C57-2113-46BA-A1A9-6DD992298A37}" type="presOf" srcId="{3D41FECC-2B07-4914-8400-1F0485864F4C}" destId="{B15C8F0A-0828-4424-B073-F2605FE03706}" srcOrd="0" destOrd="0" presId="urn:microsoft.com/office/officeart/2005/8/layout/vList3"/>
    <dgm:cxn modelId="{D24E64B4-7EE3-4C7C-9F0C-82DF808DC85E}" srcId="{2B842975-037C-4495-B629-AEFB1A39AF85}" destId="{3D41FECC-2B07-4914-8400-1F0485864F4C}" srcOrd="2" destOrd="0" parTransId="{9C4C2C90-EE34-4AA0-8EC3-09D7BE3082E5}" sibTransId="{4D089759-66CC-49E9-B5AB-C5BD9F839D3E}"/>
    <dgm:cxn modelId="{5EE719E9-63A6-460F-910B-B25FEEAFA6E1}" srcId="{2B842975-037C-4495-B629-AEFB1A39AF85}" destId="{DF3F7890-D384-4D82-B238-8ECC9B20C300}" srcOrd="3" destOrd="0" parTransId="{CAB73B64-3A72-4956-BC44-40F6AC25E696}" sibTransId="{263B2DB3-4CBC-4A2A-B4D4-FE6C5802CB21}"/>
    <dgm:cxn modelId="{E22F5234-CC73-42C0-A9EF-920F0E0026A0}" type="presOf" srcId="{DF3F7890-D384-4D82-B238-8ECC9B20C300}" destId="{0C8E3404-3621-479E-9B24-B154C3F15A08}" srcOrd="0" destOrd="0" presId="urn:microsoft.com/office/officeart/2005/8/layout/vList3"/>
    <dgm:cxn modelId="{17E237C6-9B1F-4F99-9F2F-43E14144FE71}" srcId="{2B842975-037C-4495-B629-AEFB1A39AF85}" destId="{97B7AF2E-3D9F-4DFA-A168-63F4D8C2491B}" srcOrd="0" destOrd="0" parTransId="{08BCE1C0-05E9-40A6-8FF1-034E54147088}" sibTransId="{8F829232-586D-49FB-9137-BB03007CBDF3}"/>
    <dgm:cxn modelId="{979C4AF1-78D4-4944-895B-6E6D283E26A2}" type="presOf" srcId="{97B7AF2E-3D9F-4DFA-A168-63F4D8C2491B}" destId="{B022F101-4EBF-4E8A-AC3B-2D2510A720FE}" srcOrd="0" destOrd="0" presId="urn:microsoft.com/office/officeart/2005/8/layout/vList3"/>
    <dgm:cxn modelId="{F5772FC2-663B-4096-93E1-CE458DA437CB}" srcId="{2B842975-037C-4495-B629-AEFB1A39AF85}" destId="{838B4E9B-7B79-4452-9D8F-E470FFB359F4}" srcOrd="1" destOrd="0" parTransId="{33E6C474-1944-438A-840B-864D59FDFE3E}" sibTransId="{C23812AA-7B31-4EBB-9E5E-40823F216388}"/>
    <dgm:cxn modelId="{C299B2FC-6384-42B9-8429-D9C2AF3CF17E}" type="presOf" srcId="{838B4E9B-7B79-4452-9D8F-E470FFB359F4}" destId="{8C7B8FF8-D5A1-454E-9518-A9BF5CEE52EE}" srcOrd="0" destOrd="0" presId="urn:microsoft.com/office/officeart/2005/8/layout/vList3"/>
    <dgm:cxn modelId="{8443CE24-C200-4E9B-97F1-0AB0260ABA64}" type="presParOf" srcId="{1C0EA433-FFE3-4517-89F5-55674A550EDE}" destId="{FF3F2551-16DD-476B-A603-810258AE3F7B}" srcOrd="0" destOrd="0" presId="urn:microsoft.com/office/officeart/2005/8/layout/vList3"/>
    <dgm:cxn modelId="{66A0CA5E-A691-4205-8A2E-231312F0D53B}" type="presParOf" srcId="{FF3F2551-16DD-476B-A603-810258AE3F7B}" destId="{F99DF59D-2745-48FD-91CC-CB1892419449}" srcOrd="0" destOrd="0" presId="urn:microsoft.com/office/officeart/2005/8/layout/vList3"/>
    <dgm:cxn modelId="{55A82826-D584-4E3D-9F6D-1DDA70182ED4}" type="presParOf" srcId="{FF3F2551-16DD-476B-A603-810258AE3F7B}" destId="{B022F101-4EBF-4E8A-AC3B-2D2510A720FE}" srcOrd="1" destOrd="0" presId="urn:microsoft.com/office/officeart/2005/8/layout/vList3"/>
    <dgm:cxn modelId="{8DF5F6D3-D19F-4544-B6D5-6996228060E9}" type="presParOf" srcId="{1C0EA433-FFE3-4517-89F5-55674A550EDE}" destId="{D928234F-7FED-4589-8589-D05FCAFED6FF}" srcOrd="1" destOrd="0" presId="urn:microsoft.com/office/officeart/2005/8/layout/vList3"/>
    <dgm:cxn modelId="{4F848F46-4B4D-4777-8F0B-25C2BFF86DF5}" type="presParOf" srcId="{1C0EA433-FFE3-4517-89F5-55674A550EDE}" destId="{2294C789-D6B6-4C75-92D9-14985EDA0360}" srcOrd="2" destOrd="0" presId="urn:microsoft.com/office/officeart/2005/8/layout/vList3"/>
    <dgm:cxn modelId="{EEA2D2AB-4707-4682-AF97-9ADB87119900}" type="presParOf" srcId="{2294C789-D6B6-4C75-92D9-14985EDA0360}" destId="{B7EACC4C-0DC7-4F7E-A8BF-77127673A80F}" srcOrd="0" destOrd="0" presId="urn:microsoft.com/office/officeart/2005/8/layout/vList3"/>
    <dgm:cxn modelId="{CBEC356C-AE5A-4E5A-B204-27D2DCCEF9C5}" type="presParOf" srcId="{2294C789-D6B6-4C75-92D9-14985EDA0360}" destId="{8C7B8FF8-D5A1-454E-9518-A9BF5CEE52EE}" srcOrd="1" destOrd="0" presId="urn:microsoft.com/office/officeart/2005/8/layout/vList3"/>
    <dgm:cxn modelId="{7FF0A2BB-0441-4CEF-936E-4FAAC0CE9809}" type="presParOf" srcId="{1C0EA433-FFE3-4517-89F5-55674A550EDE}" destId="{4A6C51D6-5F5F-4E7C-8B9A-428D1DE517C7}" srcOrd="3" destOrd="0" presId="urn:microsoft.com/office/officeart/2005/8/layout/vList3"/>
    <dgm:cxn modelId="{96C454B1-0985-4A3E-9507-C5FA09AB71B4}" type="presParOf" srcId="{1C0EA433-FFE3-4517-89F5-55674A550EDE}" destId="{9BDF9913-94BF-4A22-AC71-D0B04439BB42}" srcOrd="4" destOrd="0" presId="urn:microsoft.com/office/officeart/2005/8/layout/vList3"/>
    <dgm:cxn modelId="{0A2FDAA8-A336-4DC3-A2CA-9382D0BD2D2D}" type="presParOf" srcId="{9BDF9913-94BF-4A22-AC71-D0B04439BB42}" destId="{DA7D677E-1C60-455D-9C16-64CC98007B78}" srcOrd="0" destOrd="0" presId="urn:microsoft.com/office/officeart/2005/8/layout/vList3"/>
    <dgm:cxn modelId="{A26C48C5-BC12-4B28-8864-ED4D0A2379E0}" type="presParOf" srcId="{9BDF9913-94BF-4A22-AC71-D0B04439BB42}" destId="{B15C8F0A-0828-4424-B073-F2605FE03706}" srcOrd="1" destOrd="0" presId="urn:microsoft.com/office/officeart/2005/8/layout/vList3"/>
    <dgm:cxn modelId="{2C5A3EEB-1CCC-4EB4-8532-638D94F06E99}" type="presParOf" srcId="{1C0EA433-FFE3-4517-89F5-55674A550EDE}" destId="{42D2778F-D706-401C-B989-4D75F1BF0078}" srcOrd="5" destOrd="0" presId="urn:microsoft.com/office/officeart/2005/8/layout/vList3"/>
    <dgm:cxn modelId="{BF0798D5-D3FA-48B2-A873-8644A8447434}" type="presParOf" srcId="{1C0EA433-FFE3-4517-89F5-55674A550EDE}" destId="{93AAC001-A4B1-489D-A3CC-A77AFADA07D6}" srcOrd="6" destOrd="0" presId="urn:microsoft.com/office/officeart/2005/8/layout/vList3"/>
    <dgm:cxn modelId="{34CA5B52-5A81-4FFF-A6D5-31A6358F315D}" type="presParOf" srcId="{93AAC001-A4B1-489D-A3CC-A77AFADA07D6}" destId="{0C1C15C4-54C2-4877-BBCA-0E6F240BAFB0}" srcOrd="0" destOrd="0" presId="urn:microsoft.com/office/officeart/2005/8/layout/vList3"/>
    <dgm:cxn modelId="{95C6A03A-0AF6-4F03-AA43-3182B02DBB52}" type="presParOf" srcId="{93AAC001-A4B1-489D-A3CC-A77AFADA07D6}" destId="{0C8E3404-3621-479E-9B24-B154C3F15A0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2B842975-037C-4495-B629-AEFB1A39AF8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7B7AF2E-3D9F-4DFA-A168-63F4D8C2491B}">
      <dgm:prSet/>
      <dgm:spPr/>
      <dgm:t>
        <a:bodyPr/>
        <a:lstStyle/>
        <a:p>
          <a:r>
            <a:rPr lang="ru-RU"/>
            <a:t>«губернія».</a:t>
          </a:r>
          <a:endParaRPr lang="uk-UA"/>
        </a:p>
      </dgm:t>
    </dgm:pt>
    <dgm:pt modelId="{08BCE1C0-05E9-40A6-8FF1-034E54147088}" type="parTrans" cxnId="{17E237C6-9B1F-4F99-9F2F-43E14144FE71}">
      <dgm:prSet/>
      <dgm:spPr/>
      <dgm:t>
        <a:bodyPr/>
        <a:lstStyle/>
        <a:p>
          <a:endParaRPr lang="uk-UA"/>
        </a:p>
      </dgm:t>
    </dgm:pt>
    <dgm:pt modelId="{8F829232-586D-49FB-9137-BB03007CBDF3}" type="sibTrans" cxnId="{17E237C6-9B1F-4F99-9F2F-43E14144FE71}">
      <dgm:prSet/>
      <dgm:spPr/>
      <dgm:t>
        <a:bodyPr/>
        <a:lstStyle/>
        <a:p>
          <a:endParaRPr lang="uk-UA"/>
        </a:p>
      </dgm:t>
    </dgm:pt>
    <dgm:pt modelId="{838B4E9B-7B79-4452-9D8F-E470FFB359F4}">
      <dgm:prSet/>
      <dgm:spPr/>
      <dgm:t>
        <a:bodyPr/>
        <a:lstStyle/>
        <a:p>
          <a:r>
            <a:rPr lang="ru-RU" dirty="0"/>
            <a:t>«</a:t>
          </a:r>
          <a:r>
            <a:rPr lang="ru-RU" dirty="0" err="1"/>
            <a:t>воєводство</a:t>
          </a:r>
          <a:r>
            <a:rPr lang="ru-RU" dirty="0"/>
            <a:t>».</a:t>
          </a:r>
          <a:endParaRPr lang="uk-UA" dirty="0"/>
        </a:p>
      </dgm:t>
    </dgm:pt>
    <dgm:pt modelId="{33E6C474-1944-438A-840B-864D59FDFE3E}" type="parTrans" cxnId="{F5772FC2-663B-4096-93E1-CE458DA437CB}">
      <dgm:prSet/>
      <dgm:spPr/>
      <dgm:t>
        <a:bodyPr/>
        <a:lstStyle/>
        <a:p>
          <a:endParaRPr lang="uk-UA"/>
        </a:p>
      </dgm:t>
    </dgm:pt>
    <dgm:pt modelId="{C23812AA-7B31-4EBB-9E5E-40823F216388}" type="sibTrans" cxnId="{F5772FC2-663B-4096-93E1-CE458DA437CB}">
      <dgm:prSet/>
      <dgm:spPr/>
      <dgm:t>
        <a:bodyPr/>
        <a:lstStyle/>
        <a:p>
          <a:endParaRPr lang="uk-UA"/>
        </a:p>
      </dgm:t>
    </dgm:pt>
    <dgm:pt modelId="{3D41FECC-2B07-4914-8400-1F0485864F4C}">
      <dgm:prSet/>
      <dgm:spPr/>
      <dgm:t>
        <a:bodyPr/>
        <a:lstStyle/>
        <a:p>
          <a:r>
            <a:rPr lang="ru-RU"/>
            <a:t>«князівство».</a:t>
          </a:r>
          <a:endParaRPr lang="uk-UA"/>
        </a:p>
      </dgm:t>
    </dgm:pt>
    <dgm:pt modelId="{9C4C2C90-EE34-4AA0-8EC3-09D7BE3082E5}" type="parTrans" cxnId="{D24E64B4-7EE3-4C7C-9F0C-82DF808DC85E}">
      <dgm:prSet/>
      <dgm:spPr/>
      <dgm:t>
        <a:bodyPr/>
        <a:lstStyle/>
        <a:p>
          <a:endParaRPr lang="uk-UA"/>
        </a:p>
      </dgm:t>
    </dgm:pt>
    <dgm:pt modelId="{4D089759-66CC-49E9-B5AB-C5BD9F839D3E}" type="sibTrans" cxnId="{D24E64B4-7EE3-4C7C-9F0C-82DF808DC85E}">
      <dgm:prSet/>
      <dgm:spPr/>
      <dgm:t>
        <a:bodyPr/>
        <a:lstStyle/>
        <a:p>
          <a:endParaRPr lang="uk-UA"/>
        </a:p>
      </dgm:t>
    </dgm:pt>
    <dgm:pt modelId="{DF3F7890-D384-4D82-B238-8ECC9B20C300}">
      <dgm:prSet/>
      <dgm:spPr/>
      <dgm:t>
        <a:bodyPr/>
        <a:lstStyle/>
        <a:p>
          <a:r>
            <a:rPr lang="ru-RU" dirty="0"/>
            <a:t>«</a:t>
          </a:r>
          <a:r>
            <a:rPr lang="ru-RU" dirty="0" err="1"/>
            <a:t>намісництво</a:t>
          </a:r>
          <a:r>
            <a:rPr lang="ru-RU" dirty="0"/>
            <a:t>».</a:t>
          </a:r>
          <a:endParaRPr lang="uk-UA" dirty="0"/>
        </a:p>
      </dgm:t>
    </dgm:pt>
    <dgm:pt modelId="{CAB73B64-3A72-4956-BC44-40F6AC25E696}" type="parTrans" cxnId="{5EE719E9-63A6-460F-910B-B25FEEAFA6E1}">
      <dgm:prSet/>
      <dgm:spPr/>
      <dgm:t>
        <a:bodyPr/>
        <a:lstStyle/>
        <a:p>
          <a:endParaRPr lang="uk-UA"/>
        </a:p>
      </dgm:t>
    </dgm:pt>
    <dgm:pt modelId="{263B2DB3-4CBC-4A2A-B4D4-FE6C5802CB21}" type="sibTrans" cxnId="{5EE719E9-63A6-460F-910B-B25FEEAFA6E1}">
      <dgm:prSet/>
      <dgm:spPr/>
      <dgm:t>
        <a:bodyPr/>
        <a:lstStyle/>
        <a:p>
          <a:endParaRPr lang="uk-UA"/>
        </a:p>
      </dgm:t>
    </dgm:pt>
    <dgm:pt modelId="{1C0EA433-FFE3-4517-89F5-55674A550EDE}" type="pres">
      <dgm:prSet presAssocID="{2B842975-037C-4495-B629-AEFB1A39AF85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F3F2551-16DD-476B-A603-810258AE3F7B}" type="pres">
      <dgm:prSet presAssocID="{97B7AF2E-3D9F-4DFA-A168-63F4D8C2491B}" presName="composite" presStyleCnt="0"/>
      <dgm:spPr/>
    </dgm:pt>
    <dgm:pt modelId="{F99DF59D-2745-48FD-91CC-CB1892419449}" type="pres">
      <dgm:prSet presAssocID="{97B7AF2E-3D9F-4DFA-A168-63F4D8C2491B}" presName="imgShp" presStyleLbl="fgImgPlace1" presStyleIdx="0" presStyleCnt="4"/>
      <dgm:spPr/>
    </dgm:pt>
    <dgm:pt modelId="{B022F101-4EBF-4E8A-AC3B-2D2510A720FE}" type="pres">
      <dgm:prSet presAssocID="{97B7AF2E-3D9F-4DFA-A168-63F4D8C2491B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928234F-7FED-4589-8589-D05FCAFED6FF}" type="pres">
      <dgm:prSet presAssocID="{8F829232-586D-49FB-9137-BB03007CBDF3}" presName="spacing" presStyleCnt="0"/>
      <dgm:spPr/>
    </dgm:pt>
    <dgm:pt modelId="{2294C789-D6B6-4C75-92D9-14985EDA0360}" type="pres">
      <dgm:prSet presAssocID="{838B4E9B-7B79-4452-9D8F-E470FFB359F4}" presName="composite" presStyleCnt="0"/>
      <dgm:spPr/>
    </dgm:pt>
    <dgm:pt modelId="{B7EACC4C-0DC7-4F7E-A8BF-77127673A80F}" type="pres">
      <dgm:prSet presAssocID="{838B4E9B-7B79-4452-9D8F-E470FFB359F4}" presName="imgShp" presStyleLbl="fgImgPlace1" presStyleIdx="1" presStyleCnt="4"/>
      <dgm:spPr/>
    </dgm:pt>
    <dgm:pt modelId="{8C7B8FF8-D5A1-454E-9518-A9BF5CEE52EE}" type="pres">
      <dgm:prSet presAssocID="{838B4E9B-7B79-4452-9D8F-E470FFB359F4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A6C51D6-5F5F-4E7C-8B9A-428D1DE517C7}" type="pres">
      <dgm:prSet presAssocID="{C23812AA-7B31-4EBB-9E5E-40823F216388}" presName="spacing" presStyleCnt="0"/>
      <dgm:spPr/>
    </dgm:pt>
    <dgm:pt modelId="{9BDF9913-94BF-4A22-AC71-D0B04439BB42}" type="pres">
      <dgm:prSet presAssocID="{3D41FECC-2B07-4914-8400-1F0485864F4C}" presName="composite" presStyleCnt="0"/>
      <dgm:spPr/>
    </dgm:pt>
    <dgm:pt modelId="{DA7D677E-1C60-455D-9C16-64CC98007B78}" type="pres">
      <dgm:prSet presAssocID="{3D41FECC-2B07-4914-8400-1F0485864F4C}" presName="imgShp" presStyleLbl="fgImgPlace1" presStyleIdx="2" presStyleCnt="4"/>
      <dgm:spPr/>
    </dgm:pt>
    <dgm:pt modelId="{B15C8F0A-0828-4424-B073-F2605FE03706}" type="pres">
      <dgm:prSet presAssocID="{3D41FECC-2B07-4914-8400-1F0485864F4C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2D2778F-D706-401C-B989-4D75F1BF0078}" type="pres">
      <dgm:prSet presAssocID="{4D089759-66CC-49E9-B5AB-C5BD9F839D3E}" presName="spacing" presStyleCnt="0"/>
      <dgm:spPr/>
    </dgm:pt>
    <dgm:pt modelId="{93AAC001-A4B1-489D-A3CC-A77AFADA07D6}" type="pres">
      <dgm:prSet presAssocID="{DF3F7890-D384-4D82-B238-8ECC9B20C300}" presName="composite" presStyleCnt="0"/>
      <dgm:spPr/>
    </dgm:pt>
    <dgm:pt modelId="{0C1C15C4-54C2-4877-BBCA-0E6F240BAFB0}" type="pres">
      <dgm:prSet presAssocID="{DF3F7890-D384-4D82-B238-8ECC9B20C300}" presName="imgShp" presStyleLbl="fgImgPlace1" presStyleIdx="3" presStyleCnt="4"/>
      <dgm:spPr/>
    </dgm:pt>
    <dgm:pt modelId="{0C8E3404-3621-479E-9B24-B154C3F15A08}" type="pres">
      <dgm:prSet presAssocID="{DF3F7890-D384-4D82-B238-8ECC9B20C300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1518775-921F-4FC8-8AEE-6A410C8098AA}" type="presOf" srcId="{2B842975-037C-4495-B629-AEFB1A39AF85}" destId="{1C0EA433-FFE3-4517-89F5-55674A550EDE}" srcOrd="0" destOrd="0" presId="urn:microsoft.com/office/officeart/2005/8/layout/vList3"/>
    <dgm:cxn modelId="{D7A16C57-2113-46BA-A1A9-6DD992298A37}" type="presOf" srcId="{3D41FECC-2B07-4914-8400-1F0485864F4C}" destId="{B15C8F0A-0828-4424-B073-F2605FE03706}" srcOrd="0" destOrd="0" presId="urn:microsoft.com/office/officeart/2005/8/layout/vList3"/>
    <dgm:cxn modelId="{D24E64B4-7EE3-4C7C-9F0C-82DF808DC85E}" srcId="{2B842975-037C-4495-B629-AEFB1A39AF85}" destId="{3D41FECC-2B07-4914-8400-1F0485864F4C}" srcOrd="2" destOrd="0" parTransId="{9C4C2C90-EE34-4AA0-8EC3-09D7BE3082E5}" sibTransId="{4D089759-66CC-49E9-B5AB-C5BD9F839D3E}"/>
    <dgm:cxn modelId="{5EE719E9-63A6-460F-910B-B25FEEAFA6E1}" srcId="{2B842975-037C-4495-B629-AEFB1A39AF85}" destId="{DF3F7890-D384-4D82-B238-8ECC9B20C300}" srcOrd="3" destOrd="0" parTransId="{CAB73B64-3A72-4956-BC44-40F6AC25E696}" sibTransId="{263B2DB3-4CBC-4A2A-B4D4-FE6C5802CB21}"/>
    <dgm:cxn modelId="{E22F5234-CC73-42C0-A9EF-920F0E0026A0}" type="presOf" srcId="{DF3F7890-D384-4D82-B238-8ECC9B20C300}" destId="{0C8E3404-3621-479E-9B24-B154C3F15A08}" srcOrd="0" destOrd="0" presId="urn:microsoft.com/office/officeart/2005/8/layout/vList3"/>
    <dgm:cxn modelId="{17E237C6-9B1F-4F99-9F2F-43E14144FE71}" srcId="{2B842975-037C-4495-B629-AEFB1A39AF85}" destId="{97B7AF2E-3D9F-4DFA-A168-63F4D8C2491B}" srcOrd="0" destOrd="0" parTransId="{08BCE1C0-05E9-40A6-8FF1-034E54147088}" sibTransId="{8F829232-586D-49FB-9137-BB03007CBDF3}"/>
    <dgm:cxn modelId="{979C4AF1-78D4-4944-895B-6E6D283E26A2}" type="presOf" srcId="{97B7AF2E-3D9F-4DFA-A168-63F4D8C2491B}" destId="{B022F101-4EBF-4E8A-AC3B-2D2510A720FE}" srcOrd="0" destOrd="0" presId="urn:microsoft.com/office/officeart/2005/8/layout/vList3"/>
    <dgm:cxn modelId="{F5772FC2-663B-4096-93E1-CE458DA437CB}" srcId="{2B842975-037C-4495-B629-AEFB1A39AF85}" destId="{838B4E9B-7B79-4452-9D8F-E470FFB359F4}" srcOrd="1" destOrd="0" parTransId="{33E6C474-1944-438A-840B-864D59FDFE3E}" sibTransId="{C23812AA-7B31-4EBB-9E5E-40823F216388}"/>
    <dgm:cxn modelId="{C299B2FC-6384-42B9-8429-D9C2AF3CF17E}" type="presOf" srcId="{838B4E9B-7B79-4452-9D8F-E470FFB359F4}" destId="{8C7B8FF8-D5A1-454E-9518-A9BF5CEE52EE}" srcOrd="0" destOrd="0" presId="urn:microsoft.com/office/officeart/2005/8/layout/vList3"/>
    <dgm:cxn modelId="{8443CE24-C200-4E9B-97F1-0AB0260ABA64}" type="presParOf" srcId="{1C0EA433-FFE3-4517-89F5-55674A550EDE}" destId="{FF3F2551-16DD-476B-A603-810258AE3F7B}" srcOrd="0" destOrd="0" presId="urn:microsoft.com/office/officeart/2005/8/layout/vList3"/>
    <dgm:cxn modelId="{66A0CA5E-A691-4205-8A2E-231312F0D53B}" type="presParOf" srcId="{FF3F2551-16DD-476B-A603-810258AE3F7B}" destId="{F99DF59D-2745-48FD-91CC-CB1892419449}" srcOrd="0" destOrd="0" presId="urn:microsoft.com/office/officeart/2005/8/layout/vList3"/>
    <dgm:cxn modelId="{55A82826-D584-4E3D-9F6D-1DDA70182ED4}" type="presParOf" srcId="{FF3F2551-16DD-476B-A603-810258AE3F7B}" destId="{B022F101-4EBF-4E8A-AC3B-2D2510A720FE}" srcOrd="1" destOrd="0" presId="urn:microsoft.com/office/officeart/2005/8/layout/vList3"/>
    <dgm:cxn modelId="{8DF5F6D3-D19F-4544-B6D5-6996228060E9}" type="presParOf" srcId="{1C0EA433-FFE3-4517-89F5-55674A550EDE}" destId="{D928234F-7FED-4589-8589-D05FCAFED6FF}" srcOrd="1" destOrd="0" presId="urn:microsoft.com/office/officeart/2005/8/layout/vList3"/>
    <dgm:cxn modelId="{4F848F46-4B4D-4777-8F0B-25C2BFF86DF5}" type="presParOf" srcId="{1C0EA433-FFE3-4517-89F5-55674A550EDE}" destId="{2294C789-D6B6-4C75-92D9-14985EDA0360}" srcOrd="2" destOrd="0" presId="urn:microsoft.com/office/officeart/2005/8/layout/vList3"/>
    <dgm:cxn modelId="{EEA2D2AB-4707-4682-AF97-9ADB87119900}" type="presParOf" srcId="{2294C789-D6B6-4C75-92D9-14985EDA0360}" destId="{B7EACC4C-0DC7-4F7E-A8BF-77127673A80F}" srcOrd="0" destOrd="0" presId="urn:microsoft.com/office/officeart/2005/8/layout/vList3"/>
    <dgm:cxn modelId="{CBEC356C-AE5A-4E5A-B204-27D2DCCEF9C5}" type="presParOf" srcId="{2294C789-D6B6-4C75-92D9-14985EDA0360}" destId="{8C7B8FF8-D5A1-454E-9518-A9BF5CEE52EE}" srcOrd="1" destOrd="0" presId="urn:microsoft.com/office/officeart/2005/8/layout/vList3"/>
    <dgm:cxn modelId="{7FF0A2BB-0441-4CEF-936E-4FAAC0CE9809}" type="presParOf" srcId="{1C0EA433-FFE3-4517-89F5-55674A550EDE}" destId="{4A6C51D6-5F5F-4E7C-8B9A-428D1DE517C7}" srcOrd="3" destOrd="0" presId="urn:microsoft.com/office/officeart/2005/8/layout/vList3"/>
    <dgm:cxn modelId="{96C454B1-0985-4A3E-9507-C5FA09AB71B4}" type="presParOf" srcId="{1C0EA433-FFE3-4517-89F5-55674A550EDE}" destId="{9BDF9913-94BF-4A22-AC71-D0B04439BB42}" srcOrd="4" destOrd="0" presId="urn:microsoft.com/office/officeart/2005/8/layout/vList3"/>
    <dgm:cxn modelId="{0A2FDAA8-A336-4DC3-A2CA-9382D0BD2D2D}" type="presParOf" srcId="{9BDF9913-94BF-4A22-AC71-D0B04439BB42}" destId="{DA7D677E-1C60-455D-9C16-64CC98007B78}" srcOrd="0" destOrd="0" presId="urn:microsoft.com/office/officeart/2005/8/layout/vList3"/>
    <dgm:cxn modelId="{A26C48C5-BC12-4B28-8864-ED4D0A2379E0}" type="presParOf" srcId="{9BDF9913-94BF-4A22-AC71-D0B04439BB42}" destId="{B15C8F0A-0828-4424-B073-F2605FE03706}" srcOrd="1" destOrd="0" presId="urn:microsoft.com/office/officeart/2005/8/layout/vList3"/>
    <dgm:cxn modelId="{2C5A3EEB-1CCC-4EB4-8532-638D94F06E99}" type="presParOf" srcId="{1C0EA433-FFE3-4517-89F5-55674A550EDE}" destId="{42D2778F-D706-401C-B989-4D75F1BF0078}" srcOrd="5" destOrd="0" presId="urn:microsoft.com/office/officeart/2005/8/layout/vList3"/>
    <dgm:cxn modelId="{BF0798D5-D3FA-48B2-A873-8644A8447434}" type="presParOf" srcId="{1C0EA433-FFE3-4517-89F5-55674A550EDE}" destId="{93AAC001-A4B1-489D-A3CC-A77AFADA07D6}" srcOrd="6" destOrd="0" presId="urn:microsoft.com/office/officeart/2005/8/layout/vList3"/>
    <dgm:cxn modelId="{34CA5B52-5A81-4FFF-A6D5-31A6358F315D}" type="presParOf" srcId="{93AAC001-A4B1-489D-A3CC-A77AFADA07D6}" destId="{0C1C15C4-54C2-4877-BBCA-0E6F240BAFB0}" srcOrd="0" destOrd="0" presId="urn:microsoft.com/office/officeart/2005/8/layout/vList3"/>
    <dgm:cxn modelId="{95C6A03A-0AF6-4F03-AA43-3182B02DBB52}" type="presParOf" srcId="{93AAC001-A4B1-489D-A3CC-A77AFADA07D6}" destId="{0C8E3404-3621-479E-9B24-B154C3F15A0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CE9E4472-C0D0-4A6B-9EC0-BC9253071B2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FB93234A-E252-4286-AE83-E6696B4F87D9}">
      <dgm:prSet/>
      <dgm:spPr/>
      <dgm:t>
        <a:bodyPr/>
        <a:lstStyle/>
        <a:p>
          <a:r>
            <a:rPr lang="ru-RU" dirty="0" err="1"/>
            <a:t>доброчинні</a:t>
          </a:r>
          <a:r>
            <a:rPr lang="ru-RU" dirty="0"/>
            <a:t> </a:t>
          </a:r>
          <a:r>
            <a:rPr lang="ru-RU" dirty="0" err="1"/>
            <a:t>товариства</a:t>
          </a:r>
          <a:r>
            <a:rPr lang="ru-RU" dirty="0"/>
            <a:t> </a:t>
          </a:r>
          <a:r>
            <a:rPr lang="ru-RU" dirty="0" err="1"/>
            <a:t>української</a:t>
          </a:r>
          <a:r>
            <a:rPr lang="ru-RU" dirty="0"/>
            <a:t> </a:t>
          </a:r>
          <a:r>
            <a:rPr lang="ru-RU" dirty="0" err="1"/>
            <a:t>шляхти</a:t>
          </a:r>
          <a:r>
            <a:rPr lang="ru-RU" dirty="0"/>
            <a:t>, </a:t>
          </a:r>
          <a:r>
            <a:rPr lang="ru-RU" dirty="0" err="1"/>
            <a:t>що</a:t>
          </a:r>
          <a:r>
            <a:rPr lang="ru-RU" dirty="0"/>
            <a:t> </a:t>
          </a:r>
          <a:r>
            <a:rPr lang="ru-RU" dirty="0" err="1"/>
            <a:t>опікувалися</a:t>
          </a:r>
          <a:r>
            <a:rPr lang="ru-RU" dirty="0"/>
            <a:t> </a:t>
          </a:r>
          <a:r>
            <a:rPr lang="ru-RU" dirty="0" err="1"/>
            <a:t>будівництвом</a:t>
          </a:r>
          <a:r>
            <a:rPr lang="ru-RU" dirty="0"/>
            <a:t> </a:t>
          </a:r>
          <a:r>
            <a:rPr lang="ru-RU" dirty="0" err="1"/>
            <a:t>православних</a:t>
          </a:r>
          <a:r>
            <a:rPr lang="ru-RU" dirty="0"/>
            <a:t> </a:t>
          </a:r>
          <a:r>
            <a:rPr lang="ru-RU" dirty="0" err="1"/>
            <a:t>храмів</a:t>
          </a:r>
          <a:r>
            <a:rPr lang="ru-RU" dirty="0"/>
            <a:t>.</a:t>
          </a:r>
          <a:endParaRPr lang="uk-UA" dirty="0"/>
        </a:p>
      </dgm:t>
    </dgm:pt>
    <dgm:pt modelId="{1AE82ECF-31C0-4BDD-AF8C-02C29D71AAA0}" type="parTrans" cxnId="{669D9235-A288-448D-AD87-AE09C97386D0}">
      <dgm:prSet/>
      <dgm:spPr/>
      <dgm:t>
        <a:bodyPr/>
        <a:lstStyle/>
        <a:p>
          <a:endParaRPr lang="uk-UA"/>
        </a:p>
      </dgm:t>
    </dgm:pt>
    <dgm:pt modelId="{89AD4C08-4CD7-40E5-AEFA-391A78D1EC43}" type="sibTrans" cxnId="{669D9235-A288-448D-AD87-AE09C97386D0}">
      <dgm:prSet/>
      <dgm:spPr/>
      <dgm:t>
        <a:bodyPr/>
        <a:lstStyle/>
        <a:p>
          <a:endParaRPr lang="uk-UA"/>
        </a:p>
      </dgm:t>
    </dgm:pt>
    <dgm:pt modelId="{536D2E48-E515-4C4C-9A56-C7B7C0DDB74B}">
      <dgm:prSet/>
      <dgm:spPr/>
      <dgm:t>
        <a:bodyPr/>
        <a:lstStyle/>
        <a:p>
          <a:r>
            <a:rPr lang="ru-RU"/>
            <a:t>форма промислового виробництва, заснована на розподілі праці й ремісничій техніці, що передувала великій машинній індустрії.</a:t>
          </a:r>
          <a:endParaRPr lang="uk-UA"/>
        </a:p>
      </dgm:t>
    </dgm:pt>
    <dgm:pt modelId="{A84D08FE-B757-4286-BCA8-B98BF4D99F94}" type="parTrans" cxnId="{975D851A-81AB-4159-A8E4-F9FE1299A5FB}">
      <dgm:prSet/>
      <dgm:spPr/>
      <dgm:t>
        <a:bodyPr/>
        <a:lstStyle/>
        <a:p>
          <a:endParaRPr lang="uk-UA"/>
        </a:p>
      </dgm:t>
    </dgm:pt>
    <dgm:pt modelId="{DAD3B5E0-2814-4EF4-B7E3-A68640904F86}" type="sibTrans" cxnId="{975D851A-81AB-4159-A8E4-F9FE1299A5FB}">
      <dgm:prSet/>
      <dgm:spPr/>
      <dgm:t>
        <a:bodyPr/>
        <a:lstStyle/>
        <a:p>
          <a:endParaRPr lang="uk-UA"/>
        </a:p>
      </dgm:t>
    </dgm:pt>
    <dgm:pt modelId="{EDFB7F7D-5532-4E70-BF7E-FAD85F31181C}">
      <dgm:prSet/>
      <dgm:spPr>
        <a:solidFill>
          <a:srgbClr val="0070C0"/>
        </a:solidFill>
      </dgm:spPr>
      <dgm:t>
        <a:bodyPr/>
        <a:lstStyle/>
        <a:p>
          <a:r>
            <a:rPr lang="ru-RU" dirty="0" err="1"/>
            <a:t>багатогалузеве</a:t>
          </a:r>
          <a:r>
            <a:rPr lang="ru-RU" dirty="0"/>
            <a:t> </a:t>
          </a:r>
          <a:r>
            <a:rPr lang="ru-RU" dirty="0" err="1"/>
            <a:t>господарство</a:t>
          </a:r>
          <a:r>
            <a:rPr lang="ru-RU" dirty="0"/>
            <a:t>, </a:t>
          </a:r>
          <a:r>
            <a:rPr lang="ru-RU" dirty="0" err="1"/>
            <a:t>що</a:t>
          </a:r>
          <a:r>
            <a:rPr lang="ru-RU" dirty="0"/>
            <a:t> </a:t>
          </a:r>
          <a:r>
            <a:rPr lang="ru-RU" dirty="0" err="1"/>
            <a:t>базувалося</a:t>
          </a:r>
          <a:r>
            <a:rPr lang="ru-RU" dirty="0"/>
            <a:t> на </a:t>
          </a:r>
          <a:r>
            <a:rPr lang="ru-RU" dirty="0" err="1"/>
            <a:t>праці</a:t>
          </a:r>
          <a:r>
            <a:rPr lang="ru-RU" dirty="0"/>
            <a:t> </a:t>
          </a:r>
          <a:r>
            <a:rPr lang="ru-RU" dirty="0" err="1"/>
            <a:t>кріпосних</a:t>
          </a:r>
          <a:r>
            <a:rPr lang="ru-RU" dirty="0"/>
            <a:t> селян й </a:t>
          </a:r>
          <a:r>
            <a:rPr lang="ru-RU" dirty="0" err="1"/>
            <a:t>орієнтувалося</a:t>
          </a:r>
          <a:r>
            <a:rPr lang="ru-RU" dirty="0"/>
            <a:t> на </a:t>
          </a:r>
          <a:r>
            <a:rPr lang="ru-RU" dirty="0" err="1"/>
            <a:t>виробництво</a:t>
          </a:r>
          <a:r>
            <a:rPr lang="ru-RU" dirty="0"/>
            <a:t> </a:t>
          </a:r>
          <a:r>
            <a:rPr lang="ru-RU" dirty="0" err="1"/>
            <a:t>сільськогосподарської</a:t>
          </a:r>
          <a:r>
            <a:rPr lang="ru-RU" dirty="0"/>
            <a:t> </a:t>
          </a:r>
          <a:r>
            <a:rPr lang="ru-RU" dirty="0" err="1"/>
            <a:t>продукції</a:t>
          </a:r>
          <a:r>
            <a:rPr lang="ru-RU" dirty="0"/>
            <a:t>, перш за все </a:t>
          </a:r>
          <a:r>
            <a:rPr lang="ru-RU" dirty="0" err="1"/>
            <a:t>збіжжя</a:t>
          </a:r>
          <a:r>
            <a:rPr lang="ru-RU" dirty="0"/>
            <a:t> на продаж.</a:t>
          </a:r>
          <a:endParaRPr lang="uk-UA" dirty="0"/>
        </a:p>
      </dgm:t>
    </dgm:pt>
    <dgm:pt modelId="{E38F82E3-4877-4712-A2CD-BD555A78AA99}" type="parTrans" cxnId="{27C6FFA0-4AC8-4E19-85CC-11B3BFFE1932}">
      <dgm:prSet/>
      <dgm:spPr/>
      <dgm:t>
        <a:bodyPr/>
        <a:lstStyle/>
        <a:p>
          <a:endParaRPr lang="uk-UA"/>
        </a:p>
      </dgm:t>
    </dgm:pt>
    <dgm:pt modelId="{7AF16679-2760-4CBE-9247-FE9907143DE3}" type="sibTrans" cxnId="{27C6FFA0-4AC8-4E19-85CC-11B3BFFE1932}">
      <dgm:prSet/>
      <dgm:spPr/>
      <dgm:t>
        <a:bodyPr/>
        <a:lstStyle/>
        <a:p>
          <a:endParaRPr lang="uk-UA"/>
        </a:p>
      </dgm:t>
    </dgm:pt>
    <dgm:pt modelId="{54C05C54-D3CF-467C-A5A1-B329DA3B23D8}">
      <dgm:prSet/>
      <dgm:spPr/>
      <dgm:t>
        <a:bodyPr/>
        <a:lstStyle/>
        <a:p>
          <a:r>
            <a:rPr lang="ru-RU"/>
            <a:t>корпоративні організації ремісників однієї чи кількох споріднених спеціальностей у містах, що користувалися магдебурзьким правом.</a:t>
          </a:r>
          <a:endParaRPr lang="uk-UA"/>
        </a:p>
      </dgm:t>
    </dgm:pt>
    <dgm:pt modelId="{47E21B93-1891-4799-826B-E13728A5C80B}" type="parTrans" cxnId="{35B5FA18-C53F-4EE7-A56B-6C24DCDAE53B}">
      <dgm:prSet/>
      <dgm:spPr/>
      <dgm:t>
        <a:bodyPr/>
        <a:lstStyle/>
        <a:p>
          <a:endParaRPr lang="uk-UA"/>
        </a:p>
      </dgm:t>
    </dgm:pt>
    <dgm:pt modelId="{F4A8E0F3-E10B-49A6-861C-C3113B7E7A3D}" type="sibTrans" cxnId="{35B5FA18-C53F-4EE7-A56B-6C24DCDAE53B}">
      <dgm:prSet/>
      <dgm:spPr/>
      <dgm:t>
        <a:bodyPr/>
        <a:lstStyle/>
        <a:p>
          <a:endParaRPr lang="uk-UA"/>
        </a:p>
      </dgm:t>
    </dgm:pt>
    <dgm:pt modelId="{AE09A604-2DEA-4FC0-959D-B1FB8469F91D}" type="pres">
      <dgm:prSet presAssocID="{CE9E4472-C0D0-4A6B-9EC0-BC9253071B2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49B8718-1B28-4188-848C-04F598285C86}" type="pres">
      <dgm:prSet presAssocID="{FB93234A-E252-4286-AE83-E6696B4F87D9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69ECEFF-B9E4-4E5B-9999-E7C29E1EB083}" type="pres">
      <dgm:prSet presAssocID="{89AD4C08-4CD7-40E5-AEFA-391A78D1EC43}" presName="spacer" presStyleCnt="0"/>
      <dgm:spPr/>
    </dgm:pt>
    <dgm:pt modelId="{8A133B2D-35D2-4C16-BEEE-CD6FF70D85A0}" type="pres">
      <dgm:prSet presAssocID="{536D2E48-E515-4C4C-9A56-C7B7C0DDB74B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F04E2E-52C7-4764-BDF7-4D7D49A561E4}" type="pres">
      <dgm:prSet presAssocID="{DAD3B5E0-2814-4EF4-B7E3-A68640904F86}" presName="spacer" presStyleCnt="0"/>
      <dgm:spPr/>
    </dgm:pt>
    <dgm:pt modelId="{8C0A76D4-F243-4624-92B7-4058BA76A725}" type="pres">
      <dgm:prSet presAssocID="{EDFB7F7D-5532-4E70-BF7E-FAD85F31181C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AFA47CF-1C25-41FB-93B1-CDF8729F5972}" type="pres">
      <dgm:prSet presAssocID="{7AF16679-2760-4CBE-9247-FE9907143DE3}" presName="spacer" presStyleCnt="0"/>
      <dgm:spPr/>
    </dgm:pt>
    <dgm:pt modelId="{B06BE247-187D-4837-A054-181D05EEF2BC}" type="pres">
      <dgm:prSet presAssocID="{54C05C54-D3CF-467C-A5A1-B329DA3B23D8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7C6FFA0-4AC8-4E19-85CC-11B3BFFE1932}" srcId="{CE9E4472-C0D0-4A6B-9EC0-BC9253071B23}" destId="{EDFB7F7D-5532-4E70-BF7E-FAD85F31181C}" srcOrd="2" destOrd="0" parTransId="{E38F82E3-4877-4712-A2CD-BD555A78AA99}" sibTransId="{7AF16679-2760-4CBE-9247-FE9907143DE3}"/>
    <dgm:cxn modelId="{975D851A-81AB-4159-A8E4-F9FE1299A5FB}" srcId="{CE9E4472-C0D0-4A6B-9EC0-BC9253071B23}" destId="{536D2E48-E515-4C4C-9A56-C7B7C0DDB74B}" srcOrd="1" destOrd="0" parTransId="{A84D08FE-B757-4286-BCA8-B98BF4D99F94}" sibTransId="{DAD3B5E0-2814-4EF4-B7E3-A68640904F86}"/>
    <dgm:cxn modelId="{35B5FA18-C53F-4EE7-A56B-6C24DCDAE53B}" srcId="{CE9E4472-C0D0-4A6B-9EC0-BC9253071B23}" destId="{54C05C54-D3CF-467C-A5A1-B329DA3B23D8}" srcOrd="3" destOrd="0" parTransId="{47E21B93-1891-4799-826B-E13728A5C80B}" sibTransId="{F4A8E0F3-E10B-49A6-861C-C3113B7E7A3D}"/>
    <dgm:cxn modelId="{669D9235-A288-448D-AD87-AE09C97386D0}" srcId="{CE9E4472-C0D0-4A6B-9EC0-BC9253071B23}" destId="{FB93234A-E252-4286-AE83-E6696B4F87D9}" srcOrd="0" destOrd="0" parTransId="{1AE82ECF-31C0-4BDD-AF8C-02C29D71AAA0}" sibTransId="{89AD4C08-4CD7-40E5-AEFA-391A78D1EC43}"/>
    <dgm:cxn modelId="{2D92E501-30EF-4FF0-9BB9-7F28F5A95A37}" type="presOf" srcId="{CE9E4472-C0D0-4A6B-9EC0-BC9253071B23}" destId="{AE09A604-2DEA-4FC0-959D-B1FB8469F91D}" srcOrd="0" destOrd="0" presId="urn:microsoft.com/office/officeart/2005/8/layout/vList2"/>
    <dgm:cxn modelId="{72DAC280-45AB-4A74-93FF-446B8615E516}" type="presOf" srcId="{54C05C54-D3CF-467C-A5A1-B329DA3B23D8}" destId="{B06BE247-187D-4837-A054-181D05EEF2BC}" srcOrd="0" destOrd="0" presId="urn:microsoft.com/office/officeart/2005/8/layout/vList2"/>
    <dgm:cxn modelId="{6E9825AF-965F-4FF9-87B0-0DEA84518A2A}" type="presOf" srcId="{536D2E48-E515-4C4C-9A56-C7B7C0DDB74B}" destId="{8A133B2D-35D2-4C16-BEEE-CD6FF70D85A0}" srcOrd="0" destOrd="0" presId="urn:microsoft.com/office/officeart/2005/8/layout/vList2"/>
    <dgm:cxn modelId="{25EEC9E3-D0D8-4051-AEC6-1EC264B94B3E}" type="presOf" srcId="{FB93234A-E252-4286-AE83-E6696B4F87D9}" destId="{749B8718-1B28-4188-848C-04F598285C86}" srcOrd="0" destOrd="0" presId="urn:microsoft.com/office/officeart/2005/8/layout/vList2"/>
    <dgm:cxn modelId="{C25568A7-5F28-4A97-AEC0-67B628AF4795}" type="presOf" srcId="{EDFB7F7D-5532-4E70-BF7E-FAD85F31181C}" destId="{8C0A76D4-F243-4624-92B7-4058BA76A725}" srcOrd="0" destOrd="0" presId="urn:microsoft.com/office/officeart/2005/8/layout/vList2"/>
    <dgm:cxn modelId="{E5585A29-6EE1-4F55-AFAA-8E0E10667250}" type="presParOf" srcId="{AE09A604-2DEA-4FC0-959D-B1FB8469F91D}" destId="{749B8718-1B28-4188-848C-04F598285C86}" srcOrd="0" destOrd="0" presId="urn:microsoft.com/office/officeart/2005/8/layout/vList2"/>
    <dgm:cxn modelId="{CB23463D-D7C3-453F-A79D-3BD9EB4666DB}" type="presParOf" srcId="{AE09A604-2DEA-4FC0-959D-B1FB8469F91D}" destId="{C69ECEFF-B9E4-4E5B-9999-E7C29E1EB083}" srcOrd="1" destOrd="0" presId="urn:microsoft.com/office/officeart/2005/8/layout/vList2"/>
    <dgm:cxn modelId="{A4CCDCB2-CA4F-4CC5-B023-3A67E9344016}" type="presParOf" srcId="{AE09A604-2DEA-4FC0-959D-B1FB8469F91D}" destId="{8A133B2D-35D2-4C16-BEEE-CD6FF70D85A0}" srcOrd="2" destOrd="0" presId="urn:microsoft.com/office/officeart/2005/8/layout/vList2"/>
    <dgm:cxn modelId="{5EAB31DC-6755-4407-9784-E8AF634A525B}" type="presParOf" srcId="{AE09A604-2DEA-4FC0-959D-B1FB8469F91D}" destId="{13F04E2E-52C7-4764-BDF7-4D7D49A561E4}" srcOrd="3" destOrd="0" presId="urn:microsoft.com/office/officeart/2005/8/layout/vList2"/>
    <dgm:cxn modelId="{98053810-2327-49BE-B0ED-744E3D6D4ABB}" type="presParOf" srcId="{AE09A604-2DEA-4FC0-959D-B1FB8469F91D}" destId="{8C0A76D4-F243-4624-92B7-4058BA76A725}" srcOrd="4" destOrd="0" presId="urn:microsoft.com/office/officeart/2005/8/layout/vList2"/>
    <dgm:cxn modelId="{1408A0AE-2252-4B79-8860-9694BF961526}" type="presParOf" srcId="{AE09A604-2DEA-4FC0-959D-B1FB8469F91D}" destId="{DAFA47CF-1C25-41FB-93B1-CDF8729F5972}" srcOrd="5" destOrd="0" presId="urn:microsoft.com/office/officeart/2005/8/layout/vList2"/>
    <dgm:cxn modelId="{6C9FABB9-228F-4207-B5C0-5E2DD4DF4031}" type="presParOf" srcId="{AE09A604-2DEA-4FC0-959D-B1FB8469F91D}" destId="{B06BE247-187D-4837-A054-181D05EEF2B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CE9E4472-C0D0-4A6B-9EC0-BC9253071B2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B93234A-E252-4286-AE83-E6696B4F87D9}">
      <dgm:prSet/>
      <dgm:spPr/>
      <dgm:t>
        <a:bodyPr/>
        <a:lstStyle/>
        <a:p>
          <a:r>
            <a:rPr lang="ru-RU" dirty="0" err="1"/>
            <a:t>доброчинні</a:t>
          </a:r>
          <a:r>
            <a:rPr lang="ru-RU" dirty="0"/>
            <a:t> </a:t>
          </a:r>
          <a:r>
            <a:rPr lang="ru-RU" dirty="0" err="1"/>
            <a:t>товариства</a:t>
          </a:r>
          <a:r>
            <a:rPr lang="ru-RU" dirty="0"/>
            <a:t> </a:t>
          </a:r>
          <a:r>
            <a:rPr lang="ru-RU" dirty="0" err="1"/>
            <a:t>української</a:t>
          </a:r>
          <a:r>
            <a:rPr lang="ru-RU" dirty="0"/>
            <a:t> </a:t>
          </a:r>
          <a:r>
            <a:rPr lang="ru-RU" dirty="0" err="1"/>
            <a:t>шляхти</a:t>
          </a:r>
          <a:r>
            <a:rPr lang="ru-RU" dirty="0"/>
            <a:t>, </a:t>
          </a:r>
          <a:r>
            <a:rPr lang="ru-RU" dirty="0" err="1"/>
            <a:t>що</a:t>
          </a:r>
          <a:r>
            <a:rPr lang="ru-RU" dirty="0"/>
            <a:t> </a:t>
          </a:r>
          <a:r>
            <a:rPr lang="ru-RU" dirty="0" err="1"/>
            <a:t>опікувалися</a:t>
          </a:r>
          <a:r>
            <a:rPr lang="ru-RU" dirty="0"/>
            <a:t> </a:t>
          </a:r>
          <a:r>
            <a:rPr lang="ru-RU"/>
            <a:t>будівництвом</a:t>
          </a:r>
          <a:r>
            <a:rPr lang="ru-RU" dirty="0"/>
            <a:t> </a:t>
          </a:r>
          <a:r>
            <a:rPr lang="ru-RU" dirty="0" err="1"/>
            <a:t>православних</a:t>
          </a:r>
          <a:r>
            <a:rPr lang="ru-RU" dirty="0"/>
            <a:t> </a:t>
          </a:r>
          <a:r>
            <a:rPr lang="ru-RU" dirty="0" err="1"/>
            <a:t>храмів</a:t>
          </a:r>
          <a:r>
            <a:rPr lang="ru-RU" dirty="0"/>
            <a:t>.</a:t>
          </a:r>
          <a:endParaRPr lang="uk-UA" dirty="0"/>
        </a:p>
      </dgm:t>
    </dgm:pt>
    <dgm:pt modelId="{1AE82ECF-31C0-4BDD-AF8C-02C29D71AAA0}" type="parTrans" cxnId="{669D9235-A288-448D-AD87-AE09C97386D0}">
      <dgm:prSet/>
      <dgm:spPr/>
      <dgm:t>
        <a:bodyPr/>
        <a:lstStyle/>
        <a:p>
          <a:endParaRPr lang="uk-UA"/>
        </a:p>
      </dgm:t>
    </dgm:pt>
    <dgm:pt modelId="{89AD4C08-4CD7-40E5-AEFA-391A78D1EC43}" type="sibTrans" cxnId="{669D9235-A288-448D-AD87-AE09C97386D0}">
      <dgm:prSet/>
      <dgm:spPr/>
      <dgm:t>
        <a:bodyPr/>
        <a:lstStyle/>
        <a:p>
          <a:endParaRPr lang="uk-UA"/>
        </a:p>
      </dgm:t>
    </dgm:pt>
    <dgm:pt modelId="{536D2E48-E515-4C4C-9A56-C7B7C0DDB74B}">
      <dgm:prSet/>
      <dgm:spPr/>
      <dgm:t>
        <a:bodyPr/>
        <a:lstStyle/>
        <a:p>
          <a:r>
            <a:rPr lang="ru-RU" dirty="0"/>
            <a:t>форма </a:t>
          </a:r>
          <a:r>
            <a:rPr lang="ru-RU" dirty="0" err="1"/>
            <a:t>промислового</a:t>
          </a:r>
          <a:r>
            <a:rPr lang="ru-RU" dirty="0"/>
            <a:t> </a:t>
          </a:r>
          <a:r>
            <a:rPr lang="ru-RU" dirty="0" err="1"/>
            <a:t>виробництва</a:t>
          </a:r>
          <a:r>
            <a:rPr lang="ru-RU" dirty="0"/>
            <a:t>, заснована на </a:t>
          </a:r>
          <a:r>
            <a:rPr lang="ru-RU" dirty="0" err="1"/>
            <a:t>розподілі</a:t>
          </a:r>
          <a:r>
            <a:rPr lang="ru-RU" dirty="0"/>
            <a:t> </a:t>
          </a:r>
          <a:r>
            <a:rPr lang="ru-RU" dirty="0" err="1"/>
            <a:t>праці</a:t>
          </a:r>
          <a:r>
            <a:rPr lang="ru-RU" dirty="0"/>
            <a:t> й </a:t>
          </a:r>
          <a:r>
            <a:rPr lang="ru-RU" dirty="0" err="1"/>
            <a:t>ремісничій</a:t>
          </a:r>
          <a:r>
            <a:rPr lang="ru-RU" dirty="0"/>
            <a:t> </a:t>
          </a:r>
          <a:r>
            <a:rPr lang="ru-RU" dirty="0" err="1"/>
            <a:t>техніці</a:t>
          </a:r>
          <a:r>
            <a:rPr lang="ru-RU" dirty="0"/>
            <a:t>, </a:t>
          </a:r>
          <a:r>
            <a:rPr lang="ru-RU" dirty="0" err="1"/>
            <a:t>що</a:t>
          </a:r>
          <a:r>
            <a:rPr lang="ru-RU" dirty="0"/>
            <a:t> передувала </a:t>
          </a:r>
          <a:r>
            <a:rPr lang="ru-RU" dirty="0" err="1"/>
            <a:t>великій</a:t>
          </a:r>
          <a:r>
            <a:rPr lang="ru-RU" dirty="0"/>
            <a:t> </a:t>
          </a:r>
          <a:r>
            <a:rPr lang="ru-RU" dirty="0" err="1"/>
            <a:t>машинній</a:t>
          </a:r>
          <a:r>
            <a:rPr lang="ru-RU" dirty="0"/>
            <a:t> </a:t>
          </a:r>
          <a:r>
            <a:rPr lang="ru-RU" dirty="0" err="1"/>
            <a:t>індустрії</a:t>
          </a:r>
          <a:r>
            <a:rPr lang="ru-RU" dirty="0"/>
            <a:t>.</a:t>
          </a:r>
          <a:endParaRPr lang="uk-UA" dirty="0"/>
        </a:p>
      </dgm:t>
    </dgm:pt>
    <dgm:pt modelId="{A84D08FE-B757-4286-BCA8-B98BF4D99F94}" type="parTrans" cxnId="{975D851A-81AB-4159-A8E4-F9FE1299A5FB}">
      <dgm:prSet/>
      <dgm:spPr/>
      <dgm:t>
        <a:bodyPr/>
        <a:lstStyle/>
        <a:p>
          <a:endParaRPr lang="uk-UA"/>
        </a:p>
      </dgm:t>
    </dgm:pt>
    <dgm:pt modelId="{DAD3B5E0-2814-4EF4-B7E3-A68640904F86}" type="sibTrans" cxnId="{975D851A-81AB-4159-A8E4-F9FE1299A5FB}">
      <dgm:prSet/>
      <dgm:spPr/>
      <dgm:t>
        <a:bodyPr/>
        <a:lstStyle/>
        <a:p>
          <a:endParaRPr lang="uk-UA"/>
        </a:p>
      </dgm:t>
    </dgm:pt>
    <dgm:pt modelId="{EDFB7F7D-5532-4E70-BF7E-FAD85F31181C}">
      <dgm:prSet/>
      <dgm:spPr/>
      <dgm:t>
        <a:bodyPr/>
        <a:lstStyle/>
        <a:p>
          <a:r>
            <a:rPr lang="ru-RU"/>
            <a:t>багатогалузеве господарство, що базувалося на праці кріпосних селян й орієнтувалося на виробництво сільськогосподарської продукції, перш за все збіжжя на продаж.</a:t>
          </a:r>
          <a:endParaRPr lang="uk-UA"/>
        </a:p>
      </dgm:t>
    </dgm:pt>
    <dgm:pt modelId="{E38F82E3-4877-4712-A2CD-BD555A78AA99}" type="parTrans" cxnId="{27C6FFA0-4AC8-4E19-85CC-11B3BFFE1932}">
      <dgm:prSet/>
      <dgm:spPr/>
      <dgm:t>
        <a:bodyPr/>
        <a:lstStyle/>
        <a:p>
          <a:endParaRPr lang="uk-UA"/>
        </a:p>
      </dgm:t>
    </dgm:pt>
    <dgm:pt modelId="{7AF16679-2760-4CBE-9247-FE9907143DE3}" type="sibTrans" cxnId="{27C6FFA0-4AC8-4E19-85CC-11B3BFFE1932}">
      <dgm:prSet/>
      <dgm:spPr/>
      <dgm:t>
        <a:bodyPr/>
        <a:lstStyle/>
        <a:p>
          <a:endParaRPr lang="uk-UA"/>
        </a:p>
      </dgm:t>
    </dgm:pt>
    <dgm:pt modelId="{54C05C54-D3CF-467C-A5A1-B329DA3B23D8}">
      <dgm:prSet/>
      <dgm:spPr/>
      <dgm:t>
        <a:bodyPr/>
        <a:lstStyle/>
        <a:p>
          <a:r>
            <a:rPr lang="ru-RU" dirty="0" err="1"/>
            <a:t>корпоративні</a:t>
          </a:r>
          <a:r>
            <a:rPr lang="ru-RU" dirty="0"/>
            <a:t> </a:t>
          </a:r>
          <a:r>
            <a:rPr lang="ru-RU" dirty="0" err="1"/>
            <a:t>організації</a:t>
          </a:r>
          <a:r>
            <a:rPr lang="ru-RU" dirty="0"/>
            <a:t> </a:t>
          </a:r>
          <a:r>
            <a:rPr lang="ru-RU" dirty="0" err="1"/>
            <a:t>ремісників</a:t>
          </a:r>
          <a:r>
            <a:rPr lang="ru-RU" dirty="0"/>
            <a:t> </a:t>
          </a:r>
          <a:r>
            <a:rPr lang="ru-RU" dirty="0" err="1"/>
            <a:t>однієї</a:t>
          </a:r>
          <a:r>
            <a:rPr lang="ru-RU" dirty="0"/>
            <a:t> </a:t>
          </a:r>
          <a:r>
            <a:rPr lang="ru-RU" dirty="0" err="1"/>
            <a:t>чи</a:t>
          </a:r>
          <a:r>
            <a:rPr lang="ru-RU" dirty="0"/>
            <a:t> </a:t>
          </a:r>
          <a:r>
            <a:rPr lang="ru-RU" dirty="0" err="1"/>
            <a:t>кількох</a:t>
          </a:r>
          <a:r>
            <a:rPr lang="ru-RU" dirty="0"/>
            <a:t> </a:t>
          </a:r>
          <a:r>
            <a:rPr lang="ru-RU" dirty="0" err="1"/>
            <a:t>споріднених</a:t>
          </a:r>
          <a:r>
            <a:rPr lang="ru-RU" dirty="0"/>
            <a:t> </a:t>
          </a:r>
          <a:r>
            <a:rPr lang="ru-RU" dirty="0" err="1"/>
            <a:t>спеціальностей</a:t>
          </a:r>
          <a:r>
            <a:rPr lang="ru-RU" dirty="0"/>
            <a:t> у </a:t>
          </a:r>
          <a:r>
            <a:rPr lang="ru-RU" dirty="0" err="1"/>
            <a:t>містах</a:t>
          </a:r>
          <a:r>
            <a:rPr lang="ru-RU" dirty="0"/>
            <a:t>, </a:t>
          </a:r>
          <a:r>
            <a:rPr lang="ru-RU" dirty="0" err="1"/>
            <a:t>що</a:t>
          </a:r>
          <a:r>
            <a:rPr lang="ru-RU" dirty="0"/>
            <a:t> </a:t>
          </a:r>
          <a:r>
            <a:rPr lang="ru-RU" dirty="0" err="1"/>
            <a:t>користувалися</a:t>
          </a:r>
          <a:r>
            <a:rPr lang="ru-RU" dirty="0"/>
            <a:t> </a:t>
          </a:r>
          <a:r>
            <a:rPr lang="ru-RU" dirty="0" err="1"/>
            <a:t>магдебурзьким</a:t>
          </a:r>
          <a:r>
            <a:rPr lang="ru-RU" dirty="0"/>
            <a:t> правом.</a:t>
          </a:r>
          <a:endParaRPr lang="uk-UA" dirty="0"/>
        </a:p>
      </dgm:t>
    </dgm:pt>
    <dgm:pt modelId="{47E21B93-1891-4799-826B-E13728A5C80B}" type="parTrans" cxnId="{35B5FA18-C53F-4EE7-A56B-6C24DCDAE53B}">
      <dgm:prSet/>
      <dgm:spPr/>
      <dgm:t>
        <a:bodyPr/>
        <a:lstStyle/>
        <a:p>
          <a:endParaRPr lang="uk-UA"/>
        </a:p>
      </dgm:t>
    </dgm:pt>
    <dgm:pt modelId="{F4A8E0F3-E10B-49A6-861C-C3113B7E7A3D}" type="sibTrans" cxnId="{35B5FA18-C53F-4EE7-A56B-6C24DCDAE53B}">
      <dgm:prSet/>
      <dgm:spPr/>
      <dgm:t>
        <a:bodyPr/>
        <a:lstStyle/>
        <a:p>
          <a:endParaRPr lang="uk-UA"/>
        </a:p>
      </dgm:t>
    </dgm:pt>
    <dgm:pt modelId="{AE09A604-2DEA-4FC0-959D-B1FB8469F91D}" type="pres">
      <dgm:prSet presAssocID="{CE9E4472-C0D0-4A6B-9EC0-BC9253071B2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49B8718-1B28-4188-848C-04F598285C86}" type="pres">
      <dgm:prSet presAssocID="{FB93234A-E252-4286-AE83-E6696B4F87D9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69ECEFF-B9E4-4E5B-9999-E7C29E1EB083}" type="pres">
      <dgm:prSet presAssocID="{89AD4C08-4CD7-40E5-AEFA-391A78D1EC43}" presName="spacer" presStyleCnt="0"/>
      <dgm:spPr/>
    </dgm:pt>
    <dgm:pt modelId="{8A133B2D-35D2-4C16-BEEE-CD6FF70D85A0}" type="pres">
      <dgm:prSet presAssocID="{536D2E48-E515-4C4C-9A56-C7B7C0DDB74B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F04E2E-52C7-4764-BDF7-4D7D49A561E4}" type="pres">
      <dgm:prSet presAssocID="{DAD3B5E0-2814-4EF4-B7E3-A68640904F86}" presName="spacer" presStyleCnt="0"/>
      <dgm:spPr/>
    </dgm:pt>
    <dgm:pt modelId="{8C0A76D4-F243-4624-92B7-4058BA76A725}" type="pres">
      <dgm:prSet presAssocID="{EDFB7F7D-5532-4E70-BF7E-FAD85F31181C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AFA47CF-1C25-41FB-93B1-CDF8729F5972}" type="pres">
      <dgm:prSet presAssocID="{7AF16679-2760-4CBE-9247-FE9907143DE3}" presName="spacer" presStyleCnt="0"/>
      <dgm:spPr/>
    </dgm:pt>
    <dgm:pt modelId="{B06BE247-187D-4837-A054-181D05EEF2BC}" type="pres">
      <dgm:prSet presAssocID="{54C05C54-D3CF-467C-A5A1-B329DA3B23D8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7C6FFA0-4AC8-4E19-85CC-11B3BFFE1932}" srcId="{CE9E4472-C0D0-4A6B-9EC0-BC9253071B23}" destId="{EDFB7F7D-5532-4E70-BF7E-FAD85F31181C}" srcOrd="2" destOrd="0" parTransId="{E38F82E3-4877-4712-A2CD-BD555A78AA99}" sibTransId="{7AF16679-2760-4CBE-9247-FE9907143DE3}"/>
    <dgm:cxn modelId="{975D851A-81AB-4159-A8E4-F9FE1299A5FB}" srcId="{CE9E4472-C0D0-4A6B-9EC0-BC9253071B23}" destId="{536D2E48-E515-4C4C-9A56-C7B7C0DDB74B}" srcOrd="1" destOrd="0" parTransId="{A84D08FE-B757-4286-BCA8-B98BF4D99F94}" sibTransId="{DAD3B5E0-2814-4EF4-B7E3-A68640904F86}"/>
    <dgm:cxn modelId="{35B5FA18-C53F-4EE7-A56B-6C24DCDAE53B}" srcId="{CE9E4472-C0D0-4A6B-9EC0-BC9253071B23}" destId="{54C05C54-D3CF-467C-A5A1-B329DA3B23D8}" srcOrd="3" destOrd="0" parTransId="{47E21B93-1891-4799-826B-E13728A5C80B}" sibTransId="{F4A8E0F3-E10B-49A6-861C-C3113B7E7A3D}"/>
    <dgm:cxn modelId="{669D9235-A288-448D-AD87-AE09C97386D0}" srcId="{CE9E4472-C0D0-4A6B-9EC0-BC9253071B23}" destId="{FB93234A-E252-4286-AE83-E6696B4F87D9}" srcOrd="0" destOrd="0" parTransId="{1AE82ECF-31C0-4BDD-AF8C-02C29D71AAA0}" sibTransId="{89AD4C08-4CD7-40E5-AEFA-391A78D1EC43}"/>
    <dgm:cxn modelId="{2D92E501-30EF-4FF0-9BB9-7F28F5A95A37}" type="presOf" srcId="{CE9E4472-C0D0-4A6B-9EC0-BC9253071B23}" destId="{AE09A604-2DEA-4FC0-959D-B1FB8469F91D}" srcOrd="0" destOrd="0" presId="urn:microsoft.com/office/officeart/2005/8/layout/vList2"/>
    <dgm:cxn modelId="{72DAC280-45AB-4A74-93FF-446B8615E516}" type="presOf" srcId="{54C05C54-D3CF-467C-A5A1-B329DA3B23D8}" destId="{B06BE247-187D-4837-A054-181D05EEF2BC}" srcOrd="0" destOrd="0" presId="urn:microsoft.com/office/officeart/2005/8/layout/vList2"/>
    <dgm:cxn modelId="{6E9825AF-965F-4FF9-87B0-0DEA84518A2A}" type="presOf" srcId="{536D2E48-E515-4C4C-9A56-C7B7C0DDB74B}" destId="{8A133B2D-35D2-4C16-BEEE-CD6FF70D85A0}" srcOrd="0" destOrd="0" presId="urn:microsoft.com/office/officeart/2005/8/layout/vList2"/>
    <dgm:cxn modelId="{25EEC9E3-D0D8-4051-AEC6-1EC264B94B3E}" type="presOf" srcId="{FB93234A-E252-4286-AE83-E6696B4F87D9}" destId="{749B8718-1B28-4188-848C-04F598285C86}" srcOrd="0" destOrd="0" presId="urn:microsoft.com/office/officeart/2005/8/layout/vList2"/>
    <dgm:cxn modelId="{C25568A7-5F28-4A97-AEC0-67B628AF4795}" type="presOf" srcId="{EDFB7F7D-5532-4E70-BF7E-FAD85F31181C}" destId="{8C0A76D4-F243-4624-92B7-4058BA76A725}" srcOrd="0" destOrd="0" presId="urn:microsoft.com/office/officeart/2005/8/layout/vList2"/>
    <dgm:cxn modelId="{E5585A29-6EE1-4F55-AFAA-8E0E10667250}" type="presParOf" srcId="{AE09A604-2DEA-4FC0-959D-B1FB8469F91D}" destId="{749B8718-1B28-4188-848C-04F598285C86}" srcOrd="0" destOrd="0" presId="urn:microsoft.com/office/officeart/2005/8/layout/vList2"/>
    <dgm:cxn modelId="{CB23463D-D7C3-453F-A79D-3BD9EB4666DB}" type="presParOf" srcId="{AE09A604-2DEA-4FC0-959D-B1FB8469F91D}" destId="{C69ECEFF-B9E4-4E5B-9999-E7C29E1EB083}" srcOrd="1" destOrd="0" presId="urn:microsoft.com/office/officeart/2005/8/layout/vList2"/>
    <dgm:cxn modelId="{A4CCDCB2-CA4F-4CC5-B023-3A67E9344016}" type="presParOf" srcId="{AE09A604-2DEA-4FC0-959D-B1FB8469F91D}" destId="{8A133B2D-35D2-4C16-BEEE-CD6FF70D85A0}" srcOrd="2" destOrd="0" presId="urn:microsoft.com/office/officeart/2005/8/layout/vList2"/>
    <dgm:cxn modelId="{5EAB31DC-6755-4407-9784-E8AF634A525B}" type="presParOf" srcId="{AE09A604-2DEA-4FC0-959D-B1FB8469F91D}" destId="{13F04E2E-52C7-4764-BDF7-4D7D49A561E4}" srcOrd="3" destOrd="0" presId="urn:microsoft.com/office/officeart/2005/8/layout/vList2"/>
    <dgm:cxn modelId="{98053810-2327-49BE-B0ED-744E3D6D4ABB}" type="presParOf" srcId="{AE09A604-2DEA-4FC0-959D-B1FB8469F91D}" destId="{8C0A76D4-F243-4624-92B7-4058BA76A725}" srcOrd="4" destOrd="0" presId="urn:microsoft.com/office/officeart/2005/8/layout/vList2"/>
    <dgm:cxn modelId="{1408A0AE-2252-4B79-8860-9694BF961526}" type="presParOf" srcId="{AE09A604-2DEA-4FC0-959D-B1FB8469F91D}" destId="{DAFA47CF-1C25-41FB-93B1-CDF8729F5972}" srcOrd="5" destOrd="0" presId="urn:microsoft.com/office/officeart/2005/8/layout/vList2"/>
    <dgm:cxn modelId="{6C9FABB9-228F-4207-B5C0-5E2DD4DF4031}" type="presParOf" srcId="{AE09A604-2DEA-4FC0-959D-B1FB8469F91D}" destId="{B06BE247-187D-4837-A054-181D05EEF2B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D5658853-6E3A-495E-97C4-197C57EF5D6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E5BC1D36-FCB9-4177-A7ED-6E1DEF7FA46B}">
      <dgm:prSet/>
      <dgm:spPr>
        <a:solidFill>
          <a:srgbClr val="0070C0"/>
        </a:solidFill>
      </dgm:spPr>
      <dgm:t>
        <a:bodyPr/>
        <a:lstStyle/>
        <a:p>
          <a:r>
            <a:rPr lang="ru-RU" b="0" i="0" dirty="0"/>
            <a:t>форма </a:t>
          </a:r>
          <a:r>
            <a:rPr lang="ru-RU" b="0" i="0" dirty="0" err="1"/>
            <a:t>земельноі</a:t>
          </a:r>
          <a:r>
            <a:rPr lang="ru-RU" b="0" i="0" dirty="0"/>
            <a:t>̈ </a:t>
          </a:r>
          <a:r>
            <a:rPr lang="ru-RU" b="0" i="0" dirty="0" err="1"/>
            <a:t>відробітковоі</a:t>
          </a:r>
          <a:r>
            <a:rPr lang="ru-RU" b="0" i="0" dirty="0"/>
            <a:t>̈ </a:t>
          </a:r>
          <a:r>
            <a:rPr lang="ru-RU" b="0" i="0" dirty="0" err="1"/>
            <a:t>ренти</a:t>
          </a:r>
          <a:r>
            <a:rPr lang="ru-RU" b="0" i="0" dirty="0"/>
            <a:t>, </a:t>
          </a:r>
          <a:r>
            <a:rPr lang="ru-RU" b="0" i="0" dirty="0" err="1"/>
            <a:t>що</a:t>
          </a:r>
          <a:r>
            <a:rPr lang="ru-RU" b="0" i="0" dirty="0"/>
            <a:t> </a:t>
          </a:r>
          <a:r>
            <a:rPr lang="ru-RU" b="0" i="0" dirty="0" err="1"/>
            <a:t>передбачала</a:t>
          </a:r>
          <a:r>
            <a:rPr lang="ru-RU" b="0" i="0" dirty="0"/>
            <a:t> </a:t>
          </a:r>
          <a:r>
            <a:rPr lang="ru-RU" b="0" i="0" dirty="0" err="1"/>
            <a:t>обов’язкову</a:t>
          </a:r>
          <a:r>
            <a:rPr lang="ru-RU" b="0" i="0" dirty="0"/>
            <a:t> </a:t>
          </a:r>
          <a:r>
            <a:rPr lang="ru-RU" b="0" i="0" dirty="0" err="1"/>
            <a:t>працю</a:t>
          </a:r>
          <a:r>
            <a:rPr lang="ru-RU" b="0" i="0" dirty="0"/>
            <a:t> селянина </a:t>
          </a:r>
          <a:r>
            <a:rPr lang="ru-RU" b="0" i="0" dirty="0" err="1"/>
            <a:t>власним</a:t>
          </a:r>
          <a:r>
            <a:rPr lang="ru-RU" b="0" i="0" dirty="0"/>
            <a:t> </a:t>
          </a:r>
          <a:r>
            <a:rPr lang="ru-RU" b="0" i="0" dirty="0" err="1"/>
            <a:t>реманентом</a:t>
          </a:r>
          <a:r>
            <a:rPr lang="ru-RU" b="0" i="0" dirty="0"/>
            <a:t> у </a:t>
          </a:r>
          <a:r>
            <a:rPr lang="ru-RU" b="0" i="0" dirty="0" err="1"/>
            <a:t>господарстві</a:t>
          </a:r>
          <a:r>
            <a:rPr lang="ru-RU" b="0" i="0" dirty="0"/>
            <a:t> </a:t>
          </a:r>
          <a:r>
            <a:rPr lang="ru-RU" b="0" i="0" dirty="0" err="1"/>
            <a:t>землевласника</a:t>
          </a:r>
          <a:r>
            <a:rPr lang="ru-RU" b="0" i="0" dirty="0"/>
            <a:t>.</a:t>
          </a:r>
          <a:endParaRPr lang="uk-UA" dirty="0"/>
        </a:p>
      </dgm:t>
    </dgm:pt>
    <dgm:pt modelId="{76181290-5F84-4D67-B704-6FA109B1713F}" type="parTrans" cxnId="{71B38EE3-3641-4489-9D5B-8E4CB33CB33F}">
      <dgm:prSet/>
      <dgm:spPr/>
      <dgm:t>
        <a:bodyPr/>
        <a:lstStyle/>
        <a:p>
          <a:endParaRPr lang="uk-UA"/>
        </a:p>
      </dgm:t>
    </dgm:pt>
    <dgm:pt modelId="{989D2B84-F75E-475D-9E60-E3977B1A9070}" type="sibTrans" cxnId="{71B38EE3-3641-4489-9D5B-8E4CB33CB33F}">
      <dgm:prSet/>
      <dgm:spPr/>
      <dgm:t>
        <a:bodyPr/>
        <a:lstStyle/>
        <a:p>
          <a:endParaRPr lang="uk-UA"/>
        </a:p>
      </dgm:t>
    </dgm:pt>
    <dgm:pt modelId="{FC6E0AA5-1026-4A83-98A4-A4A0AC5DC6C4}">
      <dgm:prSet/>
      <dgm:spPr/>
      <dgm:t>
        <a:bodyPr/>
        <a:lstStyle/>
        <a:p>
          <a:r>
            <a:rPr lang="ru-RU" b="0" i="0"/>
            <a:t>система суспільних відносин, за якої землевласник мав право на особу, працю та майно залежних від нього селян-кріпаків.</a:t>
          </a:r>
          <a:endParaRPr lang="uk-UA"/>
        </a:p>
      </dgm:t>
    </dgm:pt>
    <dgm:pt modelId="{91E5A603-62E1-4B2F-91A1-72722516B91A}" type="parTrans" cxnId="{9393394F-F1DD-46B8-8B84-F619FA1A244A}">
      <dgm:prSet/>
      <dgm:spPr/>
      <dgm:t>
        <a:bodyPr/>
        <a:lstStyle/>
        <a:p>
          <a:endParaRPr lang="uk-UA"/>
        </a:p>
      </dgm:t>
    </dgm:pt>
    <dgm:pt modelId="{E6B8A01A-090C-455C-B51B-B518FBEF60B2}" type="sibTrans" cxnId="{9393394F-F1DD-46B8-8B84-F619FA1A244A}">
      <dgm:prSet/>
      <dgm:spPr/>
      <dgm:t>
        <a:bodyPr/>
        <a:lstStyle/>
        <a:p>
          <a:endParaRPr lang="uk-UA"/>
        </a:p>
      </dgm:t>
    </dgm:pt>
    <dgm:pt modelId="{1A419D83-2CEB-4E9C-8E53-DA42925F6F76}" type="pres">
      <dgm:prSet presAssocID="{D5658853-6E3A-495E-97C4-197C57EF5D6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F17BFAF-A293-4F72-B0D6-7952815F3B0E}" type="pres">
      <dgm:prSet presAssocID="{E5BC1D36-FCB9-4177-A7ED-6E1DEF7FA46B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4A3A4D-CCAC-483F-871F-6A89159F24CF}" type="pres">
      <dgm:prSet presAssocID="{989D2B84-F75E-475D-9E60-E3977B1A9070}" presName="spacer" presStyleCnt="0"/>
      <dgm:spPr/>
    </dgm:pt>
    <dgm:pt modelId="{60DA270F-8BEF-4E33-9862-E103DACB262A}" type="pres">
      <dgm:prSet presAssocID="{FC6E0AA5-1026-4A83-98A4-A4A0AC5DC6C4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F49B001-5E16-47F1-A42F-8B8227C18E40}" type="presOf" srcId="{D5658853-6E3A-495E-97C4-197C57EF5D62}" destId="{1A419D83-2CEB-4E9C-8E53-DA42925F6F76}" srcOrd="0" destOrd="0" presId="urn:microsoft.com/office/officeart/2005/8/layout/vList2"/>
    <dgm:cxn modelId="{876F8C08-5139-4357-B705-CB656D4951B5}" type="presOf" srcId="{FC6E0AA5-1026-4A83-98A4-A4A0AC5DC6C4}" destId="{60DA270F-8BEF-4E33-9862-E103DACB262A}" srcOrd="0" destOrd="0" presId="urn:microsoft.com/office/officeart/2005/8/layout/vList2"/>
    <dgm:cxn modelId="{FB2964FC-52F8-4CFD-8828-A25AF564A551}" type="presOf" srcId="{E5BC1D36-FCB9-4177-A7ED-6E1DEF7FA46B}" destId="{3F17BFAF-A293-4F72-B0D6-7952815F3B0E}" srcOrd="0" destOrd="0" presId="urn:microsoft.com/office/officeart/2005/8/layout/vList2"/>
    <dgm:cxn modelId="{9393394F-F1DD-46B8-8B84-F619FA1A244A}" srcId="{D5658853-6E3A-495E-97C4-197C57EF5D62}" destId="{FC6E0AA5-1026-4A83-98A4-A4A0AC5DC6C4}" srcOrd="1" destOrd="0" parTransId="{91E5A603-62E1-4B2F-91A1-72722516B91A}" sibTransId="{E6B8A01A-090C-455C-B51B-B518FBEF60B2}"/>
    <dgm:cxn modelId="{71B38EE3-3641-4489-9D5B-8E4CB33CB33F}" srcId="{D5658853-6E3A-495E-97C4-197C57EF5D62}" destId="{E5BC1D36-FCB9-4177-A7ED-6E1DEF7FA46B}" srcOrd="0" destOrd="0" parTransId="{76181290-5F84-4D67-B704-6FA109B1713F}" sibTransId="{989D2B84-F75E-475D-9E60-E3977B1A9070}"/>
    <dgm:cxn modelId="{49A8393A-120B-454A-BC43-41E6FE30D485}" type="presParOf" srcId="{1A419D83-2CEB-4E9C-8E53-DA42925F6F76}" destId="{3F17BFAF-A293-4F72-B0D6-7952815F3B0E}" srcOrd="0" destOrd="0" presId="urn:microsoft.com/office/officeart/2005/8/layout/vList2"/>
    <dgm:cxn modelId="{04863C94-43C3-48C8-9BAF-B08E90516077}" type="presParOf" srcId="{1A419D83-2CEB-4E9C-8E53-DA42925F6F76}" destId="{134A3A4D-CCAC-483F-871F-6A89159F24CF}" srcOrd="1" destOrd="0" presId="urn:microsoft.com/office/officeart/2005/8/layout/vList2"/>
    <dgm:cxn modelId="{4BAFFD56-E1DF-484D-8829-A1889C0895DE}" type="presParOf" srcId="{1A419D83-2CEB-4E9C-8E53-DA42925F6F76}" destId="{60DA270F-8BEF-4E33-9862-E103DACB262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72769C36-892E-47A4-ABF1-39FAB791B86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900F29E-FBD0-47AA-A835-A5756139E94A}">
      <dgm:prSet/>
      <dgm:spPr/>
      <dgm:t>
        <a:bodyPr/>
        <a:lstStyle/>
        <a:p>
          <a:r>
            <a:rPr lang="ru-RU" b="0" i="0" dirty="0"/>
            <a:t>форма </a:t>
          </a:r>
          <a:r>
            <a:rPr lang="ru-RU" b="0" i="0" dirty="0" err="1"/>
            <a:t>натуральноі</a:t>
          </a:r>
          <a:r>
            <a:rPr lang="ru-RU" b="0" i="0" dirty="0"/>
            <a:t>̈ </a:t>
          </a:r>
          <a:r>
            <a:rPr lang="ru-RU" b="0" i="0" dirty="0" err="1"/>
            <a:t>ренти</a:t>
          </a:r>
          <a:r>
            <a:rPr lang="ru-RU" b="0" i="0" dirty="0"/>
            <a:t>, </a:t>
          </a:r>
          <a:r>
            <a:rPr lang="ru-RU" b="0" i="0" dirty="0" err="1"/>
            <a:t>податок</a:t>
          </a:r>
          <a:r>
            <a:rPr lang="ru-RU" b="0" i="0" dirty="0"/>
            <a:t> </a:t>
          </a:r>
          <a:r>
            <a:rPr lang="ru-RU" b="0" i="0" dirty="0" err="1"/>
            <a:t>грішми</a:t>
          </a:r>
          <a:r>
            <a:rPr lang="ru-RU" b="0" i="0" dirty="0"/>
            <a:t> </a:t>
          </a:r>
          <a:r>
            <a:rPr lang="ru-RU" b="0" i="0" dirty="0" err="1"/>
            <a:t>або</a:t>
          </a:r>
          <a:r>
            <a:rPr lang="ru-RU" b="0" i="0" dirty="0"/>
            <a:t> продуктами, </a:t>
          </a:r>
          <a:r>
            <a:rPr lang="ru-RU" b="0" i="0" dirty="0" err="1"/>
            <a:t>що</a:t>
          </a:r>
          <a:r>
            <a:rPr lang="ru-RU" b="0" i="0" dirty="0"/>
            <a:t> </a:t>
          </a:r>
          <a:r>
            <a:rPr lang="ru-RU" b="0" i="0" dirty="0" err="1"/>
            <a:t>стягувався</a:t>
          </a:r>
          <a:r>
            <a:rPr lang="ru-RU" b="0" i="0" dirty="0"/>
            <a:t> </a:t>
          </a:r>
          <a:r>
            <a:rPr lang="ru-RU" b="0" i="0" dirty="0" err="1"/>
            <a:t>землевласником</a:t>
          </a:r>
          <a:r>
            <a:rPr lang="ru-RU" b="0" i="0" dirty="0"/>
            <a:t> </a:t>
          </a:r>
          <a:r>
            <a:rPr lang="ru-RU" b="0" i="0" dirty="0" err="1"/>
            <a:t>із</a:t>
          </a:r>
          <a:r>
            <a:rPr lang="ru-RU" b="0" i="0" dirty="0"/>
            <a:t> </a:t>
          </a:r>
          <a:r>
            <a:rPr lang="ru-RU" b="0" i="0" dirty="0" err="1"/>
            <a:t>залежних</a:t>
          </a:r>
          <a:r>
            <a:rPr lang="ru-RU" b="0" i="0" dirty="0"/>
            <a:t> </a:t>
          </a:r>
          <a:r>
            <a:rPr lang="ru-RU" b="0" i="0" dirty="0" err="1"/>
            <a:t>від</a:t>
          </a:r>
          <a:r>
            <a:rPr lang="ru-RU" b="0" i="0" dirty="0"/>
            <a:t> </a:t>
          </a:r>
          <a:r>
            <a:rPr lang="ru-RU" b="0" i="0" dirty="0" err="1"/>
            <a:t>нього</a:t>
          </a:r>
          <a:r>
            <a:rPr lang="ru-RU" b="0" i="0" dirty="0"/>
            <a:t> селян.</a:t>
          </a:r>
          <a:endParaRPr lang="uk-UA" dirty="0"/>
        </a:p>
      </dgm:t>
    </dgm:pt>
    <dgm:pt modelId="{A7E79A76-2963-4940-9EDD-0E8B65B0A427}" type="parTrans" cxnId="{E883F42A-7945-4DF9-B336-C8858ABD2B1F}">
      <dgm:prSet/>
      <dgm:spPr/>
      <dgm:t>
        <a:bodyPr/>
        <a:lstStyle/>
        <a:p>
          <a:endParaRPr lang="uk-UA"/>
        </a:p>
      </dgm:t>
    </dgm:pt>
    <dgm:pt modelId="{6E90DAA5-C6CA-4068-AEB1-C39B9851D14D}" type="sibTrans" cxnId="{E883F42A-7945-4DF9-B336-C8858ABD2B1F}">
      <dgm:prSet/>
      <dgm:spPr/>
      <dgm:t>
        <a:bodyPr/>
        <a:lstStyle/>
        <a:p>
          <a:endParaRPr lang="uk-UA"/>
        </a:p>
      </dgm:t>
    </dgm:pt>
    <dgm:pt modelId="{20641F22-2BA8-492A-9B1C-3DD558919C30}">
      <dgm:prSet/>
      <dgm:spPr/>
      <dgm:t>
        <a:bodyPr/>
        <a:lstStyle/>
        <a:p>
          <a:r>
            <a:rPr lang="ru-RU" b="0" i="0" dirty="0"/>
            <a:t>велике </a:t>
          </a:r>
          <a:r>
            <a:rPr lang="ru-RU" b="0" i="0" dirty="0" err="1"/>
            <a:t>шляхетське</a:t>
          </a:r>
          <a:r>
            <a:rPr lang="ru-RU" b="0" i="0" dirty="0"/>
            <a:t> </a:t>
          </a:r>
          <a:r>
            <a:rPr lang="ru-RU" b="0" i="0" dirty="0" err="1"/>
            <a:t>багатогалузеве</a:t>
          </a:r>
          <a:r>
            <a:rPr lang="ru-RU" b="0" i="0" dirty="0"/>
            <a:t> </a:t>
          </a:r>
          <a:r>
            <a:rPr lang="ru-RU" b="0" i="0" dirty="0" err="1"/>
            <a:t>господарство</a:t>
          </a:r>
          <a:r>
            <a:rPr lang="ru-RU" b="0" i="0" dirty="0"/>
            <a:t>, </a:t>
          </a:r>
          <a:r>
            <a:rPr lang="ru-RU" b="0" i="0" dirty="0" err="1"/>
            <a:t>орієнтоване</a:t>
          </a:r>
          <a:r>
            <a:rPr lang="ru-RU" b="0" i="0" dirty="0"/>
            <a:t> на </a:t>
          </a:r>
          <a:r>
            <a:rPr lang="ru-RU" b="0" i="0" dirty="0" err="1"/>
            <a:t>ринок</a:t>
          </a:r>
          <a:r>
            <a:rPr lang="ru-RU" b="0" i="0" dirty="0"/>
            <a:t>, в </a:t>
          </a:r>
          <a:r>
            <a:rPr lang="ru-RU" b="0" i="0" dirty="0" err="1"/>
            <a:t>якому</a:t>
          </a:r>
          <a:r>
            <a:rPr lang="ru-RU" b="0" i="0" dirty="0"/>
            <a:t> вся земля належала </a:t>
          </a:r>
          <a:r>
            <a:rPr lang="ru-RU" b="0" i="0" dirty="0" err="1"/>
            <a:t>панові</a:t>
          </a:r>
          <a:r>
            <a:rPr lang="ru-RU" b="0" i="0" dirty="0"/>
            <a:t>, й </a:t>
          </a:r>
          <a:r>
            <a:rPr lang="ru-RU" b="0" i="0" dirty="0" err="1"/>
            <a:t>базувалося</a:t>
          </a:r>
          <a:r>
            <a:rPr lang="ru-RU" b="0" i="0" dirty="0"/>
            <a:t> на </a:t>
          </a:r>
          <a:r>
            <a:rPr lang="ru-RU" b="0" i="0" dirty="0" err="1"/>
            <a:t>праці</a:t>
          </a:r>
          <a:r>
            <a:rPr lang="ru-RU" b="0" i="0" dirty="0"/>
            <a:t> </a:t>
          </a:r>
          <a:r>
            <a:rPr lang="ru-RU" b="0" i="0" dirty="0" err="1"/>
            <a:t>залежних</a:t>
          </a:r>
          <a:r>
            <a:rPr lang="ru-RU" b="0" i="0" dirty="0"/>
            <a:t> селян.</a:t>
          </a:r>
          <a:endParaRPr lang="uk-UA" dirty="0"/>
        </a:p>
      </dgm:t>
    </dgm:pt>
    <dgm:pt modelId="{BDCFF66D-A529-4EE5-86B8-9AFC239887A7}" type="parTrans" cxnId="{0D5D2C51-6B48-4427-A8C3-D487EF28D762}">
      <dgm:prSet/>
      <dgm:spPr/>
      <dgm:t>
        <a:bodyPr/>
        <a:lstStyle/>
        <a:p>
          <a:endParaRPr lang="uk-UA"/>
        </a:p>
      </dgm:t>
    </dgm:pt>
    <dgm:pt modelId="{D9754C27-80D0-4593-80C5-461F858092D3}" type="sibTrans" cxnId="{0D5D2C51-6B48-4427-A8C3-D487EF28D762}">
      <dgm:prSet/>
      <dgm:spPr/>
      <dgm:t>
        <a:bodyPr/>
        <a:lstStyle/>
        <a:p>
          <a:endParaRPr lang="uk-UA"/>
        </a:p>
      </dgm:t>
    </dgm:pt>
    <dgm:pt modelId="{26DFD026-0D70-48C2-8ECC-379379314EDA}" type="pres">
      <dgm:prSet presAssocID="{72769C36-892E-47A4-ABF1-39FAB791B86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C3F3269-D3FD-45EA-8622-DF0C4C948A4F}" type="pres">
      <dgm:prSet presAssocID="{E900F29E-FBD0-47AA-A835-A5756139E94A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242D6C5-9F17-4B51-B8E8-723A734FEEB7}" type="pres">
      <dgm:prSet presAssocID="{6E90DAA5-C6CA-4068-AEB1-C39B9851D14D}" presName="spacer" presStyleCnt="0"/>
      <dgm:spPr/>
    </dgm:pt>
    <dgm:pt modelId="{C19A41AA-A485-4E44-BC24-6051291B3FDB}" type="pres">
      <dgm:prSet presAssocID="{20641F22-2BA8-492A-9B1C-3DD558919C30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883F42A-7945-4DF9-B336-C8858ABD2B1F}" srcId="{72769C36-892E-47A4-ABF1-39FAB791B869}" destId="{E900F29E-FBD0-47AA-A835-A5756139E94A}" srcOrd="0" destOrd="0" parTransId="{A7E79A76-2963-4940-9EDD-0E8B65B0A427}" sibTransId="{6E90DAA5-C6CA-4068-AEB1-C39B9851D14D}"/>
    <dgm:cxn modelId="{6221BFB2-8FF9-4BDB-9553-B19148783E54}" type="presOf" srcId="{20641F22-2BA8-492A-9B1C-3DD558919C30}" destId="{C19A41AA-A485-4E44-BC24-6051291B3FDB}" srcOrd="0" destOrd="0" presId="urn:microsoft.com/office/officeart/2005/8/layout/vList2"/>
    <dgm:cxn modelId="{0D5D2C51-6B48-4427-A8C3-D487EF28D762}" srcId="{72769C36-892E-47A4-ABF1-39FAB791B869}" destId="{20641F22-2BA8-492A-9B1C-3DD558919C30}" srcOrd="1" destOrd="0" parTransId="{BDCFF66D-A529-4EE5-86B8-9AFC239887A7}" sibTransId="{D9754C27-80D0-4593-80C5-461F858092D3}"/>
    <dgm:cxn modelId="{C1B843D1-4B38-4954-8183-B0A2789DD2E7}" type="presOf" srcId="{E900F29E-FBD0-47AA-A835-A5756139E94A}" destId="{4C3F3269-D3FD-45EA-8622-DF0C4C948A4F}" srcOrd="0" destOrd="0" presId="urn:microsoft.com/office/officeart/2005/8/layout/vList2"/>
    <dgm:cxn modelId="{A79D62AE-BCF1-493C-B2BC-9863C16C7E2A}" type="presOf" srcId="{72769C36-892E-47A4-ABF1-39FAB791B869}" destId="{26DFD026-0D70-48C2-8ECC-379379314EDA}" srcOrd="0" destOrd="0" presId="urn:microsoft.com/office/officeart/2005/8/layout/vList2"/>
    <dgm:cxn modelId="{7AC9437D-7C52-4A0A-99DE-BEE4177827BB}" type="presParOf" srcId="{26DFD026-0D70-48C2-8ECC-379379314EDA}" destId="{4C3F3269-D3FD-45EA-8622-DF0C4C948A4F}" srcOrd="0" destOrd="0" presId="urn:microsoft.com/office/officeart/2005/8/layout/vList2"/>
    <dgm:cxn modelId="{939A89D1-D5EA-4687-B1C0-512E44CE0318}" type="presParOf" srcId="{26DFD026-0D70-48C2-8ECC-379379314EDA}" destId="{9242D6C5-9F17-4B51-B8E8-723A734FEEB7}" srcOrd="1" destOrd="0" presId="urn:microsoft.com/office/officeart/2005/8/layout/vList2"/>
    <dgm:cxn modelId="{7B218AC8-1C80-4FAE-90A7-589A9C6D6FA4}" type="presParOf" srcId="{26DFD026-0D70-48C2-8ECC-379379314EDA}" destId="{C19A41AA-A485-4E44-BC24-6051291B3FD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D5658853-6E3A-495E-97C4-197C57EF5D6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5BC1D36-FCB9-4177-A7ED-6E1DEF7FA46B}">
      <dgm:prSet/>
      <dgm:spPr/>
      <dgm:t>
        <a:bodyPr/>
        <a:lstStyle/>
        <a:p>
          <a:r>
            <a:rPr lang="ru-RU" b="0" i="0" dirty="0"/>
            <a:t>форма </a:t>
          </a:r>
          <a:r>
            <a:rPr lang="ru-RU" b="0" i="0" dirty="0" err="1"/>
            <a:t>земельноі</a:t>
          </a:r>
          <a:r>
            <a:rPr lang="ru-RU" b="0" i="0" dirty="0"/>
            <a:t>̈ </a:t>
          </a:r>
          <a:r>
            <a:rPr lang="ru-RU" b="0" i="0" dirty="0" err="1"/>
            <a:t>відробітковоі</a:t>
          </a:r>
          <a:r>
            <a:rPr lang="ru-RU" b="0" i="0" dirty="0"/>
            <a:t>̈ </a:t>
          </a:r>
          <a:r>
            <a:rPr lang="ru-RU" b="0" i="0" dirty="0" err="1"/>
            <a:t>ренти</a:t>
          </a:r>
          <a:r>
            <a:rPr lang="ru-RU" b="0" i="0" dirty="0"/>
            <a:t>, </a:t>
          </a:r>
          <a:r>
            <a:rPr lang="ru-RU" b="0" i="0" dirty="0" err="1"/>
            <a:t>що</a:t>
          </a:r>
          <a:r>
            <a:rPr lang="ru-RU" b="0" i="0" dirty="0"/>
            <a:t> </a:t>
          </a:r>
          <a:r>
            <a:rPr lang="ru-RU" b="0" i="0" dirty="0" err="1"/>
            <a:t>передбачала</a:t>
          </a:r>
          <a:r>
            <a:rPr lang="ru-RU" b="0" i="0" dirty="0"/>
            <a:t> </a:t>
          </a:r>
          <a:r>
            <a:rPr lang="ru-RU" b="0" i="0" dirty="0" err="1"/>
            <a:t>обов’язкову</a:t>
          </a:r>
          <a:r>
            <a:rPr lang="ru-RU" b="0" i="0" dirty="0"/>
            <a:t> </a:t>
          </a:r>
          <a:r>
            <a:rPr lang="ru-RU" b="0" i="0" dirty="0" err="1"/>
            <a:t>працю</a:t>
          </a:r>
          <a:r>
            <a:rPr lang="ru-RU" b="0" i="0" dirty="0"/>
            <a:t> селянина </a:t>
          </a:r>
          <a:r>
            <a:rPr lang="ru-RU" b="0" i="0" dirty="0" err="1"/>
            <a:t>власним</a:t>
          </a:r>
          <a:r>
            <a:rPr lang="ru-RU" b="0" i="0" dirty="0"/>
            <a:t> </a:t>
          </a:r>
          <a:r>
            <a:rPr lang="ru-RU" b="0" i="0" dirty="0" err="1"/>
            <a:t>реманентом</a:t>
          </a:r>
          <a:r>
            <a:rPr lang="ru-RU" b="0" i="0" dirty="0"/>
            <a:t> у </a:t>
          </a:r>
          <a:r>
            <a:rPr lang="ru-RU" b="0" i="0" dirty="0" err="1"/>
            <a:t>господарстві</a:t>
          </a:r>
          <a:r>
            <a:rPr lang="ru-RU" b="0" i="0" dirty="0"/>
            <a:t> </a:t>
          </a:r>
          <a:r>
            <a:rPr lang="ru-RU" b="0" i="0" dirty="0" err="1"/>
            <a:t>землевласника</a:t>
          </a:r>
          <a:r>
            <a:rPr lang="ru-RU" b="0" i="0" dirty="0"/>
            <a:t>.</a:t>
          </a:r>
          <a:endParaRPr lang="uk-UA" dirty="0"/>
        </a:p>
      </dgm:t>
    </dgm:pt>
    <dgm:pt modelId="{76181290-5F84-4D67-B704-6FA109B1713F}" type="parTrans" cxnId="{71B38EE3-3641-4489-9D5B-8E4CB33CB33F}">
      <dgm:prSet/>
      <dgm:spPr/>
      <dgm:t>
        <a:bodyPr/>
        <a:lstStyle/>
        <a:p>
          <a:endParaRPr lang="uk-UA"/>
        </a:p>
      </dgm:t>
    </dgm:pt>
    <dgm:pt modelId="{989D2B84-F75E-475D-9E60-E3977B1A9070}" type="sibTrans" cxnId="{71B38EE3-3641-4489-9D5B-8E4CB33CB33F}">
      <dgm:prSet/>
      <dgm:spPr/>
      <dgm:t>
        <a:bodyPr/>
        <a:lstStyle/>
        <a:p>
          <a:endParaRPr lang="uk-UA"/>
        </a:p>
      </dgm:t>
    </dgm:pt>
    <dgm:pt modelId="{FC6E0AA5-1026-4A83-98A4-A4A0AC5DC6C4}">
      <dgm:prSet/>
      <dgm:spPr/>
      <dgm:t>
        <a:bodyPr/>
        <a:lstStyle/>
        <a:p>
          <a:r>
            <a:rPr lang="ru-RU" b="0" i="0" dirty="0"/>
            <a:t>система </a:t>
          </a:r>
          <a:r>
            <a:rPr lang="ru-RU" b="0" i="0" dirty="0" err="1"/>
            <a:t>суспільних</a:t>
          </a:r>
          <a:r>
            <a:rPr lang="ru-RU" b="0" i="0" dirty="0"/>
            <a:t> </a:t>
          </a:r>
          <a:r>
            <a:rPr lang="ru-RU" b="0" i="0" dirty="0" err="1"/>
            <a:t>відносин</a:t>
          </a:r>
          <a:r>
            <a:rPr lang="ru-RU" b="0" i="0" dirty="0"/>
            <a:t>, за </a:t>
          </a:r>
          <a:r>
            <a:rPr lang="ru-RU" b="0" i="0" dirty="0" err="1"/>
            <a:t>якоі</a:t>
          </a:r>
          <a:r>
            <a:rPr lang="ru-RU" b="0" i="0" dirty="0"/>
            <a:t>̈ </a:t>
          </a:r>
          <a:r>
            <a:rPr lang="ru-RU" b="0" i="0" dirty="0" err="1"/>
            <a:t>землевласник</a:t>
          </a:r>
          <a:r>
            <a:rPr lang="ru-RU" b="0" i="0" dirty="0"/>
            <a:t> мав право на особу, </a:t>
          </a:r>
          <a:r>
            <a:rPr lang="ru-RU" b="0" i="0" dirty="0" err="1"/>
            <a:t>працю</a:t>
          </a:r>
          <a:r>
            <a:rPr lang="ru-RU" b="0" i="0" dirty="0"/>
            <a:t> та </a:t>
          </a:r>
          <a:r>
            <a:rPr lang="ru-RU" b="0" i="0" dirty="0" err="1"/>
            <a:t>майно</a:t>
          </a:r>
          <a:r>
            <a:rPr lang="ru-RU" b="0" i="0" dirty="0"/>
            <a:t> </a:t>
          </a:r>
          <a:r>
            <a:rPr lang="ru-RU" b="0" i="0" dirty="0" err="1"/>
            <a:t>залежних</a:t>
          </a:r>
          <a:r>
            <a:rPr lang="ru-RU" b="0" i="0" dirty="0"/>
            <a:t> </a:t>
          </a:r>
          <a:r>
            <a:rPr lang="ru-RU" b="0" i="0" dirty="0" err="1"/>
            <a:t>від</a:t>
          </a:r>
          <a:r>
            <a:rPr lang="ru-RU" b="0" i="0" dirty="0"/>
            <a:t> </a:t>
          </a:r>
          <a:r>
            <a:rPr lang="ru-RU" b="0" i="0" dirty="0" err="1"/>
            <a:t>нього</a:t>
          </a:r>
          <a:r>
            <a:rPr lang="ru-RU" b="0" i="0" dirty="0"/>
            <a:t> селян-</a:t>
          </a:r>
          <a:r>
            <a:rPr lang="ru-RU" b="0" i="0" dirty="0" err="1"/>
            <a:t>кріпаків</a:t>
          </a:r>
          <a:r>
            <a:rPr lang="ru-RU" b="0" i="0" dirty="0"/>
            <a:t>.</a:t>
          </a:r>
          <a:endParaRPr lang="uk-UA" dirty="0"/>
        </a:p>
      </dgm:t>
    </dgm:pt>
    <dgm:pt modelId="{91E5A603-62E1-4B2F-91A1-72722516B91A}" type="parTrans" cxnId="{9393394F-F1DD-46B8-8B84-F619FA1A244A}">
      <dgm:prSet/>
      <dgm:spPr/>
      <dgm:t>
        <a:bodyPr/>
        <a:lstStyle/>
        <a:p>
          <a:endParaRPr lang="uk-UA"/>
        </a:p>
      </dgm:t>
    </dgm:pt>
    <dgm:pt modelId="{E6B8A01A-090C-455C-B51B-B518FBEF60B2}" type="sibTrans" cxnId="{9393394F-F1DD-46B8-8B84-F619FA1A244A}">
      <dgm:prSet/>
      <dgm:spPr/>
      <dgm:t>
        <a:bodyPr/>
        <a:lstStyle/>
        <a:p>
          <a:endParaRPr lang="uk-UA"/>
        </a:p>
      </dgm:t>
    </dgm:pt>
    <dgm:pt modelId="{1A419D83-2CEB-4E9C-8E53-DA42925F6F76}" type="pres">
      <dgm:prSet presAssocID="{D5658853-6E3A-495E-97C4-197C57EF5D6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F17BFAF-A293-4F72-B0D6-7952815F3B0E}" type="pres">
      <dgm:prSet presAssocID="{E5BC1D36-FCB9-4177-A7ED-6E1DEF7FA46B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34A3A4D-CCAC-483F-871F-6A89159F24CF}" type="pres">
      <dgm:prSet presAssocID="{989D2B84-F75E-475D-9E60-E3977B1A9070}" presName="spacer" presStyleCnt="0"/>
      <dgm:spPr/>
    </dgm:pt>
    <dgm:pt modelId="{60DA270F-8BEF-4E33-9862-E103DACB262A}" type="pres">
      <dgm:prSet presAssocID="{FC6E0AA5-1026-4A83-98A4-A4A0AC5DC6C4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F49B001-5E16-47F1-A42F-8B8227C18E40}" type="presOf" srcId="{D5658853-6E3A-495E-97C4-197C57EF5D62}" destId="{1A419D83-2CEB-4E9C-8E53-DA42925F6F76}" srcOrd="0" destOrd="0" presId="urn:microsoft.com/office/officeart/2005/8/layout/vList2"/>
    <dgm:cxn modelId="{876F8C08-5139-4357-B705-CB656D4951B5}" type="presOf" srcId="{FC6E0AA5-1026-4A83-98A4-A4A0AC5DC6C4}" destId="{60DA270F-8BEF-4E33-9862-E103DACB262A}" srcOrd="0" destOrd="0" presId="urn:microsoft.com/office/officeart/2005/8/layout/vList2"/>
    <dgm:cxn modelId="{FB2964FC-52F8-4CFD-8828-A25AF564A551}" type="presOf" srcId="{E5BC1D36-FCB9-4177-A7ED-6E1DEF7FA46B}" destId="{3F17BFAF-A293-4F72-B0D6-7952815F3B0E}" srcOrd="0" destOrd="0" presId="urn:microsoft.com/office/officeart/2005/8/layout/vList2"/>
    <dgm:cxn modelId="{9393394F-F1DD-46B8-8B84-F619FA1A244A}" srcId="{D5658853-6E3A-495E-97C4-197C57EF5D62}" destId="{FC6E0AA5-1026-4A83-98A4-A4A0AC5DC6C4}" srcOrd="1" destOrd="0" parTransId="{91E5A603-62E1-4B2F-91A1-72722516B91A}" sibTransId="{E6B8A01A-090C-455C-B51B-B518FBEF60B2}"/>
    <dgm:cxn modelId="{71B38EE3-3641-4489-9D5B-8E4CB33CB33F}" srcId="{D5658853-6E3A-495E-97C4-197C57EF5D62}" destId="{E5BC1D36-FCB9-4177-A7ED-6E1DEF7FA46B}" srcOrd="0" destOrd="0" parTransId="{76181290-5F84-4D67-B704-6FA109B1713F}" sibTransId="{989D2B84-F75E-475D-9E60-E3977B1A9070}"/>
    <dgm:cxn modelId="{49A8393A-120B-454A-BC43-41E6FE30D485}" type="presParOf" srcId="{1A419D83-2CEB-4E9C-8E53-DA42925F6F76}" destId="{3F17BFAF-A293-4F72-B0D6-7952815F3B0E}" srcOrd="0" destOrd="0" presId="urn:microsoft.com/office/officeart/2005/8/layout/vList2"/>
    <dgm:cxn modelId="{04863C94-43C3-48C8-9BAF-B08E90516077}" type="presParOf" srcId="{1A419D83-2CEB-4E9C-8E53-DA42925F6F76}" destId="{134A3A4D-CCAC-483F-871F-6A89159F24CF}" srcOrd="1" destOrd="0" presId="urn:microsoft.com/office/officeart/2005/8/layout/vList2"/>
    <dgm:cxn modelId="{4BAFFD56-E1DF-484D-8829-A1889C0895DE}" type="presParOf" srcId="{1A419D83-2CEB-4E9C-8E53-DA42925F6F76}" destId="{60DA270F-8BEF-4E33-9862-E103DACB262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66C9D37B-86FF-4544-8BC7-05349D1F80A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143FF7DD-1922-49CA-B182-22CBC0170409}">
      <dgm:prSet/>
      <dgm:spPr>
        <a:solidFill>
          <a:srgbClr val="0070C0"/>
        </a:solidFill>
      </dgm:spPr>
      <dgm:t>
        <a:bodyPr/>
        <a:lstStyle/>
        <a:p>
          <a:r>
            <a:rPr lang="uk-UA" b="0" i="0" dirty="0"/>
            <a:t>зростанням попиту на сільськогосподарську продукцію в країнах Західної Європи.</a:t>
          </a:r>
          <a:endParaRPr lang="uk-UA" dirty="0"/>
        </a:p>
      </dgm:t>
    </dgm:pt>
    <dgm:pt modelId="{7D5A0563-5B3B-407D-9C94-DB9AB4F18097}" type="parTrans" cxnId="{B3B3B1D5-5600-4D6A-B26A-4A46EB5BCB64}">
      <dgm:prSet/>
      <dgm:spPr/>
      <dgm:t>
        <a:bodyPr/>
        <a:lstStyle/>
        <a:p>
          <a:endParaRPr lang="uk-UA"/>
        </a:p>
      </dgm:t>
    </dgm:pt>
    <dgm:pt modelId="{41FAEB45-B68F-4E1F-830C-A1370A08FF23}" type="sibTrans" cxnId="{B3B3B1D5-5600-4D6A-B26A-4A46EB5BCB64}">
      <dgm:prSet/>
      <dgm:spPr/>
      <dgm:t>
        <a:bodyPr/>
        <a:lstStyle/>
        <a:p>
          <a:endParaRPr lang="uk-UA"/>
        </a:p>
      </dgm:t>
    </dgm:pt>
    <dgm:pt modelId="{E0E40F83-EF5A-4BC2-8D05-A7D402689979}">
      <dgm:prSet/>
      <dgm:spPr/>
      <dgm:t>
        <a:bodyPr/>
        <a:lstStyle/>
        <a:p>
          <a:r>
            <a:rPr lang="uk-UA" b="0" i="0"/>
            <a:t>прагненням польської шляхти приборкати українське селянство та козацтво.</a:t>
          </a:r>
          <a:endParaRPr lang="uk-UA"/>
        </a:p>
      </dgm:t>
    </dgm:pt>
    <dgm:pt modelId="{C5C0F4EB-60AD-4513-B201-EFC27B41E848}" type="parTrans" cxnId="{8DEA0AD0-40E1-4E0B-B182-F44233DD3F5A}">
      <dgm:prSet/>
      <dgm:spPr/>
      <dgm:t>
        <a:bodyPr/>
        <a:lstStyle/>
        <a:p>
          <a:endParaRPr lang="uk-UA"/>
        </a:p>
      </dgm:t>
    </dgm:pt>
    <dgm:pt modelId="{48EA4A71-9316-487F-AA00-0735155C6C25}" type="sibTrans" cxnId="{8DEA0AD0-40E1-4E0B-B182-F44233DD3F5A}">
      <dgm:prSet/>
      <dgm:spPr/>
      <dgm:t>
        <a:bodyPr/>
        <a:lstStyle/>
        <a:p>
          <a:endParaRPr lang="uk-UA"/>
        </a:p>
      </dgm:t>
    </dgm:pt>
    <dgm:pt modelId="{669F2A02-705F-44E0-AA26-5CB24225AAFF}">
      <dgm:prSet/>
      <dgm:spPr/>
      <dgm:t>
        <a:bodyPr/>
        <a:lstStyle/>
        <a:p>
          <a:r>
            <a:rPr lang="uk-UA" b="0" i="0"/>
            <a:t>потребою у створенні розгалуженої оборонної лінії проти нападів татар.</a:t>
          </a:r>
          <a:endParaRPr lang="uk-UA"/>
        </a:p>
      </dgm:t>
    </dgm:pt>
    <dgm:pt modelId="{DEED3203-F613-4609-BE55-1386AD32C921}" type="parTrans" cxnId="{D040DBBE-ADDD-4850-87F1-985DD6C8C306}">
      <dgm:prSet/>
      <dgm:spPr/>
      <dgm:t>
        <a:bodyPr/>
        <a:lstStyle/>
        <a:p>
          <a:endParaRPr lang="uk-UA"/>
        </a:p>
      </dgm:t>
    </dgm:pt>
    <dgm:pt modelId="{7418BE16-FFEC-444A-BFC2-E958FEE4DD5C}" type="sibTrans" cxnId="{D040DBBE-ADDD-4850-87F1-985DD6C8C306}">
      <dgm:prSet/>
      <dgm:spPr/>
      <dgm:t>
        <a:bodyPr/>
        <a:lstStyle/>
        <a:p>
          <a:endParaRPr lang="uk-UA"/>
        </a:p>
      </dgm:t>
    </dgm:pt>
    <dgm:pt modelId="{FDB63644-E478-4160-B881-4B02304712C9}">
      <dgm:prSet/>
      <dgm:spPr/>
      <dgm:t>
        <a:bodyPr/>
        <a:lstStyle/>
        <a:p>
          <a:r>
            <a:rPr lang="uk-UA" b="0" i="0"/>
            <a:t>успіхами в поширенні нових сільськогосподарських культур.</a:t>
          </a:r>
          <a:endParaRPr lang="uk-UA"/>
        </a:p>
      </dgm:t>
    </dgm:pt>
    <dgm:pt modelId="{3DE60A54-DD48-4FC0-B9BE-18A6FF7720ED}" type="parTrans" cxnId="{A5493CA8-A6A3-4061-BEFE-CFCB6F799C04}">
      <dgm:prSet/>
      <dgm:spPr/>
      <dgm:t>
        <a:bodyPr/>
        <a:lstStyle/>
        <a:p>
          <a:endParaRPr lang="uk-UA"/>
        </a:p>
      </dgm:t>
    </dgm:pt>
    <dgm:pt modelId="{669B5D08-B206-43B3-A9E9-7A3255E0476B}" type="sibTrans" cxnId="{A5493CA8-A6A3-4061-BEFE-CFCB6F799C04}">
      <dgm:prSet/>
      <dgm:spPr/>
      <dgm:t>
        <a:bodyPr/>
        <a:lstStyle/>
        <a:p>
          <a:endParaRPr lang="uk-UA"/>
        </a:p>
      </dgm:t>
    </dgm:pt>
    <dgm:pt modelId="{B26A4217-CC8F-4D5B-8F32-1453108E071A}" type="pres">
      <dgm:prSet presAssocID="{66C9D37B-86FF-4544-8BC7-05349D1F80AD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F145540-102B-40D3-B6E0-CC9D1A979A9A}" type="pres">
      <dgm:prSet presAssocID="{143FF7DD-1922-49CA-B182-22CBC0170409}" presName="composite" presStyleCnt="0"/>
      <dgm:spPr/>
    </dgm:pt>
    <dgm:pt modelId="{41ED0B08-CDCB-496F-9527-8433395951FD}" type="pres">
      <dgm:prSet presAssocID="{143FF7DD-1922-49CA-B182-22CBC0170409}" presName="imgShp" presStyleLbl="fgImgPlace1" presStyleIdx="0" presStyleCnt="4"/>
      <dgm:spPr/>
    </dgm:pt>
    <dgm:pt modelId="{0E0FC787-3F63-4F31-80F2-F8E6BF6147A9}" type="pres">
      <dgm:prSet presAssocID="{143FF7DD-1922-49CA-B182-22CBC0170409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A5B7117-B042-4A96-9EAD-60D679F909E1}" type="pres">
      <dgm:prSet presAssocID="{41FAEB45-B68F-4E1F-830C-A1370A08FF23}" presName="spacing" presStyleCnt="0"/>
      <dgm:spPr/>
    </dgm:pt>
    <dgm:pt modelId="{944AFFF3-3092-4326-9EB8-2B6128565788}" type="pres">
      <dgm:prSet presAssocID="{E0E40F83-EF5A-4BC2-8D05-A7D402689979}" presName="composite" presStyleCnt="0"/>
      <dgm:spPr/>
    </dgm:pt>
    <dgm:pt modelId="{FC259168-285C-4810-9E43-D59CB5CEDC90}" type="pres">
      <dgm:prSet presAssocID="{E0E40F83-EF5A-4BC2-8D05-A7D402689979}" presName="imgShp" presStyleLbl="fgImgPlace1" presStyleIdx="1" presStyleCnt="4"/>
      <dgm:spPr/>
    </dgm:pt>
    <dgm:pt modelId="{EA1B925D-FF02-4C89-B11A-D4296BED0760}" type="pres">
      <dgm:prSet presAssocID="{E0E40F83-EF5A-4BC2-8D05-A7D402689979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A563D95-7E58-4351-9538-16E6FC7389CC}" type="pres">
      <dgm:prSet presAssocID="{48EA4A71-9316-487F-AA00-0735155C6C25}" presName="spacing" presStyleCnt="0"/>
      <dgm:spPr/>
    </dgm:pt>
    <dgm:pt modelId="{5C73F2DF-20F1-4213-A129-0583BA5F823D}" type="pres">
      <dgm:prSet presAssocID="{669F2A02-705F-44E0-AA26-5CB24225AAFF}" presName="composite" presStyleCnt="0"/>
      <dgm:spPr/>
    </dgm:pt>
    <dgm:pt modelId="{B9F45DD2-9FCA-48D4-8CFF-2792A4D76A40}" type="pres">
      <dgm:prSet presAssocID="{669F2A02-705F-44E0-AA26-5CB24225AAFF}" presName="imgShp" presStyleLbl="fgImgPlace1" presStyleIdx="2" presStyleCnt="4"/>
      <dgm:spPr/>
    </dgm:pt>
    <dgm:pt modelId="{BBF7BAC3-2A97-43EC-AFAB-0212D06AE681}" type="pres">
      <dgm:prSet presAssocID="{669F2A02-705F-44E0-AA26-5CB24225AAFF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B433789-9F4D-451E-9FA0-3AF7964A943C}" type="pres">
      <dgm:prSet presAssocID="{7418BE16-FFEC-444A-BFC2-E958FEE4DD5C}" presName="spacing" presStyleCnt="0"/>
      <dgm:spPr/>
    </dgm:pt>
    <dgm:pt modelId="{E15D62AA-5855-4C04-9E84-AB77D47FF3F7}" type="pres">
      <dgm:prSet presAssocID="{FDB63644-E478-4160-B881-4B02304712C9}" presName="composite" presStyleCnt="0"/>
      <dgm:spPr/>
    </dgm:pt>
    <dgm:pt modelId="{FEEED661-F220-4C85-8B3B-4D730763F1A3}" type="pres">
      <dgm:prSet presAssocID="{FDB63644-E478-4160-B881-4B02304712C9}" presName="imgShp" presStyleLbl="fgImgPlace1" presStyleIdx="3" presStyleCnt="4"/>
      <dgm:spPr/>
    </dgm:pt>
    <dgm:pt modelId="{3EFD512F-C636-43FE-9D07-F4CAD29FE1DB}" type="pres">
      <dgm:prSet presAssocID="{FDB63644-E478-4160-B881-4B02304712C9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5493CA8-A6A3-4061-BEFE-CFCB6F799C04}" srcId="{66C9D37B-86FF-4544-8BC7-05349D1F80AD}" destId="{FDB63644-E478-4160-B881-4B02304712C9}" srcOrd="3" destOrd="0" parTransId="{3DE60A54-DD48-4FC0-B9BE-18A6FF7720ED}" sibTransId="{669B5D08-B206-43B3-A9E9-7A3255E0476B}"/>
    <dgm:cxn modelId="{929E1C86-7DAE-4A60-942F-3BC96CCE33C4}" type="presOf" srcId="{669F2A02-705F-44E0-AA26-5CB24225AAFF}" destId="{BBF7BAC3-2A97-43EC-AFAB-0212D06AE681}" srcOrd="0" destOrd="0" presId="urn:microsoft.com/office/officeart/2005/8/layout/vList3"/>
    <dgm:cxn modelId="{D040DBBE-ADDD-4850-87F1-985DD6C8C306}" srcId="{66C9D37B-86FF-4544-8BC7-05349D1F80AD}" destId="{669F2A02-705F-44E0-AA26-5CB24225AAFF}" srcOrd="2" destOrd="0" parTransId="{DEED3203-F613-4609-BE55-1386AD32C921}" sibTransId="{7418BE16-FFEC-444A-BFC2-E958FEE4DD5C}"/>
    <dgm:cxn modelId="{3D41575F-49F8-4D4F-A778-CD1ED0582679}" type="presOf" srcId="{E0E40F83-EF5A-4BC2-8D05-A7D402689979}" destId="{EA1B925D-FF02-4C89-B11A-D4296BED0760}" srcOrd="0" destOrd="0" presId="urn:microsoft.com/office/officeart/2005/8/layout/vList3"/>
    <dgm:cxn modelId="{7F993650-A26B-467E-B795-7F8DA037C564}" type="presOf" srcId="{66C9D37B-86FF-4544-8BC7-05349D1F80AD}" destId="{B26A4217-CC8F-4D5B-8F32-1453108E071A}" srcOrd="0" destOrd="0" presId="urn:microsoft.com/office/officeart/2005/8/layout/vList3"/>
    <dgm:cxn modelId="{8DEA0AD0-40E1-4E0B-B182-F44233DD3F5A}" srcId="{66C9D37B-86FF-4544-8BC7-05349D1F80AD}" destId="{E0E40F83-EF5A-4BC2-8D05-A7D402689979}" srcOrd="1" destOrd="0" parTransId="{C5C0F4EB-60AD-4513-B201-EFC27B41E848}" sibTransId="{48EA4A71-9316-487F-AA00-0735155C6C25}"/>
    <dgm:cxn modelId="{B3B3B1D5-5600-4D6A-B26A-4A46EB5BCB64}" srcId="{66C9D37B-86FF-4544-8BC7-05349D1F80AD}" destId="{143FF7DD-1922-49CA-B182-22CBC0170409}" srcOrd="0" destOrd="0" parTransId="{7D5A0563-5B3B-407D-9C94-DB9AB4F18097}" sibTransId="{41FAEB45-B68F-4E1F-830C-A1370A08FF23}"/>
    <dgm:cxn modelId="{6735E727-BF41-488C-AE1A-B89BA51C4BC1}" type="presOf" srcId="{143FF7DD-1922-49CA-B182-22CBC0170409}" destId="{0E0FC787-3F63-4F31-80F2-F8E6BF6147A9}" srcOrd="0" destOrd="0" presId="urn:microsoft.com/office/officeart/2005/8/layout/vList3"/>
    <dgm:cxn modelId="{E5623533-9490-4B51-B02D-434E0F84FDEF}" type="presOf" srcId="{FDB63644-E478-4160-B881-4B02304712C9}" destId="{3EFD512F-C636-43FE-9D07-F4CAD29FE1DB}" srcOrd="0" destOrd="0" presId="urn:microsoft.com/office/officeart/2005/8/layout/vList3"/>
    <dgm:cxn modelId="{2822B191-2E35-4348-B61F-2378C3D97BE7}" type="presParOf" srcId="{B26A4217-CC8F-4D5B-8F32-1453108E071A}" destId="{BF145540-102B-40D3-B6E0-CC9D1A979A9A}" srcOrd="0" destOrd="0" presId="urn:microsoft.com/office/officeart/2005/8/layout/vList3"/>
    <dgm:cxn modelId="{63B83F71-7FDF-4C1B-8506-86D2303997F3}" type="presParOf" srcId="{BF145540-102B-40D3-B6E0-CC9D1A979A9A}" destId="{41ED0B08-CDCB-496F-9527-8433395951FD}" srcOrd="0" destOrd="0" presId="urn:microsoft.com/office/officeart/2005/8/layout/vList3"/>
    <dgm:cxn modelId="{F92CB57F-E544-4021-BFD7-4E8375FFE58F}" type="presParOf" srcId="{BF145540-102B-40D3-B6E0-CC9D1A979A9A}" destId="{0E0FC787-3F63-4F31-80F2-F8E6BF6147A9}" srcOrd="1" destOrd="0" presId="urn:microsoft.com/office/officeart/2005/8/layout/vList3"/>
    <dgm:cxn modelId="{9B0384AD-14AE-491E-9FBF-7C669764BF27}" type="presParOf" srcId="{B26A4217-CC8F-4D5B-8F32-1453108E071A}" destId="{FA5B7117-B042-4A96-9EAD-60D679F909E1}" srcOrd="1" destOrd="0" presId="urn:microsoft.com/office/officeart/2005/8/layout/vList3"/>
    <dgm:cxn modelId="{50DC41A2-D31C-44B9-909B-3103C3CD63A7}" type="presParOf" srcId="{B26A4217-CC8F-4D5B-8F32-1453108E071A}" destId="{944AFFF3-3092-4326-9EB8-2B6128565788}" srcOrd="2" destOrd="0" presId="urn:microsoft.com/office/officeart/2005/8/layout/vList3"/>
    <dgm:cxn modelId="{358D82FC-D4CF-4F3F-ADE7-615F01E8E007}" type="presParOf" srcId="{944AFFF3-3092-4326-9EB8-2B6128565788}" destId="{FC259168-285C-4810-9E43-D59CB5CEDC90}" srcOrd="0" destOrd="0" presId="urn:microsoft.com/office/officeart/2005/8/layout/vList3"/>
    <dgm:cxn modelId="{71E81D02-9946-4AB7-A795-C375B91ADCDE}" type="presParOf" srcId="{944AFFF3-3092-4326-9EB8-2B6128565788}" destId="{EA1B925D-FF02-4C89-B11A-D4296BED0760}" srcOrd="1" destOrd="0" presId="urn:microsoft.com/office/officeart/2005/8/layout/vList3"/>
    <dgm:cxn modelId="{1839BE88-74D2-4AA0-AFDB-14A229C31AB0}" type="presParOf" srcId="{B26A4217-CC8F-4D5B-8F32-1453108E071A}" destId="{EA563D95-7E58-4351-9538-16E6FC7389CC}" srcOrd="3" destOrd="0" presId="urn:microsoft.com/office/officeart/2005/8/layout/vList3"/>
    <dgm:cxn modelId="{BBB33335-DC19-41F1-89BC-E6944D83E5ED}" type="presParOf" srcId="{B26A4217-CC8F-4D5B-8F32-1453108E071A}" destId="{5C73F2DF-20F1-4213-A129-0583BA5F823D}" srcOrd="4" destOrd="0" presId="urn:microsoft.com/office/officeart/2005/8/layout/vList3"/>
    <dgm:cxn modelId="{B2BF100A-8513-4550-956A-F14AC0F11ACD}" type="presParOf" srcId="{5C73F2DF-20F1-4213-A129-0583BA5F823D}" destId="{B9F45DD2-9FCA-48D4-8CFF-2792A4D76A40}" srcOrd="0" destOrd="0" presId="urn:microsoft.com/office/officeart/2005/8/layout/vList3"/>
    <dgm:cxn modelId="{D98CABE5-A62A-4A05-9AB4-B41B430A7F56}" type="presParOf" srcId="{5C73F2DF-20F1-4213-A129-0583BA5F823D}" destId="{BBF7BAC3-2A97-43EC-AFAB-0212D06AE681}" srcOrd="1" destOrd="0" presId="urn:microsoft.com/office/officeart/2005/8/layout/vList3"/>
    <dgm:cxn modelId="{2DC1FE64-0EE1-46C2-9717-467CDAFD2C99}" type="presParOf" srcId="{B26A4217-CC8F-4D5B-8F32-1453108E071A}" destId="{8B433789-9F4D-451E-9FA0-3AF7964A943C}" srcOrd="5" destOrd="0" presId="urn:microsoft.com/office/officeart/2005/8/layout/vList3"/>
    <dgm:cxn modelId="{C5B3D217-B2AA-4191-9053-233D8336491D}" type="presParOf" srcId="{B26A4217-CC8F-4D5B-8F32-1453108E071A}" destId="{E15D62AA-5855-4C04-9E84-AB77D47FF3F7}" srcOrd="6" destOrd="0" presId="urn:microsoft.com/office/officeart/2005/8/layout/vList3"/>
    <dgm:cxn modelId="{D4C21064-1C26-49E4-811F-045F8C17DCAD}" type="presParOf" srcId="{E15D62AA-5855-4C04-9E84-AB77D47FF3F7}" destId="{FEEED661-F220-4C85-8B3B-4D730763F1A3}" srcOrd="0" destOrd="0" presId="urn:microsoft.com/office/officeart/2005/8/layout/vList3"/>
    <dgm:cxn modelId="{933CE212-4BD3-4537-B0E2-082337277499}" type="presParOf" srcId="{E15D62AA-5855-4C04-9E84-AB77D47FF3F7}" destId="{3EFD512F-C636-43FE-9D07-F4CAD29FE1D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66C9D37B-86FF-4544-8BC7-05349D1F80AD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43FF7DD-1922-49CA-B182-22CBC0170409}">
      <dgm:prSet/>
      <dgm:spPr/>
      <dgm:t>
        <a:bodyPr/>
        <a:lstStyle/>
        <a:p>
          <a:r>
            <a:rPr lang="uk-UA" b="0" i="0" dirty="0"/>
            <a:t>зростанням попиту на сільськогосподарську продукцію в країнах Західної Європи.</a:t>
          </a:r>
          <a:endParaRPr lang="uk-UA" dirty="0"/>
        </a:p>
      </dgm:t>
    </dgm:pt>
    <dgm:pt modelId="{7D5A0563-5B3B-407D-9C94-DB9AB4F18097}" type="parTrans" cxnId="{B3B3B1D5-5600-4D6A-B26A-4A46EB5BCB64}">
      <dgm:prSet/>
      <dgm:spPr/>
      <dgm:t>
        <a:bodyPr/>
        <a:lstStyle/>
        <a:p>
          <a:endParaRPr lang="uk-UA"/>
        </a:p>
      </dgm:t>
    </dgm:pt>
    <dgm:pt modelId="{41FAEB45-B68F-4E1F-830C-A1370A08FF23}" type="sibTrans" cxnId="{B3B3B1D5-5600-4D6A-B26A-4A46EB5BCB64}">
      <dgm:prSet/>
      <dgm:spPr/>
      <dgm:t>
        <a:bodyPr/>
        <a:lstStyle/>
        <a:p>
          <a:endParaRPr lang="uk-UA"/>
        </a:p>
      </dgm:t>
    </dgm:pt>
    <dgm:pt modelId="{E0E40F83-EF5A-4BC2-8D05-A7D402689979}">
      <dgm:prSet/>
      <dgm:spPr/>
      <dgm:t>
        <a:bodyPr/>
        <a:lstStyle/>
        <a:p>
          <a:r>
            <a:rPr lang="uk-UA" b="0" i="0" dirty="0"/>
            <a:t>прагненням польської шляхти приборкати українське селянство та козацтво.</a:t>
          </a:r>
          <a:endParaRPr lang="uk-UA" dirty="0"/>
        </a:p>
      </dgm:t>
    </dgm:pt>
    <dgm:pt modelId="{C5C0F4EB-60AD-4513-B201-EFC27B41E848}" type="parTrans" cxnId="{8DEA0AD0-40E1-4E0B-B182-F44233DD3F5A}">
      <dgm:prSet/>
      <dgm:spPr/>
      <dgm:t>
        <a:bodyPr/>
        <a:lstStyle/>
        <a:p>
          <a:endParaRPr lang="uk-UA"/>
        </a:p>
      </dgm:t>
    </dgm:pt>
    <dgm:pt modelId="{48EA4A71-9316-487F-AA00-0735155C6C25}" type="sibTrans" cxnId="{8DEA0AD0-40E1-4E0B-B182-F44233DD3F5A}">
      <dgm:prSet/>
      <dgm:spPr/>
      <dgm:t>
        <a:bodyPr/>
        <a:lstStyle/>
        <a:p>
          <a:endParaRPr lang="uk-UA"/>
        </a:p>
      </dgm:t>
    </dgm:pt>
    <dgm:pt modelId="{669F2A02-705F-44E0-AA26-5CB24225AAFF}">
      <dgm:prSet/>
      <dgm:spPr/>
      <dgm:t>
        <a:bodyPr/>
        <a:lstStyle/>
        <a:p>
          <a:r>
            <a:rPr lang="uk-UA" b="0" i="0"/>
            <a:t>потребою у створенні розгалуженої оборонної лінії проти нападів татар.</a:t>
          </a:r>
          <a:endParaRPr lang="uk-UA"/>
        </a:p>
      </dgm:t>
    </dgm:pt>
    <dgm:pt modelId="{DEED3203-F613-4609-BE55-1386AD32C921}" type="parTrans" cxnId="{D040DBBE-ADDD-4850-87F1-985DD6C8C306}">
      <dgm:prSet/>
      <dgm:spPr/>
      <dgm:t>
        <a:bodyPr/>
        <a:lstStyle/>
        <a:p>
          <a:endParaRPr lang="uk-UA"/>
        </a:p>
      </dgm:t>
    </dgm:pt>
    <dgm:pt modelId="{7418BE16-FFEC-444A-BFC2-E958FEE4DD5C}" type="sibTrans" cxnId="{D040DBBE-ADDD-4850-87F1-985DD6C8C306}">
      <dgm:prSet/>
      <dgm:spPr/>
      <dgm:t>
        <a:bodyPr/>
        <a:lstStyle/>
        <a:p>
          <a:endParaRPr lang="uk-UA"/>
        </a:p>
      </dgm:t>
    </dgm:pt>
    <dgm:pt modelId="{FDB63644-E478-4160-B881-4B02304712C9}">
      <dgm:prSet/>
      <dgm:spPr/>
      <dgm:t>
        <a:bodyPr/>
        <a:lstStyle/>
        <a:p>
          <a:r>
            <a:rPr lang="uk-UA" b="0" i="0" dirty="0"/>
            <a:t>успіхами в поширенні нових сільськогосподарських культур.</a:t>
          </a:r>
          <a:endParaRPr lang="uk-UA" dirty="0"/>
        </a:p>
      </dgm:t>
    </dgm:pt>
    <dgm:pt modelId="{3DE60A54-DD48-4FC0-B9BE-18A6FF7720ED}" type="parTrans" cxnId="{A5493CA8-A6A3-4061-BEFE-CFCB6F799C04}">
      <dgm:prSet/>
      <dgm:spPr/>
      <dgm:t>
        <a:bodyPr/>
        <a:lstStyle/>
        <a:p>
          <a:endParaRPr lang="uk-UA"/>
        </a:p>
      </dgm:t>
    </dgm:pt>
    <dgm:pt modelId="{669B5D08-B206-43B3-A9E9-7A3255E0476B}" type="sibTrans" cxnId="{A5493CA8-A6A3-4061-BEFE-CFCB6F799C04}">
      <dgm:prSet/>
      <dgm:spPr/>
      <dgm:t>
        <a:bodyPr/>
        <a:lstStyle/>
        <a:p>
          <a:endParaRPr lang="uk-UA"/>
        </a:p>
      </dgm:t>
    </dgm:pt>
    <dgm:pt modelId="{B26A4217-CC8F-4D5B-8F32-1453108E071A}" type="pres">
      <dgm:prSet presAssocID="{66C9D37B-86FF-4544-8BC7-05349D1F80AD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F145540-102B-40D3-B6E0-CC9D1A979A9A}" type="pres">
      <dgm:prSet presAssocID="{143FF7DD-1922-49CA-B182-22CBC0170409}" presName="composite" presStyleCnt="0"/>
      <dgm:spPr/>
    </dgm:pt>
    <dgm:pt modelId="{41ED0B08-CDCB-496F-9527-8433395951FD}" type="pres">
      <dgm:prSet presAssocID="{143FF7DD-1922-49CA-B182-22CBC0170409}" presName="imgShp" presStyleLbl="fgImgPlace1" presStyleIdx="0" presStyleCnt="4"/>
      <dgm:spPr/>
    </dgm:pt>
    <dgm:pt modelId="{0E0FC787-3F63-4F31-80F2-F8E6BF6147A9}" type="pres">
      <dgm:prSet presAssocID="{143FF7DD-1922-49CA-B182-22CBC0170409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A5B7117-B042-4A96-9EAD-60D679F909E1}" type="pres">
      <dgm:prSet presAssocID="{41FAEB45-B68F-4E1F-830C-A1370A08FF23}" presName="spacing" presStyleCnt="0"/>
      <dgm:spPr/>
    </dgm:pt>
    <dgm:pt modelId="{944AFFF3-3092-4326-9EB8-2B6128565788}" type="pres">
      <dgm:prSet presAssocID="{E0E40F83-EF5A-4BC2-8D05-A7D402689979}" presName="composite" presStyleCnt="0"/>
      <dgm:spPr/>
    </dgm:pt>
    <dgm:pt modelId="{FC259168-285C-4810-9E43-D59CB5CEDC90}" type="pres">
      <dgm:prSet presAssocID="{E0E40F83-EF5A-4BC2-8D05-A7D402689979}" presName="imgShp" presStyleLbl="fgImgPlace1" presStyleIdx="1" presStyleCnt="4"/>
      <dgm:spPr/>
    </dgm:pt>
    <dgm:pt modelId="{EA1B925D-FF02-4C89-B11A-D4296BED0760}" type="pres">
      <dgm:prSet presAssocID="{E0E40F83-EF5A-4BC2-8D05-A7D402689979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A563D95-7E58-4351-9538-16E6FC7389CC}" type="pres">
      <dgm:prSet presAssocID="{48EA4A71-9316-487F-AA00-0735155C6C25}" presName="spacing" presStyleCnt="0"/>
      <dgm:spPr/>
    </dgm:pt>
    <dgm:pt modelId="{5C73F2DF-20F1-4213-A129-0583BA5F823D}" type="pres">
      <dgm:prSet presAssocID="{669F2A02-705F-44E0-AA26-5CB24225AAFF}" presName="composite" presStyleCnt="0"/>
      <dgm:spPr/>
    </dgm:pt>
    <dgm:pt modelId="{B9F45DD2-9FCA-48D4-8CFF-2792A4D76A40}" type="pres">
      <dgm:prSet presAssocID="{669F2A02-705F-44E0-AA26-5CB24225AAFF}" presName="imgShp" presStyleLbl="fgImgPlace1" presStyleIdx="2" presStyleCnt="4"/>
      <dgm:spPr/>
    </dgm:pt>
    <dgm:pt modelId="{BBF7BAC3-2A97-43EC-AFAB-0212D06AE681}" type="pres">
      <dgm:prSet presAssocID="{669F2A02-705F-44E0-AA26-5CB24225AAFF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B433789-9F4D-451E-9FA0-3AF7964A943C}" type="pres">
      <dgm:prSet presAssocID="{7418BE16-FFEC-444A-BFC2-E958FEE4DD5C}" presName="spacing" presStyleCnt="0"/>
      <dgm:spPr/>
    </dgm:pt>
    <dgm:pt modelId="{E15D62AA-5855-4C04-9E84-AB77D47FF3F7}" type="pres">
      <dgm:prSet presAssocID="{FDB63644-E478-4160-B881-4B02304712C9}" presName="composite" presStyleCnt="0"/>
      <dgm:spPr/>
    </dgm:pt>
    <dgm:pt modelId="{FEEED661-F220-4C85-8B3B-4D730763F1A3}" type="pres">
      <dgm:prSet presAssocID="{FDB63644-E478-4160-B881-4B02304712C9}" presName="imgShp" presStyleLbl="fgImgPlace1" presStyleIdx="3" presStyleCnt="4"/>
      <dgm:spPr/>
    </dgm:pt>
    <dgm:pt modelId="{3EFD512F-C636-43FE-9D07-F4CAD29FE1DB}" type="pres">
      <dgm:prSet presAssocID="{FDB63644-E478-4160-B881-4B02304712C9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5493CA8-A6A3-4061-BEFE-CFCB6F799C04}" srcId="{66C9D37B-86FF-4544-8BC7-05349D1F80AD}" destId="{FDB63644-E478-4160-B881-4B02304712C9}" srcOrd="3" destOrd="0" parTransId="{3DE60A54-DD48-4FC0-B9BE-18A6FF7720ED}" sibTransId="{669B5D08-B206-43B3-A9E9-7A3255E0476B}"/>
    <dgm:cxn modelId="{929E1C86-7DAE-4A60-942F-3BC96CCE33C4}" type="presOf" srcId="{669F2A02-705F-44E0-AA26-5CB24225AAFF}" destId="{BBF7BAC3-2A97-43EC-AFAB-0212D06AE681}" srcOrd="0" destOrd="0" presId="urn:microsoft.com/office/officeart/2005/8/layout/vList3"/>
    <dgm:cxn modelId="{D040DBBE-ADDD-4850-87F1-985DD6C8C306}" srcId="{66C9D37B-86FF-4544-8BC7-05349D1F80AD}" destId="{669F2A02-705F-44E0-AA26-5CB24225AAFF}" srcOrd="2" destOrd="0" parTransId="{DEED3203-F613-4609-BE55-1386AD32C921}" sibTransId="{7418BE16-FFEC-444A-BFC2-E958FEE4DD5C}"/>
    <dgm:cxn modelId="{3D41575F-49F8-4D4F-A778-CD1ED0582679}" type="presOf" srcId="{E0E40F83-EF5A-4BC2-8D05-A7D402689979}" destId="{EA1B925D-FF02-4C89-B11A-D4296BED0760}" srcOrd="0" destOrd="0" presId="urn:microsoft.com/office/officeart/2005/8/layout/vList3"/>
    <dgm:cxn modelId="{7F993650-A26B-467E-B795-7F8DA037C564}" type="presOf" srcId="{66C9D37B-86FF-4544-8BC7-05349D1F80AD}" destId="{B26A4217-CC8F-4D5B-8F32-1453108E071A}" srcOrd="0" destOrd="0" presId="urn:microsoft.com/office/officeart/2005/8/layout/vList3"/>
    <dgm:cxn modelId="{8DEA0AD0-40E1-4E0B-B182-F44233DD3F5A}" srcId="{66C9D37B-86FF-4544-8BC7-05349D1F80AD}" destId="{E0E40F83-EF5A-4BC2-8D05-A7D402689979}" srcOrd="1" destOrd="0" parTransId="{C5C0F4EB-60AD-4513-B201-EFC27B41E848}" sibTransId="{48EA4A71-9316-487F-AA00-0735155C6C25}"/>
    <dgm:cxn modelId="{B3B3B1D5-5600-4D6A-B26A-4A46EB5BCB64}" srcId="{66C9D37B-86FF-4544-8BC7-05349D1F80AD}" destId="{143FF7DD-1922-49CA-B182-22CBC0170409}" srcOrd="0" destOrd="0" parTransId="{7D5A0563-5B3B-407D-9C94-DB9AB4F18097}" sibTransId="{41FAEB45-B68F-4E1F-830C-A1370A08FF23}"/>
    <dgm:cxn modelId="{6735E727-BF41-488C-AE1A-B89BA51C4BC1}" type="presOf" srcId="{143FF7DD-1922-49CA-B182-22CBC0170409}" destId="{0E0FC787-3F63-4F31-80F2-F8E6BF6147A9}" srcOrd="0" destOrd="0" presId="urn:microsoft.com/office/officeart/2005/8/layout/vList3"/>
    <dgm:cxn modelId="{E5623533-9490-4B51-B02D-434E0F84FDEF}" type="presOf" srcId="{FDB63644-E478-4160-B881-4B02304712C9}" destId="{3EFD512F-C636-43FE-9D07-F4CAD29FE1DB}" srcOrd="0" destOrd="0" presId="urn:microsoft.com/office/officeart/2005/8/layout/vList3"/>
    <dgm:cxn modelId="{2822B191-2E35-4348-B61F-2378C3D97BE7}" type="presParOf" srcId="{B26A4217-CC8F-4D5B-8F32-1453108E071A}" destId="{BF145540-102B-40D3-B6E0-CC9D1A979A9A}" srcOrd="0" destOrd="0" presId="urn:microsoft.com/office/officeart/2005/8/layout/vList3"/>
    <dgm:cxn modelId="{63B83F71-7FDF-4C1B-8506-86D2303997F3}" type="presParOf" srcId="{BF145540-102B-40D3-B6E0-CC9D1A979A9A}" destId="{41ED0B08-CDCB-496F-9527-8433395951FD}" srcOrd="0" destOrd="0" presId="urn:microsoft.com/office/officeart/2005/8/layout/vList3"/>
    <dgm:cxn modelId="{F92CB57F-E544-4021-BFD7-4E8375FFE58F}" type="presParOf" srcId="{BF145540-102B-40D3-B6E0-CC9D1A979A9A}" destId="{0E0FC787-3F63-4F31-80F2-F8E6BF6147A9}" srcOrd="1" destOrd="0" presId="urn:microsoft.com/office/officeart/2005/8/layout/vList3"/>
    <dgm:cxn modelId="{9B0384AD-14AE-491E-9FBF-7C669764BF27}" type="presParOf" srcId="{B26A4217-CC8F-4D5B-8F32-1453108E071A}" destId="{FA5B7117-B042-4A96-9EAD-60D679F909E1}" srcOrd="1" destOrd="0" presId="urn:microsoft.com/office/officeart/2005/8/layout/vList3"/>
    <dgm:cxn modelId="{50DC41A2-D31C-44B9-909B-3103C3CD63A7}" type="presParOf" srcId="{B26A4217-CC8F-4D5B-8F32-1453108E071A}" destId="{944AFFF3-3092-4326-9EB8-2B6128565788}" srcOrd="2" destOrd="0" presId="urn:microsoft.com/office/officeart/2005/8/layout/vList3"/>
    <dgm:cxn modelId="{358D82FC-D4CF-4F3F-ADE7-615F01E8E007}" type="presParOf" srcId="{944AFFF3-3092-4326-9EB8-2B6128565788}" destId="{FC259168-285C-4810-9E43-D59CB5CEDC90}" srcOrd="0" destOrd="0" presId="urn:microsoft.com/office/officeart/2005/8/layout/vList3"/>
    <dgm:cxn modelId="{71E81D02-9946-4AB7-A795-C375B91ADCDE}" type="presParOf" srcId="{944AFFF3-3092-4326-9EB8-2B6128565788}" destId="{EA1B925D-FF02-4C89-B11A-D4296BED0760}" srcOrd="1" destOrd="0" presId="urn:microsoft.com/office/officeart/2005/8/layout/vList3"/>
    <dgm:cxn modelId="{1839BE88-74D2-4AA0-AFDB-14A229C31AB0}" type="presParOf" srcId="{B26A4217-CC8F-4D5B-8F32-1453108E071A}" destId="{EA563D95-7E58-4351-9538-16E6FC7389CC}" srcOrd="3" destOrd="0" presId="urn:microsoft.com/office/officeart/2005/8/layout/vList3"/>
    <dgm:cxn modelId="{BBB33335-DC19-41F1-89BC-E6944D83E5ED}" type="presParOf" srcId="{B26A4217-CC8F-4D5B-8F32-1453108E071A}" destId="{5C73F2DF-20F1-4213-A129-0583BA5F823D}" srcOrd="4" destOrd="0" presId="urn:microsoft.com/office/officeart/2005/8/layout/vList3"/>
    <dgm:cxn modelId="{B2BF100A-8513-4550-956A-F14AC0F11ACD}" type="presParOf" srcId="{5C73F2DF-20F1-4213-A129-0583BA5F823D}" destId="{B9F45DD2-9FCA-48D4-8CFF-2792A4D76A40}" srcOrd="0" destOrd="0" presId="urn:microsoft.com/office/officeart/2005/8/layout/vList3"/>
    <dgm:cxn modelId="{D98CABE5-A62A-4A05-9AB4-B41B430A7F56}" type="presParOf" srcId="{5C73F2DF-20F1-4213-A129-0583BA5F823D}" destId="{BBF7BAC3-2A97-43EC-AFAB-0212D06AE681}" srcOrd="1" destOrd="0" presId="urn:microsoft.com/office/officeart/2005/8/layout/vList3"/>
    <dgm:cxn modelId="{2DC1FE64-0EE1-46C2-9717-467CDAFD2C99}" type="presParOf" srcId="{B26A4217-CC8F-4D5B-8F32-1453108E071A}" destId="{8B433789-9F4D-451E-9FA0-3AF7964A943C}" srcOrd="5" destOrd="0" presId="urn:microsoft.com/office/officeart/2005/8/layout/vList3"/>
    <dgm:cxn modelId="{C5B3D217-B2AA-4191-9053-233D8336491D}" type="presParOf" srcId="{B26A4217-CC8F-4D5B-8F32-1453108E071A}" destId="{E15D62AA-5855-4C04-9E84-AB77D47FF3F7}" srcOrd="6" destOrd="0" presId="urn:microsoft.com/office/officeart/2005/8/layout/vList3"/>
    <dgm:cxn modelId="{D4C21064-1C26-49E4-811F-045F8C17DCAD}" type="presParOf" srcId="{E15D62AA-5855-4C04-9E84-AB77D47FF3F7}" destId="{FEEED661-F220-4C85-8B3B-4D730763F1A3}" srcOrd="0" destOrd="0" presId="urn:microsoft.com/office/officeart/2005/8/layout/vList3"/>
    <dgm:cxn modelId="{933CE212-4BD3-4537-B0E2-082337277499}" type="presParOf" srcId="{E15D62AA-5855-4C04-9E84-AB77D47FF3F7}" destId="{3EFD512F-C636-43FE-9D07-F4CAD29FE1D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2EFBA860-2F27-4FC3-BCFC-332CCD65E07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1178B1F-5605-4BA6-A769-D92995382BE7}">
      <dgm:prSet/>
      <dgm:spPr/>
      <dgm:t>
        <a:bodyPr/>
        <a:lstStyle/>
        <a:p>
          <a:r>
            <a:rPr lang="ru-RU"/>
            <a:t>козаків.</a:t>
          </a:r>
          <a:endParaRPr lang="uk-UA"/>
        </a:p>
      </dgm:t>
    </dgm:pt>
    <dgm:pt modelId="{1C233767-68DF-4357-B542-7C48D60A09F7}" type="parTrans" cxnId="{E5873B24-CF93-420B-A256-D6BB3BCA9FCF}">
      <dgm:prSet/>
      <dgm:spPr/>
      <dgm:t>
        <a:bodyPr/>
        <a:lstStyle/>
        <a:p>
          <a:endParaRPr lang="uk-UA"/>
        </a:p>
      </dgm:t>
    </dgm:pt>
    <dgm:pt modelId="{70801DBE-6D36-49D3-8313-90A5FF23F7B7}" type="sibTrans" cxnId="{E5873B24-CF93-420B-A256-D6BB3BCA9FCF}">
      <dgm:prSet/>
      <dgm:spPr/>
      <dgm:t>
        <a:bodyPr/>
        <a:lstStyle/>
        <a:p>
          <a:endParaRPr lang="uk-UA"/>
        </a:p>
      </dgm:t>
    </dgm:pt>
    <dgm:pt modelId="{7B708E6A-04E9-43F1-9496-28E7C21A9FDD}">
      <dgm:prSet/>
      <dgm:spPr/>
      <dgm:t>
        <a:bodyPr/>
        <a:lstStyle/>
        <a:p>
          <a:r>
            <a:rPr lang="ru-RU"/>
            <a:t>селян.</a:t>
          </a:r>
          <a:endParaRPr lang="uk-UA"/>
        </a:p>
      </dgm:t>
    </dgm:pt>
    <dgm:pt modelId="{F02797A0-DD48-4AEE-BFDD-7D9550193359}" type="parTrans" cxnId="{6464A818-CE26-4E73-BC4C-47C88C90479B}">
      <dgm:prSet/>
      <dgm:spPr/>
      <dgm:t>
        <a:bodyPr/>
        <a:lstStyle/>
        <a:p>
          <a:endParaRPr lang="uk-UA"/>
        </a:p>
      </dgm:t>
    </dgm:pt>
    <dgm:pt modelId="{8B04209C-1CDF-4F82-9446-65A51008081D}" type="sibTrans" cxnId="{6464A818-CE26-4E73-BC4C-47C88C90479B}">
      <dgm:prSet/>
      <dgm:spPr/>
      <dgm:t>
        <a:bodyPr/>
        <a:lstStyle/>
        <a:p>
          <a:endParaRPr lang="uk-UA"/>
        </a:p>
      </dgm:t>
    </dgm:pt>
    <dgm:pt modelId="{27EDB142-7969-4C56-8560-BED868666850}">
      <dgm:prSet/>
      <dgm:spPr/>
      <dgm:t>
        <a:bodyPr/>
        <a:lstStyle/>
        <a:p>
          <a:r>
            <a:rPr lang="ru-RU"/>
            <a:t>міщан.</a:t>
          </a:r>
          <a:endParaRPr lang="uk-UA"/>
        </a:p>
      </dgm:t>
    </dgm:pt>
    <dgm:pt modelId="{2D14370E-852D-4ED7-AF82-048295E617C5}" type="parTrans" cxnId="{6E41D75A-5B47-48DB-83AA-5A73FFC62D93}">
      <dgm:prSet/>
      <dgm:spPr/>
      <dgm:t>
        <a:bodyPr/>
        <a:lstStyle/>
        <a:p>
          <a:endParaRPr lang="uk-UA"/>
        </a:p>
      </dgm:t>
    </dgm:pt>
    <dgm:pt modelId="{7F25B328-78A6-4232-88E2-392C4E044029}" type="sibTrans" cxnId="{6E41D75A-5B47-48DB-83AA-5A73FFC62D93}">
      <dgm:prSet/>
      <dgm:spPr/>
      <dgm:t>
        <a:bodyPr/>
        <a:lstStyle/>
        <a:p>
          <a:endParaRPr lang="uk-UA"/>
        </a:p>
      </dgm:t>
    </dgm:pt>
    <dgm:pt modelId="{AB9E2003-98EC-4E14-8D74-0C46C2C5DC76}">
      <dgm:prSet/>
      <dgm:spPr/>
      <dgm:t>
        <a:bodyPr/>
        <a:lstStyle/>
        <a:p>
          <a:r>
            <a:rPr lang="ru-RU" dirty="0" err="1"/>
            <a:t>шляхти</a:t>
          </a:r>
          <a:endParaRPr lang="uk-UA" dirty="0"/>
        </a:p>
      </dgm:t>
    </dgm:pt>
    <dgm:pt modelId="{91A68E0A-FA2C-4B08-BA7E-C298CD536495}" type="parTrans" cxnId="{279DBDD2-C28A-42E3-9B5D-2DF0BF049E7C}">
      <dgm:prSet/>
      <dgm:spPr/>
      <dgm:t>
        <a:bodyPr/>
        <a:lstStyle/>
        <a:p>
          <a:endParaRPr lang="uk-UA"/>
        </a:p>
      </dgm:t>
    </dgm:pt>
    <dgm:pt modelId="{9D1FFF9A-C4FD-4058-9E54-717D8C19C93B}" type="sibTrans" cxnId="{279DBDD2-C28A-42E3-9B5D-2DF0BF049E7C}">
      <dgm:prSet/>
      <dgm:spPr/>
      <dgm:t>
        <a:bodyPr/>
        <a:lstStyle/>
        <a:p>
          <a:endParaRPr lang="uk-UA"/>
        </a:p>
      </dgm:t>
    </dgm:pt>
    <dgm:pt modelId="{9BB2053E-5D9A-4ED9-95AD-789DA5D59934}" type="pres">
      <dgm:prSet presAssocID="{2EFBA860-2F27-4FC3-BCFC-332CCD65E07C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FD5071C-AF1D-4081-8333-BF59B7AD3F61}" type="pres">
      <dgm:prSet presAssocID="{81178B1F-5605-4BA6-A769-D92995382BE7}" presName="composite" presStyleCnt="0"/>
      <dgm:spPr/>
    </dgm:pt>
    <dgm:pt modelId="{0433EFB4-F5B8-4449-A0A1-DFBFE59CD1E6}" type="pres">
      <dgm:prSet presAssocID="{81178B1F-5605-4BA6-A769-D92995382BE7}" presName="imgShp" presStyleLbl="fgImgPlace1" presStyleIdx="0" presStyleCnt="4"/>
      <dgm:spPr/>
    </dgm:pt>
    <dgm:pt modelId="{0C67265F-9FDF-4070-B7AB-0A6FA3162BAB}" type="pres">
      <dgm:prSet presAssocID="{81178B1F-5605-4BA6-A769-D92995382BE7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154DE40-AAD4-43ED-8927-8FF03184146A}" type="pres">
      <dgm:prSet presAssocID="{70801DBE-6D36-49D3-8313-90A5FF23F7B7}" presName="spacing" presStyleCnt="0"/>
      <dgm:spPr/>
    </dgm:pt>
    <dgm:pt modelId="{6A54358F-1448-4DF7-A7AB-98229630F105}" type="pres">
      <dgm:prSet presAssocID="{7B708E6A-04E9-43F1-9496-28E7C21A9FDD}" presName="composite" presStyleCnt="0"/>
      <dgm:spPr/>
    </dgm:pt>
    <dgm:pt modelId="{BEF723DA-B621-4298-BE45-D1622861EA42}" type="pres">
      <dgm:prSet presAssocID="{7B708E6A-04E9-43F1-9496-28E7C21A9FDD}" presName="imgShp" presStyleLbl="fgImgPlace1" presStyleIdx="1" presStyleCnt="4"/>
      <dgm:spPr/>
    </dgm:pt>
    <dgm:pt modelId="{3B53A66C-CB89-4813-B7BD-2D645DF8D132}" type="pres">
      <dgm:prSet presAssocID="{7B708E6A-04E9-43F1-9496-28E7C21A9FDD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560277F-93C8-4DAD-A81E-6FF15C44E206}" type="pres">
      <dgm:prSet presAssocID="{8B04209C-1CDF-4F82-9446-65A51008081D}" presName="spacing" presStyleCnt="0"/>
      <dgm:spPr/>
    </dgm:pt>
    <dgm:pt modelId="{085B4E3A-A61F-45F1-AFF0-1676DD29391A}" type="pres">
      <dgm:prSet presAssocID="{27EDB142-7969-4C56-8560-BED868666850}" presName="composite" presStyleCnt="0"/>
      <dgm:spPr/>
    </dgm:pt>
    <dgm:pt modelId="{1F199AEB-C02F-4F6B-8998-F203903516B9}" type="pres">
      <dgm:prSet presAssocID="{27EDB142-7969-4C56-8560-BED868666850}" presName="imgShp" presStyleLbl="fgImgPlace1" presStyleIdx="2" presStyleCnt="4"/>
      <dgm:spPr/>
    </dgm:pt>
    <dgm:pt modelId="{49E0757D-B3E8-4FE7-8F29-A296C0F12446}" type="pres">
      <dgm:prSet presAssocID="{27EDB142-7969-4C56-8560-BED868666850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4D6657F-C49A-4296-BE40-31BCA27B119F}" type="pres">
      <dgm:prSet presAssocID="{7F25B328-78A6-4232-88E2-392C4E044029}" presName="spacing" presStyleCnt="0"/>
      <dgm:spPr/>
    </dgm:pt>
    <dgm:pt modelId="{A3265BE2-20A9-4F03-90D6-2CFF6F7657F4}" type="pres">
      <dgm:prSet presAssocID="{AB9E2003-98EC-4E14-8D74-0C46C2C5DC76}" presName="composite" presStyleCnt="0"/>
      <dgm:spPr/>
    </dgm:pt>
    <dgm:pt modelId="{01DF9186-007D-4DB3-9FAF-4AF6759F67B8}" type="pres">
      <dgm:prSet presAssocID="{AB9E2003-98EC-4E14-8D74-0C46C2C5DC76}" presName="imgShp" presStyleLbl="fgImgPlace1" presStyleIdx="3" presStyleCnt="4"/>
      <dgm:spPr/>
    </dgm:pt>
    <dgm:pt modelId="{0B0D4D3C-13D2-4323-B0C0-88677465F3EE}" type="pres">
      <dgm:prSet presAssocID="{AB9E2003-98EC-4E14-8D74-0C46C2C5DC76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5873B24-CF93-420B-A256-D6BB3BCA9FCF}" srcId="{2EFBA860-2F27-4FC3-BCFC-332CCD65E07C}" destId="{81178B1F-5605-4BA6-A769-D92995382BE7}" srcOrd="0" destOrd="0" parTransId="{1C233767-68DF-4357-B542-7C48D60A09F7}" sibTransId="{70801DBE-6D36-49D3-8313-90A5FF23F7B7}"/>
    <dgm:cxn modelId="{E2A7243B-65B2-4637-BDCB-E71DDB687CB5}" type="presOf" srcId="{AB9E2003-98EC-4E14-8D74-0C46C2C5DC76}" destId="{0B0D4D3C-13D2-4323-B0C0-88677465F3EE}" srcOrd="0" destOrd="0" presId="urn:microsoft.com/office/officeart/2005/8/layout/vList3"/>
    <dgm:cxn modelId="{8BA3A87B-8DC7-4C00-86F6-A647C89F66BA}" type="presOf" srcId="{2EFBA860-2F27-4FC3-BCFC-332CCD65E07C}" destId="{9BB2053E-5D9A-4ED9-95AD-789DA5D59934}" srcOrd="0" destOrd="0" presId="urn:microsoft.com/office/officeart/2005/8/layout/vList3"/>
    <dgm:cxn modelId="{6464A818-CE26-4E73-BC4C-47C88C90479B}" srcId="{2EFBA860-2F27-4FC3-BCFC-332CCD65E07C}" destId="{7B708E6A-04E9-43F1-9496-28E7C21A9FDD}" srcOrd="1" destOrd="0" parTransId="{F02797A0-DD48-4AEE-BFDD-7D9550193359}" sibTransId="{8B04209C-1CDF-4F82-9446-65A51008081D}"/>
    <dgm:cxn modelId="{279DBDD2-C28A-42E3-9B5D-2DF0BF049E7C}" srcId="{2EFBA860-2F27-4FC3-BCFC-332CCD65E07C}" destId="{AB9E2003-98EC-4E14-8D74-0C46C2C5DC76}" srcOrd="3" destOrd="0" parTransId="{91A68E0A-FA2C-4B08-BA7E-C298CD536495}" sibTransId="{9D1FFF9A-C4FD-4058-9E54-717D8C19C93B}"/>
    <dgm:cxn modelId="{5CEFD160-33C6-466F-AC12-9197F91842CB}" type="presOf" srcId="{7B708E6A-04E9-43F1-9496-28E7C21A9FDD}" destId="{3B53A66C-CB89-4813-B7BD-2D645DF8D132}" srcOrd="0" destOrd="0" presId="urn:microsoft.com/office/officeart/2005/8/layout/vList3"/>
    <dgm:cxn modelId="{6E41D75A-5B47-48DB-83AA-5A73FFC62D93}" srcId="{2EFBA860-2F27-4FC3-BCFC-332CCD65E07C}" destId="{27EDB142-7969-4C56-8560-BED868666850}" srcOrd="2" destOrd="0" parTransId="{2D14370E-852D-4ED7-AF82-048295E617C5}" sibTransId="{7F25B328-78A6-4232-88E2-392C4E044029}"/>
    <dgm:cxn modelId="{4A00CBD8-EECB-4E38-A232-377B9CF778BD}" type="presOf" srcId="{27EDB142-7969-4C56-8560-BED868666850}" destId="{49E0757D-B3E8-4FE7-8F29-A296C0F12446}" srcOrd="0" destOrd="0" presId="urn:microsoft.com/office/officeart/2005/8/layout/vList3"/>
    <dgm:cxn modelId="{C5369237-EDBB-40FC-B989-59EFEAD2B98B}" type="presOf" srcId="{81178B1F-5605-4BA6-A769-D92995382BE7}" destId="{0C67265F-9FDF-4070-B7AB-0A6FA3162BAB}" srcOrd="0" destOrd="0" presId="urn:microsoft.com/office/officeart/2005/8/layout/vList3"/>
    <dgm:cxn modelId="{75BA67E3-E24F-44D8-8C29-54C3BCFA575B}" type="presParOf" srcId="{9BB2053E-5D9A-4ED9-95AD-789DA5D59934}" destId="{4FD5071C-AF1D-4081-8333-BF59B7AD3F61}" srcOrd="0" destOrd="0" presId="urn:microsoft.com/office/officeart/2005/8/layout/vList3"/>
    <dgm:cxn modelId="{19A0D8E1-B797-4304-AA7D-582D11954402}" type="presParOf" srcId="{4FD5071C-AF1D-4081-8333-BF59B7AD3F61}" destId="{0433EFB4-F5B8-4449-A0A1-DFBFE59CD1E6}" srcOrd="0" destOrd="0" presId="urn:microsoft.com/office/officeart/2005/8/layout/vList3"/>
    <dgm:cxn modelId="{C9986BF8-3DCF-4D76-8CFB-36373FE441F1}" type="presParOf" srcId="{4FD5071C-AF1D-4081-8333-BF59B7AD3F61}" destId="{0C67265F-9FDF-4070-B7AB-0A6FA3162BAB}" srcOrd="1" destOrd="0" presId="urn:microsoft.com/office/officeart/2005/8/layout/vList3"/>
    <dgm:cxn modelId="{AC9FF94B-75C6-46DE-8138-108261E9AA94}" type="presParOf" srcId="{9BB2053E-5D9A-4ED9-95AD-789DA5D59934}" destId="{0154DE40-AAD4-43ED-8927-8FF03184146A}" srcOrd="1" destOrd="0" presId="urn:microsoft.com/office/officeart/2005/8/layout/vList3"/>
    <dgm:cxn modelId="{D5F20B50-7E0C-430C-B03F-C33A7A2064F5}" type="presParOf" srcId="{9BB2053E-5D9A-4ED9-95AD-789DA5D59934}" destId="{6A54358F-1448-4DF7-A7AB-98229630F105}" srcOrd="2" destOrd="0" presId="urn:microsoft.com/office/officeart/2005/8/layout/vList3"/>
    <dgm:cxn modelId="{91683A91-33A1-407F-B75A-FDF910DE49CF}" type="presParOf" srcId="{6A54358F-1448-4DF7-A7AB-98229630F105}" destId="{BEF723DA-B621-4298-BE45-D1622861EA42}" srcOrd="0" destOrd="0" presId="urn:microsoft.com/office/officeart/2005/8/layout/vList3"/>
    <dgm:cxn modelId="{CF8521FF-DA47-4BBE-ADC8-66D847A08890}" type="presParOf" srcId="{6A54358F-1448-4DF7-A7AB-98229630F105}" destId="{3B53A66C-CB89-4813-B7BD-2D645DF8D132}" srcOrd="1" destOrd="0" presId="urn:microsoft.com/office/officeart/2005/8/layout/vList3"/>
    <dgm:cxn modelId="{DA0E18B2-C0F5-45A4-AC12-7BAFCD9A9297}" type="presParOf" srcId="{9BB2053E-5D9A-4ED9-95AD-789DA5D59934}" destId="{0560277F-93C8-4DAD-A81E-6FF15C44E206}" srcOrd="3" destOrd="0" presId="urn:microsoft.com/office/officeart/2005/8/layout/vList3"/>
    <dgm:cxn modelId="{B4B659FD-EE89-49C2-BA33-91D8926533E1}" type="presParOf" srcId="{9BB2053E-5D9A-4ED9-95AD-789DA5D59934}" destId="{085B4E3A-A61F-45F1-AFF0-1676DD29391A}" srcOrd="4" destOrd="0" presId="urn:microsoft.com/office/officeart/2005/8/layout/vList3"/>
    <dgm:cxn modelId="{6F7DCA75-0B48-4A8E-AB6E-95564DC1B683}" type="presParOf" srcId="{085B4E3A-A61F-45F1-AFF0-1676DD29391A}" destId="{1F199AEB-C02F-4F6B-8998-F203903516B9}" srcOrd="0" destOrd="0" presId="urn:microsoft.com/office/officeart/2005/8/layout/vList3"/>
    <dgm:cxn modelId="{E24A76A2-4B32-4ADF-8B91-D451AA23A9B1}" type="presParOf" srcId="{085B4E3A-A61F-45F1-AFF0-1676DD29391A}" destId="{49E0757D-B3E8-4FE7-8F29-A296C0F12446}" srcOrd="1" destOrd="0" presId="urn:microsoft.com/office/officeart/2005/8/layout/vList3"/>
    <dgm:cxn modelId="{CF3CAFA8-98E3-4789-9EE6-5516DE23E57E}" type="presParOf" srcId="{9BB2053E-5D9A-4ED9-95AD-789DA5D59934}" destId="{A4D6657F-C49A-4296-BE40-31BCA27B119F}" srcOrd="5" destOrd="0" presId="urn:microsoft.com/office/officeart/2005/8/layout/vList3"/>
    <dgm:cxn modelId="{127514B3-5A6B-45C2-BACB-39A1D7FCC28B}" type="presParOf" srcId="{9BB2053E-5D9A-4ED9-95AD-789DA5D59934}" destId="{A3265BE2-20A9-4F03-90D6-2CFF6F7657F4}" srcOrd="6" destOrd="0" presId="urn:microsoft.com/office/officeart/2005/8/layout/vList3"/>
    <dgm:cxn modelId="{CCFAC003-CCDD-40F7-B058-5983D0C1983D}" type="presParOf" srcId="{A3265BE2-20A9-4F03-90D6-2CFF6F7657F4}" destId="{01DF9186-007D-4DB3-9FAF-4AF6759F67B8}" srcOrd="0" destOrd="0" presId="urn:microsoft.com/office/officeart/2005/8/layout/vList3"/>
    <dgm:cxn modelId="{1895E39A-D110-4BAB-8E7E-D92042B605E5}" type="presParOf" srcId="{A3265BE2-20A9-4F03-90D6-2CFF6F7657F4}" destId="{0B0D4D3C-13D2-4323-B0C0-88677465F3E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C6F23872-7B0D-4038-A003-5917D5E4B8D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D74CD556-0156-4B34-8BCD-98E997000474}">
      <dgm:prSet/>
      <dgm:spPr/>
      <dgm:t>
        <a:bodyPr/>
        <a:lstStyle/>
        <a:p>
          <a:r>
            <a:rPr lang="uk-UA" b="0" i="0"/>
            <a:t>обезземелення</a:t>
          </a:r>
          <a:endParaRPr lang="uk-UA"/>
        </a:p>
      </dgm:t>
    </dgm:pt>
    <dgm:pt modelId="{8910E162-E8C5-4290-886D-57E8B9582351}" type="parTrans" cxnId="{EC6AADE8-629A-4065-B143-967716A10A15}">
      <dgm:prSet/>
      <dgm:spPr/>
      <dgm:t>
        <a:bodyPr/>
        <a:lstStyle/>
        <a:p>
          <a:endParaRPr lang="uk-UA"/>
        </a:p>
      </dgm:t>
    </dgm:pt>
    <dgm:pt modelId="{F2AEAF21-2987-4A1A-844E-5F9F32639D80}" type="sibTrans" cxnId="{EC6AADE8-629A-4065-B143-967716A10A15}">
      <dgm:prSet/>
      <dgm:spPr/>
      <dgm:t>
        <a:bodyPr/>
        <a:lstStyle/>
        <a:p>
          <a:endParaRPr lang="uk-UA"/>
        </a:p>
      </dgm:t>
    </dgm:pt>
    <dgm:pt modelId="{6300EA22-0B59-424C-BCF2-E1EB3AF16DE3}">
      <dgm:prSet/>
      <dgm:spPr/>
      <dgm:t>
        <a:bodyPr/>
        <a:lstStyle/>
        <a:p>
          <a:r>
            <a:rPr lang="uk-UA" b="0" i="0"/>
            <a:t>окатоличення</a:t>
          </a:r>
          <a:endParaRPr lang="uk-UA"/>
        </a:p>
      </dgm:t>
    </dgm:pt>
    <dgm:pt modelId="{608E6C0F-9C6D-4AA8-9C4D-ADAD68572ED0}" type="parTrans" cxnId="{0C70B28F-E5D7-4872-AB7C-B574527D0E0A}">
      <dgm:prSet/>
      <dgm:spPr/>
      <dgm:t>
        <a:bodyPr/>
        <a:lstStyle/>
        <a:p>
          <a:endParaRPr lang="uk-UA"/>
        </a:p>
      </dgm:t>
    </dgm:pt>
    <dgm:pt modelId="{A25D5448-2AE2-4837-8256-04610E45381D}" type="sibTrans" cxnId="{0C70B28F-E5D7-4872-AB7C-B574527D0E0A}">
      <dgm:prSet/>
      <dgm:spPr/>
      <dgm:t>
        <a:bodyPr/>
        <a:lstStyle/>
        <a:p>
          <a:endParaRPr lang="uk-UA"/>
        </a:p>
      </dgm:t>
    </dgm:pt>
    <dgm:pt modelId="{6EA4A92D-390A-4DC6-8895-4CE6F24234E5}">
      <dgm:prSet/>
      <dgm:spPr>
        <a:solidFill>
          <a:srgbClr val="00B0F0"/>
        </a:solidFill>
      </dgm:spPr>
      <dgm:t>
        <a:bodyPr/>
        <a:lstStyle/>
        <a:p>
          <a:r>
            <a:rPr lang="uk-UA" b="0" i="0" dirty="0"/>
            <a:t>закріпачення</a:t>
          </a:r>
          <a:endParaRPr lang="uk-UA" dirty="0"/>
        </a:p>
      </dgm:t>
    </dgm:pt>
    <dgm:pt modelId="{8069BE40-4127-4AE1-9AD8-0B22121F5E77}" type="parTrans" cxnId="{86FB316F-8D04-4F3B-877C-B52144FD5794}">
      <dgm:prSet/>
      <dgm:spPr/>
      <dgm:t>
        <a:bodyPr/>
        <a:lstStyle/>
        <a:p>
          <a:endParaRPr lang="uk-UA"/>
        </a:p>
      </dgm:t>
    </dgm:pt>
    <dgm:pt modelId="{C3C9D785-577F-4E61-AFB0-3F5DFE238374}" type="sibTrans" cxnId="{86FB316F-8D04-4F3B-877C-B52144FD5794}">
      <dgm:prSet/>
      <dgm:spPr/>
      <dgm:t>
        <a:bodyPr/>
        <a:lstStyle/>
        <a:p>
          <a:endParaRPr lang="uk-UA"/>
        </a:p>
      </dgm:t>
    </dgm:pt>
    <dgm:pt modelId="{115F95FA-7556-49FB-94F0-EE7FA3644F17}">
      <dgm:prSet/>
      <dgm:spPr/>
      <dgm:t>
        <a:bodyPr/>
        <a:lstStyle/>
        <a:p>
          <a:r>
            <a:rPr lang="uk-UA" b="0" i="0"/>
            <a:t>полонізація</a:t>
          </a:r>
          <a:endParaRPr lang="uk-UA"/>
        </a:p>
      </dgm:t>
    </dgm:pt>
    <dgm:pt modelId="{E45BB97F-27EF-4153-8A92-71303C0785B5}" type="parTrans" cxnId="{3FEACF47-550E-4F50-BA31-7080DCCB66D7}">
      <dgm:prSet/>
      <dgm:spPr/>
      <dgm:t>
        <a:bodyPr/>
        <a:lstStyle/>
        <a:p>
          <a:endParaRPr lang="uk-UA"/>
        </a:p>
      </dgm:t>
    </dgm:pt>
    <dgm:pt modelId="{1C418752-9AA3-4729-839D-CDDBD1A6B17E}" type="sibTrans" cxnId="{3FEACF47-550E-4F50-BA31-7080DCCB66D7}">
      <dgm:prSet/>
      <dgm:spPr/>
      <dgm:t>
        <a:bodyPr/>
        <a:lstStyle/>
        <a:p>
          <a:endParaRPr lang="uk-UA"/>
        </a:p>
      </dgm:t>
    </dgm:pt>
    <dgm:pt modelId="{D19DADB1-5DA1-44FF-BE1E-B7C9F8EBBD09}" type="pres">
      <dgm:prSet presAssocID="{C6F23872-7B0D-4038-A003-5917D5E4B8D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BA4D3DC7-E64D-4334-BF58-E8600AD5A0BA}" type="pres">
      <dgm:prSet presAssocID="{C6F23872-7B0D-4038-A003-5917D5E4B8DA}" presName="Name1" presStyleCnt="0"/>
      <dgm:spPr/>
    </dgm:pt>
    <dgm:pt modelId="{F9608F21-E484-4B58-9A5D-03E3774692D1}" type="pres">
      <dgm:prSet presAssocID="{C6F23872-7B0D-4038-A003-5917D5E4B8DA}" presName="cycle" presStyleCnt="0"/>
      <dgm:spPr/>
    </dgm:pt>
    <dgm:pt modelId="{F60E43C4-DBD6-45E6-BBA8-9E85661B2F50}" type="pres">
      <dgm:prSet presAssocID="{C6F23872-7B0D-4038-A003-5917D5E4B8DA}" presName="srcNode" presStyleLbl="node1" presStyleIdx="0" presStyleCnt="4"/>
      <dgm:spPr/>
    </dgm:pt>
    <dgm:pt modelId="{96CD250C-5D88-4828-9288-7A3AFA3568D8}" type="pres">
      <dgm:prSet presAssocID="{C6F23872-7B0D-4038-A003-5917D5E4B8DA}" presName="conn" presStyleLbl="parChTrans1D2" presStyleIdx="0" presStyleCnt="1"/>
      <dgm:spPr/>
      <dgm:t>
        <a:bodyPr/>
        <a:lstStyle/>
        <a:p>
          <a:endParaRPr lang="ru-RU"/>
        </a:p>
      </dgm:t>
    </dgm:pt>
    <dgm:pt modelId="{A3E85C90-58DD-497C-B1F2-5CFA9E97A73E}" type="pres">
      <dgm:prSet presAssocID="{C6F23872-7B0D-4038-A003-5917D5E4B8DA}" presName="extraNode" presStyleLbl="node1" presStyleIdx="0" presStyleCnt="4"/>
      <dgm:spPr/>
    </dgm:pt>
    <dgm:pt modelId="{1B69C41D-34FD-47B6-9C0E-11B91A4FE2F9}" type="pres">
      <dgm:prSet presAssocID="{C6F23872-7B0D-4038-A003-5917D5E4B8DA}" presName="dstNode" presStyleLbl="node1" presStyleIdx="0" presStyleCnt="4"/>
      <dgm:spPr/>
    </dgm:pt>
    <dgm:pt modelId="{9623C409-5D76-4913-B976-B532F8616910}" type="pres">
      <dgm:prSet presAssocID="{D74CD556-0156-4B34-8BCD-98E997000474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5C3D6DA-5B0C-48F7-B65C-255FBEB77898}" type="pres">
      <dgm:prSet presAssocID="{D74CD556-0156-4B34-8BCD-98E997000474}" presName="accent_1" presStyleCnt="0"/>
      <dgm:spPr/>
    </dgm:pt>
    <dgm:pt modelId="{9A54558D-8CD4-47F7-A4E5-0C1B960B9986}" type="pres">
      <dgm:prSet presAssocID="{D74CD556-0156-4B34-8BCD-98E997000474}" presName="accentRepeatNode" presStyleLbl="solidFgAcc1" presStyleIdx="0" presStyleCnt="4"/>
      <dgm:spPr/>
    </dgm:pt>
    <dgm:pt modelId="{366AA50D-202C-409E-A345-D5BD1EEA3E24}" type="pres">
      <dgm:prSet presAssocID="{6300EA22-0B59-424C-BCF2-E1EB3AF16DE3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CBDAB2B-CD50-4A2F-864B-57C7FA2C1474}" type="pres">
      <dgm:prSet presAssocID="{6300EA22-0B59-424C-BCF2-E1EB3AF16DE3}" presName="accent_2" presStyleCnt="0"/>
      <dgm:spPr/>
    </dgm:pt>
    <dgm:pt modelId="{F3B67069-42CD-4511-A8AE-29EB699809C1}" type="pres">
      <dgm:prSet presAssocID="{6300EA22-0B59-424C-BCF2-E1EB3AF16DE3}" presName="accentRepeatNode" presStyleLbl="solidFgAcc1" presStyleIdx="1" presStyleCnt="4"/>
      <dgm:spPr/>
    </dgm:pt>
    <dgm:pt modelId="{1EF5DBC9-72B9-4E6D-B4BF-F051CBC7AAF6}" type="pres">
      <dgm:prSet presAssocID="{6EA4A92D-390A-4DC6-8895-4CE6F24234E5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C2C0A92-9220-407D-B6B7-FA92093A1AB1}" type="pres">
      <dgm:prSet presAssocID="{6EA4A92D-390A-4DC6-8895-4CE6F24234E5}" presName="accent_3" presStyleCnt="0"/>
      <dgm:spPr/>
    </dgm:pt>
    <dgm:pt modelId="{691B11C9-5570-4208-B08B-09D0335E81A6}" type="pres">
      <dgm:prSet presAssocID="{6EA4A92D-390A-4DC6-8895-4CE6F24234E5}" presName="accentRepeatNode" presStyleLbl="solidFgAcc1" presStyleIdx="2" presStyleCnt="4"/>
      <dgm:spPr/>
    </dgm:pt>
    <dgm:pt modelId="{845A2E85-078E-4531-B883-1D823743196B}" type="pres">
      <dgm:prSet presAssocID="{115F95FA-7556-49FB-94F0-EE7FA3644F17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0D99132-7302-4528-B8E6-57E0288EF7A9}" type="pres">
      <dgm:prSet presAssocID="{115F95FA-7556-49FB-94F0-EE7FA3644F17}" presName="accent_4" presStyleCnt="0"/>
      <dgm:spPr/>
    </dgm:pt>
    <dgm:pt modelId="{AE6A1326-3BFE-4E6F-BC6E-DCA851C3C969}" type="pres">
      <dgm:prSet presAssocID="{115F95FA-7556-49FB-94F0-EE7FA3644F17}" presName="accentRepeatNode" presStyleLbl="solidFgAcc1" presStyleIdx="3" presStyleCnt="4"/>
      <dgm:spPr/>
    </dgm:pt>
  </dgm:ptLst>
  <dgm:cxnLst>
    <dgm:cxn modelId="{2D3DC8D9-98B4-49E5-B51C-F3FD5170A4E8}" type="presOf" srcId="{6EA4A92D-390A-4DC6-8895-4CE6F24234E5}" destId="{1EF5DBC9-72B9-4E6D-B4BF-F051CBC7AAF6}" srcOrd="0" destOrd="0" presId="urn:microsoft.com/office/officeart/2008/layout/VerticalCurvedList"/>
    <dgm:cxn modelId="{3FEACF47-550E-4F50-BA31-7080DCCB66D7}" srcId="{C6F23872-7B0D-4038-A003-5917D5E4B8DA}" destId="{115F95FA-7556-49FB-94F0-EE7FA3644F17}" srcOrd="3" destOrd="0" parTransId="{E45BB97F-27EF-4153-8A92-71303C0785B5}" sibTransId="{1C418752-9AA3-4729-839D-CDDBD1A6B17E}"/>
    <dgm:cxn modelId="{0C70B28F-E5D7-4872-AB7C-B574527D0E0A}" srcId="{C6F23872-7B0D-4038-A003-5917D5E4B8DA}" destId="{6300EA22-0B59-424C-BCF2-E1EB3AF16DE3}" srcOrd="1" destOrd="0" parTransId="{608E6C0F-9C6D-4AA8-9C4D-ADAD68572ED0}" sibTransId="{A25D5448-2AE2-4837-8256-04610E45381D}"/>
    <dgm:cxn modelId="{2AB9B96B-D0A8-409A-A7DE-3E199F5CFDAC}" type="presOf" srcId="{D74CD556-0156-4B34-8BCD-98E997000474}" destId="{9623C409-5D76-4913-B976-B532F8616910}" srcOrd="0" destOrd="0" presId="urn:microsoft.com/office/officeart/2008/layout/VerticalCurvedList"/>
    <dgm:cxn modelId="{EC6AADE8-629A-4065-B143-967716A10A15}" srcId="{C6F23872-7B0D-4038-A003-5917D5E4B8DA}" destId="{D74CD556-0156-4B34-8BCD-98E997000474}" srcOrd="0" destOrd="0" parTransId="{8910E162-E8C5-4290-886D-57E8B9582351}" sibTransId="{F2AEAF21-2987-4A1A-844E-5F9F32639D80}"/>
    <dgm:cxn modelId="{DA1A94BE-3B5B-44C4-839A-6A25EB3CFE6A}" type="presOf" srcId="{F2AEAF21-2987-4A1A-844E-5F9F32639D80}" destId="{96CD250C-5D88-4828-9288-7A3AFA3568D8}" srcOrd="0" destOrd="0" presId="urn:microsoft.com/office/officeart/2008/layout/VerticalCurvedList"/>
    <dgm:cxn modelId="{5015EA38-7547-4470-9592-FAFD388B9F1C}" type="presOf" srcId="{C6F23872-7B0D-4038-A003-5917D5E4B8DA}" destId="{D19DADB1-5DA1-44FF-BE1E-B7C9F8EBBD09}" srcOrd="0" destOrd="0" presId="urn:microsoft.com/office/officeart/2008/layout/VerticalCurvedList"/>
    <dgm:cxn modelId="{19C53C1F-2D63-4EB6-84A3-E71F70477CB3}" type="presOf" srcId="{115F95FA-7556-49FB-94F0-EE7FA3644F17}" destId="{845A2E85-078E-4531-B883-1D823743196B}" srcOrd="0" destOrd="0" presId="urn:microsoft.com/office/officeart/2008/layout/VerticalCurvedList"/>
    <dgm:cxn modelId="{86FB316F-8D04-4F3B-877C-B52144FD5794}" srcId="{C6F23872-7B0D-4038-A003-5917D5E4B8DA}" destId="{6EA4A92D-390A-4DC6-8895-4CE6F24234E5}" srcOrd="2" destOrd="0" parTransId="{8069BE40-4127-4AE1-9AD8-0B22121F5E77}" sibTransId="{C3C9D785-577F-4E61-AFB0-3F5DFE238374}"/>
    <dgm:cxn modelId="{3E713C1F-F5C4-4667-A517-E991B5458A4B}" type="presOf" srcId="{6300EA22-0B59-424C-BCF2-E1EB3AF16DE3}" destId="{366AA50D-202C-409E-A345-D5BD1EEA3E24}" srcOrd="0" destOrd="0" presId="urn:microsoft.com/office/officeart/2008/layout/VerticalCurvedList"/>
    <dgm:cxn modelId="{118C8942-EFB6-4A9B-BA72-D54CFBECABC5}" type="presParOf" srcId="{D19DADB1-5DA1-44FF-BE1E-B7C9F8EBBD09}" destId="{BA4D3DC7-E64D-4334-BF58-E8600AD5A0BA}" srcOrd="0" destOrd="0" presId="urn:microsoft.com/office/officeart/2008/layout/VerticalCurvedList"/>
    <dgm:cxn modelId="{C4904D3A-B8FF-420C-897C-B10CDD46213A}" type="presParOf" srcId="{BA4D3DC7-E64D-4334-BF58-E8600AD5A0BA}" destId="{F9608F21-E484-4B58-9A5D-03E3774692D1}" srcOrd="0" destOrd="0" presId="urn:microsoft.com/office/officeart/2008/layout/VerticalCurvedList"/>
    <dgm:cxn modelId="{28BA8679-2011-4555-B144-86B4A7B91F38}" type="presParOf" srcId="{F9608F21-E484-4B58-9A5D-03E3774692D1}" destId="{F60E43C4-DBD6-45E6-BBA8-9E85661B2F50}" srcOrd="0" destOrd="0" presId="urn:microsoft.com/office/officeart/2008/layout/VerticalCurvedList"/>
    <dgm:cxn modelId="{B0864B15-855D-4509-98E6-0A3D32A3C042}" type="presParOf" srcId="{F9608F21-E484-4B58-9A5D-03E3774692D1}" destId="{96CD250C-5D88-4828-9288-7A3AFA3568D8}" srcOrd="1" destOrd="0" presId="urn:microsoft.com/office/officeart/2008/layout/VerticalCurvedList"/>
    <dgm:cxn modelId="{3BBCAFA9-A05F-4AD0-AB4D-B57AA3FF3758}" type="presParOf" srcId="{F9608F21-E484-4B58-9A5D-03E3774692D1}" destId="{A3E85C90-58DD-497C-B1F2-5CFA9E97A73E}" srcOrd="2" destOrd="0" presId="urn:microsoft.com/office/officeart/2008/layout/VerticalCurvedList"/>
    <dgm:cxn modelId="{CE2E6056-E40B-49D6-B5DF-9A7579BF402A}" type="presParOf" srcId="{F9608F21-E484-4B58-9A5D-03E3774692D1}" destId="{1B69C41D-34FD-47B6-9C0E-11B91A4FE2F9}" srcOrd="3" destOrd="0" presId="urn:microsoft.com/office/officeart/2008/layout/VerticalCurvedList"/>
    <dgm:cxn modelId="{1E043BB0-D85C-4832-9952-40FAA7D2D570}" type="presParOf" srcId="{BA4D3DC7-E64D-4334-BF58-E8600AD5A0BA}" destId="{9623C409-5D76-4913-B976-B532F8616910}" srcOrd="1" destOrd="0" presId="urn:microsoft.com/office/officeart/2008/layout/VerticalCurvedList"/>
    <dgm:cxn modelId="{5F3554C5-BAA4-47E2-BCE1-B0A31BDCEF27}" type="presParOf" srcId="{BA4D3DC7-E64D-4334-BF58-E8600AD5A0BA}" destId="{65C3D6DA-5B0C-48F7-B65C-255FBEB77898}" srcOrd="2" destOrd="0" presId="urn:microsoft.com/office/officeart/2008/layout/VerticalCurvedList"/>
    <dgm:cxn modelId="{58FF1945-2365-40E8-BCDF-53B9E268669D}" type="presParOf" srcId="{65C3D6DA-5B0C-48F7-B65C-255FBEB77898}" destId="{9A54558D-8CD4-47F7-A4E5-0C1B960B9986}" srcOrd="0" destOrd="0" presId="urn:microsoft.com/office/officeart/2008/layout/VerticalCurvedList"/>
    <dgm:cxn modelId="{FD4D53EA-1FBE-42F5-AEC6-1DD0DB2F76EE}" type="presParOf" srcId="{BA4D3DC7-E64D-4334-BF58-E8600AD5A0BA}" destId="{366AA50D-202C-409E-A345-D5BD1EEA3E24}" srcOrd="3" destOrd="0" presId="urn:microsoft.com/office/officeart/2008/layout/VerticalCurvedList"/>
    <dgm:cxn modelId="{E03908B9-3D74-4896-A951-36C199867286}" type="presParOf" srcId="{BA4D3DC7-E64D-4334-BF58-E8600AD5A0BA}" destId="{5CBDAB2B-CD50-4A2F-864B-57C7FA2C1474}" srcOrd="4" destOrd="0" presId="urn:microsoft.com/office/officeart/2008/layout/VerticalCurvedList"/>
    <dgm:cxn modelId="{1B114E5F-CB16-47AB-B222-C6C42514CF4D}" type="presParOf" srcId="{5CBDAB2B-CD50-4A2F-864B-57C7FA2C1474}" destId="{F3B67069-42CD-4511-A8AE-29EB699809C1}" srcOrd="0" destOrd="0" presId="urn:microsoft.com/office/officeart/2008/layout/VerticalCurvedList"/>
    <dgm:cxn modelId="{AC2D006D-C120-439E-8D0B-01838C9155F6}" type="presParOf" srcId="{BA4D3DC7-E64D-4334-BF58-E8600AD5A0BA}" destId="{1EF5DBC9-72B9-4E6D-B4BF-F051CBC7AAF6}" srcOrd="5" destOrd="0" presId="urn:microsoft.com/office/officeart/2008/layout/VerticalCurvedList"/>
    <dgm:cxn modelId="{59E204BC-5DEB-4E39-9174-55126640D1B4}" type="presParOf" srcId="{BA4D3DC7-E64D-4334-BF58-E8600AD5A0BA}" destId="{5C2C0A92-9220-407D-B6B7-FA92093A1AB1}" srcOrd="6" destOrd="0" presId="urn:microsoft.com/office/officeart/2008/layout/VerticalCurvedList"/>
    <dgm:cxn modelId="{FEDA1A49-5394-4330-8EB9-7A206C333F79}" type="presParOf" srcId="{5C2C0A92-9220-407D-B6B7-FA92093A1AB1}" destId="{691B11C9-5570-4208-B08B-09D0335E81A6}" srcOrd="0" destOrd="0" presId="urn:microsoft.com/office/officeart/2008/layout/VerticalCurvedList"/>
    <dgm:cxn modelId="{EE53C9BA-C621-4C94-B662-CC460308D145}" type="presParOf" srcId="{BA4D3DC7-E64D-4334-BF58-E8600AD5A0BA}" destId="{845A2E85-078E-4531-B883-1D823743196B}" srcOrd="7" destOrd="0" presId="urn:microsoft.com/office/officeart/2008/layout/VerticalCurvedList"/>
    <dgm:cxn modelId="{40A3265D-72DE-4905-A24B-92623F601403}" type="presParOf" srcId="{BA4D3DC7-E64D-4334-BF58-E8600AD5A0BA}" destId="{10D99132-7302-4528-B8E6-57E0288EF7A9}" srcOrd="8" destOrd="0" presId="urn:microsoft.com/office/officeart/2008/layout/VerticalCurvedList"/>
    <dgm:cxn modelId="{389078D5-30E6-4C4F-8364-9DE008F1B9F2}" type="presParOf" srcId="{10D99132-7302-4528-B8E6-57E0288EF7A9}" destId="{AE6A1326-3BFE-4E6F-BC6E-DCA851C3C96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C6F23872-7B0D-4038-A003-5917D5E4B8D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74CD556-0156-4B34-8BCD-98E997000474}">
      <dgm:prSet/>
      <dgm:spPr/>
      <dgm:t>
        <a:bodyPr/>
        <a:lstStyle/>
        <a:p>
          <a:r>
            <a:rPr lang="uk-UA" b="0" i="0"/>
            <a:t>обезземелення</a:t>
          </a:r>
          <a:endParaRPr lang="uk-UA"/>
        </a:p>
      </dgm:t>
    </dgm:pt>
    <dgm:pt modelId="{8910E162-E8C5-4290-886D-57E8B9582351}" type="parTrans" cxnId="{EC6AADE8-629A-4065-B143-967716A10A15}">
      <dgm:prSet/>
      <dgm:spPr/>
      <dgm:t>
        <a:bodyPr/>
        <a:lstStyle/>
        <a:p>
          <a:endParaRPr lang="uk-UA"/>
        </a:p>
      </dgm:t>
    </dgm:pt>
    <dgm:pt modelId="{F2AEAF21-2987-4A1A-844E-5F9F32639D80}" type="sibTrans" cxnId="{EC6AADE8-629A-4065-B143-967716A10A15}">
      <dgm:prSet/>
      <dgm:spPr/>
      <dgm:t>
        <a:bodyPr/>
        <a:lstStyle/>
        <a:p>
          <a:endParaRPr lang="uk-UA"/>
        </a:p>
      </dgm:t>
    </dgm:pt>
    <dgm:pt modelId="{6300EA22-0B59-424C-BCF2-E1EB3AF16DE3}">
      <dgm:prSet/>
      <dgm:spPr/>
      <dgm:t>
        <a:bodyPr/>
        <a:lstStyle/>
        <a:p>
          <a:r>
            <a:rPr lang="uk-UA" b="0" i="0" dirty="0"/>
            <a:t>окатоличення</a:t>
          </a:r>
          <a:endParaRPr lang="uk-UA" dirty="0"/>
        </a:p>
      </dgm:t>
    </dgm:pt>
    <dgm:pt modelId="{608E6C0F-9C6D-4AA8-9C4D-ADAD68572ED0}" type="parTrans" cxnId="{0C70B28F-E5D7-4872-AB7C-B574527D0E0A}">
      <dgm:prSet/>
      <dgm:spPr/>
      <dgm:t>
        <a:bodyPr/>
        <a:lstStyle/>
        <a:p>
          <a:endParaRPr lang="uk-UA"/>
        </a:p>
      </dgm:t>
    </dgm:pt>
    <dgm:pt modelId="{A25D5448-2AE2-4837-8256-04610E45381D}" type="sibTrans" cxnId="{0C70B28F-E5D7-4872-AB7C-B574527D0E0A}">
      <dgm:prSet/>
      <dgm:spPr/>
      <dgm:t>
        <a:bodyPr/>
        <a:lstStyle/>
        <a:p>
          <a:endParaRPr lang="uk-UA"/>
        </a:p>
      </dgm:t>
    </dgm:pt>
    <dgm:pt modelId="{6EA4A92D-390A-4DC6-8895-4CE6F24234E5}">
      <dgm:prSet/>
      <dgm:spPr/>
      <dgm:t>
        <a:bodyPr/>
        <a:lstStyle/>
        <a:p>
          <a:r>
            <a:rPr lang="uk-UA" b="0" i="0"/>
            <a:t>закріпачення</a:t>
          </a:r>
          <a:endParaRPr lang="uk-UA"/>
        </a:p>
      </dgm:t>
    </dgm:pt>
    <dgm:pt modelId="{8069BE40-4127-4AE1-9AD8-0B22121F5E77}" type="parTrans" cxnId="{86FB316F-8D04-4F3B-877C-B52144FD5794}">
      <dgm:prSet/>
      <dgm:spPr/>
      <dgm:t>
        <a:bodyPr/>
        <a:lstStyle/>
        <a:p>
          <a:endParaRPr lang="uk-UA"/>
        </a:p>
      </dgm:t>
    </dgm:pt>
    <dgm:pt modelId="{C3C9D785-577F-4E61-AFB0-3F5DFE238374}" type="sibTrans" cxnId="{86FB316F-8D04-4F3B-877C-B52144FD5794}">
      <dgm:prSet/>
      <dgm:spPr/>
      <dgm:t>
        <a:bodyPr/>
        <a:lstStyle/>
        <a:p>
          <a:endParaRPr lang="uk-UA"/>
        </a:p>
      </dgm:t>
    </dgm:pt>
    <dgm:pt modelId="{115F95FA-7556-49FB-94F0-EE7FA3644F17}">
      <dgm:prSet/>
      <dgm:spPr/>
      <dgm:t>
        <a:bodyPr/>
        <a:lstStyle/>
        <a:p>
          <a:r>
            <a:rPr lang="uk-UA" b="0" i="0" dirty="0"/>
            <a:t>полонізація</a:t>
          </a:r>
          <a:endParaRPr lang="uk-UA" dirty="0"/>
        </a:p>
      </dgm:t>
    </dgm:pt>
    <dgm:pt modelId="{E45BB97F-27EF-4153-8A92-71303C0785B5}" type="parTrans" cxnId="{3FEACF47-550E-4F50-BA31-7080DCCB66D7}">
      <dgm:prSet/>
      <dgm:spPr/>
      <dgm:t>
        <a:bodyPr/>
        <a:lstStyle/>
        <a:p>
          <a:endParaRPr lang="uk-UA"/>
        </a:p>
      </dgm:t>
    </dgm:pt>
    <dgm:pt modelId="{1C418752-9AA3-4729-839D-CDDBD1A6B17E}" type="sibTrans" cxnId="{3FEACF47-550E-4F50-BA31-7080DCCB66D7}">
      <dgm:prSet/>
      <dgm:spPr/>
      <dgm:t>
        <a:bodyPr/>
        <a:lstStyle/>
        <a:p>
          <a:endParaRPr lang="uk-UA"/>
        </a:p>
      </dgm:t>
    </dgm:pt>
    <dgm:pt modelId="{D19DADB1-5DA1-44FF-BE1E-B7C9F8EBBD09}" type="pres">
      <dgm:prSet presAssocID="{C6F23872-7B0D-4038-A003-5917D5E4B8D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BA4D3DC7-E64D-4334-BF58-E8600AD5A0BA}" type="pres">
      <dgm:prSet presAssocID="{C6F23872-7B0D-4038-A003-5917D5E4B8DA}" presName="Name1" presStyleCnt="0"/>
      <dgm:spPr/>
    </dgm:pt>
    <dgm:pt modelId="{F9608F21-E484-4B58-9A5D-03E3774692D1}" type="pres">
      <dgm:prSet presAssocID="{C6F23872-7B0D-4038-A003-5917D5E4B8DA}" presName="cycle" presStyleCnt="0"/>
      <dgm:spPr/>
    </dgm:pt>
    <dgm:pt modelId="{F60E43C4-DBD6-45E6-BBA8-9E85661B2F50}" type="pres">
      <dgm:prSet presAssocID="{C6F23872-7B0D-4038-A003-5917D5E4B8DA}" presName="srcNode" presStyleLbl="node1" presStyleIdx="0" presStyleCnt="4"/>
      <dgm:spPr/>
    </dgm:pt>
    <dgm:pt modelId="{96CD250C-5D88-4828-9288-7A3AFA3568D8}" type="pres">
      <dgm:prSet presAssocID="{C6F23872-7B0D-4038-A003-5917D5E4B8DA}" presName="conn" presStyleLbl="parChTrans1D2" presStyleIdx="0" presStyleCnt="1"/>
      <dgm:spPr/>
      <dgm:t>
        <a:bodyPr/>
        <a:lstStyle/>
        <a:p>
          <a:endParaRPr lang="ru-RU"/>
        </a:p>
      </dgm:t>
    </dgm:pt>
    <dgm:pt modelId="{A3E85C90-58DD-497C-B1F2-5CFA9E97A73E}" type="pres">
      <dgm:prSet presAssocID="{C6F23872-7B0D-4038-A003-5917D5E4B8DA}" presName="extraNode" presStyleLbl="node1" presStyleIdx="0" presStyleCnt="4"/>
      <dgm:spPr/>
    </dgm:pt>
    <dgm:pt modelId="{1B69C41D-34FD-47B6-9C0E-11B91A4FE2F9}" type="pres">
      <dgm:prSet presAssocID="{C6F23872-7B0D-4038-A003-5917D5E4B8DA}" presName="dstNode" presStyleLbl="node1" presStyleIdx="0" presStyleCnt="4"/>
      <dgm:spPr/>
    </dgm:pt>
    <dgm:pt modelId="{9623C409-5D76-4913-B976-B532F8616910}" type="pres">
      <dgm:prSet presAssocID="{D74CD556-0156-4B34-8BCD-98E997000474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5C3D6DA-5B0C-48F7-B65C-255FBEB77898}" type="pres">
      <dgm:prSet presAssocID="{D74CD556-0156-4B34-8BCD-98E997000474}" presName="accent_1" presStyleCnt="0"/>
      <dgm:spPr/>
    </dgm:pt>
    <dgm:pt modelId="{9A54558D-8CD4-47F7-A4E5-0C1B960B9986}" type="pres">
      <dgm:prSet presAssocID="{D74CD556-0156-4B34-8BCD-98E997000474}" presName="accentRepeatNode" presStyleLbl="solidFgAcc1" presStyleIdx="0" presStyleCnt="4"/>
      <dgm:spPr/>
    </dgm:pt>
    <dgm:pt modelId="{366AA50D-202C-409E-A345-D5BD1EEA3E24}" type="pres">
      <dgm:prSet presAssocID="{6300EA22-0B59-424C-BCF2-E1EB3AF16DE3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CBDAB2B-CD50-4A2F-864B-57C7FA2C1474}" type="pres">
      <dgm:prSet presAssocID="{6300EA22-0B59-424C-BCF2-E1EB3AF16DE3}" presName="accent_2" presStyleCnt="0"/>
      <dgm:spPr/>
    </dgm:pt>
    <dgm:pt modelId="{F3B67069-42CD-4511-A8AE-29EB699809C1}" type="pres">
      <dgm:prSet presAssocID="{6300EA22-0B59-424C-BCF2-E1EB3AF16DE3}" presName="accentRepeatNode" presStyleLbl="solidFgAcc1" presStyleIdx="1" presStyleCnt="4"/>
      <dgm:spPr/>
    </dgm:pt>
    <dgm:pt modelId="{1EF5DBC9-72B9-4E6D-B4BF-F051CBC7AAF6}" type="pres">
      <dgm:prSet presAssocID="{6EA4A92D-390A-4DC6-8895-4CE6F24234E5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C2C0A92-9220-407D-B6B7-FA92093A1AB1}" type="pres">
      <dgm:prSet presAssocID="{6EA4A92D-390A-4DC6-8895-4CE6F24234E5}" presName="accent_3" presStyleCnt="0"/>
      <dgm:spPr/>
    </dgm:pt>
    <dgm:pt modelId="{691B11C9-5570-4208-B08B-09D0335E81A6}" type="pres">
      <dgm:prSet presAssocID="{6EA4A92D-390A-4DC6-8895-4CE6F24234E5}" presName="accentRepeatNode" presStyleLbl="solidFgAcc1" presStyleIdx="2" presStyleCnt="4"/>
      <dgm:spPr/>
    </dgm:pt>
    <dgm:pt modelId="{845A2E85-078E-4531-B883-1D823743196B}" type="pres">
      <dgm:prSet presAssocID="{115F95FA-7556-49FB-94F0-EE7FA3644F17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0D99132-7302-4528-B8E6-57E0288EF7A9}" type="pres">
      <dgm:prSet presAssocID="{115F95FA-7556-49FB-94F0-EE7FA3644F17}" presName="accent_4" presStyleCnt="0"/>
      <dgm:spPr/>
    </dgm:pt>
    <dgm:pt modelId="{AE6A1326-3BFE-4E6F-BC6E-DCA851C3C969}" type="pres">
      <dgm:prSet presAssocID="{115F95FA-7556-49FB-94F0-EE7FA3644F17}" presName="accentRepeatNode" presStyleLbl="solidFgAcc1" presStyleIdx="3" presStyleCnt="4"/>
      <dgm:spPr/>
    </dgm:pt>
  </dgm:ptLst>
  <dgm:cxnLst>
    <dgm:cxn modelId="{2D3DC8D9-98B4-49E5-B51C-F3FD5170A4E8}" type="presOf" srcId="{6EA4A92D-390A-4DC6-8895-4CE6F24234E5}" destId="{1EF5DBC9-72B9-4E6D-B4BF-F051CBC7AAF6}" srcOrd="0" destOrd="0" presId="urn:microsoft.com/office/officeart/2008/layout/VerticalCurvedList"/>
    <dgm:cxn modelId="{3FEACF47-550E-4F50-BA31-7080DCCB66D7}" srcId="{C6F23872-7B0D-4038-A003-5917D5E4B8DA}" destId="{115F95FA-7556-49FB-94F0-EE7FA3644F17}" srcOrd="3" destOrd="0" parTransId="{E45BB97F-27EF-4153-8A92-71303C0785B5}" sibTransId="{1C418752-9AA3-4729-839D-CDDBD1A6B17E}"/>
    <dgm:cxn modelId="{0C70B28F-E5D7-4872-AB7C-B574527D0E0A}" srcId="{C6F23872-7B0D-4038-A003-5917D5E4B8DA}" destId="{6300EA22-0B59-424C-BCF2-E1EB3AF16DE3}" srcOrd="1" destOrd="0" parTransId="{608E6C0F-9C6D-4AA8-9C4D-ADAD68572ED0}" sibTransId="{A25D5448-2AE2-4837-8256-04610E45381D}"/>
    <dgm:cxn modelId="{2AB9B96B-D0A8-409A-A7DE-3E199F5CFDAC}" type="presOf" srcId="{D74CD556-0156-4B34-8BCD-98E997000474}" destId="{9623C409-5D76-4913-B976-B532F8616910}" srcOrd="0" destOrd="0" presId="urn:microsoft.com/office/officeart/2008/layout/VerticalCurvedList"/>
    <dgm:cxn modelId="{EC6AADE8-629A-4065-B143-967716A10A15}" srcId="{C6F23872-7B0D-4038-A003-5917D5E4B8DA}" destId="{D74CD556-0156-4B34-8BCD-98E997000474}" srcOrd="0" destOrd="0" parTransId="{8910E162-E8C5-4290-886D-57E8B9582351}" sibTransId="{F2AEAF21-2987-4A1A-844E-5F9F32639D80}"/>
    <dgm:cxn modelId="{DA1A94BE-3B5B-44C4-839A-6A25EB3CFE6A}" type="presOf" srcId="{F2AEAF21-2987-4A1A-844E-5F9F32639D80}" destId="{96CD250C-5D88-4828-9288-7A3AFA3568D8}" srcOrd="0" destOrd="0" presId="urn:microsoft.com/office/officeart/2008/layout/VerticalCurvedList"/>
    <dgm:cxn modelId="{5015EA38-7547-4470-9592-FAFD388B9F1C}" type="presOf" srcId="{C6F23872-7B0D-4038-A003-5917D5E4B8DA}" destId="{D19DADB1-5DA1-44FF-BE1E-B7C9F8EBBD09}" srcOrd="0" destOrd="0" presId="urn:microsoft.com/office/officeart/2008/layout/VerticalCurvedList"/>
    <dgm:cxn modelId="{19C53C1F-2D63-4EB6-84A3-E71F70477CB3}" type="presOf" srcId="{115F95FA-7556-49FB-94F0-EE7FA3644F17}" destId="{845A2E85-078E-4531-B883-1D823743196B}" srcOrd="0" destOrd="0" presId="urn:microsoft.com/office/officeart/2008/layout/VerticalCurvedList"/>
    <dgm:cxn modelId="{86FB316F-8D04-4F3B-877C-B52144FD5794}" srcId="{C6F23872-7B0D-4038-A003-5917D5E4B8DA}" destId="{6EA4A92D-390A-4DC6-8895-4CE6F24234E5}" srcOrd="2" destOrd="0" parTransId="{8069BE40-4127-4AE1-9AD8-0B22121F5E77}" sibTransId="{C3C9D785-577F-4E61-AFB0-3F5DFE238374}"/>
    <dgm:cxn modelId="{3E713C1F-F5C4-4667-A517-E991B5458A4B}" type="presOf" srcId="{6300EA22-0B59-424C-BCF2-E1EB3AF16DE3}" destId="{366AA50D-202C-409E-A345-D5BD1EEA3E24}" srcOrd="0" destOrd="0" presId="urn:microsoft.com/office/officeart/2008/layout/VerticalCurvedList"/>
    <dgm:cxn modelId="{118C8942-EFB6-4A9B-BA72-D54CFBECABC5}" type="presParOf" srcId="{D19DADB1-5DA1-44FF-BE1E-B7C9F8EBBD09}" destId="{BA4D3DC7-E64D-4334-BF58-E8600AD5A0BA}" srcOrd="0" destOrd="0" presId="urn:microsoft.com/office/officeart/2008/layout/VerticalCurvedList"/>
    <dgm:cxn modelId="{C4904D3A-B8FF-420C-897C-B10CDD46213A}" type="presParOf" srcId="{BA4D3DC7-E64D-4334-BF58-E8600AD5A0BA}" destId="{F9608F21-E484-4B58-9A5D-03E3774692D1}" srcOrd="0" destOrd="0" presId="urn:microsoft.com/office/officeart/2008/layout/VerticalCurvedList"/>
    <dgm:cxn modelId="{28BA8679-2011-4555-B144-86B4A7B91F38}" type="presParOf" srcId="{F9608F21-E484-4B58-9A5D-03E3774692D1}" destId="{F60E43C4-DBD6-45E6-BBA8-9E85661B2F50}" srcOrd="0" destOrd="0" presId="urn:microsoft.com/office/officeart/2008/layout/VerticalCurvedList"/>
    <dgm:cxn modelId="{B0864B15-855D-4509-98E6-0A3D32A3C042}" type="presParOf" srcId="{F9608F21-E484-4B58-9A5D-03E3774692D1}" destId="{96CD250C-5D88-4828-9288-7A3AFA3568D8}" srcOrd="1" destOrd="0" presId="urn:microsoft.com/office/officeart/2008/layout/VerticalCurvedList"/>
    <dgm:cxn modelId="{3BBCAFA9-A05F-4AD0-AB4D-B57AA3FF3758}" type="presParOf" srcId="{F9608F21-E484-4B58-9A5D-03E3774692D1}" destId="{A3E85C90-58DD-497C-B1F2-5CFA9E97A73E}" srcOrd="2" destOrd="0" presId="urn:microsoft.com/office/officeart/2008/layout/VerticalCurvedList"/>
    <dgm:cxn modelId="{CE2E6056-E40B-49D6-B5DF-9A7579BF402A}" type="presParOf" srcId="{F9608F21-E484-4B58-9A5D-03E3774692D1}" destId="{1B69C41D-34FD-47B6-9C0E-11B91A4FE2F9}" srcOrd="3" destOrd="0" presId="urn:microsoft.com/office/officeart/2008/layout/VerticalCurvedList"/>
    <dgm:cxn modelId="{1E043BB0-D85C-4832-9952-40FAA7D2D570}" type="presParOf" srcId="{BA4D3DC7-E64D-4334-BF58-E8600AD5A0BA}" destId="{9623C409-5D76-4913-B976-B532F8616910}" srcOrd="1" destOrd="0" presId="urn:microsoft.com/office/officeart/2008/layout/VerticalCurvedList"/>
    <dgm:cxn modelId="{5F3554C5-BAA4-47E2-BCE1-B0A31BDCEF27}" type="presParOf" srcId="{BA4D3DC7-E64D-4334-BF58-E8600AD5A0BA}" destId="{65C3D6DA-5B0C-48F7-B65C-255FBEB77898}" srcOrd="2" destOrd="0" presId="urn:microsoft.com/office/officeart/2008/layout/VerticalCurvedList"/>
    <dgm:cxn modelId="{58FF1945-2365-40E8-BCDF-53B9E268669D}" type="presParOf" srcId="{65C3D6DA-5B0C-48F7-B65C-255FBEB77898}" destId="{9A54558D-8CD4-47F7-A4E5-0C1B960B9986}" srcOrd="0" destOrd="0" presId="urn:microsoft.com/office/officeart/2008/layout/VerticalCurvedList"/>
    <dgm:cxn modelId="{FD4D53EA-1FBE-42F5-AEC6-1DD0DB2F76EE}" type="presParOf" srcId="{BA4D3DC7-E64D-4334-BF58-E8600AD5A0BA}" destId="{366AA50D-202C-409E-A345-D5BD1EEA3E24}" srcOrd="3" destOrd="0" presId="urn:microsoft.com/office/officeart/2008/layout/VerticalCurvedList"/>
    <dgm:cxn modelId="{E03908B9-3D74-4896-A951-36C199867286}" type="presParOf" srcId="{BA4D3DC7-E64D-4334-BF58-E8600AD5A0BA}" destId="{5CBDAB2B-CD50-4A2F-864B-57C7FA2C1474}" srcOrd="4" destOrd="0" presId="urn:microsoft.com/office/officeart/2008/layout/VerticalCurvedList"/>
    <dgm:cxn modelId="{1B114E5F-CB16-47AB-B222-C6C42514CF4D}" type="presParOf" srcId="{5CBDAB2B-CD50-4A2F-864B-57C7FA2C1474}" destId="{F3B67069-42CD-4511-A8AE-29EB699809C1}" srcOrd="0" destOrd="0" presId="urn:microsoft.com/office/officeart/2008/layout/VerticalCurvedList"/>
    <dgm:cxn modelId="{AC2D006D-C120-439E-8D0B-01838C9155F6}" type="presParOf" srcId="{BA4D3DC7-E64D-4334-BF58-E8600AD5A0BA}" destId="{1EF5DBC9-72B9-4E6D-B4BF-F051CBC7AAF6}" srcOrd="5" destOrd="0" presId="urn:microsoft.com/office/officeart/2008/layout/VerticalCurvedList"/>
    <dgm:cxn modelId="{59E204BC-5DEB-4E39-9174-55126640D1B4}" type="presParOf" srcId="{BA4D3DC7-E64D-4334-BF58-E8600AD5A0BA}" destId="{5C2C0A92-9220-407D-B6B7-FA92093A1AB1}" srcOrd="6" destOrd="0" presId="urn:microsoft.com/office/officeart/2008/layout/VerticalCurvedList"/>
    <dgm:cxn modelId="{FEDA1A49-5394-4330-8EB9-7A206C333F79}" type="presParOf" srcId="{5C2C0A92-9220-407D-B6B7-FA92093A1AB1}" destId="{691B11C9-5570-4208-B08B-09D0335E81A6}" srcOrd="0" destOrd="0" presId="urn:microsoft.com/office/officeart/2008/layout/VerticalCurvedList"/>
    <dgm:cxn modelId="{EE53C9BA-C621-4C94-B662-CC460308D145}" type="presParOf" srcId="{BA4D3DC7-E64D-4334-BF58-E8600AD5A0BA}" destId="{845A2E85-078E-4531-B883-1D823743196B}" srcOrd="7" destOrd="0" presId="urn:microsoft.com/office/officeart/2008/layout/VerticalCurvedList"/>
    <dgm:cxn modelId="{40A3265D-72DE-4905-A24B-92623F601403}" type="presParOf" srcId="{BA4D3DC7-E64D-4334-BF58-E8600AD5A0BA}" destId="{10D99132-7302-4528-B8E6-57E0288EF7A9}" srcOrd="8" destOrd="0" presId="urn:microsoft.com/office/officeart/2008/layout/VerticalCurvedList"/>
    <dgm:cxn modelId="{389078D5-30E6-4C4F-8364-9DE008F1B9F2}" type="presParOf" srcId="{10D99132-7302-4528-B8E6-57E0288EF7A9}" destId="{AE6A1326-3BFE-4E6F-BC6E-DCA851C3C96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8F0E83B9-8952-4DE5-983B-8763BDCA131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4626D95E-FC31-4682-A207-1480738927C7}">
      <dgm:prSet/>
      <dgm:spPr/>
      <dgm:t>
        <a:bodyPr/>
        <a:lstStyle/>
        <a:p>
          <a:r>
            <a:rPr lang="uk-UA"/>
            <a:t>А</a:t>
          </a:r>
        </a:p>
      </dgm:t>
    </dgm:pt>
    <dgm:pt modelId="{34FAEB31-A46B-4D0A-82CB-8B54018EEA42}" type="parTrans" cxnId="{6B427548-03BD-4598-B7FF-20F21F6533BC}">
      <dgm:prSet/>
      <dgm:spPr/>
      <dgm:t>
        <a:bodyPr/>
        <a:lstStyle/>
        <a:p>
          <a:endParaRPr lang="uk-UA"/>
        </a:p>
      </dgm:t>
    </dgm:pt>
    <dgm:pt modelId="{A0E74BA5-BD49-412E-93DD-20A23380D9BB}" type="sibTrans" cxnId="{6B427548-03BD-4598-B7FF-20F21F6533BC}">
      <dgm:prSet/>
      <dgm:spPr/>
      <dgm:t>
        <a:bodyPr/>
        <a:lstStyle/>
        <a:p>
          <a:endParaRPr lang="uk-UA"/>
        </a:p>
      </dgm:t>
    </dgm:pt>
    <dgm:pt modelId="{43331CFA-6921-4067-B498-E74050B27E6C}">
      <dgm:prSet/>
      <dgm:spPr/>
      <dgm:t>
        <a:bodyPr/>
        <a:lstStyle/>
        <a:p>
          <a:r>
            <a:rPr lang="uk-UA" b="0" i="0"/>
            <a:t>процес формування польським урядом списку-реєстру козаків, які набиралися на військову службу Речі Посполитій.</a:t>
          </a:r>
          <a:endParaRPr lang="uk-UA"/>
        </a:p>
      </dgm:t>
    </dgm:pt>
    <dgm:pt modelId="{13A924AB-4715-4F1F-B962-B0DC4AAE6087}" type="parTrans" cxnId="{1658267F-4ABD-466D-8713-2B60D4E0029B}">
      <dgm:prSet/>
      <dgm:spPr/>
      <dgm:t>
        <a:bodyPr/>
        <a:lstStyle/>
        <a:p>
          <a:endParaRPr lang="uk-UA"/>
        </a:p>
      </dgm:t>
    </dgm:pt>
    <dgm:pt modelId="{59C0C2FB-5063-434D-A1CB-25733F3FF199}" type="sibTrans" cxnId="{1658267F-4ABD-466D-8713-2B60D4E0029B}">
      <dgm:prSet/>
      <dgm:spPr/>
      <dgm:t>
        <a:bodyPr/>
        <a:lstStyle/>
        <a:p>
          <a:endParaRPr lang="uk-UA"/>
        </a:p>
      </dgm:t>
    </dgm:pt>
    <dgm:pt modelId="{FA390C51-D7D4-44C1-9676-65B877B4EA61}">
      <dgm:prSet/>
      <dgm:spPr/>
      <dgm:t>
        <a:bodyPr/>
        <a:lstStyle/>
        <a:p>
          <a:r>
            <a:rPr lang="uk-UA"/>
            <a:t>Б</a:t>
          </a:r>
        </a:p>
      </dgm:t>
    </dgm:pt>
    <dgm:pt modelId="{232ACD52-0F2C-4BDE-B839-177B89708CB2}" type="parTrans" cxnId="{8BFA9770-BA86-4568-A47B-827355515FAA}">
      <dgm:prSet/>
      <dgm:spPr/>
      <dgm:t>
        <a:bodyPr/>
        <a:lstStyle/>
        <a:p>
          <a:endParaRPr lang="uk-UA"/>
        </a:p>
      </dgm:t>
    </dgm:pt>
    <dgm:pt modelId="{4520FEDF-43EE-4D2C-B12E-B6C47EC506D0}" type="sibTrans" cxnId="{8BFA9770-BA86-4568-A47B-827355515FAA}">
      <dgm:prSet/>
      <dgm:spPr/>
      <dgm:t>
        <a:bodyPr/>
        <a:lstStyle/>
        <a:p>
          <a:endParaRPr lang="uk-UA"/>
        </a:p>
      </dgm:t>
    </dgm:pt>
    <dgm:pt modelId="{458B6369-1A2C-42A1-943A-1E9073155B6D}">
      <dgm:prSet/>
      <dgm:spPr/>
      <dgm:t>
        <a:bodyPr/>
        <a:lstStyle/>
        <a:p>
          <a:r>
            <a:rPr lang="uk-UA" b="0" i="0"/>
            <a:t>процедура прийняття кошовим отаманом новоприбулих на Січ до козацького товариства та закріплення їх за певним куренем.</a:t>
          </a:r>
          <a:endParaRPr lang="uk-UA"/>
        </a:p>
      </dgm:t>
    </dgm:pt>
    <dgm:pt modelId="{03A3043A-A8F8-4FB7-8605-0157EDA4FC34}" type="parTrans" cxnId="{E0CBB24A-84AC-47AA-B58D-9A6508D0E5F4}">
      <dgm:prSet/>
      <dgm:spPr/>
      <dgm:t>
        <a:bodyPr/>
        <a:lstStyle/>
        <a:p>
          <a:endParaRPr lang="uk-UA"/>
        </a:p>
      </dgm:t>
    </dgm:pt>
    <dgm:pt modelId="{569BE62B-261D-40A4-AA14-05E6B66F4B3B}" type="sibTrans" cxnId="{E0CBB24A-84AC-47AA-B58D-9A6508D0E5F4}">
      <dgm:prSet/>
      <dgm:spPr/>
      <dgm:t>
        <a:bodyPr/>
        <a:lstStyle/>
        <a:p>
          <a:endParaRPr lang="uk-UA"/>
        </a:p>
      </dgm:t>
    </dgm:pt>
    <dgm:pt modelId="{15226A21-7505-458B-B3C9-CEE599C8C3D8}">
      <dgm:prSet/>
      <dgm:spPr/>
      <dgm:t>
        <a:bodyPr/>
        <a:lstStyle/>
        <a:p>
          <a:r>
            <a:rPr lang="uk-UA" b="0" i="0"/>
            <a:t>В</a:t>
          </a:r>
          <a:endParaRPr lang="uk-UA"/>
        </a:p>
      </dgm:t>
    </dgm:pt>
    <dgm:pt modelId="{78C94354-07D0-46C6-9402-F7E7F1A5AF2A}" type="parTrans" cxnId="{BC17A27C-B1EE-44F5-92FE-03B089731F20}">
      <dgm:prSet/>
      <dgm:spPr/>
      <dgm:t>
        <a:bodyPr/>
        <a:lstStyle/>
        <a:p>
          <a:endParaRPr lang="uk-UA"/>
        </a:p>
      </dgm:t>
    </dgm:pt>
    <dgm:pt modelId="{704B1218-317A-40C8-81EA-9AF5BED3ABA1}" type="sibTrans" cxnId="{BC17A27C-B1EE-44F5-92FE-03B089731F20}">
      <dgm:prSet/>
      <dgm:spPr/>
      <dgm:t>
        <a:bodyPr/>
        <a:lstStyle/>
        <a:p>
          <a:endParaRPr lang="uk-UA"/>
        </a:p>
      </dgm:t>
    </dgm:pt>
    <dgm:pt modelId="{1D9B98B9-21E5-467A-A462-EDFE90306023}">
      <dgm:prSet/>
      <dgm:spPr/>
      <dgm:t>
        <a:bodyPr/>
        <a:lstStyle/>
        <a:p>
          <a:r>
            <a:rPr lang="uk-UA" b="0" i="0" dirty="0"/>
            <a:t>форма козацького збройного виступу на захист власних інтересів, що мав локальний характер і відзначався слабкою організованістю.</a:t>
          </a:r>
          <a:endParaRPr lang="uk-UA" dirty="0"/>
        </a:p>
      </dgm:t>
    </dgm:pt>
    <dgm:pt modelId="{2135FC99-CB6B-4F5B-A7BB-328759E4093B}" type="parTrans" cxnId="{E82F0EE2-5C55-4EF2-9484-9536EF3BF48A}">
      <dgm:prSet/>
      <dgm:spPr/>
      <dgm:t>
        <a:bodyPr/>
        <a:lstStyle/>
        <a:p>
          <a:endParaRPr lang="uk-UA"/>
        </a:p>
      </dgm:t>
    </dgm:pt>
    <dgm:pt modelId="{3307B2BF-ED9B-46C5-B6BF-CC50D10A2617}" type="sibTrans" cxnId="{E82F0EE2-5C55-4EF2-9484-9536EF3BF48A}">
      <dgm:prSet/>
      <dgm:spPr/>
      <dgm:t>
        <a:bodyPr/>
        <a:lstStyle/>
        <a:p>
          <a:endParaRPr lang="uk-UA"/>
        </a:p>
      </dgm:t>
    </dgm:pt>
    <dgm:pt modelId="{3427C044-C647-4803-9849-804BF0A673EA}">
      <dgm:prSet/>
      <dgm:spPr/>
      <dgm:t>
        <a:bodyPr/>
        <a:lstStyle/>
        <a:p>
          <a:r>
            <a:rPr lang="uk-UA" b="0" i="0"/>
            <a:t>Г</a:t>
          </a:r>
          <a:endParaRPr lang="uk-UA"/>
        </a:p>
      </dgm:t>
    </dgm:pt>
    <dgm:pt modelId="{8B7E7553-A3AC-42B8-BAAC-7AEFAE0B4C57}" type="parTrans" cxnId="{6C192E36-C071-42F4-9C56-CA557EAE329F}">
      <dgm:prSet/>
      <dgm:spPr/>
      <dgm:t>
        <a:bodyPr/>
        <a:lstStyle/>
        <a:p>
          <a:endParaRPr lang="uk-UA"/>
        </a:p>
      </dgm:t>
    </dgm:pt>
    <dgm:pt modelId="{D037382C-AE9A-4EA0-BCC5-1BEBB4BF8ADC}" type="sibTrans" cxnId="{6C192E36-C071-42F4-9C56-CA557EAE329F}">
      <dgm:prSet/>
      <dgm:spPr/>
      <dgm:t>
        <a:bodyPr/>
        <a:lstStyle/>
        <a:p>
          <a:endParaRPr lang="uk-UA"/>
        </a:p>
      </dgm:t>
    </dgm:pt>
    <dgm:pt modelId="{E13D83D1-E4C0-4B40-B165-ED8001F94ED3}">
      <dgm:prSet/>
      <dgm:spPr>
        <a:solidFill>
          <a:srgbClr val="0070C0">
            <a:alpha val="90000"/>
          </a:srgbClr>
        </a:solidFill>
      </dgm:spPr>
      <dgm:t>
        <a:bodyPr/>
        <a:lstStyle/>
        <a:p>
          <a:r>
            <a:rPr lang="uk-UA" b="0" i="0" dirty="0"/>
            <a:t>перехід селян до козацького стану, що був спробою звільнитися від панщини та отримати право вільно працювати на власній землі.</a:t>
          </a:r>
          <a:endParaRPr lang="uk-UA" dirty="0"/>
        </a:p>
      </dgm:t>
    </dgm:pt>
    <dgm:pt modelId="{75CA4E3B-BA73-4BAD-868A-76F107DA339A}" type="parTrans" cxnId="{3D0CC5A7-4638-4E5E-9DCA-FE07EC64398A}">
      <dgm:prSet/>
      <dgm:spPr/>
      <dgm:t>
        <a:bodyPr/>
        <a:lstStyle/>
        <a:p>
          <a:endParaRPr lang="uk-UA"/>
        </a:p>
      </dgm:t>
    </dgm:pt>
    <dgm:pt modelId="{34DC7693-6BA9-4A1C-B7C6-C99FE2A108CD}" type="sibTrans" cxnId="{3D0CC5A7-4638-4E5E-9DCA-FE07EC64398A}">
      <dgm:prSet/>
      <dgm:spPr/>
      <dgm:t>
        <a:bodyPr/>
        <a:lstStyle/>
        <a:p>
          <a:endParaRPr lang="uk-UA"/>
        </a:p>
      </dgm:t>
    </dgm:pt>
    <dgm:pt modelId="{4D71D581-6D9E-4ACA-9612-F39EFE29898A}" type="pres">
      <dgm:prSet presAssocID="{8F0E83B9-8952-4DE5-983B-8763BDCA131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39D001E-11BF-462D-B3F1-3124103BCE6C}" type="pres">
      <dgm:prSet presAssocID="{4626D95E-FC31-4682-A207-1480738927C7}" presName="linNode" presStyleCnt="0"/>
      <dgm:spPr/>
    </dgm:pt>
    <dgm:pt modelId="{EA2FCF98-C2D8-422B-91A1-B6C01C490849}" type="pres">
      <dgm:prSet presAssocID="{4626D95E-FC31-4682-A207-1480738927C7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CA3A8C4-4255-4818-B6FE-0258E8DE292C}" type="pres">
      <dgm:prSet presAssocID="{4626D95E-FC31-4682-A207-1480738927C7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97C5E57-578C-4047-A238-66251C9557DA}" type="pres">
      <dgm:prSet presAssocID="{A0E74BA5-BD49-412E-93DD-20A23380D9BB}" presName="sp" presStyleCnt="0"/>
      <dgm:spPr/>
    </dgm:pt>
    <dgm:pt modelId="{F668933A-D8F8-46EF-907D-882D1EE5DFF2}" type="pres">
      <dgm:prSet presAssocID="{FA390C51-D7D4-44C1-9676-65B877B4EA61}" presName="linNode" presStyleCnt="0"/>
      <dgm:spPr/>
    </dgm:pt>
    <dgm:pt modelId="{3B2E4A02-F75E-4748-A57C-3C61A6DC0927}" type="pres">
      <dgm:prSet presAssocID="{FA390C51-D7D4-44C1-9676-65B877B4EA61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783DAB7-992A-42C1-9CDD-2E3259E5B13E}" type="pres">
      <dgm:prSet presAssocID="{FA390C51-D7D4-44C1-9676-65B877B4EA61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269AD71-ACF1-466D-A889-4F31588CD9DB}" type="pres">
      <dgm:prSet presAssocID="{4520FEDF-43EE-4D2C-B12E-B6C47EC506D0}" presName="sp" presStyleCnt="0"/>
      <dgm:spPr/>
    </dgm:pt>
    <dgm:pt modelId="{944083A4-88A7-42C6-9D46-E79448034FAF}" type="pres">
      <dgm:prSet presAssocID="{15226A21-7505-458B-B3C9-CEE599C8C3D8}" presName="linNode" presStyleCnt="0"/>
      <dgm:spPr/>
    </dgm:pt>
    <dgm:pt modelId="{C755DF9B-0380-429C-BA3C-06F52B298E1A}" type="pres">
      <dgm:prSet presAssocID="{15226A21-7505-458B-B3C9-CEE599C8C3D8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A5A79C6-9A20-45AF-BE0E-D764E58EDBA9}" type="pres">
      <dgm:prSet presAssocID="{15226A21-7505-458B-B3C9-CEE599C8C3D8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0F2712F-9235-4B88-B29D-8A117BFBD2D0}" type="pres">
      <dgm:prSet presAssocID="{704B1218-317A-40C8-81EA-9AF5BED3ABA1}" presName="sp" presStyleCnt="0"/>
      <dgm:spPr/>
    </dgm:pt>
    <dgm:pt modelId="{DC3DBD84-B033-40A8-8FAB-F9E1ECC02201}" type="pres">
      <dgm:prSet presAssocID="{3427C044-C647-4803-9849-804BF0A673EA}" presName="linNode" presStyleCnt="0"/>
      <dgm:spPr/>
    </dgm:pt>
    <dgm:pt modelId="{9546C8E4-B512-4FC5-8517-E56E5C7222DC}" type="pres">
      <dgm:prSet presAssocID="{3427C044-C647-4803-9849-804BF0A673EA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E10ACDF-6A19-4D13-89BC-B70250122800}" type="pres">
      <dgm:prSet presAssocID="{3427C044-C647-4803-9849-804BF0A673EA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F91F7A8-21F7-4CC3-87AC-DC983A52F933}" type="presOf" srcId="{458B6369-1A2C-42A1-943A-1E9073155B6D}" destId="{A783DAB7-992A-42C1-9CDD-2E3259E5B13E}" srcOrd="0" destOrd="0" presId="urn:microsoft.com/office/officeart/2005/8/layout/vList5"/>
    <dgm:cxn modelId="{1658267F-4ABD-466D-8713-2B60D4E0029B}" srcId="{4626D95E-FC31-4682-A207-1480738927C7}" destId="{43331CFA-6921-4067-B498-E74050B27E6C}" srcOrd="0" destOrd="0" parTransId="{13A924AB-4715-4F1F-B962-B0DC4AAE6087}" sibTransId="{59C0C2FB-5063-434D-A1CB-25733F3FF199}"/>
    <dgm:cxn modelId="{6C192E36-C071-42F4-9C56-CA557EAE329F}" srcId="{8F0E83B9-8952-4DE5-983B-8763BDCA1318}" destId="{3427C044-C647-4803-9849-804BF0A673EA}" srcOrd="3" destOrd="0" parTransId="{8B7E7553-A3AC-42B8-BAAC-7AEFAE0B4C57}" sibTransId="{D037382C-AE9A-4EA0-BCC5-1BEBB4BF8ADC}"/>
    <dgm:cxn modelId="{91C86ACB-0625-416A-9B95-B70419B2A91E}" type="presOf" srcId="{1D9B98B9-21E5-467A-A462-EDFE90306023}" destId="{9A5A79C6-9A20-45AF-BE0E-D764E58EDBA9}" srcOrd="0" destOrd="0" presId="urn:microsoft.com/office/officeart/2005/8/layout/vList5"/>
    <dgm:cxn modelId="{6B427548-03BD-4598-B7FF-20F21F6533BC}" srcId="{8F0E83B9-8952-4DE5-983B-8763BDCA1318}" destId="{4626D95E-FC31-4682-A207-1480738927C7}" srcOrd="0" destOrd="0" parTransId="{34FAEB31-A46B-4D0A-82CB-8B54018EEA42}" sibTransId="{A0E74BA5-BD49-412E-93DD-20A23380D9BB}"/>
    <dgm:cxn modelId="{87CC46D1-77CE-4067-B32B-886D512C8B12}" type="presOf" srcId="{15226A21-7505-458B-B3C9-CEE599C8C3D8}" destId="{C755DF9B-0380-429C-BA3C-06F52B298E1A}" srcOrd="0" destOrd="0" presId="urn:microsoft.com/office/officeart/2005/8/layout/vList5"/>
    <dgm:cxn modelId="{CD0F58E4-31EE-45F7-A3BB-86B73131A952}" type="presOf" srcId="{43331CFA-6921-4067-B498-E74050B27E6C}" destId="{7CA3A8C4-4255-4818-B6FE-0258E8DE292C}" srcOrd="0" destOrd="0" presId="urn:microsoft.com/office/officeart/2005/8/layout/vList5"/>
    <dgm:cxn modelId="{3D0CC5A7-4638-4E5E-9DCA-FE07EC64398A}" srcId="{3427C044-C647-4803-9849-804BF0A673EA}" destId="{E13D83D1-E4C0-4B40-B165-ED8001F94ED3}" srcOrd="0" destOrd="0" parTransId="{75CA4E3B-BA73-4BAD-868A-76F107DA339A}" sibTransId="{34DC7693-6BA9-4A1C-B7C6-C99FE2A108CD}"/>
    <dgm:cxn modelId="{BC17A27C-B1EE-44F5-92FE-03B089731F20}" srcId="{8F0E83B9-8952-4DE5-983B-8763BDCA1318}" destId="{15226A21-7505-458B-B3C9-CEE599C8C3D8}" srcOrd="2" destOrd="0" parTransId="{78C94354-07D0-46C6-9402-F7E7F1A5AF2A}" sibTransId="{704B1218-317A-40C8-81EA-9AF5BED3ABA1}"/>
    <dgm:cxn modelId="{FF3259ED-0F1E-40A1-8B07-DC397B045800}" type="presOf" srcId="{E13D83D1-E4C0-4B40-B165-ED8001F94ED3}" destId="{9E10ACDF-6A19-4D13-89BC-B70250122800}" srcOrd="0" destOrd="0" presId="urn:microsoft.com/office/officeart/2005/8/layout/vList5"/>
    <dgm:cxn modelId="{E0CBB24A-84AC-47AA-B58D-9A6508D0E5F4}" srcId="{FA390C51-D7D4-44C1-9676-65B877B4EA61}" destId="{458B6369-1A2C-42A1-943A-1E9073155B6D}" srcOrd="0" destOrd="0" parTransId="{03A3043A-A8F8-4FB7-8605-0157EDA4FC34}" sibTransId="{569BE62B-261D-40A4-AA14-05E6B66F4B3B}"/>
    <dgm:cxn modelId="{56E48DD7-53E1-4078-BBC7-D450BBDE21E9}" type="presOf" srcId="{4626D95E-FC31-4682-A207-1480738927C7}" destId="{EA2FCF98-C2D8-422B-91A1-B6C01C490849}" srcOrd="0" destOrd="0" presId="urn:microsoft.com/office/officeart/2005/8/layout/vList5"/>
    <dgm:cxn modelId="{838693ED-EBA0-498C-8781-AF6BCBB424DE}" type="presOf" srcId="{8F0E83B9-8952-4DE5-983B-8763BDCA1318}" destId="{4D71D581-6D9E-4ACA-9612-F39EFE29898A}" srcOrd="0" destOrd="0" presId="urn:microsoft.com/office/officeart/2005/8/layout/vList5"/>
    <dgm:cxn modelId="{E82F0EE2-5C55-4EF2-9484-9536EF3BF48A}" srcId="{15226A21-7505-458B-B3C9-CEE599C8C3D8}" destId="{1D9B98B9-21E5-467A-A462-EDFE90306023}" srcOrd="0" destOrd="0" parTransId="{2135FC99-CB6B-4F5B-A7BB-328759E4093B}" sibTransId="{3307B2BF-ED9B-46C5-B6BF-CC50D10A2617}"/>
    <dgm:cxn modelId="{D08B23B7-B824-4586-AB6C-0F766AD0A930}" type="presOf" srcId="{FA390C51-D7D4-44C1-9676-65B877B4EA61}" destId="{3B2E4A02-F75E-4748-A57C-3C61A6DC0927}" srcOrd="0" destOrd="0" presId="urn:microsoft.com/office/officeart/2005/8/layout/vList5"/>
    <dgm:cxn modelId="{8BFA9770-BA86-4568-A47B-827355515FAA}" srcId="{8F0E83B9-8952-4DE5-983B-8763BDCA1318}" destId="{FA390C51-D7D4-44C1-9676-65B877B4EA61}" srcOrd="1" destOrd="0" parTransId="{232ACD52-0F2C-4BDE-B839-177B89708CB2}" sibTransId="{4520FEDF-43EE-4D2C-B12E-B6C47EC506D0}"/>
    <dgm:cxn modelId="{E02BAF78-3879-4B23-8769-46157601FBD7}" type="presOf" srcId="{3427C044-C647-4803-9849-804BF0A673EA}" destId="{9546C8E4-B512-4FC5-8517-E56E5C7222DC}" srcOrd="0" destOrd="0" presId="urn:microsoft.com/office/officeart/2005/8/layout/vList5"/>
    <dgm:cxn modelId="{C4A20786-FF76-489C-80E0-E4D85A843CDC}" type="presParOf" srcId="{4D71D581-6D9E-4ACA-9612-F39EFE29898A}" destId="{D39D001E-11BF-462D-B3F1-3124103BCE6C}" srcOrd="0" destOrd="0" presId="urn:microsoft.com/office/officeart/2005/8/layout/vList5"/>
    <dgm:cxn modelId="{8BB1F263-80AB-40AC-97AA-7E4EC8ECE1E1}" type="presParOf" srcId="{D39D001E-11BF-462D-B3F1-3124103BCE6C}" destId="{EA2FCF98-C2D8-422B-91A1-B6C01C490849}" srcOrd="0" destOrd="0" presId="urn:microsoft.com/office/officeart/2005/8/layout/vList5"/>
    <dgm:cxn modelId="{35465B70-0C23-446C-B29B-6420A42DCF59}" type="presParOf" srcId="{D39D001E-11BF-462D-B3F1-3124103BCE6C}" destId="{7CA3A8C4-4255-4818-B6FE-0258E8DE292C}" srcOrd="1" destOrd="0" presId="urn:microsoft.com/office/officeart/2005/8/layout/vList5"/>
    <dgm:cxn modelId="{367A1B68-A676-446E-BEC6-9DFEFC405860}" type="presParOf" srcId="{4D71D581-6D9E-4ACA-9612-F39EFE29898A}" destId="{697C5E57-578C-4047-A238-66251C9557DA}" srcOrd="1" destOrd="0" presId="urn:microsoft.com/office/officeart/2005/8/layout/vList5"/>
    <dgm:cxn modelId="{45CA0346-33DB-4AAD-A667-03CC6E7B2F86}" type="presParOf" srcId="{4D71D581-6D9E-4ACA-9612-F39EFE29898A}" destId="{F668933A-D8F8-46EF-907D-882D1EE5DFF2}" srcOrd="2" destOrd="0" presId="urn:microsoft.com/office/officeart/2005/8/layout/vList5"/>
    <dgm:cxn modelId="{04479BD2-9C30-4F35-AA35-26C6701D12E7}" type="presParOf" srcId="{F668933A-D8F8-46EF-907D-882D1EE5DFF2}" destId="{3B2E4A02-F75E-4748-A57C-3C61A6DC0927}" srcOrd="0" destOrd="0" presId="urn:microsoft.com/office/officeart/2005/8/layout/vList5"/>
    <dgm:cxn modelId="{A0858123-9A87-43B1-BF1D-3C4E20CE1079}" type="presParOf" srcId="{F668933A-D8F8-46EF-907D-882D1EE5DFF2}" destId="{A783DAB7-992A-42C1-9CDD-2E3259E5B13E}" srcOrd="1" destOrd="0" presId="urn:microsoft.com/office/officeart/2005/8/layout/vList5"/>
    <dgm:cxn modelId="{87C720E5-377A-4212-96AF-EA083C03E921}" type="presParOf" srcId="{4D71D581-6D9E-4ACA-9612-F39EFE29898A}" destId="{E269AD71-ACF1-466D-A889-4F31588CD9DB}" srcOrd="3" destOrd="0" presId="urn:microsoft.com/office/officeart/2005/8/layout/vList5"/>
    <dgm:cxn modelId="{69AB3FCE-3B10-4EC8-947C-E821535CC7B9}" type="presParOf" srcId="{4D71D581-6D9E-4ACA-9612-F39EFE29898A}" destId="{944083A4-88A7-42C6-9D46-E79448034FAF}" srcOrd="4" destOrd="0" presId="urn:microsoft.com/office/officeart/2005/8/layout/vList5"/>
    <dgm:cxn modelId="{42C32CB0-99F9-45FD-B4AB-B2D5B8F6E09C}" type="presParOf" srcId="{944083A4-88A7-42C6-9D46-E79448034FAF}" destId="{C755DF9B-0380-429C-BA3C-06F52B298E1A}" srcOrd="0" destOrd="0" presId="urn:microsoft.com/office/officeart/2005/8/layout/vList5"/>
    <dgm:cxn modelId="{0B6E161B-BED6-4668-814E-D6AD32C1436A}" type="presParOf" srcId="{944083A4-88A7-42C6-9D46-E79448034FAF}" destId="{9A5A79C6-9A20-45AF-BE0E-D764E58EDBA9}" srcOrd="1" destOrd="0" presId="urn:microsoft.com/office/officeart/2005/8/layout/vList5"/>
    <dgm:cxn modelId="{699CA936-5669-4B28-9686-DB6739108A84}" type="presParOf" srcId="{4D71D581-6D9E-4ACA-9612-F39EFE29898A}" destId="{50F2712F-9235-4B88-B29D-8A117BFBD2D0}" srcOrd="5" destOrd="0" presId="urn:microsoft.com/office/officeart/2005/8/layout/vList5"/>
    <dgm:cxn modelId="{3738F86D-1AE6-4BDB-9562-68F886120CAB}" type="presParOf" srcId="{4D71D581-6D9E-4ACA-9612-F39EFE29898A}" destId="{DC3DBD84-B033-40A8-8FAB-F9E1ECC02201}" srcOrd="6" destOrd="0" presId="urn:microsoft.com/office/officeart/2005/8/layout/vList5"/>
    <dgm:cxn modelId="{0BFA0C2C-6C02-4232-AA24-FFEF3B9A99A2}" type="presParOf" srcId="{DC3DBD84-B033-40A8-8FAB-F9E1ECC02201}" destId="{9546C8E4-B512-4FC5-8517-E56E5C7222DC}" srcOrd="0" destOrd="0" presId="urn:microsoft.com/office/officeart/2005/8/layout/vList5"/>
    <dgm:cxn modelId="{D5DCFB17-91ED-469A-96DB-0C200E861783}" type="presParOf" srcId="{DC3DBD84-B033-40A8-8FAB-F9E1ECC02201}" destId="{9E10ACDF-6A19-4D13-89BC-B7025012280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8F0E83B9-8952-4DE5-983B-8763BDCA131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626D95E-FC31-4682-A207-1480738927C7}">
      <dgm:prSet/>
      <dgm:spPr/>
      <dgm:t>
        <a:bodyPr/>
        <a:lstStyle/>
        <a:p>
          <a:r>
            <a:rPr lang="uk-UA"/>
            <a:t>А</a:t>
          </a:r>
        </a:p>
      </dgm:t>
    </dgm:pt>
    <dgm:pt modelId="{A0E74BA5-BD49-412E-93DD-20A23380D9BB}" type="sibTrans" cxnId="{6B427548-03BD-4598-B7FF-20F21F6533BC}">
      <dgm:prSet/>
      <dgm:spPr/>
      <dgm:t>
        <a:bodyPr/>
        <a:lstStyle/>
        <a:p>
          <a:endParaRPr lang="uk-UA"/>
        </a:p>
      </dgm:t>
    </dgm:pt>
    <dgm:pt modelId="{34FAEB31-A46B-4D0A-82CB-8B54018EEA42}" type="parTrans" cxnId="{6B427548-03BD-4598-B7FF-20F21F6533BC}">
      <dgm:prSet/>
      <dgm:spPr/>
      <dgm:t>
        <a:bodyPr/>
        <a:lstStyle/>
        <a:p>
          <a:endParaRPr lang="uk-UA"/>
        </a:p>
      </dgm:t>
    </dgm:pt>
    <dgm:pt modelId="{43331CFA-6921-4067-B498-E74050B27E6C}">
      <dgm:prSet/>
      <dgm:spPr/>
      <dgm:t>
        <a:bodyPr/>
        <a:lstStyle/>
        <a:p>
          <a:r>
            <a:rPr lang="uk-UA" b="0" i="0" dirty="0"/>
            <a:t>процес формування польським урядом списку-реєстру козаків, які набиралися на військову службу Речі Посполитій.</a:t>
          </a:r>
          <a:endParaRPr lang="uk-UA" dirty="0"/>
        </a:p>
      </dgm:t>
    </dgm:pt>
    <dgm:pt modelId="{59C0C2FB-5063-434D-A1CB-25733F3FF199}" type="sibTrans" cxnId="{1658267F-4ABD-466D-8713-2B60D4E0029B}">
      <dgm:prSet/>
      <dgm:spPr/>
      <dgm:t>
        <a:bodyPr/>
        <a:lstStyle/>
        <a:p>
          <a:endParaRPr lang="uk-UA"/>
        </a:p>
      </dgm:t>
    </dgm:pt>
    <dgm:pt modelId="{13A924AB-4715-4F1F-B962-B0DC4AAE6087}" type="parTrans" cxnId="{1658267F-4ABD-466D-8713-2B60D4E0029B}">
      <dgm:prSet/>
      <dgm:spPr/>
      <dgm:t>
        <a:bodyPr/>
        <a:lstStyle/>
        <a:p>
          <a:endParaRPr lang="uk-UA"/>
        </a:p>
      </dgm:t>
    </dgm:pt>
    <dgm:pt modelId="{FA390C51-D7D4-44C1-9676-65B877B4EA61}">
      <dgm:prSet/>
      <dgm:spPr/>
      <dgm:t>
        <a:bodyPr/>
        <a:lstStyle/>
        <a:p>
          <a:r>
            <a:rPr lang="uk-UA"/>
            <a:t>Б</a:t>
          </a:r>
        </a:p>
      </dgm:t>
    </dgm:pt>
    <dgm:pt modelId="{4520FEDF-43EE-4D2C-B12E-B6C47EC506D0}" type="sibTrans" cxnId="{8BFA9770-BA86-4568-A47B-827355515FAA}">
      <dgm:prSet/>
      <dgm:spPr/>
      <dgm:t>
        <a:bodyPr/>
        <a:lstStyle/>
        <a:p>
          <a:endParaRPr lang="uk-UA"/>
        </a:p>
      </dgm:t>
    </dgm:pt>
    <dgm:pt modelId="{232ACD52-0F2C-4BDE-B839-177B89708CB2}" type="parTrans" cxnId="{8BFA9770-BA86-4568-A47B-827355515FAA}">
      <dgm:prSet/>
      <dgm:spPr/>
      <dgm:t>
        <a:bodyPr/>
        <a:lstStyle/>
        <a:p>
          <a:endParaRPr lang="uk-UA"/>
        </a:p>
      </dgm:t>
    </dgm:pt>
    <dgm:pt modelId="{458B6369-1A2C-42A1-943A-1E9073155B6D}">
      <dgm:prSet/>
      <dgm:spPr/>
      <dgm:t>
        <a:bodyPr/>
        <a:lstStyle/>
        <a:p>
          <a:r>
            <a:rPr lang="uk-UA" b="0" i="0"/>
            <a:t>процедура прийняття кошовим отаманом новоприбулих на Січ до козацького товариства та закріплення їх за певним куренем.</a:t>
          </a:r>
          <a:endParaRPr lang="uk-UA"/>
        </a:p>
      </dgm:t>
    </dgm:pt>
    <dgm:pt modelId="{569BE62B-261D-40A4-AA14-05E6B66F4B3B}" type="sibTrans" cxnId="{E0CBB24A-84AC-47AA-B58D-9A6508D0E5F4}">
      <dgm:prSet/>
      <dgm:spPr/>
      <dgm:t>
        <a:bodyPr/>
        <a:lstStyle/>
        <a:p>
          <a:endParaRPr lang="uk-UA"/>
        </a:p>
      </dgm:t>
    </dgm:pt>
    <dgm:pt modelId="{03A3043A-A8F8-4FB7-8605-0157EDA4FC34}" type="parTrans" cxnId="{E0CBB24A-84AC-47AA-B58D-9A6508D0E5F4}">
      <dgm:prSet/>
      <dgm:spPr/>
      <dgm:t>
        <a:bodyPr/>
        <a:lstStyle/>
        <a:p>
          <a:endParaRPr lang="uk-UA"/>
        </a:p>
      </dgm:t>
    </dgm:pt>
    <dgm:pt modelId="{15226A21-7505-458B-B3C9-CEE599C8C3D8}">
      <dgm:prSet/>
      <dgm:spPr/>
      <dgm:t>
        <a:bodyPr/>
        <a:lstStyle/>
        <a:p>
          <a:r>
            <a:rPr lang="uk-UA" b="0" i="0"/>
            <a:t>В</a:t>
          </a:r>
          <a:endParaRPr lang="uk-UA"/>
        </a:p>
      </dgm:t>
    </dgm:pt>
    <dgm:pt modelId="{704B1218-317A-40C8-81EA-9AF5BED3ABA1}" type="sibTrans" cxnId="{BC17A27C-B1EE-44F5-92FE-03B089731F20}">
      <dgm:prSet/>
      <dgm:spPr/>
      <dgm:t>
        <a:bodyPr/>
        <a:lstStyle/>
        <a:p>
          <a:endParaRPr lang="uk-UA"/>
        </a:p>
      </dgm:t>
    </dgm:pt>
    <dgm:pt modelId="{78C94354-07D0-46C6-9402-F7E7F1A5AF2A}" type="parTrans" cxnId="{BC17A27C-B1EE-44F5-92FE-03B089731F20}">
      <dgm:prSet/>
      <dgm:spPr/>
      <dgm:t>
        <a:bodyPr/>
        <a:lstStyle/>
        <a:p>
          <a:endParaRPr lang="uk-UA"/>
        </a:p>
      </dgm:t>
    </dgm:pt>
    <dgm:pt modelId="{1D9B98B9-21E5-467A-A462-EDFE90306023}">
      <dgm:prSet/>
      <dgm:spPr/>
      <dgm:t>
        <a:bodyPr/>
        <a:lstStyle/>
        <a:p>
          <a:r>
            <a:rPr lang="uk-UA" b="0" i="0"/>
            <a:t>форма козацького збройного виступу на захист власних інтересів, що мав локальний характер і відзначався слабкою організованістю.</a:t>
          </a:r>
          <a:endParaRPr lang="uk-UA"/>
        </a:p>
      </dgm:t>
    </dgm:pt>
    <dgm:pt modelId="{3307B2BF-ED9B-46C5-B6BF-CC50D10A2617}" type="sibTrans" cxnId="{E82F0EE2-5C55-4EF2-9484-9536EF3BF48A}">
      <dgm:prSet/>
      <dgm:spPr/>
      <dgm:t>
        <a:bodyPr/>
        <a:lstStyle/>
        <a:p>
          <a:endParaRPr lang="uk-UA"/>
        </a:p>
      </dgm:t>
    </dgm:pt>
    <dgm:pt modelId="{2135FC99-CB6B-4F5B-A7BB-328759E4093B}" type="parTrans" cxnId="{E82F0EE2-5C55-4EF2-9484-9536EF3BF48A}">
      <dgm:prSet/>
      <dgm:spPr/>
      <dgm:t>
        <a:bodyPr/>
        <a:lstStyle/>
        <a:p>
          <a:endParaRPr lang="uk-UA"/>
        </a:p>
      </dgm:t>
    </dgm:pt>
    <dgm:pt modelId="{3427C044-C647-4803-9849-804BF0A673EA}">
      <dgm:prSet/>
      <dgm:spPr/>
      <dgm:t>
        <a:bodyPr/>
        <a:lstStyle/>
        <a:p>
          <a:r>
            <a:rPr lang="uk-UA" b="0" i="0"/>
            <a:t>Г</a:t>
          </a:r>
          <a:endParaRPr lang="uk-UA"/>
        </a:p>
      </dgm:t>
    </dgm:pt>
    <dgm:pt modelId="{D037382C-AE9A-4EA0-BCC5-1BEBB4BF8ADC}" type="sibTrans" cxnId="{6C192E36-C071-42F4-9C56-CA557EAE329F}">
      <dgm:prSet/>
      <dgm:spPr/>
      <dgm:t>
        <a:bodyPr/>
        <a:lstStyle/>
        <a:p>
          <a:endParaRPr lang="uk-UA"/>
        </a:p>
      </dgm:t>
    </dgm:pt>
    <dgm:pt modelId="{8B7E7553-A3AC-42B8-BAAC-7AEFAE0B4C57}" type="parTrans" cxnId="{6C192E36-C071-42F4-9C56-CA557EAE329F}">
      <dgm:prSet/>
      <dgm:spPr/>
      <dgm:t>
        <a:bodyPr/>
        <a:lstStyle/>
        <a:p>
          <a:endParaRPr lang="uk-UA"/>
        </a:p>
      </dgm:t>
    </dgm:pt>
    <dgm:pt modelId="{E13D83D1-E4C0-4B40-B165-ED8001F94ED3}">
      <dgm:prSet/>
      <dgm:spPr/>
      <dgm:t>
        <a:bodyPr/>
        <a:lstStyle/>
        <a:p>
          <a:r>
            <a:rPr lang="uk-UA" b="0" i="0" dirty="0"/>
            <a:t>перехід селян до козацького стану, що був спробою звільнитися від панщини та отримати право вільно працювати на власній землі.</a:t>
          </a:r>
          <a:endParaRPr lang="uk-UA" dirty="0"/>
        </a:p>
      </dgm:t>
    </dgm:pt>
    <dgm:pt modelId="{34DC7693-6BA9-4A1C-B7C6-C99FE2A108CD}" type="sibTrans" cxnId="{3D0CC5A7-4638-4E5E-9DCA-FE07EC64398A}">
      <dgm:prSet/>
      <dgm:spPr/>
      <dgm:t>
        <a:bodyPr/>
        <a:lstStyle/>
        <a:p>
          <a:endParaRPr lang="uk-UA"/>
        </a:p>
      </dgm:t>
    </dgm:pt>
    <dgm:pt modelId="{75CA4E3B-BA73-4BAD-868A-76F107DA339A}" type="parTrans" cxnId="{3D0CC5A7-4638-4E5E-9DCA-FE07EC64398A}">
      <dgm:prSet/>
      <dgm:spPr/>
      <dgm:t>
        <a:bodyPr/>
        <a:lstStyle/>
        <a:p>
          <a:endParaRPr lang="uk-UA"/>
        </a:p>
      </dgm:t>
    </dgm:pt>
    <dgm:pt modelId="{4D71D581-6D9E-4ACA-9612-F39EFE29898A}" type="pres">
      <dgm:prSet presAssocID="{8F0E83B9-8952-4DE5-983B-8763BDCA131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39D001E-11BF-462D-B3F1-3124103BCE6C}" type="pres">
      <dgm:prSet presAssocID="{4626D95E-FC31-4682-A207-1480738927C7}" presName="linNode" presStyleCnt="0"/>
      <dgm:spPr/>
    </dgm:pt>
    <dgm:pt modelId="{EA2FCF98-C2D8-422B-91A1-B6C01C490849}" type="pres">
      <dgm:prSet presAssocID="{4626D95E-FC31-4682-A207-1480738927C7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CA3A8C4-4255-4818-B6FE-0258E8DE292C}" type="pres">
      <dgm:prSet presAssocID="{4626D95E-FC31-4682-A207-1480738927C7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97C5E57-578C-4047-A238-66251C9557DA}" type="pres">
      <dgm:prSet presAssocID="{A0E74BA5-BD49-412E-93DD-20A23380D9BB}" presName="sp" presStyleCnt="0"/>
      <dgm:spPr/>
    </dgm:pt>
    <dgm:pt modelId="{F668933A-D8F8-46EF-907D-882D1EE5DFF2}" type="pres">
      <dgm:prSet presAssocID="{FA390C51-D7D4-44C1-9676-65B877B4EA61}" presName="linNode" presStyleCnt="0"/>
      <dgm:spPr/>
    </dgm:pt>
    <dgm:pt modelId="{3B2E4A02-F75E-4748-A57C-3C61A6DC0927}" type="pres">
      <dgm:prSet presAssocID="{FA390C51-D7D4-44C1-9676-65B877B4EA61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783DAB7-992A-42C1-9CDD-2E3259E5B13E}" type="pres">
      <dgm:prSet presAssocID="{FA390C51-D7D4-44C1-9676-65B877B4EA61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269AD71-ACF1-466D-A889-4F31588CD9DB}" type="pres">
      <dgm:prSet presAssocID="{4520FEDF-43EE-4D2C-B12E-B6C47EC506D0}" presName="sp" presStyleCnt="0"/>
      <dgm:spPr/>
    </dgm:pt>
    <dgm:pt modelId="{944083A4-88A7-42C6-9D46-E79448034FAF}" type="pres">
      <dgm:prSet presAssocID="{15226A21-7505-458B-B3C9-CEE599C8C3D8}" presName="linNode" presStyleCnt="0"/>
      <dgm:spPr/>
    </dgm:pt>
    <dgm:pt modelId="{C755DF9B-0380-429C-BA3C-06F52B298E1A}" type="pres">
      <dgm:prSet presAssocID="{15226A21-7505-458B-B3C9-CEE599C8C3D8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A5A79C6-9A20-45AF-BE0E-D764E58EDBA9}" type="pres">
      <dgm:prSet presAssocID="{15226A21-7505-458B-B3C9-CEE599C8C3D8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0F2712F-9235-4B88-B29D-8A117BFBD2D0}" type="pres">
      <dgm:prSet presAssocID="{704B1218-317A-40C8-81EA-9AF5BED3ABA1}" presName="sp" presStyleCnt="0"/>
      <dgm:spPr/>
    </dgm:pt>
    <dgm:pt modelId="{DC3DBD84-B033-40A8-8FAB-F9E1ECC02201}" type="pres">
      <dgm:prSet presAssocID="{3427C044-C647-4803-9849-804BF0A673EA}" presName="linNode" presStyleCnt="0"/>
      <dgm:spPr/>
    </dgm:pt>
    <dgm:pt modelId="{9546C8E4-B512-4FC5-8517-E56E5C7222DC}" type="pres">
      <dgm:prSet presAssocID="{3427C044-C647-4803-9849-804BF0A673EA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E10ACDF-6A19-4D13-89BC-B70250122800}" type="pres">
      <dgm:prSet presAssocID="{3427C044-C647-4803-9849-804BF0A673EA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F91F7A8-21F7-4CC3-87AC-DC983A52F933}" type="presOf" srcId="{458B6369-1A2C-42A1-943A-1E9073155B6D}" destId="{A783DAB7-992A-42C1-9CDD-2E3259E5B13E}" srcOrd="0" destOrd="0" presId="urn:microsoft.com/office/officeart/2005/8/layout/vList5"/>
    <dgm:cxn modelId="{1658267F-4ABD-466D-8713-2B60D4E0029B}" srcId="{4626D95E-FC31-4682-A207-1480738927C7}" destId="{43331CFA-6921-4067-B498-E74050B27E6C}" srcOrd="0" destOrd="0" parTransId="{13A924AB-4715-4F1F-B962-B0DC4AAE6087}" sibTransId="{59C0C2FB-5063-434D-A1CB-25733F3FF199}"/>
    <dgm:cxn modelId="{6C192E36-C071-42F4-9C56-CA557EAE329F}" srcId="{8F0E83B9-8952-4DE5-983B-8763BDCA1318}" destId="{3427C044-C647-4803-9849-804BF0A673EA}" srcOrd="3" destOrd="0" parTransId="{8B7E7553-A3AC-42B8-BAAC-7AEFAE0B4C57}" sibTransId="{D037382C-AE9A-4EA0-BCC5-1BEBB4BF8ADC}"/>
    <dgm:cxn modelId="{91C86ACB-0625-416A-9B95-B70419B2A91E}" type="presOf" srcId="{1D9B98B9-21E5-467A-A462-EDFE90306023}" destId="{9A5A79C6-9A20-45AF-BE0E-D764E58EDBA9}" srcOrd="0" destOrd="0" presId="urn:microsoft.com/office/officeart/2005/8/layout/vList5"/>
    <dgm:cxn modelId="{6B427548-03BD-4598-B7FF-20F21F6533BC}" srcId="{8F0E83B9-8952-4DE5-983B-8763BDCA1318}" destId="{4626D95E-FC31-4682-A207-1480738927C7}" srcOrd="0" destOrd="0" parTransId="{34FAEB31-A46B-4D0A-82CB-8B54018EEA42}" sibTransId="{A0E74BA5-BD49-412E-93DD-20A23380D9BB}"/>
    <dgm:cxn modelId="{87CC46D1-77CE-4067-B32B-886D512C8B12}" type="presOf" srcId="{15226A21-7505-458B-B3C9-CEE599C8C3D8}" destId="{C755DF9B-0380-429C-BA3C-06F52B298E1A}" srcOrd="0" destOrd="0" presId="urn:microsoft.com/office/officeart/2005/8/layout/vList5"/>
    <dgm:cxn modelId="{CD0F58E4-31EE-45F7-A3BB-86B73131A952}" type="presOf" srcId="{43331CFA-6921-4067-B498-E74050B27E6C}" destId="{7CA3A8C4-4255-4818-B6FE-0258E8DE292C}" srcOrd="0" destOrd="0" presId="urn:microsoft.com/office/officeart/2005/8/layout/vList5"/>
    <dgm:cxn modelId="{3D0CC5A7-4638-4E5E-9DCA-FE07EC64398A}" srcId="{3427C044-C647-4803-9849-804BF0A673EA}" destId="{E13D83D1-E4C0-4B40-B165-ED8001F94ED3}" srcOrd="0" destOrd="0" parTransId="{75CA4E3B-BA73-4BAD-868A-76F107DA339A}" sibTransId="{34DC7693-6BA9-4A1C-B7C6-C99FE2A108CD}"/>
    <dgm:cxn modelId="{BC17A27C-B1EE-44F5-92FE-03B089731F20}" srcId="{8F0E83B9-8952-4DE5-983B-8763BDCA1318}" destId="{15226A21-7505-458B-B3C9-CEE599C8C3D8}" srcOrd="2" destOrd="0" parTransId="{78C94354-07D0-46C6-9402-F7E7F1A5AF2A}" sibTransId="{704B1218-317A-40C8-81EA-9AF5BED3ABA1}"/>
    <dgm:cxn modelId="{FF3259ED-0F1E-40A1-8B07-DC397B045800}" type="presOf" srcId="{E13D83D1-E4C0-4B40-B165-ED8001F94ED3}" destId="{9E10ACDF-6A19-4D13-89BC-B70250122800}" srcOrd="0" destOrd="0" presId="urn:microsoft.com/office/officeart/2005/8/layout/vList5"/>
    <dgm:cxn modelId="{E0CBB24A-84AC-47AA-B58D-9A6508D0E5F4}" srcId="{FA390C51-D7D4-44C1-9676-65B877B4EA61}" destId="{458B6369-1A2C-42A1-943A-1E9073155B6D}" srcOrd="0" destOrd="0" parTransId="{03A3043A-A8F8-4FB7-8605-0157EDA4FC34}" sibTransId="{569BE62B-261D-40A4-AA14-05E6B66F4B3B}"/>
    <dgm:cxn modelId="{56E48DD7-53E1-4078-BBC7-D450BBDE21E9}" type="presOf" srcId="{4626D95E-FC31-4682-A207-1480738927C7}" destId="{EA2FCF98-C2D8-422B-91A1-B6C01C490849}" srcOrd="0" destOrd="0" presId="urn:microsoft.com/office/officeart/2005/8/layout/vList5"/>
    <dgm:cxn modelId="{838693ED-EBA0-498C-8781-AF6BCBB424DE}" type="presOf" srcId="{8F0E83B9-8952-4DE5-983B-8763BDCA1318}" destId="{4D71D581-6D9E-4ACA-9612-F39EFE29898A}" srcOrd="0" destOrd="0" presId="urn:microsoft.com/office/officeart/2005/8/layout/vList5"/>
    <dgm:cxn modelId="{E82F0EE2-5C55-4EF2-9484-9536EF3BF48A}" srcId="{15226A21-7505-458B-B3C9-CEE599C8C3D8}" destId="{1D9B98B9-21E5-467A-A462-EDFE90306023}" srcOrd="0" destOrd="0" parTransId="{2135FC99-CB6B-4F5B-A7BB-328759E4093B}" sibTransId="{3307B2BF-ED9B-46C5-B6BF-CC50D10A2617}"/>
    <dgm:cxn modelId="{D08B23B7-B824-4586-AB6C-0F766AD0A930}" type="presOf" srcId="{FA390C51-D7D4-44C1-9676-65B877B4EA61}" destId="{3B2E4A02-F75E-4748-A57C-3C61A6DC0927}" srcOrd="0" destOrd="0" presId="urn:microsoft.com/office/officeart/2005/8/layout/vList5"/>
    <dgm:cxn modelId="{8BFA9770-BA86-4568-A47B-827355515FAA}" srcId="{8F0E83B9-8952-4DE5-983B-8763BDCA1318}" destId="{FA390C51-D7D4-44C1-9676-65B877B4EA61}" srcOrd="1" destOrd="0" parTransId="{232ACD52-0F2C-4BDE-B839-177B89708CB2}" sibTransId="{4520FEDF-43EE-4D2C-B12E-B6C47EC506D0}"/>
    <dgm:cxn modelId="{E02BAF78-3879-4B23-8769-46157601FBD7}" type="presOf" srcId="{3427C044-C647-4803-9849-804BF0A673EA}" destId="{9546C8E4-B512-4FC5-8517-E56E5C7222DC}" srcOrd="0" destOrd="0" presId="urn:microsoft.com/office/officeart/2005/8/layout/vList5"/>
    <dgm:cxn modelId="{C4A20786-FF76-489C-80E0-E4D85A843CDC}" type="presParOf" srcId="{4D71D581-6D9E-4ACA-9612-F39EFE29898A}" destId="{D39D001E-11BF-462D-B3F1-3124103BCE6C}" srcOrd="0" destOrd="0" presId="urn:microsoft.com/office/officeart/2005/8/layout/vList5"/>
    <dgm:cxn modelId="{8BB1F263-80AB-40AC-97AA-7E4EC8ECE1E1}" type="presParOf" srcId="{D39D001E-11BF-462D-B3F1-3124103BCE6C}" destId="{EA2FCF98-C2D8-422B-91A1-B6C01C490849}" srcOrd="0" destOrd="0" presId="urn:microsoft.com/office/officeart/2005/8/layout/vList5"/>
    <dgm:cxn modelId="{35465B70-0C23-446C-B29B-6420A42DCF59}" type="presParOf" srcId="{D39D001E-11BF-462D-B3F1-3124103BCE6C}" destId="{7CA3A8C4-4255-4818-B6FE-0258E8DE292C}" srcOrd="1" destOrd="0" presId="urn:microsoft.com/office/officeart/2005/8/layout/vList5"/>
    <dgm:cxn modelId="{367A1B68-A676-446E-BEC6-9DFEFC405860}" type="presParOf" srcId="{4D71D581-6D9E-4ACA-9612-F39EFE29898A}" destId="{697C5E57-578C-4047-A238-66251C9557DA}" srcOrd="1" destOrd="0" presId="urn:microsoft.com/office/officeart/2005/8/layout/vList5"/>
    <dgm:cxn modelId="{45CA0346-33DB-4AAD-A667-03CC6E7B2F86}" type="presParOf" srcId="{4D71D581-6D9E-4ACA-9612-F39EFE29898A}" destId="{F668933A-D8F8-46EF-907D-882D1EE5DFF2}" srcOrd="2" destOrd="0" presId="urn:microsoft.com/office/officeart/2005/8/layout/vList5"/>
    <dgm:cxn modelId="{04479BD2-9C30-4F35-AA35-26C6701D12E7}" type="presParOf" srcId="{F668933A-D8F8-46EF-907D-882D1EE5DFF2}" destId="{3B2E4A02-F75E-4748-A57C-3C61A6DC0927}" srcOrd="0" destOrd="0" presId="urn:microsoft.com/office/officeart/2005/8/layout/vList5"/>
    <dgm:cxn modelId="{A0858123-9A87-43B1-BF1D-3C4E20CE1079}" type="presParOf" srcId="{F668933A-D8F8-46EF-907D-882D1EE5DFF2}" destId="{A783DAB7-992A-42C1-9CDD-2E3259E5B13E}" srcOrd="1" destOrd="0" presId="urn:microsoft.com/office/officeart/2005/8/layout/vList5"/>
    <dgm:cxn modelId="{87C720E5-377A-4212-96AF-EA083C03E921}" type="presParOf" srcId="{4D71D581-6D9E-4ACA-9612-F39EFE29898A}" destId="{E269AD71-ACF1-466D-A889-4F31588CD9DB}" srcOrd="3" destOrd="0" presId="urn:microsoft.com/office/officeart/2005/8/layout/vList5"/>
    <dgm:cxn modelId="{69AB3FCE-3B10-4EC8-947C-E821535CC7B9}" type="presParOf" srcId="{4D71D581-6D9E-4ACA-9612-F39EFE29898A}" destId="{944083A4-88A7-42C6-9D46-E79448034FAF}" srcOrd="4" destOrd="0" presId="urn:microsoft.com/office/officeart/2005/8/layout/vList5"/>
    <dgm:cxn modelId="{42C32CB0-99F9-45FD-B4AB-B2D5B8F6E09C}" type="presParOf" srcId="{944083A4-88A7-42C6-9D46-E79448034FAF}" destId="{C755DF9B-0380-429C-BA3C-06F52B298E1A}" srcOrd="0" destOrd="0" presId="urn:microsoft.com/office/officeart/2005/8/layout/vList5"/>
    <dgm:cxn modelId="{0B6E161B-BED6-4668-814E-D6AD32C1436A}" type="presParOf" srcId="{944083A4-88A7-42C6-9D46-E79448034FAF}" destId="{9A5A79C6-9A20-45AF-BE0E-D764E58EDBA9}" srcOrd="1" destOrd="0" presId="urn:microsoft.com/office/officeart/2005/8/layout/vList5"/>
    <dgm:cxn modelId="{699CA936-5669-4B28-9686-DB6739108A84}" type="presParOf" srcId="{4D71D581-6D9E-4ACA-9612-F39EFE29898A}" destId="{50F2712F-9235-4B88-B29D-8A117BFBD2D0}" srcOrd="5" destOrd="0" presId="urn:microsoft.com/office/officeart/2005/8/layout/vList5"/>
    <dgm:cxn modelId="{3738F86D-1AE6-4BDB-9562-68F886120CAB}" type="presParOf" srcId="{4D71D581-6D9E-4ACA-9612-F39EFE29898A}" destId="{DC3DBD84-B033-40A8-8FAB-F9E1ECC02201}" srcOrd="6" destOrd="0" presId="urn:microsoft.com/office/officeart/2005/8/layout/vList5"/>
    <dgm:cxn modelId="{0BFA0C2C-6C02-4232-AA24-FFEF3B9A99A2}" type="presParOf" srcId="{DC3DBD84-B033-40A8-8FAB-F9E1ECC02201}" destId="{9546C8E4-B512-4FC5-8517-E56E5C7222DC}" srcOrd="0" destOrd="0" presId="urn:microsoft.com/office/officeart/2005/8/layout/vList5"/>
    <dgm:cxn modelId="{D5DCFB17-91ED-469A-96DB-0C200E861783}" type="presParOf" srcId="{DC3DBD84-B033-40A8-8FAB-F9E1ECC02201}" destId="{9E10ACDF-6A19-4D13-89BC-B7025012280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83E14879-8C40-4B42-A75F-C098E2BE18F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679517D-59C5-42E7-928A-69E3F2B886C3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займанщина</a:t>
          </a:r>
          <a:r>
            <a:rPr lang="ru-RU" b="0" i="0" dirty="0"/>
            <a:t>»</a:t>
          </a:r>
          <a:endParaRPr lang="uk-UA" dirty="0"/>
        </a:p>
      </dgm:t>
    </dgm:pt>
    <dgm:pt modelId="{15EEBAC2-85A4-4FF5-96C0-5DA7C7BF7987}" type="parTrans" cxnId="{B9417024-4572-43AE-8DB8-C47B4EAD32DB}">
      <dgm:prSet/>
      <dgm:spPr/>
      <dgm:t>
        <a:bodyPr/>
        <a:lstStyle/>
        <a:p>
          <a:endParaRPr lang="uk-UA"/>
        </a:p>
      </dgm:t>
    </dgm:pt>
    <dgm:pt modelId="{E9E2A175-F45A-4989-8880-7D867A14DBD6}" type="sibTrans" cxnId="{B9417024-4572-43AE-8DB8-C47B4EAD32DB}">
      <dgm:prSet/>
      <dgm:spPr/>
      <dgm:t>
        <a:bodyPr/>
        <a:lstStyle/>
        <a:p>
          <a:endParaRPr lang="uk-UA"/>
        </a:p>
      </dgm:t>
    </dgm:pt>
    <dgm:pt modelId="{C05DD779-C6A5-4658-A0D1-B759444B04AD}">
      <dgm:prSet/>
      <dgm:spPr/>
      <dgm:t>
        <a:bodyPr/>
        <a:lstStyle/>
        <a:p>
          <a:r>
            <a:rPr lang="ru-RU" b="0" i="0"/>
            <a:t>«паланка»</a:t>
          </a:r>
          <a:endParaRPr lang="uk-UA"/>
        </a:p>
      </dgm:t>
    </dgm:pt>
    <dgm:pt modelId="{CFF64983-36FF-4F0B-8D10-D58AAEE79B5D}" type="parTrans" cxnId="{C575DAD4-8782-4CC1-ADC9-4EB8140FA48C}">
      <dgm:prSet/>
      <dgm:spPr/>
      <dgm:t>
        <a:bodyPr/>
        <a:lstStyle/>
        <a:p>
          <a:endParaRPr lang="uk-UA"/>
        </a:p>
      </dgm:t>
    </dgm:pt>
    <dgm:pt modelId="{FC635106-6E78-4DAB-98B3-66DA19F520DE}" type="sibTrans" cxnId="{C575DAD4-8782-4CC1-ADC9-4EB8140FA48C}">
      <dgm:prSet/>
      <dgm:spPr/>
      <dgm:t>
        <a:bodyPr/>
        <a:lstStyle/>
        <a:p>
          <a:endParaRPr lang="uk-UA"/>
        </a:p>
      </dgm:t>
    </dgm:pt>
    <dgm:pt modelId="{93999E25-EBFE-4D44-9F48-F10A9283819A}">
      <dgm:prSet/>
      <dgm:spPr/>
      <dgm:t>
        <a:bodyPr/>
        <a:lstStyle/>
        <a:p>
          <a:r>
            <a:rPr lang="ru-RU" b="0" i="0"/>
            <a:t>«зимівник»</a:t>
          </a:r>
          <a:endParaRPr lang="uk-UA"/>
        </a:p>
      </dgm:t>
    </dgm:pt>
    <dgm:pt modelId="{39977764-6EF1-4E3D-9C17-93984AB5760A}" type="parTrans" cxnId="{540DB1C1-1FCC-496B-818E-F8FB6EC9E0D3}">
      <dgm:prSet/>
      <dgm:spPr/>
      <dgm:t>
        <a:bodyPr/>
        <a:lstStyle/>
        <a:p>
          <a:endParaRPr lang="uk-UA"/>
        </a:p>
      </dgm:t>
    </dgm:pt>
    <dgm:pt modelId="{BCC4B82E-8C83-4886-8763-15D518BD6F49}" type="sibTrans" cxnId="{540DB1C1-1FCC-496B-818E-F8FB6EC9E0D3}">
      <dgm:prSet/>
      <dgm:spPr/>
      <dgm:t>
        <a:bodyPr/>
        <a:lstStyle/>
        <a:p>
          <a:endParaRPr lang="uk-UA"/>
        </a:p>
      </dgm:t>
    </dgm:pt>
    <dgm:pt modelId="{53942A1E-8072-411D-B362-1E2535D25270}">
      <dgm:prSet/>
      <dgm:spPr/>
      <dgm:t>
        <a:bodyPr/>
        <a:lstStyle/>
        <a:p>
          <a:r>
            <a:rPr lang="ru-RU" b="0" i="0" dirty="0"/>
            <a:t>«панщина»</a:t>
          </a:r>
          <a:endParaRPr lang="uk-UA" dirty="0"/>
        </a:p>
      </dgm:t>
    </dgm:pt>
    <dgm:pt modelId="{7FF1AB0E-E6A8-4FAF-869C-83EF5519D735}" type="parTrans" cxnId="{4E5B391E-A8CE-459A-9F5E-32DF4B912296}">
      <dgm:prSet/>
      <dgm:spPr/>
      <dgm:t>
        <a:bodyPr/>
        <a:lstStyle/>
        <a:p>
          <a:endParaRPr lang="uk-UA"/>
        </a:p>
      </dgm:t>
    </dgm:pt>
    <dgm:pt modelId="{1ECC0CB6-B25F-4286-B0C4-B7B215F1BE28}" type="sibTrans" cxnId="{4E5B391E-A8CE-459A-9F5E-32DF4B912296}">
      <dgm:prSet/>
      <dgm:spPr/>
      <dgm:t>
        <a:bodyPr/>
        <a:lstStyle/>
        <a:p>
          <a:endParaRPr lang="uk-UA"/>
        </a:p>
      </dgm:t>
    </dgm:pt>
    <dgm:pt modelId="{4EAA262C-A251-474B-9EDD-510E1E85B942}" type="pres">
      <dgm:prSet presAssocID="{83E14879-8C40-4B42-A75F-C098E2BE18FB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EC29E21-ADBC-4294-A1E4-CFC638147752}" type="pres">
      <dgm:prSet presAssocID="{6679517D-59C5-42E7-928A-69E3F2B886C3}" presName="composite" presStyleCnt="0"/>
      <dgm:spPr/>
    </dgm:pt>
    <dgm:pt modelId="{D58BA4E3-DA42-4D40-88B4-FA3788FBAD16}" type="pres">
      <dgm:prSet presAssocID="{6679517D-59C5-42E7-928A-69E3F2B886C3}" presName="imgShp" presStyleLbl="fgImgPlace1" presStyleIdx="0" presStyleCnt="4"/>
      <dgm:spPr/>
    </dgm:pt>
    <dgm:pt modelId="{D7B97FA7-31E2-4DFB-B53C-8BF6D8EE79F5}" type="pres">
      <dgm:prSet presAssocID="{6679517D-59C5-42E7-928A-69E3F2B886C3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372D8F4-B460-45EA-8309-1DBC529A1CA6}" type="pres">
      <dgm:prSet presAssocID="{E9E2A175-F45A-4989-8880-7D867A14DBD6}" presName="spacing" presStyleCnt="0"/>
      <dgm:spPr/>
    </dgm:pt>
    <dgm:pt modelId="{CB45ECA9-F9A6-4163-8CFB-6B7AED240779}" type="pres">
      <dgm:prSet presAssocID="{C05DD779-C6A5-4658-A0D1-B759444B04AD}" presName="composite" presStyleCnt="0"/>
      <dgm:spPr/>
    </dgm:pt>
    <dgm:pt modelId="{F086CC7B-2035-4B00-ADE4-567C31499199}" type="pres">
      <dgm:prSet presAssocID="{C05DD779-C6A5-4658-A0D1-B759444B04AD}" presName="imgShp" presStyleLbl="fgImgPlace1" presStyleIdx="1" presStyleCnt="4"/>
      <dgm:spPr/>
    </dgm:pt>
    <dgm:pt modelId="{ACC344E0-479B-48A9-B57F-0EAE169E6829}" type="pres">
      <dgm:prSet presAssocID="{C05DD779-C6A5-4658-A0D1-B759444B04AD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58738A-EBD6-4252-B7FB-09236AF23E19}" type="pres">
      <dgm:prSet presAssocID="{FC635106-6E78-4DAB-98B3-66DA19F520DE}" presName="spacing" presStyleCnt="0"/>
      <dgm:spPr/>
    </dgm:pt>
    <dgm:pt modelId="{B459B85F-1290-4363-9ADA-DE4DEEB8112C}" type="pres">
      <dgm:prSet presAssocID="{93999E25-EBFE-4D44-9F48-F10A9283819A}" presName="composite" presStyleCnt="0"/>
      <dgm:spPr/>
    </dgm:pt>
    <dgm:pt modelId="{01FA0561-891D-41C6-9FFE-37496E51077F}" type="pres">
      <dgm:prSet presAssocID="{93999E25-EBFE-4D44-9F48-F10A9283819A}" presName="imgShp" presStyleLbl="fgImgPlace1" presStyleIdx="2" presStyleCnt="4"/>
      <dgm:spPr/>
    </dgm:pt>
    <dgm:pt modelId="{161294ED-64C4-4E8D-A1A1-8DB9EB9D285C}" type="pres">
      <dgm:prSet presAssocID="{93999E25-EBFE-4D44-9F48-F10A9283819A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8CE59F8-683A-482D-B16B-E68EF917DD66}" type="pres">
      <dgm:prSet presAssocID="{BCC4B82E-8C83-4886-8763-15D518BD6F49}" presName="spacing" presStyleCnt="0"/>
      <dgm:spPr/>
    </dgm:pt>
    <dgm:pt modelId="{F54B30F1-4078-44C7-A40E-89574D5856CC}" type="pres">
      <dgm:prSet presAssocID="{53942A1E-8072-411D-B362-1E2535D25270}" presName="composite" presStyleCnt="0"/>
      <dgm:spPr/>
    </dgm:pt>
    <dgm:pt modelId="{287FDCF5-42CE-412B-B446-C76746679414}" type="pres">
      <dgm:prSet presAssocID="{53942A1E-8072-411D-B362-1E2535D25270}" presName="imgShp" presStyleLbl="fgImgPlace1" presStyleIdx="3" presStyleCnt="4"/>
      <dgm:spPr/>
    </dgm:pt>
    <dgm:pt modelId="{3FD66843-51A5-408E-9E3B-5DC1C3CA381D}" type="pres">
      <dgm:prSet presAssocID="{53942A1E-8072-411D-B362-1E2535D25270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E5B391E-A8CE-459A-9F5E-32DF4B912296}" srcId="{83E14879-8C40-4B42-A75F-C098E2BE18FB}" destId="{53942A1E-8072-411D-B362-1E2535D25270}" srcOrd="3" destOrd="0" parTransId="{7FF1AB0E-E6A8-4FAF-869C-83EF5519D735}" sibTransId="{1ECC0CB6-B25F-4286-B0C4-B7B215F1BE28}"/>
    <dgm:cxn modelId="{C575DAD4-8782-4CC1-ADC9-4EB8140FA48C}" srcId="{83E14879-8C40-4B42-A75F-C098E2BE18FB}" destId="{C05DD779-C6A5-4658-A0D1-B759444B04AD}" srcOrd="1" destOrd="0" parTransId="{CFF64983-36FF-4F0B-8D10-D58AAEE79B5D}" sibTransId="{FC635106-6E78-4DAB-98B3-66DA19F520DE}"/>
    <dgm:cxn modelId="{0CD135B9-9765-4BB4-9AC5-DB7F79C2E81E}" type="presOf" srcId="{C05DD779-C6A5-4658-A0D1-B759444B04AD}" destId="{ACC344E0-479B-48A9-B57F-0EAE169E6829}" srcOrd="0" destOrd="0" presId="urn:microsoft.com/office/officeart/2005/8/layout/vList3"/>
    <dgm:cxn modelId="{C8640105-4F4D-4721-981D-DB9E077ABA9C}" type="presOf" srcId="{53942A1E-8072-411D-B362-1E2535D25270}" destId="{3FD66843-51A5-408E-9E3B-5DC1C3CA381D}" srcOrd="0" destOrd="0" presId="urn:microsoft.com/office/officeart/2005/8/layout/vList3"/>
    <dgm:cxn modelId="{B9417024-4572-43AE-8DB8-C47B4EAD32DB}" srcId="{83E14879-8C40-4B42-A75F-C098E2BE18FB}" destId="{6679517D-59C5-42E7-928A-69E3F2B886C3}" srcOrd="0" destOrd="0" parTransId="{15EEBAC2-85A4-4FF5-96C0-5DA7C7BF7987}" sibTransId="{E9E2A175-F45A-4989-8880-7D867A14DBD6}"/>
    <dgm:cxn modelId="{A3EE9089-6463-4B13-84C4-74623C68FE60}" type="presOf" srcId="{93999E25-EBFE-4D44-9F48-F10A9283819A}" destId="{161294ED-64C4-4E8D-A1A1-8DB9EB9D285C}" srcOrd="0" destOrd="0" presId="urn:microsoft.com/office/officeart/2005/8/layout/vList3"/>
    <dgm:cxn modelId="{F0E1C8BF-FEBF-4938-9ACA-A03A22FB9CD8}" type="presOf" srcId="{6679517D-59C5-42E7-928A-69E3F2B886C3}" destId="{D7B97FA7-31E2-4DFB-B53C-8BF6D8EE79F5}" srcOrd="0" destOrd="0" presId="urn:microsoft.com/office/officeart/2005/8/layout/vList3"/>
    <dgm:cxn modelId="{412084F8-4773-49BA-8B37-FD9C80543050}" type="presOf" srcId="{83E14879-8C40-4B42-A75F-C098E2BE18FB}" destId="{4EAA262C-A251-474B-9EDD-510E1E85B942}" srcOrd="0" destOrd="0" presId="urn:microsoft.com/office/officeart/2005/8/layout/vList3"/>
    <dgm:cxn modelId="{540DB1C1-1FCC-496B-818E-F8FB6EC9E0D3}" srcId="{83E14879-8C40-4B42-A75F-C098E2BE18FB}" destId="{93999E25-EBFE-4D44-9F48-F10A9283819A}" srcOrd="2" destOrd="0" parTransId="{39977764-6EF1-4E3D-9C17-93984AB5760A}" sibTransId="{BCC4B82E-8C83-4886-8763-15D518BD6F49}"/>
    <dgm:cxn modelId="{AB553014-2A9B-4F07-B3B1-5CE8C961E10D}" type="presParOf" srcId="{4EAA262C-A251-474B-9EDD-510E1E85B942}" destId="{3EC29E21-ADBC-4294-A1E4-CFC638147752}" srcOrd="0" destOrd="0" presId="urn:microsoft.com/office/officeart/2005/8/layout/vList3"/>
    <dgm:cxn modelId="{A6C4CCF2-D814-4F16-83D3-FE259BCEE347}" type="presParOf" srcId="{3EC29E21-ADBC-4294-A1E4-CFC638147752}" destId="{D58BA4E3-DA42-4D40-88B4-FA3788FBAD16}" srcOrd="0" destOrd="0" presId="urn:microsoft.com/office/officeart/2005/8/layout/vList3"/>
    <dgm:cxn modelId="{1ECEC2AE-7542-4BE5-BEC9-2B139EAE3199}" type="presParOf" srcId="{3EC29E21-ADBC-4294-A1E4-CFC638147752}" destId="{D7B97FA7-31E2-4DFB-B53C-8BF6D8EE79F5}" srcOrd="1" destOrd="0" presId="urn:microsoft.com/office/officeart/2005/8/layout/vList3"/>
    <dgm:cxn modelId="{4342B9F8-288A-48BD-84A5-58F575124887}" type="presParOf" srcId="{4EAA262C-A251-474B-9EDD-510E1E85B942}" destId="{6372D8F4-B460-45EA-8309-1DBC529A1CA6}" srcOrd="1" destOrd="0" presId="urn:microsoft.com/office/officeart/2005/8/layout/vList3"/>
    <dgm:cxn modelId="{D2CF3A4F-BC4D-4EDE-BB44-3E379638E0CC}" type="presParOf" srcId="{4EAA262C-A251-474B-9EDD-510E1E85B942}" destId="{CB45ECA9-F9A6-4163-8CFB-6B7AED240779}" srcOrd="2" destOrd="0" presId="urn:microsoft.com/office/officeart/2005/8/layout/vList3"/>
    <dgm:cxn modelId="{862BFD74-E675-4279-959E-13A1D19F417E}" type="presParOf" srcId="{CB45ECA9-F9A6-4163-8CFB-6B7AED240779}" destId="{F086CC7B-2035-4B00-ADE4-567C31499199}" srcOrd="0" destOrd="0" presId="urn:microsoft.com/office/officeart/2005/8/layout/vList3"/>
    <dgm:cxn modelId="{2F3381FF-296A-4327-92C8-A5905EEF6077}" type="presParOf" srcId="{CB45ECA9-F9A6-4163-8CFB-6B7AED240779}" destId="{ACC344E0-479B-48A9-B57F-0EAE169E6829}" srcOrd="1" destOrd="0" presId="urn:microsoft.com/office/officeart/2005/8/layout/vList3"/>
    <dgm:cxn modelId="{021C875F-11A6-4789-A0D8-291FD1AA4725}" type="presParOf" srcId="{4EAA262C-A251-474B-9EDD-510E1E85B942}" destId="{5758738A-EBD6-4252-B7FB-09236AF23E19}" srcOrd="3" destOrd="0" presId="urn:microsoft.com/office/officeart/2005/8/layout/vList3"/>
    <dgm:cxn modelId="{EB0EEE06-CB60-4FA6-AA7E-F0D3A2791940}" type="presParOf" srcId="{4EAA262C-A251-474B-9EDD-510E1E85B942}" destId="{B459B85F-1290-4363-9ADA-DE4DEEB8112C}" srcOrd="4" destOrd="0" presId="urn:microsoft.com/office/officeart/2005/8/layout/vList3"/>
    <dgm:cxn modelId="{0EBDD049-4D76-439E-8AB1-27BDF4BCB63F}" type="presParOf" srcId="{B459B85F-1290-4363-9ADA-DE4DEEB8112C}" destId="{01FA0561-891D-41C6-9FFE-37496E51077F}" srcOrd="0" destOrd="0" presId="urn:microsoft.com/office/officeart/2005/8/layout/vList3"/>
    <dgm:cxn modelId="{35F2A49A-5306-4502-8FF9-688A47BF9EE5}" type="presParOf" srcId="{B459B85F-1290-4363-9ADA-DE4DEEB8112C}" destId="{161294ED-64C4-4E8D-A1A1-8DB9EB9D285C}" srcOrd="1" destOrd="0" presId="urn:microsoft.com/office/officeart/2005/8/layout/vList3"/>
    <dgm:cxn modelId="{A56BD7D8-81CA-4731-9C96-3ED74CD5DF64}" type="presParOf" srcId="{4EAA262C-A251-474B-9EDD-510E1E85B942}" destId="{88CE59F8-683A-482D-B16B-E68EF917DD66}" srcOrd="5" destOrd="0" presId="urn:microsoft.com/office/officeart/2005/8/layout/vList3"/>
    <dgm:cxn modelId="{C57F7F95-0B24-4B8D-8F82-2449FF64E72D}" type="presParOf" srcId="{4EAA262C-A251-474B-9EDD-510E1E85B942}" destId="{F54B30F1-4078-44C7-A40E-89574D5856CC}" srcOrd="6" destOrd="0" presId="urn:microsoft.com/office/officeart/2005/8/layout/vList3"/>
    <dgm:cxn modelId="{5CC0D7F1-772B-424C-B332-DE130CA0C5C0}" type="presParOf" srcId="{F54B30F1-4078-44C7-A40E-89574D5856CC}" destId="{287FDCF5-42CE-412B-B446-C76746679414}" srcOrd="0" destOrd="0" presId="urn:microsoft.com/office/officeart/2005/8/layout/vList3"/>
    <dgm:cxn modelId="{BDD46649-5E3F-4CA9-8AED-CB79EA9F7FBC}" type="presParOf" srcId="{F54B30F1-4078-44C7-A40E-89574D5856CC}" destId="{3FD66843-51A5-408E-9E3B-5DC1C3CA381D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C0183B23-502F-4891-AA57-2FBDDE04759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2DC7EFA-23C0-4E18-9AB8-9BB89B3860FD}">
      <dgm:prSet/>
      <dgm:spPr/>
      <dgm:t>
        <a:bodyPr/>
        <a:lstStyle/>
        <a:p>
          <a:r>
            <a:rPr lang="ru-RU" b="0" i="0" dirty="0" err="1"/>
            <a:t>військова</a:t>
          </a:r>
          <a:r>
            <a:rPr lang="ru-RU" b="0" i="0" dirty="0"/>
            <a:t>, </a:t>
          </a:r>
          <a:r>
            <a:rPr lang="ru-RU" b="0" i="0" dirty="0" err="1"/>
            <a:t>адміністративно-територіальна</a:t>
          </a:r>
          <a:r>
            <a:rPr lang="ru-RU" b="0" i="0" dirty="0"/>
            <a:t>, </a:t>
          </a:r>
          <a:r>
            <a:rPr lang="ru-RU" b="0" i="0" dirty="0" err="1"/>
            <a:t>господарська</a:t>
          </a:r>
          <a:r>
            <a:rPr lang="ru-RU" b="0" i="0" dirty="0"/>
            <a:t> </a:t>
          </a:r>
          <a:r>
            <a:rPr lang="ru-RU" b="0" i="0" dirty="0" err="1"/>
            <a:t>одиниця</a:t>
          </a:r>
          <a:r>
            <a:rPr lang="ru-RU" b="0" i="0" dirty="0"/>
            <a:t> </a:t>
          </a:r>
          <a:r>
            <a:rPr lang="ru-RU" b="0" i="0" dirty="0" err="1"/>
            <a:t>Запорозької</a:t>
          </a:r>
          <a:r>
            <a:rPr lang="ru-RU" b="0" i="0" dirty="0"/>
            <a:t> (</a:t>
          </a:r>
          <a:r>
            <a:rPr lang="ru-RU" b="0" i="0" dirty="0" err="1"/>
            <a:t>Нової</a:t>
          </a:r>
          <a:r>
            <a:rPr lang="ru-RU" b="0" i="0" dirty="0"/>
            <a:t>) </a:t>
          </a:r>
          <a:r>
            <a:rPr lang="ru-RU" b="0" i="0" dirty="0" err="1"/>
            <a:t>Січі</a:t>
          </a:r>
          <a:endParaRPr lang="uk-UA" dirty="0"/>
        </a:p>
      </dgm:t>
    </dgm:pt>
    <dgm:pt modelId="{840716BC-9601-4B5D-BC16-98F9CB7B175E}" type="parTrans" cxnId="{C56BEC30-C057-4FFA-8114-89F41840257D}">
      <dgm:prSet/>
      <dgm:spPr/>
      <dgm:t>
        <a:bodyPr/>
        <a:lstStyle/>
        <a:p>
          <a:endParaRPr lang="uk-UA"/>
        </a:p>
      </dgm:t>
    </dgm:pt>
    <dgm:pt modelId="{BD6E2FE5-1619-4328-AAEB-13461AA97B71}" type="sibTrans" cxnId="{C56BEC30-C057-4FFA-8114-89F41840257D}">
      <dgm:prSet/>
      <dgm:spPr/>
      <dgm:t>
        <a:bodyPr/>
        <a:lstStyle/>
        <a:p>
          <a:endParaRPr lang="uk-UA"/>
        </a:p>
      </dgm:t>
    </dgm:pt>
    <dgm:pt modelId="{511A9358-8253-4A2B-BCA6-CE4980C5FFC9}">
      <dgm:prSet/>
      <dgm:spPr/>
      <dgm:t>
        <a:bodyPr/>
        <a:lstStyle/>
        <a:p>
          <a:r>
            <a:rPr lang="ru-RU" b="0" i="0"/>
            <a:t>форма визиску селянства, примусове виконання певного обсягу робіт на користь землевласника</a:t>
          </a:r>
          <a:endParaRPr lang="uk-UA"/>
        </a:p>
      </dgm:t>
    </dgm:pt>
    <dgm:pt modelId="{FCA1316E-9374-472B-9A55-66D0930506C4}" type="parTrans" cxnId="{1361AA8A-2A77-4C42-84FB-338A346FDB27}">
      <dgm:prSet/>
      <dgm:spPr/>
      <dgm:t>
        <a:bodyPr/>
        <a:lstStyle/>
        <a:p>
          <a:endParaRPr lang="uk-UA"/>
        </a:p>
      </dgm:t>
    </dgm:pt>
    <dgm:pt modelId="{E00864E5-6263-49D9-AAC6-E30BD14C4E2F}" type="sibTrans" cxnId="{1361AA8A-2A77-4C42-84FB-338A346FDB27}">
      <dgm:prSet/>
      <dgm:spPr/>
      <dgm:t>
        <a:bodyPr/>
        <a:lstStyle/>
        <a:p>
          <a:endParaRPr lang="uk-UA"/>
        </a:p>
      </dgm:t>
    </dgm:pt>
    <dgm:pt modelId="{15F79E91-2C44-45C7-B99F-0FFFDF0B99CD}">
      <dgm:prSet/>
      <dgm:spPr/>
      <dgm:t>
        <a:bodyPr/>
        <a:lstStyle/>
        <a:p>
          <a:r>
            <a:rPr lang="ru-RU" b="0" i="0" dirty="0"/>
            <a:t>система </a:t>
          </a:r>
          <a:r>
            <a:rPr lang="ru-RU" b="0" i="0" dirty="0" err="1"/>
            <a:t>правових</a:t>
          </a:r>
          <a:r>
            <a:rPr lang="ru-RU" b="0" i="0" dirty="0"/>
            <a:t> норм, </a:t>
          </a:r>
          <a:r>
            <a:rPr lang="ru-RU" b="0" i="0" dirty="0" err="1"/>
            <a:t>що</a:t>
          </a:r>
          <a:r>
            <a:rPr lang="ru-RU" b="0" i="0" dirty="0"/>
            <a:t> </a:t>
          </a:r>
          <a:r>
            <a:rPr lang="ru-RU" b="0" i="0" dirty="0" err="1"/>
            <a:t>визначала</a:t>
          </a:r>
          <a:r>
            <a:rPr lang="ru-RU" b="0" i="0" dirty="0"/>
            <a:t> </a:t>
          </a:r>
          <a:r>
            <a:rPr lang="ru-RU" b="0" i="0" dirty="0" err="1"/>
            <a:t>залежність</a:t>
          </a:r>
          <a:r>
            <a:rPr lang="ru-RU" b="0" i="0" dirty="0"/>
            <a:t> селянина </a:t>
          </a:r>
          <a:r>
            <a:rPr lang="ru-RU" b="0" i="0" dirty="0" err="1"/>
            <a:t>від</a:t>
          </a:r>
          <a:r>
            <a:rPr lang="ru-RU" b="0" i="0" dirty="0"/>
            <a:t> феодала</a:t>
          </a:r>
          <a:endParaRPr lang="uk-UA" dirty="0"/>
        </a:p>
      </dgm:t>
    </dgm:pt>
    <dgm:pt modelId="{A480D008-7473-40E7-8752-C5C71688C7DB}" type="parTrans" cxnId="{672B05B3-045F-44A5-8377-92EB85DDCB22}">
      <dgm:prSet/>
      <dgm:spPr/>
      <dgm:t>
        <a:bodyPr/>
        <a:lstStyle/>
        <a:p>
          <a:endParaRPr lang="uk-UA"/>
        </a:p>
      </dgm:t>
    </dgm:pt>
    <dgm:pt modelId="{82A73A6F-ED30-4851-B9A8-7FC715BDE85D}" type="sibTrans" cxnId="{672B05B3-045F-44A5-8377-92EB85DDCB22}">
      <dgm:prSet/>
      <dgm:spPr/>
      <dgm:t>
        <a:bodyPr/>
        <a:lstStyle/>
        <a:p>
          <a:endParaRPr lang="uk-UA"/>
        </a:p>
      </dgm:t>
    </dgm:pt>
    <dgm:pt modelId="{2834DB8A-E0EA-4C85-A8C9-2D1FA4136524}">
      <dgm:prSet/>
      <dgm:spPr/>
      <dgm:t>
        <a:bodyPr/>
        <a:lstStyle/>
        <a:p>
          <a:r>
            <a:rPr lang="ru-RU" b="0" i="0"/>
            <a:t>елемент звичаєвого права, що давав змогу на підставі першості володіти землею</a:t>
          </a:r>
          <a:endParaRPr lang="uk-UA"/>
        </a:p>
      </dgm:t>
    </dgm:pt>
    <dgm:pt modelId="{7973C1D3-3622-4451-B20B-9F8A1674DD6C}" type="parTrans" cxnId="{384FACD7-86B2-4585-BBA0-AC89A1CECF6A}">
      <dgm:prSet/>
      <dgm:spPr/>
      <dgm:t>
        <a:bodyPr/>
        <a:lstStyle/>
        <a:p>
          <a:endParaRPr lang="uk-UA"/>
        </a:p>
      </dgm:t>
    </dgm:pt>
    <dgm:pt modelId="{4513E98E-DCD1-4EC2-A3E3-D531D2BD29FC}" type="sibTrans" cxnId="{384FACD7-86B2-4585-BBA0-AC89A1CECF6A}">
      <dgm:prSet/>
      <dgm:spPr/>
      <dgm:t>
        <a:bodyPr/>
        <a:lstStyle/>
        <a:p>
          <a:endParaRPr lang="uk-UA"/>
        </a:p>
      </dgm:t>
    </dgm:pt>
    <dgm:pt modelId="{58DE68EE-5FD1-442E-A921-E22CBAB6F1CE}">
      <dgm:prSet/>
      <dgm:spPr/>
      <dgm:t>
        <a:bodyPr/>
        <a:lstStyle/>
        <a:p>
          <a:r>
            <a:rPr lang="ru-RU" b="0" i="0" dirty="0" err="1"/>
            <a:t>хутір</a:t>
          </a:r>
          <a:r>
            <a:rPr lang="ru-RU" b="0" i="0" dirty="0"/>
            <a:t>, у </a:t>
          </a:r>
          <a:r>
            <a:rPr lang="ru-RU" b="0" i="0" dirty="0" err="1"/>
            <a:t>якому</a:t>
          </a:r>
          <a:r>
            <a:rPr lang="ru-RU" b="0" i="0" dirty="0"/>
            <a:t> </a:t>
          </a:r>
          <a:r>
            <a:rPr lang="ru-RU" b="0" i="0" dirty="0" err="1"/>
            <a:t>запорозькі</a:t>
          </a:r>
          <a:r>
            <a:rPr lang="ru-RU" b="0" i="0" dirty="0"/>
            <a:t> козаки </a:t>
          </a:r>
          <a:r>
            <a:rPr lang="ru-RU" b="0" i="0" dirty="0" err="1"/>
            <a:t>займалися</a:t>
          </a:r>
          <a:r>
            <a:rPr lang="ru-RU" b="0" i="0" dirty="0"/>
            <a:t> </a:t>
          </a:r>
          <a:r>
            <a:rPr lang="ru-RU" b="0" i="0" dirty="0" err="1"/>
            <a:t>скотарством</a:t>
          </a:r>
          <a:r>
            <a:rPr lang="ru-RU" b="0" i="0" dirty="0"/>
            <a:t> і </a:t>
          </a:r>
          <a:r>
            <a:rPr lang="ru-RU" b="0" i="0" dirty="0" err="1"/>
            <a:t>землеробством</a:t>
          </a:r>
          <a:endParaRPr lang="uk-UA" dirty="0"/>
        </a:p>
      </dgm:t>
    </dgm:pt>
    <dgm:pt modelId="{79879561-1997-40BA-866A-CE074B68A186}" type="parTrans" cxnId="{2691BD3C-D40B-4258-84FF-2BCF4583769D}">
      <dgm:prSet/>
      <dgm:spPr/>
      <dgm:t>
        <a:bodyPr/>
        <a:lstStyle/>
        <a:p>
          <a:endParaRPr lang="uk-UA"/>
        </a:p>
      </dgm:t>
    </dgm:pt>
    <dgm:pt modelId="{DB69D290-4ECB-405E-B0AD-AB940E417FC8}" type="sibTrans" cxnId="{2691BD3C-D40B-4258-84FF-2BCF4583769D}">
      <dgm:prSet/>
      <dgm:spPr/>
      <dgm:t>
        <a:bodyPr/>
        <a:lstStyle/>
        <a:p>
          <a:endParaRPr lang="uk-UA"/>
        </a:p>
      </dgm:t>
    </dgm:pt>
    <dgm:pt modelId="{F7C755E4-DDF2-4079-92E1-9ECBD9D5BD5B}" type="pres">
      <dgm:prSet presAssocID="{C0183B23-502F-4891-AA57-2FBDDE04759E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9FD2C747-16DE-415C-B546-5754ECDCF66C}" type="pres">
      <dgm:prSet presAssocID="{C0183B23-502F-4891-AA57-2FBDDE04759E}" presName="Name1" presStyleCnt="0"/>
      <dgm:spPr/>
    </dgm:pt>
    <dgm:pt modelId="{72319BD8-BA44-43FC-A554-507039EA6603}" type="pres">
      <dgm:prSet presAssocID="{C0183B23-502F-4891-AA57-2FBDDE04759E}" presName="cycle" presStyleCnt="0"/>
      <dgm:spPr/>
    </dgm:pt>
    <dgm:pt modelId="{1F15D850-DDBB-4B6B-860C-524D34DCBD17}" type="pres">
      <dgm:prSet presAssocID="{C0183B23-502F-4891-AA57-2FBDDE04759E}" presName="srcNode" presStyleLbl="node1" presStyleIdx="0" presStyleCnt="5"/>
      <dgm:spPr/>
    </dgm:pt>
    <dgm:pt modelId="{3E7F4C39-CB9D-4874-88F4-3E5849345E6B}" type="pres">
      <dgm:prSet presAssocID="{C0183B23-502F-4891-AA57-2FBDDE04759E}" presName="conn" presStyleLbl="parChTrans1D2" presStyleIdx="0" presStyleCnt="1"/>
      <dgm:spPr/>
      <dgm:t>
        <a:bodyPr/>
        <a:lstStyle/>
        <a:p>
          <a:endParaRPr lang="ru-RU"/>
        </a:p>
      </dgm:t>
    </dgm:pt>
    <dgm:pt modelId="{33996309-B3BA-411F-AAC3-D1EB8A867752}" type="pres">
      <dgm:prSet presAssocID="{C0183B23-502F-4891-AA57-2FBDDE04759E}" presName="extraNode" presStyleLbl="node1" presStyleIdx="0" presStyleCnt="5"/>
      <dgm:spPr/>
    </dgm:pt>
    <dgm:pt modelId="{69CD0FF5-E7BD-460E-B6A3-AC86DE7B1956}" type="pres">
      <dgm:prSet presAssocID="{C0183B23-502F-4891-AA57-2FBDDE04759E}" presName="dstNode" presStyleLbl="node1" presStyleIdx="0" presStyleCnt="5"/>
      <dgm:spPr/>
    </dgm:pt>
    <dgm:pt modelId="{F072B42E-E6D9-4B98-8F89-6177D3F62BAB}" type="pres">
      <dgm:prSet presAssocID="{92DC7EFA-23C0-4E18-9AB8-9BB89B3860FD}" presName="text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7F4FAAF-C211-40A2-A0C3-336108B1EC0D}" type="pres">
      <dgm:prSet presAssocID="{92DC7EFA-23C0-4E18-9AB8-9BB89B3860FD}" presName="accent_1" presStyleCnt="0"/>
      <dgm:spPr/>
    </dgm:pt>
    <dgm:pt modelId="{8C1A8D53-22F0-4A0B-B542-FDE22CE1DAC8}" type="pres">
      <dgm:prSet presAssocID="{92DC7EFA-23C0-4E18-9AB8-9BB89B3860FD}" presName="accentRepeatNode" presStyleLbl="solidFgAcc1" presStyleIdx="0" presStyleCnt="5"/>
      <dgm:spPr/>
    </dgm:pt>
    <dgm:pt modelId="{AFADA7E7-B854-49E2-9D07-EE9B71A384F6}" type="pres">
      <dgm:prSet presAssocID="{511A9358-8253-4A2B-BCA6-CE4980C5FFC9}" presName="text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347B1F3-E294-4616-B672-3CB8A2BB3CBE}" type="pres">
      <dgm:prSet presAssocID="{511A9358-8253-4A2B-BCA6-CE4980C5FFC9}" presName="accent_2" presStyleCnt="0"/>
      <dgm:spPr/>
    </dgm:pt>
    <dgm:pt modelId="{C723F00F-1967-445E-8D15-382810360C6A}" type="pres">
      <dgm:prSet presAssocID="{511A9358-8253-4A2B-BCA6-CE4980C5FFC9}" presName="accentRepeatNode" presStyleLbl="solidFgAcc1" presStyleIdx="1" presStyleCnt="5"/>
      <dgm:spPr/>
    </dgm:pt>
    <dgm:pt modelId="{61C8B5FE-E9A2-4030-803B-9915E740F5E7}" type="pres">
      <dgm:prSet presAssocID="{15F79E91-2C44-45C7-B99F-0FFFDF0B99CD}" presName="text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498EF89-8B63-4EA4-872A-8DFD5516CE46}" type="pres">
      <dgm:prSet presAssocID="{15F79E91-2C44-45C7-B99F-0FFFDF0B99CD}" presName="accent_3" presStyleCnt="0"/>
      <dgm:spPr/>
    </dgm:pt>
    <dgm:pt modelId="{DCF45820-E625-4DE7-900C-77B80B6F9116}" type="pres">
      <dgm:prSet presAssocID="{15F79E91-2C44-45C7-B99F-0FFFDF0B99CD}" presName="accentRepeatNode" presStyleLbl="solidFgAcc1" presStyleIdx="2" presStyleCnt="5"/>
      <dgm:spPr/>
    </dgm:pt>
    <dgm:pt modelId="{896D9E42-B646-4F81-86DB-562847CB6044}" type="pres">
      <dgm:prSet presAssocID="{2834DB8A-E0EA-4C85-A8C9-2D1FA4136524}" presName="text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46A5417-2C70-4312-B69A-8497F008D39F}" type="pres">
      <dgm:prSet presAssocID="{2834DB8A-E0EA-4C85-A8C9-2D1FA4136524}" presName="accent_4" presStyleCnt="0"/>
      <dgm:spPr/>
    </dgm:pt>
    <dgm:pt modelId="{D4589EB7-57E1-4FDD-AB72-360CB2B40570}" type="pres">
      <dgm:prSet presAssocID="{2834DB8A-E0EA-4C85-A8C9-2D1FA4136524}" presName="accentRepeatNode" presStyleLbl="solidFgAcc1" presStyleIdx="3" presStyleCnt="5"/>
      <dgm:spPr/>
    </dgm:pt>
    <dgm:pt modelId="{70F11F04-C3F6-407C-97EF-C87FF8206455}" type="pres">
      <dgm:prSet presAssocID="{58DE68EE-5FD1-442E-A921-E22CBAB6F1CE}" presName="text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3721D5A-518F-45DE-9639-45CB506E8AA1}" type="pres">
      <dgm:prSet presAssocID="{58DE68EE-5FD1-442E-A921-E22CBAB6F1CE}" presName="accent_5" presStyleCnt="0"/>
      <dgm:spPr/>
    </dgm:pt>
    <dgm:pt modelId="{33345FE4-DB57-47C5-B6B3-56EE71B5F371}" type="pres">
      <dgm:prSet presAssocID="{58DE68EE-5FD1-442E-A921-E22CBAB6F1CE}" presName="accentRepeatNode" presStyleLbl="solidFgAcc1" presStyleIdx="4" presStyleCnt="5"/>
      <dgm:spPr/>
    </dgm:pt>
  </dgm:ptLst>
  <dgm:cxnLst>
    <dgm:cxn modelId="{2691BD3C-D40B-4258-84FF-2BCF4583769D}" srcId="{C0183B23-502F-4891-AA57-2FBDDE04759E}" destId="{58DE68EE-5FD1-442E-A921-E22CBAB6F1CE}" srcOrd="4" destOrd="0" parTransId="{79879561-1997-40BA-866A-CE074B68A186}" sibTransId="{DB69D290-4ECB-405E-B0AD-AB940E417FC8}"/>
    <dgm:cxn modelId="{92FB2729-BA3C-4E6A-B810-FAC78470BA77}" type="presOf" srcId="{58DE68EE-5FD1-442E-A921-E22CBAB6F1CE}" destId="{70F11F04-C3F6-407C-97EF-C87FF8206455}" srcOrd="0" destOrd="0" presId="urn:microsoft.com/office/officeart/2008/layout/VerticalCurvedList"/>
    <dgm:cxn modelId="{CB470D5E-244E-41CB-87EF-DBBF251EC97B}" type="presOf" srcId="{15F79E91-2C44-45C7-B99F-0FFFDF0B99CD}" destId="{61C8B5FE-E9A2-4030-803B-9915E740F5E7}" srcOrd="0" destOrd="0" presId="urn:microsoft.com/office/officeart/2008/layout/VerticalCurvedList"/>
    <dgm:cxn modelId="{C56BEC30-C057-4FFA-8114-89F41840257D}" srcId="{C0183B23-502F-4891-AA57-2FBDDE04759E}" destId="{92DC7EFA-23C0-4E18-9AB8-9BB89B3860FD}" srcOrd="0" destOrd="0" parTransId="{840716BC-9601-4B5D-BC16-98F9CB7B175E}" sibTransId="{BD6E2FE5-1619-4328-AAEB-13461AA97B71}"/>
    <dgm:cxn modelId="{8F13B5A3-EF90-434F-8A36-65E07A37271E}" type="presOf" srcId="{2834DB8A-E0EA-4C85-A8C9-2D1FA4136524}" destId="{896D9E42-B646-4F81-86DB-562847CB6044}" srcOrd="0" destOrd="0" presId="urn:microsoft.com/office/officeart/2008/layout/VerticalCurvedList"/>
    <dgm:cxn modelId="{0A331C80-0827-4358-B422-8EFA6590D3C7}" type="presOf" srcId="{511A9358-8253-4A2B-BCA6-CE4980C5FFC9}" destId="{AFADA7E7-B854-49E2-9D07-EE9B71A384F6}" srcOrd="0" destOrd="0" presId="urn:microsoft.com/office/officeart/2008/layout/VerticalCurvedList"/>
    <dgm:cxn modelId="{B2300819-2B4C-4A52-90D0-0256A1CF3D52}" type="presOf" srcId="{BD6E2FE5-1619-4328-AAEB-13461AA97B71}" destId="{3E7F4C39-CB9D-4874-88F4-3E5849345E6B}" srcOrd="0" destOrd="0" presId="urn:microsoft.com/office/officeart/2008/layout/VerticalCurvedList"/>
    <dgm:cxn modelId="{A56BF31B-34FC-45CB-9E23-315198A4DB39}" type="presOf" srcId="{92DC7EFA-23C0-4E18-9AB8-9BB89B3860FD}" destId="{F072B42E-E6D9-4B98-8F89-6177D3F62BAB}" srcOrd="0" destOrd="0" presId="urn:microsoft.com/office/officeart/2008/layout/VerticalCurvedList"/>
    <dgm:cxn modelId="{672B05B3-045F-44A5-8377-92EB85DDCB22}" srcId="{C0183B23-502F-4891-AA57-2FBDDE04759E}" destId="{15F79E91-2C44-45C7-B99F-0FFFDF0B99CD}" srcOrd="2" destOrd="0" parTransId="{A480D008-7473-40E7-8752-C5C71688C7DB}" sibTransId="{82A73A6F-ED30-4851-B9A8-7FC715BDE85D}"/>
    <dgm:cxn modelId="{1361AA8A-2A77-4C42-84FB-338A346FDB27}" srcId="{C0183B23-502F-4891-AA57-2FBDDE04759E}" destId="{511A9358-8253-4A2B-BCA6-CE4980C5FFC9}" srcOrd="1" destOrd="0" parTransId="{FCA1316E-9374-472B-9A55-66D0930506C4}" sibTransId="{E00864E5-6263-49D9-AAC6-E30BD14C4E2F}"/>
    <dgm:cxn modelId="{384FACD7-86B2-4585-BBA0-AC89A1CECF6A}" srcId="{C0183B23-502F-4891-AA57-2FBDDE04759E}" destId="{2834DB8A-E0EA-4C85-A8C9-2D1FA4136524}" srcOrd="3" destOrd="0" parTransId="{7973C1D3-3622-4451-B20B-9F8A1674DD6C}" sibTransId="{4513E98E-DCD1-4EC2-A3E3-D531D2BD29FC}"/>
    <dgm:cxn modelId="{E65E162C-CDAF-4EAB-984B-50F8A055D341}" type="presOf" srcId="{C0183B23-502F-4891-AA57-2FBDDE04759E}" destId="{F7C755E4-DDF2-4079-92E1-9ECBD9D5BD5B}" srcOrd="0" destOrd="0" presId="urn:microsoft.com/office/officeart/2008/layout/VerticalCurvedList"/>
    <dgm:cxn modelId="{904804C0-1108-42CF-ADEF-DBF7B19FA933}" type="presParOf" srcId="{F7C755E4-DDF2-4079-92E1-9ECBD9D5BD5B}" destId="{9FD2C747-16DE-415C-B546-5754ECDCF66C}" srcOrd="0" destOrd="0" presId="urn:microsoft.com/office/officeart/2008/layout/VerticalCurvedList"/>
    <dgm:cxn modelId="{805C8AA4-661E-43E8-AA9F-358FF8B16616}" type="presParOf" srcId="{9FD2C747-16DE-415C-B546-5754ECDCF66C}" destId="{72319BD8-BA44-43FC-A554-507039EA6603}" srcOrd="0" destOrd="0" presId="urn:microsoft.com/office/officeart/2008/layout/VerticalCurvedList"/>
    <dgm:cxn modelId="{5FF66387-71CB-4C8A-A42E-5EF433EEB601}" type="presParOf" srcId="{72319BD8-BA44-43FC-A554-507039EA6603}" destId="{1F15D850-DDBB-4B6B-860C-524D34DCBD17}" srcOrd="0" destOrd="0" presId="urn:microsoft.com/office/officeart/2008/layout/VerticalCurvedList"/>
    <dgm:cxn modelId="{CE401320-33F4-47DC-972E-82C88573477E}" type="presParOf" srcId="{72319BD8-BA44-43FC-A554-507039EA6603}" destId="{3E7F4C39-CB9D-4874-88F4-3E5849345E6B}" srcOrd="1" destOrd="0" presId="urn:microsoft.com/office/officeart/2008/layout/VerticalCurvedList"/>
    <dgm:cxn modelId="{CBEF158A-22BC-40BA-93C5-07C60656AC2D}" type="presParOf" srcId="{72319BD8-BA44-43FC-A554-507039EA6603}" destId="{33996309-B3BA-411F-AAC3-D1EB8A867752}" srcOrd="2" destOrd="0" presId="urn:microsoft.com/office/officeart/2008/layout/VerticalCurvedList"/>
    <dgm:cxn modelId="{1A47ECD3-AFD5-4C20-A877-7EEDD37661DB}" type="presParOf" srcId="{72319BD8-BA44-43FC-A554-507039EA6603}" destId="{69CD0FF5-E7BD-460E-B6A3-AC86DE7B1956}" srcOrd="3" destOrd="0" presId="urn:microsoft.com/office/officeart/2008/layout/VerticalCurvedList"/>
    <dgm:cxn modelId="{D4CFC676-EEB0-46FB-A17E-66F2C5BA39A3}" type="presParOf" srcId="{9FD2C747-16DE-415C-B546-5754ECDCF66C}" destId="{F072B42E-E6D9-4B98-8F89-6177D3F62BAB}" srcOrd="1" destOrd="0" presId="urn:microsoft.com/office/officeart/2008/layout/VerticalCurvedList"/>
    <dgm:cxn modelId="{648B4D73-7776-4DF0-B335-F51366C70BCE}" type="presParOf" srcId="{9FD2C747-16DE-415C-B546-5754ECDCF66C}" destId="{87F4FAAF-C211-40A2-A0C3-336108B1EC0D}" srcOrd="2" destOrd="0" presId="urn:microsoft.com/office/officeart/2008/layout/VerticalCurvedList"/>
    <dgm:cxn modelId="{DF6E2E78-15CF-49CB-97C7-34C45A7F7C34}" type="presParOf" srcId="{87F4FAAF-C211-40A2-A0C3-336108B1EC0D}" destId="{8C1A8D53-22F0-4A0B-B542-FDE22CE1DAC8}" srcOrd="0" destOrd="0" presId="urn:microsoft.com/office/officeart/2008/layout/VerticalCurvedList"/>
    <dgm:cxn modelId="{CCEB6F3B-E1B5-444C-9B6E-854A26BA7D83}" type="presParOf" srcId="{9FD2C747-16DE-415C-B546-5754ECDCF66C}" destId="{AFADA7E7-B854-49E2-9D07-EE9B71A384F6}" srcOrd="3" destOrd="0" presId="urn:microsoft.com/office/officeart/2008/layout/VerticalCurvedList"/>
    <dgm:cxn modelId="{50FF2D68-E1C2-42AA-88A3-B7498E4B7876}" type="presParOf" srcId="{9FD2C747-16DE-415C-B546-5754ECDCF66C}" destId="{B347B1F3-E294-4616-B672-3CB8A2BB3CBE}" srcOrd="4" destOrd="0" presId="urn:microsoft.com/office/officeart/2008/layout/VerticalCurvedList"/>
    <dgm:cxn modelId="{F87B99EF-E491-4CB9-9391-ADAABAC31168}" type="presParOf" srcId="{B347B1F3-E294-4616-B672-3CB8A2BB3CBE}" destId="{C723F00F-1967-445E-8D15-382810360C6A}" srcOrd="0" destOrd="0" presId="urn:microsoft.com/office/officeart/2008/layout/VerticalCurvedList"/>
    <dgm:cxn modelId="{3D6C8A6C-9290-4F04-B349-2A02282AAFAA}" type="presParOf" srcId="{9FD2C747-16DE-415C-B546-5754ECDCF66C}" destId="{61C8B5FE-E9A2-4030-803B-9915E740F5E7}" srcOrd="5" destOrd="0" presId="urn:microsoft.com/office/officeart/2008/layout/VerticalCurvedList"/>
    <dgm:cxn modelId="{0DF7C214-03B6-4234-9386-CC8BF9BE4CBE}" type="presParOf" srcId="{9FD2C747-16DE-415C-B546-5754ECDCF66C}" destId="{9498EF89-8B63-4EA4-872A-8DFD5516CE46}" srcOrd="6" destOrd="0" presId="urn:microsoft.com/office/officeart/2008/layout/VerticalCurvedList"/>
    <dgm:cxn modelId="{B582BD87-D220-4B73-B0C5-C28E8F7598DE}" type="presParOf" srcId="{9498EF89-8B63-4EA4-872A-8DFD5516CE46}" destId="{DCF45820-E625-4DE7-900C-77B80B6F9116}" srcOrd="0" destOrd="0" presId="urn:microsoft.com/office/officeart/2008/layout/VerticalCurvedList"/>
    <dgm:cxn modelId="{5F747653-5EDD-4EA0-A7A0-256A596BD4B0}" type="presParOf" srcId="{9FD2C747-16DE-415C-B546-5754ECDCF66C}" destId="{896D9E42-B646-4F81-86DB-562847CB6044}" srcOrd="7" destOrd="0" presId="urn:microsoft.com/office/officeart/2008/layout/VerticalCurvedList"/>
    <dgm:cxn modelId="{25D2ABBC-90F7-4CAB-8C97-FA65F1DD49DC}" type="presParOf" srcId="{9FD2C747-16DE-415C-B546-5754ECDCF66C}" destId="{346A5417-2C70-4312-B69A-8497F008D39F}" srcOrd="8" destOrd="0" presId="urn:microsoft.com/office/officeart/2008/layout/VerticalCurvedList"/>
    <dgm:cxn modelId="{F016B8E6-F215-4D89-9F70-EF8449BE99FE}" type="presParOf" srcId="{346A5417-2C70-4312-B69A-8497F008D39F}" destId="{D4589EB7-57E1-4FDD-AB72-360CB2B40570}" srcOrd="0" destOrd="0" presId="urn:microsoft.com/office/officeart/2008/layout/VerticalCurvedList"/>
    <dgm:cxn modelId="{D5A60FAA-16FD-4D4F-892D-144E6D3BA01F}" type="presParOf" srcId="{9FD2C747-16DE-415C-B546-5754ECDCF66C}" destId="{70F11F04-C3F6-407C-97EF-C87FF8206455}" srcOrd="9" destOrd="0" presId="urn:microsoft.com/office/officeart/2008/layout/VerticalCurvedList"/>
    <dgm:cxn modelId="{055E6908-F415-4943-88CB-343404907613}" type="presParOf" srcId="{9FD2C747-16DE-415C-B546-5754ECDCF66C}" destId="{C3721D5A-518F-45DE-9639-45CB506E8AA1}" srcOrd="10" destOrd="0" presId="urn:microsoft.com/office/officeart/2008/layout/VerticalCurvedList"/>
    <dgm:cxn modelId="{27A25189-B3E0-4F92-BCB9-48915A29B93A}" type="presParOf" srcId="{C3721D5A-518F-45DE-9639-45CB506E8AA1}" destId="{33345FE4-DB57-47C5-B6B3-56EE71B5F37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0B080F2E-8B7A-4A3E-909D-7571504B027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1EF3BC6-F97D-4F54-A949-4A1D427AEF67}">
      <dgm:prSet/>
      <dgm:spPr/>
      <dgm:t>
        <a:bodyPr/>
        <a:lstStyle/>
        <a:p>
          <a:r>
            <a:rPr lang="uk-UA" b="0" i="0" dirty="0"/>
            <a:t>Закарпаття, Буковина.</a:t>
          </a:r>
          <a:endParaRPr lang="uk-UA" dirty="0"/>
        </a:p>
      </dgm:t>
    </dgm:pt>
    <dgm:pt modelId="{6A1DFC81-FFC8-4F54-B250-F8232143576C}" type="parTrans" cxnId="{6F5BDEB2-76EF-4026-B2EE-5CEA0EBB2A00}">
      <dgm:prSet/>
      <dgm:spPr/>
      <dgm:t>
        <a:bodyPr/>
        <a:lstStyle/>
        <a:p>
          <a:endParaRPr lang="uk-UA"/>
        </a:p>
      </dgm:t>
    </dgm:pt>
    <dgm:pt modelId="{E81C25E0-C85C-40FC-8BD2-C9FC6C54A33A}" type="sibTrans" cxnId="{6F5BDEB2-76EF-4026-B2EE-5CEA0EBB2A00}">
      <dgm:prSet/>
      <dgm:spPr/>
      <dgm:t>
        <a:bodyPr/>
        <a:lstStyle/>
        <a:p>
          <a:endParaRPr lang="uk-UA"/>
        </a:p>
      </dgm:t>
    </dgm:pt>
    <dgm:pt modelId="{EB51CBC3-7058-4F57-B891-7D0A12AF7829}">
      <dgm:prSet/>
      <dgm:spPr/>
      <dgm:t>
        <a:bodyPr/>
        <a:lstStyle/>
        <a:p>
          <a:r>
            <a:rPr lang="uk-UA" b="0" i="0"/>
            <a:t>Галичина, Східне Поділля.</a:t>
          </a:r>
          <a:endParaRPr lang="uk-UA"/>
        </a:p>
      </dgm:t>
    </dgm:pt>
    <dgm:pt modelId="{B6B84877-D582-48C7-8508-FD36DB4B15B8}" type="parTrans" cxnId="{1CCC0376-D165-4287-B48F-6421557B5359}">
      <dgm:prSet/>
      <dgm:spPr/>
      <dgm:t>
        <a:bodyPr/>
        <a:lstStyle/>
        <a:p>
          <a:endParaRPr lang="uk-UA"/>
        </a:p>
      </dgm:t>
    </dgm:pt>
    <dgm:pt modelId="{D6B50702-3E85-4521-A031-BF472B473712}" type="sibTrans" cxnId="{1CCC0376-D165-4287-B48F-6421557B5359}">
      <dgm:prSet/>
      <dgm:spPr/>
      <dgm:t>
        <a:bodyPr/>
        <a:lstStyle/>
        <a:p>
          <a:endParaRPr lang="uk-UA"/>
        </a:p>
      </dgm:t>
    </dgm:pt>
    <dgm:pt modelId="{04654318-782C-4C6D-B58B-6202F8F69C72}">
      <dgm:prSet/>
      <dgm:spPr/>
      <dgm:t>
        <a:bodyPr/>
        <a:lstStyle/>
        <a:p>
          <a:r>
            <a:rPr lang="uk-UA" b="0" i="0"/>
            <a:t>Холмщина, Підляшшя.</a:t>
          </a:r>
          <a:endParaRPr lang="uk-UA"/>
        </a:p>
      </dgm:t>
    </dgm:pt>
    <dgm:pt modelId="{3C0773D8-1F90-4E61-A9D8-761742B18F0A}" type="parTrans" cxnId="{6190909A-17C1-43A2-8DFB-611DA4622137}">
      <dgm:prSet/>
      <dgm:spPr/>
      <dgm:t>
        <a:bodyPr/>
        <a:lstStyle/>
        <a:p>
          <a:endParaRPr lang="uk-UA"/>
        </a:p>
      </dgm:t>
    </dgm:pt>
    <dgm:pt modelId="{7E31C9D8-45FA-401E-8375-1A0F73C51D47}" type="sibTrans" cxnId="{6190909A-17C1-43A2-8DFB-611DA4622137}">
      <dgm:prSet/>
      <dgm:spPr/>
      <dgm:t>
        <a:bodyPr/>
        <a:lstStyle/>
        <a:p>
          <a:endParaRPr lang="uk-UA"/>
        </a:p>
      </dgm:t>
    </dgm:pt>
    <dgm:pt modelId="{3E853388-CEE1-484A-BE0D-15861614ABB7}">
      <dgm:prSet/>
      <dgm:spPr/>
      <dgm:t>
        <a:bodyPr/>
        <a:lstStyle/>
        <a:p>
          <a:r>
            <a:rPr lang="uk-UA" b="0" i="0" dirty="0"/>
            <a:t>Волинь, Полісся.</a:t>
          </a:r>
          <a:endParaRPr lang="uk-UA" dirty="0"/>
        </a:p>
      </dgm:t>
    </dgm:pt>
    <dgm:pt modelId="{F49E9654-E48B-4D4A-B809-50FFFFFFA986}" type="parTrans" cxnId="{53522060-9DA2-4CAB-8BCB-475E90E015BA}">
      <dgm:prSet/>
      <dgm:spPr/>
      <dgm:t>
        <a:bodyPr/>
        <a:lstStyle/>
        <a:p>
          <a:endParaRPr lang="uk-UA"/>
        </a:p>
      </dgm:t>
    </dgm:pt>
    <dgm:pt modelId="{9A11A459-F22B-4568-A53C-9800339E92A8}" type="sibTrans" cxnId="{53522060-9DA2-4CAB-8BCB-475E90E015BA}">
      <dgm:prSet/>
      <dgm:spPr/>
      <dgm:t>
        <a:bodyPr/>
        <a:lstStyle/>
        <a:p>
          <a:endParaRPr lang="uk-UA"/>
        </a:p>
      </dgm:t>
    </dgm:pt>
    <dgm:pt modelId="{EFF847E6-8BCA-415B-B337-B04EE0D7BF45}" type="pres">
      <dgm:prSet presAssocID="{0B080F2E-8B7A-4A3E-909D-7571504B0279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AB7B609E-CDD9-47D1-970E-1515553A7DCE}" type="pres">
      <dgm:prSet presAssocID="{0B080F2E-8B7A-4A3E-909D-7571504B0279}" presName="Name1" presStyleCnt="0"/>
      <dgm:spPr/>
    </dgm:pt>
    <dgm:pt modelId="{4A04B1A6-DB83-4B4F-9704-F3E6A7A87DEC}" type="pres">
      <dgm:prSet presAssocID="{0B080F2E-8B7A-4A3E-909D-7571504B0279}" presName="cycle" presStyleCnt="0"/>
      <dgm:spPr/>
    </dgm:pt>
    <dgm:pt modelId="{BFD0FCEF-2DD9-4EED-B13E-4BB62649D0D4}" type="pres">
      <dgm:prSet presAssocID="{0B080F2E-8B7A-4A3E-909D-7571504B0279}" presName="srcNode" presStyleLbl="node1" presStyleIdx="0" presStyleCnt="4"/>
      <dgm:spPr/>
    </dgm:pt>
    <dgm:pt modelId="{E8E4EBFB-6E14-4D51-ABC4-A993F7219835}" type="pres">
      <dgm:prSet presAssocID="{0B080F2E-8B7A-4A3E-909D-7571504B0279}" presName="conn" presStyleLbl="parChTrans1D2" presStyleIdx="0" presStyleCnt="1"/>
      <dgm:spPr/>
      <dgm:t>
        <a:bodyPr/>
        <a:lstStyle/>
        <a:p>
          <a:endParaRPr lang="ru-RU"/>
        </a:p>
      </dgm:t>
    </dgm:pt>
    <dgm:pt modelId="{55CBF188-8E48-4732-B2B1-87BD58E4CF72}" type="pres">
      <dgm:prSet presAssocID="{0B080F2E-8B7A-4A3E-909D-7571504B0279}" presName="extraNode" presStyleLbl="node1" presStyleIdx="0" presStyleCnt="4"/>
      <dgm:spPr/>
    </dgm:pt>
    <dgm:pt modelId="{AEE2456B-C8DB-437D-908D-A61DCB85A8FC}" type="pres">
      <dgm:prSet presAssocID="{0B080F2E-8B7A-4A3E-909D-7571504B0279}" presName="dstNode" presStyleLbl="node1" presStyleIdx="0" presStyleCnt="4"/>
      <dgm:spPr/>
    </dgm:pt>
    <dgm:pt modelId="{D61A5F46-C703-47E3-B6CA-12555F41568B}" type="pres">
      <dgm:prSet presAssocID="{B1EF3BC6-F97D-4F54-A949-4A1D427AEF67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665BE19-68BE-4E3D-84A2-3608B938E9EA}" type="pres">
      <dgm:prSet presAssocID="{B1EF3BC6-F97D-4F54-A949-4A1D427AEF67}" presName="accent_1" presStyleCnt="0"/>
      <dgm:spPr/>
    </dgm:pt>
    <dgm:pt modelId="{917CC508-D894-445C-ADF2-B27CEC372FFE}" type="pres">
      <dgm:prSet presAssocID="{B1EF3BC6-F97D-4F54-A949-4A1D427AEF67}" presName="accentRepeatNode" presStyleLbl="solidFgAcc1" presStyleIdx="0" presStyleCnt="4"/>
      <dgm:spPr/>
    </dgm:pt>
    <dgm:pt modelId="{5974DC15-2A83-4E4C-9435-FE90CF92D675}" type="pres">
      <dgm:prSet presAssocID="{EB51CBC3-7058-4F57-B891-7D0A12AF7829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04FAE02-D729-46FE-B3EC-A59E3FEF6BEE}" type="pres">
      <dgm:prSet presAssocID="{EB51CBC3-7058-4F57-B891-7D0A12AF7829}" presName="accent_2" presStyleCnt="0"/>
      <dgm:spPr/>
    </dgm:pt>
    <dgm:pt modelId="{A3138556-5C45-43BB-922B-7A57341751B5}" type="pres">
      <dgm:prSet presAssocID="{EB51CBC3-7058-4F57-B891-7D0A12AF7829}" presName="accentRepeatNode" presStyleLbl="solidFgAcc1" presStyleIdx="1" presStyleCnt="4"/>
      <dgm:spPr/>
    </dgm:pt>
    <dgm:pt modelId="{53D30608-00E1-48F2-8491-414F887689E6}" type="pres">
      <dgm:prSet presAssocID="{04654318-782C-4C6D-B58B-6202F8F69C72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C2C4B4B-047B-4FE5-AC93-E32DC39EBA5E}" type="pres">
      <dgm:prSet presAssocID="{04654318-782C-4C6D-B58B-6202F8F69C72}" presName="accent_3" presStyleCnt="0"/>
      <dgm:spPr/>
    </dgm:pt>
    <dgm:pt modelId="{C0F0A3E9-0BA0-40A2-B127-D59D6F765F23}" type="pres">
      <dgm:prSet presAssocID="{04654318-782C-4C6D-B58B-6202F8F69C72}" presName="accentRepeatNode" presStyleLbl="solidFgAcc1" presStyleIdx="2" presStyleCnt="4"/>
      <dgm:spPr/>
    </dgm:pt>
    <dgm:pt modelId="{E40A1AD6-33EF-4CC0-8322-E524D2F5A5E8}" type="pres">
      <dgm:prSet presAssocID="{3E853388-CEE1-484A-BE0D-15861614ABB7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6D0B81B-0B65-431A-B413-4CDAF0E7106C}" type="pres">
      <dgm:prSet presAssocID="{3E853388-CEE1-484A-BE0D-15861614ABB7}" presName="accent_4" presStyleCnt="0"/>
      <dgm:spPr/>
    </dgm:pt>
    <dgm:pt modelId="{A91B7B1E-DFA3-45B6-9C3B-644797FA955B}" type="pres">
      <dgm:prSet presAssocID="{3E853388-CEE1-484A-BE0D-15861614ABB7}" presName="accentRepeatNode" presStyleLbl="solidFgAcc1" presStyleIdx="3" presStyleCnt="4"/>
      <dgm:spPr/>
    </dgm:pt>
  </dgm:ptLst>
  <dgm:cxnLst>
    <dgm:cxn modelId="{51CE7513-95C5-44F6-ADE2-B86697656F01}" type="presOf" srcId="{E81C25E0-C85C-40FC-8BD2-C9FC6C54A33A}" destId="{E8E4EBFB-6E14-4D51-ABC4-A993F7219835}" srcOrd="0" destOrd="0" presId="urn:microsoft.com/office/officeart/2008/layout/VerticalCurvedList"/>
    <dgm:cxn modelId="{159D9AF1-2E89-4E05-9B4C-BA362B695D86}" type="presOf" srcId="{B1EF3BC6-F97D-4F54-A949-4A1D427AEF67}" destId="{D61A5F46-C703-47E3-B6CA-12555F41568B}" srcOrd="0" destOrd="0" presId="urn:microsoft.com/office/officeart/2008/layout/VerticalCurvedList"/>
    <dgm:cxn modelId="{6190909A-17C1-43A2-8DFB-611DA4622137}" srcId="{0B080F2E-8B7A-4A3E-909D-7571504B0279}" destId="{04654318-782C-4C6D-B58B-6202F8F69C72}" srcOrd="2" destOrd="0" parTransId="{3C0773D8-1F90-4E61-A9D8-761742B18F0A}" sibTransId="{7E31C9D8-45FA-401E-8375-1A0F73C51D47}"/>
    <dgm:cxn modelId="{D7BB0E46-D01B-48A6-BC65-E8B48BFF5466}" type="presOf" srcId="{04654318-782C-4C6D-B58B-6202F8F69C72}" destId="{53D30608-00E1-48F2-8491-414F887689E6}" srcOrd="0" destOrd="0" presId="urn:microsoft.com/office/officeart/2008/layout/VerticalCurvedList"/>
    <dgm:cxn modelId="{1CCC0376-D165-4287-B48F-6421557B5359}" srcId="{0B080F2E-8B7A-4A3E-909D-7571504B0279}" destId="{EB51CBC3-7058-4F57-B891-7D0A12AF7829}" srcOrd="1" destOrd="0" parTransId="{B6B84877-D582-48C7-8508-FD36DB4B15B8}" sibTransId="{D6B50702-3E85-4521-A031-BF472B473712}"/>
    <dgm:cxn modelId="{6F5BDEB2-76EF-4026-B2EE-5CEA0EBB2A00}" srcId="{0B080F2E-8B7A-4A3E-909D-7571504B0279}" destId="{B1EF3BC6-F97D-4F54-A949-4A1D427AEF67}" srcOrd="0" destOrd="0" parTransId="{6A1DFC81-FFC8-4F54-B250-F8232143576C}" sibTransId="{E81C25E0-C85C-40FC-8BD2-C9FC6C54A33A}"/>
    <dgm:cxn modelId="{484FCBB4-C1AD-4A25-9FAF-39D3E13F54BE}" type="presOf" srcId="{3E853388-CEE1-484A-BE0D-15861614ABB7}" destId="{E40A1AD6-33EF-4CC0-8322-E524D2F5A5E8}" srcOrd="0" destOrd="0" presId="urn:microsoft.com/office/officeart/2008/layout/VerticalCurvedList"/>
    <dgm:cxn modelId="{35B79242-90B7-47A7-9B6C-66EE5F068E5F}" type="presOf" srcId="{EB51CBC3-7058-4F57-B891-7D0A12AF7829}" destId="{5974DC15-2A83-4E4C-9435-FE90CF92D675}" srcOrd="0" destOrd="0" presId="urn:microsoft.com/office/officeart/2008/layout/VerticalCurvedList"/>
    <dgm:cxn modelId="{53522060-9DA2-4CAB-8BCB-475E90E015BA}" srcId="{0B080F2E-8B7A-4A3E-909D-7571504B0279}" destId="{3E853388-CEE1-484A-BE0D-15861614ABB7}" srcOrd="3" destOrd="0" parTransId="{F49E9654-E48B-4D4A-B809-50FFFFFFA986}" sibTransId="{9A11A459-F22B-4568-A53C-9800339E92A8}"/>
    <dgm:cxn modelId="{64A7DFBD-6E50-4A0B-9BFF-F6110E4FC7EB}" type="presOf" srcId="{0B080F2E-8B7A-4A3E-909D-7571504B0279}" destId="{EFF847E6-8BCA-415B-B337-B04EE0D7BF45}" srcOrd="0" destOrd="0" presId="urn:microsoft.com/office/officeart/2008/layout/VerticalCurvedList"/>
    <dgm:cxn modelId="{0BAFCE8D-23B6-42FF-90F8-EB728F7A7DEF}" type="presParOf" srcId="{EFF847E6-8BCA-415B-B337-B04EE0D7BF45}" destId="{AB7B609E-CDD9-47D1-970E-1515553A7DCE}" srcOrd="0" destOrd="0" presId="urn:microsoft.com/office/officeart/2008/layout/VerticalCurvedList"/>
    <dgm:cxn modelId="{D2A410F6-9346-4400-8D5D-CCC15F1E658F}" type="presParOf" srcId="{AB7B609E-CDD9-47D1-970E-1515553A7DCE}" destId="{4A04B1A6-DB83-4B4F-9704-F3E6A7A87DEC}" srcOrd="0" destOrd="0" presId="urn:microsoft.com/office/officeart/2008/layout/VerticalCurvedList"/>
    <dgm:cxn modelId="{E6E19E27-5A4B-4BD3-9DDE-6EEF7139335F}" type="presParOf" srcId="{4A04B1A6-DB83-4B4F-9704-F3E6A7A87DEC}" destId="{BFD0FCEF-2DD9-4EED-B13E-4BB62649D0D4}" srcOrd="0" destOrd="0" presId="urn:microsoft.com/office/officeart/2008/layout/VerticalCurvedList"/>
    <dgm:cxn modelId="{1247F72D-E27D-40C4-AEDE-B7B05A0FAC48}" type="presParOf" srcId="{4A04B1A6-DB83-4B4F-9704-F3E6A7A87DEC}" destId="{E8E4EBFB-6E14-4D51-ABC4-A993F7219835}" srcOrd="1" destOrd="0" presId="urn:microsoft.com/office/officeart/2008/layout/VerticalCurvedList"/>
    <dgm:cxn modelId="{FFB4F6D1-56C2-40D2-9B98-455A4CB51D02}" type="presParOf" srcId="{4A04B1A6-DB83-4B4F-9704-F3E6A7A87DEC}" destId="{55CBF188-8E48-4732-B2B1-87BD58E4CF72}" srcOrd="2" destOrd="0" presId="urn:microsoft.com/office/officeart/2008/layout/VerticalCurvedList"/>
    <dgm:cxn modelId="{A1C56C1E-2BB4-48BD-812B-EC9CDA55899D}" type="presParOf" srcId="{4A04B1A6-DB83-4B4F-9704-F3E6A7A87DEC}" destId="{AEE2456B-C8DB-437D-908D-A61DCB85A8FC}" srcOrd="3" destOrd="0" presId="urn:microsoft.com/office/officeart/2008/layout/VerticalCurvedList"/>
    <dgm:cxn modelId="{CBE82BC7-041F-4ACC-AC77-B7945189D28F}" type="presParOf" srcId="{AB7B609E-CDD9-47D1-970E-1515553A7DCE}" destId="{D61A5F46-C703-47E3-B6CA-12555F41568B}" srcOrd="1" destOrd="0" presId="urn:microsoft.com/office/officeart/2008/layout/VerticalCurvedList"/>
    <dgm:cxn modelId="{3CEDC61C-1F49-453D-B1BD-08CB4118E3D4}" type="presParOf" srcId="{AB7B609E-CDD9-47D1-970E-1515553A7DCE}" destId="{D665BE19-68BE-4E3D-84A2-3608B938E9EA}" srcOrd="2" destOrd="0" presId="urn:microsoft.com/office/officeart/2008/layout/VerticalCurvedList"/>
    <dgm:cxn modelId="{D247E65E-ACD6-4D44-B4AA-32D04F242EC7}" type="presParOf" srcId="{D665BE19-68BE-4E3D-84A2-3608B938E9EA}" destId="{917CC508-D894-445C-ADF2-B27CEC372FFE}" srcOrd="0" destOrd="0" presId="urn:microsoft.com/office/officeart/2008/layout/VerticalCurvedList"/>
    <dgm:cxn modelId="{B9950C11-E618-4528-BD3C-9177736D8C43}" type="presParOf" srcId="{AB7B609E-CDD9-47D1-970E-1515553A7DCE}" destId="{5974DC15-2A83-4E4C-9435-FE90CF92D675}" srcOrd="3" destOrd="0" presId="urn:microsoft.com/office/officeart/2008/layout/VerticalCurvedList"/>
    <dgm:cxn modelId="{7D307678-DA17-4812-B749-94E968F28C70}" type="presParOf" srcId="{AB7B609E-CDD9-47D1-970E-1515553A7DCE}" destId="{204FAE02-D729-46FE-B3EC-A59E3FEF6BEE}" srcOrd="4" destOrd="0" presId="urn:microsoft.com/office/officeart/2008/layout/VerticalCurvedList"/>
    <dgm:cxn modelId="{3A232D96-3389-4C2D-B30D-100D25BE518B}" type="presParOf" srcId="{204FAE02-D729-46FE-B3EC-A59E3FEF6BEE}" destId="{A3138556-5C45-43BB-922B-7A57341751B5}" srcOrd="0" destOrd="0" presId="urn:microsoft.com/office/officeart/2008/layout/VerticalCurvedList"/>
    <dgm:cxn modelId="{61574D71-14CE-4A89-9E2E-611C0FC70D77}" type="presParOf" srcId="{AB7B609E-CDD9-47D1-970E-1515553A7DCE}" destId="{53D30608-00E1-48F2-8491-414F887689E6}" srcOrd="5" destOrd="0" presId="urn:microsoft.com/office/officeart/2008/layout/VerticalCurvedList"/>
    <dgm:cxn modelId="{2995CE02-D386-4129-9171-E94DCAAF82C1}" type="presParOf" srcId="{AB7B609E-CDD9-47D1-970E-1515553A7DCE}" destId="{8C2C4B4B-047B-4FE5-AC93-E32DC39EBA5E}" srcOrd="6" destOrd="0" presId="urn:microsoft.com/office/officeart/2008/layout/VerticalCurvedList"/>
    <dgm:cxn modelId="{474FABF3-81C5-43D2-AAD8-03BE36830517}" type="presParOf" srcId="{8C2C4B4B-047B-4FE5-AC93-E32DC39EBA5E}" destId="{C0F0A3E9-0BA0-40A2-B127-D59D6F765F23}" srcOrd="0" destOrd="0" presId="urn:microsoft.com/office/officeart/2008/layout/VerticalCurvedList"/>
    <dgm:cxn modelId="{86D545A0-3037-4015-BB12-7CFB49AFCFCB}" type="presParOf" srcId="{AB7B609E-CDD9-47D1-970E-1515553A7DCE}" destId="{E40A1AD6-33EF-4CC0-8322-E524D2F5A5E8}" srcOrd="7" destOrd="0" presId="urn:microsoft.com/office/officeart/2008/layout/VerticalCurvedList"/>
    <dgm:cxn modelId="{5BE059CA-32B9-4F87-891B-D24B6B0D9043}" type="presParOf" srcId="{AB7B609E-CDD9-47D1-970E-1515553A7DCE}" destId="{26D0B81B-0B65-431A-B413-4CDAF0E7106C}" srcOrd="8" destOrd="0" presId="urn:microsoft.com/office/officeart/2008/layout/VerticalCurvedList"/>
    <dgm:cxn modelId="{9E742528-3F68-4ABA-8601-97FB544BCA99}" type="presParOf" srcId="{26D0B81B-0B65-431A-B413-4CDAF0E7106C}" destId="{A91B7B1E-DFA3-45B6-9C3B-644797FA955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BA10F746-4060-4BB2-A70A-BA4C63166E7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3641493B-A077-4692-BF0F-662B03A22D1C}">
      <dgm:prSet/>
      <dgm:spPr/>
      <dgm:t>
        <a:bodyPr/>
        <a:lstStyle/>
        <a:p>
          <a:r>
            <a:rPr lang="ru-RU"/>
            <a:t>православ’я</a:t>
          </a:r>
          <a:endParaRPr lang="uk-UA"/>
        </a:p>
      </dgm:t>
    </dgm:pt>
    <dgm:pt modelId="{0E4FAE88-4782-4442-9968-32917A2BE034}" type="parTrans" cxnId="{9F5750E7-1968-4D54-8B46-2308CB91A805}">
      <dgm:prSet/>
      <dgm:spPr/>
      <dgm:t>
        <a:bodyPr/>
        <a:lstStyle/>
        <a:p>
          <a:endParaRPr lang="uk-UA"/>
        </a:p>
      </dgm:t>
    </dgm:pt>
    <dgm:pt modelId="{B9E93920-FE21-4C06-A04D-F0B64D47AC72}" type="sibTrans" cxnId="{9F5750E7-1968-4D54-8B46-2308CB91A805}">
      <dgm:prSet/>
      <dgm:spPr/>
      <dgm:t>
        <a:bodyPr/>
        <a:lstStyle/>
        <a:p>
          <a:endParaRPr lang="uk-UA"/>
        </a:p>
      </dgm:t>
    </dgm:pt>
    <dgm:pt modelId="{F185A1D4-52E5-41BD-8496-A82EBF00CE81}">
      <dgm:prSet/>
      <dgm:spPr/>
      <dgm:t>
        <a:bodyPr/>
        <a:lstStyle/>
        <a:p>
          <a:r>
            <a:rPr lang="ru-RU"/>
            <a:t>кальвінізму</a:t>
          </a:r>
          <a:endParaRPr lang="uk-UA"/>
        </a:p>
      </dgm:t>
    </dgm:pt>
    <dgm:pt modelId="{F16E173D-347D-4CE8-8F03-651479438FE8}" type="parTrans" cxnId="{E652486E-2F2C-4D8C-AC2E-004C80CDF017}">
      <dgm:prSet/>
      <dgm:spPr/>
      <dgm:t>
        <a:bodyPr/>
        <a:lstStyle/>
        <a:p>
          <a:endParaRPr lang="uk-UA"/>
        </a:p>
      </dgm:t>
    </dgm:pt>
    <dgm:pt modelId="{1F9C9DAD-95D2-48C7-8EBD-F5F5810AD50F}" type="sibTrans" cxnId="{E652486E-2F2C-4D8C-AC2E-004C80CDF017}">
      <dgm:prSet/>
      <dgm:spPr/>
      <dgm:t>
        <a:bodyPr/>
        <a:lstStyle/>
        <a:p>
          <a:endParaRPr lang="uk-UA"/>
        </a:p>
      </dgm:t>
    </dgm:pt>
    <dgm:pt modelId="{2F82C95E-1627-44C9-A3C5-ABC06C349053}">
      <dgm:prSet/>
      <dgm:spPr>
        <a:solidFill>
          <a:srgbClr val="0070C0"/>
        </a:solidFill>
      </dgm:spPr>
      <dgm:t>
        <a:bodyPr/>
        <a:lstStyle/>
        <a:p>
          <a:r>
            <a:rPr lang="ru-RU"/>
            <a:t>католицизму</a:t>
          </a:r>
          <a:endParaRPr lang="uk-UA"/>
        </a:p>
      </dgm:t>
    </dgm:pt>
    <dgm:pt modelId="{44C3936E-E2C2-4F69-8C72-0BC8DADA192D}" type="parTrans" cxnId="{91480EAB-0769-4BE2-AFEA-2351529EBB24}">
      <dgm:prSet/>
      <dgm:spPr/>
      <dgm:t>
        <a:bodyPr/>
        <a:lstStyle/>
        <a:p>
          <a:endParaRPr lang="uk-UA"/>
        </a:p>
      </dgm:t>
    </dgm:pt>
    <dgm:pt modelId="{D8DD57A2-E032-410A-8376-3F03D00FBF4D}" type="sibTrans" cxnId="{91480EAB-0769-4BE2-AFEA-2351529EBB24}">
      <dgm:prSet/>
      <dgm:spPr/>
      <dgm:t>
        <a:bodyPr/>
        <a:lstStyle/>
        <a:p>
          <a:endParaRPr lang="uk-UA"/>
        </a:p>
      </dgm:t>
    </dgm:pt>
    <dgm:pt modelId="{37658E24-2FA3-4F3D-B6D9-814DA6EEAF74}">
      <dgm:prSet/>
      <dgm:spPr/>
      <dgm:t>
        <a:bodyPr/>
        <a:lstStyle/>
        <a:p>
          <a:r>
            <a:rPr lang="ru-RU"/>
            <a:t>соцініанства</a:t>
          </a:r>
          <a:endParaRPr lang="uk-UA"/>
        </a:p>
      </dgm:t>
    </dgm:pt>
    <dgm:pt modelId="{EB6D6D4F-2C05-4E56-881F-50F8A6DB5D7B}" type="parTrans" cxnId="{CF25532A-CB58-421A-8A53-1D5067D0AA3E}">
      <dgm:prSet/>
      <dgm:spPr/>
      <dgm:t>
        <a:bodyPr/>
        <a:lstStyle/>
        <a:p>
          <a:endParaRPr lang="uk-UA"/>
        </a:p>
      </dgm:t>
    </dgm:pt>
    <dgm:pt modelId="{1CFE58DB-21B4-49DB-A8F9-37388547B4A2}" type="sibTrans" cxnId="{CF25532A-CB58-421A-8A53-1D5067D0AA3E}">
      <dgm:prSet/>
      <dgm:spPr/>
      <dgm:t>
        <a:bodyPr/>
        <a:lstStyle/>
        <a:p>
          <a:endParaRPr lang="uk-UA"/>
        </a:p>
      </dgm:t>
    </dgm:pt>
    <dgm:pt modelId="{705AC5BC-4D2A-413A-B341-40A5BAB0B031}" type="pres">
      <dgm:prSet presAssocID="{BA10F746-4060-4BB2-A70A-BA4C63166E7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3341304-46EF-4B23-B763-A1DBFFE525B1}" type="pres">
      <dgm:prSet presAssocID="{3641493B-A077-4692-BF0F-662B03A22D1C}" presName="composite" presStyleCnt="0"/>
      <dgm:spPr/>
    </dgm:pt>
    <dgm:pt modelId="{B1E934AB-8C2B-4986-AFCA-2137AAB15BA9}" type="pres">
      <dgm:prSet presAssocID="{3641493B-A077-4692-BF0F-662B03A22D1C}" presName="imgShp" presStyleLbl="fgImgPlace1" presStyleIdx="0" presStyleCnt="4"/>
      <dgm:spPr/>
    </dgm:pt>
    <dgm:pt modelId="{157778ED-A970-4A88-99FF-2C948D7AB9DC}" type="pres">
      <dgm:prSet presAssocID="{3641493B-A077-4692-BF0F-662B03A22D1C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FF4A3C-03D7-4FD9-B623-22E2FA238EA4}" type="pres">
      <dgm:prSet presAssocID="{B9E93920-FE21-4C06-A04D-F0B64D47AC72}" presName="spacing" presStyleCnt="0"/>
      <dgm:spPr/>
    </dgm:pt>
    <dgm:pt modelId="{40BD3C93-C63E-4685-A398-BACF5E5F5B10}" type="pres">
      <dgm:prSet presAssocID="{F185A1D4-52E5-41BD-8496-A82EBF00CE81}" presName="composite" presStyleCnt="0"/>
      <dgm:spPr/>
    </dgm:pt>
    <dgm:pt modelId="{9F7C2A89-42CF-4D1C-83FE-77A7D68BF987}" type="pres">
      <dgm:prSet presAssocID="{F185A1D4-52E5-41BD-8496-A82EBF00CE81}" presName="imgShp" presStyleLbl="fgImgPlace1" presStyleIdx="1" presStyleCnt="4"/>
      <dgm:spPr/>
    </dgm:pt>
    <dgm:pt modelId="{6C5B8787-7847-40CF-B6E3-9249F8769DD3}" type="pres">
      <dgm:prSet presAssocID="{F185A1D4-52E5-41BD-8496-A82EBF00CE81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997D192-BE54-47E3-B8A7-8F4796B9DC60}" type="pres">
      <dgm:prSet presAssocID="{1F9C9DAD-95D2-48C7-8EBD-F5F5810AD50F}" presName="spacing" presStyleCnt="0"/>
      <dgm:spPr/>
    </dgm:pt>
    <dgm:pt modelId="{03D11F39-832C-4498-98DD-0E147854777D}" type="pres">
      <dgm:prSet presAssocID="{2F82C95E-1627-44C9-A3C5-ABC06C349053}" presName="composite" presStyleCnt="0"/>
      <dgm:spPr/>
    </dgm:pt>
    <dgm:pt modelId="{206D1180-910B-4E89-876D-B070A487ABEB}" type="pres">
      <dgm:prSet presAssocID="{2F82C95E-1627-44C9-A3C5-ABC06C349053}" presName="imgShp" presStyleLbl="fgImgPlace1" presStyleIdx="2" presStyleCnt="4"/>
      <dgm:spPr/>
    </dgm:pt>
    <dgm:pt modelId="{B977E95E-0E9F-412A-AEA2-E12335B58A32}" type="pres">
      <dgm:prSet presAssocID="{2F82C95E-1627-44C9-A3C5-ABC06C349053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E6AD463-2384-4ADE-83FA-4C74724AF37C}" type="pres">
      <dgm:prSet presAssocID="{D8DD57A2-E032-410A-8376-3F03D00FBF4D}" presName="spacing" presStyleCnt="0"/>
      <dgm:spPr/>
    </dgm:pt>
    <dgm:pt modelId="{18DB7362-838B-4115-9BC5-344C0B5507AC}" type="pres">
      <dgm:prSet presAssocID="{37658E24-2FA3-4F3D-B6D9-814DA6EEAF74}" presName="composite" presStyleCnt="0"/>
      <dgm:spPr/>
    </dgm:pt>
    <dgm:pt modelId="{125CDDDE-C9E9-4993-B0D2-6C1CDAF56E96}" type="pres">
      <dgm:prSet presAssocID="{37658E24-2FA3-4F3D-B6D9-814DA6EEAF74}" presName="imgShp" presStyleLbl="fgImgPlace1" presStyleIdx="3" presStyleCnt="4"/>
      <dgm:spPr/>
    </dgm:pt>
    <dgm:pt modelId="{E892293D-2588-43D5-806A-AB484E61D736}" type="pres">
      <dgm:prSet presAssocID="{37658E24-2FA3-4F3D-B6D9-814DA6EEAF74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1480EAB-0769-4BE2-AFEA-2351529EBB24}" srcId="{BA10F746-4060-4BB2-A70A-BA4C63166E71}" destId="{2F82C95E-1627-44C9-A3C5-ABC06C349053}" srcOrd="2" destOrd="0" parTransId="{44C3936E-E2C2-4F69-8C72-0BC8DADA192D}" sibTransId="{D8DD57A2-E032-410A-8376-3F03D00FBF4D}"/>
    <dgm:cxn modelId="{CF25532A-CB58-421A-8A53-1D5067D0AA3E}" srcId="{BA10F746-4060-4BB2-A70A-BA4C63166E71}" destId="{37658E24-2FA3-4F3D-B6D9-814DA6EEAF74}" srcOrd="3" destOrd="0" parTransId="{EB6D6D4F-2C05-4E56-881F-50F8A6DB5D7B}" sibTransId="{1CFE58DB-21B4-49DB-A8F9-37388547B4A2}"/>
    <dgm:cxn modelId="{E652486E-2F2C-4D8C-AC2E-004C80CDF017}" srcId="{BA10F746-4060-4BB2-A70A-BA4C63166E71}" destId="{F185A1D4-52E5-41BD-8496-A82EBF00CE81}" srcOrd="1" destOrd="0" parTransId="{F16E173D-347D-4CE8-8F03-651479438FE8}" sibTransId="{1F9C9DAD-95D2-48C7-8EBD-F5F5810AD50F}"/>
    <dgm:cxn modelId="{3F0CFA38-5D7F-444B-8031-243AEB97396A}" type="presOf" srcId="{F185A1D4-52E5-41BD-8496-A82EBF00CE81}" destId="{6C5B8787-7847-40CF-B6E3-9249F8769DD3}" srcOrd="0" destOrd="0" presId="urn:microsoft.com/office/officeart/2005/8/layout/vList3"/>
    <dgm:cxn modelId="{A8D95A68-C70B-4FB1-9684-81B354F4A045}" type="presOf" srcId="{BA10F746-4060-4BB2-A70A-BA4C63166E71}" destId="{705AC5BC-4D2A-413A-B341-40A5BAB0B031}" srcOrd="0" destOrd="0" presId="urn:microsoft.com/office/officeart/2005/8/layout/vList3"/>
    <dgm:cxn modelId="{9F5750E7-1968-4D54-8B46-2308CB91A805}" srcId="{BA10F746-4060-4BB2-A70A-BA4C63166E71}" destId="{3641493B-A077-4692-BF0F-662B03A22D1C}" srcOrd="0" destOrd="0" parTransId="{0E4FAE88-4782-4442-9968-32917A2BE034}" sibTransId="{B9E93920-FE21-4C06-A04D-F0B64D47AC72}"/>
    <dgm:cxn modelId="{1A8E2245-D0D4-4FCF-A706-CFD8B15E1DD3}" type="presOf" srcId="{37658E24-2FA3-4F3D-B6D9-814DA6EEAF74}" destId="{E892293D-2588-43D5-806A-AB484E61D736}" srcOrd="0" destOrd="0" presId="urn:microsoft.com/office/officeart/2005/8/layout/vList3"/>
    <dgm:cxn modelId="{A2DC053D-9409-45EB-9521-405FF6AE799F}" type="presOf" srcId="{3641493B-A077-4692-BF0F-662B03A22D1C}" destId="{157778ED-A970-4A88-99FF-2C948D7AB9DC}" srcOrd="0" destOrd="0" presId="urn:microsoft.com/office/officeart/2005/8/layout/vList3"/>
    <dgm:cxn modelId="{BBC16C9E-7D6A-4BAD-B9B5-5C4B9F8EECD1}" type="presOf" srcId="{2F82C95E-1627-44C9-A3C5-ABC06C349053}" destId="{B977E95E-0E9F-412A-AEA2-E12335B58A32}" srcOrd="0" destOrd="0" presId="urn:microsoft.com/office/officeart/2005/8/layout/vList3"/>
    <dgm:cxn modelId="{8426A2B5-6E3B-4968-AB3B-97A00928B950}" type="presParOf" srcId="{705AC5BC-4D2A-413A-B341-40A5BAB0B031}" destId="{63341304-46EF-4B23-B763-A1DBFFE525B1}" srcOrd="0" destOrd="0" presId="urn:microsoft.com/office/officeart/2005/8/layout/vList3"/>
    <dgm:cxn modelId="{ED3C1F34-A6F4-4E06-8FD4-BF9A37A422F2}" type="presParOf" srcId="{63341304-46EF-4B23-B763-A1DBFFE525B1}" destId="{B1E934AB-8C2B-4986-AFCA-2137AAB15BA9}" srcOrd="0" destOrd="0" presId="urn:microsoft.com/office/officeart/2005/8/layout/vList3"/>
    <dgm:cxn modelId="{F34A3623-0172-4BE8-A4DF-B8B9DC44356B}" type="presParOf" srcId="{63341304-46EF-4B23-B763-A1DBFFE525B1}" destId="{157778ED-A970-4A88-99FF-2C948D7AB9DC}" srcOrd="1" destOrd="0" presId="urn:microsoft.com/office/officeart/2005/8/layout/vList3"/>
    <dgm:cxn modelId="{3E7A36AB-9529-4CAE-BA03-648061011A71}" type="presParOf" srcId="{705AC5BC-4D2A-413A-B341-40A5BAB0B031}" destId="{08FF4A3C-03D7-4FD9-B623-22E2FA238EA4}" srcOrd="1" destOrd="0" presId="urn:microsoft.com/office/officeart/2005/8/layout/vList3"/>
    <dgm:cxn modelId="{772CE5CE-CBBD-4C0A-82D8-905195C4A1EF}" type="presParOf" srcId="{705AC5BC-4D2A-413A-B341-40A5BAB0B031}" destId="{40BD3C93-C63E-4685-A398-BACF5E5F5B10}" srcOrd="2" destOrd="0" presId="urn:microsoft.com/office/officeart/2005/8/layout/vList3"/>
    <dgm:cxn modelId="{7CF044B2-9433-4B26-9093-E910E005F8B4}" type="presParOf" srcId="{40BD3C93-C63E-4685-A398-BACF5E5F5B10}" destId="{9F7C2A89-42CF-4D1C-83FE-77A7D68BF987}" srcOrd="0" destOrd="0" presId="urn:microsoft.com/office/officeart/2005/8/layout/vList3"/>
    <dgm:cxn modelId="{00C8FF53-7614-40F7-9F07-300A05D5D290}" type="presParOf" srcId="{40BD3C93-C63E-4685-A398-BACF5E5F5B10}" destId="{6C5B8787-7847-40CF-B6E3-9249F8769DD3}" srcOrd="1" destOrd="0" presId="urn:microsoft.com/office/officeart/2005/8/layout/vList3"/>
    <dgm:cxn modelId="{D9009CA9-2FE9-470F-A586-D755B9E871E0}" type="presParOf" srcId="{705AC5BC-4D2A-413A-B341-40A5BAB0B031}" destId="{3997D192-BE54-47E3-B8A7-8F4796B9DC60}" srcOrd="3" destOrd="0" presId="urn:microsoft.com/office/officeart/2005/8/layout/vList3"/>
    <dgm:cxn modelId="{C10F8191-03C5-40A9-9F1A-B4AA04821524}" type="presParOf" srcId="{705AC5BC-4D2A-413A-B341-40A5BAB0B031}" destId="{03D11F39-832C-4498-98DD-0E147854777D}" srcOrd="4" destOrd="0" presId="urn:microsoft.com/office/officeart/2005/8/layout/vList3"/>
    <dgm:cxn modelId="{D5A90855-A9CC-4BDD-81CD-4450EAD518E9}" type="presParOf" srcId="{03D11F39-832C-4498-98DD-0E147854777D}" destId="{206D1180-910B-4E89-876D-B070A487ABEB}" srcOrd="0" destOrd="0" presId="urn:microsoft.com/office/officeart/2005/8/layout/vList3"/>
    <dgm:cxn modelId="{1A994934-6A58-4332-AB12-5DDB585F3E05}" type="presParOf" srcId="{03D11F39-832C-4498-98DD-0E147854777D}" destId="{B977E95E-0E9F-412A-AEA2-E12335B58A32}" srcOrd="1" destOrd="0" presId="urn:microsoft.com/office/officeart/2005/8/layout/vList3"/>
    <dgm:cxn modelId="{FBAE3CE9-04A0-487F-A914-027B070C3EC3}" type="presParOf" srcId="{705AC5BC-4D2A-413A-B341-40A5BAB0B031}" destId="{7E6AD463-2384-4ADE-83FA-4C74724AF37C}" srcOrd="5" destOrd="0" presId="urn:microsoft.com/office/officeart/2005/8/layout/vList3"/>
    <dgm:cxn modelId="{945B87FD-DA86-4911-8226-06E682EE9D87}" type="presParOf" srcId="{705AC5BC-4D2A-413A-B341-40A5BAB0B031}" destId="{18DB7362-838B-4115-9BC5-344C0B5507AC}" srcOrd="6" destOrd="0" presId="urn:microsoft.com/office/officeart/2005/8/layout/vList3"/>
    <dgm:cxn modelId="{DEB7895A-75F7-4CBA-8B79-516AC143EDC6}" type="presParOf" srcId="{18DB7362-838B-4115-9BC5-344C0B5507AC}" destId="{125CDDDE-C9E9-4993-B0D2-6C1CDAF56E96}" srcOrd="0" destOrd="0" presId="urn:microsoft.com/office/officeart/2005/8/layout/vList3"/>
    <dgm:cxn modelId="{7386FEE6-4C6C-4882-8F6C-4B7D1278F5BB}" type="presParOf" srcId="{18DB7362-838B-4115-9BC5-344C0B5507AC}" destId="{E892293D-2588-43D5-806A-AB484E61D73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BA10F746-4060-4BB2-A70A-BA4C63166E7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641493B-A077-4692-BF0F-662B03A22D1C}">
      <dgm:prSet/>
      <dgm:spPr/>
      <dgm:t>
        <a:bodyPr/>
        <a:lstStyle/>
        <a:p>
          <a:r>
            <a:rPr lang="ru-RU" dirty="0" err="1"/>
            <a:t>православ’я</a:t>
          </a:r>
          <a:endParaRPr lang="uk-UA" dirty="0"/>
        </a:p>
      </dgm:t>
    </dgm:pt>
    <dgm:pt modelId="{0E4FAE88-4782-4442-9968-32917A2BE034}" type="parTrans" cxnId="{9F5750E7-1968-4D54-8B46-2308CB91A805}">
      <dgm:prSet/>
      <dgm:spPr/>
      <dgm:t>
        <a:bodyPr/>
        <a:lstStyle/>
        <a:p>
          <a:endParaRPr lang="uk-UA"/>
        </a:p>
      </dgm:t>
    </dgm:pt>
    <dgm:pt modelId="{B9E93920-FE21-4C06-A04D-F0B64D47AC72}" type="sibTrans" cxnId="{9F5750E7-1968-4D54-8B46-2308CB91A805}">
      <dgm:prSet/>
      <dgm:spPr/>
      <dgm:t>
        <a:bodyPr/>
        <a:lstStyle/>
        <a:p>
          <a:endParaRPr lang="uk-UA"/>
        </a:p>
      </dgm:t>
    </dgm:pt>
    <dgm:pt modelId="{F185A1D4-52E5-41BD-8496-A82EBF00CE81}">
      <dgm:prSet/>
      <dgm:spPr/>
      <dgm:t>
        <a:bodyPr/>
        <a:lstStyle/>
        <a:p>
          <a:r>
            <a:rPr lang="ru-RU" dirty="0" err="1"/>
            <a:t>кальвінізму</a:t>
          </a:r>
          <a:endParaRPr lang="uk-UA" dirty="0"/>
        </a:p>
      </dgm:t>
    </dgm:pt>
    <dgm:pt modelId="{F16E173D-347D-4CE8-8F03-651479438FE8}" type="parTrans" cxnId="{E652486E-2F2C-4D8C-AC2E-004C80CDF017}">
      <dgm:prSet/>
      <dgm:spPr/>
      <dgm:t>
        <a:bodyPr/>
        <a:lstStyle/>
        <a:p>
          <a:endParaRPr lang="uk-UA"/>
        </a:p>
      </dgm:t>
    </dgm:pt>
    <dgm:pt modelId="{1F9C9DAD-95D2-48C7-8EBD-F5F5810AD50F}" type="sibTrans" cxnId="{E652486E-2F2C-4D8C-AC2E-004C80CDF017}">
      <dgm:prSet/>
      <dgm:spPr/>
      <dgm:t>
        <a:bodyPr/>
        <a:lstStyle/>
        <a:p>
          <a:endParaRPr lang="uk-UA"/>
        </a:p>
      </dgm:t>
    </dgm:pt>
    <dgm:pt modelId="{2F82C95E-1627-44C9-A3C5-ABC06C349053}">
      <dgm:prSet/>
      <dgm:spPr/>
      <dgm:t>
        <a:bodyPr/>
        <a:lstStyle/>
        <a:p>
          <a:r>
            <a:rPr lang="ru-RU"/>
            <a:t>католицизму</a:t>
          </a:r>
          <a:endParaRPr lang="uk-UA"/>
        </a:p>
      </dgm:t>
    </dgm:pt>
    <dgm:pt modelId="{44C3936E-E2C2-4F69-8C72-0BC8DADA192D}" type="parTrans" cxnId="{91480EAB-0769-4BE2-AFEA-2351529EBB24}">
      <dgm:prSet/>
      <dgm:spPr/>
      <dgm:t>
        <a:bodyPr/>
        <a:lstStyle/>
        <a:p>
          <a:endParaRPr lang="uk-UA"/>
        </a:p>
      </dgm:t>
    </dgm:pt>
    <dgm:pt modelId="{D8DD57A2-E032-410A-8376-3F03D00FBF4D}" type="sibTrans" cxnId="{91480EAB-0769-4BE2-AFEA-2351529EBB24}">
      <dgm:prSet/>
      <dgm:spPr/>
      <dgm:t>
        <a:bodyPr/>
        <a:lstStyle/>
        <a:p>
          <a:endParaRPr lang="uk-UA"/>
        </a:p>
      </dgm:t>
    </dgm:pt>
    <dgm:pt modelId="{37658E24-2FA3-4F3D-B6D9-814DA6EEAF74}">
      <dgm:prSet/>
      <dgm:spPr/>
      <dgm:t>
        <a:bodyPr/>
        <a:lstStyle/>
        <a:p>
          <a:r>
            <a:rPr lang="ru-RU" dirty="0" err="1"/>
            <a:t>соцініанства</a:t>
          </a:r>
          <a:endParaRPr lang="uk-UA" dirty="0"/>
        </a:p>
      </dgm:t>
    </dgm:pt>
    <dgm:pt modelId="{EB6D6D4F-2C05-4E56-881F-50F8A6DB5D7B}" type="parTrans" cxnId="{CF25532A-CB58-421A-8A53-1D5067D0AA3E}">
      <dgm:prSet/>
      <dgm:spPr/>
      <dgm:t>
        <a:bodyPr/>
        <a:lstStyle/>
        <a:p>
          <a:endParaRPr lang="uk-UA"/>
        </a:p>
      </dgm:t>
    </dgm:pt>
    <dgm:pt modelId="{1CFE58DB-21B4-49DB-A8F9-37388547B4A2}" type="sibTrans" cxnId="{CF25532A-CB58-421A-8A53-1D5067D0AA3E}">
      <dgm:prSet/>
      <dgm:spPr/>
      <dgm:t>
        <a:bodyPr/>
        <a:lstStyle/>
        <a:p>
          <a:endParaRPr lang="uk-UA"/>
        </a:p>
      </dgm:t>
    </dgm:pt>
    <dgm:pt modelId="{705AC5BC-4D2A-413A-B341-40A5BAB0B031}" type="pres">
      <dgm:prSet presAssocID="{BA10F746-4060-4BB2-A70A-BA4C63166E7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3341304-46EF-4B23-B763-A1DBFFE525B1}" type="pres">
      <dgm:prSet presAssocID="{3641493B-A077-4692-BF0F-662B03A22D1C}" presName="composite" presStyleCnt="0"/>
      <dgm:spPr/>
    </dgm:pt>
    <dgm:pt modelId="{B1E934AB-8C2B-4986-AFCA-2137AAB15BA9}" type="pres">
      <dgm:prSet presAssocID="{3641493B-A077-4692-BF0F-662B03A22D1C}" presName="imgShp" presStyleLbl="fgImgPlace1" presStyleIdx="0" presStyleCnt="4"/>
      <dgm:spPr/>
    </dgm:pt>
    <dgm:pt modelId="{157778ED-A970-4A88-99FF-2C948D7AB9DC}" type="pres">
      <dgm:prSet presAssocID="{3641493B-A077-4692-BF0F-662B03A22D1C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FF4A3C-03D7-4FD9-B623-22E2FA238EA4}" type="pres">
      <dgm:prSet presAssocID="{B9E93920-FE21-4C06-A04D-F0B64D47AC72}" presName="spacing" presStyleCnt="0"/>
      <dgm:spPr/>
    </dgm:pt>
    <dgm:pt modelId="{40BD3C93-C63E-4685-A398-BACF5E5F5B10}" type="pres">
      <dgm:prSet presAssocID="{F185A1D4-52E5-41BD-8496-A82EBF00CE81}" presName="composite" presStyleCnt="0"/>
      <dgm:spPr/>
    </dgm:pt>
    <dgm:pt modelId="{9F7C2A89-42CF-4D1C-83FE-77A7D68BF987}" type="pres">
      <dgm:prSet presAssocID="{F185A1D4-52E5-41BD-8496-A82EBF00CE81}" presName="imgShp" presStyleLbl="fgImgPlace1" presStyleIdx="1" presStyleCnt="4"/>
      <dgm:spPr/>
    </dgm:pt>
    <dgm:pt modelId="{6C5B8787-7847-40CF-B6E3-9249F8769DD3}" type="pres">
      <dgm:prSet presAssocID="{F185A1D4-52E5-41BD-8496-A82EBF00CE81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997D192-BE54-47E3-B8A7-8F4796B9DC60}" type="pres">
      <dgm:prSet presAssocID="{1F9C9DAD-95D2-48C7-8EBD-F5F5810AD50F}" presName="spacing" presStyleCnt="0"/>
      <dgm:spPr/>
    </dgm:pt>
    <dgm:pt modelId="{03D11F39-832C-4498-98DD-0E147854777D}" type="pres">
      <dgm:prSet presAssocID="{2F82C95E-1627-44C9-A3C5-ABC06C349053}" presName="composite" presStyleCnt="0"/>
      <dgm:spPr/>
    </dgm:pt>
    <dgm:pt modelId="{206D1180-910B-4E89-876D-B070A487ABEB}" type="pres">
      <dgm:prSet presAssocID="{2F82C95E-1627-44C9-A3C5-ABC06C349053}" presName="imgShp" presStyleLbl="fgImgPlace1" presStyleIdx="2" presStyleCnt="4"/>
      <dgm:spPr/>
    </dgm:pt>
    <dgm:pt modelId="{B977E95E-0E9F-412A-AEA2-E12335B58A32}" type="pres">
      <dgm:prSet presAssocID="{2F82C95E-1627-44C9-A3C5-ABC06C349053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E6AD463-2384-4ADE-83FA-4C74724AF37C}" type="pres">
      <dgm:prSet presAssocID="{D8DD57A2-E032-410A-8376-3F03D00FBF4D}" presName="spacing" presStyleCnt="0"/>
      <dgm:spPr/>
    </dgm:pt>
    <dgm:pt modelId="{18DB7362-838B-4115-9BC5-344C0B5507AC}" type="pres">
      <dgm:prSet presAssocID="{37658E24-2FA3-4F3D-B6D9-814DA6EEAF74}" presName="composite" presStyleCnt="0"/>
      <dgm:spPr/>
    </dgm:pt>
    <dgm:pt modelId="{125CDDDE-C9E9-4993-B0D2-6C1CDAF56E96}" type="pres">
      <dgm:prSet presAssocID="{37658E24-2FA3-4F3D-B6D9-814DA6EEAF74}" presName="imgShp" presStyleLbl="fgImgPlace1" presStyleIdx="3" presStyleCnt="4"/>
      <dgm:spPr/>
    </dgm:pt>
    <dgm:pt modelId="{E892293D-2588-43D5-806A-AB484E61D736}" type="pres">
      <dgm:prSet presAssocID="{37658E24-2FA3-4F3D-B6D9-814DA6EEAF74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1480EAB-0769-4BE2-AFEA-2351529EBB24}" srcId="{BA10F746-4060-4BB2-A70A-BA4C63166E71}" destId="{2F82C95E-1627-44C9-A3C5-ABC06C349053}" srcOrd="2" destOrd="0" parTransId="{44C3936E-E2C2-4F69-8C72-0BC8DADA192D}" sibTransId="{D8DD57A2-E032-410A-8376-3F03D00FBF4D}"/>
    <dgm:cxn modelId="{CF25532A-CB58-421A-8A53-1D5067D0AA3E}" srcId="{BA10F746-4060-4BB2-A70A-BA4C63166E71}" destId="{37658E24-2FA3-4F3D-B6D9-814DA6EEAF74}" srcOrd="3" destOrd="0" parTransId="{EB6D6D4F-2C05-4E56-881F-50F8A6DB5D7B}" sibTransId="{1CFE58DB-21B4-49DB-A8F9-37388547B4A2}"/>
    <dgm:cxn modelId="{E652486E-2F2C-4D8C-AC2E-004C80CDF017}" srcId="{BA10F746-4060-4BB2-A70A-BA4C63166E71}" destId="{F185A1D4-52E5-41BD-8496-A82EBF00CE81}" srcOrd="1" destOrd="0" parTransId="{F16E173D-347D-4CE8-8F03-651479438FE8}" sibTransId="{1F9C9DAD-95D2-48C7-8EBD-F5F5810AD50F}"/>
    <dgm:cxn modelId="{3F0CFA38-5D7F-444B-8031-243AEB97396A}" type="presOf" srcId="{F185A1D4-52E5-41BD-8496-A82EBF00CE81}" destId="{6C5B8787-7847-40CF-B6E3-9249F8769DD3}" srcOrd="0" destOrd="0" presId="urn:microsoft.com/office/officeart/2005/8/layout/vList3"/>
    <dgm:cxn modelId="{A8D95A68-C70B-4FB1-9684-81B354F4A045}" type="presOf" srcId="{BA10F746-4060-4BB2-A70A-BA4C63166E71}" destId="{705AC5BC-4D2A-413A-B341-40A5BAB0B031}" srcOrd="0" destOrd="0" presId="urn:microsoft.com/office/officeart/2005/8/layout/vList3"/>
    <dgm:cxn modelId="{9F5750E7-1968-4D54-8B46-2308CB91A805}" srcId="{BA10F746-4060-4BB2-A70A-BA4C63166E71}" destId="{3641493B-A077-4692-BF0F-662B03A22D1C}" srcOrd="0" destOrd="0" parTransId="{0E4FAE88-4782-4442-9968-32917A2BE034}" sibTransId="{B9E93920-FE21-4C06-A04D-F0B64D47AC72}"/>
    <dgm:cxn modelId="{1A8E2245-D0D4-4FCF-A706-CFD8B15E1DD3}" type="presOf" srcId="{37658E24-2FA3-4F3D-B6D9-814DA6EEAF74}" destId="{E892293D-2588-43D5-806A-AB484E61D736}" srcOrd="0" destOrd="0" presId="urn:microsoft.com/office/officeart/2005/8/layout/vList3"/>
    <dgm:cxn modelId="{A2DC053D-9409-45EB-9521-405FF6AE799F}" type="presOf" srcId="{3641493B-A077-4692-BF0F-662B03A22D1C}" destId="{157778ED-A970-4A88-99FF-2C948D7AB9DC}" srcOrd="0" destOrd="0" presId="urn:microsoft.com/office/officeart/2005/8/layout/vList3"/>
    <dgm:cxn modelId="{BBC16C9E-7D6A-4BAD-B9B5-5C4B9F8EECD1}" type="presOf" srcId="{2F82C95E-1627-44C9-A3C5-ABC06C349053}" destId="{B977E95E-0E9F-412A-AEA2-E12335B58A32}" srcOrd="0" destOrd="0" presId="urn:microsoft.com/office/officeart/2005/8/layout/vList3"/>
    <dgm:cxn modelId="{8426A2B5-6E3B-4968-AB3B-97A00928B950}" type="presParOf" srcId="{705AC5BC-4D2A-413A-B341-40A5BAB0B031}" destId="{63341304-46EF-4B23-B763-A1DBFFE525B1}" srcOrd="0" destOrd="0" presId="urn:microsoft.com/office/officeart/2005/8/layout/vList3"/>
    <dgm:cxn modelId="{ED3C1F34-A6F4-4E06-8FD4-BF9A37A422F2}" type="presParOf" srcId="{63341304-46EF-4B23-B763-A1DBFFE525B1}" destId="{B1E934AB-8C2B-4986-AFCA-2137AAB15BA9}" srcOrd="0" destOrd="0" presId="urn:microsoft.com/office/officeart/2005/8/layout/vList3"/>
    <dgm:cxn modelId="{F34A3623-0172-4BE8-A4DF-B8B9DC44356B}" type="presParOf" srcId="{63341304-46EF-4B23-B763-A1DBFFE525B1}" destId="{157778ED-A970-4A88-99FF-2C948D7AB9DC}" srcOrd="1" destOrd="0" presId="urn:microsoft.com/office/officeart/2005/8/layout/vList3"/>
    <dgm:cxn modelId="{3E7A36AB-9529-4CAE-BA03-648061011A71}" type="presParOf" srcId="{705AC5BC-4D2A-413A-B341-40A5BAB0B031}" destId="{08FF4A3C-03D7-4FD9-B623-22E2FA238EA4}" srcOrd="1" destOrd="0" presId="urn:microsoft.com/office/officeart/2005/8/layout/vList3"/>
    <dgm:cxn modelId="{772CE5CE-CBBD-4C0A-82D8-905195C4A1EF}" type="presParOf" srcId="{705AC5BC-4D2A-413A-B341-40A5BAB0B031}" destId="{40BD3C93-C63E-4685-A398-BACF5E5F5B10}" srcOrd="2" destOrd="0" presId="urn:microsoft.com/office/officeart/2005/8/layout/vList3"/>
    <dgm:cxn modelId="{7CF044B2-9433-4B26-9093-E910E005F8B4}" type="presParOf" srcId="{40BD3C93-C63E-4685-A398-BACF5E5F5B10}" destId="{9F7C2A89-42CF-4D1C-83FE-77A7D68BF987}" srcOrd="0" destOrd="0" presId="urn:microsoft.com/office/officeart/2005/8/layout/vList3"/>
    <dgm:cxn modelId="{00C8FF53-7614-40F7-9F07-300A05D5D290}" type="presParOf" srcId="{40BD3C93-C63E-4685-A398-BACF5E5F5B10}" destId="{6C5B8787-7847-40CF-B6E3-9249F8769DD3}" srcOrd="1" destOrd="0" presId="urn:microsoft.com/office/officeart/2005/8/layout/vList3"/>
    <dgm:cxn modelId="{D9009CA9-2FE9-470F-A586-D755B9E871E0}" type="presParOf" srcId="{705AC5BC-4D2A-413A-B341-40A5BAB0B031}" destId="{3997D192-BE54-47E3-B8A7-8F4796B9DC60}" srcOrd="3" destOrd="0" presId="urn:microsoft.com/office/officeart/2005/8/layout/vList3"/>
    <dgm:cxn modelId="{C10F8191-03C5-40A9-9F1A-B4AA04821524}" type="presParOf" srcId="{705AC5BC-4D2A-413A-B341-40A5BAB0B031}" destId="{03D11F39-832C-4498-98DD-0E147854777D}" srcOrd="4" destOrd="0" presId="urn:microsoft.com/office/officeart/2005/8/layout/vList3"/>
    <dgm:cxn modelId="{D5A90855-A9CC-4BDD-81CD-4450EAD518E9}" type="presParOf" srcId="{03D11F39-832C-4498-98DD-0E147854777D}" destId="{206D1180-910B-4E89-876D-B070A487ABEB}" srcOrd="0" destOrd="0" presId="urn:microsoft.com/office/officeart/2005/8/layout/vList3"/>
    <dgm:cxn modelId="{1A994934-6A58-4332-AB12-5DDB585F3E05}" type="presParOf" srcId="{03D11F39-832C-4498-98DD-0E147854777D}" destId="{B977E95E-0E9F-412A-AEA2-E12335B58A32}" srcOrd="1" destOrd="0" presId="urn:microsoft.com/office/officeart/2005/8/layout/vList3"/>
    <dgm:cxn modelId="{FBAE3CE9-04A0-487F-A914-027B070C3EC3}" type="presParOf" srcId="{705AC5BC-4D2A-413A-B341-40A5BAB0B031}" destId="{7E6AD463-2384-4ADE-83FA-4C74724AF37C}" srcOrd="5" destOrd="0" presId="urn:microsoft.com/office/officeart/2005/8/layout/vList3"/>
    <dgm:cxn modelId="{945B87FD-DA86-4911-8226-06E682EE9D87}" type="presParOf" srcId="{705AC5BC-4D2A-413A-B341-40A5BAB0B031}" destId="{18DB7362-838B-4115-9BC5-344C0B5507AC}" srcOrd="6" destOrd="0" presId="urn:microsoft.com/office/officeart/2005/8/layout/vList3"/>
    <dgm:cxn modelId="{DEB7895A-75F7-4CBA-8B79-516AC143EDC6}" type="presParOf" srcId="{18DB7362-838B-4115-9BC5-344C0B5507AC}" destId="{125CDDDE-C9E9-4993-B0D2-6C1CDAF56E96}" srcOrd="0" destOrd="0" presId="urn:microsoft.com/office/officeart/2005/8/layout/vList3"/>
    <dgm:cxn modelId="{7386FEE6-4C6C-4882-8F6C-4B7D1278F5BB}" type="presParOf" srcId="{18DB7362-838B-4115-9BC5-344C0B5507AC}" destId="{E892293D-2588-43D5-806A-AB484E61D73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5CC1D546-9092-420B-A31C-372F284831E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AB6A114-CC9C-432F-9987-051BCED0C0FE}">
      <dgm:prSet/>
      <dgm:spPr/>
      <dgm:t>
        <a:bodyPr/>
        <a:lstStyle/>
        <a:p>
          <a:r>
            <a:rPr lang="uk-UA" b="0" i="0" dirty="0"/>
            <a:t>шляхта</a:t>
          </a:r>
          <a:endParaRPr lang="uk-UA" dirty="0"/>
        </a:p>
      </dgm:t>
    </dgm:pt>
    <dgm:pt modelId="{87572CCF-06FE-4372-9E25-584F7D2DC24E}" type="parTrans" cxnId="{AA5C2C76-FC81-4352-A2C3-8B6610518B95}">
      <dgm:prSet/>
      <dgm:spPr/>
      <dgm:t>
        <a:bodyPr/>
        <a:lstStyle/>
        <a:p>
          <a:endParaRPr lang="uk-UA"/>
        </a:p>
      </dgm:t>
    </dgm:pt>
    <dgm:pt modelId="{496CC9AB-DED2-41C7-B2EC-5D9030F9F0FE}" type="sibTrans" cxnId="{AA5C2C76-FC81-4352-A2C3-8B6610518B95}">
      <dgm:prSet/>
      <dgm:spPr/>
      <dgm:t>
        <a:bodyPr/>
        <a:lstStyle/>
        <a:p>
          <a:endParaRPr lang="uk-UA"/>
        </a:p>
      </dgm:t>
    </dgm:pt>
    <dgm:pt modelId="{A8B78050-2C48-41FD-B814-A0E322092791}">
      <dgm:prSet/>
      <dgm:spPr/>
      <dgm:t>
        <a:bodyPr/>
        <a:lstStyle/>
        <a:p>
          <a:r>
            <a:rPr lang="uk-UA" b="0" i="0" dirty="0"/>
            <a:t>духовенство</a:t>
          </a:r>
          <a:endParaRPr lang="uk-UA" dirty="0"/>
        </a:p>
      </dgm:t>
    </dgm:pt>
    <dgm:pt modelId="{39C4641B-182B-4730-9708-F4B2D2F562CE}" type="parTrans" cxnId="{BB657555-2B40-4AE8-9322-FF364F4AEA5E}">
      <dgm:prSet/>
      <dgm:spPr/>
      <dgm:t>
        <a:bodyPr/>
        <a:lstStyle/>
        <a:p>
          <a:endParaRPr lang="uk-UA"/>
        </a:p>
      </dgm:t>
    </dgm:pt>
    <dgm:pt modelId="{C53634E5-4AF3-4B7D-8F2C-0AC574557C86}" type="sibTrans" cxnId="{BB657555-2B40-4AE8-9322-FF364F4AEA5E}">
      <dgm:prSet/>
      <dgm:spPr/>
      <dgm:t>
        <a:bodyPr/>
        <a:lstStyle/>
        <a:p>
          <a:endParaRPr lang="uk-UA"/>
        </a:p>
      </dgm:t>
    </dgm:pt>
    <dgm:pt modelId="{7893609A-2570-46B6-A24D-E67D4A2B7FDC}">
      <dgm:prSet/>
      <dgm:spPr/>
      <dgm:t>
        <a:bodyPr/>
        <a:lstStyle/>
        <a:p>
          <a:r>
            <a:rPr lang="uk-UA" b="0" i="0"/>
            <a:t>міщани</a:t>
          </a:r>
          <a:endParaRPr lang="uk-UA"/>
        </a:p>
      </dgm:t>
    </dgm:pt>
    <dgm:pt modelId="{F9F9DC5C-6591-441A-A6C4-9E02B0BDD387}" type="parTrans" cxnId="{AC819817-E730-409E-853B-26396432DB1D}">
      <dgm:prSet/>
      <dgm:spPr/>
      <dgm:t>
        <a:bodyPr/>
        <a:lstStyle/>
        <a:p>
          <a:endParaRPr lang="uk-UA"/>
        </a:p>
      </dgm:t>
    </dgm:pt>
    <dgm:pt modelId="{74BD0FDB-267C-4833-B739-DDD11C85C627}" type="sibTrans" cxnId="{AC819817-E730-409E-853B-26396432DB1D}">
      <dgm:prSet/>
      <dgm:spPr/>
      <dgm:t>
        <a:bodyPr/>
        <a:lstStyle/>
        <a:p>
          <a:endParaRPr lang="uk-UA"/>
        </a:p>
      </dgm:t>
    </dgm:pt>
    <dgm:pt modelId="{62F0630A-EA2F-431E-90DB-5B583BF67DEB}">
      <dgm:prSet/>
      <dgm:spPr/>
      <dgm:t>
        <a:bodyPr/>
        <a:lstStyle/>
        <a:p>
          <a:r>
            <a:rPr lang="uk-UA" b="0" i="0" dirty="0"/>
            <a:t>селяни</a:t>
          </a:r>
          <a:endParaRPr lang="uk-UA" dirty="0"/>
        </a:p>
      </dgm:t>
    </dgm:pt>
    <dgm:pt modelId="{550426D1-2432-43A8-B025-9ED755CFC2B1}" type="parTrans" cxnId="{F519C420-E8A2-4108-9201-EBFED631E42E}">
      <dgm:prSet/>
      <dgm:spPr/>
      <dgm:t>
        <a:bodyPr/>
        <a:lstStyle/>
        <a:p>
          <a:endParaRPr lang="uk-UA"/>
        </a:p>
      </dgm:t>
    </dgm:pt>
    <dgm:pt modelId="{C65C536D-9195-4E4E-A955-F24E246DFC2F}" type="sibTrans" cxnId="{F519C420-E8A2-4108-9201-EBFED631E42E}">
      <dgm:prSet/>
      <dgm:spPr/>
      <dgm:t>
        <a:bodyPr/>
        <a:lstStyle/>
        <a:p>
          <a:endParaRPr lang="uk-UA"/>
        </a:p>
      </dgm:t>
    </dgm:pt>
    <dgm:pt modelId="{E6212E5F-28C0-4883-ABF3-CF5D4C775883}" type="pres">
      <dgm:prSet presAssocID="{5CC1D546-9092-420B-A31C-372F284831EA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A5774FE-D8A9-4B52-A826-C7D37C87AE87}" type="pres">
      <dgm:prSet presAssocID="{DAB6A114-CC9C-432F-9987-051BCED0C0FE}" presName="composite" presStyleCnt="0"/>
      <dgm:spPr/>
    </dgm:pt>
    <dgm:pt modelId="{97A2A99E-0134-462B-B47C-EB05B18B6D3A}" type="pres">
      <dgm:prSet presAssocID="{DAB6A114-CC9C-432F-9987-051BCED0C0FE}" presName="imgShp" presStyleLbl="fgImgPlace1" presStyleIdx="0" presStyleCnt="4"/>
      <dgm:spPr/>
    </dgm:pt>
    <dgm:pt modelId="{E7315A1B-8E8D-45CC-B154-7FAC4EF28541}" type="pres">
      <dgm:prSet presAssocID="{DAB6A114-CC9C-432F-9987-051BCED0C0FE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073B8AD-7243-4297-AAA1-D6B8BA42F620}" type="pres">
      <dgm:prSet presAssocID="{496CC9AB-DED2-41C7-B2EC-5D9030F9F0FE}" presName="spacing" presStyleCnt="0"/>
      <dgm:spPr/>
    </dgm:pt>
    <dgm:pt modelId="{EAA20C9D-836D-444C-997E-9237DAF28D22}" type="pres">
      <dgm:prSet presAssocID="{A8B78050-2C48-41FD-B814-A0E322092791}" presName="composite" presStyleCnt="0"/>
      <dgm:spPr/>
    </dgm:pt>
    <dgm:pt modelId="{55FDEDF9-5D14-4A1A-8833-7C2CF89292F8}" type="pres">
      <dgm:prSet presAssocID="{A8B78050-2C48-41FD-B814-A0E322092791}" presName="imgShp" presStyleLbl="fgImgPlace1" presStyleIdx="1" presStyleCnt="4"/>
      <dgm:spPr/>
    </dgm:pt>
    <dgm:pt modelId="{79873AF1-F95C-4692-8DE0-7B4E7EF3A18A}" type="pres">
      <dgm:prSet presAssocID="{A8B78050-2C48-41FD-B814-A0E322092791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DB9398-173C-4132-B1E0-1E8048DAFECC}" type="pres">
      <dgm:prSet presAssocID="{C53634E5-4AF3-4B7D-8F2C-0AC574557C86}" presName="spacing" presStyleCnt="0"/>
      <dgm:spPr/>
    </dgm:pt>
    <dgm:pt modelId="{B13F1FF8-3944-4E18-9453-E8029230A6C9}" type="pres">
      <dgm:prSet presAssocID="{7893609A-2570-46B6-A24D-E67D4A2B7FDC}" presName="composite" presStyleCnt="0"/>
      <dgm:spPr/>
    </dgm:pt>
    <dgm:pt modelId="{F162C6DD-449E-4CEC-B5F8-315736C395AE}" type="pres">
      <dgm:prSet presAssocID="{7893609A-2570-46B6-A24D-E67D4A2B7FDC}" presName="imgShp" presStyleLbl="fgImgPlace1" presStyleIdx="2" presStyleCnt="4"/>
      <dgm:spPr/>
    </dgm:pt>
    <dgm:pt modelId="{86053E1B-8590-44D3-88B2-8BA945BA30A3}" type="pres">
      <dgm:prSet presAssocID="{7893609A-2570-46B6-A24D-E67D4A2B7FDC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DF36402-3F69-43AC-A77F-30867E180508}" type="pres">
      <dgm:prSet presAssocID="{74BD0FDB-267C-4833-B739-DDD11C85C627}" presName="spacing" presStyleCnt="0"/>
      <dgm:spPr/>
    </dgm:pt>
    <dgm:pt modelId="{CF85AB8F-FF63-4C03-AB34-E47A84B8F03C}" type="pres">
      <dgm:prSet presAssocID="{62F0630A-EA2F-431E-90DB-5B583BF67DEB}" presName="composite" presStyleCnt="0"/>
      <dgm:spPr/>
    </dgm:pt>
    <dgm:pt modelId="{A2797769-A144-4360-A654-1B9FBFA3C09F}" type="pres">
      <dgm:prSet presAssocID="{62F0630A-EA2F-431E-90DB-5B583BF67DEB}" presName="imgShp" presStyleLbl="fgImgPlace1" presStyleIdx="3" presStyleCnt="4"/>
      <dgm:spPr/>
    </dgm:pt>
    <dgm:pt modelId="{4E991535-237D-40DE-AD33-5065D109783A}" type="pres">
      <dgm:prSet presAssocID="{62F0630A-EA2F-431E-90DB-5B583BF67DEB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9032966-9EEE-4B47-9B73-721AF8048C6D}" type="presOf" srcId="{7893609A-2570-46B6-A24D-E67D4A2B7FDC}" destId="{86053E1B-8590-44D3-88B2-8BA945BA30A3}" srcOrd="0" destOrd="0" presId="urn:microsoft.com/office/officeart/2005/8/layout/vList3"/>
    <dgm:cxn modelId="{BB657555-2B40-4AE8-9322-FF364F4AEA5E}" srcId="{5CC1D546-9092-420B-A31C-372F284831EA}" destId="{A8B78050-2C48-41FD-B814-A0E322092791}" srcOrd="1" destOrd="0" parTransId="{39C4641B-182B-4730-9708-F4B2D2F562CE}" sibTransId="{C53634E5-4AF3-4B7D-8F2C-0AC574557C86}"/>
    <dgm:cxn modelId="{BBBE30F0-0FD6-46BD-A004-36A7A57348E1}" type="presOf" srcId="{5CC1D546-9092-420B-A31C-372F284831EA}" destId="{E6212E5F-28C0-4883-ABF3-CF5D4C775883}" srcOrd="0" destOrd="0" presId="urn:microsoft.com/office/officeart/2005/8/layout/vList3"/>
    <dgm:cxn modelId="{F519C420-E8A2-4108-9201-EBFED631E42E}" srcId="{5CC1D546-9092-420B-A31C-372F284831EA}" destId="{62F0630A-EA2F-431E-90DB-5B583BF67DEB}" srcOrd="3" destOrd="0" parTransId="{550426D1-2432-43A8-B025-9ED755CFC2B1}" sibTransId="{C65C536D-9195-4E4E-A955-F24E246DFC2F}"/>
    <dgm:cxn modelId="{AC819817-E730-409E-853B-26396432DB1D}" srcId="{5CC1D546-9092-420B-A31C-372F284831EA}" destId="{7893609A-2570-46B6-A24D-E67D4A2B7FDC}" srcOrd="2" destOrd="0" parTransId="{F9F9DC5C-6591-441A-A6C4-9E02B0BDD387}" sibTransId="{74BD0FDB-267C-4833-B739-DDD11C85C627}"/>
    <dgm:cxn modelId="{D451F374-F386-4389-9E03-B7027FE8AC13}" type="presOf" srcId="{A8B78050-2C48-41FD-B814-A0E322092791}" destId="{79873AF1-F95C-4692-8DE0-7B4E7EF3A18A}" srcOrd="0" destOrd="0" presId="urn:microsoft.com/office/officeart/2005/8/layout/vList3"/>
    <dgm:cxn modelId="{AA5C2C76-FC81-4352-A2C3-8B6610518B95}" srcId="{5CC1D546-9092-420B-A31C-372F284831EA}" destId="{DAB6A114-CC9C-432F-9987-051BCED0C0FE}" srcOrd="0" destOrd="0" parTransId="{87572CCF-06FE-4372-9E25-584F7D2DC24E}" sibTransId="{496CC9AB-DED2-41C7-B2EC-5D9030F9F0FE}"/>
    <dgm:cxn modelId="{8B6522D7-9C7F-4362-A217-0DC5C2B8708C}" type="presOf" srcId="{DAB6A114-CC9C-432F-9987-051BCED0C0FE}" destId="{E7315A1B-8E8D-45CC-B154-7FAC4EF28541}" srcOrd="0" destOrd="0" presId="urn:microsoft.com/office/officeart/2005/8/layout/vList3"/>
    <dgm:cxn modelId="{EED66E6A-DD3D-4DDF-BFF1-3FE45BDBA1D6}" type="presOf" srcId="{62F0630A-EA2F-431E-90DB-5B583BF67DEB}" destId="{4E991535-237D-40DE-AD33-5065D109783A}" srcOrd="0" destOrd="0" presId="urn:microsoft.com/office/officeart/2005/8/layout/vList3"/>
    <dgm:cxn modelId="{C3BD388F-91CE-4CE5-9389-7171BF2F7FC3}" type="presParOf" srcId="{E6212E5F-28C0-4883-ABF3-CF5D4C775883}" destId="{8A5774FE-D8A9-4B52-A826-C7D37C87AE87}" srcOrd="0" destOrd="0" presId="urn:microsoft.com/office/officeart/2005/8/layout/vList3"/>
    <dgm:cxn modelId="{20375596-EFD5-4A8F-99E4-300D67C339B9}" type="presParOf" srcId="{8A5774FE-D8A9-4B52-A826-C7D37C87AE87}" destId="{97A2A99E-0134-462B-B47C-EB05B18B6D3A}" srcOrd="0" destOrd="0" presId="urn:microsoft.com/office/officeart/2005/8/layout/vList3"/>
    <dgm:cxn modelId="{2C5C9372-E14F-495F-87E0-F6FDB64148F5}" type="presParOf" srcId="{8A5774FE-D8A9-4B52-A826-C7D37C87AE87}" destId="{E7315A1B-8E8D-45CC-B154-7FAC4EF28541}" srcOrd="1" destOrd="0" presId="urn:microsoft.com/office/officeart/2005/8/layout/vList3"/>
    <dgm:cxn modelId="{AD683000-8110-486C-BCAF-A118174706F3}" type="presParOf" srcId="{E6212E5F-28C0-4883-ABF3-CF5D4C775883}" destId="{A073B8AD-7243-4297-AAA1-D6B8BA42F620}" srcOrd="1" destOrd="0" presId="urn:microsoft.com/office/officeart/2005/8/layout/vList3"/>
    <dgm:cxn modelId="{4AF6D276-D4C0-451F-BFBA-4B282CA55F38}" type="presParOf" srcId="{E6212E5F-28C0-4883-ABF3-CF5D4C775883}" destId="{EAA20C9D-836D-444C-997E-9237DAF28D22}" srcOrd="2" destOrd="0" presId="urn:microsoft.com/office/officeart/2005/8/layout/vList3"/>
    <dgm:cxn modelId="{EE808D55-B228-45BF-BD40-9A68193B0621}" type="presParOf" srcId="{EAA20C9D-836D-444C-997E-9237DAF28D22}" destId="{55FDEDF9-5D14-4A1A-8833-7C2CF89292F8}" srcOrd="0" destOrd="0" presId="urn:microsoft.com/office/officeart/2005/8/layout/vList3"/>
    <dgm:cxn modelId="{57F4D73D-DF94-4727-AD9D-5040239F4A32}" type="presParOf" srcId="{EAA20C9D-836D-444C-997E-9237DAF28D22}" destId="{79873AF1-F95C-4692-8DE0-7B4E7EF3A18A}" srcOrd="1" destOrd="0" presId="urn:microsoft.com/office/officeart/2005/8/layout/vList3"/>
    <dgm:cxn modelId="{2F515CDA-5DA4-4D21-9950-75102DEC27EF}" type="presParOf" srcId="{E6212E5F-28C0-4883-ABF3-CF5D4C775883}" destId="{9DDB9398-173C-4132-B1E0-1E8048DAFECC}" srcOrd="3" destOrd="0" presId="urn:microsoft.com/office/officeart/2005/8/layout/vList3"/>
    <dgm:cxn modelId="{5D4A9E63-18D2-4918-A760-8D1794FFA3E4}" type="presParOf" srcId="{E6212E5F-28C0-4883-ABF3-CF5D4C775883}" destId="{B13F1FF8-3944-4E18-9453-E8029230A6C9}" srcOrd="4" destOrd="0" presId="urn:microsoft.com/office/officeart/2005/8/layout/vList3"/>
    <dgm:cxn modelId="{CDABF955-1DD2-4EF5-94E1-027A5B5A7FDC}" type="presParOf" srcId="{B13F1FF8-3944-4E18-9453-E8029230A6C9}" destId="{F162C6DD-449E-4CEC-B5F8-315736C395AE}" srcOrd="0" destOrd="0" presId="urn:microsoft.com/office/officeart/2005/8/layout/vList3"/>
    <dgm:cxn modelId="{214CF390-F6E2-46DF-AAE9-8A5A9066DCBE}" type="presParOf" srcId="{B13F1FF8-3944-4E18-9453-E8029230A6C9}" destId="{86053E1B-8590-44D3-88B2-8BA945BA30A3}" srcOrd="1" destOrd="0" presId="urn:microsoft.com/office/officeart/2005/8/layout/vList3"/>
    <dgm:cxn modelId="{33C94791-83A4-47EC-8E2A-BDF33F028CB1}" type="presParOf" srcId="{E6212E5F-28C0-4883-ABF3-CF5D4C775883}" destId="{3DF36402-3F69-43AC-A77F-30867E180508}" srcOrd="5" destOrd="0" presId="urn:microsoft.com/office/officeart/2005/8/layout/vList3"/>
    <dgm:cxn modelId="{69900EEC-1E01-4F59-B196-1D5B8D05D274}" type="presParOf" srcId="{E6212E5F-28C0-4883-ABF3-CF5D4C775883}" destId="{CF85AB8F-FF63-4C03-AB34-E47A84B8F03C}" srcOrd="6" destOrd="0" presId="urn:microsoft.com/office/officeart/2005/8/layout/vList3"/>
    <dgm:cxn modelId="{431EEE30-197C-4C47-9E32-F7AD796D08BF}" type="presParOf" srcId="{CF85AB8F-FF63-4C03-AB34-E47A84B8F03C}" destId="{A2797769-A144-4360-A654-1B9FBFA3C09F}" srcOrd="0" destOrd="0" presId="urn:microsoft.com/office/officeart/2005/8/layout/vList3"/>
    <dgm:cxn modelId="{5A1A481A-03DE-4D8B-95C4-70CE1D613C14}" type="presParOf" srcId="{CF85AB8F-FF63-4C03-AB34-E47A84B8F03C}" destId="{4E991535-237D-40DE-AD33-5065D109783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EE7C4E7D-BE80-4E23-B716-0D434F79689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6959666-AA07-468E-9057-48C54ABBD730}">
      <dgm:prSet/>
      <dgm:spPr/>
      <dgm:t>
        <a:bodyPr/>
        <a:lstStyle/>
        <a:p>
          <a:r>
            <a:rPr lang="ru-RU" b="0" i="0"/>
            <a:t>А</a:t>
          </a:r>
          <a:endParaRPr lang="uk-UA"/>
        </a:p>
      </dgm:t>
    </dgm:pt>
    <dgm:pt modelId="{141C8DD2-B9EB-4417-96EE-C1A15DA2A71A}" type="parTrans" cxnId="{6CCC96E6-D701-431C-8B47-ED8F2E18A993}">
      <dgm:prSet/>
      <dgm:spPr/>
      <dgm:t>
        <a:bodyPr/>
        <a:lstStyle/>
        <a:p>
          <a:endParaRPr lang="uk-UA"/>
        </a:p>
      </dgm:t>
    </dgm:pt>
    <dgm:pt modelId="{49283998-0F08-4C0C-A911-F827D71273CD}" type="sibTrans" cxnId="{6CCC96E6-D701-431C-8B47-ED8F2E18A993}">
      <dgm:prSet/>
      <dgm:spPr/>
      <dgm:t>
        <a:bodyPr/>
        <a:lstStyle/>
        <a:p>
          <a:endParaRPr lang="uk-UA"/>
        </a:p>
      </dgm:t>
    </dgm:pt>
    <dgm:pt modelId="{4641241B-69E4-4ECC-A128-EE2778D2DD94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реєстр</a:t>
          </a:r>
          <a:r>
            <a:rPr lang="ru-RU" b="0" i="0" dirty="0"/>
            <a:t>», «полковник», «</a:t>
          </a:r>
          <a:r>
            <a:rPr lang="ru-RU" b="0" i="0" dirty="0" err="1"/>
            <a:t>клейноди</a:t>
          </a:r>
          <a:r>
            <a:rPr lang="ru-RU" b="0" i="0" dirty="0"/>
            <a:t>»</a:t>
          </a:r>
          <a:endParaRPr lang="uk-UA" dirty="0"/>
        </a:p>
      </dgm:t>
    </dgm:pt>
    <dgm:pt modelId="{74D29504-B1C1-4EE1-A3A5-6DD613403811}" type="parTrans" cxnId="{42B27847-9190-4E78-A86D-D0BE086A373C}">
      <dgm:prSet/>
      <dgm:spPr/>
      <dgm:t>
        <a:bodyPr/>
        <a:lstStyle/>
        <a:p>
          <a:endParaRPr lang="uk-UA"/>
        </a:p>
      </dgm:t>
    </dgm:pt>
    <dgm:pt modelId="{C5E33DC8-224C-4A65-AFF2-2B697B1C2389}" type="sibTrans" cxnId="{42B27847-9190-4E78-A86D-D0BE086A373C}">
      <dgm:prSet/>
      <dgm:spPr/>
      <dgm:t>
        <a:bodyPr/>
        <a:lstStyle/>
        <a:p>
          <a:endParaRPr lang="uk-UA"/>
        </a:p>
      </dgm:t>
    </dgm:pt>
    <dgm:pt modelId="{74687954-B2DA-4B18-8438-C4B61B8BDD8A}">
      <dgm:prSet/>
      <dgm:spPr/>
      <dgm:t>
        <a:bodyPr/>
        <a:lstStyle/>
        <a:p>
          <a:r>
            <a:rPr lang="ru-RU"/>
            <a:t>Б</a:t>
          </a:r>
          <a:endParaRPr lang="uk-UA"/>
        </a:p>
      </dgm:t>
    </dgm:pt>
    <dgm:pt modelId="{1354447B-1A0E-4ED9-AC8C-8F2115B2FEEF}" type="parTrans" cxnId="{1EDF6191-5B77-4CE0-B498-BA73FBE20862}">
      <dgm:prSet/>
      <dgm:spPr/>
      <dgm:t>
        <a:bodyPr/>
        <a:lstStyle/>
        <a:p>
          <a:endParaRPr lang="uk-UA"/>
        </a:p>
      </dgm:t>
    </dgm:pt>
    <dgm:pt modelId="{C0340820-CDB6-42DD-8F48-AF1D28AC9AF9}" type="sibTrans" cxnId="{1EDF6191-5B77-4CE0-B498-BA73FBE20862}">
      <dgm:prSet/>
      <dgm:spPr/>
      <dgm:t>
        <a:bodyPr/>
        <a:lstStyle/>
        <a:p>
          <a:endParaRPr lang="uk-UA"/>
        </a:p>
      </dgm:t>
    </dgm:pt>
    <dgm:pt modelId="{8960B03D-107F-4664-A4C1-DACD787947FF}">
      <dgm:prSet/>
      <dgm:spPr/>
      <dgm:t>
        <a:bodyPr/>
        <a:lstStyle/>
        <a:p>
          <a:r>
            <a:rPr lang="ru-RU" b="0" i="0" dirty="0"/>
            <a:t>«братства», «</a:t>
          </a:r>
          <a:r>
            <a:rPr lang="ru-RU" b="0" i="0" dirty="0" err="1"/>
            <a:t>магдебурзьке</a:t>
          </a:r>
          <a:r>
            <a:rPr lang="ru-RU" b="0" i="0" dirty="0"/>
            <a:t> право», «</a:t>
          </a:r>
          <a:r>
            <a:rPr lang="ru-RU" b="0" i="0" dirty="0" err="1"/>
            <a:t>магістрат</a:t>
          </a:r>
          <a:r>
            <a:rPr lang="ru-RU" b="0" i="0" dirty="0"/>
            <a:t>»</a:t>
          </a:r>
          <a:endParaRPr lang="uk-UA" dirty="0"/>
        </a:p>
      </dgm:t>
    </dgm:pt>
    <dgm:pt modelId="{578F86F5-86CD-48A2-A7D9-E5A33B1EB170}" type="parTrans" cxnId="{2F8209F7-3D82-4ED8-A6C4-1D8D4A436E8A}">
      <dgm:prSet/>
      <dgm:spPr/>
      <dgm:t>
        <a:bodyPr/>
        <a:lstStyle/>
        <a:p>
          <a:endParaRPr lang="uk-UA"/>
        </a:p>
      </dgm:t>
    </dgm:pt>
    <dgm:pt modelId="{6076FF7F-ABE1-4A0A-8297-06AFB7698D1B}" type="sibTrans" cxnId="{2F8209F7-3D82-4ED8-A6C4-1D8D4A436E8A}">
      <dgm:prSet/>
      <dgm:spPr/>
      <dgm:t>
        <a:bodyPr/>
        <a:lstStyle/>
        <a:p>
          <a:endParaRPr lang="uk-UA"/>
        </a:p>
      </dgm:t>
    </dgm:pt>
    <dgm:pt modelId="{C94A4688-1279-43B7-93AE-C0134F388854}">
      <dgm:prSet/>
      <dgm:spPr/>
      <dgm:t>
        <a:bodyPr/>
        <a:lstStyle/>
        <a:p>
          <a:r>
            <a:rPr lang="ru-RU" b="0" i="0"/>
            <a:t>В</a:t>
          </a:r>
          <a:endParaRPr lang="uk-UA"/>
        </a:p>
      </dgm:t>
    </dgm:pt>
    <dgm:pt modelId="{FB9C8E63-25B6-4D01-93D8-417BB3B167F0}" type="parTrans" cxnId="{57ECD1B8-F4EC-47D1-BCB9-F6598247E01B}">
      <dgm:prSet/>
      <dgm:spPr/>
      <dgm:t>
        <a:bodyPr/>
        <a:lstStyle/>
        <a:p>
          <a:endParaRPr lang="uk-UA"/>
        </a:p>
      </dgm:t>
    </dgm:pt>
    <dgm:pt modelId="{7D11C55F-5839-4B2C-9BD0-5B3798677E63}" type="sibTrans" cxnId="{57ECD1B8-F4EC-47D1-BCB9-F6598247E01B}">
      <dgm:prSet/>
      <dgm:spPr/>
      <dgm:t>
        <a:bodyPr/>
        <a:lstStyle/>
        <a:p>
          <a:endParaRPr lang="uk-UA"/>
        </a:p>
      </dgm:t>
    </dgm:pt>
    <dgm:pt modelId="{8755EA21-EEFD-483B-9D5A-B74FCBDE301C}">
      <dgm:prSet/>
      <dgm:spPr/>
      <dgm:t>
        <a:bodyPr/>
        <a:lstStyle/>
        <a:p>
          <a:r>
            <a:rPr lang="ru-RU" b="0" i="0"/>
            <a:t>«панщина», «закріпачення», «покозачення»</a:t>
          </a:r>
          <a:endParaRPr lang="uk-UA"/>
        </a:p>
      </dgm:t>
    </dgm:pt>
    <dgm:pt modelId="{BE9719D2-69AE-4C52-B0F0-B16A43DD6F32}" type="parTrans" cxnId="{1EE31A1B-1409-40C4-B825-6ADFC1A8078D}">
      <dgm:prSet/>
      <dgm:spPr/>
      <dgm:t>
        <a:bodyPr/>
        <a:lstStyle/>
        <a:p>
          <a:endParaRPr lang="uk-UA"/>
        </a:p>
      </dgm:t>
    </dgm:pt>
    <dgm:pt modelId="{2AB510D0-5382-425A-9936-3B5A3BC70F81}" type="sibTrans" cxnId="{1EE31A1B-1409-40C4-B825-6ADFC1A8078D}">
      <dgm:prSet/>
      <dgm:spPr/>
      <dgm:t>
        <a:bodyPr/>
        <a:lstStyle/>
        <a:p>
          <a:endParaRPr lang="uk-UA"/>
        </a:p>
      </dgm:t>
    </dgm:pt>
    <dgm:pt modelId="{66E94E2C-1106-47AD-B63E-19004632159F}">
      <dgm:prSet/>
      <dgm:spPr/>
      <dgm:t>
        <a:bodyPr/>
        <a:lstStyle/>
        <a:p>
          <a:r>
            <a:rPr lang="ru-RU" b="0" i="0"/>
            <a:t>Г</a:t>
          </a:r>
          <a:endParaRPr lang="uk-UA"/>
        </a:p>
      </dgm:t>
    </dgm:pt>
    <dgm:pt modelId="{64608008-3854-4727-9230-74CF1A8FAD9F}" type="parTrans" cxnId="{E84B169A-E586-464F-86B2-4048E2105222}">
      <dgm:prSet/>
      <dgm:spPr/>
      <dgm:t>
        <a:bodyPr/>
        <a:lstStyle/>
        <a:p>
          <a:endParaRPr lang="uk-UA"/>
        </a:p>
      </dgm:t>
    </dgm:pt>
    <dgm:pt modelId="{FDEC1DD3-F336-4F54-BA1E-C111964727C8}" type="sibTrans" cxnId="{E84B169A-E586-464F-86B2-4048E2105222}">
      <dgm:prSet/>
      <dgm:spPr/>
      <dgm:t>
        <a:bodyPr/>
        <a:lstStyle/>
        <a:p>
          <a:endParaRPr lang="uk-UA"/>
        </a:p>
      </dgm:t>
    </dgm:pt>
    <dgm:pt modelId="{21754A97-3FE5-4F6F-8DED-1E8C7B1F4F3C}">
      <dgm:prSet/>
      <dgm:spPr/>
      <dgm:t>
        <a:bodyPr/>
        <a:lstStyle/>
        <a:p>
          <a:r>
            <a:rPr lang="ru-RU" b="0" i="0"/>
            <a:t>«фільварок», «сейм», «вето»</a:t>
          </a:r>
          <a:endParaRPr lang="uk-UA"/>
        </a:p>
      </dgm:t>
    </dgm:pt>
    <dgm:pt modelId="{8DDDC1EF-C0E8-4F04-97B9-970C95302C9C}" type="parTrans" cxnId="{51641A8D-DE7C-4447-AF60-E75DF06F0B5C}">
      <dgm:prSet/>
      <dgm:spPr/>
      <dgm:t>
        <a:bodyPr/>
        <a:lstStyle/>
        <a:p>
          <a:endParaRPr lang="uk-UA"/>
        </a:p>
      </dgm:t>
    </dgm:pt>
    <dgm:pt modelId="{0BE175DC-2A36-4C86-9B48-49467BCAB04C}" type="sibTrans" cxnId="{51641A8D-DE7C-4447-AF60-E75DF06F0B5C}">
      <dgm:prSet/>
      <dgm:spPr/>
      <dgm:t>
        <a:bodyPr/>
        <a:lstStyle/>
        <a:p>
          <a:endParaRPr lang="uk-UA"/>
        </a:p>
      </dgm:t>
    </dgm:pt>
    <dgm:pt modelId="{261C62EF-3C5D-4ABB-9DA1-3B1315EF5E43}">
      <dgm:prSet/>
      <dgm:spPr/>
      <dgm:t>
        <a:bodyPr/>
        <a:lstStyle/>
        <a:p>
          <a:r>
            <a:rPr lang="ru-RU" b="0" i="0"/>
            <a:t>Д</a:t>
          </a:r>
          <a:endParaRPr lang="uk-UA"/>
        </a:p>
      </dgm:t>
    </dgm:pt>
    <dgm:pt modelId="{F73E67F3-FB4C-4D1A-A06D-E54F279ADD2D}" type="parTrans" cxnId="{E15FB2B4-47E0-401C-A077-2374857360D2}">
      <dgm:prSet/>
      <dgm:spPr/>
      <dgm:t>
        <a:bodyPr/>
        <a:lstStyle/>
        <a:p>
          <a:endParaRPr lang="uk-UA"/>
        </a:p>
      </dgm:t>
    </dgm:pt>
    <dgm:pt modelId="{13F4E563-8FD0-468B-B7F4-50FFEEC4EEC3}" type="sibTrans" cxnId="{E15FB2B4-47E0-401C-A077-2374857360D2}">
      <dgm:prSet/>
      <dgm:spPr/>
      <dgm:t>
        <a:bodyPr/>
        <a:lstStyle/>
        <a:p>
          <a:endParaRPr lang="uk-UA"/>
        </a:p>
      </dgm:t>
    </dgm:pt>
    <dgm:pt modelId="{598BCC81-CFE7-4463-830C-495514A0E30E}">
      <dgm:prSet/>
      <dgm:spPr/>
      <dgm:t>
        <a:bodyPr/>
        <a:lstStyle/>
        <a:p>
          <a:r>
            <a:rPr lang="ru-RU" b="0" i="0" dirty="0"/>
            <a:t>«</a:t>
          </a:r>
          <a:r>
            <a:rPr lang="ru-RU" b="0" i="0" dirty="0" err="1"/>
            <a:t>унія</a:t>
          </a:r>
          <a:r>
            <a:rPr lang="ru-RU" b="0" i="0" dirty="0"/>
            <a:t>», «</a:t>
          </a:r>
          <a:r>
            <a:rPr lang="ru-RU" b="0" i="0" dirty="0" err="1"/>
            <a:t>полемічна</a:t>
          </a:r>
          <a:r>
            <a:rPr lang="ru-RU" b="0" i="0" dirty="0"/>
            <a:t> </a:t>
          </a:r>
          <a:r>
            <a:rPr lang="ru-RU" b="0" i="0" dirty="0" err="1"/>
            <a:t>література</a:t>
          </a:r>
          <a:r>
            <a:rPr lang="ru-RU" b="0" i="0" dirty="0"/>
            <a:t>», «</a:t>
          </a:r>
          <a:r>
            <a:rPr lang="ru-RU" b="0" i="0" dirty="0" err="1"/>
            <a:t>ставропігія</a:t>
          </a:r>
          <a:r>
            <a:rPr lang="ru-RU" b="0" i="0" dirty="0"/>
            <a:t>»</a:t>
          </a:r>
          <a:endParaRPr lang="uk-UA" dirty="0"/>
        </a:p>
      </dgm:t>
    </dgm:pt>
    <dgm:pt modelId="{5AD6BAFC-97C3-4648-9478-950B6720CF09}" type="parTrans" cxnId="{D557B8FA-8185-486E-A417-7BF28F5C660E}">
      <dgm:prSet/>
      <dgm:spPr/>
      <dgm:t>
        <a:bodyPr/>
        <a:lstStyle/>
        <a:p>
          <a:endParaRPr lang="uk-UA"/>
        </a:p>
      </dgm:t>
    </dgm:pt>
    <dgm:pt modelId="{BC18D56B-7BF7-4072-AED2-E8CDCDF17FCC}" type="sibTrans" cxnId="{D557B8FA-8185-486E-A417-7BF28F5C660E}">
      <dgm:prSet/>
      <dgm:spPr/>
      <dgm:t>
        <a:bodyPr/>
        <a:lstStyle/>
        <a:p>
          <a:endParaRPr lang="uk-UA"/>
        </a:p>
      </dgm:t>
    </dgm:pt>
    <dgm:pt modelId="{78921BE2-6ED3-49E0-9E68-18FAA5F49D3E}" type="pres">
      <dgm:prSet presAssocID="{EE7C4E7D-BE80-4E23-B716-0D434F79689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6326B56-0DB5-4F0F-9459-4F3D5F1C6F2C}" type="pres">
      <dgm:prSet presAssocID="{26959666-AA07-468E-9057-48C54ABBD730}" presName="linNode" presStyleCnt="0"/>
      <dgm:spPr/>
    </dgm:pt>
    <dgm:pt modelId="{00487A97-2BB4-4490-9733-E8C3B9CE05F4}" type="pres">
      <dgm:prSet presAssocID="{26959666-AA07-468E-9057-48C54ABBD730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CC6B0C6-E3BE-4AC3-A65C-51E0B9A532D5}" type="pres">
      <dgm:prSet presAssocID="{26959666-AA07-468E-9057-48C54ABBD730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FD284E3-09C4-4A6B-89A0-AFB7042C903C}" type="pres">
      <dgm:prSet presAssocID="{49283998-0F08-4C0C-A911-F827D71273CD}" presName="sp" presStyleCnt="0"/>
      <dgm:spPr/>
    </dgm:pt>
    <dgm:pt modelId="{7F5679A0-25A9-43DD-A291-8292C2BE0DDA}" type="pres">
      <dgm:prSet presAssocID="{74687954-B2DA-4B18-8438-C4B61B8BDD8A}" presName="linNode" presStyleCnt="0"/>
      <dgm:spPr/>
    </dgm:pt>
    <dgm:pt modelId="{8BAB72F4-D413-4F2E-B3C5-745C300A27F1}" type="pres">
      <dgm:prSet presAssocID="{74687954-B2DA-4B18-8438-C4B61B8BDD8A}" presName="parentText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66794AC-B01B-46BB-959F-ACF41A5B6B82}" type="pres">
      <dgm:prSet presAssocID="{74687954-B2DA-4B18-8438-C4B61B8BDD8A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B3EC8D4-E93D-45E3-81EA-F9F8BF0D5254}" type="pres">
      <dgm:prSet presAssocID="{C0340820-CDB6-42DD-8F48-AF1D28AC9AF9}" presName="sp" presStyleCnt="0"/>
      <dgm:spPr/>
    </dgm:pt>
    <dgm:pt modelId="{F15C2B62-577A-45FD-8DD1-55399129D7D1}" type="pres">
      <dgm:prSet presAssocID="{C94A4688-1279-43B7-93AE-C0134F388854}" presName="linNode" presStyleCnt="0"/>
      <dgm:spPr/>
    </dgm:pt>
    <dgm:pt modelId="{5A0FC0F1-B472-40A7-BE5F-D3383C32019F}" type="pres">
      <dgm:prSet presAssocID="{C94A4688-1279-43B7-93AE-C0134F388854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684C758-5725-4E1A-AC8E-4317575BFC07}" type="pres">
      <dgm:prSet presAssocID="{C94A4688-1279-43B7-93AE-C0134F388854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33CEAAA-11F4-4365-9301-6C384BFCDAB2}" type="pres">
      <dgm:prSet presAssocID="{7D11C55F-5839-4B2C-9BD0-5B3798677E63}" presName="sp" presStyleCnt="0"/>
      <dgm:spPr/>
    </dgm:pt>
    <dgm:pt modelId="{09ECBE58-7F78-401B-8EC8-02D27DEF2ED7}" type="pres">
      <dgm:prSet presAssocID="{66E94E2C-1106-47AD-B63E-19004632159F}" presName="linNode" presStyleCnt="0"/>
      <dgm:spPr/>
    </dgm:pt>
    <dgm:pt modelId="{2EBA19D0-1946-4E75-A63C-806808D0381E}" type="pres">
      <dgm:prSet presAssocID="{66E94E2C-1106-47AD-B63E-19004632159F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A15DCDE-BAE4-4986-866D-83A2F7C66C6F}" type="pres">
      <dgm:prSet presAssocID="{66E94E2C-1106-47AD-B63E-19004632159F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B28DB5-7AB1-4617-9D90-47CCCC8F9FA0}" type="pres">
      <dgm:prSet presAssocID="{FDEC1DD3-F336-4F54-BA1E-C111964727C8}" presName="sp" presStyleCnt="0"/>
      <dgm:spPr/>
    </dgm:pt>
    <dgm:pt modelId="{54EFB183-C84F-43EC-B72A-9DC6F52E22DF}" type="pres">
      <dgm:prSet presAssocID="{261C62EF-3C5D-4ABB-9DA1-3B1315EF5E43}" presName="linNode" presStyleCnt="0"/>
      <dgm:spPr/>
    </dgm:pt>
    <dgm:pt modelId="{1C8CF8A0-861F-4521-85D7-F04DDB7E20D1}" type="pres">
      <dgm:prSet presAssocID="{261C62EF-3C5D-4ABB-9DA1-3B1315EF5E43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1050223-6DEC-486B-A506-59C49E24315F}" type="pres">
      <dgm:prSet presAssocID="{261C62EF-3C5D-4ABB-9DA1-3B1315EF5E43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AA96D02-70B6-4DE4-B25C-70DBE6874D38}" type="presOf" srcId="{8960B03D-107F-4664-A4C1-DACD787947FF}" destId="{E66794AC-B01B-46BB-959F-ACF41A5B6B82}" srcOrd="0" destOrd="0" presId="urn:microsoft.com/office/officeart/2005/8/layout/vList5"/>
    <dgm:cxn modelId="{1EDF6191-5B77-4CE0-B498-BA73FBE20862}" srcId="{EE7C4E7D-BE80-4E23-B716-0D434F796892}" destId="{74687954-B2DA-4B18-8438-C4B61B8BDD8A}" srcOrd="1" destOrd="0" parTransId="{1354447B-1A0E-4ED9-AC8C-8F2115B2FEEF}" sibTransId="{C0340820-CDB6-42DD-8F48-AF1D28AC9AF9}"/>
    <dgm:cxn modelId="{6F97146F-1582-4DEF-AA6F-EE5AC44574AA}" type="presOf" srcId="{66E94E2C-1106-47AD-B63E-19004632159F}" destId="{2EBA19D0-1946-4E75-A63C-806808D0381E}" srcOrd="0" destOrd="0" presId="urn:microsoft.com/office/officeart/2005/8/layout/vList5"/>
    <dgm:cxn modelId="{FE43ECB6-6C87-4904-81A1-E3B2ED47058F}" type="presOf" srcId="{EE7C4E7D-BE80-4E23-B716-0D434F796892}" destId="{78921BE2-6ED3-49E0-9E68-18FAA5F49D3E}" srcOrd="0" destOrd="0" presId="urn:microsoft.com/office/officeart/2005/8/layout/vList5"/>
    <dgm:cxn modelId="{6CCC96E6-D701-431C-8B47-ED8F2E18A993}" srcId="{EE7C4E7D-BE80-4E23-B716-0D434F796892}" destId="{26959666-AA07-468E-9057-48C54ABBD730}" srcOrd="0" destOrd="0" parTransId="{141C8DD2-B9EB-4417-96EE-C1A15DA2A71A}" sibTransId="{49283998-0F08-4C0C-A911-F827D71273CD}"/>
    <dgm:cxn modelId="{51641A8D-DE7C-4447-AF60-E75DF06F0B5C}" srcId="{66E94E2C-1106-47AD-B63E-19004632159F}" destId="{21754A97-3FE5-4F6F-8DED-1E8C7B1F4F3C}" srcOrd="0" destOrd="0" parTransId="{8DDDC1EF-C0E8-4F04-97B9-970C95302C9C}" sibTransId="{0BE175DC-2A36-4C86-9B48-49467BCAB04C}"/>
    <dgm:cxn modelId="{73CCE76B-E69E-4D13-AE8B-BD26340607F9}" type="presOf" srcId="{C94A4688-1279-43B7-93AE-C0134F388854}" destId="{5A0FC0F1-B472-40A7-BE5F-D3383C32019F}" srcOrd="0" destOrd="0" presId="urn:microsoft.com/office/officeart/2005/8/layout/vList5"/>
    <dgm:cxn modelId="{57ECD1B8-F4EC-47D1-BCB9-F6598247E01B}" srcId="{EE7C4E7D-BE80-4E23-B716-0D434F796892}" destId="{C94A4688-1279-43B7-93AE-C0134F388854}" srcOrd="2" destOrd="0" parTransId="{FB9C8E63-25B6-4D01-93D8-417BB3B167F0}" sibTransId="{7D11C55F-5839-4B2C-9BD0-5B3798677E63}"/>
    <dgm:cxn modelId="{42B27847-9190-4E78-A86D-D0BE086A373C}" srcId="{26959666-AA07-468E-9057-48C54ABBD730}" destId="{4641241B-69E4-4ECC-A128-EE2778D2DD94}" srcOrd="0" destOrd="0" parTransId="{74D29504-B1C1-4EE1-A3A5-6DD613403811}" sibTransId="{C5E33DC8-224C-4A65-AFF2-2B697B1C2389}"/>
    <dgm:cxn modelId="{E84B169A-E586-464F-86B2-4048E2105222}" srcId="{EE7C4E7D-BE80-4E23-B716-0D434F796892}" destId="{66E94E2C-1106-47AD-B63E-19004632159F}" srcOrd="3" destOrd="0" parTransId="{64608008-3854-4727-9230-74CF1A8FAD9F}" sibTransId="{FDEC1DD3-F336-4F54-BA1E-C111964727C8}"/>
    <dgm:cxn modelId="{C37D825B-74B1-4348-B306-6EE95788C7E1}" type="presOf" srcId="{21754A97-3FE5-4F6F-8DED-1E8C7B1F4F3C}" destId="{DA15DCDE-BAE4-4986-866D-83A2F7C66C6F}" srcOrd="0" destOrd="0" presId="urn:microsoft.com/office/officeart/2005/8/layout/vList5"/>
    <dgm:cxn modelId="{5570BCA2-B003-4A84-B5FE-47976314951D}" type="presOf" srcId="{74687954-B2DA-4B18-8438-C4B61B8BDD8A}" destId="{8BAB72F4-D413-4F2E-B3C5-745C300A27F1}" srcOrd="0" destOrd="0" presId="urn:microsoft.com/office/officeart/2005/8/layout/vList5"/>
    <dgm:cxn modelId="{A04A0E5E-232B-47B8-A3E5-F37E7B24B952}" type="presOf" srcId="{261C62EF-3C5D-4ABB-9DA1-3B1315EF5E43}" destId="{1C8CF8A0-861F-4521-85D7-F04DDB7E20D1}" srcOrd="0" destOrd="0" presId="urn:microsoft.com/office/officeart/2005/8/layout/vList5"/>
    <dgm:cxn modelId="{2F8209F7-3D82-4ED8-A6C4-1D8D4A436E8A}" srcId="{74687954-B2DA-4B18-8438-C4B61B8BDD8A}" destId="{8960B03D-107F-4664-A4C1-DACD787947FF}" srcOrd="0" destOrd="0" parTransId="{578F86F5-86CD-48A2-A7D9-E5A33B1EB170}" sibTransId="{6076FF7F-ABE1-4A0A-8297-06AFB7698D1B}"/>
    <dgm:cxn modelId="{D557B8FA-8185-486E-A417-7BF28F5C660E}" srcId="{261C62EF-3C5D-4ABB-9DA1-3B1315EF5E43}" destId="{598BCC81-CFE7-4463-830C-495514A0E30E}" srcOrd="0" destOrd="0" parTransId="{5AD6BAFC-97C3-4648-9478-950B6720CF09}" sibTransId="{BC18D56B-7BF7-4072-AED2-E8CDCDF17FCC}"/>
    <dgm:cxn modelId="{2198931A-BE54-42EF-A315-5B9E0CE9076B}" type="presOf" srcId="{598BCC81-CFE7-4463-830C-495514A0E30E}" destId="{B1050223-6DEC-486B-A506-59C49E24315F}" srcOrd="0" destOrd="0" presId="urn:microsoft.com/office/officeart/2005/8/layout/vList5"/>
    <dgm:cxn modelId="{E7FAC3F3-71C2-4304-81F2-E5E9DEBCC627}" type="presOf" srcId="{26959666-AA07-468E-9057-48C54ABBD730}" destId="{00487A97-2BB4-4490-9733-E8C3B9CE05F4}" srcOrd="0" destOrd="0" presId="urn:microsoft.com/office/officeart/2005/8/layout/vList5"/>
    <dgm:cxn modelId="{E15FB2B4-47E0-401C-A077-2374857360D2}" srcId="{EE7C4E7D-BE80-4E23-B716-0D434F796892}" destId="{261C62EF-3C5D-4ABB-9DA1-3B1315EF5E43}" srcOrd="4" destOrd="0" parTransId="{F73E67F3-FB4C-4D1A-A06D-E54F279ADD2D}" sibTransId="{13F4E563-8FD0-468B-B7F4-50FFEEC4EEC3}"/>
    <dgm:cxn modelId="{D40E34C0-6678-483C-AA8D-1E4BDC5F996F}" type="presOf" srcId="{8755EA21-EEFD-483B-9D5A-B74FCBDE301C}" destId="{C684C758-5725-4E1A-AC8E-4317575BFC07}" srcOrd="0" destOrd="0" presId="urn:microsoft.com/office/officeart/2005/8/layout/vList5"/>
    <dgm:cxn modelId="{3759E772-2CBC-4499-A3EE-9A346F0D7834}" type="presOf" srcId="{4641241B-69E4-4ECC-A128-EE2778D2DD94}" destId="{7CC6B0C6-E3BE-4AC3-A65C-51E0B9A532D5}" srcOrd="0" destOrd="0" presId="urn:microsoft.com/office/officeart/2005/8/layout/vList5"/>
    <dgm:cxn modelId="{1EE31A1B-1409-40C4-B825-6ADFC1A8078D}" srcId="{C94A4688-1279-43B7-93AE-C0134F388854}" destId="{8755EA21-EEFD-483B-9D5A-B74FCBDE301C}" srcOrd="0" destOrd="0" parTransId="{BE9719D2-69AE-4C52-B0F0-B16A43DD6F32}" sibTransId="{2AB510D0-5382-425A-9936-3B5A3BC70F81}"/>
    <dgm:cxn modelId="{67150B75-B4D2-4447-A2E6-3C70B9BB349E}" type="presParOf" srcId="{78921BE2-6ED3-49E0-9E68-18FAA5F49D3E}" destId="{E6326B56-0DB5-4F0F-9459-4F3D5F1C6F2C}" srcOrd="0" destOrd="0" presId="urn:microsoft.com/office/officeart/2005/8/layout/vList5"/>
    <dgm:cxn modelId="{081F2A3E-3CE3-4AB3-98AA-1129F6AB15B4}" type="presParOf" srcId="{E6326B56-0DB5-4F0F-9459-4F3D5F1C6F2C}" destId="{00487A97-2BB4-4490-9733-E8C3B9CE05F4}" srcOrd="0" destOrd="0" presId="urn:microsoft.com/office/officeart/2005/8/layout/vList5"/>
    <dgm:cxn modelId="{CAB43671-2721-4209-9C7A-7E07DC212073}" type="presParOf" srcId="{E6326B56-0DB5-4F0F-9459-4F3D5F1C6F2C}" destId="{7CC6B0C6-E3BE-4AC3-A65C-51E0B9A532D5}" srcOrd="1" destOrd="0" presId="urn:microsoft.com/office/officeart/2005/8/layout/vList5"/>
    <dgm:cxn modelId="{A4F4A1DE-964F-483C-B151-671F44957CE3}" type="presParOf" srcId="{78921BE2-6ED3-49E0-9E68-18FAA5F49D3E}" destId="{0FD284E3-09C4-4A6B-89A0-AFB7042C903C}" srcOrd="1" destOrd="0" presId="urn:microsoft.com/office/officeart/2005/8/layout/vList5"/>
    <dgm:cxn modelId="{1589BEC4-4CFC-4784-A4FA-AE8F4BD2678C}" type="presParOf" srcId="{78921BE2-6ED3-49E0-9E68-18FAA5F49D3E}" destId="{7F5679A0-25A9-43DD-A291-8292C2BE0DDA}" srcOrd="2" destOrd="0" presId="urn:microsoft.com/office/officeart/2005/8/layout/vList5"/>
    <dgm:cxn modelId="{53F7E31E-D054-4AF3-A5F9-0F314A2CF2D1}" type="presParOf" srcId="{7F5679A0-25A9-43DD-A291-8292C2BE0DDA}" destId="{8BAB72F4-D413-4F2E-B3C5-745C300A27F1}" srcOrd="0" destOrd="0" presId="urn:microsoft.com/office/officeart/2005/8/layout/vList5"/>
    <dgm:cxn modelId="{19D26ADC-8F38-4DBF-A43E-CE4CC37F2AB3}" type="presParOf" srcId="{7F5679A0-25A9-43DD-A291-8292C2BE0DDA}" destId="{E66794AC-B01B-46BB-959F-ACF41A5B6B82}" srcOrd="1" destOrd="0" presId="urn:microsoft.com/office/officeart/2005/8/layout/vList5"/>
    <dgm:cxn modelId="{ADE8E91C-25E8-4329-B9E5-EBA61C399C7E}" type="presParOf" srcId="{78921BE2-6ED3-49E0-9E68-18FAA5F49D3E}" destId="{4B3EC8D4-E93D-45E3-81EA-F9F8BF0D5254}" srcOrd="3" destOrd="0" presId="urn:microsoft.com/office/officeart/2005/8/layout/vList5"/>
    <dgm:cxn modelId="{D55174F1-D8EA-46F9-A861-07030F0FF46F}" type="presParOf" srcId="{78921BE2-6ED3-49E0-9E68-18FAA5F49D3E}" destId="{F15C2B62-577A-45FD-8DD1-55399129D7D1}" srcOrd="4" destOrd="0" presId="urn:microsoft.com/office/officeart/2005/8/layout/vList5"/>
    <dgm:cxn modelId="{F16F5C33-F6C2-4A4D-A5CD-F8FEF9BBEE60}" type="presParOf" srcId="{F15C2B62-577A-45FD-8DD1-55399129D7D1}" destId="{5A0FC0F1-B472-40A7-BE5F-D3383C32019F}" srcOrd="0" destOrd="0" presId="urn:microsoft.com/office/officeart/2005/8/layout/vList5"/>
    <dgm:cxn modelId="{F0F83951-99A1-4DEC-BA59-06BC39E5FD72}" type="presParOf" srcId="{F15C2B62-577A-45FD-8DD1-55399129D7D1}" destId="{C684C758-5725-4E1A-AC8E-4317575BFC07}" srcOrd="1" destOrd="0" presId="urn:microsoft.com/office/officeart/2005/8/layout/vList5"/>
    <dgm:cxn modelId="{8F194652-3F95-47D3-9505-3AD8CD8E0A2A}" type="presParOf" srcId="{78921BE2-6ED3-49E0-9E68-18FAA5F49D3E}" destId="{733CEAAA-11F4-4365-9301-6C384BFCDAB2}" srcOrd="5" destOrd="0" presId="urn:microsoft.com/office/officeart/2005/8/layout/vList5"/>
    <dgm:cxn modelId="{2D9B020D-EE24-42BF-B9FF-1E3D69FE513F}" type="presParOf" srcId="{78921BE2-6ED3-49E0-9E68-18FAA5F49D3E}" destId="{09ECBE58-7F78-401B-8EC8-02D27DEF2ED7}" srcOrd="6" destOrd="0" presId="urn:microsoft.com/office/officeart/2005/8/layout/vList5"/>
    <dgm:cxn modelId="{9CA050A6-26E2-4C58-8191-3B10D535AD04}" type="presParOf" srcId="{09ECBE58-7F78-401B-8EC8-02D27DEF2ED7}" destId="{2EBA19D0-1946-4E75-A63C-806808D0381E}" srcOrd="0" destOrd="0" presId="urn:microsoft.com/office/officeart/2005/8/layout/vList5"/>
    <dgm:cxn modelId="{E927A948-F81C-4B8C-B5C5-738CD59AF86B}" type="presParOf" srcId="{09ECBE58-7F78-401B-8EC8-02D27DEF2ED7}" destId="{DA15DCDE-BAE4-4986-866D-83A2F7C66C6F}" srcOrd="1" destOrd="0" presId="urn:microsoft.com/office/officeart/2005/8/layout/vList5"/>
    <dgm:cxn modelId="{E37044E5-330E-4D24-BE39-E6F4CBA95B06}" type="presParOf" srcId="{78921BE2-6ED3-49E0-9E68-18FAA5F49D3E}" destId="{B2B28DB5-7AB1-4617-9D90-47CCCC8F9FA0}" srcOrd="7" destOrd="0" presId="urn:microsoft.com/office/officeart/2005/8/layout/vList5"/>
    <dgm:cxn modelId="{EB6B496C-3446-48CD-876F-DDE8A119FDE8}" type="presParOf" srcId="{78921BE2-6ED3-49E0-9E68-18FAA5F49D3E}" destId="{54EFB183-C84F-43EC-B72A-9DC6F52E22DF}" srcOrd="8" destOrd="0" presId="urn:microsoft.com/office/officeart/2005/8/layout/vList5"/>
    <dgm:cxn modelId="{DA993CDC-D5DC-435A-8BA5-5941218B9615}" type="presParOf" srcId="{54EFB183-C84F-43EC-B72A-9DC6F52E22DF}" destId="{1C8CF8A0-861F-4521-85D7-F04DDB7E20D1}" srcOrd="0" destOrd="0" presId="urn:microsoft.com/office/officeart/2005/8/layout/vList5"/>
    <dgm:cxn modelId="{9DD766D7-3068-494D-87F7-52EDDBD65BB9}" type="presParOf" srcId="{54EFB183-C84F-43EC-B72A-9DC6F52E22DF}" destId="{B1050223-6DEC-486B-A506-59C49E24315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E7245586-6E9B-4EFE-908A-84D3F5A3E17F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04657A2-B0BD-423D-AD38-A041B5153577}">
      <dgm:prSet/>
      <dgm:spPr/>
      <dgm:t>
        <a:bodyPr/>
        <a:lstStyle/>
        <a:p>
          <a:r>
            <a:rPr lang="ru-RU" dirty="0"/>
            <a:t>початок </a:t>
          </a:r>
          <a:r>
            <a:rPr lang="ru-RU" dirty="0" err="1"/>
            <a:t>доби</a:t>
          </a:r>
          <a:r>
            <a:rPr lang="ru-RU" dirty="0"/>
            <a:t> «</a:t>
          </a:r>
          <a:r>
            <a:rPr lang="ru-RU" dirty="0" err="1"/>
            <a:t>героїчних</a:t>
          </a:r>
          <a:r>
            <a:rPr lang="ru-RU" dirty="0"/>
            <a:t> </a:t>
          </a:r>
          <a:r>
            <a:rPr lang="ru-RU" dirty="0" err="1"/>
            <a:t>морських</a:t>
          </a:r>
          <a:r>
            <a:rPr lang="ru-RU" dirty="0"/>
            <a:t> </a:t>
          </a:r>
          <a:r>
            <a:rPr lang="ru-RU" dirty="0" err="1"/>
            <a:t>походів</a:t>
          </a:r>
          <a:r>
            <a:rPr lang="ru-RU" dirty="0"/>
            <a:t>» </a:t>
          </a:r>
          <a:r>
            <a:rPr lang="ru-RU" dirty="0" err="1"/>
            <a:t>козаків</a:t>
          </a:r>
          <a:endParaRPr lang="uk-UA" dirty="0"/>
        </a:p>
      </dgm:t>
    </dgm:pt>
    <dgm:pt modelId="{821131C4-5D07-4007-A1C6-552084B92EB6}" type="parTrans" cxnId="{50BDD192-A8B4-4346-AA95-D1C7DC4304F5}">
      <dgm:prSet/>
      <dgm:spPr/>
      <dgm:t>
        <a:bodyPr/>
        <a:lstStyle/>
        <a:p>
          <a:endParaRPr lang="uk-UA"/>
        </a:p>
      </dgm:t>
    </dgm:pt>
    <dgm:pt modelId="{BF680C5C-328D-4D85-AF0D-C8F5F00A7DBC}" type="sibTrans" cxnId="{50BDD192-A8B4-4346-AA95-D1C7DC4304F5}">
      <dgm:prSet/>
      <dgm:spPr/>
      <dgm:t>
        <a:bodyPr/>
        <a:lstStyle/>
        <a:p>
          <a:endParaRPr lang="uk-UA"/>
        </a:p>
      </dgm:t>
    </dgm:pt>
    <dgm:pt modelId="{EB54C0E9-A21E-4900-9DFC-3F072421D21C}">
      <dgm:prSet/>
      <dgm:spPr/>
      <dgm:t>
        <a:bodyPr/>
        <a:lstStyle/>
        <a:p>
          <a:r>
            <a:rPr lang="ru-RU" dirty="0" err="1"/>
            <a:t>заснування</a:t>
          </a:r>
          <a:r>
            <a:rPr lang="ru-RU" dirty="0"/>
            <a:t> </a:t>
          </a:r>
          <a:r>
            <a:rPr lang="ru-RU" dirty="0" err="1"/>
            <a:t>першої</a:t>
          </a:r>
          <a:r>
            <a:rPr lang="ru-RU" dirty="0"/>
            <a:t> </a:t>
          </a:r>
          <a:r>
            <a:rPr lang="ru-RU" dirty="0" err="1"/>
            <a:t>відомої</a:t>
          </a:r>
          <a:r>
            <a:rPr lang="ru-RU" dirty="0"/>
            <a:t> </a:t>
          </a:r>
          <a:r>
            <a:rPr lang="ru-RU" dirty="0" err="1"/>
            <a:t>Січі</a:t>
          </a:r>
          <a:r>
            <a:rPr lang="ru-RU" dirty="0"/>
            <a:t> на </a:t>
          </a:r>
          <a:r>
            <a:rPr lang="ru-RU" dirty="0" err="1"/>
            <a:t>острові</a:t>
          </a:r>
          <a:r>
            <a:rPr lang="ru-RU" dirty="0"/>
            <a:t> Мала </a:t>
          </a:r>
          <a:r>
            <a:rPr lang="ru-RU" dirty="0" err="1"/>
            <a:t>Хортиця</a:t>
          </a:r>
          <a:endParaRPr lang="uk-UA" dirty="0"/>
        </a:p>
      </dgm:t>
    </dgm:pt>
    <dgm:pt modelId="{4902A52E-ED10-41D0-B337-7901A5B1635E}" type="parTrans" cxnId="{D88F94A3-7FFE-43BA-B771-A9236930711C}">
      <dgm:prSet/>
      <dgm:spPr/>
      <dgm:t>
        <a:bodyPr/>
        <a:lstStyle/>
        <a:p>
          <a:endParaRPr lang="uk-UA"/>
        </a:p>
      </dgm:t>
    </dgm:pt>
    <dgm:pt modelId="{F50A0D7C-B042-4D15-84DB-142292C6E82F}" type="sibTrans" cxnId="{D88F94A3-7FFE-43BA-B771-A9236930711C}">
      <dgm:prSet/>
      <dgm:spPr/>
      <dgm:t>
        <a:bodyPr/>
        <a:lstStyle/>
        <a:p>
          <a:endParaRPr lang="uk-UA"/>
        </a:p>
      </dgm:t>
    </dgm:pt>
    <dgm:pt modelId="{7C0BD3BB-18FE-4BD7-96A7-8D81AB7C2A46}">
      <dgm:prSet/>
      <dgm:spPr/>
      <dgm:t>
        <a:bodyPr/>
        <a:lstStyle/>
        <a:p>
          <a:r>
            <a:rPr lang="ru-RU"/>
            <a:t>похід козаків під проводом П. Сагайдачного на Московське царство</a:t>
          </a:r>
          <a:endParaRPr lang="uk-UA"/>
        </a:p>
      </dgm:t>
    </dgm:pt>
    <dgm:pt modelId="{4E487B19-029A-4B97-A0F9-D50D5CBB885C}" type="parTrans" cxnId="{11ECFE94-E1D5-4F36-9AAE-4A714B694CDB}">
      <dgm:prSet/>
      <dgm:spPr/>
      <dgm:t>
        <a:bodyPr/>
        <a:lstStyle/>
        <a:p>
          <a:endParaRPr lang="uk-UA"/>
        </a:p>
      </dgm:t>
    </dgm:pt>
    <dgm:pt modelId="{57ECB86B-27E9-4CD5-A371-E4AB47904B0A}" type="sibTrans" cxnId="{11ECFE94-E1D5-4F36-9AAE-4A714B694CDB}">
      <dgm:prSet/>
      <dgm:spPr/>
      <dgm:t>
        <a:bodyPr/>
        <a:lstStyle/>
        <a:p>
          <a:endParaRPr lang="uk-UA"/>
        </a:p>
      </dgm:t>
    </dgm:pt>
    <dgm:pt modelId="{23A7E7D7-8437-4F08-8570-1C364F6B8627}">
      <dgm:prSet/>
      <dgm:spPr/>
      <dgm:t>
        <a:bodyPr/>
        <a:lstStyle/>
        <a:p>
          <a:r>
            <a:rPr lang="ru-RU" dirty="0" err="1"/>
            <a:t>укладення</a:t>
          </a:r>
          <a:r>
            <a:rPr lang="ru-RU" dirty="0"/>
            <a:t> </a:t>
          </a:r>
          <a:r>
            <a:rPr lang="ru-RU" dirty="0" err="1"/>
            <a:t>козацького</a:t>
          </a:r>
          <a:r>
            <a:rPr lang="ru-RU" dirty="0"/>
            <a:t> </a:t>
          </a:r>
          <a:r>
            <a:rPr lang="ru-RU" dirty="0" err="1"/>
            <a:t>реєстру</a:t>
          </a:r>
          <a:r>
            <a:rPr lang="ru-RU" dirty="0"/>
            <a:t> </a:t>
          </a:r>
          <a:r>
            <a:rPr lang="ru-RU" dirty="0" err="1"/>
            <a:t>польським</a:t>
          </a:r>
          <a:r>
            <a:rPr lang="ru-RU" dirty="0"/>
            <a:t> королем Стефаном </a:t>
          </a:r>
          <a:r>
            <a:rPr lang="ru-RU" dirty="0" err="1"/>
            <a:t>Баторієм</a:t>
          </a:r>
          <a:endParaRPr lang="uk-UA" dirty="0"/>
        </a:p>
      </dgm:t>
    </dgm:pt>
    <dgm:pt modelId="{53A4F57F-AA5D-4B45-8FC1-78AC9A139492}" type="parTrans" cxnId="{42A581BA-CADB-4714-97EE-445127AF63E0}">
      <dgm:prSet/>
      <dgm:spPr/>
      <dgm:t>
        <a:bodyPr/>
        <a:lstStyle/>
        <a:p>
          <a:endParaRPr lang="uk-UA"/>
        </a:p>
      </dgm:t>
    </dgm:pt>
    <dgm:pt modelId="{FDFD76F2-15C6-465B-8585-C1FD05C918C8}" type="sibTrans" cxnId="{42A581BA-CADB-4714-97EE-445127AF63E0}">
      <dgm:prSet/>
      <dgm:spPr/>
      <dgm:t>
        <a:bodyPr/>
        <a:lstStyle/>
        <a:p>
          <a:endParaRPr lang="uk-UA"/>
        </a:p>
      </dgm:t>
    </dgm:pt>
    <dgm:pt modelId="{27D9F35F-B8CF-4944-9AE8-B0828E387450}" type="pres">
      <dgm:prSet presAssocID="{E7245586-6E9B-4EFE-908A-84D3F5A3E17F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C12BB6B-8A24-4D3A-AFD5-2525783E1DE0}" type="pres">
      <dgm:prSet presAssocID="{504657A2-B0BD-423D-AD38-A041B5153577}" presName="comp" presStyleCnt="0"/>
      <dgm:spPr/>
    </dgm:pt>
    <dgm:pt modelId="{72DB6AFD-DD8E-4166-BC6D-235B6FB5E91B}" type="pres">
      <dgm:prSet presAssocID="{504657A2-B0BD-423D-AD38-A041B5153577}" presName="box" presStyleLbl="node1" presStyleIdx="0" presStyleCnt="4"/>
      <dgm:spPr/>
      <dgm:t>
        <a:bodyPr/>
        <a:lstStyle/>
        <a:p>
          <a:endParaRPr lang="ru-RU"/>
        </a:p>
      </dgm:t>
    </dgm:pt>
    <dgm:pt modelId="{AA80C482-983C-46B0-9E4E-C004B3D45A27}" type="pres">
      <dgm:prSet presAssocID="{504657A2-B0BD-423D-AD38-A041B5153577}" presName="img" presStyleLbl="fgImgPlace1" presStyleIdx="0" presStyleCnt="4"/>
      <dgm:spPr/>
    </dgm:pt>
    <dgm:pt modelId="{F06E11E8-E4E1-47B5-A62C-1C48A5C9FE2B}" type="pres">
      <dgm:prSet presAssocID="{504657A2-B0BD-423D-AD38-A041B5153577}" presName="text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D96102F-8368-4C15-94D8-77B218D8DF51}" type="pres">
      <dgm:prSet presAssocID="{BF680C5C-328D-4D85-AF0D-C8F5F00A7DBC}" presName="spacer" presStyleCnt="0"/>
      <dgm:spPr/>
    </dgm:pt>
    <dgm:pt modelId="{FB56537D-FC16-474E-868C-B845F1771537}" type="pres">
      <dgm:prSet presAssocID="{EB54C0E9-A21E-4900-9DFC-3F072421D21C}" presName="comp" presStyleCnt="0"/>
      <dgm:spPr/>
    </dgm:pt>
    <dgm:pt modelId="{F2C8935C-EAC1-4194-8EC2-2736F3BC1AD2}" type="pres">
      <dgm:prSet presAssocID="{EB54C0E9-A21E-4900-9DFC-3F072421D21C}" presName="box" presStyleLbl="node1" presStyleIdx="1" presStyleCnt="4"/>
      <dgm:spPr/>
      <dgm:t>
        <a:bodyPr/>
        <a:lstStyle/>
        <a:p>
          <a:endParaRPr lang="ru-RU"/>
        </a:p>
      </dgm:t>
    </dgm:pt>
    <dgm:pt modelId="{4390D1F9-09E7-4EDA-8D84-3C608ACD612C}" type="pres">
      <dgm:prSet presAssocID="{EB54C0E9-A21E-4900-9DFC-3F072421D21C}" presName="img" presStyleLbl="fgImgPlace1" presStyleIdx="1" presStyleCnt="4"/>
      <dgm:spPr/>
    </dgm:pt>
    <dgm:pt modelId="{0FF619B0-277A-4FE2-8403-39F547554836}" type="pres">
      <dgm:prSet presAssocID="{EB54C0E9-A21E-4900-9DFC-3F072421D21C}" presName="text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D4E66FA-B273-432F-8AB1-FFA3A22DB0E0}" type="pres">
      <dgm:prSet presAssocID="{F50A0D7C-B042-4D15-84DB-142292C6E82F}" presName="spacer" presStyleCnt="0"/>
      <dgm:spPr/>
    </dgm:pt>
    <dgm:pt modelId="{77923FC3-845D-43F5-A5C1-048CF8B42B0C}" type="pres">
      <dgm:prSet presAssocID="{7C0BD3BB-18FE-4BD7-96A7-8D81AB7C2A46}" presName="comp" presStyleCnt="0"/>
      <dgm:spPr/>
    </dgm:pt>
    <dgm:pt modelId="{C0B49DB6-FE92-4C08-AB0B-6C6A32E77E76}" type="pres">
      <dgm:prSet presAssocID="{7C0BD3BB-18FE-4BD7-96A7-8D81AB7C2A46}" presName="box" presStyleLbl="node1" presStyleIdx="2" presStyleCnt="4"/>
      <dgm:spPr/>
      <dgm:t>
        <a:bodyPr/>
        <a:lstStyle/>
        <a:p>
          <a:endParaRPr lang="ru-RU"/>
        </a:p>
      </dgm:t>
    </dgm:pt>
    <dgm:pt modelId="{EDF6CF18-A5C2-420B-BCF0-1F287847CC64}" type="pres">
      <dgm:prSet presAssocID="{7C0BD3BB-18FE-4BD7-96A7-8D81AB7C2A46}" presName="img" presStyleLbl="fgImgPlace1" presStyleIdx="2" presStyleCnt="4"/>
      <dgm:spPr/>
    </dgm:pt>
    <dgm:pt modelId="{0916D663-1A51-4577-9F28-3223576F7646}" type="pres">
      <dgm:prSet presAssocID="{7C0BD3BB-18FE-4BD7-96A7-8D81AB7C2A46}" presName="text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9D3D91E-B15F-484C-9F04-475B50987A71}" type="pres">
      <dgm:prSet presAssocID="{57ECB86B-27E9-4CD5-A371-E4AB47904B0A}" presName="spacer" presStyleCnt="0"/>
      <dgm:spPr/>
    </dgm:pt>
    <dgm:pt modelId="{53FEFBB1-41F3-4112-A880-F9F1808E329A}" type="pres">
      <dgm:prSet presAssocID="{23A7E7D7-8437-4F08-8570-1C364F6B8627}" presName="comp" presStyleCnt="0"/>
      <dgm:spPr/>
    </dgm:pt>
    <dgm:pt modelId="{15EFFF89-F630-4F2F-B135-313626A94B74}" type="pres">
      <dgm:prSet presAssocID="{23A7E7D7-8437-4F08-8570-1C364F6B8627}" presName="box" presStyleLbl="node1" presStyleIdx="3" presStyleCnt="4"/>
      <dgm:spPr/>
      <dgm:t>
        <a:bodyPr/>
        <a:lstStyle/>
        <a:p>
          <a:endParaRPr lang="ru-RU"/>
        </a:p>
      </dgm:t>
    </dgm:pt>
    <dgm:pt modelId="{6DEC52BC-D492-47A5-82BB-0C9FAAC07C15}" type="pres">
      <dgm:prSet presAssocID="{23A7E7D7-8437-4F08-8570-1C364F6B8627}" presName="img" presStyleLbl="fgImgPlace1" presStyleIdx="3" presStyleCnt="4"/>
      <dgm:spPr/>
    </dgm:pt>
    <dgm:pt modelId="{FD41E774-E179-44E5-877B-6FDED12CA683}" type="pres">
      <dgm:prSet presAssocID="{23A7E7D7-8437-4F08-8570-1C364F6B8627}" presName="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0F0F636-770A-4C66-9577-9235919514FA}" type="presOf" srcId="{7C0BD3BB-18FE-4BD7-96A7-8D81AB7C2A46}" destId="{0916D663-1A51-4577-9F28-3223576F7646}" srcOrd="1" destOrd="0" presId="urn:microsoft.com/office/officeart/2005/8/layout/vList4"/>
    <dgm:cxn modelId="{716E322A-55B0-4F03-A53A-E511DAB25EDB}" type="presOf" srcId="{23A7E7D7-8437-4F08-8570-1C364F6B8627}" destId="{15EFFF89-F630-4F2F-B135-313626A94B74}" srcOrd="0" destOrd="0" presId="urn:microsoft.com/office/officeart/2005/8/layout/vList4"/>
    <dgm:cxn modelId="{F48D60DB-F22C-4033-ABC1-EB6265119D68}" type="presOf" srcId="{E7245586-6E9B-4EFE-908A-84D3F5A3E17F}" destId="{27D9F35F-B8CF-4944-9AE8-B0828E387450}" srcOrd="0" destOrd="0" presId="urn:microsoft.com/office/officeart/2005/8/layout/vList4"/>
    <dgm:cxn modelId="{C46AE329-A742-4923-BDD8-61478409151E}" type="presOf" srcId="{EB54C0E9-A21E-4900-9DFC-3F072421D21C}" destId="{F2C8935C-EAC1-4194-8EC2-2736F3BC1AD2}" srcOrd="0" destOrd="0" presId="urn:microsoft.com/office/officeart/2005/8/layout/vList4"/>
    <dgm:cxn modelId="{6E401BDD-7CD2-4CA1-B56A-C2A932EED30E}" type="presOf" srcId="{504657A2-B0BD-423D-AD38-A041B5153577}" destId="{72DB6AFD-DD8E-4166-BC6D-235B6FB5E91B}" srcOrd="0" destOrd="0" presId="urn:microsoft.com/office/officeart/2005/8/layout/vList4"/>
    <dgm:cxn modelId="{36489519-2CDA-488C-B589-BBC68C519201}" type="presOf" srcId="{7C0BD3BB-18FE-4BD7-96A7-8D81AB7C2A46}" destId="{C0B49DB6-FE92-4C08-AB0B-6C6A32E77E76}" srcOrd="0" destOrd="0" presId="urn:microsoft.com/office/officeart/2005/8/layout/vList4"/>
    <dgm:cxn modelId="{D88F94A3-7FFE-43BA-B771-A9236930711C}" srcId="{E7245586-6E9B-4EFE-908A-84D3F5A3E17F}" destId="{EB54C0E9-A21E-4900-9DFC-3F072421D21C}" srcOrd="1" destOrd="0" parTransId="{4902A52E-ED10-41D0-B337-7901A5B1635E}" sibTransId="{F50A0D7C-B042-4D15-84DB-142292C6E82F}"/>
    <dgm:cxn modelId="{11ECFE94-E1D5-4F36-9AAE-4A714B694CDB}" srcId="{E7245586-6E9B-4EFE-908A-84D3F5A3E17F}" destId="{7C0BD3BB-18FE-4BD7-96A7-8D81AB7C2A46}" srcOrd="2" destOrd="0" parTransId="{4E487B19-029A-4B97-A0F9-D50D5CBB885C}" sibTransId="{57ECB86B-27E9-4CD5-A371-E4AB47904B0A}"/>
    <dgm:cxn modelId="{74B067FA-419F-4C6B-9DB8-883A74B3EEDB}" type="presOf" srcId="{EB54C0E9-A21E-4900-9DFC-3F072421D21C}" destId="{0FF619B0-277A-4FE2-8403-39F547554836}" srcOrd="1" destOrd="0" presId="urn:microsoft.com/office/officeart/2005/8/layout/vList4"/>
    <dgm:cxn modelId="{50BDD192-A8B4-4346-AA95-D1C7DC4304F5}" srcId="{E7245586-6E9B-4EFE-908A-84D3F5A3E17F}" destId="{504657A2-B0BD-423D-AD38-A041B5153577}" srcOrd="0" destOrd="0" parTransId="{821131C4-5D07-4007-A1C6-552084B92EB6}" sibTransId="{BF680C5C-328D-4D85-AF0D-C8F5F00A7DBC}"/>
    <dgm:cxn modelId="{4F9554A5-5042-4E3B-A113-A645B58B53F9}" type="presOf" srcId="{23A7E7D7-8437-4F08-8570-1C364F6B8627}" destId="{FD41E774-E179-44E5-877B-6FDED12CA683}" srcOrd="1" destOrd="0" presId="urn:microsoft.com/office/officeart/2005/8/layout/vList4"/>
    <dgm:cxn modelId="{CFCDEC67-8E58-4A47-96E5-E0CA726B9700}" type="presOf" srcId="{504657A2-B0BD-423D-AD38-A041B5153577}" destId="{F06E11E8-E4E1-47B5-A62C-1C48A5C9FE2B}" srcOrd="1" destOrd="0" presId="urn:microsoft.com/office/officeart/2005/8/layout/vList4"/>
    <dgm:cxn modelId="{42A581BA-CADB-4714-97EE-445127AF63E0}" srcId="{E7245586-6E9B-4EFE-908A-84D3F5A3E17F}" destId="{23A7E7D7-8437-4F08-8570-1C364F6B8627}" srcOrd="3" destOrd="0" parTransId="{53A4F57F-AA5D-4B45-8FC1-78AC9A139492}" sibTransId="{FDFD76F2-15C6-465B-8585-C1FD05C918C8}"/>
    <dgm:cxn modelId="{7B6A832A-B406-4131-93D9-098CD992D9B1}" type="presParOf" srcId="{27D9F35F-B8CF-4944-9AE8-B0828E387450}" destId="{AC12BB6B-8A24-4D3A-AFD5-2525783E1DE0}" srcOrd="0" destOrd="0" presId="urn:microsoft.com/office/officeart/2005/8/layout/vList4"/>
    <dgm:cxn modelId="{AEA218CD-7F81-49BE-8443-E96B59000E99}" type="presParOf" srcId="{AC12BB6B-8A24-4D3A-AFD5-2525783E1DE0}" destId="{72DB6AFD-DD8E-4166-BC6D-235B6FB5E91B}" srcOrd="0" destOrd="0" presId="urn:microsoft.com/office/officeart/2005/8/layout/vList4"/>
    <dgm:cxn modelId="{FCC3A9F9-E04A-4973-B77B-D7916547DE40}" type="presParOf" srcId="{AC12BB6B-8A24-4D3A-AFD5-2525783E1DE0}" destId="{AA80C482-983C-46B0-9E4E-C004B3D45A27}" srcOrd="1" destOrd="0" presId="urn:microsoft.com/office/officeart/2005/8/layout/vList4"/>
    <dgm:cxn modelId="{03517B2C-4132-4299-9ABB-2B1854D2FECA}" type="presParOf" srcId="{AC12BB6B-8A24-4D3A-AFD5-2525783E1DE0}" destId="{F06E11E8-E4E1-47B5-A62C-1C48A5C9FE2B}" srcOrd="2" destOrd="0" presId="urn:microsoft.com/office/officeart/2005/8/layout/vList4"/>
    <dgm:cxn modelId="{DF7536D9-AA69-4194-B69B-A5BF774FF3E4}" type="presParOf" srcId="{27D9F35F-B8CF-4944-9AE8-B0828E387450}" destId="{FD96102F-8368-4C15-94D8-77B218D8DF51}" srcOrd="1" destOrd="0" presId="urn:microsoft.com/office/officeart/2005/8/layout/vList4"/>
    <dgm:cxn modelId="{30C79F7E-BFB3-45FE-968F-00D9BB3283AD}" type="presParOf" srcId="{27D9F35F-B8CF-4944-9AE8-B0828E387450}" destId="{FB56537D-FC16-474E-868C-B845F1771537}" srcOrd="2" destOrd="0" presId="urn:microsoft.com/office/officeart/2005/8/layout/vList4"/>
    <dgm:cxn modelId="{EFC295EB-D873-40C0-A90B-0F7E8ACFA4F4}" type="presParOf" srcId="{FB56537D-FC16-474E-868C-B845F1771537}" destId="{F2C8935C-EAC1-4194-8EC2-2736F3BC1AD2}" srcOrd="0" destOrd="0" presId="urn:microsoft.com/office/officeart/2005/8/layout/vList4"/>
    <dgm:cxn modelId="{51144106-A5E6-45CA-9E4C-CFA4156A35F1}" type="presParOf" srcId="{FB56537D-FC16-474E-868C-B845F1771537}" destId="{4390D1F9-09E7-4EDA-8D84-3C608ACD612C}" srcOrd="1" destOrd="0" presId="urn:microsoft.com/office/officeart/2005/8/layout/vList4"/>
    <dgm:cxn modelId="{90F6BEC1-B53D-427F-AC70-CAB80C376571}" type="presParOf" srcId="{FB56537D-FC16-474E-868C-B845F1771537}" destId="{0FF619B0-277A-4FE2-8403-39F547554836}" srcOrd="2" destOrd="0" presId="urn:microsoft.com/office/officeart/2005/8/layout/vList4"/>
    <dgm:cxn modelId="{78716B17-FF4E-4808-BA7C-0B150D2AFC6C}" type="presParOf" srcId="{27D9F35F-B8CF-4944-9AE8-B0828E387450}" destId="{7D4E66FA-B273-432F-8AB1-FFA3A22DB0E0}" srcOrd="3" destOrd="0" presId="urn:microsoft.com/office/officeart/2005/8/layout/vList4"/>
    <dgm:cxn modelId="{D1A3C01C-D437-442C-9D75-42A61F0E0753}" type="presParOf" srcId="{27D9F35F-B8CF-4944-9AE8-B0828E387450}" destId="{77923FC3-845D-43F5-A5C1-048CF8B42B0C}" srcOrd="4" destOrd="0" presId="urn:microsoft.com/office/officeart/2005/8/layout/vList4"/>
    <dgm:cxn modelId="{4AC3BD5A-B8C8-484F-AFB7-A21F7290EE72}" type="presParOf" srcId="{77923FC3-845D-43F5-A5C1-048CF8B42B0C}" destId="{C0B49DB6-FE92-4C08-AB0B-6C6A32E77E76}" srcOrd="0" destOrd="0" presId="urn:microsoft.com/office/officeart/2005/8/layout/vList4"/>
    <dgm:cxn modelId="{C44B6B28-4333-40B4-92F5-D6B8DEF0B924}" type="presParOf" srcId="{77923FC3-845D-43F5-A5C1-048CF8B42B0C}" destId="{EDF6CF18-A5C2-420B-BCF0-1F287847CC64}" srcOrd="1" destOrd="0" presId="urn:microsoft.com/office/officeart/2005/8/layout/vList4"/>
    <dgm:cxn modelId="{9678E8E9-A9B3-4020-BBF1-2E5987E25B89}" type="presParOf" srcId="{77923FC3-845D-43F5-A5C1-048CF8B42B0C}" destId="{0916D663-1A51-4577-9F28-3223576F7646}" srcOrd="2" destOrd="0" presId="urn:microsoft.com/office/officeart/2005/8/layout/vList4"/>
    <dgm:cxn modelId="{CBE0E532-6ED4-4263-9A7F-B19A4674C730}" type="presParOf" srcId="{27D9F35F-B8CF-4944-9AE8-B0828E387450}" destId="{D9D3D91E-B15F-484C-9F04-475B50987A71}" srcOrd="5" destOrd="0" presId="urn:microsoft.com/office/officeart/2005/8/layout/vList4"/>
    <dgm:cxn modelId="{A90481AD-627C-40F0-96E9-84CAE7C131BB}" type="presParOf" srcId="{27D9F35F-B8CF-4944-9AE8-B0828E387450}" destId="{53FEFBB1-41F3-4112-A880-F9F1808E329A}" srcOrd="6" destOrd="0" presId="urn:microsoft.com/office/officeart/2005/8/layout/vList4"/>
    <dgm:cxn modelId="{47105DE8-588B-4D63-B5EE-FF117C9ED1A7}" type="presParOf" srcId="{53FEFBB1-41F3-4112-A880-F9F1808E329A}" destId="{15EFFF89-F630-4F2F-B135-313626A94B74}" srcOrd="0" destOrd="0" presId="urn:microsoft.com/office/officeart/2005/8/layout/vList4"/>
    <dgm:cxn modelId="{9C965B73-846E-4E44-94A7-181CA02D9489}" type="presParOf" srcId="{53FEFBB1-41F3-4112-A880-F9F1808E329A}" destId="{6DEC52BC-D492-47A5-82BB-0C9FAAC07C15}" srcOrd="1" destOrd="0" presId="urn:microsoft.com/office/officeart/2005/8/layout/vList4"/>
    <dgm:cxn modelId="{8D999C5E-6C59-4D84-9943-A626A4420415}" type="presParOf" srcId="{53FEFBB1-41F3-4112-A880-F9F1808E329A}" destId="{FD41E774-E179-44E5-877B-6FDED12CA683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B0DC95A4-38C1-4D7B-A09E-F3EECE9E83D7}" type="doc">
      <dgm:prSet loTypeId="urn:microsoft.com/office/officeart/2005/8/layout/vList3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uk-UA"/>
        </a:p>
      </dgm:t>
    </dgm:pt>
    <dgm:pt modelId="{325D2FAB-89F6-4A79-BF66-625E86FB0AA2}">
      <dgm:prSet/>
      <dgm:spPr/>
      <dgm:t>
        <a:bodyPr/>
        <a:lstStyle/>
        <a:p>
          <a:r>
            <a:rPr lang="uk-UA" b="0" i="0" dirty="0"/>
            <a:t>здобуття запорозькими козаками турецької фортеці Кафи</a:t>
          </a:r>
          <a:endParaRPr lang="uk-UA" dirty="0"/>
        </a:p>
      </dgm:t>
    </dgm:pt>
    <dgm:pt modelId="{38156C25-4061-4C91-987E-092F3B4318B2}" type="parTrans" cxnId="{B404C322-C01A-4F31-AF10-6F8829B52FB4}">
      <dgm:prSet/>
      <dgm:spPr/>
      <dgm:t>
        <a:bodyPr/>
        <a:lstStyle/>
        <a:p>
          <a:endParaRPr lang="uk-UA"/>
        </a:p>
      </dgm:t>
    </dgm:pt>
    <dgm:pt modelId="{EF533CD1-D76C-4C79-8712-0380C44A8DDA}" type="sibTrans" cxnId="{B404C322-C01A-4F31-AF10-6F8829B52FB4}">
      <dgm:prSet/>
      <dgm:spPr/>
      <dgm:t>
        <a:bodyPr/>
        <a:lstStyle/>
        <a:p>
          <a:endParaRPr lang="uk-UA"/>
        </a:p>
      </dgm:t>
    </dgm:pt>
    <dgm:pt modelId="{11565CC1-7914-4168-AFA2-4E900F979A9D}">
      <dgm:prSet/>
      <dgm:spPr/>
      <dgm:t>
        <a:bodyPr/>
        <a:lstStyle/>
        <a:p>
          <a:r>
            <a:rPr lang="uk-UA" b="0" i="0" dirty="0"/>
            <a:t>зведення на о. Мала Хортиця першої відомої Січі-фортеці</a:t>
          </a:r>
          <a:endParaRPr lang="uk-UA" dirty="0"/>
        </a:p>
      </dgm:t>
    </dgm:pt>
    <dgm:pt modelId="{30CB6778-1874-40F1-AB9B-43BB01AD9AB8}" type="parTrans" cxnId="{1F60E0A0-83E6-4566-A619-9F80494AB271}">
      <dgm:prSet/>
      <dgm:spPr/>
      <dgm:t>
        <a:bodyPr/>
        <a:lstStyle/>
        <a:p>
          <a:endParaRPr lang="uk-UA"/>
        </a:p>
      </dgm:t>
    </dgm:pt>
    <dgm:pt modelId="{F9599264-5AB5-4640-AC5F-AC6E0070E0A9}" type="sibTrans" cxnId="{1F60E0A0-83E6-4566-A619-9F80494AB271}">
      <dgm:prSet/>
      <dgm:spPr/>
      <dgm:t>
        <a:bodyPr/>
        <a:lstStyle/>
        <a:p>
          <a:endParaRPr lang="uk-UA"/>
        </a:p>
      </dgm:t>
    </dgm:pt>
    <dgm:pt modelId="{79771C0F-FB89-4B14-AF32-2BE429534F38}">
      <dgm:prSet/>
      <dgm:spPr/>
      <dgm:t>
        <a:bodyPr/>
        <a:lstStyle/>
        <a:p>
          <a:r>
            <a:rPr lang="uk-UA" b="0" i="0" dirty="0"/>
            <a:t>керівництво українськими козаками під час Хотинської війни</a:t>
          </a:r>
          <a:endParaRPr lang="uk-UA" dirty="0"/>
        </a:p>
      </dgm:t>
    </dgm:pt>
    <dgm:pt modelId="{0598BF77-B130-4918-9F1D-693BA583FC66}" type="parTrans" cxnId="{413D24D8-9FE7-4DE1-BD5C-300057499177}">
      <dgm:prSet/>
      <dgm:spPr/>
      <dgm:t>
        <a:bodyPr/>
        <a:lstStyle/>
        <a:p>
          <a:endParaRPr lang="uk-UA"/>
        </a:p>
      </dgm:t>
    </dgm:pt>
    <dgm:pt modelId="{E3FCBF07-EFA5-470D-8CF7-72CCFD8F90B7}" type="sibTrans" cxnId="{413D24D8-9FE7-4DE1-BD5C-300057499177}">
      <dgm:prSet/>
      <dgm:spPr/>
      <dgm:t>
        <a:bodyPr/>
        <a:lstStyle/>
        <a:p>
          <a:endParaRPr lang="uk-UA"/>
        </a:p>
      </dgm:t>
    </dgm:pt>
    <dgm:pt modelId="{9EB27E77-4CBC-4123-8ED7-9D70B664F079}">
      <dgm:prSet/>
      <dgm:spPr/>
      <dgm:t>
        <a:bodyPr/>
        <a:lstStyle/>
        <a:p>
          <a:r>
            <a:rPr lang="uk-UA" b="0" i="0" dirty="0"/>
            <a:t>зруйнування запорозькими козаками польської фортеці Кодак</a:t>
          </a:r>
          <a:endParaRPr lang="uk-UA" dirty="0"/>
        </a:p>
      </dgm:t>
    </dgm:pt>
    <dgm:pt modelId="{8A0C5B23-8FA5-4394-A8A8-16A07CF2C9CE}" type="parTrans" cxnId="{8CB2154E-2591-44DF-A939-0BADA36AF0D1}">
      <dgm:prSet/>
      <dgm:spPr/>
      <dgm:t>
        <a:bodyPr/>
        <a:lstStyle/>
        <a:p>
          <a:endParaRPr lang="uk-UA"/>
        </a:p>
      </dgm:t>
    </dgm:pt>
    <dgm:pt modelId="{FECBC1B5-7C84-4089-9487-8C5E64617749}" type="sibTrans" cxnId="{8CB2154E-2591-44DF-A939-0BADA36AF0D1}">
      <dgm:prSet/>
      <dgm:spPr/>
      <dgm:t>
        <a:bodyPr/>
        <a:lstStyle/>
        <a:p>
          <a:endParaRPr lang="uk-UA"/>
        </a:p>
      </dgm:t>
    </dgm:pt>
    <dgm:pt modelId="{54D9A0FF-0615-4913-B382-974A63D4C4EE}" type="pres">
      <dgm:prSet presAssocID="{B0DC95A4-38C1-4D7B-A09E-F3EECE9E83D7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F57A3EF-5FC8-4391-AFC5-08951FFB40A6}" type="pres">
      <dgm:prSet presAssocID="{325D2FAB-89F6-4A79-BF66-625E86FB0AA2}" presName="composite" presStyleCnt="0"/>
      <dgm:spPr/>
    </dgm:pt>
    <dgm:pt modelId="{EDEE9D51-7B6E-4101-90F0-67AE4F94A7B7}" type="pres">
      <dgm:prSet presAssocID="{325D2FAB-89F6-4A79-BF66-625E86FB0AA2}" presName="imgShp" presStyleLbl="fgImgPlace1" presStyleIdx="0" presStyleCnt="4"/>
      <dgm:spPr>
        <a:blipFill rotWithShape="1">
          <a:blip xmlns:r="http://schemas.openxmlformats.org/officeDocument/2006/relationships" r:embed="rId1"/>
          <a:srcRect/>
          <a:stretch>
            <a:fillRect t="-6000" b="-6000"/>
          </a:stretch>
        </a:blipFill>
      </dgm:spPr>
    </dgm:pt>
    <dgm:pt modelId="{D862A662-F0C1-4167-99C7-7F3469725588}" type="pres">
      <dgm:prSet presAssocID="{325D2FAB-89F6-4A79-BF66-625E86FB0AA2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AE238DA-CF8F-4631-BA86-273E413C28A3}" type="pres">
      <dgm:prSet presAssocID="{EF533CD1-D76C-4C79-8712-0380C44A8DDA}" presName="spacing" presStyleCnt="0"/>
      <dgm:spPr/>
    </dgm:pt>
    <dgm:pt modelId="{D0152A55-7723-429F-92C5-E6D126324381}" type="pres">
      <dgm:prSet presAssocID="{11565CC1-7914-4168-AFA2-4E900F979A9D}" presName="composite" presStyleCnt="0"/>
      <dgm:spPr/>
    </dgm:pt>
    <dgm:pt modelId="{77A41F53-BA5A-4264-B5C4-9E2E1D371196}" type="pres">
      <dgm:prSet presAssocID="{11565CC1-7914-4168-AFA2-4E900F979A9D}" presName="imgShp" presStyleLbl="fgImgPlace1" presStyleIdx="1" presStyleCnt="4"/>
      <dgm:spPr>
        <a:blipFill rotWithShape="1">
          <a:blip xmlns:r="http://schemas.openxmlformats.org/officeDocument/2006/relationships" r:embed="rId2"/>
          <a:srcRect/>
          <a:stretch>
            <a:fillRect t="-7000" b="-7000"/>
          </a:stretch>
        </a:blipFill>
      </dgm:spPr>
    </dgm:pt>
    <dgm:pt modelId="{CD994DED-09CB-4FEA-A7A1-2FBC33C77585}" type="pres">
      <dgm:prSet presAssocID="{11565CC1-7914-4168-AFA2-4E900F979A9D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BC242AA-2546-4E09-B17A-68D87A1788FE}" type="pres">
      <dgm:prSet presAssocID="{F9599264-5AB5-4640-AC5F-AC6E0070E0A9}" presName="spacing" presStyleCnt="0"/>
      <dgm:spPr/>
    </dgm:pt>
    <dgm:pt modelId="{83445CE8-AB73-4960-B034-29D660D93E67}" type="pres">
      <dgm:prSet presAssocID="{79771C0F-FB89-4B14-AF32-2BE429534F38}" presName="composite" presStyleCnt="0"/>
      <dgm:spPr/>
    </dgm:pt>
    <dgm:pt modelId="{169AEF72-4BAC-4368-A327-527EF151A0AE}" type="pres">
      <dgm:prSet presAssocID="{79771C0F-FB89-4B14-AF32-2BE429534F38}" presName="imgShp" presStyleLbl="fgImgPlace1" presStyleIdx="2" presStyleCnt="4"/>
      <dgm:spPr>
        <a:blipFill rotWithShape="1">
          <a:blip xmlns:r="http://schemas.openxmlformats.org/officeDocument/2006/relationships" r:embed="rId3"/>
          <a:srcRect/>
          <a:stretch>
            <a:fillRect t="-3000" b="-3000"/>
          </a:stretch>
        </a:blipFill>
      </dgm:spPr>
    </dgm:pt>
    <dgm:pt modelId="{414606B0-D561-4ED5-869D-098882651B87}" type="pres">
      <dgm:prSet presAssocID="{79771C0F-FB89-4B14-AF32-2BE429534F38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E4B17A2-6705-4615-B036-706488679EDD}" type="pres">
      <dgm:prSet presAssocID="{E3FCBF07-EFA5-470D-8CF7-72CCFD8F90B7}" presName="spacing" presStyleCnt="0"/>
      <dgm:spPr/>
    </dgm:pt>
    <dgm:pt modelId="{01CB6569-08C5-44EF-9556-5B2A58DDDEA0}" type="pres">
      <dgm:prSet presAssocID="{9EB27E77-4CBC-4123-8ED7-9D70B664F079}" presName="composite" presStyleCnt="0"/>
      <dgm:spPr/>
    </dgm:pt>
    <dgm:pt modelId="{7F3D0BE5-8B28-4E06-B466-01972A622165}" type="pres">
      <dgm:prSet presAssocID="{9EB27E77-4CBC-4123-8ED7-9D70B664F079}" presName="imgShp" presStyleLbl="fgImgPlace1" presStyleIdx="3" presStyleCnt="4"/>
      <dgm:spPr>
        <a:blipFill rotWithShape="1">
          <a:blip xmlns:r="http://schemas.openxmlformats.org/officeDocument/2006/relationships" r:embed="rId4"/>
          <a:srcRect/>
          <a:stretch>
            <a:fillRect t="-4000" b="-4000"/>
          </a:stretch>
        </a:blipFill>
      </dgm:spPr>
    </dgm:pt>
    <dgm:pt modelId="{9EBAD401-1CA9-481E-B88D-F88160DA636A}" type="pres">
      <dgm:prSet presAssocID="{9EB27E77-4CBC-4123-8ED7-9D70B664F079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F45D8F4-C6C3-4F99-9EBF-FA40A9E1CFB3}" type="presOf" srcId="{B0DC95A4-38C1-4D7B-A09E-F3EECE9E83D7}" destId="{54D9A0FF-0615-4913-B382-974A63D4C4EE}" srcOrd="0" destOrd="0" presId="urn:microsoft.com/office/officeart/2005/8/layout/vList3"/>
    <dgm:cxn modelId="{1F60E0A0-83E6-4566-A619-9F80494AB271}" srcId="{B0DC95A4-38C1-4D7B-A09E-F3EECE9E83D7}" destId="{11565CC1-7914-4168-AFA2-4E900F979A9D}" srcOrd="1" destOrd="0" parTransId="{30CB6778-1874-40F1-AB9B-43BB01AD9AB8}" sibTransId="{F9599264-5AB5-4640-AC5F-AC6E0070E0A9}"/>
    <dgm:cxn modelId="{8CB2154E-2591-44DF-A939-0BADA36AF0D1}" srcId="{B0DC95A4-38C1-4D7B-A09E-F3EECE9E83D7}" destId="{9EB27E77-4CBC-4123-8ED7-9D70B664F079}" srcOrd="3" destOrd="0" parTransId="{8A0C5B23-8FA5-4394-A8A8-16A07CF2C9CE}" sibTransId="{FECBC1B5-7C84-4089-9487-8C5E64617749}"/>
    <dgm:cxn modelId="{B404C322-C01A-4F31-AF10-6F8829B52FB4}" srcId="{B0DC95A4-38C1-4D7B-A09E-F3EECE9E83D7}" destId="{325D2FAB-89F6-4A79-BF66-625E86FB0AA2}" srcOrd="0" destOrd="0" parTransId="{38156C25-4061-4C91-987E-092F3B4318B2}" sibTransId="{EF533CD1-D76C-4C79-8712-0380C44A8DDA}"/>
    <dgm:cxn modelId="{CFD3BD93-72DE-4308-BD4E-CAE620FF08F3}" type="presOf" srcId="{79771C0F-FB89-4B14-AF32-2BE429534F38}" destId="{414606B0-D561-4ED5-869D-098882651B87}" srcOrd="0" destOrd="0" presId="urn:microsoft.com/office/officeart/2005/8/layout/vList3"/>
    <dgm:cxn modelId="{916ADD93-2A17-46E6-AEF6-9AE7F39E0716}" type="presOf" srcId="{325D2FAB-89F6-4A79-BF66-625E86FB0AA2}" destId="{D862A662-F0C1-4167-99C7-7F3469725588}" srcOrd="0" destOrd="0" presId="urn:microsoft.com/office/officeart/2005/8/layout/vList3"/>
    <dgm:cxn modelId="{413D24D8-9FE7-4DE1-BD5C-300057499177}" srcId="{B0DC95A4-38C1-4D7B-A09E-F3EECE9E83D7}" destId="{79771C0F-FB89-4B14-AF32-2BE429534F38}" srcOrd="2" destOrd="0" parTransId="{0598BF77-B130-4918-9F1D-693BA583FC66}" sibTransId="{E3FCBF07-EFA5-470D-8CF7-72CCFD8F90B7}"/>
    <dgm:cxn modelId="{4E4FAC0C-BD47-48C4-A668-DD3496D61D47}" type="presOf" srcId="{11565CC1-7914-4168-AFA2-4E900F979A9D}" destId="{CD994DED-09CB-4FEA-A7A1-2FBC33C77585}" srcOrd="0" destOrd="0" presId="urn:microsoft.com/office/officeart/2005/8/layout/vList3"/>
    <dgm:cxn modelId="{964144EA-E25D-4398-BE15-3DE184149C2D}" type="presOf" srcId="{9EB27E77-4CBC-4123-8ED7-9D70B664F079}" destId="{9EBAD401-1CA9-481E-B88D-F88160DA636A}" srcOrd="0" destOrd="0" presId="urn:microsoft.com/office/officeart/2005/8/layout/vList3"/>
    <dgm:cxn modelId="{BE0B624E-818A-4FFC-A55E-3D2A2FD66344}" type="presParOf" srcId="{54D9A0FF-0615-4913-B382-974A63D4C4EE}" destId="{DF57A3EF-5FC8-4391-AFC5-08951FFB40A6}" srcOrd="0" destOrd="0" presId="urn:microsoft.com/office/officeart/2005/8/layout/vList3"/>
    <dgm:cxn modelId="{1A0D0225-FAE5-4447-90B6-91D3C9FBAC54}" type="presParOf" srcId="{DF57A3EF-5FC8-4391-AFC5-08951FFB40A6}" destId="{EDEE9D51-7B6E-4101-90F0-67AE4F94A7B7}" srcOrd="0" destOrd="0" presId="urn:microsoft.com/office/officeart/2005/8/layout/vList3"/>
    <dgm:cxn modelId="{E8436E54-5D89-49FD-BBBB-C89E0290FA7D}" type="presParOf" srcId="{DF57A3EF-5FC8-4391-AFC5-08951FFB40A6}" destId="{D862A662-F0C1-4167-99C7-7F3469725588}" srcOrd="1" destOrd="0" presId="urn:microsoft.com/office/officeart/2005/8/layout/vList3"/>
    <dgm:cxn modelId="{92164F45-C3E7-4288-8492-BCF701D3048A}" type="presParOf" srcId="{54D9A0FF-0615-4913-B382-974A63D4C4EE}" destId="{AAE238DA-CF8F-4631-BA86-273E413C28A3}" srcOrd="1" destOrd="0" presId="urn:microsoft.com/office/officeart/2005/8/layout/vList3"/>
    <dgm:cxn modelId="{9C34D6F8-8C66-46B0-8EFA-344754A911CD}" type="presParOf" srcId="{54D9A0FF-0615-4913-B382-974A63D4C4EE}" destId="{D0152A55-7723-429F-92C5-E6D126324381}" srcOrd="2" destOrd="0" presId="urn:microsoft.com/office/officeart/2005/8/layout/vList3"/>
    <dgm:cxn modelId="{FE8A3F74-01E8-4305-BBF2-9CDBC18EB168}" type="presParOf" srcId="{D0152A55-7723-429F-92C5-E6D126324381}" destId="{77A41F53-BA5A-4264-B5C4-9E2E1D371196}" srcOrd="0" destOrd="0" presId="urn:microsoft.com/office/officeart/2005/8/layout/vList3"/>
    <dgm:cxn modelId="{ECEAB8EE-92D2-424B-86E0-B3505DE74833}" type="presParOf" srcId="{D0152A55-7723-429F-92C5-E6D126324381}" destId="{CD994DED-09CB-4FEA-A7A1-2FBC33C77585}" srcOrd="1" destOrd="0" presId="urn:microsoft.com/office/officeart/2005/8/layout/vList3"/>
    <dgm:cxn modelId="{2A2551D4-B328-4988-A749-E97BAB599A7F}" type="presParOf" srcId="{54D9A0FF-0615-4913-B382-974A63D4C4EE}" destId="{1BC242AA-2546-4E09-B17A-68D87A1788FE}" srcOrd="3" destOrd="0" presId="urn:microsoft.com/office/officeart/2005/8/layout/vList3"/>
    <dgm:cxn modelId="{2491F927-3CC6-46A0-8C8D-57D3E3AA3D16}" type="presParOf" srcId="{54D9A0FF-0615-4913-B382-974A63D4C4EE}" destId="{83445CE8-AB73-4960-B034-29D660D93E67}" srcOrd="4" destOrd="0" presId="urn:microsoft.com/office/officeart/2005/8/layout/vList3"/>
    <dgm:cxn modelId="{D77F5EDB-FB27-4521-AA6A-158703908F8B}" type="presParOf" srcId="{83445CE8-AB73-4960-B034-29D660D93E67}" destId="{169AEF72-4BAC-4368-A327-527EF151A0AE}" srcOrd="0" destOrd="0" presId="urn:microsoft.com/office/officeart/2005/8/layout/vList3"/>
    <dgm:cxn modelId="{4267FC8E-F040-441B-9E08-756797828909}" type="presParOf" srcId="{83445CE8-AB73-4960-B034-29D660D93E67}" destId="{414606B0-D561-4ED5-869D-098882651B87}" srcOrd="1" destOrd="0" presId="urn:microsoft.com/office/officeart/2005/8/layout/vList3"/>
    <dgm:cxn modelId="{7F743D17-9082-458A-9EA3-EB5262B87AC9}" type="presParOf" srcId="{54D9A0FF-0615-4913-B382-974A63D4C4EE}" destId="{7E4B17A2-6705-4615-B036-706488679EDD}" srcOrd="5" destOrd="0" presId="urn:microsoft.com/office/officeart/2005/8/layout/vList3"/>
    <dgm:cxn modelId="{92BD4A34-F110-42CF-B3C7-6497CC677227}" type="presParOf" srcId="{54D9A0FF-0615-4913-B382-974A63D4C4EE}" destId="{01CB6569-08C5-44EF-9556-5B2A58DDDEA0}" srcOrd="6" destOrd="0" presId="urn:microsoft.com/office/officeart/2005/8/layout/vList3"/>
    <dgm:cxn modelId="{1735D7AE-23E2-41A1-A937-082D0486274B}" type="presParOf" srcId="{01CB6569-08C5-44EF-9556-5B2A58DDDEA0}" destId="{7F3D0BE5-8B28-4E06-B466-01972A622165}" srcOrd="0" destOrd="0" presId="urn:microsoft.com/office/officeart/2005/8/layout/vList3"/>
    <dgm:cxn modelId="{BA6B6913-03AC-4C9E-BCC9-3F3C8E27B409}" type="presParOf" srcId="{01CB6569-08C5-44EF-9556-5B2A58DDDEA0}" destId="{9EBAD401-1CA9-481E-B88D-F88160DA636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70BA4925-9DCD-4D94-8E44-7D2BC790292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3318C43D-9B8B-4288-AB2E-7BC044EF4E37}">
      <dgm:prSet/>
      <dgm:spPr/>
      <dgm:t>
        <a:bodyPr/>
        <a:lstStyle/>
        <a:p>
          <a:r>
            <a:rPr lang="ru-RU"/>
            <a:t>членів магістрату міста.</a:t>
          </a:r>
          <a:endParaRPr lang="uk-UA"/>
        </a:p>
      </dgm:t>
    </dgm:pt>
    <dgm:pt modelId="{C8B0D795-834D-4B24-B8C9-BD41D884CB21}" type="parTrans" cxnId="{6D3C6A14-13A1-4DFA-8979-B7A26C77610C}">
      <dgm:prSet/>
      <dgm:spPr/>
      <dgm:t>
        <a:bodyPr/>
        <a:lstStyle/>
        <a:p>
          <a:endParaRPr lang="uk-UA"/>
        </a:p>
      </dgm:t>
    </dgm:pt>
    <dgm:pt modelId="{485BC057-C701-4F56-9568-1A1838FE9FDA}" type="sibTrans" cxnId="{6D3C6A14-13A1-4DFA-8979-B7A26C77610C}">
      <dgm:prSet/>
      <dgm:spPr/>
      <dgm:t>
        <a:bodyPr/>
        <a:lstStyle/>
        <a:p>
          <a:endParaRPr lang="uk-UA"/>
        </a:p>
      </dgm:t>
    </dgm:pt>
    <dgm:pt modelId="{71DD6CED-93A9-4D64-935C-45353944E5BF}">
      <dgm:prSet/>
      <dgm:spPr>
        <a:solidFill>
          <a:srgbClr val="0070C0"/>
        </a:solidFill>
      </dgm:spPr>
      <dgm:t>
        <a:bodyPr/>
        <a:lstStyle/>
        <a:p>
          <a:r>
            <a:rPr lang="ru-RU"/>
            <a:t>верхівки козацтва.</a:t>
          </a:r>
          <a:endParaRPr lang="uk-UA"/>
        </a:p>
      </dgm:t>
    </dgm:pt>
    <dgm:pt modelId="{DCCE0E7B-728A-4E07-91D8-2438D9F00A8C}" type="parTrans" cxnId="{83C8BC51-5EF1-4331-BF77-E35F20456C6D}">
      <dgm:prSet/>
      <dgm:spPr/>
      <dgm:t>
        <a:bodyPr/>
        <a:lstStyle/>
        <a:p>
          <a:endParaRPr lang="uk-UA"/>
        </a:p>
      </dgm:t>
    </dgm:pt>
    <dgm:pt modelId="{4460765D-B795-42E0-AB69-197B356DE908}" type="sibTrans" cxnId="{83C8BC51-5EF1-4331-BF77-E35F20456C6D}">
      <dgm:prSet/>
      <dgm:spPr/>
      <dgm:t>
        <a:bodyPr/>
        <a:lstStyle/>
        <a:p>
          <a:endParaRPr lang="uk-UA"/>
        </a:p>
      </dgm:t>
    </dgm:pt>
    <dgm:pt modelId="{6BD6B1B5-F1F5-4230-893B-160D81E7EBF7}">
      <dgm:prSet/>
      <dgm:spPr/>
      <dgm:t>
        <a:bodyPr/>
        <a:lstStyle/>
        <a:p>
          <a:r>
            <a:rPr lang="ru-RU"/>
            <a:t>православної шляхти.</a:t>
          </a:r>
          <a:endParaRPr lang="uk-UA"/>
        </a:p>
      </dgm:t>
    </dgm:pt>
    <dgm:pt modelId="{A2647494-B598-4C0D-9E20-70B9111BECA3}" type="parTrans" cxnId="{49DD0D46-1D2D-4765-A9CB-35F201417A81}">
      <dgm:prSet/>
      <dgm:spPr/>
      <dgm:t>
        <a:bodyPr/>
        <a:lstStyle/>
        <a:p>
          <a:endParaRPr lang="uk-UA"/>
        </a:p>
      </dgm:t>
    </dgm:pt>
    <dgm:pt modelId="{34213036-96A6-4B58-AF20-CAC9719217F5}" type="sibTrans" cxnId="{49DD0D46-1D2D-4765-A9CB-35F201417A81}">
      <dgm:prSet/>
      <dgm:spPr/>
      <dgm:t>
        <a:bodyPr/>
        <a:lstStyle/>
        <a:p>
          <a:endParaRPr lang="uk-UA"/>
        </a:p>
      </dgm:t>
    </dgm:pt>
    <dgm:pt modelId="{26438A89-3A79-4A58-90F4-F2E8CFC343D0}">
      <dgm:prSet/>
      <dgm:spPr/>
      <dgm:t>
        <a:bodyPr/>
        <a:lstStyle/>
        <a:p>
          <a:r>
            <a:rPr lang="ru-RU"/>
            <a:t>греко-католицького духовенства</a:t>
          </a:r>
          <a:endParaRPr lang="uk-UA"/>
        </a:p>
      </dgm:t>
    </dgm:pt>
    <dgm:pt modelId="{6867A5E5-BE3C-4B72-BE2D-7DC0CF65AFF9}" type="parTrans" cxnId="{C501CFFC-9C66-4653-9380-0FE7BE85B8AB}">
      <dgm:prSet/>
      <dgm:spPr/>
      <dgm:t>
        <a:bodyPr/>
        <a:lstStyle/>
        <a:p>
          <a:endParaRPr lang="uk-UA"/>
        </a:p>
      </dgm:t>
    </dgm:pt>
    <dgm:pt modelId="{28FB42C6-09A2-4E2F-8602-D53724346D2B}" type="sibTrans" cxnId="{C501CFFC-9C66-4653-9380-0FE7BE85B8AB}">
      <dgm:prSet/>
      <dgm:spPr/>
      <dgm:t>
        <a:bodyPr/>
        <a:lstStyle/>
        <a:p>
          <a:endParaRPr lang="uk-UA"/>
        </a:p>
      </dgm:t>
    </dgm:pt>
    <dgm:pt modelId="{D579313A-CD18-4E58-BA80-FF63A68313E0}" type="pres">
      <dgm:prSet presAssocID="{70BA4925-9DCD-4D94-8E44-7D2BC790292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622D494-2E82-482C-9EC7-F372D2E20123}" type="pres">
      <dgm:prSet presAssocID="{3318C43D-9B8B-4288-AB2E-7BC044EF4E37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EB4F5AB-7457-4851-87BC-89928CCEA0A4}" type="pres">
      <dgm:prSet presAssocID="{485BC057-C701-4F56-9568-1A1838FE9FDA}" presName="spacer" presStyleCnt="0"/>
      <dgm:spPr/>
    </dgm:pt>
    <dgm:pt modelId="{FB99711F-0B3A-46DD-B948-4EEAC6F6FD74}" type="pres">
      <dgm:prSet presAssocID="{71DD6CED-93A9-4D64-935C-45353944E5BF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3878E40-C4E1-41BC-8C0C-EE5294B0BDAE}" type="pres">
      <dgm:prSet presAssocID="{4460765D-B795-42E0-AB69-197B356DE908}" presName="spacer" presStyleCnt="0"/>
      <dgm:spPr/>
    </dgm:pt>
    <dgm:pt modelId="{04D5E0F0-279F-4B55-B970-ABA0647EE323}" type="pres">
      <dgm:prSet presAssocID="{6BD6B1B5-F1F5-4230-893B-160D81E7EBF7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D8C08E9-9333-4CD8-B576-37F6AD719A70}" type="pres">
      <dgm:prSet presAssocID="{34213036-96A6-4B58-AF20-CAC9719217F5}" presName="spacer" presStyleCnt="0"/>
      <dgm:spPr/>
    </dgm:pt>
    <dgm:pt modelId="{BD65ADA8-9E09-469B-B186-F440D04C8CB7}" type="pres">
      <dgm:prSet presAssocID="{26438A89-3A79-4A58-90F4-F2E8CFC343D0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9DD0D46-1D2D-4765-A9CB-35F201417A81}" srcId="{70BA4925-9DCD-4D94-8E44-7D2BC7902924}" destId="{6BD6B1B5-F1F5-4230-893B-160D81E7EBF7}" srcOrd="2" destOrd="0" parTransId="{A2647494-B598-4C0D-9E20-70B9111BECA3}" sibTransId="{34213036-96A6-4B58-AF20-CAC9719217F5}"/>
    <dgm:cxn modelId="{83C8BC51-5EF1-4331-BF77-E35F20456C6D}" srcId="{70BA4925-9DCD-4D94-8E44-7D2BC7902924}" destId="{71DD6CED-93A9-4D64-935C-45353944E5BF}" srcOrd="1" destOrd="0" parTransId="{DCCE0E7B-728A-4E07-91D8-2438D9F00A8C}" sibTransId="{4460765D-B795-42E0-AB69-197B356DE908}"/>
    <dgm:cxn modelId="{6D3C6A14-13A1-4DFA-8979-B7A26C77610C}" srcId="{70BA4925-9DCD-4D94-8E44-7D2BC7902924}" destId="{3318C43D-9B8B-4288-AB2E-7BC044EF4E37}" srcOrd="0" destOrd="0" parTransId="{C8B0D795-834D-4B24-B8C9-BD41D884CB21}" sibTransId="{485BC057-C701-4F56-9568-1A1838FE9FDA}"/>
    <dgm:cxn modelId="{775F5AEC-7257-4F16-A8CB-5D8B4486C5CE}" type="presOf" srcId="{3318C43D-9B8B-4288-AB2E-7BC044EF4E37}" destId="{D622D494-2E82-482C-9EC7-F372D2E20123}" srcOrd="0" destOrd="0" presId="urn:microsoft.com/office/officeart/2005/8/layout/vList2"/>
    <dgm:cxn modelId="{F56E348A-921B-4B7F-BBA4-DB691CE88E07}" type="presOf" srcId="{6BD6B1B5-F1F5-4230-893B-160D81E7EBF7}" destId="{04D5E0F0-279F-4B55-B970-ABA0647EE323}" srcOrd="0" destOrd="0" presId="urn:microsoft.com/office/officeart/2005/8/layout/vList2"/>
    <dgm:cxn modelId="{C501CFFC-9C66-4653-9380-0FE7BE85B8AB}" srcId="{70BA4925-9DCD-4D94-8E44-7D2BC7902924}" destId="{26438A89-3A79-4A58-90F4-F2E8CFC343D0}" srcOrd="3" destOrd="0" parTransId="{6867A5E5-BE3C-4B72-BE2D-7DC0CF65AFF9}" sibTransId="{28FB42C6-09A2-4E2F-8602-D53724346D2B}"/>
    <dgm:cxn modelId="{7D33116B-D855-4836-9B9F-2E31E1BCE51F}" type="presOf" srcId="{71DD6CED-93A9-4D64-935C-45353944E5BF}" destId="{FB99711F-0B3A-46DD-B948-4EEAC6F6FD74}" srcOrd="0" destOrd="0" presId="urn:microsoft.com/office/officeart/2005/8/layout/vList2"/>
    <dgm:cxn modelId="{96425769-DA1F-4A2C-A338-8188BC15080E}" type="presOf" srcId="{70BA4925-9DCD-4D94-8E44-7D2BC7902924}" destId="{D579313A-CD18-4E58-BA80-FF63A68313E0}" srcOrd="0" destOrd="0" presId="urn:microsoft.com/office/officeart/2005/8/layout/vList2"/>
    <dgm:cxn modelId="{01A82B53-49F0-4715-9B7B-81251A77ECC4}" type="presOf" srcId="{26438A89-3A79-4A58-90F4-F2E8CFC343D0}" destId="{BD65ADA8-9E09-469B-B186-F440D04C8CB7}" srcOrd="0" destOrd="0" presId="urn:microsoft.com/office/officeart/2005/8/layout/vList2"/>
    <dgm:cxn modelId="{D65885BD-DB3F-4423-87D9-EE15D1F515D8}" type="presParOf" srcId="{D579313A-CD18-4E58-BA80-FF63A68313E0}" destId="{D622D494-2E82-482C-9EC7-F372D2E20123}" srcOrd="0" destOrd="0" presId="urn:microsoft.com/office/officeart/2005/8/layout/vList2"/>
    <dgm:cxn modelId="{34E4A1B0-18E2-453F-A306-D95C4B46D77B}" type="presParOf" srcId="{D579313A-CD18-4E58-BA80-FF63A68313E0}" destId="{2EB4F5AB-7457-4851-87BC-89928CCEA0A4}" srcOrd="1" destOrd="0" presId="urn:microsoft.com/office/officeart/2005/8/layout/vList2"/>
    <dgm:cxn modelId="{353E9EA1-7B9B-477B-A41A-2350C4CD63F1}" type="presParOf" srcId="{D579313A-CD18-4E58-BA80-FF63A68313E0}" destId="{FB99711F-0B3A-46DD-B948-4EEAC6F6FD74}" srcOrd="2" destOrd="0" presId="urn:microsoft.com/office/officeart/2005/8/layout/vList2"/>
    <dgm:cxn modelId="{F293FF10-A39B-4757-B6C9-3803E038D0F4}" type="presParOf" srcId="{D579313A-CD18-4E58-BA80-FF63A68313E0}" destId="{A3878E40-C4E1-41BC-8C0C-EE5294B0BDAE}" srcOrd="3" destOrd="0" presId="urn:microsoft.com/office/officeart/2005/8/layout/vList2"/>
    <dgm:cxn modelId="{BF1F9B3E-4845-4037-9CAC-8F0F4D6367F6}" type="presParOf" srcId="{D579313A-CD18-4E58-BA80-FF63A68313E0}" destId="{04D5E0F0-279F-4B55-B970-ABA0647EE323}" srcOrd="4" destOrd="0" presId="urn:microsoft.com/office/officeart/2005/8/layout/vList2"/>
    <dgm:cxn modelId="{05A16ABA-F967-404C-B039-7FC83B0EE439}" type="presParOf" srcId="{D579313A-CD18-4E58-BA80-FF63A68313E0}" destId="{0D8C08E9-9333-4CD8-B576-37F6AD719A70}" srcOrd="5" destOrd="0" presId="urn:microsoft.com/office/officeart/2005/8/layout/vList2"/>
    <dgm:cxn modelId="{AB60025D-5915-471E-921F-78105184ED62}" type="presParOf" srcId="{D579313A-CD18-4E58-BA80-FF63A68313E0}" destId="{BD65ADA8-9E09-469B-B186-F440D04C8CB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70BA4925-9DCD-4D94-8E44-7D2BC790292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3318C43D-9B8B-4288-AB2E-7BC044EF4E37}">
      <dgm:prSet/>
      <dgm:spPr/>
      <dgm:t>
        <a:bodyPr/>
        <a:lstStyle/>
        <a:p>
          <a:r>
            <a:rPr lang="ru-RU"/>
            <a:t>членів магістрату міста.</a:t>
          </a:r>
          <a:endParaRPr lang="uk-UA"/>
        </a:p>
      </dgm:t>
    </dgm:pt>
    <dgm:pt modelId="{C8B0D795-834D-4B24-B8C9-BD41D884CB21}" type="parTrans" cxnId="{6D3C6A14-13A1-4DFA-8979-B7A26C77610C}">
      <dgm:prSet/>
      <dgm:spPr/>
      <dgm:t>
        <a:bodyPr/>
        <a:lstStyle/>
        <a:p>
          <a:endParaRPr lang="uk-UA"/>
        </a:p>
      </dgm:t>
    </dgm:pt>
    <dgm:pt modelId="{485BC057-C701-4F56-9568-1A1838FE9FDA}" type="sibTrans" cxnId="{6D3C6A14-13A1-4DFA-8979-B7A26C77610C}">
      <dgm:prSet/>
      <dgm:spPr/>
      <dgm:t>
        <a:bodyPr/>
        <a:lstStyle/>
        <a:p>
          <a:endParaRPr lang="uk-UA"/>
        </a:p>
      </dgm:t>
    </dgm:pt>
    <dgm:pt modelId="{71DD6CED-93A9-4D64-935C-45353944E5BF}">
      <dgm:prSet/>
      <dgm:spPr>
        <a:solidFill>
          <a:schemeClr val="accent1"/>
        </a:solidFill>
      </dgm:spPr>
      <dgm:t>
        <a:bodyPr/>
        <a:lstStyle/>
        <a:p>
          <a:r>
            <a:rPr lang="ru-RU"/>
            <a:t>верхівки козацтва.</a:t>
          </a:r>
          <a:endParaRPr lang="uk-UA"/>
        </a:p>
      </dgm:t>
    </dgm:pt>
    <dgm:pt modelId="{DCCE0E7B-728A-4E07-91D8-2438D9F00A8C}" type="parTrans" cxnId="{83C8BC51-5EF1-4331-BF77-E35F20456C6D}">
      <dgm:prSet/>
      <dgm:spPr/>
      <dgm:t>
        <a:bodyPr/>
        <a:lstStyle/>
        <a:p>
          <a:endParaRPr lang="uk-UA"/>
        </a:p>
      </dgm:t>
    </dgm:pt>
    <dgm:pt modelId="{4460765D-B795-42E0-AB69-197B356DE908}" type="sibTrans" cxnId="{83C8BC51-5EF1-4331-BF77-E35F20456C6D}">
      <dgm:prSet/>
      <dgm:spPr/>
      <dgm:t>
        <a:bodyPr/>
        <a:lstStyle/>
        <a:p>
          <a:endParaRPr lang="uk-UA"/>
        </a:p>
      </dgm:t>
    </dgm:pt>
    <dgm:pt modelId="{6BD6B1B5-F1F5-4230-893B-160D81E7EBF7}">
      <dgm:prSet/>
      <dgm:spPr/>
      <dgm:t>
        <a:bodyPr/>
        <a:lstStyle/>
        <a:p>
          <a:r>
            <a:rPr lang="ru-RU"/>
            <a:t>православної шляхти.</a:t>
          </a:r>
          <a:endParaRPr lang="uk-UA"/>
        </a:p>
      </dgm:t>
    </dgm:pt>
    <dgm:pt modelId="{A2647494-B598-4C0D-9E20-70B9111BECA3}" type="parTrans" cxnId="{49DD0D46-1D2D-4765-A9CB-35F201417A81}">
      <dgm:prSet/>
      <dgm:spPr/>
      <dgm:t>
        <a:bodyPr/>
        <a:lstStyle/>
        <a:p>
          <a:endParaRPr lang="uk-UA"/>
        </a:p>
      </dgm:t>
    </dgm:pt>
    <dgm:pt modelId="{34213036-96A6-4B58-AF20-CAC9719217F5}" type="sibTrans" cxnId="{49DD0D46-1D2D-4765-A9CB-35F201417A81}">
      <dgm:prSet/>
      <dgm:spPr/>
      <dgm:t>
        <a:bodyPr/>
        <a:lstStyle/>
        <a:p>
          <a:endParaRPr lang="uk-UA"/>
        </a:p>
      </dgm:t>
    </dgm:pt>
    <dgm:pt modelId="{26438A89-3A79-4A58-90F4-F2E8CFC343D0}">
      <dgm:prSet/>
      <dgm:spPr/>
      <dgm:t>
        <a:bodyPr/>
        <a:lstStyle/>
        <a:p>
          <a:r>
            <a:rPr lang="ru-RU" dirty="0"/>
            <a:t>греко-</a:t>
          </a:r>
          <a:r>
            <a:rPr lang="ru-RU" dirty="0" err="1"/>
            <a:t>католицького</a:t>
          </a:r>
          <a:r>
            <a:rPr lang="ru-RU" dirty="0"/>
            <a:t> духовенства</a:t>
          </a:r>
          <a:endParaRPr lang="uk-UA" dirty="0"/>
        </a:p>
      </dgm:t>
    </dgm:pt>
    <dgm:pt modelId="{6867A5E5-BE3C-4B72-BE2D-7DC0CF65AFF9}" type="parTrans" cxnId="{C501CFFC-9C66-4653-9380-0FE7BE85B8AB}">
      <dgm:prSet/>
      <dgm:spPr/>
      <dgm:t>
        <a:bodyPr/>
        <a:lstStyle/>
        <a:p>
          <a:endParaRPr lang="uk-UA"/>
        </a:p>
      </dgm:t>
    </dgm:pt>
    <dgm:pt modelId="{28FB42C6-09A2-4E2F-8602-D53724346D2B}" type="sibTrans" cxnId="{C501CFFC-9C66-4653-9380-0FE7BE85B8AB}">
      <dgm:prSet/>
      <dgm:spPr/>
      <dgm:t>
        <a:bodyPr/>
        <a:lstStyle/>
        <a:p>
          <a:endParaRPr lang="uk-UA"/>
        </a:p>
      </dgm:t>
    </dgm:pt>
    <dgm:pt modelId="{D579313A-CD18-4E58-BA80-FF63A68313E0}" type="pres">
      <dgm:prSet presAssocID="{70BA4925-9DCD-4D94-8E44-7D2BC790292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622D494-2E82-482C-9EC7-F372D2E20123}" type="pres">
      <dgm:prSet presAssocID="{3318C43D-9B8B-4288-AB2E-7BC044EF4E37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EB4F5AB-7457-4851-87BC-89928CCEA0A4}" type="pres">
      <dgm:prSet presAssocID="{485BC057-C701-4F56-9568-1A1838FE9FDA}" presName="spacer" presStyleCnt="0"/>
      <dgm:spPr/>
    </dgm:pt>
    <dgm:pt modelId="{FB99711F-0B3A-46DD-B948-4EEAC6F6FD74}" type="pres">
      <dgm:prSet presAssocID="{71DD6CED-93A9-4D64-935C-45353944E5BF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3878E40-C4E1-41BC-8C0C-EE5294B0BDAE}" type="pres">
      <dgm:prSet presAssocID="{4460765D-B795-42E0-AB69-197B356DE908}" presName="spacer" presStyleCnt="0"/>
      <dgm:spPr/>
    </dgm:pt>
    <dgm:pt modelId="{04D5E0F0-279F-4B55-B970-ABA0647EE323}" type="pres">
      <dgm:prSet presAssocID="{6BD6B1B5-F1F5-4230-893B-160D81E7EBF7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D8C08E9-9333-4CD8-B576-37F6AD719A70}" type="pres">
      <dgm:prSet presAssocID="{34213036-96A6-4B58-AF20-CAC9719217F5}" presName="spacer" presStyleCnt="0"/>
      <dgm:spPr/>
    </dgm:pt>
    <dgm:pt modelId="{BD65ADA8-9E09-469B-B186-F440D04C8CB7}" type="pres">
      <dgm:prSet presAssocID="{26438A89-3A79-4A58-90F4-F2E8CFC343D0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9DD0D46-1D2D-4765-A9CB-35F201417A81}" srcId="{70BA4925-9DCD-4D94-8E44-7D2BC7902924}" destId="{6BD6B1B5-F1F5-4230-893B-160D81E7EBF7}" srcOrd="2" destOrd="0" parTransId="{A2647494-B598-4C0D-9E20-70B9111BECA3}" sibTransId="{34213036-96A6-4B58-AF20-CAC9719217F5}"/>
    <dgm:cxn modelId="{83C8BC51-5EF1-4331-BF77-E35F20456C6D}" srcId="{70BA4925-9DCD-4D94-8E44-7D2BC7902924}" destId="{71DD6CED-93A9-4D64-935C-45353944E5BF}" srcOrd="1" destOrd="0" parTransId="{DCCE0E7B-728A-4E07-91D8-2438D9F00A8C}" sibTransId="{4460765D-B795-42E0-AB69-197B356DE908}"/>
    <dgm:cxn modelId="{6D3C6A14-13A1-4DFA-8979-B7A26C77610C}" srcId="{70BA4925-9DCD-4D94-8E44-7D2BC7902924}" destId="{3318C43D-9B8B-4288-AB2E-7BC044EF4E37}" srcOrd="0" destOrd="0" parTransId="{C8B0D795-834D-4B24-B8C9-BD41D884CB21}" sibTransId="{485BC057-C701-4F56-9568-1A1838FE9FDA}"/>
    <dgm:cxn modelId="{775F5AEC-7257-4F16-A8CB-5D8B4486C5CE}" type="presOf" srcId="{3318C43D-9B8B-4288-AB2E-7BC044EF4E37}" destId="{D622D494-2E82-482C-9EC7-F372D2E20123}" srcOrd="0" destOrd="0" presId="urn:microsoft.com/office/officeart/2005/8/layout/vList2"/>
    <dgm:cxn modelId="{F56E348A-921B-4B7F-BBA4-DB691CE88E07}" type="presOf" srcId="{6BD6B1B5-F1F5-4230-893B-160D81E7EBF7}" destId="{04D5E0F0-279F-4B55-B970-ABA0647EE323}" srcOrd="0" destOrd="0" presId="urn:microsoft.com/office/officeart/2005/8/layout/vList2"/>
    <dgm:cxn modelId="{C501CFFC-9C66-4653-9380-0FE7BE85B8AB}" srcId="{70BA4925-9DCD-4D94-8E44-7D2BC7902924}" destId="{26438A89-3A79-4A58-90F4-F2E8CFC343D0}" srcOrd="3" destOrd="0" parTransId="{6867A5E5-BE3C-4B72-BE2D-7DC0CF65AFF9}" sibTransId="{28FB42C6-09A2-4E2F-8602-D53724346D2B}"/>
    <dgm:cxn modelId="{7D33116B-D855-4836-9B9F-2E31E1BCE51F}" type="presOf" srcId="{71DD6CED-93A9-4D64-935C-45353944E5BF}" destId="{FB99711F-0B3A-46DD-B948-4EEAC6F6FD74}" srcOrd="0" destOrd="0" presId="urn:microsoft.com/office/officeart/2005/8/layout/vList2"/>
    <dgm:cxn modelId="{96425769-DA1F-4A2C-A338-8188BC15080E}" type="presOf" srcId="{70BA4925-9DCD-4D94-8E44-7D2BC7902924}" destId="{D579313A-CD18-4E58-BA80-FF63A68313E0}" srcOrd="0" destOrd="0" presId="urn:microsoft.com/office/officeart/2005/8/layout/vList2"/>
    <dgm:cxn modelId="{01A82B53-49F0-4715-9B7B-81251A77ECC4}" type="presOf" srcId="{26438A89-3A79-4A58-90F4-F2E8CFC343D0}" destId="{BD65ADA8-9E09-469B-B186-F440D04C8CB7}" srcOrd="0" destOrd="0" presId="urn:microsoft.com/office/officeart/2005/8/layout/vList2"/>
    <dgm:cxn modelId="{D65885BD-DB3F-4423-87D9-EE15D1F515D8}" type="presParOf" srcId="{D579313A-CD18-4E58-BA80-FF63A68313E0}" destId="{D622D494-2E82-482C-9EC7-F372D2E20123}" srcOrd="0" destOrd="0" presId="urn:microsoft.com/office/officeart/2005/8/layout/vList2"/>
    <dgm:cxn modelId="{34E4A1B0-18E2-453F-A306-D95C4B46D77B}" type="presParOf" srcId="{D579313A-CD18-4E58-BA80-FF63A68313E0}" destId="{2EB4F5AB-7457-4851-87BC-89928CCEA0A4}" srcOrd="1" destOrd="0" presId="urn:microsoft.com/office/officeart/2005/8/layout/vList2"/>
    <dgm:cxn modelId="{353E9EA1-7B9B-477B-A41A-2350C4CD63F1}" type="presParOf" srcId="{D579313A-CD18-4E58-BA80-FF63A68313E0}" destId="{FB99711F-0B3A-46DD-B948-4EEAC6F6FD74}" srcOrd="2" destOrd="0" presId="urn:microsoft.com/office/officeart/2005/8/layout/vList2"/>
    <dgm:cxn modelId="{F293FF10-A39B-4757-B6C9-3803E038D0F4}" type="presParOf" srcId="{D579313A-CD18-4E58-BA80-FF63A68313E0}" destId="{A3878E40-C4E1-41BC-8C0C-EE5294B0BDAE}" srcOrd="3" destOrd="0" presId="urn:microsoft.com/office/officeart/2005/8/layout/vList2"/>
    <dgm:cxn modelId="{BF1F9B3E-4845-4037-9CAC-8F0F4D6367F6}" type="presParOf" srcId="{D579313A-CD18-4E58-BA80-FF63A68313E0}" destId="{04D5E0F0-279F-4B55-B970-ABA0647EE323}" srcOrd="4" destOrd="0" presId="urn:microsoft.com/office/officeart/2005/8/layout/vList2"/>
    <dgm:cxn modelId="{05A16ABA-F967-404C-B039-7FC83B0EE439}" type="presParOf" srcId="{D579313A-CD18-4E58-BA80-FF63A68313E0}" destId="{0D8C08E9-9333-4CD8-B576-37F6AD719A70}" srcOrd="5" destOrd="0" presId="urn:microsoft.com/office/officeart/2005/8/layout/vList2"/>
    <dgm:cxn modelId="{AB60025D-5915-471E-921F-78105184ED62}" type="presParOf" srcId="{D579313A-CD18-4E58-BA80-FF63A68313E0}" destId="{BD65ADA8-9E09-469B-B186-F440D04C8CB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64398F4B-EFAA-4AC6-8738-30CD7F1A72D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43FDDBC2-070A-4E66-8723-DC7544C6D118}">
      <dgm:prSet/>
      <dgm:spPr/>
      <dgm:t>
        <a:bodyPr/>
        <a:lstStyle/>
        <a:p>
          <a:r>
            <a:rPr lang="ru-RU"/>
            <a:t>призначення гетьманом.</a:t>
          </a:r>
          <a:endParaRPr lang="uk-UA"/>
        </a:p>
      </dgm:t>
    </dgm:pt>
    <dgm:pt modelId="{30D48192-6D8E-4F39-AD7C-63B9EE53FCAD}" type="parTrans" cxnId="{45C92590-5F98-4C78-963A-6B4A019E0F3E}">
      <dgm:prSet/>
      <dgm:spPr/>
      <dgm:t>
        <a:bodyPr/>
        <a:lstStyle/>
        <a:p>
          <a:endParaRPr lang="uk-UA"/>
        </a:p>
      </dgm:t>
    </dgm:pt>
    <dgm:pt modelId="{E377541F-5CF9-44FB-AD60-1F4C4960C71B}" type="sibTrans" cxnId="{45C92590-5F98-4C78-963A-6B4A019E0F3E}">
      <dgm:prSet/>
      <dgm:spPr/>
      <dgm:t>
        <a:bodyPr/>
        <a:lstStyle/>
        <a:p>
          <a:endParaRPr lang="uk-UA"/>
        </a:p>
      </dgm:t>
    </dgm:pt>
    <dgm:pt modelId="{3278C01F-CA4E-4228-B2AA-9E9688F5F0E5}">
      <dgm:prSet/>
      <dgm:spPr>
        <a:solidFill>
          <a:srgbClr val="0070C0"/>
        </a:solidFill>
      </dgm:spPr>
      <dgm:t>
        <a:bodyPr/>
        <a:lstStyle/>
        <a:p>
          <a:r>
            <a:rPr lang="ru-RU" dirty="0" err="1"/>
            <a:t>бойового</a:t>
          </a:r>
          <a:r>
            <a:rPr lang="ru-RU" dirty="0"/>
            <a:t> </a:t>
          </a:r>
          <a:r>
            <a:rPr lang="ru-RU" dirty="0" err="1"/>
            <a:t>галасу</a:t>
          </a:r>
          <a:r>
            <a:rPr lang="ru-RU" dirty="0"/>
            <a:t>.</a:t>
          </a:r>
          <a:endParaRPr lang="uk-UA" dirty="0"/>
        </a:p>
      </dgm:t>
    </dgm:pt>
    <dgm:pt modelId="{C4EAC1FD-126A-4581-969A-B47277C37AC2}" type="parTrans" cxnId="{5A041A63-0BFF-431D-BF12-DF4EB48305A4}">
      <dgm:prSet/>
      <dgm:spPr/>
      <dgm:t>
        <a:bodyPr/>
        <a:lstStyle/>
        <a:p>
          <a:endParaRPr lang="uk-UA"/>
        </a:p>
      </dgm:t>
    </dgm:pt>
    <dgm:pt modelId="{04D8429D-FB24-4729-BC8B-036C749103E0}" type="sibTrans" cxnId="{5A041A63-0BFF-431D-BF12-DF4EB48305A4}">
      <dgm:prSet/>
      <dgm:spPr/>
      <dgm:t>
        <a:bodyPr/>
        <a:lstStyle/>
        <a:p>
          <a:endParaRPr lang="uk-UA"/>
        </a:p>
      </dgm:t>
    </dgm:pt>
    <dgm:pt modelId="{1A0A060F-196D-444F-842C-F69CB4A3DD2F}">
      <dgm:prSet/>
      <dgm:spPr/>
      <dgm:t>
        <a:bodyPr/>
        <a:lstStyle/>
        <a:p>
          <a:r>
            <a:rPr lang="ru-RU"/>
            <a:t>займанщини.</a:t>
          </a:r>
          <a:endParaRPr lang="uk-UA"/>
        </a:p>
      </dgm:t>
    </dgm:pt>
    <dgm:pt modelId="{EC9EA93D-ED0D-4F3A-B7D4-65995005E963}" type="parTrans" cxnId="{60D62425-0B78-443A-8CFD-C16ECC590929}">
      <dgm:prSet/>
      <dgm:spPr/>
      <dgm:t>
        <a:bodyPr/>
        <a:lstStyle/>
        <a:p>
          <a:endParaRPr lang="uk-UA"/>
        </a:p>
      </dgm:t>
    </dgm:pt>
    <dgm:pt modelId="{2CF6255F-D78E-4066-8575-036A14D2BC66}" type="sibTrans" cxnId="{60D62425-0B78-443A-8CFD-C16ECC590929}">
      <dgm:prSet/>
      <dgm:spPr/>
      <dgm:t>
        <a:bodyPr/>
        <a:lstStyle/>
        <a:p>
          <a:endParaRPr lang="uk-UA"/>
        </a:p>
      </dgm:t>
    </dgm:pt>
    <dgm:pt modelId="{04BC4AEF-5996-448F-AA00-E1428905A060}">
      <dgm:prSet/>
      <dgm:spPr/>
      <dgm:t>
        <a:bodyPr/>
        <a:lstStyle/>
        <a:p>
          <a:r>
            <a:rPr lang="ru-RU"/>
            <a:t>виборів.</a:t>
          </a:r>
          <a:endParaRPr lang="uk-UA"/>
        </a:p>
      </dgm:t>
    </dgm:pt>
    <dgm:pt modelId="{2A71C11E-3203-4807-8213-E1BB6A51A164}" type="parTrans" cxnId="{51C98BE2-8C65-4A9B-871E-4F51C7AE1A61}">
      <dgm:prSet/>
      <dgm:spPr/>
      <dgm:t>
        <a:bodyPr/>
        <a:lstStyle/>
        <a:p>
          <a:endParaRPr lang="uk-UA"/>
        </a:p>
      </dgm:t>
    </dgm:pt>
    <dgm:pt modelId="{A82C50FE-C089-4A3F-95E8-D9826D86F33C}" type="sibTrans" cxnId="{51C98BE2-8C65-4A9B-871E-4F51C7AE1A61}">
      <dgm:prSet/>
      <dgm:spPr/>
      <dgm:t>
        <a:bodyPr/>
        <a:lstStyle/>
        <a:p>
          <a:endParaRPr lang="uk-UA"/>
        </a:p>
      </dgm:t>
    </dgm:pt>
    <dgm:pt modelId="{11D687D0-8773-49D5-B4D4-59C110324CF5}" type="pres">
      <dgm:prSet presAssocID="{64398F4B-EFAA-4AC6-8738-30CD7F1A72D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E4D8FA7-616C-48F8-9718-18E90A8C3654}" type="pres">
      <dgm:prSet presAssocID="{43FDDBC2-070A-4E66-8723-DC7544C6D118}" presName="composite" presStyleCnt="0"/>
      <dgm:spPr/>
    </dgm:pt>
    <dgm:pt modelId="{F920B1BC-8F32-45D3-A8BC-6760D60A5BC5}" type="pres">
      <dgm:prSet presAssocID="{43FDDBC2-070A-4E66-8723-DC7544C6D118}" presName="imgShp" presStyleLbl="fgImgPlace1" presStyleIdx="0" presStyleCnt="4"/>
      <dgm:spPr/>
    </dgm:pt>
    <dgm:pt modelId="{A4967D0C-6D16-4808-85B6-176E444333B5}" type="pres">
      <dgm:prSet presAssocID="{43FDDBC2-070A-4E66-8723-DC7544C6D118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EAAF7F-C237-417E-9968-9FB1275760C4}" type="pres">
      <dgm:prSet presAssocID="{E377541F-5CF9-44FB-AD60-1F4C4960C71B}" presName="spacing" presStyleCnt="0"/>
      <dgm:spPr/>
    </dgm:pt>
    <dgm:pt modelId="{1804BE16-E617-4D62-B85F-34B9B617FF9E}" type="pres">
      <dgm:prSet presAssocID="{3278C01F-CA4E-4228-B2AA-9E9688F5F0E5}" presName="composite" presStyleCnt="0"/>
      <dgm:spPr/>
    </dgm:pt>
    <dgm:pt modelId="{016BAC87-8D54-48A0-93A6-51FBB10C0A6A}" type="pres">
      <dgm:prSet presAssocID="{3278C01F-CA4E-4228-B2AA-9E9688F5F0E5}" presName="imgShp" presStyleLbl="fgImgPlace1" presStyleIdx="1" presStyleCnt="4"/>
      <dgm:spPr/>
    </dgm:pt>
    <dgm:pt modelId="{CA88A04D-2416-4089-8DDF-F16844A2963B}" type="pres">
      <dgm:prSet presAssocID="{3278C01F-CA4E-4228-B2AA-9E9688F5F0E5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D52784-7A50-48D2-B00D-1DF6C404E088}" type="pres">
      <dgm:prSet presAssocID="{04D8429D-FB24-4729-BC8B-036C749103E0}" presName="spacing" presStyleCnt="0"/>
      <dgm:spPr/>
    </dgm:pt>
    <dgm:pt modelId="{F3694748-DA0C-4FA0-8371-055F354751CA}" type="pres">
      <dgm:prSet presAssocID="{1A0A060F-196D-444F-842C-F69CB4A3DD2F}" presName="composite" presStyleCnt="0"/>
      <dgm:spPr/>
    </dgm:pt>
    <dgm:pt modelId="{F87BECEA-B7D4-40EB-AA35-919B4B322840}" type="pres">
      <dgm:prSet presAssocID="{1A0A060F-196D-444F-842C-F69CB4A3DD2F}" presName="imgShp" presStyleLbl="fgImgPlace1" presStyleIdx="2" presStyleCnt="4"/>
      <dgm:spPr/>
    </dgm:pt>
    <dgm:pt modelId="{CA336E57-426C-41FB-9C58-A47C41508D0D}" type="pres">
      <dgm:prSet presAssocID="{1A0A060F-196D-444F-842C-F69CB4A3DD2F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8BEC95B-BB07-4312-828A-A7A44EAE2DBC}" type="pres">
      <dgm:prSet presAssocID="{2CF6255F-D78E-4066-8575-036A14D2BC66}" presName="spacing" presStyleCnt="0"/>
      <dgm:spPr/>
    </dgm:pt>
    <dgm:pt modelId="{DBFCBCA0-E116-4975-9DC1-D7279F0ADED9}" type="pres">
      <dgm:prSet presAssocID="{04BC4AEF-5996-448F-AA00-E1428905A060}" presName="composite" presStyleCnt="0"/>
      <dgm:spPr/>
    </dgm:pt>
    <dgm:pt modelId="{998A63B8-4874-44FB-A18A-37688971913E}" type="pres">
      <dgm:prSet presAssocID="{04BC4AEF-5996-448F-AA00-E1428905A060}" presName="imgShp" presStyleLbl="fgImgPlace1" presStyleIdx="3" presStyleCnt="4"/>
      <dgm:spPr/>
    </dgm:pt>
    <dgm:pt modelId="{04969BDC-C75D-4FC6-B3EE-F77A0C0AAC04}" type="pres">
      <dgm:prSet presAssocID="{04BC4AEF-5996-448F-AA00-E1428905A060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0D62425-0B78-443A-8CFD-C16ECC590929}" srcId="{64398F4B-EFAA-4AC6-8738-30CD7F1A72D1}" destId="{1A0A060F-196D-444F-842C-F69CB4A3DD2F}" srcOrd="2" destOrd="0" parTransId="{EC9EA93D-ED0D-4F3A-B7D4-65995005E963}" sibTransId="{2CF6255F-D78E-4066-8575-036A14D2BC66}"/>
    <dgm:cxn modelId="{A5734365-212E-4AA4-B7E2-DF7CEE47FB67}" type="presOf" srcId="{43FDDBC2-070A-4E66-8723-DC7544C6D118}" destId="{A4967D0C-6D16-4808-85B6-176E444333B5}" srcOrd="0" destOrd="0" presId="urn:microsoft.com/office/officeart/2005/8/layout/vList3"/>
    <dgm:cxn modelId="{51C98BE2-8C65-4A9B-871E-4F51C7AE1A61}" srcId="{64398F4B-EFAA-4AC6-8738-30CD7F1A72D1}" destId="{04BC4AEF-5996-448F-AA00-E1428905A060}" srcOrd="3" destOrd="0" parTransId="{2A71C11E-3203-4807-8213-E1BB6A51A164}" sibTransId="{A82C50FE-C089-4A3F-95E8-D9826D86F33C}"/>
    <dgm:cxn modelId="{36BA5761-0BF0-4090-97EA-318A180B0BF5}" type="presOf" srcId="{04BC4AEF-5996-448F-AA00-E1428905A060}" destId="{04969BDC-C75D-4FC6-B3EE-F77A0C0AAC04}" srcOrd="0" destOrd="0" presId="urn:microsoft.com/office/officeart/2005/8/layout/vList3"/>
    <dgm:cxn modelId="{45C92590-5F98-4C78-963A-6B4A019E0F3E}" srcId="{64398F4B-EFAA-4AC6-8738-30CD7F1A72D1}" destId="{43FDDBC2-070A-4E66-8723-DC7544C6D118}" srcOrd="0" destOrd="0" parTransId="{30D48192-6D8E-4F39-AD7C-63B9EE53FCAD}" sibTransId="{E377541F-5CF9-44FB-AD60-1F4C4960C71B}"/>
    <dgm:cxn modelId="{5A041A63-0BFF-431D-BF12-DF4EB48305A4}" srcId="{64398F4B-EFAA-4AC6-8738-30CD7F1A72D1}" destId="{3278C01F-CA4E-4228-B2AA-9E9688F5F0E5}" srcOrd="1" destOrd="0" parTransId="{C4EAC1FD-126A-4581-969A-B47277C37AC2}" sibTransId="{04D8429D-FB24-4729-BC8B-036C749103E0}"/>
    <dgm:cxn modelId="{7A0FF034-5033-4A06-83A4-13B603233C5C}" type="presOf" srcId="{1A0A060F-196D-444F-842C-F69CB4A3DD2F}" destId="{CA336E57-426C-41FB-9C58-A47C41508D0D}" srcOrd="0" destOrd="0" presId="urn:microsoft.com/office/officeart/2005/8/layout/vList3"/>
    <dgm:cxn modelId="{70148C13-8E57-4959-A329-689C1DDAAFE1}" type="presOf" srcId="{64398F4B-EFAA-4AC6-8738-30CD7F1A72D1}" destId="{11D687D0-8773-49D5-B4D4-59C110324CF5}" srcOrd="0" destOrd="0" presId="urn:microsoft.com/office/officeart/2005/8/layout/vList3"/>
    <dgm:cxn modelId="{BBEED4EC-8EDA-43E4-B011-D0AE3CEAA488}" type="presOf" srcId="{3278C01F-CA4E-4228-B2AA-9E9688F5F0E5}" destId="{CA88A04D-2416-4089-8DDF-F16844A2963B}" srcOrd="0" destOrd="0" presId="urn:microsoft.com/office/officeart/2005/8/layout/vList3"/>
    <dgm:cxn modelId="{2D035813-B261-4FA4-918B-2932930091B4}" type="presParOf" srcId="{11D687D0-8773-49D5-B4D4-59C110324CF5}" destId="{5E4D8FA7-616C-48F8-9718-18E90A8C3654}" srcOrd="0" destOrd="0" presId="urn:microsoft.com/office/officeart/2005/8/layout/vList3"/>
    <dgm:cxn modelId="{45C527F8-8028-4BAB-979B-A29D62913AF4}" type="presParOf" srcId="{5E4D8FA7-616C-48F8-9718-18E90A8C3654}" destId="{F920B1BC-8F32-45D3-A8BC-6760D60A5BC5}" srcOrd="0" destOrd="0" presId="urn:microsoft.com/office/officeart/2005/8/layout/vList3"/>
    <dgm:cxn modelId="{E384F742-A39A-40AB-9DB9-9CEA636828CC}" type="presParOf" srcId="{5E4D8FA7-616C-48F8-9718-18E90A8C3654}" destId="{A4967D0C-6D16-4808-85B6-176E444333B5}" srcOrd="1" destOrd="0" presId="urn:microsoft.com/office/officeart/2005/8/layout/vList3"/>
    <dgm:cxn modelId="{28A74EC8-D907-4341-A268-AB5042AB6513}" type="presParOf" srcId="{11D687D0-8773-49D5-B4D4-59C110324CF5}" destId="{2CEAAF7F-C237-417E-9968-9FB1275760C4}" srcOrd="1" destOrd="0" presId="urn:microsoft.com/office/officeart/2005/8/layout/vList3"/>
    <dgm:cxn modelId="{61E8B2AF-D831-43E3-9951-4543BF7B3548}" type="presParOf" srcId="{11D687D0-8773-49D5-B4D4-59C110324CF5}" destId="{1804BE16-E617-4D62-B85F-34B9B617FF9E}" srcOrd="2" destOrd="0" presId="urn:microsoft.com/office/officeart/2005/8/layout/vList3"/>
    <dgm:cxn modelId="{D89B129E-D26C-4CA1-A9D3-C082BFBD2582}" type="presParOf" srcId="{1804BE16-E617-4D62-B85F-34B9B617FF9E}" destId="{016BAC87-8D54-48A0-93A6-51FBB10C0A6A}" srcOrd="0" destOrd="0" presId="urn:microsoft.com/office/officeart/2005/8/layout/vList3"/>
    <dgm:cxn modelId="{B5B37AAA-E910-436A-B4CA-19FDDEA56986}" type="presParOf" srcId="{1804BE16-E617-4D62-B85F-34B9B617FF9E}" destId="{CA88A04D-2416-4089-8DDF-F16844A2963B}" srcOrd="1" destOrd="0" presId="urn:microsoft.com/office/officeart/2005/8/layout/vList3"/>
    <dgm:cxn modelId="{06075FC8-191D-470E-BB8E-6168AE6D18C5}" type="presParOf" srcId="{11D687D0-8773-49D5-B4D4-59C110324CF5}" destId="{08D52784-7A50-48D2-B00D-1DF6C404E088}" srcOrd="3" destOrd="0" presId="urn:microsoft.com/office/officeart/2005/8/layout/vList3"/>
    <dgm:cxn modelId="{0164CF14-792D-4E10-A993-2242078714B3}" type="presParOf" srcId="{11D687D0-8773-49D5-B4D4-59C110324CF5}" destId="{F3694748-DA0C-4FA0-8371-055F354751CA}" srcOrd="4" destOrd="0" presId="urn:microsoft.com/office/officeart/2005/8/layout/vList3"/>
    <dgm:cxn modelId="{3D4F2D07-1EA2-437E-9047-4D16F9527E99}" type="presParOf" srcId="{F3694748-DA0C-4FA0-8371-055F354751CA}" destId="{F87BECEA-B7D4-40EB-AA35-919B4B322840}" srcOrd="0" destOrd="0" presId="urn:microsoft.com/office/officeart/2005/8/layout/vList3"/>
    <dgm:cxn modelId="{5F06C306-C1C6-4244-A4AF-A479A5B5CA57}" type="presParOf" srcId="{F3694748-DA0C-4FA0-8371-055F354751CA}" destId="{CA336E57-426C-41FB-9C58-A47C41508D0D}" srcOrd="1" destOrd="0" presId="urn:microsoft.com/office/officeart/2005/8/layout/vList3"/>
    <dgm:cxn modelId="{53CA7E4D-4679-41F1-B422-19B580404D67}" type="presParOf" srcId="{11D687D0-8773-49D5-B4D4-59C110324CF5}" destId="{A8BEC95B-BB07-4312-828A-A7A44EAE2DBC}" srcOrd="5" destOrd="0" presId="urn:microsoft.com/office/officeart/2005/8/layout/vList3"/>
    <dgm:cxn modelId="{6CF25FAF-C224-4E69-9B92-A4C50D75F4F5}" type="presParOf" srcId="{11D687D0-8773-49D5-B4D4-59C110324CF5}" destId="{DBFCBCA0-E116-4975-9DC1-D7279F0ADED9}" srcOrd="6" destOrd="0" presId="urn:microsoft.com/office/officeart/2005/8/layout/vList3"/>
    <dgm:cxn modelId="{0E4ABA14-894E-4C57-B264-6A9325D03C0A}" type="presParOf" srcId="{DBFCBCA0-E116-4975-9DC1-D7279F0ADED9}" destId="{998A63B8-4874-44FB-A18A-37688971913E}" srcOrd="0" destOrd="0" presId="urn:microsoft.com/office/officeart/2005/8/layout/vList3"/>
    <dgm:cxn modelId="{E978DE88-2877-4F94-9737-4CD386DBCE17}" type="presParOf" srcId="{DBFCBCA0-E116-4975-9DC1-D7279F0ADED9}" destId="{04969BDC-C75D-4FC6-B3EE-F77A0C0AAC0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64398F4B-EFAA-4AC6-8738-30CD7F1A72D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3FDDBC2-070A-4E66-8723-DC7544C6D118}">
      <dgm:prSet/>
      <dgm:spPr/>
      <dgm:t>
        <a:bodyPr/>
        <a:lstStyle/>
        <a:p>
          <a:r>
            <a:rPr lang="ru-RU"/>
            <a:t>призначення гетьманом.</a:t>
          </a:r>
          <a:endParaRPr lang="uk-UA"/>
        </a:p>
      </dgm:t>
    </dgm:pt>
    <dgm:pt modelId="{30D48192-6D8E-4F39-AD7C-63B9EE53FCAD}" type="parTrans" cxnId="{45C92590-5F98-4C78-963A-6B4A019E0F3E}">
      <dgm:prSet/>
      <dgm:spPr/>
      <dgm:t>
        <a:bodyPr/>
        <a:lstStyle/>
        <a:p>
          <a:endParaRPr lang="uk-UA"/>
        </a:p>
      </dgm:t>
    </dgm:pt>
    <dgm:pt modelId="{E377541F-5CF9-44FB-AD60-1F4C4960C71B}" type="sibTrans" cxnId="{45C92590-5F98-4C78-963A-6B4A019E0F3E}">
      <dgm:prSet/>
      <dgm:spPr/>
      <dgm:t>
        <a:bodyPr/>
        <a:lstStyle/>
        <a:p>
          <a:endParaRPr lang="uk-UA"/>
        </a:p>
      </dgm:t>
    </dgm:pt>
    <dgm:pt modelId="{3278C01F-CA4E-4228-B2AA-9E9688F5F0E5}">
      <dgm:prSet/>
      <dgm:spPr/>
      <dgm:t>
        <a:bodyPr/>
        <a:lstStyle/>
        <a:p>
          <a:r>
            <a:rPr lang="ru-RU" dirty="0" err="1"/>
            <a:t>бойового</a:t>
          </a:r>
          <a:r>
            <a:rPr lang="ru-RU" dirty="0"/>
            <a:t> </a:t>
          </a:r>
          <a:r>
            <a:rPr lang="ru-RU" dirty="0" err="1"/>
            <a:t>галасу</a:t>
          </a:r>
          <a:r>
            <a:rPr lang="ru-RU" dirty="0"/>
            <a:t>.</a:t>
          </a:r>
          <a:endParaRPr lang="uk-UA" dirty="0"/>
        </a:p>
      </dgm:t>
    </dgm:pt>
    <dgm:pt modelId="{C4EAC1FD-126A-4581-969A-B47277C37AC2}" type="parTrans" cxnId="{5A041A63-0BFF-431D-BF12-DF4EB48305A4}">
      <dgm:prSet/>
      <dgm:spPr/>
      <dgm:t>
        <a:bodyPr/>
        <a:lstStyle/>
        <a:p>
          <a:endParaRPr lang="uk-UA"/>
        </a:p>
      </dgm:t>
    </dgm:pt>
    <dgm:pt modelId="{04D8429D-FB24-4729-BC8B-036C749103E0}" type="sibTrans" cxnId="{5A041A63-0BFF-431D-BF12-DF4EB48305A4}">
      <dgm:prSet/>
      <dgm:spPr/>
      <dgm:t>
        <a:bodyPr/>
        <a:lstStyle/>
        <a:p>
          <a:endParaRPr lang="uk-UA"/>
        </a:p>
      </dgm:t>
    </dgm:pt>
    <dgm:pt modelId="{1A0A060F-196D-444F-842C-F69CB4A3DD2F}">
      <dgm:prSet/>
      <dgm:spPr/>
      <dgm:t>
        <a:bodyPr/>
        <a:lstStyle/>
        <a:p>
          <a:r>
            <a:rPr lang="ru-RU"/>
            <a:t>займанщини.</a:t>
          </a:r>
          <a:endParaRPr lang="uk-UA"/>
        </a:p>
      </dgm:t>
    </dgm:pt>
    <dgm:pt modelId="{EC9EA93D-ED0D-4F3A-B7D4-65995005E963}" type="parTrans" cxnId="{60D62425-0B78-443A-8CFD-C16ECC590929}">
      <dgm:prSet/>
      <dgm:spPr/>
      <dgm:t>
        <a:bodyPr/>
        <a:lstStyle/>
        <a:p>
          <a:endParaRPr lang="uk-UA"/>
        </a:p>
      </dgm:t>
    </dgm:pt>
    <dgm:pt modelId="{2CF6255F-D78E-4066-8575-036A14D2BC66}" type="sibTrans" cxnId="{60D62425-0B78-443A-8CFD-C16ECC590929}">
      <dgm:prSet/>
      <dgm:spPr/>
      <dgm:t>
        <a:bodyPr/>
        <a:lstStyle/>
        <a:p>
          <a:endParaRPr lang="uk-UA"/>
        </a:p>
      </dgm:t>
    </dgm:pt>
    <dgm:pt modelId="{04BC4AEF-5996-448F-AA00-E1428905A060}">
      <dgm:prSet/>
      <dgm:spPr/>
      <dgm:t>
        <a:bodyPr/>
        <a:lstStyle/>
        <a:p>
          <a:r>
            <a:rPr lang="ru-RU" dirty="0" err="1"/>
            <a:t>виборів</a:t>
          </a:r>
          <a:r>
            <a:rPr lang="ru-RU" dirty="0"/>
            <a:t>.</a:t>
          </a:r>
          <a:endParaRPr lang="uk-UA" dirty="0"/>
        </a:p>
      </dgm:t>
    </dgm:pt>
    <dgm:pt modelId="{2A71C11E-3203-4807-8213-E1BB6A51A164}" type="parTrans" cxnId="{51C98BE2-8C65-4A9B-871E-4F51C7AE1A61}">
      <dgm:prSet/>
      <dgm:spPr/>
      <dgm:t>
        <a:bodyPr/>
        <a:lstStyle/>
        <a:p>
          <a:endParaRPr lang="uk-UA"/>
        </a:p>
      </dgm:t>
    </dgm:pt>
    <dgm:pt modelId="{A82C50FE-C089-4A3F-95E8-D9826D86F33C}" type="sibTrans" cxnId="{51C98BE2-8C65-4A9B-871E-4F51C7AE1A61}">
      <dgm:prSet/>
      <dgm:spPr/>
      <dgm:t>
        <a:bodyPr/>
        <a:lstStyle/>
        <a:p>
          <a:endParaRPr lang="uk-UA"/>
        </a:p>
      </dgm:t>
    </dgm:pt>
    <dgm:pt modelId="{11D687D0-8773-49D5-B4D4-59C110324CF5}" type="pres">
      <dgm:prSet presAssocID="{64398F4B-EFAA-4AC6-8738-30CD7F1A72D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E4D8FA7-616C-48F8-9718-18E90A8C3654}" type="pres">
      <dgm:prSet presAssocID="{43FDDBC2-070A-4E66-8723-DC7544C6D118}" presName="composite" presStyleCnt="0"/>
      <dgm:spPr/>
    </dgm:pt>
    <dgm:pt modelId="{F920B1BC-8F32-45D3-A8BC-6760D60A5BC5}" type="pres">
      <dgm:prSet presAssocID="{43FDDBC2-070A-4E66-8723-DC7544C6D118}" presName="imgShp" presStyleLbl="fgImgPlace1" presStyleIdx="0" presStyleCnt="4"/>
      <dgm:spPr/>
    </dgm:pt>
    <dgm:pt modelId="{A4967D0C-6D16-4808-85B6-176E444333B5}" type="pres">
      <dgm:prSet presAssocID="{43FDDBC2-070A-4E66-8723-DC7544C6D118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EAAF7F-C237-417E-9968-9FB1275760C4}" type="pres">
      <dgm:prSet presAssocID="{E377541F-5CF9-44FB-AD60-1F4C4960C71B}" presName="spacing" presStyleCnt="0"/>
      <dgm:spPr/>
    </dgm:pt>
    <dgm:pt modelId="{1804BE16-E617-4D62-B85F-34B9B617FF9E}" type="pres">
      <dgm:prSet presAssocID="{3278C01F-CA4E-4228-B2AA-9E9688F5F0E5}" presName="composite" presStyleCnt="0"/>
      <dgm:spPr/>
    </dgm:pt>
    <dgm:pt modelId="{016BAC87-8D54-48A0-93A6-51FBB10C0A6A}" type="pres">
      <dgm:prSet presAssocID="{3278C01F-CA4E-4228-B2AA-9E9688F5F0E5}" presName="imgShp" presStyleLbl="fgImgPlace1" presStyleIdx="1" presStyleCnt="4"/>
      <dgm:spPr/>
    </dgm:pt>
    <dgm:pt modelId="{CA88A04D-2416-4089-8DDF-F16844A2963B}" type="pres">
      <dgm:prSet presAssocID="{3278C01F-CA4E-4228-B2AA-9E9688F5F0E5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D52784-7A50-48D2-B00D-1DF6C404E088}" type="pres">
      <dgm:prSet presAssocID="{04D8429D-FB24-4729-BC8B-036C749103E0}" presName="spacing" presStyleCnt="0"/>
      <dgm:spPr/>
    </dgm:pt>
    <dgm:pt modelId="{F3694748-DA0C-4FA0-8371-055F354751CA}" type="pres">
      <dgm:prSet presAssocID="{1A0A060F-196D-444F-842C-F69CB4A3DD2F}" presName="composite" presStyleCnt="0"/>
      <dgm:spPr/>
    </dgm:pt>
    <dgm:pt modelId="{F87BECEA-B7D4-40EB-AA35-919B4B322840}" type="pres">
      <dgm:prSet presAssocID="{1A0A060F-196D-444F-842C-F69CB4A3DD2F}" presName="imgShp" presStyleLbl="fgImgPlace1" presStyleIdx="2" presStyleCnt="4"/>
      <dgm:spPr/>
    </dgm:pt>
    <dgm:pt modelId="{CA336E57-426C-41FB-9C58-A47C41508D0D}" type="pres">
      <dgm:prSet presAssocID="{1A0A060F-196D-444F-842C-F69CB4A3DD2F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8BEC95B-BB07-4312-828A-A7A44EAE2DBC}" type="pres">
      <dgm:prSet presAssocID="{2CF6255F-D78E-4066-8575-036A14D2BC66}" presName="spacing" presStyleCnt="0"/>
      <dgm:spPr/>
    </dgm:pt>
    <dgm:pt modelId="{DBFCBCA0-E116-4975-9DC1-D7279F0ADED9}" type="pres">
      <dgm:prSet presAssocID="{04BC4AEF-5996-448F-AA00-E1428905A060}" presName="composite" presStyleCnt="0"/>
      <dgm:spPr/>
    </dgm:pt>
    <dgm:pt modelId="{998A63B8-4874-44FB-A18A-37688971913E}" type="pres">
      <dgm:prSet presAssocID="{04BC4AEF-5996-448F-AA00-E1428905A060}" presName="imgShp" presStyleLbl="fgImgPlace1" presStyleIdx="3" presStyleCnt="4"/>
      <dgm:spPr/>
    </dgm:pt>
    <dgm:pt modelId="{04969BDC-C75D-4FC6-B3EE-F77A0C0AAC04}" type="pres">
      <dgm:prSet presAssocID="{04BC4AEF-5996-448F-AA00-E1428905A060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0D62425-0B78-443A-8CFD-C16ECC590929}" srcId="{64398F4B-EFAA-4AC6-8738-30CD7F1A72D1}" destId="{1A0A060F-196D-444F-842C-F69CB4A3DD2F}" srcOrd="2" destOrd="0" parTransId="{EC9EA93D-ED0D-4F3A-B7D4-65995005E963}" sibTransId="{2CF6255F-D78E-4066-8575-036A14D2BC66}"/>
    <dgm:cxn modelId="{A5734365-212E-4AA4-B7E2-DF7CEE47FB67}" type="presOf" srcId="{43FDDBC2-070A-4E66-8723-DC7544C6D118}" destId="{A4967D0C-6D16-4808-85B6-176E444333B5}" srcOrd="0" destOrd="0" presId="urn:microsoft.com/office/officeart/2005/8/layout/vList3"/>
    <dgm:cxn modelId="{51C98BE2-8C65-4A9B-871E-4F51C7AE1A61}" srcId="{64398F4B-EFAA-4AC6-8738-30CD7F1A72D1}" destId="{04BC4AEF-5996-448F-AA00-E1428905A060}" srcOrd="3" destOrd="0" parTransId="{2A71C11E-3203-4807-8213-E1BB6A51A164}" sibTransId="{A82C50FE-C089-4A3F-95E8-D9826D86F33C}"/>
    <dgm:cxn modelId="{36BA5761-0BF0-4090-97EA-318A180B0BF5}" type="presOf" srcId="{04BC4AEF-5996-448F-AA00-E1428905A060}" destId="{04969BDC-C75D-4FC6-B3EE-F77A0C0AAC04}" srcOrd="0" destOrd="0" presId="urn:microsoft.com/office/officeart/2005/8/layout/vList3"/>
    <dgm:cxn modelId="{45C92590-5F98-4C78-963A-6B4A019E0F3E}" srcId="{64398F4B-EFAA-4AC6-8738-30CD7F1A72D1}" destId="{43FDDBC2-070A-4E66-8723-DC7544C6D118}" srcOrd="0" destOrd="0" parTransId="{30D48192-6D8E-4F39-AD7C-63B9EE53FCAD}" sibTransId="{E377541F-5CF9-44FB-AD60-1F4C4960C71B}"/>
    <dgm:cxn modelId="{5A041A63-0BFF-431D-BF12-DF4EB48305A4}" srcId="{64398F4B-EFAA-4AC6-8738-30CD7F1A72D1}" destId="{3278C01F-CA4E-4228-B2AA-9E9688F5F0E5}" srcOrd="1" destOrd="0" parTransId="{C4EAC1FD-126A-4581-969A-B47277C37AC2}" sibTransId="{04D8429D-FB24-4729-BC8B-036C749103E0}"/>
    <dgm:cxn modelId="{7A0FF034-5033-4A06-83A4-13B603233C5C}" type="presOf" srcId="{1A0A060F-196D-444F-842C-F69CB4A3DD2F}" destId="{CA336E57-426C-41FB-9C58-A47C41508D0D}" srcOrd="0" destOrd="0" presId="urn:microsoft.com/office/officeart/2005/8/layout/vList3"/>
    <dgm:cxn modelId="{70148C13-8E57-4959-A329-689C1DDAAFE1}" type="presOf" srcId="{64398F4B-EFAA-4AC6-8738-30CD7F1A72D1}" destId="{11D687D0-8773-49D5-B4D4-59C110324CF5}" srcOrd="0" destOrd="0" presId="urn:microsoft.com/office/officeart/2005/8/layout/vList3"/>
    <dgm:cxn modelId="{BBEED4EC-8EDA-43E4-B011-D0AE3CEAA488}" type="presOf" srcId="{3278C01F-CA4E-4228-B2AA-9E9688F5F0E5}" destId="{CA88A04D-2416-4089-8DDF-F16844A2963B}" srcOrd="0" destOrd="0" presId="urn:microsoft.com/office/officeart/2005/8/layout/vList3"/>
    <dgm:cxn modelId="{2D035813-B261-4FA4-918B-2932930091B4}" type="presParOf" srcId="{11D687D0-8773-49D5-B4D4-59C110324CF5}" destId="{5E4D8FA7-616C-48F8-9718-18E90A8C3654}" srcOrd="0" destOrd="0" presId="urn:microsoft.com/office/officeart/2005/8/layout/vList3"/>
    <dgm:cxn modelId="{45C527F8-8028-4BAB-979B-A29D62913AF4}" type="presParOf" srcId="{5E4D8FA7-616C-48F8-9718-18E90A8C3654}" destId="{F920B1BC-8F32-45D3-A8BC-6760D60A5BC5}" srcOrd="0" destOrd="0" presId="urn:microsoft.com/office/officeart/2005/8/layout/vList3"/>
    <dgm:cxn modelId="{E384F742-A39A-40AB-9DB9-9CEA636828CC}" type="presParOf" srcId="{5E4D8FA7-616C-48F8-9718-18E90A8C3654}" destId="{A4967D0C-6D16-4808-85B6-176E444333B5}" srcOrd="1" destOrd="0" presId="urn:microsoft.com/office/officeart/2005/8/layout/vList3"/>
    <dgm:cxn modelId="{28A74EC8-D907-4341-A268-AB5042AB6513}" type="presParOf" srcId="{11D687D0-8773-49D5-B4D4-59C110324CF5}" destId="{2CEAAF7F-C237-417E-9968-9FB1275760C4}" srcOrd="1" destOrd="0" presId="urn:microsoft.com/office/officeart/2005/8/layout/vList3"/>
    <dgm:cxn modelId="{61E8B2AF-D831-43E3-9951-4543BF7B3548}" type="presParOf" srcId="{11D687D0-8773-49D5-B4D4-59C110324CF5}" destId="{1804BE16-E617-4D62-B85F-34B9B617FF9E}" srcOrd="2" destOrd="0" presId="urn:microsoft.com/office/officeart/2005/8/layout/vList3"/>
    <dgm:cxn modelId="{D89B129E-D26C-4CA1-A9D3-C082BFBD2582}" type="presParOf" srcId="{1804BE16-E617-4D62-B85F-34B9B617FF9E}" destId="{016BAC87-8D54-48A0-93A6-51FBB10C0A6A}" srcOrd="0" destOrd="0" presId="urn:microsoft.com/office/officeart/2005/8/layout/vList3"/>
    <dgm:cxn modelId="{B5B37AAA-E910-436A-B4CA-19FDDEA56986}" type="presParOf" srcId="{1804BE16-E617-4D62-B85F-34B9B617FF9E}" destId="{CA88A04D-2416-4089-8DDF-F16844A2963B}" srcOrd="1" destOrd="0" presId="urn:microsoft.com/office/officeart/2005/8/layout/vList3"/>
    <dgm:cxn modelId="{06075FC8-191D-470E-BB8E-6168AE6D18C5}" type="presParOf" srcId="{11D687D0-8773-49D5-B4D4-59C110324CF5}" destId="{08D52784-7A50-48D2-B00D-1DF6C404E088}" srcOrd="3" destOrd="0" presId="urn:microsoft.com/office/officeart/2005/8/layout/vList3"/>
    <dgm:cxn modelId="{0164CF14-792D-4E10-A993-2242078714B3}" type="presParOf" srcId="{11D687D0-8773-49D5-B4D4-59C110324CF5}" destId="{F3694748-DA0C-4FA0-8371-055F354751CA}" srcOrd="4" destOrd="0" presId="urn:microsoft.com/office/officeart/2005/8/layout/vList3"/>
    <dgm:cxn modelId="{3D4F2D07-1EA2-437E-9047-4D16F9527E99}" type="presParOf" srcId="{F3694748-DA0C-4FA0-8371-055F354751CA}" destId="{F87BECEA-B7D4-40EB-AA35-919B4B322840}" srcOrd="0" destOrd="0" presId="urn:microsoft.com/office/officeart/2005/8/layout/vList3"/>
    <dgm:cxn modelId="{5F06C306-C1C6-4244-A4AF-A479A5B5CA57}" type="presParOf" srcId="{F3694748-DA0C-4FA0-8371-055F354751CA}" destId="{CA336E57-426C-41FB-9C58-A47C41508D0D}" srcOrd="1" destOrd="0" presId="urn:microsoft.com/office/officeart/2005/8/layout/vList3"/>
    <dgm:cxn modelId="{53CA7E4D-4679-41F1-B422-19B580404D67}" type="presParOf" srcId="{11D687D0-8773-49D5-B4D4-59C110324CF5}" destId="{A8BEC95B-BB07-4312-828A-A7A44EAE2DBC}" srcOrd="5" destOrd="0" presId="urn:microsoft.com/office/officeart/2005/8/layout/vList3"/>
    <dgm:cxn modelId="{6CF25FAF-C224-4E69-9B92-A4C50D75F4F5}" type="presParOf" srcId="{11D687D0-8773-49D5-B4D4-59C110324CF5}" destId="{DBFCBCA0-E116-4975-9DC1-D7279F0ADED9}" srcOrd="6" destOrd="0" presId="urn:microsoft.com/office/officeart/2005/8/layout/vList3"/>
    <dgm:cxn modelId="{0E4ABA14-894E-4C57-B264-6A9325D03C0A}" type="presParOf" srcId="{DBFCBCA0-E116-4975-9DC1-D7279F0ADED9}" destId="{998A63B8-4874-44FB-A18A-37688971913E}" srcOrd="0" destOrd="0" presId="urn:microsoft.com/office/officeart/2005/8/layout/vList3"/>
    <dgm:cxn modelId="{E978DE88-2877-4F94-9737-4CD386DBCE17}" type="presParOf" srcId="{DBFCBCA0-E116-4975-9DC1-D7279F0ADED9}" destId="{04969BDC-C75D-4FC6-B3EE-F77A0C0AAC0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D078546D-25CF-4C5E-8187-D6D0162CF60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2C9B458-A28F-4685-9F74-42147B62AEAF}">
      <dgm:prSet/>
      <dgm:spPr/>
      <dgm:t>
        <a:bodyPr/>
        <a:lstStyle/>
        <a:p>
          <a:r>
            <a:rPr lang="uk-UA" b="1" i="0"/>
            <a:t>1</a:t>
          </a:r>
          <a:r>
            <a:rPr lang="uk-UA" b="0" i="0"/>
            <a:t>визначати місцезнаходження важливих турецьких опорних пунктів в акваторії Чорного моря.</a:t>
          </a:r>
          <a:endParaRPr lang="uk-UA"/>
        </a:p>
      </dgm:t>
    </dgm:pt>
    <dgm:pt modelId="{CF14DE43-6EB4-41F7-B0AD-C78BA0A9F1F0}" type="parTrans" cxnId="{0647DE14-29D9-4A6D-8CF2-6ED4C745C270}">
      <dgm:prSet/>
      <dgm:spPr/>
      <dgm:t>
        <a:bodyPr/>
        <a:lstStyle/>
        <a:p>
          <a:endParaRPr lang="uk-UA"/>
        </a:p>
      </dgm:t>
    </dgm:pt>
    <dgm:pt modelId="{A0BEAC52-2C0C-4C97-AA83-643A3C46AB28}" type="sibTrans" cxnId="{0647DE14-29D9-4A6D-8CF2-6ED4C745C270}">
      <dgm:prSet/>
      <dgm:spPr/>
      <dgm:t>
        <a:bodyPr/>
        <a:lstStyle/>
        <a:p>
          <a:endParaRPr lang="uk-UA"/>
        </a:p>
      </dgm:t>
    </dgm:pt>
    <dgm:pt modelId="{A8F6D3E7-4F4E-4B72-8488-E535D5F379BF}">
      <dgm:prSet/>
      <dgm:spPr/>
      <dgm:t>
        <a:bodyPr/>
        <a:lstStyle/>
        <a:p>
          <a:r>
            <a:rPr lang="uk-UA" b="1" i="0" dirty="0"/>
            <a:t>2</a:t>
          </a:r>
          <a:r>
            <a:rPr lang="uk-UA" b="0" i="0" dirty="0"/>
            <a:t>указати напрямки походів запорозьких козаків на чолі з І. Сірком на Крим.</a:t>
          </a:r>
          <a:endParaRPr lang="uk-UA" dirty="0"/>
        </a:p>
      </dgm:t>
    </dgm:pt>
    <dgm:pt modelId="{B2F34548-307C-4A9A-BCB6-8792BF69CD86}" type="parTrans" cxnId="{A13C4E30-5815-4D38-8BDB-85E966DC8D69}">
      <dgm:prSet/>
      <dgm:spPr/>
      <dgm:t>
        <a:bodyPr/>
        <a:lstStyle/>
        <a:p>
          <a:endParaRPr lang="uk-UA"/>
        </a:p>
      </dgm:t>
    </dgm:pt>
    <dgm:pt modelId="{4C48473C-7A05-4503-BBBB-2F20CD587ACB}" type="sibTrans" cxnId="{A13C4E30-5815-4D38-8BDB-85E966DC8D69}">
      <dgm:prSet/>
      <dgm:spPr/>
      <dgm:t>
        <a:bodyPr/>
        <a:lstStyle/>
        <a:p>
          <a:endParaRPr lang="uk-UA"/>
        </a:p>
      </dgm:t>
    </dgm:pt>
    <dgm:pt modelId="{B568D172-839A-40F6-83EA-445C73CEFE76}">
      <dgm:prSet/>
      <dgm:spPr/>
      <dgm:t>
        <a:bodyPr/>
        <a:lstStyle/>
        <a:p>
          <a:r>
            <a:rPr lang="uk-UA" b="1" i="0"/>
            <a:t>3</a:t>
          </a:r>
          <a:r>
            <a:rPr lang="uk-UA" b="0" i="0"/>
            <a:t>визначати місця важливих битв польських і козацьких військ з турецьким військом.</a:t>
          </a:r>
          <a:endParaRPr lang="uk-UA"/>
        </a:p>
      </dgm:t>
    </dgm:pt>
    <dgm:pt modelId="{C432875D-859A-4743-8EA0-098095F4B89A}" type="parTrans" cxnId="{56D4AC23-C007-4EE1-896C-AAC31302A26E}">
      <dgm:prSet/>
      <dgm:spPr/>
      <dgm:t>
        <a:bodyPr/>
        <a:lstStyle/>
        <a:p>
          <a:endParaRPr lang="uk-UA"/>
        </a:p>
      </dgm:t>
    </dgm:pt>
    <dgm:pt modelId="{F88C1FAA-15C9-42E2-8E85-F840F86F7915}" type="sibTrans" cxnId="{56D4AC23-C007-4EE1-896C-AAC31302A26E}">
      <dgm:prSet/>
      <dgm:spPr/>
      <dgm:t>
        <a:bodyPr/>
        <a:lstStyle/>
        <a:p>
          <a:endParaRPr lang="uk-UA"/>
        </a:p>
      </dgm:t>
    </dgm:pt>
    <dgm:pt modelId="{751299B4-9F5C-43C4-9630-734AF2F1D4EC}">
      <dgm:prSet/>
      <dgm:spPr/>
      <dgm:t>
        <a:bodyPr/>
        <a:lstStyle/>
        <a:p>
          <a:r>
            <a:rPr lang="uk-UA" b="1" i="0"/>
            <a:t>4</a:t>
          </a:r>
          <a:r>
            <a:rPr lang="uk-UA" b="0" i="0"/>
            <a:t>указати напрямки Молдавських походів Б. Хмельницького.</a:t>
          </a:r>
          <a:endParaRPr lang="uk-UA"/>
        </a:p>
      </dgm:t>
    </dgm:pt>
    <dgm:pt modelId="{B8CDCD3D-DEFE-4CD8-8671-DC76C1FC886D}" type="parTrans" cxnId="{B32EF6EB-7671-47EE-B89C-85DAB606E5D5}">
      <dgm:prSet/>
      <dgm:spPr/>
      <dgm:t>
        <a:bodyPr/>
        <a:lstStyle/>
        <a:p>
          <a:endParaRPr lang="uk-UA"/>
        </a:p>
      </dgm:t>
    </dgm:pt>
    <dgm:pt modelId="{D6AAF498-6F1C-4451-B14E-C6B6602502A0}" type="sibTrans" cxnId="{B32EF6EB-7671-47EE-B89C-85DAB606E5D5}">
      <dgm:prSet/>
      <dgm:spPr/>
      <dgm:t>
        <a:bodyPr/>
        <a:lstStyle/>
        <a:p>
          <a:endParaRPr lang="uk-UA"/>
        </a:p>
      </dgm:t>
    </dgm:pt>
    <dgm:pt modelId="{4D34E865-2842-446B-8910-F8CFB815A41E}">
      <dgm:prSet/>
      <dgm:spPr/>
      <dgm:t>
        <a:bodyPr/>
        <a:lstStyle/>
        <a:p>
          <a:r>
            <a:rPr lang="uk-UA" b="1" i="0"/>
            <a:t>5</a:t>
          </a:r>
          <a:r>
            <a:rPr lang="uk-UA" b="0" i="0"/>
            <a:t>окреслити межі Вольностей (Земель) Війська Запорозького Низового.</a:t>
          </a:r>
          <a:endParaRPr lang="uk-UA"/>
        </a:p>
      </dgm:t>
    </dgm:pt>
    <dgm:pt modelId="{A6CD1AD9-06DE-4D16-8476-371D098BB6AB}" type="parTrans" cxnId="{DE7B5A50-0EEB-4618-B40A-DFE82ACFF42B}">
      <dgm:prSet/>
      <dgm:spPr/>
      <dgm:t>
        <a:bodyPr/>
        <a:lstStyle/>
        <a:p>
          <a:endParaRPr lang="uk-UA"/>
        </a:p>
      </dgm:t>
    </dgm:pt>
    <dgm:pt modelId="{B3F0E7F9-A370-49A1-A386-D3FF843E9164}" type="sibTrans" cxnId="{DE7B5A50-0EEB-4618-B40A-DFE82ACFF42B}">
      <dgm:prSet/>
      <dgm:spPr/>
      <dgm:t>
        <a:bodyPr/>
        <a:lstStyle/>
        <a:p>
          <a:endParaRPr lang="uk-UA"/>
        </a:p>
      </dgm:t>
    </dgm:pt>
    <dgm:pt modelId="{6F8FAF68-7858-4FF3-925B-51739B5E52F8}">
      <dgm:prSet/>
      <dgm:spPr/>
      <dgm:t>
        <a:bodyPr/>
        <a:lstStyle/>
        <a:p>
          <a:r>
            <a:rPr lang="uk-UA" b="1" i="0"/>
            <a:t>6</a:t>
          </a:r>
          <a:r>
            <a:rPr lang="uk-UA" b="0" i="0"/>
            <a:t>указати напрямки походів запорозьких козаків часів «героїчної доби» на турецькі володіння.</a:t>
          </a:r>
          <a:endParaRPr lang="uk-UA"/>
        </a:p>
      </dgm:t>
    </dgm:pt>
    <dgm:pt modelId="{F571021E-540A-420F-858D-C35DD034E13C}" type="parTrans" cxnId="{1AD45882-D6A5-4968-8116-265FCFCABF21}">
      <dgm:prSet/>
      <dgm:spPr/>
      <dgm:t>
        <a:bodyPr/>
        <a:lstStyle/>
        <a:p>
          <a:endParaRPr lang="uk-UA"/>
        </a:p>
      </dgm:t>
    </dgm:pt>
    <dgm:pt modelId="{473CB55B-3715-4558-A5DB-C2E1ECE44604}" type="sibTrans" cxnId="{1AD45882-D6A5-4968-8116-265FCFCABF21}">
      <dgm:prSet/>
      <dgm:spPr/>
      <dgm:t>
        <a:bodyPr/>
        <a:lstStyle/>
        <a:p>
          <a:endParaRPr lang="uk-UA"/>
        </a:p>
      </dgm:t>
    </dgm:pt>
    <dgm:pt modelId="{CC51FC9C-1262-4A93-9CA7-A30869C91A64}">
      <dgm:prSet/>
      <dgm:spPr/>
      <dgm:t>
        <a:bodyPr/>
        <a:lstStyle/>
        <a:p>
          <a:r>
            <a:rPr lang="uk-UA" b="1" i="0" dirty="0"/>
            <a:t>7</a:t>
          </a:r>
          <a:r>
            <a:rPr lang="uk-UA" b="0" i="0" dirty="0"/>
            <a:t>указати міста, у яких козакам дозволялося проживати згідно з «Ординацією Війська Запорозького…» (1638 р.).</a:t>
          </a:r>
          <a:endParaRPr lang="uk-UA" dirty="0"/>
        </a:p>
      </dgm:t>
    </dgm:pt>
    <dgm:pt modelId="{DEC3AEAD-ACA2-4E98-ABEB-A0DA2DAC9D7B}" type="parTrans" cxnId="{DC746219-7D92-4B67-B2B3-A5A56409D9A2}">
      <dgm:prSet/>
      <dgm:spPr/>
      <dgm:t>
        <a:bodyPr/>
        <a:lstStyle/>
        <a:p>
          <a:endParaRPr lang="uk-UA"/>
        </a:p>
      </dgm:t>
    </dgm:pt>
    <dgm:pt modelId="{188EAB35-98FF-43C3-9233-F989A1EA1888}" type="sibTrans" cxnId="{DC746219-7D92-4B67-B2B3-A5A56409D9A2}">
      <dgm:prSet/>
      <dgm:spPr/>
      <dgm:t>
        <a:bodyPr/>
        <a:lstStyle/>
        <a:p>
          <a:endParaRPr lang="uk-UA"/>
        </a:p>
      </dgm:t>
    </dgm:pt>
    <dgm:pt modelId="{3BE752CB-2508-435D-B3BD-331235C0CE05}" type="pres">
      <dgm:prSet presAssocID="{D078546D-25CF-4C5E-8187-D6D0162CF60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142F7AF-4BEE-49ED-A024-D9CE716876B2}" type="pres">
      <dgm:prSet presAssocID="{82C9B458-A28F-4685-9F74-42147B62AEAF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BDAD15A-A8CA-4598-B106-FEEC42089EDB}" type="pres">
      <dgm:prSet presAssocID="{A0BEAC52-2C0C-4C97-AA83-643A3C46AB28}" presName="spacer" presStyleCnt="0"/>
      <dgm:spPr/>
    </dgm:pt>
    <dgm:pt modelId="{786F2818-1CA1-468A-967A-507949F6E5FD}" type="pres">
      <dgm:prSet presAssocID="{A8F6D3E7-4F4E-4B72-8488-E535D5F379BF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6EE8995-5887-466F-B71A-3B3B7C83C08B}" type="pres">
      <dgm:prSet presAssocID="{4C48473C-7A05-4503-BBBB-2F20CD587ACB}" presName="spacer" presStyleCnt="0"/>
      <dgm:spPr/>
    </dgm:pt>
    <dgm:pt modelId="{B576833F-F881-4B9C-8FE9-6E962D9C0FF8}" type="pres">
      <dgm:prSet presAssocID="{B568D172-839A-40F6-83EA-445C73CEFE76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97FD847-AA2C-43A9-BE47-9CEF6D7D885C}" type="pres">
      <dgm:prSet presAssocID="{F88C1FAA-15C9-42E2-8E85-F840F86F7915}" presName="spacer" presStyleCnt="0"/>
      <dgm:spPr/>
    </dgm:pt>
    <dgm:pt modelId="{4B89BC93-6321-44B6-B0B5-163F90A79F90}" type="pres">
      <dgm:prSet presAssocID="{751299B4-9F5C-43C4-9630-734AF2F1D4EC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6ADD2D-68AC-4212-A469-62CD00F536EE}" type="pres">
      <dgm:prSet presAssocID="{D6AAF498-6F1C-4451-B14E-C6B6602502A0}" presName="spacer" presStyleCnt="0"/>
      <dgm:spPr/>
    </dgm:pt>
    <dgm:pt modelId="{DFDFA9DA-CEC6-4EAE-A0F5-D75F4F7A7586}" type="pres">
      <dgm:prSet presAssocID="{4D34E865-2842-446B-8910-F8CFB815A41E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FB16F4C-86BA-415E-8507-EEECC2CC9CE9}" type="pres">
      <dgm:prSet presAssocID="{B3F0E7F9-A370-49A1-A386-D3FF843E9164}" presName="spacer" presStyleCnt="0"/>
      <dgm:spPr/>
    </dgm:pt>
    <dgm:pt modelId="{BA3F3C51-38ED-48CD-8541-AD54AD965177}" type="pres">
      <dgm:prSet presAssocID="{6F8FAF68-7858-4FF3-925B-51739B5E52F8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25F3A59-C566-4804-895E-8979D7399FEA}" type="pres">
      <dgm:prSet presAssocID="{473CB55B-3715-4558-A5DB-C2E1ECE44604}" presName="spacer" presStyleCnt="0"/>
      <dgm:spPr/>
    </dgm:pt>
    <dgm:pt modelId="{ABC57C8A-7EFF-41E6-9947-B112E61CBE33}" type="pres">
      <dgm:prSet presAssocID="{CC51FC9C-1262-4A93-9CA7-A30869C91A64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32EF6EB-7671-47EE-B89C-85DAB606E5D5}" srcId="{D078546D-25CF-4C5E-8187-D6D0162CF609}" destId="{751299B4-9F5C-43C4-9630-734AF2F1D4EC}" srcOrd="3" destOrd="0" parTransId="{B8CDCD3D-DEFE-4CD8-8671-DC76C1FC886D}" sibTransId="{D6AAF498-6F1C-4451-B14E-C6B6602502A0}"/>
    <dgm:cxn modelId="{060DDF0E-B251-48E1-A2C4-CDF6A9D2631A}" type="presOf" srcId="{6F8FAF68-7858-4FF3-925B-51739B5E52F8}" destId="{BA3F3C51-38ED-48CD-8541-AD54AD965177}" srcOrd="0" destOrd="0" presId="urn:microsoft.com/office/officeart/2005/8/layout/vList2"/>
    <dgm:cxn modelId="{A13C4E30-5815-4D38-8BDB-85E966DC8D69}" srcId="{D078546D-25CF-4C5E-8187-D6D0162CF609}" destId="{A8F6D3E7-4F4E-4B72-8488-E535D5F379BF}" srcOrd="1" destOrd="0" parTransId="{B2F34548-307C-4A9A-BCB6-8792BF69CD86}" sibTransId="{4C48473C-7A05-4503-BBBB-2F20CD587ACB}"/>
    <dgm:cxn modelId="{ECFAC225-9B6A-492F-B3FC-7F8035414155}" type="presOf" srcId="{CC51FC9C-1262-4A93-9CA7-A30869C91A64}" destId="{ABC57C8A-7EFF-41E6-9947-B112E61CBE33}" srcOrd="0" destOrd="0" presId="urn:microsoft.com/office/officeart/2005/8/layout/vList2"/>
    <dgm:cxn modelId="{450C60BD-FFBD-4EEE-8416-E3E8F363788B}" type="presOf" srcId="{A8F6D3E7-4F4E-4B72-8488-E535D5F379BF}" destId="{786F2818-1CA1-468A-967A-507949F6E5FD}" srcOrd="0" destOrd="0" presId="urn:microsoft.com/office/officeart/2005/8/layout/vList2"/>
    <dgm:cxn modelId="{C77144D3-6E6D-451F-951A-ED0915F56A74}" type="presOf" srcId="{82C9B458-A28F-4685-9F74-42147B62AEAF}" destId="{1142F7AF-4BEE-49ED-A024-D9CE716876B2}" srcOrd="0" destOrd="0" presId="urn:microsoft.com/office/officeart/2005/8/layout/vList2"/>
    <dgm:cxn modelId="{03F74939-4EED-4FA1-83EA-54DA6FA92A60}" type="presOf" srcId="{751299B4-9F5C-43C4-9630-734AF2F1D4EC}" destId="{4B89BC93-6321-44B6-B0B5-163F90A79F90}" srcOrd="0" destOrd="0" presId="urn:microsoft.com/office/officeart/2005/8/layout/vList2"/>
    <dgm:cxn modelId="{A94B2DA9-D9DB-47F5-B7CC-1A1FE8F811F0}" type="presOf" srcId="{B568D172-839A-40F6-83EA-445C73CEFE76}" destId="{B576833F-F881-4B9C-8FE9-6E962D9C0FF8}" srcOrd="0" destOrd="0" presId="urn:microsoft.com/office/officeart/2005/8/layout/vList2"/>
    <dgm:cxn modelId="{9052E8E9-5BB4-4060-A56F-31ECFD809BFA}" type="presOf" srcId="{4D34E865-2842-446B-8910-F8CFB815A41E}" destId="{DFDFA9DA-CEC6-4EAE-A0F5-D75F4F7A7586}" srcOrd="0" destOrd="0" presId="urn:microsoft.com/office/officeart/2005/8/layout/vList2"/>
    <dgm:cxn modelId="{56D4AC23-C007-4EE1-896C-AAC31302A26E}" srcId="{D078546D-25CF-4C5E-8187-D6D0162CF609}" destId="{B568D172-839A-40F6-83EA-445C73CEFE76}" srcOrd="2" destOrd="0" parTransId="{C432875D-859A-4743-8EA0-098095F4B89A}" sibTransId="{F88C1FAA-15C9-42E2-8E85-F840F86F7915}"/>
    <dgm:cxn modelId="{0647DE14-29D9-4A6D-8CF2-6ED4C745C270}" srcId="{D078546D-25CF-4C5E-8187-D6D0162CF609}" destId="{82C9B458-A28F-4685-9F74-42147B62AEAF}" srcOrd="0" destOrd="0" parTransId="{CF14DE43-6EB4-41F7-B0AD-C78BA0A9F1F0}" sibTransId="{A0BEAC52-2C0C-4C97-AA83-643A3C46AB28}"/>
    <dgm:cxn modelId="{1AD45882-D6A5-4968-8116-265FCFCABF21}" srcId="{D078546D-25CF-4C5E-8187-D6D0162CF609}" destId="{6F8FAF68-7858-4FF3-925B-51739B5E52F8}" srcOrd="5" destOrd="0" parTransId="{F571021E-540A-420F-858D-C35DD034E13C}" sibTransId="{473CB55B-3715-4558-A5DB-C2E1ECE44604}"/>
    <dgm:cxn modelId="{DE7B5A50-0EEB-4618-B40A-DFE82ACFF42B}" srcId="{D078546D-25CF-4C5E-8187-D6D0162CF609}" destId="{4D34E865-2842-446B-8910-F8CFB815A41E}" srcOrd="4" destOrd="0" parTransId="{A6CD1AD9-06DE-4D16-8476-371D098BB6AB}" sibTransId="{B3F0E7F9-A370-49A1-A386-D3FF843E9164}"/>
    <dgm:cxn modelId="{DC746219-7D92-4B67-B2B3-A5A56409D9A2}" srcId="{D078546D-25CF-4C5E-8187-D6D0162CF609}" destId="{CC51FC9C-1262-4A93-9CA7-A30869C91A64}" srcOrd="6" destOrd="0" parTransId="{DEC3AEAD-ACA2-4E98-ABEB-A0DA2DAC9D7B}" sibTransId="{188EAB35-98FF-43C3-9233-F989A1EA1888}"/>
    <dgm:cxn modelId="{676FEC78-E4D3-4F4C-BFF8-95F469FD8846}" type="presOf" srcId="{D078546D-25CF-4C5E-8187-D6D0162CF609}" destId="{3BE752CB-2508-435D-B3BD-331235C0CE05}" srcOrd="0" destOrd="0" presId="urn:microsoft.com/office/officeart/2005/8/layout/vList2"/>
    <dgm:cxn modelId="{2CC537F1-F1F9-4F37-A3B6-8CA860C5A658}" type="presParOf" srcId="{3BE752CB-2508-435D-B3BD-331235C0CE05}" destId="{1142F7AF-4BEE-49ED-A024-D9CE716876B2}" srcOrd="0" destOrd="0" presId="urn:microsoft.com/office/officeart/2005/8/layout/vList2"/>
    <dgm:cxn modelId="{9F54FDBC-2320-47F7-BBA8-30A2CC5F00D3}" type="presParOf" srcId="{3BE752CB-2508-435D-B3BD-331235C0CE05}" destId="{3BDAD15A-A8CA-4598-B106-FEEC42089EDB}" srcOrd="1" destOrd="0" presId="urn:microsoft.com/office/officeart/2005/8/layout/vList2"/>
    <dgm:cxn modelId="{8321DF02-6141-4FC9-A75F-579D37622396}" type="presParOf" srcId="{3BE752CB-2508-435D-B3BD-331235C0CE05}" destId="{786F2818-1CA1-468A-967A-507949F6E5FD}" srcOrd="2" destOrd="0" presId="urn:microsoft.com/office/officeart/2005/8/layout/vList2"/>
    <dgm:cxn modelId="{709ECF0B-79A2-4922-9CCC-F110BDB6451F}" type="presParOf" srcId="{3BE752CB-2508-435D-B3BD-331235C0CE05}" destId="{66EE8995-5887-466F-B71A-3B3B7C83C08B}" srcOrd="3" destOrd="0" presId="urn:microsoft.com/office/officeart/2005/8/layout/vList2"/>
    <dgm:cxn modelId="{D082DCE4-00EE-41CB-B492-A14D11B312CB}" type="presParOf" srcId="{3BE752CB-2508-435D-B3BD-331235C0CE05}" destId="{B576833F-F881-4B9C-8FE9-6E962D9C0FF8}" srcOrd="4" destOrd="0" presId="urn:microsoft.com/office/officeart/2005/8/layout/vList2"/>
    <dgm:cxn modelId="{8704974F-EA41-411D-94E7-5C0DC5748808}" type="presParOf" srcId="{3BE752CB-2508-435D-B3BD-331235C0CE05}" destId="{197FD847-AA2C-43A9-BE47-9CEF6D7D885C}" srcOrd="5" destOrd="0" presId="urn:microsoft.com/office/officeart/2005/8/layout/vList2"/>
    <dgm:cxn modelId="{CA12EC34-852E-47B3-B355-46EBC2AF2EB1}" type="presParOf" srcId="{3BE752CB-2508-435D-B3BD-331235C0CE05}" destId="{4B89BC93-6321-44B6-B0B5-163F90A79F90}" srcOrd="6" destOrd="0" presId="urn:microsoft.com/office/officeart/2005/8/layout/vList2"/>
    <dgm:cxn modelId="{50F892F2-2739-4B8B-86E4-275DE0E73B4D}" type="presParOf" srcId="{3BE752CB-2508-435D-B3BD-331235C0CE05}" destId="{6B6ADD2D-68AC-4212-A469-62CD00F536EE}" srcOrd="7" destOrd="0" presId="urn:microsoft.com/office/officeart/2005/8/layout/vList2"/>
    <dgm:cxn modelId="{75F3863D-0934-4026-91CD-31FC84B58697}" type="presParOf" srcId="{3BE752CB-2508-435D-B3BD-331235C0CE05}" destId="{DFDFA9DA-CEC6-4EAE-A0F5-D75F4F7A7586}" srcOrd="8" destOrd="0" presId="urn:microsoft.com/office/officeart/2005/8/layout/vList2"/>
    <dgm:cxn modelId="{757F839B-0AD5-4E11-BB41-DCD57BBAEB10}" type="presParOf" srcId="{3BE752CB-2508-435D-B3BD-331235C0CE05}" destId="{FFB16F4C-86BA-415E-8507-EEECC2CC9CE9}" srcOrd="9" destOrd="0" presId="urn:microsoft.com/office/officeart/2005/8/layout/vList2"/>
    <dgm:cxn modelId="{B2A1C95B-E387-498F-9AF1-CF3640A74787}" type="presParOf" srcId="{3BE752CB-2508-435D-B3BD-331235C0CE05}" destId="{BA3F3C51-38ED-48CD-8541-AD54AD965177}" srcOrd="10" destOrd="0" presId="urn:microsoft.com/office/officeart/2005/8/layout/vList2"/>
    <dgm:cxn modelId="{6ECAA903-4AF3-4145-8029-C51F7E77DDCD}" type="presParOf" srcId="{3BE752CB-2508-435D-B3BD-331235C0CE05}" destId="{625F3A59-C566-4804-895E-8979D7399FEA}" srcOrd="11" destOrd="0" presId="urn:microsoft.com/office/officeart/2005/8/layout/vList2"/>
    <dgm:cxn modelId="{FEBC3942-1C60-4031-AF75-CEC76B71D4DE}" type="presParOf" srcId="{3BE752CB-2508-435D-B3BD-331235C0CE05}" destId="{ABC57C8A-7EFF-41E6-9947-B112E61CBE33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0D3393E3-4B15-4EBF-8B79-6562656A0C0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41424DAF-8BDA-40B6-9039-9A6E21984094}">
      <dgm:prSet/>
      <dgm:spPr/>
      <dgm:t>
        <a:bodyPr/>
        <a:lstStyle/>
        <a:p>
          <a:r>
            <a:rPr lang="ru-RU"/>
            <a:t>Д. Вишневецького.</a:t>
          </a:r>
          <a:endParaRPr lang="uk-UA"/>
        </a:p>
      </dgm:t>
    </dgm:pt>
    <dgm:pt modelId="{20E321D3-D06A-4196-9AE0-9E96B98C6D2E}" type="parTrans" cxnId="{45D968D7-CF9C-42E3-BC93-054C94F08D0F}">
      <dgm:prSet/>
      <dgm:spPr/>
      <dgm:t>
        <a:bodyPr/>
        <a:lstStyle/>
        <a:p>
          <a:endParaRPr lang="uk-UA"/>
        </a:p>
      </dgm:t>
    </dgm:pt>
    <dgm:pt modelId="{3F1AECB3-29CC-4939-846D-0EA003644F9A}" type="sibTrans" cxnId="{45D968D7-CF9C-42E3-BC93-054C94F08D0F}">
      <dgm:prSet/>
      <dgm:spPr/>
      <dgm:t>
        <a:bodyPr/>
        <a:lstStyle/>
        <a:p>
          <a:endParaRPr lang="uk-UA"/>
        </a:p>
      </dgm:t>
    </dgm:pt>
    <dgm:pt modelId="{D01C4A31-DA8E-4967-BA5E-F58DD65CB422}">
      <dgm:prSet/>
      <dgm:spPr>
        <a:solidFill>
          <a:srgbClr val="0070C0"/>
        </a:solidFill>
      </dgm:spPr>
      <dgm:t>
        <a:bodyPr/>
        <a:lstStyle/>
        <a:p>
          <a:r>
            <a:rPr lang="ru-RU"/>
            <a:t>П. Сагайдачного.</a:t>
          </a:r>
          <a:endParaRPr lang="uk-UA"/>
        </a:p>
      </dgm:t>
    </dgm:pt>
    <dgm:pt modelId="{703119DD-D49D-416C-8627-7471E4360390}" type="parTrans" cxnId="{0F5FF90E-B055-409B-9FEF-33BB6F4B3D4A}">
      <dgm:prSet/>
      <dgm:spPr/>
      <dgm:t>
        <a:bodyPr/>
        <a:lstStyle/>
        <a:p>
          <a:endParaRPr lang="uk-UA"/>
        </a:p>
      </dgm:t>
    </dgm:pt>
    <dgm:pt modelId="{9CF353C0-ED68-4A97-9E8A-10312FEA095B}" type="sibTrans" cxnId="{0F5FF90E-B055-409B-9FEF-33BB6F4B3D4A}">
      <dgm:prSet/>
      <dgm:spPr/>
      <dgm:t>
        <a:bodyPr/>
        <a:lstStyle/>
        <a:p>
          <a:endParaRPr lang="uk-UA"/>
        </a:p>
      </dgm:t>
    </dgm:pt>
    <dgm:pt modelId="{87061BDF-91A4-4EFD-9E4D-83B8EF68477D}">
      <dgm:prSet/>
      <dgm:spPr/>
      <dgm:t>
        <a:bodyPr/>
        <a:lstStyle/>
        <a:p>
          <a:r>
            <a:rPr lang="ru-RU"/>
            <a:t>Б. Хмельницького.</a:t>
          </a:r>
          <a:endParaRPr lang="uk-UA"/>
        </a:p>
      </dgm:t>
    </dgm:pt>
    <dgm:pt modelId="{2A971495-4B92-4C1C-A296-767F71274C0F}" type="parTrans" cxnId="{287AE1A9-D432-474A-A2FD-4C1A8484F551}">
      <dgm:prSet/>
      <dgm:spPr/>
      <dgm:t>
        <a:bodyPr/>
        <a:lstStyle/>
        <a:p>
          <a:endParaRPr lang="uk-UA"/>
        </a:p>
      </dgm:t>
    </dgm:pt>
    <dgm:pt modelId="{A5395968-6FE8-49A0-B516-841ACDAFCD0B}" type="sibTrans" cxnId="{287AE1A9-D432-474A-A2FD-4C1A8484F551}">
      <dgm:prSet/>
      <dgm:spPr/>
      <dgm:t>
        <a:bodyPr/>
        <a:lstStyle/>
        <a:p>
          <a:endParaRPr lang="uk-UA"/>
        </a:p>
      </dgm:t>
    </dgm:pt>
    <dgm:pt modelId="{F41C9E67-2D40-428B-8546-50F497F05639}">
      <dgm:prSet/>
      <dgm:spPr/>
      <dgm:t>
        <a:bodyPr/>
        <a:lstStyle/>
        <a:p>
          <a:r>
            <a:rPr lang="ru-RU"/>
            <a:t>П. Дорошенка</a:t>
          </a:r>
          <a:endParaRPr lang="uk-UA"/>
        </a:p>
      </dgm:t>
    </dgm:pt>
    <dgm:pt modelId="{DF054F65-53F7-482F-8D58-58FFF06242EE}" type="parTrans" cxnId="{B1C7013F-38CC-4EEC-A877-22B69AD6A792}">
      <dgm:prSet/>
      <dgm:spPr/>
      <dgm:t>
        <a:bodyPr/>
        <a:lstStyle/>
        <a:p>
          <a:endParaRPr lang="uk-UA"/>
        </a:p>
      </dgm:t>
    </dgm:pt>
    <dgm:pt modelId="{317CAB7A-98D9-47F0-B56B-BE9321535222}" type="sibTrans" cxnId="{B1C7013F-38CC-4EEC-A877-22B69AD6A792}">
      <dgm:prSet/>
      <dgm:spPr/>
      <dgm:t>
        <a:bodyPr/>
        <a:lstStyle/>
        <a:p>
          <a:endParaRPr lang="uk-UA"/>
        </a:p>
      </dgm:t>
    </dgm:pt>
    <dgm:pt modelId="{4D563470-DC5A-47D6-BC0C-F43088E75B90}" type="pres">
      <dgm:prSet presAssocID="{0D3393E3-4B15-4EBF-8B79-6562656A0C0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073576F-433B-413E-B63E-5BE1A2365AFE}" type="pres">
      <dgm:prSet presAssocID="{41424DAF-8BDA-40B6-9039-9A6E21984094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044122B-795A-4E2F-AD7E-E0BCA4180C6A}" type="pres">
      <dgm:prSet presAssocID="{3F1AECB3-29CC-4939-846D-0EA003644F9A}" presName="spacer" presStyleCnt="0"/>
      <dgm:spPr/>
    </dgm:pt>
    <dgm:pt modelId="{70F93AED-A624-41A7-8C4D-DC8E8F8A4DFE}" type="pres">
      <dgm:prSet presAssocID="{D01C4A31-DA8E-4967-BA5E-F58DD65CB422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EA27126-135C-43C8-807C-8525E8954822}" type="pres">
      <dgm:prSet presAssocID="{9CF353C0-ED68-4A97-9E8A-10312FEA095B}" presName="spacer" presStyleCnt="0"/>
      <dgm:spPr/>
    </dgm:pt>
    <dgm:pt modelId="{E66F5150-9C34-42EA-9CCC-30370304E188}" type="pres">
      <dgm:prSet presAssocID="{87061BDF-91A4-4EFD-9E4D-83B8EF68477D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251E403-9EF1-4683-829E-CEC77E8AC0CB}" type="pres">
      <dgm:prSet presAssocID="{A5395968-6FE8-49A0-B516-841ACDAFCD0B}" presName="spacer" presStyleCnt="0"/>
      <dgm:spPr/>
    </dgm:pt>
    <dgm:pt modelId="{95990450-B33A-4333-9CDC-79F759A5B6A3}" type="pres">
      <dgm:prSet presAssocID="{F41C9E67-2D40-428B-8546-50F497F05639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5D968D7-CF9C-42E3-BC93-054C94F08D0F}" srcId="{0D3393E3-4B15-4EBF-8B79-6562656A0C08}" destId="{41424DAF-8BDA-40B6-9039-9A6E21984094}" srcOrd="0" destOrd="0" parTransId="{20E321D3-D06A-4196-9AE0-9E96B98C6D2E}" sibTransId="{3F1AECB3-29CC-4939-846D-0EA003644F9A}"/>
    <dgm:cxn modelId="{803DF3F1-F52A-4FEC-BECC-1C4057D55BFF}" type="presOf" srcId="{87061BDF-91A4-4EFD-9E4D-83B8EF68477D}" destId="{E66F5150-9C34-42EA-9CCC-30370304E188}" srcOrd="0" destOrd="0" presId="urn:microsoft.com/office/officeart/2005/8/layout/vList2"/>
    <dgm:cxn modelId="{3129B6A8-1416-4FEA-AF41-FE9392D93B49}" type="presOf" srcId="{D01C4A31-DA8E-4967-BA5E-F58DD65CB422}" destId="{70F93AED-A624-41A7-8C4D-DC8E8F8A4DFE}" srcOrd="0" destOrd="0" presId="urn:microsoft.com/office/officeart/2005/8/layout/vList2"/>
    <dgm:cxn modelId="{2B815A7A-854C-4F08-8720-79F93C99B550}" type="presOf" srcId="{F41C9E67-2D40-428B-8546-50F497F05639}" destId="{95990450-B33A-4333-9CDC-79F759A5B6A3}" srcOrd="0" destOrd="0" presId="urn:microsoft.com/office/officeart/2005/8/layout/vList2"/>
    <dgm:cxn modelId="{B1C7013F-38CC-4EEC-A877-22B69AD6A792}" srcId="{0D3393E3-4B15-4EBF-8B79-6562656A0C08}" destId="{F41C9E67-2D40-428B-8546-50F497F05639}" srcOrd="3" destOrd="0" parTransId="{DF054F65-53F7-482F-8D58-58FFF06242EE}" sibTransId="{317CAB7A-98D9-47F0-B56B-BE9321535222}"/>
    <dgm:cxn modelId="{E20858B0-D633-4EDF-AFE9-5F02EE21FE2C}" type="presOf" srcId="{41424DAF-8BDA-40B6-9039-9A6E21984094}" destId="{1073576F-433B-413E-B63E-5BE1A2365AFE}" srcOrd="0" destOrd="0" presId="urn:microsoft.com/office/officeart/2005/8/layout/vList2"/>
    <dgm:cxn modelId="{13A51810-5D2B-4761-A105-C55CAB363896}" type="presOf" srcId="{0D3393E3-4B15-4EBF-8B79-6562656A0C08}" destId="{4D563470-DC5A-47D6-BC0C-F43088E75B90}" srcOrd="0" destOrd="0" presId="urn:microsoft.com/office/officeart/2005/8/layout/vList2"/>
    <dgm:cxn modelId="{287AE1A9-D432-474A-A2FD-4C1A8484F551}" srcId="{0D3393E3-4B15-4EBF-8B79-6562656A0C08}" destId="{87061BDF-91A4-4EFD-9E4D-83B8EF68477D}" srcOrd="2" destOrd="0" parTransId="{2A971495-4B92-4C1C-A296-767F71274C0F}" sibTransId="{A5395968-6FE8-49A0-B516-841ACDAFCD0B}"/>
    <dgm:cxn modelId="{0F5FF90E-B055-409B-9FEF-33BB6F4B3D4A}" srcId="{0D3393E3-4B15-4EBF-8B79-6562656A0C08}" destId="{D01C4A31-DA8E-4967-BA5E-F58DD65CB422}" srcOrd="1" destOrd="0" parTransId="{703119DD-D49D-416C-8627-7471E4360390}" sibTransId="{9CF353C0-ED68-4A97-9E8A-10312FEA095B}"/>
    <dgm:cxn modelId="{42583607-9C93-4E13-B76A-C4503C1D5800}" type="presParOf" srcId="{4D563470-DC5A-47D6-BC0C-F43088E75B90}" destId="{1073576F-433B-413E-B63E-5BE1A2365AFE}" srcOrd="0" destOrd="0" presId="urn:microsoft.com/office/officeart/2005/8/layout/vList2"/>
    <dgm:cxn modelId="{1CD26369-5EBA-4BE4-A1C2-2BB13DF77F1D}" type="presParOf" srcId="{4D563470-DC5A-47D6-BC0C-F43088E75B90}" destId="{8044122B-795A-4E2F-AD7E-E0BCA4180C6A}" srcOrd="1" destOrd="0" presId="urn:microsoft.com/office/officeart/2005/8/layout/vList2"/>
    <dgm:cxn modelId="{9AD12C81-1CCF-454F-BCB5-AB785B53D240}" type="presParOf" srcId="{4D563470-DC5A-47D6-BC0C-F43088E75B90}" destId="{70F93AED-A624-41A7-8C4D-DC8E8F8A4DFE}" srcOrd="2" destOrd="0" presId="urn:microsoft.com/office/officeart/2005/8/layout/vList2"/>
    <dgm:cxn modelId="{CED06858-487D-434D-A25E-97264384566B}" type="presParOf" srcId="{4D563470-DC5A-47D6-BC0C-F43088E75B90}" destId="{0EA27126-135C-43C8-807C-8525E8954822}" srcOrd="3" destOrd="0" presId="urn:microsoft.com/office/officeart/2005/8/layout/vList2"/>
    <dgm:cxn modelId="{03DBACF6-0D87-44AF-966E-5D3110946381}" type="presParOf" srcId="{4D563470-DC5A-47D6-BC0C-F43088E75B90}" destId="{E66F5150-9C34-42EA-9CCC-30370304E188}" srcOrd="4" destOrd="0" presId="urn:microsoft.com/office/officeart/2005/8/layout/vList2"/>
    <dgm:cxn modelId="{DF046041-55CD-4D97-9801-1EDD6ADCB5CA}" type="presParOf" srcId="{4D563470-DC5A-47D6-BC0C-F43088E75B90}" destId="{4251E403-9EF1-4683-829E-CEC77E8AC0CB}" srcOrd="5" destOrd="0" presId="urn:microsoft.com/office/officeart/2005/8/layout/vList2"/>
    <dgm:cxn modelId="{AA864F4A-7E2A-49D7-92C8-1ABAF13B0A92}" type="presParOf" srcId="{4D563470-DC5A-47D6-BC0C-F43088E75B90}" destId="{95990450-B33A-4333-9CDC-79F759A5B6A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1.xml><?xml version="1.0" encoding="utf-8"?>
<dgm:dataModel xmlns:dgm="http://schemas.openxmlformats.org/drawingml/2006/diagram" xmlns:a="http://schemas.openxmlformats.org/drawingml/2006/main">
  <dgm:ptLst>
    <dgm:pt modelId="{0D3393E3-4B15-4EBF-8B79-6562656A0C0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1424DAF-8BDA-40B6-9039-9A6E21984094}">
      <dgm:prSet/>
      <dgm:spPr/>
      <dgm:t>
        <a:bodyPr/>
        <a:lstStyle/>
        <a:p>
          <a:r>
            <a:rPr lang="ru-RU"/>
            <a:t>Д. Вишневецького.</a:t>
          </a:r>
          <a:endParaRPr lang="uk-UA"/>
        </a:p>
      </dgm:t>
    </dgm:pt>
    <dgm:pt modelId="{20E321D3-D06A-4196-9AE0-9E96B98C6D2E}" type="parTrans" cxnId="{45D968D7-CF9C-42E3-BC93-054C94F08D0F}">
      <dgm:prSet/>
      <dgm:spPr/>
      <dgm:t>
        <a:bodyPr/>
        <a:lstStyle/>
        <a:p>
          <a:endParaRPr lang="uk-UA"/>
        </a:p>
      </dgm:t>
    </dgm:pt>
    <dgm:pt modelId="{3F1AECB3-29CC-4939-846D-0EA003644F9A}" type="sibTrans" cxnId="{45D968D7-CF9C-42E3-BC93-054C94F08D0F}">
      <dgm:prSet/>
      <dgm:spPr/>
      <dgm:t>
        <a:bodyPr/>
        <a:lstStyle/>
        <a:p>
          <a:endParaRPr lang="uk-UA"/>
        </a:p>
      </dgm:t>
    </dgm:pt>
    <dgm:pt modelId="{D01C4A31-DA8E-4967-BA5E-F58DD65CB422}">
      <dgm:prSet/>
      <dgm:spPr/>
      <dgm:t>
        <a:bodyPr/>
        <a:lstStyle/>
        <a:p>
          <a:r>
            <a:rPr lang="ru-RU" dirty="0"/>
            <a:t>П. Сагайдачного.</a:t>
          </a:r>
          <a:endParaRPr lang="uk-UA" dirty="0"/>
        </a:p>
      </dgm:t>
    </dgm:pt>
    <dgm:pt modelId="{703119DD-D49D-416C-8627-7471E4360390}" type="parTrans" cxnId="{0F5FF90E-B055-409B-9FEF-33BB6F4B3D4A}">
      <dgm:prSet/>
      <dgm:spPr/>
      <dgm:t>
        <a:bodyPr/>
        <a:lstStyle/>
        <a:p>
          <a:endParaRPr lang="uk-UA"/>
        </a:p>
      </dgm:t>
    </dgm:pt>
    <dgm:pt modelId="{9CF353C0-ED68-4A97-9E8A-10312FEA095B}" type="sibTrans" cxnId="{0F5FF90E-B055-409B-9FEF-33BB6F4B3D4A}">
      <dgm:prSet/>
      <dgm:spPr/>
      <dgm:t>
        <a:bodyPr/>
        <a:lstStyle/>
        <a:p>
          <a:endParaRPr lang="uk-UA"/>
        </a:p>
      </dgm:t>
    </dgm:pt>
    <dgm:pt modelId="{87061BDF-91A4-4EFD-9E4D-83B8EF68477D}">
      <dgm:prSet/>
      <dgm:spPr/>
      <dgm:t>
        <a:bodyPr/>
        <a:lstStyle/>
        <a:p>
          <a:r>
            <a:rPr lang="ru-RU"/>
            <a:t>Б. Хмельницького.</a:t>
          </a:r>
          <a:endParaRPr lang="uk-UA"/>
        </a:p>
      </dgm:t>
    </dgm:pt>
    <dgm:pt modelId="{2A971495-4B92-4C1C-A296-767F71274C0F}" type="parTrans" cxnId="{287AE1A9-D432-474A-A2FD-4C1A8484F551}">
      <dgm:prSet/>
      <dgm:spPr/>
      <dgm:t>
        <a:bodyPr/>
        <a:lstStyle/>
        <a:p>
          <a:endParaRPr lang="uk-UA"/>
        </a:p>
      </dgm:t>
    </dgm:pt>
    <dgm:pt modelId="{A5395968-6FE8-49A0-B516-841ACDAFCD0B}" type="sibTrans" cxnId="{287AE1A9-D432-474A-A2FD-4C1A8484F551}">
      <dgm:prSet/>
      <dgm:spPr/>
      <dgm:t>
        <a:bodyPr/>
        <a:lstStyle/>
        <a:p>
          <a:endParaRPr lang="uk-UA"/>
        </a:p>
      </dgm:t>
    </dgm:pt>
    <dgm:pt modelId="{F41C9E67-2D40-428B-8546-50F497F05639}">
      <dgm:prSet/>
      <dgm:spPr/>
      <dgm:t>
        <a:bodyPr/>
        <a:lstStyle/>
        <a:p>
          <a:r>
            <a:rPr lang="ru-RU" dirty="0"/>
            <a:t>П. Дорошенка</a:t>
          </a:r>
          <a:endParaRPr lang="uk-UA" dirty="0"/>
        </a:p>
      </dgm:t>
    </dgm:pt>
    <dgm:pt modelId="{DF054F65-53F7-482F-8D58-58FFF06242EE}" type="parTrans" cxnId="{B1C7013F-38CC-4EEC-A877-22B69AD6A792}">
      <dgm:prSet/>
      <dgm:spPr/>
      <dgm:t>
        <a:bodyPr/>
        <a:lstStyle/>
        <a:p>
          <a:endParaRPr lang="uk-UA"/>
        </a:p>
      </dgm:t>
    </dgm:pt>
    <dgm:pt modelId="{317CAB7A-98D9-47F0-B56B-BE9321535222}" type="sibTrans" cxnId="{B1C7013F-38CC-4EEC-A877-22B69AD6A792}">
      <dgm:prSet/>
      <dgm:spPr/>
      <dgm:t>
        <a:bodyPr/>
        <a:lstStyle/>
        <a:p>
          <a:endParaRPr lang="uk-UA"/>
        </a:p>
      </dgm:t>
    </dgm:pt>
    <dgm:pt modelId="{4D563470-DC5A-47D6-BC0C-F43088E75B90}" type="pres">
      <dgm:prSet presAssocID="{0D3393E3-4B15-4EBF-8B79-6562656A0C0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073576F-433B-413E-B63E-5BE1A2365AFE}" type="pres">
      <dgm:prSet presAssocID="{41424DAF-8BDA-40B6-9039-9A6E21984094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044122B-795A-4E2F-AD7E-E0BCA4180C6A}" type="pres">
      <dgm:prSet presAssocID="{3F1AECB3-29CC-4939-846D-0EA003644F9A}" presName="spacer" presStyleCnt="0"/>
      <dgm:spPr/>
    </dgm:pt>
    <dgm:pt modelId="{70F93AED-A624-41A7-8C4D-DC8E8F8A4DFE}" type="pres">
      <dgm:prSet presAssocID="{D01C4A31-DA8E-4967-BA5E-F58DD65CB422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EA27126-135C-43C8-807C-8525E8954822}" type="pres">
      <dgm:prSet presAssocID="{9CF353C0-ED68-4A97-9E8A-10312FEA095B}" presName="spacer" presStyleCnt="0"/>
      <dgm:spPr/>
    </dgm:pt>
    <dgm:pt modelId="{E66F5150-9C34-42EA-9CCC-30370304E188}" type="pres">
      <dgm:prSet presAssocID="{87061BDF-91A4-4EFD-9E4D-83B8EF68477D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251E403-9EF1-4683-829E-CEC77E8AC0CB}" type="pres">
      <dgm:prSet presAssocID="{A5395968-6FE8-49A0-B516-841ACDAFCD0B}" presName="spacer" presStyleCnt="0"/>
      <dgm:spPr/>
    </dgm:pt>
    <dgm:pt modelId="{95990450-B33A-4333-9CDC-79F759A5B6A3}" type="pres">
      <dgm:prSet presAssocID="{F41C9E67-2D40-428B-8546-50F497F05639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5D968D7-CF9C-42E3-BC93-054C94F08D0F}" srcId="{0D3393E3-4B15-4EBF-8B79-6562656A0C08}" destId="{41424DAF-8BDA-40B6-9039-9A6E21984094}" srcOrd="0" destOrd="0" parTransId="{20E321D3-D06A-4196-9AE0-9E96B98C6D2E}" sibTransId="{3F1AECB3-29CC-4939-846D-0EA003644F9A}"/>
    <dgm:cxn modelId="{803DF3F1-F52A-4FEC-BECC-1C4057D55BFF}" type="presOf" srcId="{87061BDF-91A4-4EFD-9E4D-83B8EF68477D}" destId="{E66F5150-9C34-42EA-9CCC-30370304E188}" srcOrd="0" destOrd="0" presId="urn:microsoft.com/office/officeart/2005/8/layout/vList2"/>
    <dgm:cxn modelId="{3129B6A8-1416-4FEA-AF41-FE9392D93B49}" type="presOf" srcId="{D01C4A31-DA8E-4967-BA5E-F58DD65CB422}" destId="{70F93AED-A624-41A7-8C4D-DC8E8F8A4DFE}" srcOrd="0" destOrd="0" presId="urn:microsoft.com/office/officeart/2005/8/layout/vList2"/>
    <dgm:cxn modelId="{2B815A7A-854C-4F08-8720-79F93C99B550}" type="presOf" srcId="{F41C9E67-2D40-428B-8546-50F497F05639}" destId="{95990450-B33A-4333-9CDC-79F759A5B6A3}" srcOrd="0" destOrd="0" presId="urn:microsoft.com/office/officeart/2005/8/layout/vList2"/>
    <dgm:cxn modelId="{B1C7013F-38CC-4EEC-A877-22B69AD6A792}" srcId="{0D3393E3-4B15-4EBF-8B79-6562656A0C08}" destId="{F41C9E67-2D40-428B-8546-50F497F05639}" srcOrd="3" destOrd="0" parTransId="{DF054F65-53F7-482F-8D58-58FFF06242EE}" sibTransId="{317CAB7A-98D9-47F0-B56B-BE9321535222}"/>
    <dgm:cxn modelId="{E20858B0-D633-4EDF-AFE9-5F02EE21FE2C}" type="presOf" srcId="{41424DAF-8BDA-40B6-9039-9A6E21984094}" destId="{1073576F-433B-413E-B63E-5BE1A2365AFE}" srcOrd="0" destOrd="0" presId="urn:microsoft.com/office/officeart/2005/8/layout/vList2"/>
    <dgm:cxn modelId="{13A51810-5D2B-4761-A105-C55CAB363896}" type="presOf" srcId="{0D3393E3-4B15-4EBF-8B79-6562656A0C08}" destId="{4D563470-DC5A-47D6-BC0C-F43088E75B90}" srcOrd="0" destOrd="0" presId="urn:microsoft.com/office/officeart/2005/8/layout/vList2"/>
    <dgm:cxn modelId="{287AE1A9-D432-474A-A2FD-4C1A8484F551}" srcId="{0D3393E3-4B15-4EBF-8B79-6562656A0C08}" destId="{87061BDF-91A4-4EFD-9E4D-83B8EF68477D}" srcOrd="2" destOrd="0" parTransId="{2A971495-4B92-4C1C-A296-767F71274C0F}" sibTransId="{A5395968-6FE8-49A0-B516-841ACDAFCD0B}"/>
    <dgm:cxn modelId="{0F5FF90E-B055-409B-9FEF-33BB6F4B3D4A}" srcId="{0D3393E3-4B15-4EBF-8B79-6562656A0C08}" destId="{D01C4A31-DA8E-4967-BA5E-F58DD65CB422}" srcOrd="1" destOrd="0" parTransId="{703119DD-D49D-416C-8627-7471E4360390}" sibTransId="{9CF353C0-ED68-4A97-9E8A-10312FEA095B}"/>
    <dgm:cxn modelId="{42583607-9C93-4E13-B76A-C4503C1D5800}" type="presParOf" srcId="{4D563470-DC5A-47D6-BC0C-F43088E75B90}" destId="{1073576F-433B-413E-B63E-5BE1A2365AFE}" srcOrd="0" destOrd="0" presId="urn:microsoft.com/office/officeart/2005/8/layout/vList2"/>
    <dgm:cxn modelId="{1CD26369-5EBA-4BE4-A1C2-2BB13DF77F1D}" type="presParOf" srcId="{4D563470-DC5A-47D6-BC0C-F43088E75B90}" destId="{8044122B-795A-4E2F-AD7E-E0BCA4180C6A}" srcOrd="1" destOrd="0" presId="urn:microsoft.com/office/officeart/2005/8/layout/vList2"/>
    <dgm:cxn modelId="{9AD12C81-1CCF-454F-BCB5-AB785B53D240}" type="presParOf" srcId="{4D563470-DC5A-47D6-BC0C-F43088E75B90}" destId="{70F93AED-A624-41A7-8C4D-DC8E8F8A4DFE}" srcOrd="2" destOrd="0" presId="urn:microsoft.com/office/officeart/2005/8/layout/vList2"/>
    <dgm:cxn modelId="{CED06858-487D-434D-A25E-97264384566B}" type="presParOf" srcId="{4D563470-DC5A-47D6-BC0C-F43088E75B90}" destId="{0EA27126-135C-43C8-807C-8525E8954822}" srcOrd="3" destOrd="0" presId="urn:microsoft.com/office/officeart/2005/8/layout/vList2"/>
    <dgm:cxn modelId="{03DBACF6-0D87-44AF-966E-5D3110946381}" type="presParOf" srcId="{4D563470-DC5A-47D6-BC0C-F43088E75B90}" destId="{E66F5150-9C34-42EA-9CCC-30370304E188}" srcOrd="4" destOrd="0" presId="urn:microsoft.com/office/officeart/2005/8/layout/vList2"/>
    <dgm:cxn modelId="{DF046041-55CD-4D97-9801-1EDD6ADCB5CA}" type="presParOf" srcId="{4D563470-DC5A-47D6-BC0C-F43088E75B90}" destId="{4251E403-9EF1-4683-829E-CEC77E8AC0CB}" srcOrd="5" destOrd="0" presId="urn:microsoft.com/office/officeart/2005/8/layout/vList2"/>
    <dgm:cxn modelId="{AA864F4A-7E2A-49D7-92C8-1ABAF13B0A92}" type="presParOf" srcId="{4D563470-DC5A-47D6-BC0C-F43088E75B90}" destId="{95990450-B33A-4333-9CDC-79F759A5B6A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2.xml><?xml version="1.0" encoding="utf-8"?>
<dgm:dataModel xmlns:dgm="http://schemas.openxmlformats.org/drawingml/2006/diagram" xmlns:a="http://schemas.openxmlformats.org/drawingml/2006/main">
  <dgm:ptLst>
    <dgm:pt modelId="{E1383C47-12ED-4FD6-9FD6-C9C15924ACD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825108A-8664-4AD4-9BFC-7B1D1FFBF1D1}">
      <dgm:prSet/>
      <dgm:spPr/>
      <dgm:t>
        <a:bodyPr/>
        <a:lstStyle/>
        <a:p>
          <a:r>
            <a:rPr lang="ru-RU" b="0" i="0"/>
            <a:t>Д. Вишневецького.</a:t>
          </a:r>
          <a:endParaRPr lang="uk-UA"/>
        </a:p>
      </dgm:t>
    </dgm:pt>
    <dgm:pt modelId="{117D50B2-1FAE-4BCE-9D36-F6996161043A}" type="parTrans" cxnId="{559E7A18-74F1-4F1A-ABD0-309D1E12AF2D}">
      <dgm:prSet/>
      <dgm:spPr/>
      <dgm:t>
        <a:bodyPr/>
        <a:lstStyle/>
        <a:p>
          <a:endParaRPr lang="uk-UA"/>
        </a:p>
      </dgm:t>
    </dgm:pt>
    <dgm:pt modelId="{87ACB063-25C7-48AB-A781-8112DCDD5990}" type="sibTrans" cxnId="{559E7A18-74F1-4F1A-ABD0-309D1E12AF2D}">
      <dgm:prSet/>
      <dgm:spPr/>
      <dgm:t>
        <a:bodyPr/>
        <a:lstStyle/>
        <a:p>
          <a:endParaRPr lang="uk-UA"/>
        </a:p>
      </dgm:t>
    </dgm:pt>
    <dgm:pt modelId="{E525E94F-2E2F-4C92-9E74-E99A196689F6}">
      <dgm:prSet/>
      <dgm:spPr/>
      <dgm:t>
        <a:bodyPr/>
        <a:lstStyle/>
        <a:p>
          <a:r>
            <a:rPr lang="ru-RU" b="0" i="0" dirty="0"/>
            <a:t>П. Конашевича-Сагайдачного.</a:t>
          </a:r>
          <a:endParaRPr lang="uk-UA" dirty="0"/>
        </a:p>
      </dgm:t>
    </dgm:pt>
    <dgm:pt modelId="{679A663A-7986-4BE6-8ABD-804B4BF854A0}" type="parTrans" cxnId="{72379ABA-138A-43D4-9064-56FB0B5CE7CE}">
      <dgm:prSet/>
      <dgm:spPr/>
      <dgm:t>
        <a:bodyPr/>
        <a:lstStyle/>
        <a:p>
          <a:endParaRPr lang="uk-UA"/>
        </a:p>
      </dgm:t>
    </dgm:pt>
    <dgm:pt modelId="{206FA972-BA65-4411-8384-922663A54010}" type="sibTrans" cxnId="{72379ABA-138A-43D4-9064-56FB0B5CE7CE}">
      <dgm:prSet/>
      <dgm:spPr/>
      <dgm:t>
        <a:bodyPr/>
        <a:lstStyle/>
        <a:p>
          <a:endParaRPr lang="uk-UA"/>
        </a:p>
      </dgm:t>
    </dgm:pt>
    <dgm:pt modelId="{731606DC-2A02-4482-B187-80C73D1FC882}">
      <dgm:prSet/>
      <dgm:spPr/>
      <dgm:t>
        <a:bodyPr/>
        <a:lstStyle/>
        <a:p>
          <a:r>
            <a:rPr lang="ru-RU" b="0" i="0"/>
            <a:t>К. Косинського.</a:t>
          </a:r>
          <a:endParaRPr lang="uk-UA"/>
        </a:p>
      </dgm:t>
    </dgm:pt>
    <dgm:pt modelId="{AE94DC88-2EA6-4CBF-AE20-70E6DA3C2DB6}" type="parTrans" cxnId="{58EB6745-B860-4A8E-9633-1412C19E2358}">
      <dgm:prSet/>
      <dgm:spPr/>
      <dgm:t>
        <a:bodyPr/>
        <a:lstStyle/>
        <a:p>
          <a:endParaRPr lang="uk-UA"/>
        </a:p>
      </dgm:t>
    </dgm:pt>
    <dgm:pt modelId="{0E6B17A4-505E-47E3-88F3-5DB03D8E6642}" type="sibTrans" cxnId="{58EB6745-B860-4A8E-9633-1412C19E2358}">
      <dgm:prSet/>
      <dgm:spPr/>
      <dgm:t>
        <a:bodyPr/>
        <a:lstStyle/>
        <a:p>
          <a:endParaRPr lang="uk-UA"/>
        </a:p>
      </dgm:t>
    </dgm:pt>
    <dgm:pt modelId="{BC846AD8-7E15-4072-90ED-2B14ABB73B03}">
      <dgm:prSet/>
      <dgm:spPr/>
      <dgm:t>
        <a:bodyPr/>
        <a:lstStyle/>
        <a:p>
          <a:r>
            <a:rPr lang="ru-RU" b="0" i="0" dirty="0"/>
            <a:t>С. Наливайка.</a:t>
          </a:r>
          <a:endParaRPr lang="uk-UA" dirty="0"/>
        </a:p>
      </dgm:t>
    </dgm:pt>
    <dgm:pt modelId="{A19A3949-82B8-4560-843D-BCEAA6FFF289}" type="parTrans" cxnId="{6D0EC950-D5BB-476E-B7D4-4A009BBC5756}">
      <dgm:prSet/>
      <dgm:spPr/>
      <dgm:t>
        <a:bodyPr/>
        <a:lstStyle/>
        <a:p>
          <a:endParaRPr lang="uk-UA"/>
        </a:p>
      </dgm:t>
    </dgm:pt>
    <dgm:pt modelId="{40BB28FA-D73A-44D7-A38A-00FF7C871EB1}" type="sibTrans" cxnId="{6D0EC950-D5BB-476E-B7D4-4A009BBC5756}">
      <dgm:prSet/>
      <dgm:spPr/>
      <dgm:t>
        <a:bodyPr/>
        <a:lstStyle/>
        <a:p>
          <a:endParaRPr lang="uk-UA"/>
        </a:p>
      </dgm:t>
    </dgm:pt>
    <dgm:pt modelId="{2FB9A57D-20D2-4FDC-BD95-FDE0819F9D5D}" type="pres">
      <dgm:prSet presAssocID="{E1383C47-12ED-4FD6-9FD6-C9C15924ACD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891A3CB-BB1E-4660-9758-77CBA239D28D}" type="pres">
      <dgm:prSet presAssocID="{B825108A-8664-4AD4-9BFC-7B1D1FFBF1D1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B24548-640F-403C-ABE7-A2F5882BDEEC}" type="pres">
      <dgm:prSet presAssocID="{87ACB063-25C7-48AB-A781-8112DCDD5990}" presName="spacer" presStyleCnt="0"/>
      <dgm:spPr/>
    </dgm:pt>
    <dgm:pt modelId="{DF0FCCED-CE86-4CD9-8A31-B03B6265BCF8}" type="pres">
      <dgm:prSet presAssocID="{E525E94F-2E2F-4C92-9E74-E99A196689F6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B96F776-5023-46F2-B207-A96791F1C926}" type="pres">
      <dgm:prSet presAssocID="{206FA972-BA65-4411-8384-922663A54010}" presName="spacer" presStyleCnt="0"/>
      <dgm:spPr/>
    </dgm:pt>
    <dgm:pt modelId="{E2F53A7A-F8D2-4E0F-ACDC-C950C9B224EB}" type="pres">
      <dgm:prSet presAssocID="{731606DC-2A02-4482-B187-80C73D1FC882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55BA6AE-2065-48C3-A96C-A00319F4E040}" type="pres">
      <dgm:prSet presAssocID="{0E6B17A4-505E-47E3-88F3-5DB03D8E6642}" presName="spacer" presStyleCnt="0"/>
      <dgm:spPr/>
    </dgm:pt>
    <dgm:pt modelId="{848A382E-D296-4820-AF74-0AAFA12318A6}" type="pres">
      <dgm:prSet presAssocID="{BC846AD8-7E15-4072-90ED-2B14ABB73B03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52A3836-34E2-4233-BC6B-9303CE99BFEC}" type="presOf" srcId="{E525E94F-2E2F-4C92-9E74-E99A196689F6}" destId="{DF0FCCED-CE86-4CD9-8A31-B03B6265BCF8}" srcOrd="0" destOrd="0" presId="urn:microsoft.com/office/officeart/2005/8/layout/vList2"/>
    <dgm:cxn modelId="{799281B4-E07F-41DB-9575-19C0DA92B353}" type="presOf" srcId="{BC846AD8-7E15-4072-90ED-2B14ABB73B03}" destId="{848A382E-D296-4820-AF74-0AAFA12318A6}" srcOrd="0" destOrd="0" presId="urn:microsoft.com/office/officeart/2005/8/layout/vList2"/>
    <dgm:cxn modelId="{D3C80D2F-CE3E-455E-ADF5-0EE2485E0F35}" type="presOf" srcId="{B825108A-8664-4AD4-9BFC-7B1D1FFBF1D1}" destId="{2891A3CB-BB1E-4660-9758-77CBA239D28D}" srcOrd="0" destOrd="0" presId="urn:microsoft.com/office/officeart/2005/8/layout/vList2"/>
    <dgm:cxn modelId="{6D0EC950-D5BB-476E-B7D4-4A009BBC5756}" srcId="{E1383C47-12ED-4FD6-9FD6-C9C15924ACDB}" destId="{BC846AD8-7E15-4072-90ED-2B14ABB73B03}" srcOrd="3" destOrd="0" parTransId="{A19A3949-82B8-4560-843D-BCEAA6FFF289}" sibTransId="{40BB28FA-D73A-44D7-A38A-00FF7C871EB1}"/>
    <dgm:cxn modelId="{066B0A6D-8B98-4E40-BA33-B71662BA4503}" type="presOf" srcId="{731606DC-2A02-4482-B187-80C73D1FC882}" destId="{E2F53A7A-F8D2-4E0F-ACDC-C950C9B224EB}" srcOrd="0" destOrd="0" presId="urn:microsoft.com/office/officeart/2005/8/layout/vList2"/>
    <dgm:cxn modelId="{D59C2462-53F5-44FC-BFB4-390BCF29912E}" type="presOf" srcId="{E1383C47-12ED-4FD6-9FD6-C9C15924ACDB}" destId="{2FB9A57D-20D2-4FDC-BD95-FDE0819F9D5D}" srcOrd="0" destOrd="0" presId="urn:microsoft.com/office/officeart/2005/8/layout/vList2"/>
    <dgm:cxn modelId="{559E7A18-74F1-4F1A-ABD0-309D1E12AF2D}" srcId="{E1383C47-12ED-4FD6-9FD6-C9C15924ACDB}" destId="{B825108A-8664-4AD4-9BFC-7B1D1FFBF1D1}" srcOrd="0" destOrd="0" parTransId="{117D50B2-1FAE-4BCE-9D36-F6996161043A}" sibTransId="{87ACB063-25C7-48AB-A781-8112DCDD5990}"/>
    <dgm:cxn modelId="{58EB6745-B860-4A8E-9633-1412C19E2358}" srcId="{E1383C47-12ED-4FD6-9FD6-C9C15924ACDB}" destId="{731606DC-2A02-4482-B187-80C73D1FC882}" srcOrd="2" destOrd="0" parTransId="{AE94DC88-2EA6-4CBF-AE20-70E6DA3C2DB6}" sibTransId="{0E6B17A4-505E-47E3-88F3-5DB03D8E6642}"/>
    <dgm:cxn modelId="{72379ABA-138A-43D4-9064-56FB0B5CE7CE}" srcId="{E1383C47-12ED-4FD6-9FD6-C9C15924ACDB}" destId="{E525E94F-2E2F-4C92-9E74-E99A196689F6}" srcOrd="1" destOrd="0" parTransId="{679A663A-7986-4BE6-8ABD-804B4BF854A0}" sibTransId="{206FA972-BA65-4411-8384-922663A54010}"/>
    <dgm:cxn modelId="{3E18C3BE-884F-4CA3-8C53-0FD6BA0D7554}" type="presParOf" srcId="{2FB9A57D-20D2-4FDC-BD95-FDE0819F9D5D}" destId="{2891A3CB-BB1E-4660-9758-77CBA239D28D}" srcOrd="0" destOrd="0" presId="urn:microsoft.com/office/officeart/2005/8/layout/vList2"/>
    <dgm:cxn modelId="{882DD50E-09CC-47A8-9119-1811513A69B2}" type="presParOf" srcId="{2FB9A57D-20D2-4FDC-BD95-FDE0819F9D5D}" destId="{F4B24548-640F-403C-ABE7-A2F5882BDEEC}" srcOrd="1" destOrd="0" presId="urn:microsoft.com/office/officeart/2005/8/layout/vList2"/>
    <dgm:cxn modelId="{3012E78F-D181-4D3F-AA39-9D3F9D950EDD}" type="presParOf" srcId="{2FB9A57D-20D2-4FDC-BD95-FDE0819F9D5D}" destId="{DF0FCCED-CE86-4CD9-8A31-B03B6265BCF8}" srcOrd="2" destOrd="0" presId="urn:microsoft.com/office/officeart/2005/8/layout/vList2"/>
    <dgm:cxn modelId="{2196F731-1F5A-4C7E-A15D-A3C013691119}" type="presParOf" srcId="{2FB9A57D-20D2-4FDC-BD95-FDE0819F9D5D}" destId="{8B96F776-5023-46F2-B207-A96791F1C926}" srcOrd="3" destOrd="0" presId="urn:microsoft.com/office/officeart/2005/8/layout/vList2"/>
    <dgm:cxn modelId="{1D36FFC5-7239-49F5-8A2E-FE72509F87A9}" type="presParOf" srcId="{2FB9A57D-20D2-4FDC-BD95-FDE0819F9D5D}" destId="{E2F53A7A-F8D2-4E0F-ACDC-C950C9B224EB}" srcOrd="4" destOrd="0" presId="urn:microsoft.com/office/officeart/2005/8/layout/vList2"/>
    <dgm:cxn modelId="{91C79EFD-182F-4A8A-AD39-A4707341DBF8}" type="presParOf" srcId="{2FB9A57D-20D2-4FDC-BD95-FDE0819F9D5D}" destId="{855BA6AE-2065-48C3-A96C-A00319F4E040}" srcOrd="5" destOrd="0" presId="urn:microsoft.com/office/officeart/2005/8/layout/vList2"/>
    <dgm:cxn modelId="{E97C4159-3078-46E0-B091-751848EEDD15}" type="presParOf" srcId="{2FB9A57D-20D2-4FDC-BD95-FDE0819F9D5D}" destId="{848A382E-D296-4820-AF74-0AAFA12318A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3.xml><?xml version="1.0" encoding="utf-8"?>
<dgm:dataModel xmlns:dgm="http://schemas.openxmlformats.org/drawingml/2006/diagram" xmlns:a="http://schemas.openxmlformats.org/drawingml/2006/main">
  <dgm:ptLst>
    <dgm:pt modelId="{42685252-4C53-4E0C-BD39-EFCB1B76897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F7A0AEB6-E433-48F9-B15B-3381E539A858}">
      <dgm:prSet/>
      <dgm:spPr/>
      <dgm:t>
        <a:bodyPr/>
        <a:lstStyle/>
        <a:p>
          <a:r>
            <a:rPr lang="ru-RU" b="0" i="0"/>
            <a:t>Шведським королівством.</a:t>
          </a:r>
          <a:endParaRPr lang="uk-UA"/>
        </a:p>
      </dgm:t>
    </dgm:pt>
    <dgm:pt modelId="{05BC9EB3-EF02-420E-9B6A-DAEA173F1BD7}" type="parTrans" cxnId="{1273D5CE-4731-4E1A-AB57-97DB61C84FEE}">
      <dgm:prSet/>
      <dgm:spPr/>
      <dgm:t>
        <a:bodyPr/>
        <a:lstStyle/>
        <a:p>
          <a:endParaRPr lang="uk-UA"/>
        </a:p>
      </dgm:t>
    </dgm:pt>
    <dgm:pt modelId="{FBE7C3FA-CD21-4404-B71D-F63487DBDB03}" type="sibTrans" cxnId="{1273D5CE-4731-4E1A-AB57-97DB61C84FEE}">
      <dgm:prSet/>
      <dgm:spPr/>
      <dgm:t>
        <a:bodyPr/>
        <a:lstStyle/>
        <a:p>
          <a:endParaRPr lang="uk-UA"/>
        </a:p>
      </dgm:t>
    </dgm:pt>
    <dgm:pt modelId="{D0680D50-46C2-48FC-8549-D0CCABC0E9A9}">
      <dgm:prSet/>
      <dgm:spPr>
        <a:solidFill>
          <a:srgbClr val="0070C0"/>
        </a:solidFill>
      </dgm:spPr>
      <dgm:t>
        <a:bodyPr/>
        <a:lstStyle/>
        <a:p>
          <a:r>
            <a:rPr lang="ru-RU" b="0" i="0" dirty="0" err="1"/>
            <a:t>Османською</a:t>
          </a:r>
          <a:r>
            <a:rPr lang="ru-RU" b="0" i="0" dirty="0"/>
            <a:t> </a:t>
          </a:r>
          <a:r>
            <a:rPr lang="ru-RU" b="0" i="0" dirty="0" err="1"/>
            <a:t>імперією</a:t>
          </a:r>
          <a:r>
            <a:rPr lang="ru-RU" b="0" i="0" dirty="0"/>
            <a:t>.</a:t>
          </a:r>
          <a:endParaRPr lang="uk-UA" dirty="0"/>
        </a:p>
      </dgm:t>
    </dgm:pt>
    <dgm:pt modelId="{19AF8050-1AE7-452D-B2A0-62196DAE9C19}" type="parTrans" cxnId="{1CF36416-0F86-4BD3-93E5-7D3E008ED3FE}">
      <dgm:prSet/>
      <dgm:spPr/>
      <dgm:t>
        <a:bodyPr/>
        <a:lstStyle/>
        <a:p>
          <a:endParaRPr lang="uk-UA"/>
        </a:p>
      </dgm:t>
    </dgm:pt>
    <dgm:pt modelId="{541788D9-BB33-446A-8B3B-07DDD02A6CB3}" type="sibTrans" cxnId="{1CF36416-0F86-4BD3-93E5-7D3E008ED3FE}">
      <dgm:prSet/>
      <dgm:spPr/>
      <dgm:t>
        <a:bodyPr/>
        <a:lstStyle/>
        <a:p>
          <a:endParaRPr lang="uk-UA"/>
        </a:p>
      </dgm:t>
    </dgm:pt>
    <dgm:pt modelId="{3CA1AB2C-B7AF-4904-8D02-C110365A6E60}">
      <dgm:prSet/>
      <dgm:spPr/>
      <dgm:t>
        <a:bodyPr/>
        <a:lstStyle/>
        <a:p>
          <a:r>
            <a:rPr lang="ru-RU" b="0" i="0"/>
            <a:t>Австрійськими Габсбургами.</a:t>
          </a:r>
          <a:endParaRPr lang="uk-UA"/>
        </a:p>
      </dgm:t>
    </dgm:pt>
    <dgm:pt modelId="{C1B1DC7F-035A-4954-943B-8DF885777790}" type="parTrans" cxnId="{B5F5408A-266E-4F34-AA23-20F0BB6E637B}">
      <dgm:prSet/>
      <dgm:spPr/>
      <dgm:t>
        <a:bodyPr/>
        <a:lstStyle/>
        <a:p>
          <a:endParaRPr lang="uk-UA"/>
        </a:p>
      </dgm:t>
    </dgm:pt>
    <dgm:pt modelId="{3681D44A-5B9B-47DA-A486-13EEFCDB18AB}" type="sibTrans" cxnId="{B5F5408A-266E-4F34-AA23-20F0BB6E637B}">
      <dgm:prSet/>
      <dgm:spPr/>
      <dgm:t>
        <a:bodyPr/>
        <a:lstStyle/>
        <a:p>
          <a:endParaRPr lang="uk-UA"/>
        </a:p>
      </dgm:t>
    </dgm:pt>
    <dgm:pt modelId="{C69FCE36-3046-4516-8122-05D1B28762E4}">
      <dgm:prSet/>
      <dgm:spPr/>
      <dgm:t>
        <a:bodyPr/>
        <a:lstStyle/>
        <a:p>
          <a:r>
            <a:rPr lang="ru-RU" b="0" i="0" dirty="0" err="1"/>
            <a:t>Московським</a:t>
          </a:r>
          <a:r>
            <a:rPr lang="ru-RU" b="0" i="0" dirty="0"/>
            <a:t> царством.</a:t>
          </a:r>
          <a:endParaRPr lang="uk-UA" dirty="0"/>
        </a:p>
      </dgm:t>
    </dgm:pt>
    <dgm:pt modelId="{FCE6FEA8-7FAC-490C-B1F6-E50C3EE76F96}" type="parTrans" cxnId="{27AD3F5B-9AD4-4064-BCF7-C83C42384918}">
      <dgm:prSet/>
      <dgm:spPr/>
      <dgm:t>
        <a:bodyPr/>
        <a:lstStyle/>
        <a:p>
          <a:endParaRPr lang="uk-UA"/>
        </a:p>
      </dgm:t>
    </dgm:pt>
    <dgm:pt modelId="{50097C1A-6329-44E0-9446-B281ED2C506A}" type="sibTrans" cxnId="{27AD3F5B-9AD4-4064-BCF7-C83C42384918}">
      <dgm:prSet/>
      <dgm:spPr/>
      <dgm:t>
        <a:bodyPr/>
        <a:lstStyle/>
        <a:p>
          <a:endParaRPr lang="uk-UA"/>
        </a:p>
      </dgm:t>
    </dgm:pt>
    <dgm:pt modelId="{2E60AF4F-A8EA-41DF-9B62-5F0F2FE7EEDF}" type="pres">
      <dgm:prSet presAssocID="{42685252-4C53-4E0C-BD39-EFCB1B768979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FC62013C-52E4-4567-A3AF-49DAC9139E95}" type="pres">
      <dgm:prSet presAssocID="{42685252-4C53-4E0C-BD39-EFCB1B768979}" presName="Name1" presStyleCnt="0"/>
      <dgm:spPr/>
    </dgm:pt>
    <dgm:pt modelId="{1E24CAC5-1B0C-4AF4-BC00-F10382BECD6E}" type="pres">
      <dgm:prSet presAssocID="{42685252-4C53-4E0C-BD39-EFCB1B768979}" presName="cycle" presStyleCnt="0"/>
      <dgm:spPr/>
    </dgm:pt>
    <dgm:pt modelId="{C80736E0-53F4-41DF-9A3D-3914886C267E}" type="pres">
      <dgm:prSet presAssocID="{42685252-4C53-4E0C-BD39-EFCB1B768979}" presName="srcNode" presStyleLbl="node1" presStyleIdx="0" presStyleCnt="4"/>
      <dgm:spPr/>
    </dgm:pt>
    <dgm:pt modelId="{1CD0EAB3-616C-4EEB-8806-01DB7199E71A}" type="pres">
      <dgm:prSet presAssocID="{42685252-4C53-4E0C-BD39-EFCB1B768979}" presName="conn" presStyleLbl="parChTrans1D2" presStyleIdx="0" presStyleCnt="1"/>
      <dgm:spPr/>
      <dgm:t>
        <a:bodyPr/>
        <a:lstStyle/>
        <a:p>
          <a:endParaRPr lang="ru-RU"/>
        </a:p>
      </dgm:t>
    </dgm:pt>
    <dgm:pt modelId="{C75365F7-3814-44E0-8128-9DDD95B03A16}" type="pres">
      <dgm:prSet presAssocID="{42685252-4C53-4E0C-BD39-EFCB1B768979}" presName="extraNode" presStyleLbl="node1" presStyleIdx="0" presStyleCnt="4"/>
      <dgm:spPr/>
    </dgm:pt>
    <dgm:pt modelId="{B1C4372D-6FDE-44AD-AD45-16BD7B25965E}" type="pres">
      <dgm:prSet presAssocID="{42685252-4C53-4E0C-BD39-EFCB1B768979}" presName="dstNode" presStyleLbl="node1" presStyleIdx="0" presStyleCnt="4"/>
      <dgm:spPr/>
    </dgm:pt>
    <dgm:pt modelId="{605388A4-4C36-4B85-92FC-42EA03471E8C}" type="pres">
      <dgm:prSet presAssocID="{F7A0AEB6-E433-48F9-B15B-3381E539A858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CEEE662-AD9C-418D-8690-45F9783590DF}" type="pres">
      <dgm:prSet presAssocID="{F7A0AEB6-E433-48F9-B15B-3381E539A858}" presName="accent_1" presStyleCnt="0"/>
      <dgm:spPr/>
    </dgm:pt>
    <dgm:pt modelId="{FD44D2D7-9F04-45A5-AC1E-5F4436F6A787}" type="pres">
      <dgm:prSet presAssocID="{F7A0AEB6-E433-48F9-B15B-3381E539A858}" presName="accentRepeatNode" presStyleLbl="solidFgAcc1" presStyleIdx="0" presStyleCnt="4"/>
      <dgm:spPr/>
    </dgm:pt>
    <dgm:pt modelId="{99CA306A-98F3-42EC-950F-AF53B5F6F310}" type="pres">
      <dgm:prSet presAssocID="{D0680D50-46C2-48FC-8549-D0CCABC0E9A9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D86BA0F-92EB-42EF-8994-BDAD94568250}" type="pres">
      <dgm:prSet presAssocID="{D0680D50-46C2-48FC-8549-D0CCABC0E9A9}" presName="accent_2" presStyleCnt="0"/>
      <dgm:spPr/>
    </dgm:pt>
    <dgm:pt modelId="{B3D9F53A-F95E-41EC-9D2B-3BB4025AEC15}" type="pres">
      <dgm:prSet presAssocID="{D0680D50-46C2-48FC-8549-D0CCABC0E9A9}" presName="accentRepeatNode" presStyleLbl="solidFgAcc1" presStyleIdx="1" presStyleCnt="4"/>
      <dgm:spPr/>
    </dgm:pt>
    <dgm:pt modelId="{4C272B0C-373C-47DD-AEBC-AB7B32C08BF1}" type="pres">
      <dgm:prSet presAssocID="{3CA1AB2C-B7AF-4904-8D02-C110365A6E60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7866DDB-ED79-4CF8-AE69-4571C732ED72}" type="pres">
      <dgm:prSet presAssocID="{3CA1AB2C-B7AF-4904-8D02-C110365A6E60}" presName="accent_3" presStyleCnt="0"/>
      <dgm:spPr/>
    </dgm:pt>
    <dgm:pt modelId="{A6F8E29A-38AB-446F-943C-13723747717B}" type="pres">
      <dgm:prSet presAssocID="{3CA1AB2C-B7AF-4904-8D02-C110365A6E60}" presName="accentRepeatNode" presStyleLbl="solidFgAcc1" presStyleIdx="2" presStyleCnt="4"/>
      <dgm:spPr/>
    </dgm:pt>
    <dgm:pt modelId="{AFE09397-405B-4D0B-A8CD-6719B07DA819}" type="pres">
      <dgm:prSet presAssocID="{C69FCE36-3046-4516-8122-05D1B28762E4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18971CD-5FD2-4D00-AC58-79A9D81DEB6C}" type="pres">
      <dgm:prSet presAssocID="{C69FCE36-3046-4516-8122-05D1B28762E4}" presName="accent_4" presStyleCnt="0"/>
      <dgm:spPr/>
    </dgm:pt>
    <dgm:pt modelId="{93AB9477-6368-4082-8B9E-95931FB97BCF}" type="pres">
      <dgm:prSet presAssocID="{C69FCE36-3046-4516-8122-05D1B28762E4}" presName="accentRepeatNode" presStyleLbl="solidFgAcc1" presStyleIdx="3" presStyleCnt="4"/>
      <dgm:spPr/>
    </dgm:pt>
  </dgm:ptLst>
  <dgm:cxnLst>
    <dgm:cxn modelId="{27AD3F5B-9AD4-4064-BCF7-C83C42384918}" srcId="{42685252-4C53-4E0C-BD39-EFCB1B768979}" destId="{C69FCE36-3046-4516-8122-05D1B28762E4}" srcOrd="3" destOrd="0" parTransId="{FCE6FEA8-7FAC-490C-B1F6-E50C3EE76F96}" sibTransId="{50097C1A-6329-44E0-9446-B281ED2C506A}"/>
    <dgm:cxn modelId="{7E5946C0-E3CC-4CE6-9464-CA7F99CD68F0}" type="presOf" srcId="{D0680D50-46C2-48FC-8549-D0CCABC0E9A9}" destId="{99CA306A-98F3-42EC-950F-AF53B5F6F310}" srcOrd="0" destOrd="0" presId="urn:microsoft.com/office/officeart/2008/layout/VerticalCurvedList"/>
    <dgm:cxn modelId="{1273D5CE-4731-4E1A-AB57-97DB61C84FEE}" srcId="{42685252-4C53-4E0C-BD39-EFCB1B768979}" destId="{F7A0AEB6-E433-48F9-B15B-3381E539A858}" srcOrd="0" destOrd="0" parTransId="{05BC9EB3-EF02-420E-9B6A-DAEA173F1BD7}" sibTransId="{FBE7C3FA-CD21-4404-B71D-F63487DBDB03}"/>
    <dgm:cxn modelId="{1CF36416-0F86-4BD3-93E5-7D3E008ED3FE}" srcId="{42685252-4C53-4E0C-BD39-EFCB1B768979}" destId="{D0680D50-46C2-48FC-8549-D0CCABC0E9A9}" srcOrd="1" destOrd="0" parTransId="{19AF8050-1AE7-452D-B2A0-62196DAE9C19}" sibTransId="{541788D9-BB33-446A-8B3B-07DDD02A6CB3}"/>
    <dgm:cxn modelId="{C87E531C-D28D-43DA-B276-8B91DAFAB1AF}" type="presOf" srcId="{FBE7C3FA-CD21-4404-B71D-F63487DBDB03}" destId="{1CD0EAB3-616C-4EEB-8806-01DB7199E71A}" srcOrd="0" destOrd="0" presId="urn:microsoft.com/office/officeart/2008/layout/VerticalCurvedList"/>
    <dgm:cxn modelId="{46F7B247-E307-42E1-9F6C-F33B852DCA61}" type="presOf" srcId="{C69FCE36-3046-4516-8122-05D1B28762E4}" destId="{AFE09397-405B-4D0B-A8CD-6719B07DA819}" srcOrd="0" destOrd="0" presId="urn:microsoft.com/office/officeart/2008/layout/VerticalCurvedList"/>
    <dgm:cxn modelId="{B5F5408A-266E-4F34-AA23-20F0BB6E637B}" srcId="{42685252-4C53-4E0C-BD39-EFCB1B768979}" destId="{3CA1AB2C-B7AF-4904-8D02-C110365A6E60}" srcOrd="2" destOrd="0" parTransId="{C1B1DC7F-035A-4954-943B-8DF885777790}" sibTransId="{3681D44A-5B9B-47DA-A486-13EEFCDB18AB}"/>
    <dgm:cxn modelId="{7CDADFF5-D310-4EA1-94A5-534D6192DB52}" type="presOf" srcId="{3CA1AB2C-B7AF-4904-8D02-C110365A6E60}" destId="{4C272B0C-373C-47DD-AEBC-AB7B32C08BF1}" srcOrd="0" destOrd="0" presId="urn:microsoft.com/office/officeart/2008/layout/VerticalCurvedList"/>
    <dgm:cxn modelId="{7F591801-C106-4E7D-AF9D-8070FECB75A4}" type="presOf" srcId="{F7A0AEB6-E433-48F9-B15B-3381E539A858}" destId="{605388A4-4C36-4B85-92FC-42EA03471E8C}" srcOrd="0" destOrd="0" presId="urn:microsoft.com/office/officeart/2008/layout/VerticalCurvedList"/>
    <dgm:cxn modelId="{0DC60AB4-DF90-4267-93E2-4233AFBF4A25}" type="presOf" srcId="{42685252-4C53-4E0C-BD39-EFCB1B768979}" destId="{2E60AF4F-A8EA-41DF-9B62-5F0F2FE7EEDF}" srcOrd="0" destOrd="0" presId="urn:microsoft.com/office/officeart/2008/layout/VerticalCurvedList"/>
    <dgm:cxn modelId="{354DCDAB-E40A-4813-9BEF-3C91885ECADA}" type="presParOf" srcId="{2E60AF4F-A8EA-41DF-9B62-5F0F2FE7EEDF}" destId="{FC62013C-52E4-4567-A3AF-49DAC9139E95}" srcOrd="0" destOrd="0" presId="urn:microsoft.com/office/officeart/2008/layout/VerticalCurvedList"/>
    <dgm:cxn modelId="{108CB05B-76C1-4096-BC61-8BD1E8496729}" type="presParOf" srcId="{FC62013C-52E4-4567-A3AF-49DAC9139E95}" destId="{1E24CAC5-1B0C-4AF4-BC00-F10382BECD6E}" srcOrd="0" destOrd="0" presId="urn:microsoft.com/office/officeart/2008/layout/VerticalCurvedList"/>
    <dgm:cxn modelId="{D715842A-A824-459A-982B-A4A23EFD608B}" type="presParOf" srcId="{1E24CAC5-1B0C-4AF4-BC00-F10382BECD6E}" destId="{C80736E0-53F4-41DF-9A3D-3914886C267E}" srcOrd="0" destOrd="0" presId="urn:microsoft.com/office/officeart/2008/layout/VerticalCurvedList"/>
    <dgm:cxn modelId="{7BF5037A-066D-4DD1-A51C-9F0F59C52B16}" type="presParOf" srcId="{1E24CAC5-1B0C-4AF4-BC00-F10382BECD6E}" destId="{1CD0EAB3-616C-4EEB-8806-01DB7199E71A}" srcOrd="1" destOrd="0" presId="urn:microsoft.com/office/officeart/2008/layout/VerticalCurvedList"/>
    <dgm:cxn modelId="{7B0BE2F3-1EA7-41C7-BABA-C4600514B54F}" type="presParOf" srcId="{1E24CAC5-1B0C-4AF4-BC00-F10382BECD6E}" destId="{C75365F7-3814-44E0-8128-9DDD95B03A16}" srcOrd="2" destOrd="0" presId="urn:microsoft.com/office/officeart/2008/layout/VerticalCurvedList"/>
    <dgm:cxn modelId="{F4F2127D-CD8F-4971-A047-F84E4ED97B83}" type="presParOf" srcId="{1E24CAC5-1B0C-4AF4-BC00-F10382BECD6E}" destId="{B1C4372D-6FDE-44AD-AD45-16BD7B25965E}" srcOrd="3" destOrd="0" presId="urn:microsoft.com/office/officeart/2008/layout/VerticalCurvedList"/>
    <dgm:cxn modelId="{465C2447-87BA-42E7-81A6-9158D22D95C3}" type="presParOf" srcId="{FC62013C-52E4-4567-A3AF-49DAC9139E95}" destId="{605388A4-4C36-4B85-92FC-42EA03471E8C}" srcOrd="1" destOrd="0" presId="urn:microsoft.com/office/officeart/2008/layout/VerticalCurvedList"/>
    <dgm:cxn modelId="{8CF31D3C-5C37-40B1-B11F-E4CA94D88D41}" type="presParOf" srcId="{FC62013C-52E4-4567-A3AF-49DAC9139E95}" destId="{CCEEE662-AD9C-418D-8690-45F9783590DF}" srcOrd="2" destOrd="0" presId="urn:microsoft.com/office/officeart/2008/layout/VerticalCurvedList"/>
    <dgm:cxn modelId="{67E69D39-1AB4-45AE-959F-FAC81813F82F}" type="presParOf" srcId="{CCEEE662-AD9C-418D-8690-45F9783590DF}" destId="{FD44D2D7-9F04-45A5-AC1E-5F4436F6A787}" srcOrd="0" destOrd="0" presId="urn:microsoft.com/office/officeart/2008/layout/VerticalCurvedList"/>
    <dgm:cxn modelId="{F6C022AF-7B31-4387-8285-BBC728159045}" type="presParOf" srcId="{FC62013C-52E4-4567-A3AF-49DAC9139E95}" destId="{99CA306A-98F3-42EC-950F-AF53B5F6F310}" srcOrd="3" destOrd="0" presId="urn:microsoft.com/office/officeart/2008/layout/VerticalCurvedList"/>
    <dgm:cxn modelId="{FA1DBA00-CD91-4D76-B5EC-B6465BA7BCDE}" type="presParOf" srcId="{FC62013C-52E4-4567-A3AF-49DAC9139E95}" destId="{DD86BA0F-92EB-42EF-8994-BDAD94568250}" srcOrd="4" destOrd="0" presId="urn:microsoft.com/office/officeart/2008/layout/VerticalCurvedList"/>
    <dgm:cxn modelId="{9065528C-EEFC-4DBE-BF17-2EF1142502E6}" type="presParOf" srcId="{DD86BA0F-92EB-42EF-8994-BDAD94568250}" destId="{B3D9F53A-F95E-41EC-9D2B-3BB4025AEC15}" srcOrd="0" destOrd="0" presId="urn:microsoft.com/office/officeart/2008/layout/VerticalCurvedList"/>
    <dgm:cxn modelId="{92DF6A3C-3389-4674-92CA-1DEFAF97DA85}" type="presParOf" srcId="{FC62013C-52E4-4567-A3AF-49DAC9139E95}" destId="{4C272B0C-373C-47DD-AEBC-AB7B32C08BF1}" srcOrd="5" destOrd="0" presId="urn:microsoft.com/office/officeart/2008/layout/VerticalCurvedList"/>
    <dgm:cxn modelId="{D5D84141-063F-4BDC-BAB7-AF5D33625EE1}" type="presParOf" srcId="{FC62013C-52E4-4567-A3AF-49DAC9139E95}" destId="{97866DDB-ED79-4CF8-AE69-4571C732ED72}" srcOrd="6" destOrd="0" presId="urn:microsoft.com/office/officeart/2008/layout/VerticalCurvedList"/>
    <dgm:cxn modelId="{7EBA1FDE-0D51-436A-BD62-E6A49B4FF2E2}" type="presParOf" srcId="{97866DDB-ED79-4CF8-AE69-4571C732ED72}" destId="{A6F8E29A-38AB-446F-943C-13723747717B}" srcOrd="0" destOrd="0" presId="urn:microsoft.com/office/officeart/2008/layout/VerticalCurvedList"/>
    <dgm:cxn modelId="{6E3E98F7-0F3D-4AF7-A454-F0AC1AC393E2}" type="presParOf" srcId="{FC62013C-52E4-4567-A3AF-49DAC9139E95}" destId="{AFE09397-405B-4D0B-A8CD-6719B07DA819}" srcOrd="7" destOrd="0" presId="urn:microsoft.com/office/officeart/2008/layout/VerticalCurvedList"/>
    <dgm:cxn modelId="{1C1BC29A-84DA-46ED-A300-5600DB3974DE}" type="presParOf" srcId="{FC62013C-52E4-4567-A3AF-49DAC9139E95}" destId="{618971CD-5FD2-4D00-AC58-79A9D81DEB6C}" srcOrd="8" destOrd="0" presId="urn:microsoft.com/office/officeart/2008/layout/VerticalCurvedList"/>
    <dgm:cxn modelId="{08E05D8F-0656-4B8D-904E-10E8ABF0CE1C}" type="presParOf" srcId="{618971CD-5FD2-4D00-AC58-79A9D81DEB6C}" destId="{93AB9477-6368-4082-8B9E-95931FB97BC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4.xml><?xml version="1.0" encoding="utf-8"?>
<dgm:dataModel xmlns:dgm="http://schemas.openxmlformats.org/drawingml/2006/diagram" xmlns:a="http://schemas.openxmlformats.org/drawingml/2006/main">
  <dgm:ptLst>
    <dgm:pt modelId="{42685252-4C53-4E0C-BD39-EFCB1B76897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7A0AEB6-E433-48F9-B15B-3381E539A858}">
      <dgm:prSet/>
      <dgm:spPr/>
      <dgm:t>
        <a:bodyPr/>
        <a:lstStyle/>
        <a:p>
          <a:r>
            <a:rPr lang="ru-RU" b="0" i="0"/>
            <a:t>Шведським королівством.</a:t>
          </a:r>
          <a:endParaRPr lang="uk-UA"/>
        </a:p>
      </dgm:t>
    </dgm:pt>
    <dgm:pt modelId="{05BC9EB3-EF02-420E-9B6A-DAEA173F1BD7}" type="parTrans" cxnId="{1273D5CE-4731-4E1A-AB57-97DB61C84FEE}">
      <dgm:prSet/>
      <dgm:spPr/>
      <dgm:t>
        <a:bodyPr/>
        <a:lstStyle/>
        <a:p>
          <a:endParaRPr lang="uk-UA"/>
        </a:p>
      </dgm:t>
    </dgm:pt>
    <dgm:pt modelId="{FBE7C3FA-CD21-4404-B71D-F63487DBDB03}" type="sibTrans" cxnId="{1273D5CE-4731-4E1A-AB57-97DB61C84FEE}">
      <dgm:prSet/>
      <dgm:spPr/>
      <dgm:t>
        <a:bodyPr/>
        <a:lstStyle/>
        <a:p>
          <a:endParaRPr lang="uk-UA"/>
        </a:p>
      </dgm:t>
    </dgm:pt>
    <dgm:pt modelId="{D0680D50-46C2-48FC-8549-D0CCABC0E9A9}">
      <dgm:prSet/>
      <dgm:spPr/>
      <dgm:t>
        <a:bodyPr/>
        <a:lstStyle/>
        <a:p>
          <a:r>
            <a:rPr lang="ru-RU" b="0" i="0"/>
            <a:t>Османською імперією.</a:t>
          </a:r>
          <a:endParaRPr lang="uk-UA"/>
        </a:p>
      </dgm:t>
    </dgm:pt>
    <dgm:pt modelId="{19AF8050-1AE7-452D-B2A0-62196DAE9C19}" type="parTrans" cxnId="{1CF36416-0F86-4BD3-93E5-7D3E008ED3FE}">
      <dgm:prSet/>
      <dgm:spPr/>
      <dgm:t>
        <a:bodyPr/>
        <a:lstStyle/>
        <a:p>
          <a:endParaRPr lang="uk-UA"/>
        </a:p>
      </dgm:t>
    </dgm:pt>
    <dgm:pt modelId="{541788D9-BB33-446A-8B3B-07DDD02A6CB3}" type="sibTrans" cxnId="{1CF36416-0F86-4BD3-93E5-7D3E008ED3FE}">
      <dgm:prSet/>
      <dgm:spPr/>
      <dgm:t>
        <a:bodyPr/>
        <a:lstStyle/>
        <a:p>
          <a:endParaRPr lang="uk-UA"/>
        </a:p>
      </dgm:t>
    </dgm:pt>
    <dgm:pt modelId="{3CA1AB2C-B7AF-4904-8D02-C110365A6E60}">
      <dgm:prSet/>
      <dgm:spPr/>
      <dgm:t>
        <a:bodyPr/>
        <a:lstStyle/>
        <a:p>
          <a:r>
            <a:rPr lang="ru-RU" b="0" i="0" dirty="0" err="1"/>
            <a:t>Австрійськими</a:t>
          </a:r>
          <a:r>
            <a:rPr lang="ru-RU" b="0" i="0" dirty="0"/>
            <a:t> Габсбургами.</a:t>
          </a:r>
          <a:endParaRPr lang="uk-UA" dirty="0"/>
        </a:p>
      </dgm:t>
    </dgm:pt>
    <dgm:pt modelId="{C1B1DC7F-035A-4954-943B-8DF885777790}" type="parTrans" cxnId="{B5F5408A-266E-4F34-AA23-20F0BB6E637B}">
      <dgm:prSet/>
      <dgm:spPr/>
      <dgm:t>
        <a:bodyPr/>
        <a:lstStyle/>
        <a:p>
          <a:endParaRPr lang="uk-UA"/>
        </a:p>
      </dgm:t>
    </dgm:pt>
    <dgm:pt modelId="{3681D44A-5B9B-47DA-A486-13EEFCDB18AB}" type="sibTrans" cxnId="{B5F5408A-266E-4F34-AA23-20F0BB6E637B}">
      <dgm:prSet/>
      <dgm:spPr/>
      <dgm:t>
        <a:bodyPr/>
        <a:lstStyle/>
        <a:p>
          <a:endParaRPr lang="uk-UA"/>
        </a:p>
      </dgm:t>
    </dgm:pt>
    <dgm:pt modelId="{C69FCE36-3046-4516-8122-05D1B28762E4}">
      <dgm:prSet/>
      <dgm:spPr/>
      <dgm:t>
        <a:bodyPr/>
        <a:lstStyle/>
        <a:p>
          <a:r>
            <a:rPr lang="ru-RU" b="0" i="0" dirty="0" err="1"/>
            <a:t>Московським</a:t>
          </a:r>
          <a:r>
            <a:rPr lang="ru-RU" b="0" i="0" dirty="0"/>
            <a:t> царством.</a:t>
          </a:r>
          <a:endParaRPr lang="uk-UA" dirty="0"/>
        </a:p>
      </dgm:t>
    </dgm:pt>
    <dgm:pt modelId="{FCE6FEA8-7FAC-490C-B1F6-E50C3EE76F96}" type="parTrans" cxnId="{27AD3F5B-9AD4-4064-BCF7-C83C42384918}">
      <dgm:prSet/>
      <dgm:spPr/>
      <dgm:t>
        <a:bodyPr/>
        <a:lstStyle/>
        <a:p>
          <a:endParaRPr lang="uk-UA"/>
        </a:p>
      </dgm:t>
    </dgm:pt>
    <dgm:pt modelId="{50097C1A-6329-44E0-9446-B281ED2C506A}" type="sibTrans" cxnId="{27AD3F5B-9AD4-4064-BCF7-C83C42384918}">
      <dgm:prSet/>
      <dgm:spPr/>
      <dgm:t>
        <a:bodyPr/>
        <a:lstStyle/>
        <a:p>
          <a:endParaRPr lang="uk-UA"/>
        </a:p>
      </dgm:t>
    </dgm:pt>
    <dgm:pt modelId="{2E60AF4F-A8EA-41DF-9B62-5F0F2FE7EEDF}" type="pres">
      <dgm:prSet presAssocID="{42685252-4C53-4E0C-BD39-EFCB1B768979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FC62013C-52E4-4567-A3AF-49DAC9139E95}" type="pres">
      <dgm:prSet presAssocID="{42685252-4C53-4E0C-BD39-EFCB1B768979}" presName="Name1" presStyleCnt="0"/>
      <dgm:spPr/>
    </dgm:pt>
    <dgm:pt modelId="{1E24CAC5-1B0C-4AF4-BC00-F10382BECD6E}" type="pres">
      <dgm:prSet presAssocID="{42685252-4C53-4E0C-BD39-EFCB1B768979}" presName="cycle" presStyleCnt="0"/>
      <dgm:spPr/>
    </dgm:pt>
    <dgm:pt modelId="{C80736E0-53F4-41DF-9A3D-3914886C267E}" type="pres">
      <dgm:prSet presAssocID="{42685252-4C53-4E0C-BD39-EFCB1B768979}" presName="srcNode" presStyleLbl="node1" presStyleIdx="0" presStyleCnt="4"/>
      <dgm:spPr/>
    </dgm:pt>
    <dgm:pt modelId="{1CD0EAB3-616C-4EEB-8806-01DB7199E71A}" type="pres">
      <dgm:prSet presAssocID="{42685252-4C53-4E0C-BD39-EFCB1B768979}" presName="conn" presStyleLbl="parChTrans1D2" presStyleIdx="0" presStyleCnt="1"/>
      <dgm:spPr/>
      <dgm:t>
        <a:bodyPr/>
        <a:lstStyle/>
        <a:p>
          <a:endParaRPr lang="ru-RU"/>
        </a:p>
      </dgm:t>
    </dgm:pt>
    <dgm:pt modelId="{C75365F7-3814-44E0-8128-9DDD95B03A16}" type="pres">
      <dgm:prSet presAssocID="{42685252-4C53-4E0C-BD39-EFCB1B768979}" presName="extraNode" presStyleLbl="node1" presStyleIdx="0" presStyleCnt="4"/>
      <dgm:spPr/>
    </dgm:pt>
    <dgm:pt modelId="{B1C4372D-6FDE-44AD-AD45-16BD7B25965E}" type="pres">
      <dgm:prSet presAssocID="{42685252-4C53-4E0C-BD39-EFCB1B768979}" presName="dstNode" presStyleLbl="node1" presStyleIdx="0" presStyleCnt="4"/>
      <dgm:spPr/>
    </dgm:pt>
    <dgm:pt modelId="{605388A4-4C36-4B85-92FC-42EA03471E8C}" type="pres">
      <dgm:prSet presAssocID="{F7A0AEB6-E433-48F9-B15B-3381E539A858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CEEE662-AD9C-418D-8690-45F9783590DF}" type="pres">
      <dgm:prSet presAssocID="{F7A0AEB6-E433-48F9-B15B-3381E539A858}" presName="accent_1" presStyleCnt="0"/>
      <dgm:spPr/>
    </dgm:pt>
    <dgm:pt modelId="{FD44D2D7-9F04-45A5-AC1E-5F4436F6A787}" type="pres">
      <dgm:prSet presAssocID="{F7A0AEB6-E433-48F9-B15B-3381E539A858}" presName="accentRepeatNode" presStyleLbl="solidFgAcc1" presStyleIdx="0" presStyleCnt="4"/>
      <dgm:spPr/>
    </dgm:pt>
    <dgm:pt modelId="{99CA306A-98F3-42EC-950F-AF53B5F6F310}" type="pres">
      <dgm:prSet presAssocID="{D0680D50-46C2-48FC-8549-D0CCABC0E9A9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D86BA0F-92EB-42EF-8994-BDAD94568250}" type="pres">
      <dgm:prSet presAssocID="{D0680D50-46C2-48FC-8549-D0CCABC0E9A9}" presName="accent_2" presStyleCnt="0"/>
      <dgm:spPr/>
    </dgm:pt>
    <dgm:pt modelId="{B3D9F53A-F95E-41EC-9D2B-3BB4025AEC15}" type="pres">
      <dgm:prSet presAssocID="{D0680D50-46C2-48FC-8549-D0CCABC0E9A9}" presName="accentRepeatNode" presStyleLbl="solidFgAcc1" presStyleIdx="1" presStyleCnt="4"/>
      <dgm:spPr/>
    </dgm:pt>
    <dgm:pt modelId="{4C272B0C-373C-47DD-AEBC-AB7B32C08BF1}" type="pres">
      <dgm:prSet presAssocID="{3CA1AB2C-B7AF-4904-8D02-C110365A6E60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7866DDB-ED79-4CF8-AE69-4571C732ED72}" type="pres">
      <dgm:prSet presAssocID="{3CA1AB2C-B7AF-4904-8D02-C110365A6E60}" presName="accent_3" presStyleCnt="0"/>
      <dgm:spPr/>
    </dgm:pt>
    <dgm:pt modelId="{A6F8E29A-38AB-446F-943C-13723747717B}" type="pres">
      <dgm:prSet presAssocID="{3CA1AB2C-B7AF-4904-8D02-C110365A6E60}" presName="accentRepeatNode" presStyleLbl="solidFgAcc1" presStyleIdx="2" presStyleCnt="4"/>
      <dgm:spPr/>
    </dgm:pt>
    <dgm:pt modelId="{AFE09397-405B-4D0B-A8CD-6719B07DA819}" type="pres">
      <dgm:prSet presAssocID="{C69FCE36-3046-4516-8122-05D1B28762E4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18971CD-5FD2-4D00-AC58-79A9D81DEB6C}" type="pres">
      <dgm:prSet presAssocID="{C69FCE36-3046-4516-8122-05D1B28762E4}" presName="accent_4" presStyleCnt="0"/>
      <dgm:spPr/>
    </dgm:pt>
    <dgm:pt modelId="{93AB9477-6368-4082-8B9E-95931FB97BCF}" type="pres">
      <dgm:prSet presAssocID="{C69FCE36-3046-4516-8122-05D1B28762E4}" presName="accentRepeatNode" presStyleLbl="solidFgAcc1" presStyleIdx="3" presStyleCnt="4"/>
      <dgm:spPr/>
    </dgm:pt>
  </dgm:ptLst>
  <dgm:cxnLst>
    <dgm:cxn modelId="{27AD3F5B-9AD4-4064-BCF7-C83C42384918}" srcId="{42685252-4C53-4E0C-BD39-EFCB1B768979}" destId="{C69FCE36-3046-4516-8122-05D1B28762E4}" srcOrd="3" destOrd="0" parTransId="{FCE6FEA8-7FAC-490C-B1F6-E50C3EE76F96}" sibTransId="{50097C1A-6329-44E0-9446-B281ED2C506A}"/>
    <dgm:cxn modelId="{7E5946C0-E3CC-4CE6-9464-CA7F99CD68F0}" type="presOf" srcId="{D0680D50-46C2-48FC-8549-D0CCABC0E9A9}" destId="{99CA306A-98F3-42EC-950F-AF53B5F6F310}" srcOrd="0" destOrd="0" presId="urn:microsoft.com/office/officeart/2008/layout/VerticalCurvedList"/>
    <dgm:cxn modelId="{1273D5CE-4731-4E1A-AB57-97DB61C84FEE}" srcId="{42685252-4C53-4E0C-BD39-EFCB1B768979}" destId="{F7A0AEB6-E433-48F9-B15B-3381E539A858}" srcOrd="0" destOrd="0" parTransId="{05BC9EB3-EF02-420E-9B6A-DAEA173F1BD7}" sibTransId="{FBE7C3FA-CD21-4404-B71D-F63487DBDB03}"/>
    <dgm:cxn modelId="{1CF36416-0F86-4BD3-93E5-7D3E008ED3FE}" srcId="{42685252-4C53-4E0C-BD39-EFCB1B768979}" destId="{D0680D50-46C2-48FC-8549-D0CCABC0E9A9}" srcOrd="1" destOrd="0" parTransId="{19AF8050-1AE7-452D-B2A0-62196DAE9C19}" sibTransId="{541788D9-BB33-446A-8B3B-07DDD02A6CB3}"/>
    <dgm:cxn modelId="{C87E531C-D28D-43DA-B276-8B91DAFAB1AF}" type="presOf" srcId="{FBE7C3FA-CD21-4404-B71D-F63487DBDB03}" destId="{1CD0EAB3-616C-4EEB-8806-01DB7199E71A}" srcOrd="0" destOrd="0" presId="urn:microsoft.com/office/officeart/2008/layout/VerticalCurvedList"/>
    <dgm:cxn modelId="{46F7B247-E307-42E1-9F6C-F33B852DCA61}" type="presOf" srcId="{C69FCE36-3046-4516-8122-05D1B28762E4}" destId="{AFE09397-405B-4D0B-A8CD-6719B07DA819}" srcOrd="0" destOrd="0" presId="urn:microsoft.com/office/officeart/2008/layout/VerticalCurvedList"/>
    <dgm:cxn modelId="{B5F5408A-266E-4F34-AA23-20F0BB6E637B}" srcId="{42685252-4C53-4E0C-BD39-EFCB1B768979}" destId="{3CA1AB2C-B7AF-4904-8D02-C110365A6E60}" srcOrd="2" destOrd="0" parTransId="{C1B1DC7F-035A-4954-943B-8DF885777790}" sibTransId="{3681D44A-5B9B-47DA-A486-13EEFCDB18AB}"/>
    <dgm:cxn modelId="{7CDADFF5-D310-4EA1-94A5-534D6192DB52}" type="presOf" srcId="{3CA1AB2C-B7AF-4904-8D02-C110365A6E60}" destId="{4C272B0C-373C-47DD-AEBC-AB7B32C08BF1}" srcOrd="0" destOrd="0" presId="urn:microsoft.com/office/officeart/2008/layout/VerticalCurvedList"/>
    <dgm:cxn modelId="{7F591801-C106-4E7D-AF9D-8070FECB75A4}" type="presOf" srcId="{F7A0AEB6-E433-48F9-B15B-3381E539A858}" destId="{605388A4-4C36-4B85-92FC-42EA03471E8C}" srcOrd="0" destOrd="0" presId="urn:microsoft.com/office/officeart/2008/layout/VerticalCurvedList"/>
    <dgm:cxn modelId="{0DC60AB4-DF90-4267-93E2-4233AFBF4A25}" type="presOf" srcId="{42685252-4C53-4E0C-BD39-EFCB1B768979}" destId="{2E60AF4F-A8EA-41DF-9B62-5F0F2FE7EEDF}" srcOrd="0" destOrd="0" presId="urn:microsoft.com/office/officeart/2008/layout/VerticalCurvedList"/>
    <dgm:cxn modelId="{354DCDAB-E40A-4813-9BEF-3C91885ECADA}" type="presParOf" srcId="{2E60AF4F-A8EA-41DF-9B62-5F0F2FE7EEDF}" destId="{FC62013C-52E4-4567-A3AF-49DAC9139E95}" srcOrd="0" destOrd="0" presId="urn:microsoft.com/office/officeart/2008/layout/VerticalCurvedList"/>
    <dgm:cxn modelId="{108CB05B-76C1-4096-BC61-8BD1E8496729}" type="presParOf" srcId="{FC62013C-52E4-4567-A3AF-49DAC9139E95}" destId="{1E24CAC5-1B0C-4AF4-BC00-F10382BECD6E}" srcOrd="0" destOrd="0" presId="urn:microsoft.com/office/officeart/2008/layout/VerticalCurvedList"/>
    <dgm:cxn modelId="{D715842A-A824-459A-982B-A4A23EFD608B}" type="presParOf" srcId="{1E24CAC5-1B0C-4AF4-BC00-F10382BECD6E}" destId="{C80736E0-53F4-41DF-9A3D-3914886C267E}" srcOrd="0" destOrd="0" presId="urn:microsoft.com/office/officeart/2008/layout/VerticalCurvedList"/>
    <dgm:cxn modelId="{7BF5037A-066D-4DD1-A51C-9F0F59C52B16}" type="presParOf" srcId="{1E24CAC5-1B0C-4AF4-BC00-F10382BECD6E}" destId="{1CD0EAB3-616C-4EEB-8806-01DB7199E71A}" srcOrd="1" destOrd="0" presId="urn:microsoft.com/office/officeart/2008/layout/VerticalCurvedList"/>
    <dgm:cxn modelId="{7B0BE2F3-1EA7-41C7-BABA-C4600514B54F}" type="presParOf" srcId="{1E24CAC5-1B0C-4AF4-BC00-F10382BECD6E}" destId="{C75365F7-3814-44E0-8128-9DDD95B03A16}" srcOrd="2" destOrd="0" presId="urn:microsoft.com/office/officeart/2008/layout/VerticalCurvedList"/>
    <dgm:cxn modelId="{F4F2127D-CD8F-4971-A047-F84E4ED97B83}" type="presParOf" srcId="{1E24CAC5-1B0C-4AF4-BC00-F10382BECD6E}" destId="{B1C4372D-6FDE-44AD-AD45-16BD7B25965E}" srcOrd="3" destOrd="0" presId="urn:microsoft.com/office/officeart/2008/layout/VerticalCurvedList"/>
    <dgm:cxn modelId="{465C2447-87BA-42E7-81A6-9158D22D95C3}" type="presParOf" srcId="{FC62013C-52E4-4567-A3AF-49DAC9139E95}" destId="{605388A4-4C36-4B85-92FC-42EA03471E8C}" srcOrd="1" destOrd="0" presId="urn:microsoft.com/office/officeart/2008/layout/VerticalCurvedList"/>
    <dgm:cxn modelId="{8CF31D3C-5C37-40B1-B11F-E4CA94D88D41}" type="presParOf" srcId="{FC62013C-52E4-4567-A3AF-49DAC9139E95}" destId="{CCEEE662-AD9C-418D-8690-45F9783590DF}" srcOrd="2" destOrd="0" presId="urn:microsoft.com/office/officeart/2008/layout/VerticalCurvedList"/>
    <dgm:cxn modelId="{67E69D39-1AB4-45AE-959F-FAC81813F82F}" type="presParOf" srcId="{CCEEE662-AD9C-418D-8690-45F9783590DF}" destId="{FD44D2D7-9F04-45A5-AC1E-5F4436F6A787}" srcOrd="0" destOrd="0" presId="urn:microsoft.com/office/officeart/2008/layout/VerticalCurvedList"/>
    <dgm:cxn modelId="{F6C022AF-7B31-4387-8285-BBC728159045}" type="presParOf" srcId="{FC62013C-52E4-4567-A3AF-49DAC9139E95}" destId="{99CA306A-98F3-42EC-950F-AF53B5F6F310}" srcOrd="3" destOrd="0" presId="urn:microsoft.com/office/officeart/2008/layout/VerticalCurvedList"/>
    <dgm:cxn modelId="{FA1DBA00-CD91-4D76-B5EC-B6465BA7BCDE}" type="presParOf" srcId="{FC62013C-52E4-4567-A3AF-49DAC9139E95}" destId="{DD86BA0F-92EB-42EF-8994-BDAD94568250}" srcOrd="4" destOrd="0" presId="urn:microsoft.com/office/officeart/2008/layout/VerticalCurvedList"/>
    <dgm:cxn modelId="{9065528C-EEFC-4DBE-BF17-2EF1142502E6}" type="presParOf" srcId="{DD86BA0F-92EB-42EF-8994-BDAD94568250}" destId="{B3D9F53A-F95E-41EC-9D2B-3BB4025AEC15}" srcOrd="0" destOrd="0" presId="urn:microsoft.com/office/officeart/2008/layout/VerticalCurvedList"/>
    <dgm:cxn modelId="{92DF6A3C-3389-4674-92CA-1DEFAF97DA85}" type="presParOf" srcId="{FC62013C-52E4-4567-A3AF-49DAC9139E95}" destId="{4C272B0C-373C-47DD-AEBC-AB7B32C08BF1}" srcOrd="5" destOrd="0" presId="urn:microsoft.com/office/officeart/2008/layout/VerticalCurvedList"/>
    <dgm:cxn modelId="{D5D84141-063F-4BDC-BAB7-AF5D33625EE1}" type="presParOf" srcId="{FC62013C-52E4-4567-A3AF-49DAC9139E95}" destId="{97866DDB-ED79-4CF8-AE69-4571C732ED72}" srcOrd="6" destOrd="0" presId="urn:microsoft.com/office/officeart/2008/layout/VerticalCurvedList"/>
    <dgm:cxn modelId="{7EBA1FDE-0D51-436A-BD62-E6A49B4FF2E2}" type="presParOf" srcId="{97866DDB-ED79-4CF8-AE69-4571C732ED72}" destId="{A6F8E29A-38AB-446F-943C-13723747717B}" srcOrd="0" destOrd="0" presId="urn:microsoft.com/office/officeart/2008/layout/VerticalCurvedList"/>
    <dgm:cxn modelId="{6E3E98F7-0F3D-4AF7-A454-F0AC1AC393E2}" type="presParOf" srcId="{FC62013C-52E4-4567-A3AF-49DAC9139E95}" destId="{AFE09397-405B-4D0B-A8CD-6719B07DA819}" srcOrd="7" destOrd="0" presId="urn:microsoft.com/office/officeart/2008/layout/VerticalCurvedList"/>
    <dgm:cxn modelId="{1C1BC29A-84DA-46ED-A300-5600DB3974DE}" type="presParOf" srcId="{FC62013C-52E4-4567-A3AF-49DAC9139E95}" destId="{618971CD-5FD2-4D00-AC58-79A9D81DEB6C}" srcOrd="8" destOrd="0" presId="urn:microsoft.com/office/officeart/2008/layout/VerticalCurvedList"/>
    <dgm:cxn modelId="{08E05D8F-0656-4B8D-904E-10E8ABF0CE1C}" type="presParOf" srcId="{618971CD-5FD2-4D00-AC58-79A9D81DEB6C}" destId="{93AB9477-6368-4082-8B9E-95931FB97BC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5.xml><?xml version="1.0" encoding="utf-8"?>
<dgm:dataModel xmlns:dgm="http://schemas.openxmlformats.org/drawingml/2006/diagram" xmlns:a="http://schemas.openxmlformats.org/drawingml/2006/main">
  <dgm:ptLst>
    <dgm:pt modelId="{B26F4022-42D8-4379-8893-4A0FD6B9D14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BAE63BE-9751-4725-A4FD-775A0E81AC49}">
      <dgm:prSet/>
      <dgm:spPr/>
      <dgm:t>
        <a:bodyPr/>
        <a:lstStyle/>
        <a:p>
          <a:r>
            <a:rPr lang="ru-RU" b="0" i="0"/>
            <a:t>походів князя Д. Вишневецького.</a:t>
          </a:r>
          <a:endParaRPr lang="uk-UA"/>
        </a:p>
      </dgm:t>
    </dgm:pt>
    <dgm:pt modelId="{AD63A803-19CC-4A0F-90A2-EC27CB066FCE}" type="parTrans" cxnId="{FAD98F8C-8F06-4392-98B5-CBD51815EABD}">
      <dgm:prSet/>
      <dgm:spPr/>
      <dgm:t>
        <a:bodyPr/>
        <a:lstStyle/>
        <a:p>
          <a:endParaRPr lang="uk-UA"/>
        </a:p>
      </dgm:t>
    </dgm:pt>
    <dgm:pt modelId="{BB63B2EE-B63C-4422-A7E8-3F1AFD94AF42}" type="sibTrans" cxnId="{FAD98F8C-8F06-4392-98B5-CBD51815EABD}">
      <dgm:prSet/>
      <dgm:spPr/>
      <dgm:t>
        <a:bodyPr/>
        <a:lstStyle/>
        <a:p>
          <a:endParaRPr lang="uk-UA"/>
        </a:p>
      </dgm:t>
    </dgm:pt>
    <dgm:pt modelId="{2A15380C-0EFD-4EAE-8570-47ED4287598F}">
      <dgm:prSet/>
      <dgm:spPr/>
      <dgm:t>
        <a:bodyPr/>
        <a:lstStyle/>
        <a:p>
          <a:r>
            <a:rPr lang="ru-RU" b="0" i="0"/>
            <a:t>козацьких повстань 90-х рр. XVI ст.</a:t>
          </a:r>
          <a:endParaRPr lang="uk-UA"/>
        </a:p>
      </dgm:t>
    </dgm:pt>
    <dgm:pt modelId="{ACA23793-3985-4C41-B324-619ABB434365}" type="parTrans" cxnId="{F2EE5F99-57FA-4287-BEB6-7B94A72C57CE}">
      <dgm:prSet/>
      <dgm:spPr/>
      <dgm:t>
        <a:bodyPr/>
        <a:lstStyle/>
        <a:p>
          <a:endParaRPr lang="uk-UA"/>
        </a:p>
      </dgm:t>
    </dgm:pt>
    <dgm:pt modelId="{748B9936-D7AB-481F-9A3B-5EE3A4AFB39C}" type="sibTrans" cxnId="{F2EE5F99-57FA-4287-BEB6-7B94A72C57CE}">
      <dgm:prSet/>
      <dgm:spPr/>
      <dgm:t>
        <a:bodyPr/>
        <a:lstStyle/>
        <a:p>
          <a:endParaRPr lang="uk-UA"/>
        </a:p>
      </dgm:t>
    </dgm:pt>
    <dgm:pt modelId="{04FDBB6D-6842-43D4-BBC0-AB00C164FA32}">
      <dgm:prSet/>
      <dgm:spPr/>
      <dgm:t>
        <a:bodyPr/>
        <a:lstStyle/>
        <a:p>
          <a:r>
            <a:rPr lang="ru-RU" b="0" i="0"/>
            <a:t>козацько-селянських повстань 20–30-х рр. XVIІ ст.</a:t>
          </a:r>
          <a:endParaRPr lang="uk-UA"/>
        </a:p>
      </dgm:t>
    </dgm:pt>
    <dgm:pt modelId="{47425169-B3E2-416D-A1F1-B7AB6A43B027}" type="parTrans" cxnId="{AD6C58F5-56FD-416A-941C-EBF0EDFCD642}">
      <dgm:prSet/>
      <dgm:spPr/>
      <dgm:t>
        <a:bodyPr/>
        <a:lstStyle/>
        <a:p>
          <a:endParaRPr lang="uk-UA"/>
        </a:p>
      </dgm:t>
    </dgm:pt>
    <dgm:pt modelId="{135B7279-5E73-428A-B2D2-D23CDD36D2BA}" type="sibTrans" cxnId="{AD6C58F5-56FD-416A-941C-EBF0EDFCD642}">
      <dgm:prSet/>
      <dgm:spPr/>
      <dgm:t>
        <a:bodyPr/>
        <a:lstStyle/>
        <a:p>
          <a:endParaRPr lang="uk-UA"/>
        </a:p>
      </dgm:t>
    </dgm:pt>
    <dgm:pt modelId="{7D8049F5-5781-4684-A987-4455C68A2243}">
      <dgm:prSet/>
      <dgm:spPr>
        <a:solidFill>
          <a:srgbClr val="0070C0"/>
        </a:solidFill>
      </dgm:spPr>
      <dgm:t>
        <a:bodyPr/>
        <a:lstStyle/>
        <a:p>
          <a:r>
            <a:rPr lang="ru-RU" b="0" i="0"/>
            <a:t>морських походів козаків на початку XVIІ ст.</a:t>
          </a:r>
          <a:endParaRPr lang="uk-UA"/>
        </a:p>
      </dgm:t>
    </dgm:pt>
    <dgm:pt modelId="{72E1027D-7C36-477E-AF1F-A70B8C370C18}" type="parTrans" cxnId="{A4F06DA9-E622-4731-9C6C-33DCE58CD7D5}">
      <dgm:prSet/>
      <dgm:spPr/>
      <dgm:t>
        <a:bodyPr/>
        <a:lstStyle/>
        <a:p>
          <a:endParaRPr lang="uk-UA"/>
        </a:p>
      </dgm:t>
    </dgm:pt>
    <dgm:pt modelId="{EE9EB580-C0E6-4199-BCEA-78610F8F83B1}" type="sibTrans" cxnId="{A4F06DA9-E622-4731-9C6C-33DCE58CD7D5}">
      <dgm:prSet/>
      <dgm:spPr/>
      <dgm:t>
        <a:bodyPr/>
        <a:lstStyle/>
        <a:p>
          <a:endParaRPr lang="uk-UA"/>
        </a:p>
      </dgm:t>
    </dgm:pt>
    <dgm:pt modelId="{792865FC-6D73-4F60-B2EF-DE127178E49E}" type="pres">
      <dgm:prSet presAssocID="{B26F4022-42D8-4379-8893-4A0FD6B9D14B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FA57B80-8D81-4C74-B817-8900AF6CC984}" type="pres">
      <dgm:prSet presAssocID="{8BAE63BE-9751-4725-A4FD-775A0E81AC49}" presName="composite" presStyleCnt="0"/>
      <dgm:spPr/>
    </dgm:pt>
    <dgm:pt modelId="{26E2A15E-58F5-4ED9-A195-D2948B79273E}" type="pres">
      <dgm:prSet presAssocID="{8BAE63BE-9751-4725-A4FD-775A0E81AC49}" presName="imgShp" presStyleLbl="fgImgPlace1" presStyleIdx="0" presStyleCnt="4"/>
      <dgm:spPr/>
    </dgm:pt>
    <dgm:pt modelId="{B09A5D78-F3CD-4A8C-9EBE-B1E0174F6D5C}" type="pres">
      <dgm:prSet presAssocID="{8BAE63BE-9751-4725-A4FD-775A0E81AC49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BA25A9D-EBCC-4212-BADA-2ABA95847C01}" type="pres">
      <dgm:prSet presAssocID="{BB63B2EE-B63C-4422-A7E8-3F1AFD94AF42}" presName="spacing" presStyleCnt="0"/>
      <dgm:spPr/>
    </dgm:pt>
    <dgm:pt modelId="{0E618239-1895-4F2C-88BD-8B0FA5E06A4B}" type="pres">
      <dgm:prSet presAssocID="{2A15380C-0EFD-4EAE-8570-47ED4287598F}" presName="composite" presStyleCnt="0"/>
      <dgm:spPr/>
    </dgm:pt>
    <dgm:pt modelId="{C7D59555-F49D-4A94-A815-8D063989F80C}" type="pres">
      <dgm:prSet presAssocID="{2A15380C-0EFD-4EAE-8570-47ED4287598F}" presName="imgShp" presStyleLbl="fgImgPlace1" presStyleIdx="1" presStyleCnt="4"/>
      <dgm:spPr/>
    </dgm:pt>
    <dgm:pt modelId="{4E47593A-0250-4BF8-83B6-6C3DE034BB18}" type="pres">
      <dgm:prSet presAssocID="{2A15380C-0EFD-4EAE-8570-47ED4287598F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FE372F6-A58B-4D72-A520-D8EFE425331B}" type="pres">
      <dgm:prSet presAssocID="{748B9936-D7AB-481F-9A3B-5EE3A4AFB39C}" presName="spacing" presStyleCnt="0"/>
      <dgm:spPr/>
    </dgm:pt>
    <dgm:pt modelId="{18CAF58C-42B1-4FAB-86F0-9638E0B87E90}" type="pres">
      <dgm:prSet presAssocID="{04FDBB6D-6842-43D4-BBC0-AB00C164FA32}" presName="composite" presStyleCnt="0"/>
      <dgm:spPr/>
    </dgm:pt>
    <dgm:pt modelId="{19550B6C-D25A-44A6-A25B-ECB8BB07B9C4}" type="pres">
      <dgm:prSet presAssocID="{04FDBB6D-6842-43D4-BBC0-AB00C164FA32}" presName="imgShp" presStyleLbl="fgImgPlace1" presStyleIdx="2" presStyleCnt="4"/>
      <dgm:spPr/>
    </dgm:pt>
    <dgm:pt modelId="{B27824AE-697D-4214-9AFC-C445687F4DA7}" type="pres">
      <dgm:prSet presAssocID="{04FDBB6D-6842-43D4-BBC0-AB00C164FA32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168963-C1AE-4FE2-A846-5F2EE052B358}" type="pres">
      <dgm:prSet presAssocID="{135B7279-5E73-428A-B2D2-D23CDD36D2BA}" presName="spacing" presStyleCnt="0"/>
      <dgm:spPr/>
    </dgm:pt>
    <dgm:pt modelId="{DAC7C1FB-D9AF-4FDC-BE16-5050847A356A}" type="pres">
      <dgm:prSet presAssocID="{7D8049F5-5781-4684-A987-4455C68A2243}" presName="composite" presStyleCnt="0"/>
      <dgm:spPr/>
    </dgm:pt>
    <dgm:pt modelId="{7C418339-7C7E-40C1-A887-8EFA31F9530F}" type="pres">
      <dgm:prSet presAssocID="{7D8049F5-5781-4684-A987-4455C68A2243}" presName="imgShp" presStyleLbl="fgImgPlace1" presStyleIdx="3" presStyleCnt="4"/>
      <dgm:spPr/>
    </dgm:pt>
    <dgm:pt modelId="{E7CE2243-8915-418D-B24B-A2DF91868BF1}" type="pres">
      <dgm:prSet presAssocID="{7D8049F5-5781-4684-A987-4455C68A2243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4F06B89-5D37-4499-B1BC-A94B864B91FE}" type="presOf" srcId="{04FDBB6D-6842-43D4-BBC0-AB00C164FA32}" destId="{B27824AE-697D-4214-9AFC-C445687F4DA7}" srcOrd="0" destOrd="0" presId="urn:microsoft.com/office/officeart/2005/8/layout/vList3"/>
    <dgm:cxn modelId="{F2EE5F99-57FA-4287-BEB6-7B94A72C57CE}" srcId="{B26F4022-42D8-4379-8893-4A0FD6B9D14B}" destId="{2A15380C-0EFD-4EAE-8570-47ED4287598F}" srcOrd="1" destOrd="0" parTransId="{ACA23793-3985-4C41-B324-619ABB434365}" sibTransId="{748B9936-D7AB-481F-9A3B-5EE3A4AFB39C}"/>
    <dgm:cxn modelId="{FAD98F8C-8F06-4392-98B5-CBD51815EABD}" srcId="{B26F4022-42D8-4379-8893-4A0FD6B9D14B}" destId="{8BAE63BE-9751-4725-A4FD-775A0E81AC49}" srcOrd="0" destOrd="0" parTransId="{AD63A803-19CC-4A0F-90A2-EC27CB066FCE}" sibTransId="{BB63B2EE-B63C-4422-A7E8-3F1AFD94AF42}"/>
    <dgm:cxn modelId="{AD6C58F5-56FD-416A-941C-EBF0EDFCD642}" srcId="{B26F4022-42D8-4379-8893-4A0FD6B9D14B}" destId="{04FDBB6D-6842-43D4-BBC0-AB00C164FA32}" srcOrd="2" destOrd="0" parTransId="{47425169-B3E2-416D-A1F1-B7AB6A43B027}" sibTransId="{135B7279-5E73-428A-B2D2-D23CDD36D2BA}"/>
    <dgm:cxn modelId="{936598ED-5ADB-4126-8AD2-2F87082E72D7}" type="presOf" srcId="{B26F4022-42D8-4379-8893-4A0FD6B9D14B}" destId="{792865FC-6D73-4F60-B2EF-DE127178E49E}" srcOrd="0" destOrd="0" presId="urn:microsoft.com/office/officeart/2005/8/layout/vList3"/>
    <dgm:cxn modelId="{77AE57C7-C38D-4BE8-85D8-769386A0814F}" type="presOf" srcId="{2A15380C-0EFD-4EAE-8570-47ED4287598F}" destId="{4E47593A-0250-4BF8-83B6-6C3DE034BB18}" srcOrd="0" destOrd="0" presId="urn:microsoft.com/office/officeart/2005/8/layout/vList3"/>
    <dgm:cxn modelId="{A4F06DA9-E622-4731-9C6C-33DCE58CD7D5}" srcId="{B26F4022-42D8-4379-8893-4A0FD6B9D14B}" destId="{7D8049F5-5781-4684-A987-4455C68A2243}" srcOrd="3" destOrd="0" parTransId="{72E1027D-7C36-477E-AF1F-A70B8C370C18}" sibTransId="{EE9EB580-C0E6-4199-BCEA-78610F8F83B1}"/>
    <dgm:cxn modelId="{597C187F-E74E-4985-8617-D6C789467A99}" type="presOf" srcId="{7D8049F5-5781-4684-A987-4455C68A2243}" destId="{E7CE2243-8915-418D-B24B-A2DF91868BF1}" srcOrd="0" destOrd="0" presId="urn:microsoft.com/office/officeart/2005/8/layout/vList3"/>
    <dgm:cxn modelId="{15E6E5DD-1459-49D3-943D-5A5CF3369E80}" type="presOf" srcId="{8BAE63BE-9751-4725-A4FD-775A0E81AC49}" destId="{B09A5D78-F3CD-4A8C-9EBE-B1E0174F6D5C}" srcOrd="0" destOrd="0" presId="urn:microsoft.com/office/officeart/2005/8/layout/vList3"/>
    <dgm:cxn modelId="{BB18A56B-30F8-4BD6-A2E6-3E521334F97B}" type="presParOf" srcId="{792865FC-6D73-4F60-B2EF-DE127178E49E}" destId="{0FA57B80-8D81-4C74-B817-8900AF6CC984}" srcOrd="0" destOrd="0" presId="urn:microsoft.com/office/officeart/2005/8/layout/vList3"/>
    <dgm:cxn modelId="{E112152C-6A95-4D29-AEE0-5E93522F5B85}" type="presParOf" srcId="{0FA57B80-8D81-4C74-B817-8900AF6CC984}" destId="{26E2A15E-58F5-4ED9-A195-D2948B79273E}" srcOrd="0" destOrd="0" presId="urn:microsoft.com/office/officeart/2005/8/layout/vList3"/>
    <dgm:cxn modelId="{AFB36F68-8766-4B1B-B63A-7F80112F529E}" type="presParOf" srcId="{0FA57B80-8D81-4C74-B817-8900AF6CC984}" destId="{B09A5D78-F3CD-4A8C-9EBE-B1E0174F6D5C}" srcOrd="1" destOrd="0" presId="urn:microsoft.com/office/officeart/2005/8/layout/vList3"/>
    <dgm:cxn modelId="{06A6A4BE-2093-4169-B27D-EC480D512723}" type="presParOf" srcId="{792865FC-6D73-4F60-B2EF-DE127178E49E}" destId="{9BA25A9D-EBCC-4212-BADA-2ABA95847C01}" srcOrd="1" destOrd="0" presId="urn:microsoft.com/office/officeart/2005/8/layout/vList3"/>
    <dgm:cxn modelId="{27EA123D-251A-434E-A36D-4428B61875A9}" type="presParOf" srcId="{792865FC-6D73-4F60-B2EF-DE127178E49E}" destId="{0E618239-1895-4F2C-88BD-8B0FA5E06A4B}" srcOrd="2" destOrd="0" presId="urn:microsoft.com/office/officeart/2005/8/layout/vList3"/>
    <dgm:cxn modelId="{AB51824B-3220-4ADD-88BE-D1FA014B4BD6}" type="presParOf" srcId="{0E618239-1895-4F2C-88BD-8B0FA5E06A4B}" destId="{C7D59555-F49D-4A94-A815-8D063989F80C}" srcOrd="0" destOrd="0" presId="urn:microsoft.com/office/officeart/2005/8/layout/vList3"/>
    <dgm:cxn modelId="{34A461E8-1E21-4434-949F-701BD330F4A7}" type="presParOf" srcId="{0E618239-1895-4F2C-88BD-8B0FA5E06A4B}" destId="{4E47593A-0250-4BF8-83B6-6C3DE034BB18}" srcOrd="1" destOrd="0" presId="urn:microsoft.com/office/officeart/2005/8/layout/vList3"/>
    <dgm:cxn modelId="{12880EE3-A0C9-445A-AD55-02B97916744D}" type="presParOf" srcId="{792865FC-6D73-4F60-B2EF-DE127178E49E}" destId="{0FE372F6-A58B-4D72-A520-D8EFE425331B}" srcOrd="3" destOrd="0" presId="urn:microsoft.com/office/officeart/2005/8/layout/vList3"/>
    <dgm:cxn modelId="{1C047B1A-BCCC-4FC8-846F-BD1376FD8E23}" type="presParOf" srcId="{792865FC-6D73-4F60-B2EF-DE127178E49E}" destId="{18CAF58C-42B1-4FAB-86F0-9638E0B87E90}" srcOrd="4" destOrd="0" presId="urn:microsoft.com/office/officeart/2005/8/layout/vList3"/>
    <dgm:cxn modelId="{8D9DAA35-5F87-496F-AFBD-3A6A6D03E036}" type="presParOf" srcId="{18CAF58C-42B1-4FAB-86F0-9638E0B87E90}" destId="{19550B6C-D25A-44A6-A25B-ECB8BB07B9C4}" srcOrd="0" destOrd="0" presId="urn:microsoft.com/office/officeart/2005/8/layout/vList3"/>
    <dgm:cxn modelId="{5A05701F-2370-40B2-8540-2AE97FB68A3B}" type="presParOf" srcId="{18CAF58C-42B1-4FAB-86F0-9638E0B87E90}" destId="{B27824AE-697D-4214-9AFC-C445687F4DA7}" srcOrd="1" destOrd="0" presId="urn:microsoft.com/office/officeart/2005/8/layout/vList3"/>
    <dgm:cxn modelId="{B276B976-C212-493C-8405-97EEACF1CA13}" type="presParOf" srcId="{792865FC-6D73-4F60-B2EF-DE127178E49E}" destId="{9D168963-C1AE-4FE2-A846-5F2EE052B358}" srcOrd="5" destOrd="0" presId="urn:microsoft.com/office/officeart/2005/8/layout/vList3"/>
    <dgm:cxn modelId="{FFD5E7A9-ECC3-41F2-8DA2-33DC34E799A0}" type="presParOf" srcId="{792865FC-6D73-4F60-B2EF-DE127178E49E}" destId="{DAC7C1FB-D9AF-4FDC-BE16-5050847A356A}" srcOrd="6" destOrd="0" presId="urn:microsoft.com/office/officeart/2005/8/layout/vList3"/>
    <dgm:cxn modelId="{2E9FBDBD-8AC5-40E1-9722-2D14CC7A70D4}" type="presParOf" srcId="{DAC7C1FB-D9AF-4FDC-BE16-5050847A356A}" destId="{7C418339-7C7E-40C1-A887-8EFA31F9530F}" srcOrd="0" destOrd="0" presId="urn:microsoft.com/office/officeart/2005/8/layout/vList3"/>
    <dgm:cxn modelId="{C47C5A6E-2CE8-4D20-BC82-69B69C82C3B1}" type="presParOf" srcId="{DAC7C1FB-D9AF-4FDC-BE16-5050847A356A}" destId="{E7CE2243-8915-418D-B24B-A2DF91868BF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6.xml><?xml version="1.0" encoding="utf-8"?>
<dgm:dataModel xmlns:dgm="http://schemas.openxmlformats.org/drawingml/2006/diagram" xmlns:a="http://schemas.openxmlformats.org/drawingml/2006/main">
  <dgm:ptLst>
    <dgm:pt modelId="{B26F4022-42D8-4379-8893-4A0FD6B9D14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BAE63BE-9751-4725-A4FD-775A0E81AC49}">
      <dgm:prSet/>
      <dgm:spPr/>
      <dgm:t>
        <a:bodyPr/>
        <a:lstStyle/>
        <a:p>
          <a:r>
            <a:rPr lang="ru-RU" b="0" i="0"/>
            <a:t>походів князя Д. Вишневецького.</a:t>
          </a:r>
          <a:endParaRPr lang="uk-UA"/>
        </a:p>
      </dgm:t>
    </dgm:pt>
    <dgm:pt modelId="{AD63A803-19CC-4A0F-90A2-EC27CB066FCE}" type="parTrans" cxnId="{FAD98F8C-8F06-4392-98B5-CBD51815EABD}">
      <dgm:prSet/>
      <dgm:spPr/>
      <dgm:t>
        <a:bodyPr/>
        <a:lstStyle/>
        <a:p>
          <a:endParaRPr lang="uk-UA"/>
        </a:p>
      </dgm:t>
    </dgm:pt>
    <dgm:pt modelId="{BB63B2EE-B63C-4422-A7E8-3F1AFD94AF42}" type="sibTrans" cxnId="{FAD98F8C-8F06-4392-98B5-CBD51815EABD}">
      <dgm:prSet/>
      <dgm:spPr/>
      <dgm:t>
        <a:bodyPr/>
        <a:lstStyle/>
        <a:p>
          <a:endParaRPr lang="uk-UA"/>
        </a:p>
      </dgm:t>
    </dgm:pt>
    <dgm:pt modelId="{2A15380C-0EFD-4EAE-8570-47ED4287598F}">
      <dgm:prSet/>
      <dgm:spPr/>
      <dgm:t>
        <a:bodyPr/>
        <a:lstStyle/>
        <a:p>
          <a:r>
            <a:rPr lang="ru-RU" b="0" i="0" dirty="0" err="1"/>
            <a:t>козацьких</a:t>
          </a:r>
          <a:r>
            <a:rPr lang="ru-RU" b="0" i="0" dirty="0"/>
            <a:t> </a:t>
          </a:r>
          <a:r>
            <a:rPr lang="ru-RU" b="0" i="0" dirty="0" err="1"/>
            <a:t>повстань</a:t>
          </a:r>
          <a:r>
            <a:rPr lang="ru-RU" b="0" i="0" dirty="0"/>
            <a:t> 90-х </a:t>
          </a:r>
          <a:r>
            <a:rPr lang="ru-RU" b="0" i="0" dirty="0" err="1"/>
            <a:t>рр</a:t>
          </a:r>
          <a:r>
            <a:rPr lang="ru-RU" b="0" i="0" dirty="0"/>
            <a:t>. XVI ст.</a:t>
          </a:r>
          <a:endParaRPr lang="uk-UA" dirty="0"/>
        </a:p>
      </dgm:t>
    </dgm:pt>
    <dgm:pt modelId="{ACA23793-3985-4C41-B324-619ABB434365}" type="parTrans" cxnId="{F2EE5F99-57FA-4287-BEB6-7B94A72C57CE}">
      <dgm:prSet/>
      <dgm:spPr/>
      <dgm:t>
        <a:bodyPr/>
        <a:lstStyle/>
        <a:p>
          <a:endParaRPr lang="uk-UA"/>
        </a:p>
      </dgm:t>
    </dgm:pt>
    <dgm:pt modelId="{748B9936-D7AB-481F-9A3B-5EE3A4AFB39C}" type="sibTrans" cxnId="{F2EE5F99-57FA-4287-BEB6-7B94A72C57CE}">
      <dgm:prSet/>
      <dgm:spPr/>
      <dgm:t>
        <a:bodyPr/>
        <a:lstStyle/>
        <a:p>
          <a:endParaRPr lang="uk-UA"/>
        </a:p>
      </dgm:t>
    </dgm:pt>
    <dgm:pt modelId="{04FDBB6D-6842-43D4-BBC0-AB00C164FA32}">
      <dgm:prSet/>
      <dgm:spPr/>
      <dgm:t>
        <a:bodyPr/>
        <a:lstStyle/>
        <a:p>
          <a:r>
            <a:rPr lang="ru-RU" b="0" i="0" dirty="0" err="1"/>
            <a:t>козацько-селянських</a:t>
          </a:r>
          <a:r>
            <a:rPr lang="ru-RU" b="0" i="0" dirty="0"/>
            <a:t> </a:t>
          </a:r>
          <a:r>
            <a:rPr lang="ru-RU" b="0" i="0" dirty="0" err="1"/>
            <a:t>повстань</a:t>
          </a:r>
          <a:r>
            <a:rPr lang="ru-RU" b="0" i="0" dirty="0"/>
            <a:t> 20–30-х </a:t>
          </a:r>
          <a:r>
            <a:rPr lang="ru-RU" b="0" i="0" dirty="0" err="1"/>
            <a:t>рр</a:t>
          </a:r>
          <a:r>
            <a:rPr lang="ru-RU" b="0" i="0" dirty="0"/>
            <a:t>. XVIІ ст.</a:t>
          </a:r>
          <a:endParaRPr lang="uk-UA" dirty="0"/>
        </a:p>
      </dgm:t>
    </dgm:pt>
    <dgm:pt modelId="{47425169-B3E2-416D-A1F1-B7AB6A43B027}" type="parTrans" cxnId="{AD6C58F5-56FD-416A-941C-EBF0EDFCD642}">
      <dgm:prSet/>
      <dgm:spPr/>
      <dgm:t>
        <a:bodyPr/>
        <a:lstStyle/>
        <a:p>
          <a:endParaRPr lang="uk-UA"/>
        </a:p>
      </dgm:t>
    </dgm:pt>
    <dgm:pt modelId="{135B7279-5E73-428A-B2D2-D23CDD36D2BA}" type="sibTrans" cxnId="{AD6C58F5-56FD-416A-941C-EBF0EDFCD642}">
      <dgm:prSet/>
      <dgm:spPr/>
      <dgm:t>
        <a:bodyPr/>
        <a:lstStyle/>
        <a:p>
          <a:endParaRPr lang="uk-UA"/>
        </a:p>
      </dgm:t>
    </dgm:pt>
    <dgm:pt modelId="{7D8049F5-5781-4684-A987-4455C68A2243}">
      <dgm:prSet/>
      <dgm:spPr/>
      <dgm:t>
        <a:bodyPr/>
        <a:lstStyle/>
        <a:p>
          <a:r>
            <a:rPr lang="ru-RU" b="0" i="0" dirty="0" err="1"/>
            <a:t>морських</a:t>
          </a:r>
          <a:r>
            <a:rPr lang="ru-RU" b="0" i="0" dirty="0"/>
            <a:t> </a:t>
          </a:r>
          <a:r>
            <a:rPr lang="ru-RU" b="0" i="0" dirty="0" err="1"/>
            <a:t>походів</a:t>
          </a:r>
          <a:r>
            <a:rPr lang="ru-RU" b="0" i="0" dirty="0"/>
            <a:t> </a:t>
          </a:r>
          <a:r>
            <a:rPr lang="ru-RU" b="0" i="0" dirty="0" err="1"/>
            <a:t>козаків</a:t>
          </a:r>
          <a:r>
            <a:rPr lang="ru-RU" b="0" i="0" dirty="0"/>
            <a:t> на початку XVIІ ст.</a:t>
          </a:r>
          <a:endParaRPr lang="uk-UA" dirty="0"/>
        </a:p>
      </dgm:t>
    </dgm:pt>
    <dgm:pt modelId="{72E1027D-7C36-477E-AF1F-A70B8C370C18}" type="parTrans" cxnId="{A4F06DA9-E622-4731-9C6C-33DCE58CD7D5}">
      <dgm:prSet/>
      <dgm:spPr/>
      <dgm:t>
        <a:bodyPr/>
        <a:lstStyle/>
        <a:p>
          <a:endParaRPr lang="uk-UA"/>
        </a:p>
      </dgm:t>
    </dgm:pt>
    <dgm:pt modelId="{EE9EB580-C0E6-4199-BCEA-78610F8F83B1}" type="sibTrans" cxnId="{A4F06DA9-E622-4731-9C6C-33DCE58CD7D5}">
      <dgm:prSet/>
      <dgm:spPr/>
      <dgm:t>
        <a:bodyPr/>
        <a:lstStyle/>
        <a:p>
          <a:endParaRPr lang="uk-UA"/>
        </a:p>
      </dgm:t>
    </dgm:pt>
    <dgm:pt modelId="{792865FC-6D73-4F60-B2EF-DE127178E49E}" type="pres">
      <dgm:prSet presAssocID="{B26F4022-42D8-4379-8893-4A0FD6B9D14B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FA57B80-8D81-4C74-B817-8900AF6CC984}" type="pres">
      <dgm:prSet presAssocID="{8BAE63BE-9751-4725-A4FD-775A0E81AC49}" presName="composite" presStyleCnt="0"/>
      <dgm:spPr/>
    </dgm:pt>
    <dgm:pt modelId="{26E2A15E-58F5-4ED9-A195-D2948B79273E}" type="pres">
      <dgm:prSet presAssocID="{8BAE63BE-9751-4725-A4FD-775A0E81AC49}" presName="imgShp" presStyleLbl="fgImgPlace1" presStyleIdx="0" presStyleCnt="4"/>
      <dgm:spPr/>
    </dgm:pt>
    <dgm:pt modelId="{B09A5D78-F3CD-4A8C-9EBE-B1E0174F6D5C}" type="pres">
      <dgm:prSet presAssocID="{8BAE63BE-9751-4725-A4FD-775A0E81AC49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BA25A9D-EBCC-4212-BADA-2ABA95847C01}" type="pres">
      <dgm:prSet presAssocID="{BB63B2EE-B63C-4422-A7E8-3F1AFD94AF42}" presName="spacing" presStyleCnt="0"/>
      <dgm:spPr/>
    </dgm:pt>
    <dgm:pt modelId="{0E618239-1895-4F2C-88BD-8B0FA5E06A4B}" type="pres">
      <dgm:prSet presAssocID="{2A15380C-0EFD-4EAE-8570-47ED4287598F}" presName="composite" presStyleCnt="0"/>
      <dgm:spPr/>
    </dgm:pt>
    <dgm:pt modelId="{C7D59555-F49D-4A94-A815-8D063989F80C}" type="pres">
      <dgm:prSet presAssocID="{2A15380C-0EFD-4EAE-8570-47ED4287598F}" presName="imgShp" presStyleLbl="fgImgPlace1" presStyleIdx="1" presStyleCnt="4"/>
      <dgm:spPr/>
    </dgm:pt>
    <dgm:pt modelId="{4E47593A-0250-4BF8-83B6-6C3DE034BB18}" type="pres">
      <dgm:prSet presAssocID="{2A15380C-0EFD-4EAE-8570-47ED4287598F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FE372F6-A58B-4D72-A520-D8EFE425331B}" type="pres">
      <dgm:prSet presAssocID="{748B9936-D7AB-481F-9A3B-5EE3A4AFB39C}" presName="spacing" presStyleCnt="0"/>
      <dgm:spPr/>
    </dgm:pt>
    <dgm:pt modelId="{18CAF58C-42B1-4FAB-86F0-9638E0B87E90}" type="pres">
      <dgm:prSet presAssocID="{04FDBB6D-6842-43D4-BBC0-AB00C164FA32}" presName="composite" presStyleCnt="0"/>
      <dgm:spPr/>
    </dgm:pt>
    <dgm:pt modelId="{19550B6C-D25A-44A6-A25B-ECB8BB07B9C4}" type="pres">
      <dgm:prSet presAssocID="{04FDBB6D-6842-43D4-BBC0-AB00C164FA32}" presName="imgShp" presStyleLbl="fgImgPlace1" presStyleIdx="2" presStyleCnt="4"/>
      <dgm:spPr/>
    </dgm:pt>
    <dgm:pt modelId="{B27824AE-697D-4214-9AFC-C445687F4DA7}" type="pres">
      <dgm:prSet presAssocID="{04FDBB6D-6842-43D4-BBC0-AB00C164FA32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168963-C1AE-4FE2-A846-5F2EE052B358}" type="pres">
      <dgm:prSet presAssocID="{135B7279-5E73-428A-B2D2-D23CDD36D2BA}" presName="spacing" presStyleCnt="0"/>
      <dgm:spPr/>
    </dgm:pt>
    <dgm:pt modelId="{DAC7C1FB-D9AF-4FDC-BE16-5050847A356A}" type="pres">
      <dgm:prSet presAssocID="{7D8049F5-5781-4684-A987-4455C68A2243}" presName="composite" presStyleCnt="0"/>
      <dgm:spPr/>
    </dgm:pt>
    <dgm:pt modelId="{7C418339-7C7E-40C1-A887-8EFA31F9530F}" type="pres">
      <dgm:prSet presAssocID="{7D8049F5-5781-4684-A987-4455C68A2243}" presName="imgShp" presStyleLbl="fgImgPlace1" presStyleIdx="3" presStyleCnt="4"/>
      <dgm:spPr/>
    </dgm:pt>
    <dgm:pt modelId="{E7CE2243-8915-418D-B24B-A2DF91868BF1}" type="pres">
      <dgm:prSet presAssocID="{7D8049F5-5781-4684-A987-4455C68A2243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4F06B89-5D37-4499-B1BC-A94B864B91FE}" type="presOf" srcId="{04FDBB6D-6842-43D4-BBC0-AB00C164FA32}" destId="{B27824AE-697D-4214-9AFC-C445687F4DA7}" srcOrd="0" destOrd="0" presId="urn:microsoft.com/office/officeart/2005/8/layout/vList3"/>
    <dgm:cxn modelId="{F2EE5F99-57FA-4287-BEB6-7B94A72C57CE}" srcId="{B26F4022-42D8-4379-8893-4A0FD6B9D14B}" destId="{2A15380C-0EFD-4EAE-8570-47ED4287598F}" srcOrd="1" destOrd="0" parTransId="{ACA23793-3985-4C41-B324-619ABB434365}" sibTransId="{748B9936-D7AB-481F-9A3B-5EE3A4AFB39C}"/>
    <dgm:cxn modelId="{FAD98F8C-8F06-4392-98B5-CBD51815EABD}" srcId="{B26F4022-42D8-4379-8893-4A0FD6B9D14B}" destId="{8BAE63BE-9751-4725-A4FD-775A0E81AC49}" srcOrd="0" destOrd="0" parTransId="{AD63A803-19CC-4A0F-90A2-EC27CB066FCE}" sibTransId="{BB63B2EE-B63C-4422-A7E8-3F1AFD94AF42}"/>
    <dgm:cxn modelId="{AD6C58F5-56FD-416A-941C-EBF0EDFCD642}" srcId="{B26F4022-42D8-4379-8893-4A0FD6B9D14B}" destId="{04FDBB6D-6842-43D4-BBC0-AB00C164FA32}" srcOrd="2" destOrd="0" parTransId="{47425169-B3E2-416D-A1F1-B7AB6A43B027}" sibTransId="{135B7279-5E73-428A-B2D2-D23CDD36D2BA}"/>
    <dgm:cxn modelId="{936598ED-5ADB-4126-8AD2-2F87082E72D7}" type="presOf" srcId="{B26F4022-42D8-4379-8893-4A0FD6B9D14B}" destId="{792865FC-6D73-4F60-B2EF-DE127178E49E}" srcOrd="0" destOrd="0" presId="urn:microsoft.com/office/officeart/2005/8/layout/vList3"/>
    <dgm:cxn modelId="{77AE57C7-C38D-4BE8-85D8-769386A0814F}" type="presOf" srcId="{2A15380C-0EFD-4EAE-8570-47ED4287598F}" destId="{4E47593A-0250-4BF8-83B6-6C3DE034BB18}" srcOrd="0" destOrd="0" presId="urn:microsoft.com/office/officeart/2005/8/layout/vList3"/>
    <dgm:cxn modelId="{A4F06DA9-E622-4731-9C6C-33DCE58CD7D5}" srcId="{B26F4022-42D8-4379-8893-4A0FD6B9D14B}" destId="{7D8049F5-5781-4684-A987-4455C68A2243}" srcOrd="3" destOrd="0" parTransId="{72E1027D-7C36-477E-AF1F-A70B8C370C18}" sibTransId="{EE9EB580-C0E6-4199-BCEA-78610F8F83B1}"/>
    <dgm:cxn modelId="{597C187F-E74E-4985-8617-D6C789467A99}" type="presOf" srcId="{7D8049F5-5781-4684-A987-4455C68A2243}" destId="{E7CE2243-8915-418D-B24B-A2DF91868BF1}" srcOrd="0" destOrd="0" presId="urn:microsoft.com/office/officeart/2005/8/layout/vList3"/>
    <dgm:cxn modelId="{15E6E5DD-1459-49D3-943D-5A5CF3369E80}" type="presOf" srcId="{8BAE63BE-9751-4725-A4FD-775A0E81AC49}" destId="{B09A5D78-F3CD-4A8C-9EBE-B1E0174F6D5C}" srcOrd="0" destOrd="0" presId="urn:microsoft.com/office/officeart/2005/8/layout/vList3"/>
    <dgm:cxn modelId="{BB18A56B-30F8-4BD6-A2E6-3E521334F97B}" type="presParOf" srcId="{792865FC-6D73-4F60-B2EF-DE127178E49E}" destId="{0FA57B80-8D81-4C74-B817-8900AF6CC984}" srcOrd="0" destOrd="0" presId="urn:microsoft.com/office/officeart/2005/8/layout/vList3"/>
    <dgm:cxn modelId="{E112152C-6A95-4D29-AEE0-5E93522F5B85}" type="presParOf" srcId="{0FA57B80-8D81-4C74-B817-8900AF6CC984}" destId="{26E2A15E-58F5-4ED9-A195-D2948B79273E}" srcOrd="0" destOrd="0" presId="urn:microsoft.com/office/officeart/2005/8/layout/vList3"/>
    <dgm:cxn modelId="{AFB36F68-8766-4B1B-B63A-7F80112F529E}" type="presParOf" srcId="{0FA57B80-8D81-4C74-B817-8900AF6CC984}" destId="{B09A5D78-F3CD-4A8C-9EBE-B1E0174F6D5C}" srcOrd="1" destOrd="0" presId="urn:microsoft.com/office/officeart/2005/8/layout/vList3"/>
    <dgm:cxn modelId="{06A6A4BE-2093-4169-B27D-EC480D512723}" type="presParOf" srcId="{792865FC-6D73-4F60-B2EF-DE127178E49E}" destId="{9BA25A9D-EBCC-4212-BADA-2ABA95847C01}" srcOrd="1" destOrd="0" presId="urn:microsoft.com/office/officeart/2005/8/layout/vList3"/>
    <dgm:cxn modelId="{27EA123D-251A-434E-A36D-4428B61875A9}" type="presParOf" srcId="{792865FC-6D73-4F60-B2EF-DE127178E49E}" destId="{0E618239-1895-4F2C-88BD-8B0FA5E06A4B}" srcOrd="2" destOrd="0" presId="urn:microsoft.com/office/officeart/2005/8/layout/vList3"/>
    <dgm:cxn modelId="{AB51824B-3220-4ADD-88BE-D1FA014B4BD6}" type="presParOf" srcId="{0E618239-1895-4F2C-88BD-8B0FA5E06A4B}" destId="{C7D59555-F49D-4A94-A815-8D063989F80C}" srcOrd="0" destOrd="0" presId="urn:microsoft.com/office/officeart/2005/8/layout/vList3"/>
    <dgm:cxn modelId="{34A461E8-1E21-4434-949F-701BD330F4A7}" type="presParOf" srcId="{0E618239-1895-4F2C-88BD-8B0FA5E06A4B}" destId="{4E47593A-0250-4BF8-83B6-6C3DE034BB18}" srcOrd="1" destOrd="0" presId="urn:microsoft.com/office/officeart/2005/8/layout/vList3"/>
    <dgm:cxn modelId="{12880EE3-A0C9-445A-AD55-02B97916744D}" type="presParOf" srcId="{792865FC-6D73-4F60-B2EF-DE127178E49E}" destId="{0FE372F6-A58B-4D72-A520-D8EFE425331B}" srcOrd="3" destOrd="0" presId="urn:microsoft.com/office/officeart/2005/8/layout/vList3"/>
    <dgm:cxn modelId="{1C047B1A-BCCC-4FC8-846F-BD1376FD8E23}" type="presParOf" srcId="{792865FC-6D73-4F60-B2EF-DE127178E49E}" destId="{18CAF58C-42B1-4FAB-86F0-9638E0B87E90}" srcOrd="4" destOrd="0" presId="urn:microsoft.com/office/officeart/2005/8/layout/vList3"/>
    <dgm:cxn modelId="{8D9DAA35-5F87-496F-AFBD-3A6A6D03E036}" type="presParOf" srcId="{18CAF58C-42B1-4FAB-86F0-9638E0B87E90}" destId="{19550B6C-D25A-44A6-A25B-ECB8BB07B9C4}" srcOrd="0" destOrd="0" presId="urn:microsoft.com/office/officeart/2005/8/layout/vList3"/>
    <dgm:cxn modelId="{5A05701F-2370-40B2-8540-2AE97FB68A3B}" type="presParOf" srcId="{18CAF58C-42B1-4FAB-86F0-9638E0B87E90}" destId="{B27824AE-697D-4214-9AFC-C445687F4DA7}" srcOrd="1" destOrd="0" presId="urn:microsoft.com/office/officeart/2005/8/layout/vList3"/>
    <dgm:cxn modelId="{B276B976-C212-493C-8405-97EEACF1CA13}" type="presParOf" srcId="{792865FC-6D73-4F60-B2EF-DE127178E49E}" destId="{9D168963-C1AE-4FE2-A846-5F2EE052B358}" srcOrd="5" destOrd="0" presId="urn:microsoft.com/office/officeart/2005/8/layout/vList3"/>
    <dgm:cxn modelId="{FFD5E7A9-ECC3-41F2-8DA2-33DC34E799A0}" type="presParOf" srcId="{792865FC-6D73-4F60-B2EF-DE127178E49E}" destId="{DAC7C1FB-D9AF-4FDC-BE16-5050847A356A}" srcOrd="6" destOrd="0" presId="urn:microsoft.com/office/officeart/2005/8/layout/vList3"/>
    <dgm:cxn modelId="{2E9FBDBD-8AC5-40E1-9722-2D14CC7A70D4}" type="presParOf" srcId="{DAC7C1FB-D9AF-4FDC-BE16-5050847A356A}" destId="{7C418339-7C7E-40C1-A887-8EFA31F9530F}" srcOrd="0" destOrd="0" presId="urn:microsoft.com/office/officeart/2005/8/layout/vList3"/>
    <dgm:cxn modelId="{C47C5A6E-2CE8-4D20-BC82-69B69C82C3B1}" type="presParOf" srcId="{DAC7C1FB-D9AF-4FDC-BE16-5050847A356A}" destId="{E7CE2243-8915-418D-B24B-A2DF91868BF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7.xml><?xml version="1.0" encoding="utf-8"?>
<dgm:dataModel xmlns:dgm="http://schemas.openxmlformats.org/drawingml/2006/diagram" xmlns:a="http://schemas.openxmlformats.org/drawingml/2006/main">
  <dgm:ptLst>
    <dgm:pt modelId="{F2C72D33-0453-4934-BEF0-626DDF77AC6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0F7C5352-34FA-4551-8142-80974E8E49BA}">
      <dgm:prSet/>
      <dgm:spPr/>
      <dgm:t>
        <a:bodyPr/>
        <a:lstStyle/>
        <a:p>
          <a:r>
            <a:rPr lang="ru-RU"/>
            <a:t>визнання гетьманом Петром Дорошенком протекторату Османської імперії</a:t>
          </a:r>
          <a:endParaRPr lang="uk-UA"/>
        </a:p>
      </dgm:t>
    </dgm:pt>
    <dgm:pt modelId="{4662D4FE-0D6C-4214-9498-DF68FB34FD7B}" type="parTrans" cxnId="{2DE91177-C659-4844-8440-77EA044F8B41}">
      <dgm:prSet/>
      <dgm:spPr/>
      <dgm:t>
        <a:bodyPr/>
        <a:lstStyle/>
        <a:p>
          <a:endParaRPr lang="uk-UA"/>
        </a:p>
      </dgm:t>
    </dgm:pt>
    <dgm:pt modelId="{4FBC8674-F69B-4DDB-8B4B-69326BD461AC}" type="sibTrans" cxnId="{2DE91177-C659-4844-8440-77EA044F8B41}">
      <dgm:prSet/>
      <dgm:spPr/>
      <dgm:t>
        <a:bodyPr/>
        <a:lstStyle/>
        <a:p>
          <a:endParaRPr lang="uk-UA"/>
        </a:p>
      </dgm:t>
    </dgm:pt>
    <dgm:pt modelId="{7A05822A-683D-4CCF-94BF-844FA2FF7DF9}">
      <dgm:prSet/>
      <dgm:spPr/>
      <dgm:t>
        <a:bodyPr/>
        <a:lstStyle/>
        <a:p>
          <a:r>
            <a:rPr lang="ru-RU" dirty="0"/>
            <a:t>«</a:t>
          </a:r>
          <a:r>
            <a:rPr lang="ru-RU" dirty="0" err="1"/>
            <a:t>козацька</a:t>
          </a:r>
          <a:r>
            <a:rPr lang="ru-RU" dirty="0"/>
            <a:t> реформа» </a:t>
          </a:r>
          <a:r>
            <a:rPr lang="ru-RU" dirty="0" err="1"/>
            <a:t>польського</a:t>
          </a:r>
          <a:r>
            <a:rPr lang="ru-RU" dirty="0"/>
            <a:t> короля Стефана </a:t>
          </a:r>
          <a:r>
            <a:rPr lang="ru-RU" dirty="0" err="1"/>
            <a:t>Баторія</a:t>
          </a:r>
          <a:r>
            <a:rPr lang="ru-RU" dirty="0"/>
            <a:t> та </a:t>
          </a:r>
          <a:r>
            <a:rPr lang="ru-RU" dirty="0" err="1"/>
            <a:t>утворення</a:t>
          </a:r>
          <a:r>
            <a:rPr lang="ru-RU" dirty="0"/>
            <a:t> </a:t>
          </a:r>
          <a:r>
            <a:rPr lang="ru-RU" dirty="0" err="1"/>
            <a:t>реєстрового</a:t>
          </a:r>
          <a:r>
            <a:rPr lang="ru-RU" dirty="0"/>
            <a:t> </a:t>
          </a:r>
          <a:r>
            <a:rPr lang="ru-RU" dirty="0" err="1"/>
            <a:t>козацтва</a:t>
          </a:r>
          <a:endParaRPr lang="uk-UA" dirty="0"/>
        </a:p>
      </dgm:t>
    </dgm:pt>
    <dgm:pt modelId="{D2C8E58B-A6AA-4C05-AA30-3602CAAA28D6}" type="parTrans" cxnId="{4E17196A-BDDF-44AE-BC7F-49CEDF641AD4}">
      <dgm:prSet/>
      <dgm:spPr/>
      <dgm:t>
        <a:bodyPr/>
        <a:lstStyle/>
        <a:p>
          <a:endParaRPr lang="uk-UA"/>
        </a:p>
      </dgm:t>
    </dgm:pt>
    <dgm:pt modelId="{9C3F88A8-07B8-43E1-8C73-86173AE97AAA}" type="sibTrans" cxnId="{4E17196A-BDDF-44AE-BC7F-49CEDF641AD4}">
      <dgm:prSet/>
      <dgm:spPr/>
      <dgm:t>
        <a:bodyPr/>
        <a:lstStyle/>
        <a:p>
          <a:endParaRPr lang="uk-UA"/>
        </a:p>
      </dgm:t>
    </dgm:pt>
    <dgm:pt modelId="{F7A208D8-3AB5-4E7E-ABAA-C9BD00A4DFEC}">
      <dgm:prSet/>
      <dgm:spPr/>
      <dgm:t>
        <a:bodyPr/>
        <a:lstStyle/>
        <a:p>
          <a:r>
            <a:rPr lang="ru-RU" dirty="0" err="1"/>
            <a:t>вступ</a:t>
          </a:r>
          <a:r>
            <a:rPr lang="ru-RU" dirty="0"/>
            <a:t> </a:t>
          </a:r>
          <a:r>
            <a:rPr lang="ru-RU" dirty="0" err="1"/>
            <a:t>Війська</a:t>
          </a:r>
          <a:r>
            <a:rPr lang="ru-RU" dirty="0"/>
            <a:t> </a:t>
          </a:r>
          <a:r>
            <a:rPr lang="ru-RU" dirty="0" err="1"/>
            <a:t>Запорозького</a:t>
          </a:r>
          <a:r>
            <a:rPr lang="ru-RU" dirty="0"/>
            <a:t> на </a:t>
          </a:r>
          <a:r>
            <a:rPr lang="ru-RU" dirty="0" err="1"/>
            <a:t>чолі</a:t>
          </a:r>
          <a:r>
            <a:rPr lang="ru-RU" dirty="0"/>
            <a:t> з </a:t>
          </a:r>
          <a:r>
            <a:rPr lang="ru-RU" dirty="0" err="1"/>
            <a:t>гетьманом</a:t>
          </a:r>
          <a:r>
            <a:rPr lang="ru-RU" dirty="0"/>
            <a:t> Петром </a:t>
          </a:r>
          <a:r>
            <a:rPr lang="ru-RU" dirty="0" err="1"/>
            <a:t>Сагайдачним</a:t>
          </a:r>
          <a:r>
            <a:rPr lang="ru-RU" dirty="0"/>
            <a:t> до </a:t>
          </a:r>
          <a:r>
            <a:rPr lang="ru-RU" dirty="0" err="1"/>
            <a:t>Київського</a:t>
          </a:r>
          <a:r>
            <a:rPr lang="ru-RU" dirty="0"/>
            <a:t> </a:t>
          </a:r>
          <a:r>
            <a:rPr lang="ru-RU" dirty="0" err="1"/>
            <a:t>Богоявленського</a:t>
          </a:r>
          <a:r>
            <a:rPr lang="ru-RU" dirty="0"/>
            <a:t> православного братства</a:t>
          </a:r>
          <a:endParaRPr lang="uk-UA" dirty="0"/>
        </a:p>
      </dgm:t>
    </dgm:pt>
    <dgm:pt modelId="{761ECF69-05C3-4CEF-95E4-016E34A28745}" type="parTrans" cxnId="{BAEF949F-5F8F-4D67-B544-A1812240BFC6}">
      <dgm:prSet/>
      <dgm:spPr/>
      <dgm:t>
        <a:bodyPr/>
        <a:lstStyle/>
        <a:p>
          <a:endParaRPr lang="uk-UA"/>
        </a:p>
      </dgm:t>
    </dgm:pt>
    <dgm:pt modelId="{9C94CA53-ABB2-4DB9-8C4F-82B20DE5D322}" type="sibTrans" cxnId="{BAEF949F-5F8F-4D67-B544-A1812240BFC6}">
      <dgm:prSet/>
      <dgm:spPr/>
      <dgm:t>
        <a:bodyPr/>
        <a:lstStyle/>
        <a:p>
          <a:endParaRPr lang="uk-UA"/>
        </a:p>
      </dgm:t>
    </dgm:pt>
    <dgm:pt modelId="{14D6C974-1738-417B-BBA2-905B4F7F1AD7}">
      <dgm:prSet/>
      <dgm:spPr/>
      <dgm:t>
        <a:bodyPr/>
        <a:lstStyle/>
        <a:p>
          <a:r>
            <a:rPr lang="ru-RU" dirty="0" err="1"/>
            <a:t>захоплення</a:t>
          </a:r>
          <a:r>
            <a:rPr lang="ru-RU" dirty="0"/>
            <a:t> та </a:t>
          </a:r>
          <a:r>
            <a:rPr lang="ru-RU" dirty="0" err="1"/>
            <a:t>зруйнування</a:t>
          </a:r>
          <a:r>
            <a:rPr lang="ru-RU" dirty="0"/>
            <a:t> </a:t>
          </a:r>
          <a:r>
            <a:rPr lang="ru-RU" dirty="0" err="1"/>
            <a:t>російськими</a:t>
          </a:r>
          <a:r>
            <a:rPr lang="ru-RU" dirty="0"/>
            <a:t> </a:t>
          </a:r>
          <a:r>
            <a:rPr lang="ru-RU" dirty="0" err="1"/>
            <a:t>військами</a:t>
          </a:r>
          <a:r>
            <a:rPr lang="ru-RU" dirty="0"/>
            <a:t> за наказом царя Петра І </a:t>
          </a:r>
          <a:r>
            <a:rPr lang="ru-RU" dirty="0" err="1"/>
            <a:t>Чортомлицької</a:t>
          </a:r>
          <a:r>
            <a:rPr lang="ru-RU" dirty="0"/>
            <a:t> </a:t>
          </a:r>
          <a:r>
            <a:rPr lang="ru-RU" dirty="0" err="1"/>
            <a:t>Січі</a:t>
          </a:r>
          <a:endParaRPr lang="uk-UA" dirty="0"/>
        </a:p>
      </dgm:t>
    </dgm:pt>
    <dgm:pt modelId="{EC2B2920-7DD0-4588-8F17-ECE20F74C7AB}" type="parTrans" cxnId="{1ABC7C53-E606-4240-B6C6-4BD2513FB578}">
      <dgm:prSet/>
      <dgm:spPr/>
      <dgm:t>
        <a:bodyPr/>
        <a:lstStyle/>
        <a:p>
          <a:endParaRPr lang="uk-UA"/>
        </a:p>
      </dgm:t>
    </dgm:pt>
    <dgm:pt modelId="{7AF37622-6B0E-42DD-9859-38133CBF79CF}" type="sibTrans" cxnId="{1ABC7C53-E606-4240-B6C6-4BD2513FB578}">
      <dgm:prSet/>
      <dgm:spPr/>
      <dgm:t>
        <a:bodyPr/>
        <a:lstStyle/>
        <a:p>
          <a:endParaRPr lang="uk-UA"/>
        </a:p>
      </dgm:t>
    </dgm:pt>
    <dgm:pt modelId="{7AE31B48-790B-4AE4-A40B-F2499DAD39B5}">
      <dgm:prSet/>
      <dgm:spPr/>
      <dgm:t>
        <a:bodyPr/>
        <a:lstStyle/>
        <a:p>
          <a:r>
            <a:rPr lang="ru-RU" dirty="0" err="1"/>
            <a:t>ухвалення</a:t>
          </a:r>
          <a:r>
            <a:rPr lang="ru-RU" dirty="0"/>
            <a:t> </a:t>
          </a:r>
          <a:r>
            <a:rPr lang="ru-RU" dirty="0" err="1"/>
            <a:t>польським</a:t>
          </a:r>
          <a:r>
            <a:rPr lang="ru-RU" dirty="0"/>
            <a:t> сеймом «</a:t>
          </a:r>
          <a:r>
            <a:rPr lang="ru-RU" dirty="0" err="1"/>
            <a:t>Ординації</a:t>
          </a:r>
          <a:r>
            <a:rPr lang="ru-RU" dirty="0"/>
            <a:t> </a:t>
          </a:r>
          <a:r>
            <a:rPr lang="ru-RU" dirty="0" err="1"/>
            <a:t>Війська</a:t>
          </a:r>
          <a:r>
            <a:rPr lang="ru-RU" dirty="0"/>
            <a:t> </a:t>
          </a:r>
          <a:r>
            <a:rPr lang="ru-RU" dirty="0" err="1"/>
            <a:t>Запорозького</a:t>
          </a:r>
          <a:r>
            <a:rPr lang="ru-RU" dirty="0"/>
            <a:t> </a:t>
          </a:r>
          <a:r>
            <a:rPr lang="ru-RU" dirty="0" err="1"/>
            <a:t>реєстрового</a:t>
          </a:r>
          <a:r>
            <a:rPr lang="ru-RU" dirty="0"/>
            <a:t>, </a:t>
          </a:r>
          <a:r>
            <a:rPr lang="ru-RU" dirty="0" err="1"/>
            <a:t>що</a:t>
          </a:r>
          <a:r>
            <a:rPr lang="ru-RU" dirty="0"/>
            <a:t> </a:t>
          </a:r>
          <a:r>
            <a:rPr lang="ru-RU" dirty="0" err="1"/>
            <a:t>перебуває</a:t>
          </a:r>
          <a:r>
            <a:rPr lang="ru-RU" dirty="0"/>
            <a:t> на </a:t>
          </a:r>
          <a:r>
            <a:rPr lang="ru-RU" dirty="0" err="1"/>
            <a:t>службі</a:t>
          </a:r>
          <a:r>
            <a:rPr lang="ru-RU" dirty="0"/>
            <a:t> </a:t>
          </a:r>
          <a:r>
            <a:rPr lang="ru-RU" dirty="0" err="1"/>
            <a:t>Речі</a:t>
          </a:r>
          <a:r>
            <a:rPr lang="ru-RU" dirty="0"/>
            <a:t> </a:t>
          </a:r>
          <a:r>
            <a:rPr lang="ru-RU" dirty="0" err="1"/>
            <a:t>Посполитої</a:t>
          </a:r>
          <a:r>
            <a:rPr lang="ru-RU" dirty="0"/>
            <a:t>»</a:t>
          </a:r>
          <a:endParaRPr lang="uk-UA" dirty="0"/>
        </a:p>
      </dgm:t>
    </dgm:pt>
    <dgm:pt modelId="{4CE6B660-FCC1-4663-9E45-9AB6ADF88AEE}" type="parTrans" cxnId="{9CE84113-B9BA-4BF1-8159-6AF60FBB39A0}">
      <dgm:prSet/>
      <dgm:spPr/>
      <dgm:t>
        <a:bodyPr/>
        <a:lstStyle/>
        <a:p>
          <a:endParaRPr lang="uk-UA"/>
        </a:p>
      </dgm:t>
    </dgm:pt>
    <dgm:pt modelId="{BB4DFB61-EB8D-4365-B88A-11B1CCC32521}" type="sibTrans" cxnId="{9CE84113-B9BA-4BF1-8159-6AF60FBB39A0}">
      <dgm:prSet/>
      <dgm:spPr/>
      <dgm:t>
        <a:bodyPr/>
        <a:lstStyle/>
        <a:p>
          <a:endParaRPr lang="uk-UA"/>
        </a:p>
      </dgm:t>
    </dgm:pt>
    <dgm:pt modelId="{25A013B4-FA66-4216-8E45-DFB215FAA294}">
      <dgm:prSet/>
      <dgm:spPr/>
      <dgm:t>
        <a:bodyPr/>
        <a:lstStyle/>
        <a:p>
          <a:r>
            <a:rPr lang="ru-RU" dirty="0" err="1"/>
            <a:t>підпорядкування</a:t>
          </a:r>
          <a:r>
            <a:rPr lang="ru-RU" dirty="0"/>
            <a:t> </a:t>
          </a:r>
          <a:r>
            <a:rPr lang="ru-RU" dirty="0" err="1"/>
            <a:t>Київської</a:t>
          </a:r>
          <a:r>
            <a:rPr lang="ru-RU" dirty="0"/>
            <a:t> </a:t>
          </a:r>
          <a:r>
            <a:rPr lang="ru-RU" dirty="0" err="1"/>
            <a:t>митрополії</a:t>
          </a:r>
          <a:r>
            <a:rPr lang="ru-RU" dirty="0"/>
            <a:t> </a:t>
          </a:r>
          <a:r>
            <a:rPr lang="ru-RU" dirty="0" err="1"/>
            <a:t>Московському</a:t>
          </a:r>
          <a:r>
            <a:rPr lang="ru-RU" dirty="0"/>
            <a:t> </a:t>
          </a:r>
          <a:r>
            <a:rPr lang="ru-RU" dirty="0" err="1"/>
            <a:t>патріархові</a:t>
          </a:r>
          <a:endParaRPr lang="uk-UA" dirty="0"/>
        </a:p>
      </dgm:t>
    </dgm:pt>
    <dgm:pt modelId="{641F8318-01E7-4753-BFD4-0FBBCD5ECCE8}" type="parTrans" cxnId="{33D64A26-1FF0-4A00-A6FB-5CC3EB07FEE8}">
      <dgm:prSet/>
      <dgm:spPr/>
      <dgm:t>
        <a:bodyPr/>
        <a:lstStyle/>
        <a:p>
          <a:endParaRPr lang="uk-UA"/>
        </a:p>
      </dgm:t>
    </dgm:pt>
    <dgm:pt modelId="{217031E9-47CD-4106-AB86-81F3E17B3FF3}" type="sibTrans" cxnId="{33D64A26-1FF0-4A00-A6FB-5CC3EB07FEE8}">
      <dgm:prSet/>
      <dgm:spPr/>
      <dgm:t>
        <a:bodyPr/>
        <a:lstStyle/>
        <a:p>
          <a:endParaRPr lang="uk-UA"/>
        </a:p>
      </dgm:t>
    </dgm:pt>
    <dgm:pt modelId="{B63778D9-DB9E-4B89-9E91-DC6BFB8C0BDE}" type="pres">
      <dgm:prSet presAssocID="{F2C72D33-0453-4934-BEF0-626DDF77AC6F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AD6911E-7F32-4C4F-8D61-7C1085FAFA54}" type="pres">
      <dgm:prSet presAssocID="{0F7C5352-34FA-4551-8142-80974E8E49BA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012B860-38D0-461E-9BBF-9F4BDC3B5ED4}" type="pres">
      <dgm:prSet presAssocID="{4FBC8674-F69B-4DDB-8B4B-69326BD461AC}" presName="spacer" presStyleCnt="0"/>
      <dgm:spPr/>
    </dgm:pt>
    <dgm:pt modelId="{091D5BF0-8332-49FD-8FC9-DA966B31DBB0}" type="pres">
      <dgm:prSet presAssocID="{7A05822A-683D-4CCF-94BF-844FA2FF7DF9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0BBB16D-E590-4FF6-8EFF-4657F52346BB}" type="pres">
      <dgm:prSet presAssocID="{9C3F88A8-07B8-43E1-8C73-86173AE97AAA}" presName="spacer" presStyleCnt="0"/>
      <dgm:spPr/>
    </dgm:pt>
    <dgm:pt modelId="{DC566AED-8F98-4FF7-8EC8-013560E4CACA}" type="pres">
      <dgm:prSet presAssocID="{F7A208D8-3AB5-4E7E-ABAA-C9BD00A4DFEC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A247CB7-208F-479C-9CF2-63C677655900}" type="pres">
      <dgm:prSet presAssocID="{9C94CA53-ABB2-4DB9-8C4F-82B20DE5D322}" presName="spacer" presStyleCnt="0"/>
      <dgm:spPr/>
    </dgm:pt>
    <dgm:pt modelId="{3CDA239C-913C-445C-8895-20530116D65D}" type="pres">
      <dgm:prSet presAssocID="{14D6C974-1738-417B-BBA2-905B4F7F1AD7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6AA395F-707F-4375-AD96-C92749C450CF}" type="pres">
      <dgm:prSet presAssocID="{7AF37622-6B0E-42DD-9859-38133CBF79CF}" presName="spacer" presStyleCnt="0"/>
      <dgm:spPr/>
    </dgm:pt>
    <dgm:pt modelId="{A8C3FCAD-661B-4ED5-8DEF-F0E2D3FEEAE8}" type="pres">
      <dgm:prSet presAssocID="{7AE31B48-790B-4AE4-A40B-F2499DAD39B5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C57C982-EF0C-4142-8DDB-69936C5F2ED5}" type="pres">
      <dgm:prSet presAssocID="{BB4DFB61-EB8D-4365-B88A-11B1CCC32521}" presName="spacer" presStyleCnt="0"/>
      <dgm:spPr/>
    </dgm:pt>
    <dgm:pt modelId="{EE9FB2B8-6FFD-4933-92DC-C4007993CC41}" type="pres">
      <dgm:prSet presAssocID="{25A013B4-FA66-4216-8E45-DFB215FAA294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994261A-C0AD-4904-B461-ED8A6F937CCE}" type="presOf" srcId="{F2C72D33-0453-4934-BEF0-626DDF77AC6F}" destId="{B63778D9-DB9E-4B89-9E91-DC6BFB8C0BDE}" srcOrd="0" destOrd="0" presId="urn:microsoft.com/office/officeart/2005/8/layout/vList2"/>
    <dgm:cxn modelId="{2DE91177-C659-4844-8440-77EA044F8B41}" srcId="{F2C72D33-0453-4934-BEF0-626DDF77AC6F}" destId="{0F7C5352-34FA-4551-8142-80974E8E49BA}" srcOrd="0" destOrd="0" parTransId="{4662D4FE-0D6C-4214-9498-DF68FB34FD7B}" sibTransId="{4FBC8674-F69B-4DDB-8B4B-69326BD461AC}"/>
    <dgm:cxn modelId="{D7B43E6D-F831-41BC-86C1-341EDC9F906B}" type="presOf" srcId="{7A05822A-683D-4CCF-94BF-844FA2FF7DF9}" destId="{091D5BF0-8332-49FD-8FC9-DA966B31DBB0}" srcOrd="0" destOrd="0" presId="urn:microsoft.com/office/officeart/2005/8/layout/vList2"/>
    <dgm:cxn modelId="{BAEF949F-5F8F-4D67-B544-A1812240BFC6}" srcId="{F2C72D33-0453-4934-BEF0-626DDF77AC6F}" destId="{F7A208D8-3AB5-4E7E-ABAA-C9BD00A4DFEC}" srcOrd="2" destOrd="0" parTransId="{761ECF69-05C3-4CEF-95E4-016E34A28745}" sibTransId="{9C94CA53-ABB2-4DB9-8C4F-82B20DE5D322}"/>
    <dgm:cxn modelId="{6E06AE95-92AC-4164-A128-DF5B8C60182A}" type="presOf" srcId="{F7A208D8-3AB5-4E7E-ABAA-C9BD00A4DFEC}" destId="{DC566AED-8F98-4FF7-8EC8-013560E4CACA}" srcOrd="0" destOrd="0" presId="urn:microsoft.com/office/officeart/2005/8/layout/vList2"/>
    <dgm:cxn modelId="{339D5FAB-7D99-4A80-9686-61C5DF8AA122}" type="presOf" srcId="{25A013B4-FA66-4216-8E45-DFB215FAA294}" destId="{EE9FB2B8-6FFD-4933-92DC-C4007993CC41}" srcOrd="0" destOrd="0" presId="urn:microsoft.com/office/officeart/2005/8/layout/vList2"/>
    <dgm:cxn modelId="{FD3FCFC3-69F9-4BE6-B268-2BF9E81CA4E6}" type="presOf" srcId="{0F7C5352-34FA-4551-8142-80974E8E49BA}" destId="{4AD6911E-7F32-4C4F-8D61-7C1085FAFA54}" srcOrd="0" destOrd="0" presId="urn:microsoft.com/office/officeart/2005/8/layout/vList2"/>
    <dgm:cxn modelId="{46822612-9C70-42C6-95CC-A31C2AE75E48}" type="presOf" srcId="{14D6C974-1738-417B-BBA2-905B4F7F1AD7}" destId="{3CDA239C-913C-445C-8895-20530116D65D}" srcOrd="0" destOrd="0" presId="urn:microsoft.com/office/officeart/2005/8/layout/vList2"/>
    <dgm:cxn modelId="{1ABC7C53-E606-4240-B6C6-4BD2513FB578}" srcId="{F2C72D33-0453-4934-BEF0-626DDF77AC6F}" destId="{14D6C974-1738-417B-BBA2-905B4F7F1AD7}" srcOrd="3" destOrd="0" parTransId="{EC2B2920-7DD0-4588-8F17-ECE20F74C7AB}" sibTransId="{7AF37622-6B0E-42DD-9859-38133CBF79CF}"/>
    <dgm:cxn modelId="{33D64A26-1FF0-4A00-A6FB-5CC3EB07FEE8}" srcId="{F2C72D33-0453-4934-BEF0-626DDF77AC6F}" destId="{25A013B4-FA66-4216-8E45-DFB215FAA294}" srcOrd="5" destOrd="0" parTransId="{641F8318-01E7-4753-BFD4-0FBBCD5ECCE8}" sibTransId="{217031E9-47CD-4106-AB86-81F3E17B3FF3}"/>
    <dgm:cxn modelId="{51E94E7D-32F0-4E37-8EFD-BF633D20E1B4}" type="presOf" srcId="{7AE31B48-790B-4AE4-A40B-F2499DAD39B5}" destId="{A8C3FCAD-661B-4ED5-8DEF-F0E2D3FEEAE8}" srcOrd="0" destOrd="0" presId="urn:microsoft.com/office/officeart/2005/8/layout/vList2"/>
    <dgm:cxn modelId="{4E17196A-BDDF-44AE-BC7F-49CEDF641AD4}" srcId="{F2C72D33-0453-4934-BEF0-626DDF77AC6F}" destId="{7A05822A-683D-4CCF-94BF-844FA2FF7DF9}" srcOrd="1" destOrd="0" parTransId="{D2C8E58B-A6AA-4C05-AA30-3602CAAA28D6}" sibTransId="{9C3F88A8-07B8-43E1-8C73-86173AE97AAA}"/>
    <dgm:cxn modelId="{9CE84113-B9BA-4BF1-8159-6AF60FBB39A0}" srcId="{F2C72D33-0453-4934-BEF0-626DDF77AC6F}" destId="{7AE31B48-790B-4AE4-A40B-F2499DAD39B5}" srcOrd="4" destOrd="0" parTransId="{4CE6B660-FCC1-4663-9E45-9AB6ADF88AEE}" sibTransId="{BB4DFB61-EB8D-4365-B88A-11B1CCC32521}"/>
    <dgm:cxn modelId="{761CEF5C-E72B-4D15-80AF-CD98134C71B5}" type="presParOf" srcId="{B63778D9-DB9E-4B89-9E91-DC6BFB8C0BDE}" destId="{4AD6911E-7F32-4C4F-8D61-7C1085FAFA54}" srcOrd="0" destOrd="0" presId="urn:microsoft.com/office/officeart/2005/8/layout/vList2"/>
    <dgm:cxn modelId="{7177ED76-3B36-4292-8A70-DA4ED9B35FCD}" type="presParOf" srcId="{B63778D9-DB9E-4B89-9E91-DC6BFB8C0BDE}" destId="{B012B860-38D0-461E-9BBF-9F4BDC3B5ED4}" srcOrd="1" destOrd="0" presId="urn:microsoft.com/office/officeart/2005/8/layout/vList2"/>
    <dgm:cxn modelId="{DE64C43E-F297-45A2-ACF9-EAC68F6F65FB}" type="presParOf" srcId="{B63778D9-DB9E-4B89-9E91-DC6BFB8C0BDE}" destId="{091D5BF0-8332-49FD-8FC9-DA966B31DBB0}" srcOrd="2" destOrd="0" presId="urn:microsoft.com/office/officeart/2005/8/layout/vList2"/>
    <dgm:cxn modelId="{14AD4CAD-DCE7-4657-8C83-5460B55CD810}" type="presParOf" srcId="{B63778D9-DB9E-4B89-9E91-DC6BFB8C0BDE}" destId="{60BBB16D-E590-4FF6-8EFF-4657F52346BB}" srcOrd="3" destOrd="0" presId="urn:microsoft.com/office/officeart/2005/8/layout/vList2"/>
    <dgm:cxn modelId="{FF8FABE2-47A7-4FFE-9DC7-8D42B33A7EB1}" type="presParOf" srcId="{B63778D9-DB9E-4B89-9E91-DC6BFB8C0BDE}" destId="{DC566AED-8F98-4FF7-8EC8-013560E4CACA}" srcOrd="4" destOrd="0" presId="urn:microsoft.com/office/officeart/2005/8/layout/vList2"/>
    <dgm:cxn modelId="{FC6EEB3A-9544-4C6B-92AF-6208159E2DDE}" type="presParOf" srcId="{B63778D9-DB9E-4B89-9E91-DC6BFB8C0BDE}" destId="{BA247CB7-208F-479C-9CF2-63C677655900}" srcOrd="5" destOrd="0" presId="urn:microsoft.com/office/officeart/2005/8/layout/vList2"/>
    <dgm:cxn modelId="{0ED001BA-CF40-4ADC-B950-F90A1D5A30B7}" type="presParOf" srcId="{B63778D9-DB9E-4B89-9E91-DC6BFB8C0BDE}" destId="{3CDA239C-913C-445C-8895-20530116D65D}" srcOrd="6" destOrd="0" presId="urn:microsoft.com/office/officeart/2005/8/layout/vList2"/>
    <dgm:cxn modelId="{5F0BE020-5A64-4EB2-80E7-91241883979F}" type="presParOf" srcId="{B63778D9-DB9E-4B89-9E91-DC6BFB8C0BDE}" destId="{B6AA395F-707F-4375-AD96-C92749C450CF}" srcOrd="7" destOrd="0" presId="urn:microsoft.com/office/officeart/2005/8/layout/vList2"/>
    <dgm:cxn modelId="{520A664A-1089-4EB4-821B-5C7CE256FA65}" type="presParOf" srcId="{B63778D9-DB9E-4B89-9E91-DC6BFB8C0BDE}" destId="{A8C3FCAD-661B-4ED5-8DEF-F0E2D3FEEAE8}" srcOrd="8" destOrd="0" presId="urn:microsoft.com/office/officeart/2005/8/layout/vList2"/>
    <dgm:cxn modelId="{0A76299B-4B75-4BA3-88AC-A0A5B2A48C23}" type="presParOf" srcId="{B63778D9-DB9E-4B89-9E91-DC6BFB8C0BDE}" destId="{8C57C982-EF0C-4142-8DDB-69936C5F2ED5}" srcOrd="9" destOrd="0" presId="urn:microsoft.com/office/officeart/2005/8/layout/vList2"/>
    <dgm:cxn modelId="{580B0C20-AF01-466F-BC37-CFDAD79C17A2}" type="presParOf" srcId="{B63778D9-DB9E-4B89-9E91-DC6BFB8C0BDE}" destId="{EE9FB2B8-6FFD-4933-92DC-C4007993CC4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8.xml><?xml version="1.0" encoding="utf-8"?>
<dgm:dataModel xmlns:dgm="http://schemas.openxmlformats.org/drawingml/2006/diagram" xmlns:a="http://schemas.openxmlformats.org/drawingml/2006/main">
  <dgm:ptLst>
    <dgm:pt modelId="{D84EC58F-C372-4317-B26F-D3DDB98E72F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C3AB5B1-AED2-4C33-9641-D2BF83977127}">
      <dgm:prSet/>
      <dgm:spPr/>
      <dgm:t>
        <a:bodyPr/>
        <a:lstStyle/>
        <a:p>
          <a:r>
            <a:rPr lang="uk-UA" b="0" i="0"/>
            <a:t>участь козацького війська на чолі з гетьманом П. Сагайдачним у Хотинській війні</a:t>
          </a:r>
          <a:endParaRPr lang="uk-UA"/>
        </a:p>
      </dgm:t>
    </dgm:pt>
    <dgm:pt modelId="{A6BCB79B-5D12-4A39-BAFC-D2844DEFD17A}" type="parTrans" cxnId="{1B71F760-605D-4D22-A715-0A1D757C653B}">
      <dgm:prSet/>
      <dgm:spPr/>
      <dgm:t>
        <a:bodyPr/>
        <a:lstStyle/>
        <a:p>
          <a:endParaRPr lang="uk-UA"/>
        </a:p>
      </dgm:t>
    </dgm:pt>
    <dgm:pt modelId="{D00D849B-9B91-4229-8FA8-80B76617CAA5}" type="sibTrans" cxnId="{1B71F760-605D-4D22-A715-0A1D757C653B}">
      <dgm:prSet/>
      <dgm:spPr/>
      <dgm:t>
        <a:bodyPr/>
        <a:lstStyle/>
        <a:p>
          <a:endParaRPr lang="uk-UA"/>
        </a:p>
      </dgm:t>
    </dgm:pt>
    <dgm:pt modelId="{91DB5AF4-1CFB-4C4F-B9B1-C65CCD348E26}">
      <dgm:prSet/>
      <dgm:spPr/>
      <dgm:t>
        <a:bodyPr/>
        <a:lstStyle/>
        <a:p>
          <a:r>
            <a:rPr lang="uk-UA" b="0" i="0" dirty="0"/>
            <a:t>ухвалення польським сеймом «Ординації Війська Запорозького реєстрового, що перебуває на службі Речі Посполитої»</a:t>
          </a:r>
          <a:endParaRPr lang="uk-UA" dirty="0"/>
        </a:p>
      </dgm:t>
    </dgm:pt>
    <dgm:pt modelId="{A39F48FA-CC5D-41FD-A43D-54A2D50C2DED}" type="parTrans" cxnId="{65124598-BAA8-479D-9FC5-2C10032EEF22}">
      <dgm:prSet/>
      <dgm:spPr/>
      <dgm:t>
        <a:bodyPr/>
        <a:lstStyle/>
        <a:p>
          <a:endParaRPr lang="uk-UA"/>
        </a:p>
      </dgm:t>
    </dgm:pt>
    <dgm:pt modelId="{4BCC0146-EEFB-4639-9D16-9FB696009BAF}" type="sibTrans" cxnId="{65124598-BAA8-479D-9FC5-2C10032EEF22}">
      <dgm:prSet/>
      <dgm:spPr/>
      <dgm:t>
        <a:bodyPr/>
        <a:lstStyle/>
        <a:p>
          <a:endParaRPr lang="uk-UA"/>
        </a:p>
      </dgm:t>
    </dgm:pt>
    <dgm:pt modelId="{AAC7298F-FB8D-4C87-AF9A-CA998F9DF8D7}" type="pres">
      <dgm:prSet presAssocID="{D84EC58F-C372-4317-B26F-D3DDB98E72F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38226A3-F61C-4B69-967A-48B51A457D88}" type="pres">
      <dgm:prSet presAssocID="{1C3AB5B1-AED2-4C33-9641-D2BF83977127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7A009B1-6118-432C-810A-BAA8A568BDF9}" type="pres">
      <dgm:prSet presAssocID="{D00D849B-9B91-4229-8FA8-80B76617CAA5}" presName="spacer" presStyleCnt="0"/>
      <dgm:spPr/>
    </dgm:pt>
    <dgm:pt modelId="{C403C966-B0D5-4854-A368-37774A29A515}" type="pres">
      <dgm:prSet presAssocID="{91DB5AF4-1CFB-4C4F-B9B1-C65CCD348E26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B71F760-605D-4D22-A715-0A1D757C653B}" srcId="{D84EC58F-C372-4317-B26F-D3DDB98E72F9}" destId="{1C3AB5B1-AED2-4C33-9641-D2BF83977127}" srcOrd="0" destOrd="0" parTransId="{A6BCB79B-5D12-4A39-BAFC-D2844DEFD17A}" sibTransId="{D00D849B-9B91-4229-8FA8-80B76617CAA5}"/>
    <dgm:cxn modelId="{826508C4-AA5B-49CC-9179-5ADCBFC9DD93}" type="presOf" srcId="{91DB5AF4-1CFB-4C4F-B9B1-C65CCD348E26}" destId="{C403C966-B0D5-4854-A368-37774A29A515}" srcOrd="0" destOrd="0" presId="urn:microsoft.com/office/officeart/2005/8/layout/vList2"/>
    <dgm:cxn modelId="{2B9B472E-8930-4A9B-AC6B-9730688F0247}" type="presOf" srcId="{1C3AB5B1-AED2-4C33-9641-D2BF83977127}" destId="{F38226A3-F61C-4B69-967A-48B51A457D88}" srcOrd="0" destOrd="0" presId="urn:microsoft.com/office/officeart/2005/8/layout/vList2"/>
    <dgm:cxn modelId="{669EF8D3-8644-487D-93AE-2D7B61B5CBF6}" type="presOf" srcId="{D84EC58F-C372-4317-B26F-D3DDB98E72F9}" destId="{AAC7298F-FB8D-4C87-AF9A-CA998F9DF8D7}" srcOrd="0" destOrd="0" presId="urn:microsoft.com/office/officeart/2005/8/layout/vList2"/>
    <dgm:cxn modelId="{65124598-BAA8-479D-9FC5-2C10032EEF22}" srcId="{D84EC58F-C372-4317-B26F-D3DDB98E72F9}" destId="{91DB5AF4-1CFB-4C4F-B9B1-C65CCD348E26}" srcOrd="1" destOrd="0" parTransId="{A39F48FA-CC5D-41FD-A43D-54A2D50C2DED}" sibTransId="{4BCC0146-EEFB-4639-9D16-9FB696009BAF}"/>
    <dgm:cxn modelId="{56981C7B-8943-4327-A3E0-265E9435C249}" type="presParOf" srcId="{AAC7298F-FB8D-4C87-AF9A-CA998F9DF8D7}" destId="{F38226A3-F61C-4B69-967A-48B51A457D88}" srcOrd="0" destOrd="0" presId="urn:microsoft.com/office/officeart/2005/8/layout/vList2"/>
    <dgm:cxn modelId="{48BA02C1-4B95-47BF-A9B1-A916541A03A6}" type="presParOf" srcId="{AAC7298F-FB8D-4C87-AF9A-CA998F9DF8D7}" destId="{17A009B1-6118-432C-810A-BAA8A568BDF9}" srcOrd="1" destOrd="0" presId="urn:microsoft.com/office/officeart/2005/8/layout/vList2"/>
    <dgm:cxn modelId="{17F0B108-FF45-478C-BFDE-7253BE3850EE}" type="presParOf" srcId="{AAC7298F-FB8D-4C87-AF9A-CA998F9DF8D7}" destId="{C403C966-B0D5-4854-A368-37774A29A51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9.xml><?xml version="1.0" encoding="utf-8"?>
<dgm:dataModel xmlns:dgm="http://schemas.openxmlformats.org/drawingml/2006/diagram" xmlns:a="http://schemas.openxmlformats.org/drawingml/2006/main">
  <dgm:ptLst>
    <dgm:pt modelId="{FF1F3FBA-AFA7-4B86-B48F-B591BCA3E3F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F002E29-8726-4D25-BC05-A4292E5C80DD}">
      <dgm:prSet/>
      <dgm:spPr/>
      <dgm:t>
        <a:bodyPr/>
        <a:lstStyle/>
        <a:p>
          <a:r>
            <a:rPr lang="uk-UA" b="0" i="0"/>
            <a:t>розгортання козацько-селянського повстання під проводом К. Косинського</a:t>
          </a:r>
          <a:endParaRPr lang="uk-UA"/>
        </a:p>
      </dgm:t>
    </dgm:pt>
    <dgm:pt modelId="{460B5309-1001-4301-9A23-AA65D2E074EB}" type="parTrans" cxnId="{E4736D61-8EFD-4155-A8D4-E3B89E079049}">
      <dgm:prSet/>
      <dgm:spPr/>
      <dgm:t>
        <a:bodyPr/>
        <a:lstStyle/>
        <a:p>
          <a:endParaRPr lang="uk-UA"/>
        </a:p>
      </dgm:t>
    </dgm:pt>
    <dgm:pt modelId="{645A8F8B-4CDE-49A3-B539-863CCA7260FA}" type="sibTrans" cxnId="{E4736D61-8EFD-4155-A8D4-E3B89E079049}">
      <dgm:prSet/>
      <dgm:spPr/>
      <dgm:t>
        <a:bodyPr/>
        <a:lstStyle/>
        <a:p>
          <a:endParaRPr lang="uk-UA"/>
        </a:p>
      </dgm:t>
    </dgm:pt>
    <dgm:pt modelId="{601554F7-578E-42FB-AF7F-4A3175C3D48B}">
      <dgm:prSet/>
      <dgm:spPr/>
      <dgm:t>
        <a:bodyPr/>
        <a:lstStyle/>
        <a:p>
          <a:r>
            <a:rPr lang="uk-UA" b="0" i="0" dirty="0"/>
            <a:t>заснування князем Д. Вишневецьким на о. Мала Хортиця першої відомої Січі</a:t>
          </a:r>
          <a:endParaRPr lang="uk-UA" dirty="0"/>
        </a:p>
      </dgm:t>
    </dgm:pt>
    <dgm:pt modelId="{24EE1A1A-61F0-4931-A6FF-487C9C0ABEA3}" type="parTrans" cxnId="{608EC99F-C385-4061-A6E7-F48CD0D5248A}">
      <dgm:prSet/>
      <dgm:spPr/>
      <dgm:t>
        <a:bodyPr/>
        <a:lstStyle/>
        <a:p>
          <a:endParaRPr lang="uk-UA"/>
        </a:p>
      </dgm:t>
    </dgm:pt>
    <dgm:pt modelId="{FE3ECE09-9D17-497F-A467-8D49CF47BCA2}" type="sibTrans" cxnId="{608EC99F-C385-4061-A6E7-F48CD0D5248A}">
      <dgm:prSet/>
      <dgm:spPr/>
      <dgm:t>
        <a:bodyPr/>
        <a:lstStyle/>
        <a:p>
          <a:endParaRPr lang="uk-UA"/>
        </a:p>
      </dgm:t>
    </dgm:pt>
    <dgm:pt modelId="{19924A66-EEDC-49C9-BF52-8B3DAB80B3D9}" type="pres">
      <dgm:prSet presAssocID="{FF1F3FBA-AFA7-4B86-B48F-B591BCA3E3F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37EAD7A-6498-490A-895F-193E54B5FAF8}" type="pres">
      <dgm:prSet presAssocID="{DF002E29-8726-4D25-BC05-A4292E5C80DD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063D0BB-3B25-4B42-9C87-D072AEFBC7A7}" type="pres">
      <dgm:prSet presAssocID="{645A8F8B-4CDE-49A3-B539-863CCA7260FA}" presName="spacer" presStyleCnt="0"/>
      <dgm:spPr/>
    </dgm:pt>
    <dgm:pt modelId="{8953C20E-46C8-422D-813D-AF0865663251}" type="pres">
      <dgm:prSet presAssocID="{601554F7-578E-42FB-AF7F-4A3175C3D48B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31B0649-34EF-412E-A9D3-334D5050EE11}" type="presOf" srcId="{DF002E29-8726-4D25-BC05-A4292E5C80DD}" destId="{E37EAD7A-6498-490A-895F-193E54B5FAF8}" srcOrd="0" destOrd="0" presId="urn:microsoft.com/office/officeart/2005/8/layout/vList2"/>
    <dgm:cxn modelId="{E4736D61-8EFD-4155-A8D4-E3B89E079049}" srcId="{FF1F3FBA-AFA7-4B86-B48F-B591BCA3E3FB}" destId="{DF002E29-8726-4D25-BC05-A4292E5C80DD}" srcOrd="0" destOrd="0" parTransId="{460B5309-1001-4301-9A23-AA65D2E074EB}" sibTransId="{645A8F8B-4CDE-49A3-B539-863CCA7260FA}"/>
    <dgm:cxn modelId="{29FAD6BD-DCAF-4F4D-8ACD-EBAF413F0779}" type="presOf" srcId="{601554F7-578E-42FB-AF7F-4A3175C3D48B}" destId="{8953C20E-46C8-422D-813D-AF0865663251}" srcOrd="0" destOrd="0" presId="urn:microsoft.com/office/officeart/2005/8/layout/vList2"/>
    <dgm:cxn modelId="{D95261C3-57BD-4BB9-82D1-6C240128A6D9}" type="presOf" srcId="{FF1F3FBA-AFA7-4B86-B48F-B591BCA3E3FB}" destId="{19924A66-EEDC-49C9-BF52-8B3DAB80B3D9}" srcOrd="0" destOrd="0" presId="urn:microsoft.com/office/officeart/2005/8/layout/vList2"/>
    <dgm:cxn modelId="{608EC99F-C385-4061-A6E7-F48CD0D5248A}" srcId="{FF1F3FBA-AFA7-4B86-B48F-B591BCA3E3FB}" destId="{601554F7-578E-42FB-AF7F-4A3175C3D48B}" srcOrd="1" destOrd="0" parTransId="{24EE1A1A-61F0-4931-A6FF-487C9C0ABEA3}" sibTransId="{FE3ECE09-9D17-497F-A467-8D49CF47BCA2}"/>
    <dgm:cxn modelId="{C3B64065-149C-4088-BA37-14557972C8FF}" type="presParOf" srcId="{19924A66-EEDC-49C9-BF52-8B3DAB80B3D9}" destId="{E37EAD7A-6498-490A-895F-193E54B5FAF8}" srcOrd="0" destOrd="0" presId="urn:microsoft.com/office/officeart/2005/8/layout/vList2"/>
    <dgm:cxn modelId="{03609EE9-ABB8-4149-943E-C99DC4B07079}" type="presParOf" srcId="{19924A66-EEDC-49C9-BF52-8B3DAB80B3D9}" destId="{9063D0BB-3B25-4B42-9C87-D072AEFBC7A7}" srcOrd="1" destOrd="0" presId="urn:microsoft.com/office/officeart/2005/8/layout/vList2"/>
    <dgm:cxn modelId="{2FD7CB37-2C18-4EB6-A858-5E05F4B861DD}" type="presParOf" srcId="{19924A66-EEDC-49C9-BF52-8B3DAB80B3D9}" destId="{8953C20E-46C8-422D-813D-AF086566325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0.xml><?xml version="1.0" encoding="utf-8"?>
<dgm:dataModel xmlns:dgm="http://schemas.openxmlformats.org/drawingml/2006/diagram" xmlns:a="http://schemas.openxmlformats.org/drawingml/2006/main">
  <dgm:ptLst>
    <dgm:pt modelId="{70D74F19-7369-40A9-8EE3-52F597BADB9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082AEFB-64A3-4127-8C97-0A8F114E12CA}">
      <dgm:prSet/>
      <dgm:spPr/>
      <dgm:t>
        <a:bodyPr/>
        <a:lstStyle/>
        <a:p>
          <a:r>
            <a:rPr lang="uk-UA" b="0" i="0"/>
            <a:t>основних битв часів козацько-селянських повстань 20–30-х рр. </a:t>
          </a:r>
          <a:r>
            <a:rPr lang="en-US" b="0" i="0"/>
            <a:t>XVII </a:t>
          </a:r>
          <a:r>
            <a:rPr lang="uk-UA" b="0" i="0"/>
            <a:t>ст.</a:t>
          </a:r>
          <a:endParaRPr lang="uk-UA"/>
        </a:p>
      </dgm:t>
    </dgm:pt>
    <dgm:pt modelId="{F1A325B5-B614-4EFF-AA6F-A16923975166}" type="parTrans" cxnId="{01044F95-E19F-4382-B961-ECC16AA7F7D7}">
      <dgm:prSet/>
      <dgm:spPr/>
      <dgm:t>
        <a:bodyPr/>
        <a:lstStyle/>
        <a:p>
          <a:endParaRPr lang="uk-UA"/>
        </a:p>
      </dgm:t>
    </dgm:pt>
    <dgm:pt modelId="{5383CE4E-CB22-4424-878D-7215E7DBB68C}" type="sibTrans" cxnId="{01044F95-E19F-4382-B961-ECC16AA7F7D7}">
      <dgm:prSet/>
      <dgm:spPr/>
      <dgm:t>
        <a:bodyPr/>
        <a:lstStyle/>
        <a:p>
          <a:endParaRPr lang="uk-UA"/>
        </a:p>
      </dgm:t>
    </dgm:pt>
    <dgm:pt modelId="{BE759BEA-D9FD-40E1-9D34-9CD1C6A374DE}">
      <dgm:prSet/>
      <dgm:spPr/>
      <dgm:t>
        <a:bodyPr/>
        <a:lstStyle/>
        <a:p>
          <a:r>
            <a:rPr lang="uk-UA" b="0" i="0"/>
            <a:t>розміщення турецьких фортець у гирлі Дніпра й Південного Бугу.</a:t>
          </a:r>
          <a:endParaRPr lang="uk-UA"/>
        </a:p>
      </dgm:t>
    </dgm:pt>
    <dgm:pt modelId="{434F94BA-6BAD-4F3E-8F4D-D4532702DAD2}" type="parTrans" cxnId="{51F95466-C2FC-4827-BBCE-45A8ADD7E398}">
      <dgm:prSet/>
      <dgm:spPr/>
      <dgm:t>
        <a:bodyPr/>
        <a:lstStyle/>
        <a:p>
          <a:endParaRPr lang="uk-UA"/>
        </a:p>
      </dgm:t>
    </dgm:pt>
    <dgm:pt modelId="{861B0EF0-B47C-4E1D-9165-B7D10EDB67AC}" type="sibTrans" cxnId="{51F95466-C2FC-4827-BBCE-45A8ADD7E398}">
      <dgm:prSet/>
      <dgm:spPr/>
      <dgm:t>
        <a:bodyPr/>
        <a:lstStyle/>
        <a:p>
          <a:endParaRPr lang="uk-UA"/>
        </a:p>
      </dgm:t>
    </dgm:pt>
    <dgm:pt modelId="{566460AF-B73B-4A03-9442-B94A47C8C18A}">
      <dgm:prSet/>
      <dgm:spPr/>
      <dgm:t>
        <a:bodyPr/>
        <a:lstStyle/>
        <a:p>
          <a:r>
            <a:rPr lang="uk-UA" b="0" i="0" dirty="0"/>
            <a:t>формування полків реєстрового козацтва.</a:t>
          </a:r>
          <a:endParaRPr lang="uk-UA" dirty="0"/>
        </a:p>
      </dgm:t>
    </dgm:pt>
    <dgm:pt modelId="{FD850D26-635A-4614-918E-728D454454FB}" type="parTrans" cxnId="{D68EC468-AFDD-4F61-A3A1-B03A3C50F530}">
      <dgm:prSet/>
      <dgm:spPr/>
      <dgm:t>
        <a:bodyPr/>
        <a:lstStyle/>
        <a:p>
          <a:endParaRPr lang="uk-UA"/>
        </a:p>
      </dgm:t>
    </dgm:pt>
    <dgm:pt modelId="{6A8D3354-A94D-4BEA-8AFF-1F42CBDF02E9}" type="sibTrans" cxnId="{D68EC468-AFDD-4F61-A3A1-B03A3C50F530}">
      <dgm:prSet/>
      <dgm:spPr/>
      <dgm:t>
        <a:bodyPr/>
        <a:lstStyle/>
        <a:p>
          <a:endParaRPr lang="uk-UA"/>
        </a:p>
      </dgm:t>
    </dgm:pt>
    <dgm:pt modelId="{7A77B558-F0DE-4A88-99AA-6B92D4DA8938}">
      <dgm:prSet/>
      <dgm:spPr/>
      <dgm:t>
        <a:bodyPr/>
        <a:lstStyle/>
        <a:p>
          <a:r>
            <a:rPr lang="uk-UA" b="0" i="0" dirty="0"/>
            <a:t>розміщення Запорозьких Січей.</a:t>
          </a:r>
          <a:endParaRPr lang="uk-UA" dirty="0"/>
        </a:p>
      </dgm:t>
    </dgm:pt>
    <dgm:pt modelId="{FD6D7DD3-135F-40A4-8759-BF7B66A4B331}" type="parTrans" cxnId="{81819444-81AC-4D25-92A3-DB5058BC08F0}">
      <dgm:prSet/>
      <dgm:spPr/>
      <dgm:t>
        <a:bodyPr/>
        <a:lstStyle/>
        <a:p>
          <a:endParaRPr lang="uk-UA"/>
        </a:p>
      </dgm:t>
    </dgm:pt>
    <dgm:pt modelId="{651EA591-1C72-4777-8846-41B35BF4C033}" type="sibTrans" cxnId="{81819444-81AC-4D25-92A3-DB5058BC08F0}">
      <dgm:prSet/>
      <dgm:spPr/>
      <dgm:t>
        <a:bodyPr/>
        <a:lstStyle/>
        <a:p>
          <a:endParaRPr lang="uk-UA"/>
        </a:p>
      </dgm:t>
    </dgm:pt>
    <dgm:pt modelId="{D2E4338F-A501-4C91-900A-5F0584561C53}" type="pres">
      <dgm:prSet presAssocID="{70D74F19-7369-40A9-8EE3-52F597BADB9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1D4959F8-BCDD-46EF-B442-A2F11ECD312C}" type="pres">
      <dgm:prSet presAssocID="{70D74F19-7369-40A9-8EE3-52F597BADB9A}" presName="Name1" presStyleCnt="0"/>
      <dgm:spPr/>
    </dgm:pt>
    <dgm:pt modelId="{06C34F57-B09A-4726-9D04-37C7CCD5BC0C}" type="pres">
      <dgm:prSet presAssocID="{70D74F19-7369-40A9-8EE3-52F597BADB9A}" presName="cycle" presStyleCnt="0"/>
      <dgm:spPr/>
    </dgm:pt>
    <dgm:pt modelId="{6ED6AD50-4D0E-457D-86E8-44D4D8EB5E9B}" type="pres">
      <dgm:prSet presAssocID="{70D74F19-7369-40A9-8EE3-52F597BADB9A}" presName="srcNode" presStyleLbl="node1" presStyleIdx="0" presStyleCnt="4"/>
      <dgm:spPr/>
    </dgm:pt>
    <dgm:pt modelId="{AEFF91D4-6FA5-4E40-BDC8-756EBB834D77}" type="pres">
      <dgm:prSet presAssocID="{70D74F19-7369-40A9-8EE3-52F597BADB9A}" presName="conn" presStyleLbl="parChTrans1D2" presStyleIdx="0" presStyleCnt="1"/>
      <dgm:spPr/>
      <dgm:t>
        <a:bodyPr/>
        <a:lstStyle/>
        <a:p>
          <a:endParaRPr lang="ru-RU"/>
        </a:p>
      </dgm:t>
    </dgm:pt>
    <dgm:pt modelId="{D48ED22A-B308-4A55-BC22-6760070F960F}" type="pres">
      <dgm:prSet presAssocID="{70D74F19-7369-40A9-8EE3-52F597BADB9A}" presName="extraNode" presStyleLbl="node1" presStyleIdx="0" presStyleCnt="4"/>
      <dgm:spPr/>
    </dgm:pt>
    <dgm:pt modelId="{0AD2048F-F238-44F6-B59B-204FB6473E8E}" type="pres">
      <dgm:prSet presAssocID="{70D74F19-7369-40A9-8EE3-52F597BADB9A}" presName="dstNode" presStyleLbl="node1" presStyleIdx="0" presStyleCnt="4"/>
      <dgm:spPr/>
    </dgm:pt>
    <dgm:pt modelId="{FF2C027F-6EC4-4C30-AA32-9881750F60D5}" type="pres">
      <dgm:prSet presAssocID="{F082AEFB-64A3-4127-8C97-0A8F114E12CA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D5094F4-EFA5-4DCB-B548-0B9F47CE7F74}" type="pres">
      <dgm:prSet presAssocID="{F082AEFB-64A3-4127-8C97-0A8F114E12CA}" presName="accent_1" presStyleCnt="0"/>
      <dgm:spPr/>
    </dgm:pt>
    <dgm:pt modelId="{7F38BB6A-84CE-4859-99E6-B4A2BCFE6BED}" type="pres">
      <dgm:prSet presAssocID="{F082AEFB-64A3-4127-8C97-0A8F114E12CA}" presName="accentRepeatNode" presStyleLbl="solidFgAcc1" presStyleIdx="0" presStyleCnt="4"/>
      <dgm:spPr/>
    </dgm:pt>
    <dgm:pt modelId="{05F84E6C-3F42-4275-9A7C-E13D8219D31B}" type="pres">
      <dgm:prSet presAssocID="{BE759BEA-D9FD-40E1-9D34-9CD1C6A374DE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E292783-1CEB-4AE8-8203-96FA15E510EB}" type="pres">
      <dgm:prSet presAssocID="{BE759BEA-D9FD-40E1-9D34-9CD1C6A374DE}" presName="accent_2" presStyleCnt="0"/>
      <dgm:spPr/>
    </dgm:pt>
    <dgm:pt modelId="{5E03C4EE-68D1-4D1E-9573-1B45E44B6C78}" type="pres">
      <dgm:prSet presAssocID="{BE759BEA-D9FD-40E1-9D34-9CD1C6A374DE}" presName="accentRepeatNode" presStyleLbl="solidFgAcc1" presStyleIdx="1" presStyleCnt="4"/>
      <dgm:spPr/>
    </dgm:pt>
    <dgm:pt modelId="{C33D6A72-D154-480D-AC29-0BF71A441727}" type="pres">
      <dgm:prSet presAssocID="{566460AF-B73B-4A03-9442-B94A47C8C18A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EF4E136-1B26-4C4D-A2BF-9CC4D6949E07}" type="pres">
      <dgm:prSet presAssocID="{566460AF-B73B-4A03-9442-B94A47C8C18A}" presName="accent_3" presStyleCnt="0"/>
      <dgm:spPr/>
    </dgm:pt>
    <dgm:pt modelId="{44487A86-F846-44E0-ABA8-4736D6DC6755}" type="pres">
      <dgm:prSet presAssocID="{566460AF-B73B-4A03-9442-B94A47C8C18A}" presName="accentRepeatNode" presStyleLbl="solidFgAcc1" presStyleIdx="2" presStyleCnt="4"/>
      <dgm:spPr/>
    </dgm:pt>
    <dgm:pt modelId="{5E605CAA-7E89-46E3-B5B3-36340692FF23}" type="pres">
      <dgm:prSet presAssocID="{7A77B558-F0DE-4A88-99AA-6B92D4DA8938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970A01D-CCAA-4431-BCF1-E6289C240C2E}" type="pres">
      <dgm:prSet presAssocID="{7A77B558-F0DE-4A88-99AA-6B92D4DA8938}" presName="accent_4" presStyleCnt="0"/>
      <dgm:spPr/>
    </dgm:pt>
    <dgm:pt modelId="{CE229310-E140-4BC4-8A40-1CD7AE2B52BF}" type="pres">
      <dgm:prSet presAssocID="{7A77B558-F0DE-4A88-99AA-6B92D4DA8938}" presName="accentRepeatNode" presStyleLbl="solidFgAcc1" presStyleIdx="3" presStyleCnt="4"/>
      <dgm:spPr/>
    </dgm:pt>
  </dgm:ptLst>
  <dgm:cxnLst>
    <dgm:cxn modelId="{86D8AF2A-01AC-4DCB-9CEE-D9BB3908D6C3}" type="presOf" srcId="{F082AEFB-64A3-4127-8C97-0A8F114E12CA}" destId="{FF2C027F-6EC4-4C30-AA32-9881750F60D5}" srcOrd="0" destOrd="0" presId="urn:microsoft.com/office/officeart/2008/layout/VerticalCurvedList"/>
    <dgm:cxn modelId="{49DB571A-38EC-448C-92D6-DE8D251E9643}" type="presOf" srcId="{BE759BEA-D9FD-40E1-9D34-9CD1C6A374DE}" destId="{05F84E6C-3F42-4275-9A7C-E13D8219D31B}" srcOrd="0" destOrd="0" presId="urn:microsoft.com/office/officeart/2008/layout/VerticalCurvedList"/>
    <dgm:cxn modelId="{19A0C05E-4A5C-4BFE-821F-635A31C857D7}" type="presOf" srcId="{7A77B558-F0DE-4A88-99AA-6B92D4DA8938}" destId="{5E605CAA-7E89-46E3-B5B3-36340692FF23}" srcOrd="0" destOrd="0" presId="urn:microsoft.com/office/officeart/2008/layout/VerticalCurvedList"/>
    <dgm:cxn modelId="{51F95466-C2FC-4827-BBCE-45A8ADD7E398}" srcId="{70D74F19-7369-40A9-8EE3-52F597BADB9A}" destId="{BE759BEA-D9FD-40E1-9D34-9CD1C6A374DE}" srcOrd="1" destOrd="0" parTransId="{434F94BA-6BAD-4F3E-8F4D-D4532702DAD2}" sibTransId="{861B0EF0-B47C-4E1D-9165-B7D10EDB67AC}"/>
    <dgm:cxn modelId="{A49893D2-FE34-4FFB-802C-698A3E516D2D}" type="presOf" srcId="{5383CE4E-CB22-4424-878D-7215E7DBB68C}" destId="{AEFF91D4-6FA5-4E40-BDC8-756EBB834D77}" srcOrd="0" destOrd="0" presId="urn:microsoft.com/office/officeart/2008/layout/VerticalCurvedList"/>
    <dgm:cxn modelId="{81819444-81AC-4D25-92A3-DB5058BC08F0}" srcId="{70D74F19-7369-40A9-8EE3-52F597BADB9A}" destId="{7A77B558-F0DE-4A88-99AA-6B92D4DA8938}" srcOrd="3" destOrd="0" parTransId="{FD6D7DD3-135F-40A4-8759-BF7B66A4B331}" sibTransId="{651EA591-1C72-4777-8846-41B35BF4C033}"/>
    <dgm:cxn modelId="{D68EC468-AFDD-4F61-A3A1-B03A3C50F530}" srcId="{70D74F19-7369-40A9-8EE3-52F597BADB9A}" destId="{566460AF-B73B-4A03-9442-B94A47C8C18A}" srcOrd="2" destOrd="0" parTransId="{FD850D26-635A-4614-918E-728D454454FB}" sibTransId="{6A8D3354-A94D-4BEA-8AFF-1F42CBDF02E9}"/>
    <dgm:cxn modelId="{6AA8B362-2512-448A-AD50-29C4FFCD158B}" type="presOf" srcId="{566460AF-B73B-4A03-9442-B94A47C8C18A}" destId="{C33D6A72-D154-480D-AC29-0BF71A441727}" srcOrd="0" destOrd="0" presId="urn:microsoft.com/office/officeart/2008/layout/VerticalCurvedList"/>
    <dgm:cxn modelId="{9109BFA7-0156-4154-8657-ED56966D4D5B}" type="presOf" srcId="{70D74F19-7369-40A9-8EE3-52F597BADB9A}" destId="{D2E4338F-A501-4C91-900A-5F0584561C53}" srcOrd="0" destOrd="0" presId="urn:microsoft.com/office/officeart/2008/layout/VerticalCurvedList"/>
    <dgm:cxn modelId="{01044F95-E19F-4382-B961-ECC16AA7F7D7}" srcId="{70D74F19-7369-40A9-8EE3-52F597BADB9A}" destId="{F082AEFB-64A3-4127-8C97-0A8F114E12CA}" srcOrd="0" destOrd="0" parTransId="{F1A325B5-B614-4EFF-AA6F-A16923975166}" sibTransId="{5383CE4E-CB22-4424-878D-7215E7DBB68C}"/>
    <dgm:cxn modelId="{E09591CC-776C-4402-A51A-43132D8CD35D}" type="presParOf" srcId="{D2E4338F-A501-4C91-900A-5F0584561C53}" destId="{1D4959F8-BCDD-46EF-B442-A2F11ECD312C}" srcOrd="0" destOrd="0" presId="urn:microsoft.com/office/officeart/2008/layout/VerticalCurvedList"/>
    <dgm:cxn modelId="{1383C117-52D8-49CB-B793-750D909D1860}" type="presParOf" srcId="{1D4959F8-BCDD-46EF-B442-A2F11ECD312C}" destId="{06C34F57-B09A-4726-9D04-37C7CCD5BC0C}" srcOrd="0" destOrd="0" presId="urn:microsoft.com/office/officeart/2008/layout/VerticalCurvedList"/>
    <dgm:cxn modelId="{06F89D0F-33B9-4F56-B920-5942B342AD71}" type="presParOf" srcId="{06C34F57-B09A-4726-9D04-37C7CCD5BC0C}" destId="{6ED6AD50-4D0E-457D-86E8-44D4D8EB5E9B}" srcOrd="0" destOrd="0" presId="urn:microsoft.com/office/officeart/2008/layout/VerticalCurvedList"/>
    <dgm:cxn modelId="{6BD14C31-94E2-42D1-B5D6-E190DFF2884E}" type="presParOf" srcId="{06C34F57-B09A-4726-9D04-37C7CCD5BC0C}" destId="{AEFF91D4-6FA5-4E40-BDC8-756EBB834D77}" srcOrd="1" destOrd="0" presId="urn:microsoft.com/office/officeart/2008/layout/VerticalCurvedList"/>
    <dgm:cxn modelId="{4C9EF105-F6EB-468D-8A94-BCEA0992133C}" type="presParOf" srcId="{06C34F57-B09A-4726-9D04-37C7CCD5BC0C}" destId="{D48ED22A-B308-4A55-BC22-6760070F960F}" srcOrd="2" destOrd="0" presId="urn:microsoft.com/office/officeart/2008/layout/VerticalCurvedList"/>
    <dgm:cxn modelId="{4DEAF800-8C84-4787-99D3-2785B355A3D7}" type="presParOf" srcId="{06C34F57-B09A-4726-9D04-37C7CCD5BC0C}" destId="{0AD2048F-F238-44F6-B59B-204FB6473E8E}" srcOrd="3" destOrd="0" presId="urn:microsoft.com/office/officeart/2008/layout/VerticalCurvedList"/>
    <dgm:cxn modelId="{29CDE085-7F28-4F67-8007-29C4F056C86E}" type="presParOf" srcId="{1D4959F8-BCDD-46EF-B442-A2F11ECD312C}" destId="{FF2C027F-6EC4-4C30-AA32-9881750F60D5}" srcOrd="1" destOrd="0" presId="urn:microsoft.com/office/officeart/2008/layout/VerticalCurvedList"/>
    <dgm:cxn modelId="{60959417-5F55-4F04-9609-C7F60A2DCD52}" type="presParOf" srcId="{1D4959F8-BCDD-46EF-B442-A2F11ECD312C}" destId="{ED5094F4-EFA5-4DCB-B548-0B9F47CE7F74}" srcOrd="2" destOrd="0" presId="urn:microsoft.com/office/officeart/2008/layout/VerticalCurvedList"/>
    <dgm:cxn modelId="{9278918B-2F68-4B2A-A8C0-95667B65CEC8}" type="presParOf" srcId="{ED5094F4-EFA5-4DCB-B548-0B9F47CE7F74}" destId="{7F38BB6A-84CE-4859-99E6-B4A2BCFE6BED}" srcOrd="0" destOrd="0" presId="urn:microsoft.com/office/officeart/2008/layout/VerticalCurvedList"/>
    <dgm:cxn modelId="{A9BA9E95-2AB7-4A12-9004-6FF006CABFB7}" type="presParOf" srcId="{1D4959F8-BCDD-46EF-B442-A2F11ECD312C}" destId="{05F84E6C-3F42-4275-9A7C-E13D8219D31B}" srcOrd="3" destOrd="0" presId="urn:microsoft.com/office/officeart/2008/layout/VerticalCurvedList"/>
    <dgm:cxn modelId="{4537EA1F-B1E4-467C-BF4E-503A760ED148}" type="presParOf" srcId="{1D4959F8-BCDD-46EF-B442-A2F11ECD312C}" destId="{3E292783-1CEB-4AE8-8203-96FA15E510EB}" srcOrd="4" destOrd="0" presId="urn:microsoft.com/office/officeart/2008/layout/VerticalCurvedList"/>
    <dgm:cxn modelId="{0CA8C340-8985-41F7-A839-34B77F7BB8EE}" type="presParOf" srcId="{3E292783-1CEB-4AE8-8203-96FA15E510EB}" destId="{5E03C4EE-68D1-4D1E-9573-1B45E44B6C78}" srcOrd="0" destOrd="0" presId="urn:microsoft.com/office/officeart/2008/layout/VerticalCurvedList"/>
    <dgm:cxn modelId="{5AA4DD55-ED8E-44D8-8505-B3A51A2D4D2B}" type="presParOf" srcId="{1D4959F8-BCDD-46EF-B442-A2F11ECD312C}" destId="{C33D6A72-D154-480D-AC29-0BF71A441727}" srcOrd="5" destOrd="0" presId="urn:microsoft.com/office/officeart/2008/layout/VerticalCurvedList"/>
    <dgm:cxn modelId="{CE94995A-A781-4A03-8985-83FD8C3B73F8}" type="presParOf" srcId="{1D4959F8-BCDD-46EF-B442-A2F11ECD312C}" destId="{1EF4E136-1B26-4C4D-A2BF-9CC4D6949E07}" srcOrd="6" destOrd="0" presId="urn:microsoft.com/office/officeart/2008/layout/VerticalCurvedList"/>
    <dgm:cxn modelId="{4A6D208A-CF93-4060-B21E-FE7941C750F1}" type="presParOf" srcId="{1EF4E136-1B26-4C4D-A2BF-9CC4D6949E07}" destId="{44487A86-F846-44E0-ABA8-4736D6DC6755}" srcOrd="0" destOrd="0" presId="urn:microsoft.com/office/officeart/2008/layout/VerticalCurvedList"/>
    <dgm:cxn modelId="{350B7CFF-6A62-4C90-9FD0-5663A4BE5CD7}" type="presParOf" srcId="{1D4959F8-BCDD-46EF-B442-A2F11ECD312C}" destId="{5E605CAA-7E89-46E3-B5B3-36340692FF23}" srcOrd="7" destOrd="0" presId="urn:microsoft.com/office/officeart/2008/layout/VerticalCurvedList"/>
    <dgm:cxn modelId="{B4735933-2207-4249-9416-18598F4535C0}" type="presParOf" srcId="{1D4959F8-BCDD-46EF-B442-A2F11ECD312C}" destId="{4970A01D-CCAA-4431-BCF1-E6289C240C2E}" srcOrd="8" destOrd="0" presId="urn:microsoft.com/office/officeart/2008/layout/VerticalCurvedList"/>
    <dgm:cxn modelId="{32E06133-8578-4AF2-9DBB-54D25FAD903F}" type="presParOf" srcId="{4970A01D-CCAA-4431-BCF1-E6289C240C2E}" destId="{CE229310-E140-4BC4-8A40-1CD7AE2B52B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1.xml><?xml version="1.0" encoding="utf-8"?>
<dgm:dataModel xmlns:dgm="http://schemas.openxmlformats.org/drawingml/2006/diagram" xmlns:a="http://schemas.openxmlformats.org/drawingml/2006/main">
  <dgm:ptLst>
    <dgm:pt modelId="{2B842975-037C-4495-B629-AEFB1A39AF8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97B7AF2E-3D9F-4DFA-A168-63F4D8C2491B}">
      <dgm:prSet/>
      <dgm:spPr/>
      <dgm:t>
        <a:bodyPr/>
        <a:lstStyle/>
        <a:p>
          <a:r>
            <a:rPr lang="ru-RU"/>
            <a:t>«губернія».</a:t>
          </a:r>
          <a:endParaRPr lang="uk-UA"/>
        </a:p>
      </dgm:t>
    </dgm:pt>
    <dgm:pt modelId="{08BCE1C0-05E9-40A6-8FF1-034E54147088}" type="parTrans" cxnId="{17E237C6-9B1F-4F99-9F2F-43E14144FE71}">
      <dgm:prSet/>
      <dgm:spPr/>
      <dgm:t>
        <a:bodyPr/>
        <a:lstStyle/>
        <a:p>
          <a:endParaRPr lang="uk-UA"/>
        </a:p>
      </dgm:t>
    </dgm:pt>
    <dgm:pt modelId="{8F829232-586D-49FB-9137-BB03007CBDF3}" type="sibTrans" cxnId="{17E237C6-9B1F-4F99-9F2F-43E14144FE71}">
      <dgm:prSet/>
      <dgm:spPr/>
      <dgm:t>
        <a:bodyPr/>
        <a:lstStyle/>
        <a:p>
          <a:endParaRPr lang="uk-UA"/>
        </a:p>
      </dgm:t>
    </dgm:pt>
    <dgm:pt modelId="{838B4E9B-7B79-4452-9D8F-E470FFB359F4}">
      <dgm:prSet/>
      <dgm:spPr>
        <a:solidFill>
          <a:srgbClr val="0070C0"/>
        </a:solidFill>
      </dgm:spPr>
      <dgm:t>
        <a:bodyPr/>
        <a:lstStyle/>
        <a:p>
          <a:r>
            <a:rPr lang="ru-RU"/>
            <a:t>«воєводство».</a:t>
          </a:r>
          <a:endParaRPr lang="uk-UA"/>
        </a:p>
      </dgm:t>
    </dgm:pt>
    <dgm:pt modelId="{33E6C474-1944-438A-840B-864D59FDFE3E}" type="parTrans" cxnId="{F5772FC2-663B-4096-93E1-CE458DA437CB}">
      <dgm:prSet/>
      <dgm:spPr/>
      <dgm:t>
        <a:bodyPr/>
        <a:lstStyle/>
        <a:p>
          <a:endParaRPr lang="uk-UA"/>
        </a:p>
      </dgm:t>
    </dgm:pt>
    <dgm:pt modelId="{C23812AA-7B31-4EBB-9E5E-40823F216388}" type="sibTrans" cxnId="{F5772FC2-663B-4096-93E1-CE458DA437CB}">
      <dgm:prSet/>
      <dgm:spPr/>
      <dgm:t>
        <a:bodyPr/>
        <a:lstStyle/>
        <a:p>
          <a:endParaRPr lang="uk-UA"/>
        </a:p>
      </dgm:t>
    </dgm:pt>
    <dgm:pt modelId="{3D41FECC-2B07-4914-8400-1F0485864F4C}">
      <dgm:prSet/>
      <dgm:spPr/>
      <dgm:t>
        <a:bodyPr/>
        <a:lstStyle/>
        <a:p>
          <a:r>
            <a:rPr lang="ru-RU"/>
            <a:t>«князівство».</a:t>
          </a:r>
          <a:endParaRPr lang="uk-UA"/>
        </a:p>
      </dgm:t>
    </dgm:pt>
    <dgm:pt modelId="{9C4C2C90-EE34-4AA0-8EC3-09D7BE3082E5}" type="parTrans" cxnId="{D24E64B4-7EE3-4C7C-9F0C-82DF808DC85E}">
      <dgm:prSet/>
      <dgm:spPr/>
      <dgm:t>
        <a:bodyPr/>
        <a:lstStyle/>
        <a:p>
          <a:endParaRPr lang="uk-UA"/>
        </a:p>
      </dgm:t>
    </dgm:pt>
    <dgm:pt modelId="{4D089759-66CC-49E9-B5AB-C5BD9F839D3E}" type="sibTrans" cxnId="{D24E64B4-7EE3-4C7C-9F0C-82DF808DC85E}">
      <dgm:prSet/>
      <dgm:spPr/>
      <dgm:t>
        <a:bodyPr/>
        <a:lstStyle/>
        <a:p>
          <a:endParaRPr lang="uk-UA"/>
        </a:p>
      </dgm:t>
    </dgm:pt>
    <dgm:pt modelId="{DF3F7890-D384-4D82-B238-8ECC9B20C300}">
      <dgm:prSet/>
      <dgm:spPr/>
      <dgm:t>
        <a:bodyPr/>
        <a:lstStyle/>
        <a:p>
          <a:r>
            <a:rPr lang="ru-RU"/>
            <a:t>«намісництво».</a:t>
          </a:r>
          <a:endParaRPr lang="uk-UA"/>
        </a:p>
      </dgm:t>
    </dgm:pt>
    <dgm:pt modelId="{CAB73B64-3A72-4956-BC44-40F6AC25E696}" type="parTrans" cxnId="{5EE719E9-63A6-460F-910B-B25FEEAFA6E1}">
      <dgm:prSet/>
      <dgm:spPr/>
      <dgm:t>
        <a:bodyPr/>
        <a:lstStyle/>
        <a:p>
          <a:endParaRPr lang="uk-UA"/>
        </a:p>
      </dgm:t>
    </dgm:pt>
    <dgm:pt modelId="{263B2DB3-4CBC-4A2A-B4D4-FE6C5802CB21}" type="sibTrans" cxnId="{5EE719E9-63A6-460F-910B-B25FEEAFA6E1}">
      <dgm:prSet/>
      <dgm:spPr/>
      <dgm:t>
        <a:bodyPr/>
        <a:lstStyle/>
        <a:p>
          <a:endParaRPr lang="uk-UA"/>
        </a:p>
      </dgm:t>
    </dgm:pt>
    <dgm:pt modelId="{1C0EA433-FFE3-4517-89F5-55674A550EDE}" type="pres">
      <dgm:prSet presAssocID="{2B842975-037C-4495-B629-AEFB1A39AF85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F3F2551-16DD-476B-A603-810258AE3F7B}" type="pres">
      <dgm:prSet presAssocID="{97B7AF2E-3D9F-4DFA-A168-63F4D8C2491B}" presName="composite" presStyleCnt="0"/>
      <dgm:spPr/>
    </dgm:pt>
    <dgm:pt modelId="{F99DF59D-2745-48FD-91CC-CB1892419449}" type="pres">
      <dgm:prSet presAssocID="{97B7AF2E-3D9F-4DFA-A168-63F4D8C2491B}" presName="imgShp" presStyleLbl="fgImgPlace1" presStyleIdx="0" presStyleCnt="4"/>
      <dgm:spPr/>
    </dgm:pt>
    <dgm:pt modelId="{B022F101-4EBF-4E8A-AC3B-2D2510A720FE}" type="pres">
      <dgm:prSet presAssocID="{97B7AF2E-3D9F-4DFA-A168-63F4D8C2491B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928234F-7FED-4589-8589-D05FCAFED6FF}" type="pres">
      <dgm:prSet presAssocID="{8F829232-586D-49FB-9137-BB03007CBDF3}" presName="spacing" presStyleCnt="0"/>
      <dgm:spPr/>
    </dgm:pt>
    <dgm:pt modelId="{2294C789-D6B6-4C75-92D9-14985EDA0360}" type="pres">
      <dgm:prSet presAssocID="{838B4E9B-7B79-4452-9D8F-E470FFB359F4}" presName="composite" presStyleCnt="0"/>
      <dgm:spPr/>
    </dgm:pt>
    <dgm:pt modelId="{B7EACC4C-0DC7-4F7E-A8BF-77127673A80F}" type="pres">
      <dgm:prSet presAssocID="{838B4E9B-7B79-4452-9D8F-E470FFB359F4}" presName="imgShp" presStyleLbl="fgImgPlace1" presStyleIdx="1" presStyleCnt="4"/>
      <dgm:spPr/>
    </dgm:pt>
    <dgm:pt modelId="{8C7B8FF8-D5A1-454E-9518-A9BF5CEE52EE}" type="pres">
      <dgm:prSet presAssocID="{838B4E9B-7B79-4452-9D8F-E470FFB359F4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A6C51D6-5F5F-4E7C-8B9A-428D1DE517C7}" type="pres">
      <dgm:prSet presAssocID="{C23812AA-7B31-4EBB-9E5E-40823F216388}" presName="spacing" presStyleCnt="0"/>
      <dgm:spPr/>
    </dgm:pt>
    <dgm:pt modelId="{9BDF9913-94BF-4A22-AC71-D0B04439BB42}" type="pres">
      <dgm:prSet presAssocID="{3D41FECC-2B07-4914-8400-1F0485864F4C}" presName="composite" presStyleCnt="0"/>
      <dgm:spPr/>
    </dgm:pt>
    <dgm:pt modelId="{DA7D677E-1C60-455D-9C16-64CC98007B78}" type="pres">
      <dgm:prSet presAssocID="{3D41FECC-2B07-4914-8400-1F0485864F4C}" presName="imgShp" presStyleLbl="fgImgPlace1" presStyleIdx="2" presStyleCnt="4"/>
      <dgm:spPr/>
    </dgm:pt>
    <dgm:pt modelId="{B15C8F0A-0828-4424-B073-F2605FE03706}" type="pres">
      <dgm:prSet presAssocID="{3D41FECC-2B07-4914-8400-1F0485864F4C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2D2778F-D706-401C-B989-4D75F1BF0078}" type="pres">
      <dgm:prSet presAssocID="{4D089759-66CC-49E9-B5AB-C5BD9F839D3E}" presName="spacing" presStyleCnt="0"/>
      <dgm:spPr/>
    </dgm:pt>
    <dgm:pt modelId="{93AAC001-A4B1-489D-A3CC-A77AFADA07D6}" type="pres">
      <dgm:prSet presAssocID="{DF3F7890-D384-4D82-B238-8ECC9B20C300}" presName="composite" presStyleCnt="0"/>
      <dgm:spPr/>
    </dgm:pt>
    <dgm:pt modelId="{0C1C15C4-54C2-4877-BBCA-0E6F240BAFB0}" type="pres">
      <dgm:prSet presAssocID="{DF3F7890-D384-4D82-B238-8ECC9B20C300}" presName="imgShp" presStyleLbl="fgImgPlace1" presStyleIdx="3" presStyleCnt="4"/>
      <dgm:spPr/>
    </dgm:pt>
    <dgm:pt modelId="{0C8E3404-3621-479E-9B24-B154C3F15A08}" type="pres">
      <dgm:prSet presAssocID="{DF3F7890-D384-4D82-B238-8ECC9B20C300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1518775-921F-4FC8-8AEE-6A410C8098AA}" type="presOf" srcId="{2B842975-037C-4495-B629-AEFB1A39AF85}" destId="{1C0EA433-FFE3-4517-89F5-55674A550EDE}" srcOrd="0" destOrd="0" presId="urn:microsoft.com/office/officeart/2005/8/layout/vList3"/>
    <dgm:cxn modelId="{D7A16C57-2113-46BA-A1A9-6DD992298A37}" type="presOf" srcId="{3D41FECC-2B07-4914-8400-1F0485864F4C}" destId="{B15C8F0A-0828-4424-B073-F2605FE03706}" srcOrd="0" destOrd="0" presId="urn:microsoft.com/office/officeart/2005/8/layout/vList3"/>
    <dgm:cxn modelId="{D24E64B4-7EE3-4C7C-9F0C-82DF808DC85E}" srcId="{2B842975-037C-4495-B629-AEFB1A39AF85}" destId="{3D41FECC-2B07-4914-8400-1F0485864F4C}" srcOrd="2" destOrd="0" parTransId="{9C4C2C90-EE34-4AA0-8EC3-09D7BE3082E5}" sibTransId="{4D089759-66CC-49E9-B5AB-C5BD9F839D3E}"/>
    <dgm:cxn modelId="{5EE719E9-63A6-460F-910B-B25FEEAFA6E1}" srcId="{2B842975-037C-4495-B629-AEFB1A39AF85}" destId="{DF3F7890-D384-4D82-B238-8ECC9B20C300}" srcOrd="3" destOrd="0" parTransId="{CAB73B64-3A72-4956-BC44-40F6AC25E696}" sibTransId="{263B2DB3-4CBC-4A2A-B4D4-FE6C5802CB21}"/>
    <dgm:cxn modelId="{E22F5234-CC73-42C0-A9EF-920F0E0026A0}" type="presOf" srcId="{DF3F7890-D384-4D82-B238-8ECC9B20C300}" destId="{0C8E3404-3621-479E-9B24-B154C3F15A08}" srcOrd="0" destOrd="0" presId="urn:microsoft.com/office/officeart/2005/8/layout/vList3"/>
    <dgm:cxn modelId="{17E237C6-9B1F-4F99-9F2F-43E14144FE71}" srcId="{2B842975-037C-4495-B629-AEFB1A39AF85}" destId="{97B7AF2E-3D9F-4DFA-A168-63F4D8C2491B}" srcOrd="0" destOrd="0" parTransId="{08BCE1C0-05E9-40A6-8FF1-034E54147088}" sibTransId="{8F829232-586D-49FB-9137-BB03007CBDF3}"/>
    <dgm:cxn modelId="{979C4AF1-78D4-4944-895B-6E6D283E26A2}" type="presOf" srcId="{97B7AF2E-3D9F-4DFA-A168-63F4D8C2491B}" destId="{B022F101-4EBF-4E8A-AC3B-2D2510A720FE}" srcOrd="0" destOrd="0" presId="urn:microsoft.com/office/officeart/2005/8/layout/vList3"/>
    <dgm:cxn modelId="{F5772FC2-663B-4096-93E1-CE458DA437CB}" srcId="{2B842975-037C-4495-B629-AEFB1A39AF85}" destId="{838B4E9B-7B79-4452-9D8F-E470FFB359F4}" srcOrd="1" destOrd="0" parTransId="{33E6C474-1944-438A-840B-864D59FDFE3E}" sibTransId="{C23812AA-7B31-4EBB-9E5E-40823F216388}"/>
    <dgm:cxn modelId="{C299B2FC-6384-42B9-8429-D9C2AF3CF17E}" type="presOf" srcId="{838B4E9B-7B79-4452-9D8F-E470FFB359F4}" destId="{8C7B8FF8-D5A1-454E-9518-A9BF5CEE52EE}" srcOrd="0" destOrd="0" presId="urn:microsoft.com/office/officeart/2005/8/layout/vList3"/>
    <dgm:cxn modelId="{8443CE24-C200-4E9B-97F1-0AB0260ABA64}" type="presParOf" srcId="{1C0EA433-FFE3-4517-89F5-55674A550EDE}" destId="{FF3F2551-16DD-476B-A603-810258AE3F7B}" srcOrd="0" destOrd="0" presId="urn:microsoft.com/office/officeart/2005/8/layout/vList3"/>
    <dgm:cxn modelId="{66A0CA5E-A691-4205-8A2E-231312F0D53B}" type="presParOf" srcId="{FF3F2551-16DD-476B-A603-810258AE3F7B}" destId="{F99DF59D-2745-48FD-91CC-CB1892419449}" srcOrd="0" destOrd="0" presId="urn:microsoft.com/office/officeart/2005/8/layout/vList3"/>
    <dgm:cxn modelId="{55A82826-D584-4E3D-9F6D-1DDA70182ED4}" type="presParOf" srcId="{FF3F2551-16DD-476B-A603-810258AE3F7B}" destId="{B022F101-4EBF-4E8A-AC3B-2D2510A720FE}" srcOrd="1" destOrd="0" presId="urn:microsoft.com/office/officeart/2005/8/layout/vList3"/>
    <dgm:cxn modelId="{8DF5F6D3-D19F-4544-B6D5-6996228060E9}" type="presParOf" srcId="{1C0EA433-FFE3-4517-89F5-55674A550EDE}" destId="{D928234F-7FED-4589-8589-D05FCAFED6FF}" srcOrd="1" destOrd="0" presId="urn:microsoft.com/office/officeart/2005/8/layout/vList3"/>
    <dgm:cxn modelId="{4F848F46-4B4D-4777-8F0B-25C2BFF86DF5}" type="presParOf" srcId="{1C0EA433-FFE3-4517-89F5-55674A550EDE}" destId="{2294C789-D6B6-4C75-92D9-14985EDA0360}" srcOrd="2" destOrd="0" presId="urn:microsoft.com/office/officeart/2005/8/layout/vList3"/>
    <dgm:cxn modelId="{EEA2D2AB-4707-4682-AF97-9ADB87119900}" type="presParOf" srcId="{2294C789-D6B6-4C75-92D9-14985EDA0360}" destId="{B7EACC4C-0DC7-4F7E-A8BF-77127673A80F}" srcOrd="0" destOrd="0" presId="urn:microsoft.com/office/officeart/2005/8/layout/vList3"/>
    <dgm:cxn modelId="{CBEC356C-AE5A-4E5A-B204-27D2DCCEF9C5}" type="presParOf" srcId="{2294C789-D6B6-4C75-92D9-14985EDA0360}" destId="{8C7B8FF8-D5A1-454E-9518-A9BF5CEE52EE}" srcOrd="1" destOrd="0" presId="urn:microsoft.com/office/officeart/2005/8/layout/vList3"/>
    <dgm:cxn modelId="{7FF0A2BB-0441-4CEF-936E-4FAAC0CE9809}" type="presParOf" srcId="{1C0EA433-FFE3-4517-89F5-55674A550EDE}" destId="{4A6C51D6-5F5F-4E7C-8B9A-428D1DE517C7}" srcOrd="3" destOrd="0" presId="urn:microsoft.com/office/officeart/2005/8/layout/vList3"/>
    <dgm:cxn modelId="{96C454B1-0985-4A3E-9507-C5FA09AB71B4}" type="presParOf" srcId="{1C0EA433-FFE3-4517-89F5-55674A550EDE}" destId="{9BDF9913-94BF-4A22-AC71-D0B04439BB42}" srcOrd="4" destOrd="0" presId="urn:microsoft.com/office/officeart/2005/8/layout/vList3"/>
    <dgm:cxn modelId="{0A2FDAA8-A336-4DC3-A2CA-9382D0BD2D2D}" type="presParOf" srcId="{9BDF9913-94BF-4A22-AC71-D0B04439BB42}" destId="{DA7D677E-1C60-455D-9C16-64CC98007B78}" srcOrd="0" destOrd="0" presId="urn:microsoft.com/office/officeart/2005/8/layout/vList3"/>
    <dgm:cxn modelId="{A26C48C5-BC12-4B28-8864-ED4D0A2379E0}" type="presParOf" srcId="{9BDF9913-94BF-4A22-AC71-D0B04439BB42}" destId="{B15C8F0A-0828-4424-B073-F2605FE03706}" srcOrd="1" destOrd="0" presId="urn:microsoft.com/office/officeart/2005/8/layout/vList3"/>
    <dgm:cxn modelId="{2C5A3EEB-1CCC-4EB4-8532-638D94F06E99}" type="presParOf" srcId="{1C0EA433-FFE3-4517-89F5-55674A550EDE}" destId="{42D2778F-D706-401C-B989-4D75F1BF0078}" srcOrd="5" destOrd="0" presId="urn:microsoft.com/office/officeart/2005/8/layout/vList3"/>
    <dgm:cxn modelId="{BF0798D5-D3FA-48B2-A873-8644A8447434}" type="presParOf" srcId="{1C0EA433-FFE3-4517-89F5-55674A550EDE}" destId="{93AAC001-A4B1-489D-A3CC-A77AFADA07D6}" srcOrd="6" destOrd="0" presId="urn:microsoft.com/office/officeart/2005/8/layout/vList3"/>
    <dgm:cxn modelId="{34CA5B52-5A81-4FFF-A6D5-31A6358F315D}" type="presParOf" srcId="{93AAC001-A4B1-489D-A3CC-A77AFADA07D6}" destId="{0C1C15C4-54C2-4877-BBCA-0E6F240BAFB0}" srcOrd="0" destOrd="0" presId="urn:microsoft.com/office/officeart/2005/8/layout/vList3"/>
    <dgm:cxn modelId="{95C6A03A-0AF6-4F03-AA43-3182B02DBB52}" type="presParOf" srcId="{93AAC001-A4B1-489D-A3CC-A77AFADA07D6}" destId="{0C8E3404-3621-479E-9B24-B154C3F15A0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2.xml><?xml version="1.0" encoding="utf-8"?>
<dgm:dataModel xmlns:dgm="http://schemas.openxmlformats.org/drawingml/2006/diagram" xmlns:a="http://schemas.openxmlformats.org/drawingml/2006/main">
  <dgm:ptLst>
    <dgm:pt modelId="{2B842975-037C-4495-B629-AEFB1A39AF85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7B7AF2E-3D9F-4DFA-A168-63F4D8C2491B}">
      <dgm:prSet/>
      <dgm:spPr/>
      <dgm:t>
        <a:bodyPr/>
        <a:lstStyle/>
        <a:p>
          <a:r>
            <a:rPr lang="ru-RU"/>
            <a:t>«губернія».</a:t>
          </a:r>
          <a:endParaRPr lang="uk-UA"/>
        </a:p>
      </dgm:t>
    </dgm:pt>
    <dgm:pt modelId="{08BCE1C0-05E9-40A6-8FF1-034E54147088}" type="parTrans" cxnId="{17E237C6-9B1F-4F99-9F2F-43E14144FE71}">
      <dgm:prSet/>
      <dgm:spPr/>
      <dgm:t>
        <a:bodyPr/>
        <a:lstStyle/>
        <a:p>
          <a:endParaRPr lang="uk-UA"/>
        </a:p>
      </dgm:t>
    </dgm:pt>
    <dgm:pt modelId="{8F829232-586D-49FB-9137-BB03007CBDF3}" type="sibTrans" cxnId="{17E237C6-9B1F-4F99-9F2F-43E14144FE71}">
      <dgm:prSet/>
      <dgm:spPr/>
      <dgm:t>
        <a:bodyPr/>
        <a:lstStyle/>
        <a:p>
          <a:endParaRPr lang="uk-UA"/>
        </a:p>
      </dgm:t>
    </dgm:pt>
    <dgm:pt modelId="{838B4E9B-7B79-4452-9D8F-E470FFB359F4}">
      <dgm:prSet/>
      <dgm:spPr/>
      <dgm:t>
        <a:bodyPr/>
        <a:lstStyle/>
        <a:p>
          <a:r>
            <a:rPr lang="ru-RU" dirty="0"/>
            <a:t>«</a:t>
          </a:r>
          <a:r>
            <a:rPr lang="ru-RU" dirty="0" err="1"/>
            <a:t>воєводство</a:t>
          </a:r>
          <a:r>
            <a:rPr lang="ru-RU" dirty="0"/>
            <a:t>».</a:t>
          </a:r>
          <a:endParaRPr lang="uk-UA" dirty="0"/>
        </a:p>
      </dgm:t>
    </dgm:pt>
    <dgm:pt modelId="{33E6C474-1944-438A-840B-864D59FDFE3E}" type="parTrans" cxnId="{F5772FC2-663B-4096-93E1-CE458DA437CB}">
      <dgm:prSet/>
      <dgm:spPr/>
      <dgm:t>
        <a:bodyPr/>
        <a:lstStyle/>
        <a:p>
          <a:endParaRPr lang="uk-UA"/>
        </a:p>
      </dgm:t>
    </dgm:pt>
    <dgm:pt modelId="{C23812AA-7B31-4EBB-9E5E-40823F216388}" type="sibTrans" cxnId="{F5772FC2-663B-4096-93E1-CE458DA437CB}">
      <dgm:prSet/>
      <dgm:spPr/>
      <dgm:t>
        <a:bodyPr/>
        <a:lstStyle/>
        <a:p>
          <a:endParaRPr lang="uk-UA"/>
        </a:p>
      </dgm:t>
    </dgm:pt>
    <dgm:pt modelId="{3D41FECC-2B07-4914-8400-1F0485864F4C}">
      <dgm:prSet/>
      <dgm:spPr/>
      <dgm:t>
        <a:bodyPr/>
        <a:lstStyle/>
        <a:p>
          <a:r>
            <a:rPr lang="ru-RU"/>
            <a:t>«князівство».</a:t>
          </a:r>
          <a:endParaRPr lang="uk-UA"/>
        </a:p>
      </dgm:t>
    </dgm:pt>
    <dgm:pt modelId="{9C4C2C90-EE34-4AA0-8EC3-09D7BE3082E5}" type="parTrans" cxnId="{D24E64B4-7EE3-4C7C-9F0C-82DF808DC85E}">
      <dgm:prSet/>
      <dgm:spPr/>
      <dgm:t>
        <a:bodyPr/>
        <a:lstStyle/>
        <a:p>
          <a:endParaRPr lang="uk-UA"/>
        </a:p>
      </dgm:t>
    </dgm:pt>
    <dgm:pt modelId="{4D089759-66CC-49E9-B5AB-C5BD9F839D3E}" type="sibTrans" cxnId="{D24E64B4-7EE3-4C7C-9F0C-82DF808DC85E}">
      <dgm:prSet/>
      <dgm:spPr/>
      <dgm:t>
        <a:bodyPr/>
        <a:lstStyle/>
        <a:p>
          <a:endParaRPr lang="uk-UA"/>
        </a:p>
      </dgm:t>
    </dgm:pt>
    <dgm:pt modelId="{DF3F7890-D384-4D82-B238-8ECC9B20C300}">
      <dgm:prSet/>
      <dgm:spPr/>
      <dgm:t>
        <a:bodyPr/>
        <a:lstStyle/>
        <a:p>
          <a:r>
            <a:rPr lang="ru-RU" dirty="0"/>
            <a:t>«</a:t>
          </a:r>
          <a:r>
            <a:rPr lang="ru-RU" dirty="0" err="1"/>
            <a:t>намісництво</a:t>
          </a:r>
          <a:r>
            <a:rPr lang="ru-RU" dirty="0"/>
            <a:t>».</a:t>
          </a:r>
          <a:endParaRPr lang="uk-UA" dirty="0"/>
        </a:p>
      </dgm:t>
    </dgm:pt>
    <dgm:pt modelId="{CAB73B64-3A72-4956-BC44-40F6AC25E696}" type="parTrans" cxnId="{5EE719E9-63A6-460F-910B-B25FEEAFA6E1}">
      <dgm:prSet/>
      <dgm:spPr/>
      <dgm:t>
        <a:bodyPr/>
        <a:lstStyle/>
        <a:p>
          <a:endParaRPr lang="uk-UA"/>
        </a:p>
      </dgm:t>
    </dgm:pt>
    <dgm:pt modelId="{263B2DB3-4CBC-4A2A-B4D4-FE6C5802CB21}" type="sibTrans" cxnId="{5EE719E9-63A6-460F-910B-B25FEEAFA6E1}">
      <dgm:prSet/>
      <dgm:spPr/>
      <dgm:t>
        <a:bodyPr/>
        <a:lstStyle/>
        <a:p>
          <a:endParaRPr lang="uk-UA"/>
        </a:p>
      </dgm:t>
    </dgm:pt>
    <dgm:pt modelId="{1C0EA433-FFE3-4517-89F5-55674A550EDE}" type="pres">
      <dgm:prSet presAssocID="{2B842975-037C-4495-B629-AEFB1A39AF85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F3F2551-16DD-476B-A603-810258AE3F7B}" type="pres">
      <dgm:prSet presAssocID="{97B7AF2E-3D9F-4DFA-A168-63F4D8C2491B}" presName="composite" presStyleCnt="0"/>
      <dgm:spPr/>
    </dgm:pt>
    <dgm:pt modelId="{F99DF59D-2745-48FD-91CC-CB1892419449}" type="pres">
      <dgm:prSet presAssocID="{97B7AF2E-3D9F-4DFA-A168-63F4D8C2491B}" presName="imgShp" presStyleLbl="fgImgPlace1" presStyleIdx="0" presStyleCnt="4"/>
      <dgm:spPr/>
    </dgm:pt>
    <dgm:pt modelId="{B022F101-4EBF-4E8A-AC3B-2D2510A720FE}" type="pres">
      <dgm:prSet presAssocID="{97B7AF2E-3D9F-4DFA-A168-63F4D8C2491B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928234F-7FED-4589-8589-D05FCAFED6FF}" type="pres">
      <dgm:prSet presAssocID="{8F829232-586D-49FB-9137-BB03007CBDF3}" presName="spacing" presStyleCnt="0"/>
      <dgm:spPr/>
    </dgm:pt>
    <dgm:pt modelId="{2294C789-D6B6-4C75-92D9-14985EDA0360}" type="pres">
      <dgm:prSet presAssocID="{838B4E9B-7B79-4452-9D8F-E470FFB359F4}" presName="composite" presStyleCnt="0"/>
      <dgm:spPr/>
    </dgm:pt>
    <dgm:pt modelId="{B7EACC4C-0DC7-4F7E-A8BF-77127673A80F}" type="pres">
      <dgm:prSet presAssocID="{838B4E9B-7B79-4452-9D8F-E470FFB359F4}" presName="imgShp" presStyleLbl="fgImgPlace1" presStyleIdx="1" presStyleCnt="4"/>
      <dgm:spPr/>
    </dgm:pt>
    <dgm:pt modelId="{8C7B8FF8-D5A1-454E-9518-A9BF5CEE52EE}" type="pres">
      <dgm:prSet presAssocID="{838B4E9B-7B79-4452-9D8F-E470FFB359F4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A6C51D6-5F5F-4E7C-8B9A-428D1DE517C7}" type="pres">
      <dgm:prSet presAssocID="{C23812AA-7B31-4EBB-9E5E-40823F216388}" presName="spacing" presStyleCnt="0"/>
      <dgm:spPr/>
    </dgm:pt>
    <dgm:pt modelId="{9BDF9913-94BF-4A22-AC71-D0B04439BB42}" type="pres">
      <dgm:prSet presAssocID="{3D41FECC-2B07-4914-8400-1F0485864F4C}" presName="composite" presStyleCnt="0"/>
      <dgm:spPr/>
    </dgm:pt>
    <dgm:pt modelId="{DA7D677E-1C60-455D-9C16-64CC98007B78}" type="pres">
      <dgm:prSet presAssocID="{3D41FECC-2B07-4914-8400-1F0485864F4C}" presName="imgShp" presStyleLbl="fgImgPlace1" presStyleIdx="2" presStyleCnt="4"/>
      <dgm:spPr/>
    </dgm:pt>
    <dgm:pt modelId="{B15C8F0A-0828-4424-B073-F2605FE03706}" type="pres">
      <dgm:prSet presAssocID="{3D41FECC-2B07-4914-8400-1F0485864F4C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2D2778F-D706-401C-B989-4D75F1BF0078}" type="pres">
      <dgm:prSet presAssocID="{4D089759-66CC-49E9-B5AB-C5BD9F839D3E}" presName="spacing" presStyleCnt="0"/>
      <dgm:spPr/>
    </dgm:pt>
    <dgm:pt modelId="{93AAC001-A4B1-489D-A3CC-A77AFADA07D6}" type="pres">
      <dgm:prSet presAssocID="{DF3F7890-D384-4D82-B238-8ECC9B20C300}" presName="composite" presStyleCnt="0"/>
      <dgm:spPr/>
    </dgm:pt>
    <dgm:pt modelId="{0C1C15C4-54C2-4877-BBCA-0E6F240BAFB0}" type="pres">
      <dgm:prSet presAssocID="{DF3F7890-D384-4D82-B238-8ECC9B20C300}" presName="imgShp" presStyleLbl="fgImgPlace1" presStyleIdx="3" presStyleCnt="4"/>
      <dgm:spPr/>
    </dgm:pt>
    <dgm:pt modelId="{0C8E3404-3621-479E-9B24-B154C3F15A08}" type="pres">
      <dgm:prSet presAssocID="{DF3F7890-D384-4D82-B238-8ECC9B20C300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1518775-921F-4FC8-8AEE-6A410C8098AA}" type="presOf" srcId="{2B842975-037C-4495-B629-AEFB1A39AF85}" destId="{1C0EA433-FFE3-4517-89F5-55674A550EDE}" srcOrd="0" destOrd="0" presId="urn:microsoft.com/office/officeart/2005/8/layout/vList3"/>
    <dgm:cxn modelId="{D7A16C57-2113-46BA-A1A9-6DD992298A37}" type="presOf" srcId="{3D41FECC-2B07-4914-8400-1F0485864F4C}" destId="{B15C8F0A-0828-4424-B073-F2605FE03706}" srcOrd="0" destOrd="0" presId="urn:microsoft.com/office/officeart/2005/8/layout/vList3"/>
    <dgm:cxn modelId="{D24E64B4-7EE3-4C7C-9F0C-82DF808DC85E}" srcId="{2B842975-037C-4495-B629-AEFB1A39AF85}" destId="{3D41FECC-2B07-4914-8400-1F0485864F4C}" srcOrd="2" destOrd="0" parTransId="{9C4C2C90-EE34-4AA0-8EC3-09D7BE3082E5}" sibTransId="{4D089759-66CC-49E9-B5AB-C5BD9F839D3E}"/>
    <dgm:cxn modelId="{5EE719E9-63A6-460F-910B-B25FEEAFA6E1}" srcId="{2B842975-037C-4495-B629-AEFB1A39AF85}" destId="{DF3F7890-D384-4D82-B238-8ECC9B20C300}" srcOrd="3" destOrd="0" parTransId="{CAB73B64-3A72-4956-BC44-40F6AC25E696}" sibTransId="{263B2DB3-4CBC-4A2A-B4D4-FE6C5802CB21}"/>
    <dgm:cxn modelId="{E22F5234-CC73-42C0-A9EF-920F0E0026A0}" type="presOf" srcId="{DF3F7890-D384-4D82-B238-8ECC9B20C300}" destId="{0C8E3404-3621-479E-9B24-B154C3F15A08}" srcOrd="0" destOrd="0" presId="urn:microsoft.com/office/officeart/2005/8/layout/vList3"/>
    <dgm:cxn modelId="{17E237C6-9B1F-4F99-9F2F-43E14144FE71}" srcId="{2B842975-037C-4495-B629-AEFB1A39AF85}" destId="{97B7AF2E-3D9F-4DFA-A168-63F4D8C2491B}" srcOrd="0" destOrd="0" parTransId="{08BCE1C0-05E9-40A6-8FF1-034E54147088}" sibTransId="{8F829232-586D-49FB-9137-BB03007CBDF3}"/>
    <dgm:cxn modelId="{979C4AF1-78D4-4944-895B-6E6D283E26A2}" type="presOf" srcId="{97B7AF2E-3D9F-4DFA-A168-63F4D8C2491B}" destId="{B022F101-4EBF-4E8A-AC3B-2D2510A720FE}" srcOrd="0" destOrd="0" presId="urn:microsoft.com/office/officeart/2005/8/layout/vList3"/>
    <dgm:cxn modelId="{F5772FC2-663B-4096-93E1-CE458DA437CB}" srcId="{2B842975-037C-4495-B629-AEFB1A39AF85}" destId="{838B4E9B-7B79-4452-9D8F-E470FFB359F4}" srcOrd="1" destOrd="0" parTransId="{33E6C474-1944-438A-840B-864D59FDFE3E}" sibTransId="{C23812AA-7B31-4EBB-9E5E-40823F216388}"/>
    <dgm:cxn modelId="{C299B2FC-6384-42B9-8429-D9C2AF3CF17E}" type="presOf" srcId="{838B4E9B-7B79-4452-9D8F-E470FFB359F4}" destId="{8C7B8FF8-D5A1-454E-9518-A9BF5CEE52EE}" srcOrd="0" destOrd="0" presId="urn:microsoft.com/office/officeart/2005/8/layout/vList3"/>
    <dgm:cxn modelId="{8443CE24-C200-4E9B-97F1-0AB0260ABA64}" type="presParOf" srcId="{1C0EA433-FFE3-4517-89F5-55674A550EDE}" destId="{FF3F2551-16DD-476B-A603-810258AE3F7B}" srcOrd="0" destOrd="0" presId="urn:microsoft.com/office/officeart/2005/8/layout/vList3"/>
    <dgm:cxn modelId="{66A0CA5E-A691-4205-8A2E-231312F0D53B}" type="presParOf" srcId="{FF3F2551-16DD-476B-A603-810258AE3F7B}" destId="{F99DF59D-2745-48FD-91CC-CB1892419449}" srcOrd="0" destOrd="0" presId="urn:microsoft.com/office/officeart/2005/8/layout/vList3"/>
    <dgm:cxn modelId="{55A82826-D584-4E3D-9F6D-1DDA70182ED4}" type="presParOf" srcId="{FF3F2551-16DD-476B-A603-810258AE3F7B}" destId="{B022F101-4EBF-4E8A-AC3B-2D2510A720FE}" srcOrd="1" destOrd="0" presId="urn:microsoft.com/office/officeart/2005/8/layout/vList3"/>
    <dgm:cxn modelId="{8DF5F6D3-D19F-4544-B6D5-6996228060E9}" type="presParOf" srcId="{1C0EA433-FFE3-4517-89F5-55674A550EDE}" destId="{D928234F-7FED-4589-8589-D05FCAFED6FF}" srcOrd="1" destOrd="0" presId="urn:microsoft.com/office/officeart/2005/8/layout/vList3"/>
    <dgm:cxn modelId="{4F848F46-4B4D-4777-8F0B-25C2BFF86DF5}" type="presParOf" srcId="{1C0EA433-FFE3-4517-89F5-55674A550EDE}" destId="{2294C789-D6B6-4C75-92D9-14985EDA0360}" srcOrd="2" destOrd="0" presId="urn:microsoft.com/office/officeart/2005/8/layout/vList3"/>
    <dgm:cxn modelId="{EEA2D2AB-4707-4682-AF97-9ADB87119900}" type="presParOf" srcId="{2294C789-D6B6-4C75-92D9-14985EDA0360}" destId="{B7EACC4C-0DC7-4F7E-A8BF-77127673A80F}" srcOrd="0" destOrd="0" presId="urn:microsoft.com/office/officeart/2005/8/layout/vList3"/>
    <dgm:cxn modelId="{CBEC356C-AE5A-4E5A-B204-27D2DCCEF9C5}" type="presParOf" srcId="{2294C789-D6B6-4C75-92D9-14985EDA0360}" destId="{8C7B8FF8-D5A1-454E-9518-A9BF5CEE52EE}" srcOrd="1" destOrd="0" presId="urn:microsoft.com/office/officeart/2005/8/layout/vList3"/>
    <dgm:cxn modelId="{7FF0A2BB-0441-4CEF-936E-4FAAC0CE9809}" type="presParOf" srcId="{1C0EA433-FFE3-4517-89F5-55674A550EDE}" destId="{4A6C51D6-5F5F-4E7C-8B9A-428D1DE517C7}" srcOrd="3" destOrd="0" presId="urn:microsoft.com/office/officeart/2005/8/layout/vList3"/>
    <dgm:cxn modelId="{96C454B1-0985-4A3E-9507-C5FA09AB71B4}" type="presParOf" srcId="{1C0EA433-FFE3-4517-89F5-55674A550EDE}" destId="{9BDF9913-94BF-4A22-AC71-D0B04439BB42}" srcOrd="4" destOrd="0" presId="urn:microsoft.com/office/officeart/2005/8/layout/vList3"/>
    <dgm:cxn modelId="{0A2FDAA8-A336-4DC3-A2CA-9382D0BD2D2D}" type="presParOf" srcId="{9BDF9913-94BF-4A22-AC71-D0B04439BB42}" destId="{DA7D677E-1C60-455D-9C16-64CC98007B78}" srcOrd="0" destOrd="0" presId="urn:microsoft.com/office/officeart/2005/8/layout/vList3"/>
    <dgm:cxn modelId="{A26C48C5-BC12-4B28-8864-ED4D0A2379E0}" type="presParOf" srcId="{9BDF9913-94BF-4A22-AC71-D0B04439BB42}" destId="{B15C8F0A-0828-4424-B073-F2605FE03706}" srcOrd="1" destOrd="0" presId="urn:microsoft.com/office/officeart/2005/8/layout/vList3"/>
    <dgm:cxn modelId="{2C5A3EEB-1CCC-4EB4-8532-638D94F06E99}" type="presParOf" srcId="{1C0EA433-FFE3-4517-89F5-55674A550EDE}" destId="{42D2778F-D706-401C-B989-4D75F1BF0078}" srcOrd="5" destOrd="0" presId="urn:microsoft.com/office/officeart/2005/8/layout/vList3"/>
    <dgm:cxn modelId="{BF0798D5-D3FA-48B2-A873-8644A8447434}" type="presParOf" srcId="{1C0EA433-FFE3-4517-89F5-55674A550EDE}" destId="{93AAC001-A4B1-489D-A3CC-A77AFADA07D6}" srcOrd="6" destOrd="0" presId="urn:microsoft.com/office/officeart/2005/8/layout/vList3"/>
    <dgm:cxn modelId="{34CA5B52-5A81-4FFF-A6D5-31A6358F315D}" type="presParOf" srcId="{93AAC001-A4B1-489D-A3CC-A77AFADA07D6}" destId="{0C1C15C4-54C2-4877-BBCA-0E6F240BAFB0}" srcOrd="0" destOrd="0" presId="urn:microsoft.com/office/officeart/2005/8/layout/vList3"/>
    <dgm:cxn modelId="{95C6A03A-0AF6-4F03-AA43-3182B02DBB52}" type="presParOf" srcId="{93AAC001-A4B1-489D-A3CC-A77AFADA07D6}" destId="{0C8E3404-3621-479E-9B24-B154C3F15A0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93.xml><?xml version="1.0" encoding="utf-8"?>
<dgm:dataModel xmlns:dgm="http://schemas.openxmlformats.org/drawingml/2006/diagram" xmlns:a="http://schemas.openxmlformats.org/drawingml/2006/main">
  <dgm:ptLst>
    <dgm:pt modelId="{2DBB6F18-890F-4F4A-8254-86271667A85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8801EB4-7A51-477A-8CEB-BA9CDA5CAB0E}">
      <dgm:prSet/>
      <dgm:spPr/>
      <dgm:t>
        <a:bodyPr/>
        <a:lstStyle/>
        <a:p>
          <a:r>
            <a:rPr lang="ru-RU" dirty="0" err="1"/>
            <a:t>завершення</a:t>
          </a:r>
          <a:r>
            <a:rPr lang="ru-RU" dirty="0"/>
            <a:t> </a:t>
          </a:r>
          <a:r>
            <a:rPr lang="ru-RU" dirty="0" err="1"/>
            <a:t>польсько-українського</a:t>
          </a:r>
          <a:r>
            <a:rPr lang="ru-RU" dirty="0"/>
            <a:t> </a:t>
          </a:r>
          <a:r>
            <a:rPr lang="ru-RU" dirty="0" err="1"/>
            <a:t>протистояння</a:t>
          </a:r>
          <a:r>
            <a:rPr lang="ru-RU" dirty="0"/>
            <a:t>.</a:t>
          </a:r>
          <a:endParaRPr lang="uk-UA" dirty="0"/>
        </a:p>
      </dgm:t>
    </dgm:pt>
    <dgm:pt modelId="{8D33DE29-E272-4A1A-81A3-3D63A40A6947}" type="parTrans" cxnId="{C81E9CA6-1FF1-43AF-845B-5DB75C38593B}">
      <dgm:prSet/>
      <dgm:spPr/>
      <dgm:t>
        <a:bodyPr/>
        <a:lstStyle/>
        <a:p>
          <a:endParaRPr lang="uk-UA"/>
        </a:p>
      </dgm:t>
    </dgm:pt>
    <dgm:pt modelId="{ABFD901C-80DA-4F37-B515-51EC682BA93B}" type="sibTrans" cxnId="{C81E9CA6-1FF1-43AF-845B-5DB75C38593B}">
      <dgm:prSet/>
      <dgm:spPr/>
      <dgm:t>
        <a:bodyPr/>
        <a:lstStyle/>
        <a:p>
          <a:endParaRPr lang="uk-UA"/>
        </a:p>
      </dgm:t>
    </dgm:pt>
    <dgm:pt modelId="{AC35358E-5A07-4156-A8BD-5392E313F505}">
      <dgm:prSet/>
      <dgm:spPr/>
      <dgm:t>
        <a:bodyPr/>
        <a:lstStyle/>
        <a:p>
          <a:r>
            <a:rPr lang="ru-RU" dirty="0" err="1"/>
            <a:t>припинення</a:t>
          </a:r>
          <a:r>
            <a:rPr lang="ru-RU" dirty="0"/>
            <a:t> </a:t>
          </a:r>
          <a:r>
            <a:rPr lang="ru-RU" dirty="0" err="1"/>
            <a:t>масового</a:t>
          </a:r>
          <a:r>
            <a:rPr lang="ru-RU" dirty="0"/>
            <a:t> </a:t>
          </a:r>
          <a:r>
            <a:rPr lang="ru-RU" dirty="0" err="1"/>
            <a:t>покозачення</a:t>
          </a:r>
          <a:r>
            <a:rPr lang="ru-RU" dirty="0"/>
            <a:t> селян і </a:t>
          </a:r>
          <a:r>
            <a:rPr lang="ru-RU" dirty="0" err="1"/>
            <a:t>міщан</a:t>
          </a:r>
          <a:r>
            <a:rPr lang="ru-RU" dirty="0"/>
            <a:t>.</a:t>
          </a:r>
          <a:endParaRPr lang="uk-UA" dirty="0"/>
        </a:p>
      </dgm:t>
    </dgm:pt>
    <dgm:pt modelId="{5272F48C-AB48-4AA1-8D6F-834C788009FE}" type="parTrans" cxnId="{8FF7B559-52E5-49F6-A602-E82031E823A6}">
      <dgm:prSet/>
      <dgm:spPr/>
      <dgm:t>
        <a:bodyPr/>
        <a:lstStyle/>
        <a:p>
          <a:endParaRPr lang="uk-UA"/>
        </a:p>
      </dgm:t>
    </dgm:pt>
    <dgm:pt modelId="{A24A944E-B720-4BD3-9A88-EA194C4CE559}" type="sibTrans" cxnId="{8FF7B559-52E5-49F6-A602-E82031E823A6}">
      <dgm:prSet/>
      <dgm:spPr/>
      <dgm:t>
        <a:bodyPr/>
        <a:lstStyle/>
        <a:p>
          <a:endParaRPr lang="uk-UA"/>
        </a:p>
      </dgm:t>
    </dgm:pt>
    <dgm:pt modelId="{5DF3A36B-D5A4-4305-8864-B41F4CE1C868}">
      <dgm:prSet/>
      <dgm:spPr/>
      <dgm:t>
        <a:bodyPr/>
        <a:lstStyle/>
        <a:p>
          <a:r>
            <a:rPr lang="ru-RU" dirty="0" err="1"/>
            <a:t>визнання</a:t>
          </a:r>
          <a:r>
            <a:rPr lang="ru-RU" dirty="0"/>
            <a:t> </a:t>
          </a:r>
          <a:r>
            <a:rPr lang="ru-RU" dirty="0" err="1"/>
            <a:t>козацтва</a:t>
          </a:r>
          <a:r>
            <a:rPr lang="ru-RU" dirty="0"/>
            <a:t> </a:t>
          </a:r>
          <a:r>
            <a:rPr lang="ru-RU" dirty="0" err="1"/>
            <a:t>новим</a:t>
          </a:r>
          <a:r>
            <a:rPr lang="ru-RU" dirty="0"/>
            <a:t> </a:t>
          </a:r>
          <a:r>
            <a:rPr lang="ru-RU" dirty="0" err="1"/>
            <a:t>соціальним</a:t>
          </a:r>
          <a:r>
            <a:rPr lang="ru-RU" dirty="0"/>
            <a:t> станом.</a:t>
          </a:r>
          <a:endParaRPr lang="uk-UA" dirty="0"/>
        </a:p>
      </dgm:t>
    </dgm:pt>
    <dgm:pt modelId="{1CFE2AE7-9616-46CB-8A32-3E0E50F1F30D}" type="parTrans" cxnId="{680B9478-C129-49BD-8A13-388E24B63B8D}">
      <dgm:prSet/>
      <dgm:spPr/>
      <dgm:t>
        <a:bodyPr/>
        <a:lstStyle/>
        <a:p>
          <a:endParaRPr lang="uk-UA"/>
        </a:p>
      </dgm:t>
    </dgm:pt>
    <dgm:pt modelId="{5FA7C500-EE4C-4994-A31C-437D2FA5EBEA}" type="sibTrans" cxnId="{680B9478-C129-49BD-8A13-388E24B63B8D}">
      <dgm:prSet/>
      <dgm:spPr/>
      <dgm:t>
        <a:bodyPr/>
        <a:lstStyle/>
        <a:p>
          <a:endParaRPr lang="uk-UA"/>
        </a:p>
      </dgm:t>
    </dgm:pt>
    <dgm:pt modelId="{90F6CEB3-F0BD-449A-99C5-562A16313DCB}">
      <dgm:prSet/>
      <dgm:spPr/>
      <dgm:t>
        <a:bodyPr/>
        <a:lstStyle/>
        <a:p>
          <a:r>
            <a:rPr lang="ru-RU" dirty="0" err="1"/>
            <a:t>об’єднання</a:t>
          </a:r>
          <a:r>
            <a:rPr lang="ru-RU" dirty="0"/>
            <a:t> </a:t>
          </a:r>
          <a:r>
            <a:rPr lang="ru-RU" dirty="0" err="1"/>
            <a:t>інтересів</a:t>
          </a:r>
          <a:r>
            <a:rPr lang="ru-RU" dirty="0"/>
            <a:t> </a:t>
          </a:r>
          <a:r>
            <a:rPr lang="ru-RU" dirty="0" err="1"/>
            <a:t>польської</a:t>
          </a:r>
          <a:r>
            <a:rPr lang="ru-RU" dirty="0"/>
            <a:t> </a:t>
          </a:r>
          <a:r>
            <a:rPr lang="ru-RU" dirty="0" err="1"/>
            <a:t>шляхти</a:t>
          </a:r>
          <a:r>
            <a:rPr lang="ru-RU" dirty="0"/>
            <a:t> та </a:t>
          </a:r>
          <a:r>
            <a:rPr lang="ru-RU" dirty="0" err="1"/>
            <a:t>козацтва</a:t>
          </a:r>
          <a:r>
            <a:rPr lang="ru-RU" dirty="0"/>
            <a:t>.</a:t>
          </a:r>
          <a:endParaRPr lang="uk-UA" dirty="0"/>
        </a:p>
      </dgm:t>
    </dgm:pt>
    <dgm:pt modelId="{3AF89FA7-58B8-4772-98E5-A9C046325385}" type="parTrans" cxnId="{3AF994F0-9A2D-41F1-BFB5-0AC4F576E3CD}">
      <dgm:prSet/>
      <dgm:spPr/>
      <dgm:t>
        <a:bodyPr/>
        <a:lstStyle/>
        <a:p>
          <a:endParaRPr lang="uk-UA"/>
        </a:p>
      </dgm:t>
    </dgm:pt>
    <dgm:pt modelId="{8B35F899-0FA2-4039-A9E8-0139AD874CB0}" type="sibTrans" cxnId="{3AF994F0-9A2D-41F1-BFB5-0AC4F576E3CD}">
      <dgm:prSet/>
      <dgm:spPr/>
      <dgm:t>
        <a:bodyPr/>
        <a:lstStyle/>
        <a:p>
          <a:endParaRPr lang="uk-UA"/>
        </a:p>
      </dgm:t>
    </dgm:pt>
    <dgm:pt modelId="{5CA1BAA6-CF13-49E6-9A21-378DB21F9602}" type="pres">
      <dgm:prSet presAssocID="{2DBB6F18-890F-4F4A-8254-86271667A85C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D37ED21-AFF3-4BD3-8417-E99279093003}" type="pres">
      <dgm:prSet presAssocID="{68801EB4-7A51-477A-8CEB-BA9CDA5CAB0E}" presName="composite" presStyleCnt="0"/>
      <dgm:spPr/>
    </dgm:pt>
    <dgm:pt modelId="{04B80602-B505-4E2C-A4B0-9B2D0BA5EBCB}" type="pres">
      <dgm:prSet presAssocID="{68801EB4-7A51-477A-8CEB-BA9CDA5CAB0E}" presName="imgShp" presStyleLbl="fgImgPlace1" presStyleIdx="0" presStyleCnt="4"/>
      <dgm:spPr/>
    </dgm:pt>
    <dgm:pt modelId="{5CD8DFFE-BA7E-4435-83BA-D32EAD98208A}" type="pres">
      <dgm:prSet presAssocID="{68801EB4-7A51-477A-8CEB-BA9CDA5CAB0E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5AE9B17-2621-4F73-96D2-46DB77117B14}" type="pres">
      <dgm:prSet presAssocID="{ABFD901C-80DA-4F37-B515-51EC682BA93B}" presName="spacing" presStyleCnt="0"/>
      <dgm:spPr/>
    </dgm:pt>
    <dgm:pt modelId="{2DC3EF2A-7265-4235-AA3B-944840939B42}" type="pres">
      <dgm:prSet presAssocID="{AC35358E-5A07-4156-A8BD-5392E313F505}" presName="composite" presStyleCnt="0"/>
      <dgm:spPr/>
    </dgm:pt>
    <dgm:pt modelId="{4214BE62-DDDF-4EBA-9266-ECC5528381D2}" type="pres">
      <dgm:prSet presAssocID="{AC35358E-5A07-4156-A8BD-5392E313F505}" presName="imgShp" presStyleLbl="fgImgPlace1" presStyleIdx="1" presStyleCnt="4"/>
      <dgm:spPr/>
    </dgm:pt>
    <dgm:pt modelId="{8232A249-88E8-4167-ABD9-D6576AEF06B2}" type="pres">
      <dgm:prSet presAssocID="{AC35358E-5A07-4156-A8BD-5392E313F505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A35F196-CD56-493F-94AC-D98DE20E03EC}" type="pres">
      <dgm:prSet presAssocID="{A24A944E-B720-4BD3-9A88-EA194C4CE559}" presName="spacing" presStyleCnt="0"/>
      <dgm:spPr/>
    </dgm:pt>
    <dgm:pt modelId="{6A588513-44E9-408A-A9EF-8A85836E8DFC}" type="pres">
      <dgm:prSet presAssocID="{5DF3A36B-D5A4-4305-8864-B41F4CE1C868}" presName="composite" presStyleCnt="0"/>
      <dgm:spPr/>
    </dgm:pt>
    <dgm:pt modelId="{922BB74B-D506-471B-B8A7-8D5CCFA4BBFE}" type="pres">
      <dgm:prSet presAssocID="{5DF3A36B-D5A4-4305-8864-B41F4CE1C868}" presName="imgShp" presStyleLbl="fgImgPlace1" presStyleIdx="2" presStyleCnt="4"/>
      <dgm:spPr/>
    </dgm:pt>
    <dgm:pt modelId="{3BC08070-2E29-4A87-BCE9-F92C0EEDF936}" type="pres">
      <dgm:prSet presAssocID="{5DF3A36B-D5A4-4305-8864-B41F4CE1C868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C5CC76-DED0-420F-BFAE-BB2E3A0C6EA2}" type="pres">
      <dgm:prSet presAssocID="{5FA7C500-EE4C-4994-A31C-437D2FA5EBEA}" presName="spacing" presStyleCnt="0"/>
      <dgm:spPr/>
    </dgm:pt>
    <dgm:pt modelId="{F695CA17-F625-435C-AAFF-EC6940B1A26B}" type="pres">
      <dgm:prSet presAssocID="{90F6CEB3-F0BD-449A-99C5-562A16313DCB}" presName="composite" presStyleCnt="0"/>
      <dgm:spPr/>
    </dgm:pt>
    <dgm:pt modelId="{8DC3A74E-99CA-448A-8CA2-2E34DC83B9BE}" type="pres">
      <dgm:prSet presAssocID="{90F6CEB3-F0BD-449A-99C5-562A16313DCB}" presName="imgShp" presStyleLbl="fgImgPlace1" presStyleIdx="3" presStyleCnt="4"/>
      <dgm:spPr/>
    </dgm:pt>
    <dgm:pt modelId="{85201165-7C2E-4849-B91F-3F0A7439CF1B}" type="pres">
      <dgm:prSet presAssocID="{90F6CEB3-F0BD-449A-99C5-562A16313DCB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FF7B559-52E5-49F6-A602-E82031E823A6}" srcId="{2DBB6F18-890F-4F4A-8254-86271667A85C}" destId="{AC35358E-5A07-4156-A8BD-5392E313F505}" srcOrd="1" destOrd="0" parTransId="{5272F48C-AB48-4AA1-8D6F-834C788009FE}" sibTransId="{A24A944E-B720-4BD3-9A88-EA194C4CE559}"/>
    <dgm:cxn modelId="{3AF994F0-9A2D-41F1-BFB5-0AC4F576E3CD}" srcId="{2DBB6F18-890F-4F4A-8254-86271667A85C}" destId="{90F6CEB3-F0BD-449A-99C5-562A16313DCB}" srcOrd="3" destOrd="0" parTransId="{3AF89FA7-58B8-4772-98E5-A9C046325385}" sibTransId="{8B35F899-0FA2-4039-A9E8-0139AD874CB0}"/>
    <dgm:cxn modelId="{188F820F-2CA1-454D-B37E-191D32040EAF}" type="presOf" srcId="{68801EB4-7A51-477A-8CEB-BA9CDA5CAB0E}" destId="{5CD8DFFE-BA7E-4435-83BA-D32EAD98208A}" srcOrd="0" destOrd="0" presId="urn:microsoft.com/office/officeart/2005/8/layout/vList3"/>
    <dgm:cxn modelId="{C81E9CA6-1FF1-43AF-845B-5DB75C38593B}" srcId="{2DBB6F18-890F-4F4A-8254-86271667A85C}" destId="{68801EB4-7A51-477A-8CEB-BA9CDA5CAB0E}" srcOrd="0" destOrd="0" parTransId="{8D33DE29-E272-4A1A-81A3-3D63A40A6947}" sibTransId="{ABFD901C-80DA-4F37-B515-51EC682BA93B}"/>
    <dgm:cxn modelId="{35A8B300-FAA6-444F-BB21-2EB1B6020B1B}" type="presOf" srcId="{AC35358E-5A07-4156-A8BD-5392E313F505}" destId="{8232A249-88E8-4167-ABD9-D6576AEF06B2}" srcOrd="0" destOrd="0" presId="urn:microsoft.com/office/officeart/2005/8/layout/vList3"/>
    <dgm:cxn modelId="{680B9478-C129-49BD-8A13-388E24B63B8D}" srcId="{2DBB6F18-890F-4F4A-8254-86271667A85C}" destId="{5DF3A36B-D5A4-4305-8864-B41F4CE1C868}" srcOrd="2" destOrd="0" parTransId="{1CFE2AE7-9616-46CB-8A32-3E0E50F1F30D}" sibTransId="{5FA7C500-EE4C-4994-A31C-437D2FA5EBEA}"/>
    <dgm:cxn modelId="{5ED98F44-0584-4CD7-B23A-DCCD41E54C84}" type="presOf" srcId="{5DF3A36B-D5A4-4305-8864-B41F4CE1C868}" destId="{3BC08070-2E29-4A87-BCE9-F92C0EEDF936}" srcOrd="0" destOrd="0" presId="urn:microsoft.com/office/officeart/2005/8/layout/vList3"/>
    <dgm:cxn modelId="{1ED640EB-4568-461C-947E-AB8F5006C2EC}" type="presOf" srcId="{90F6CEB3-F0BD-449A-99C5-562A16313DCB}" destId="{85201165-7C2E-4849-B91F-3F0A7439CF1B}" srcOrd="0" destOrd="0" presId="urn:microsoft.com/office/officeart/2005/8/layout/vList3"/>
    <dgm:cxn modelId="{19233BD6-86D0-49D0-8B9A-AAC8133431B9}" type="presOf" srcId="{2DBB6F18-890F-4F4A-8254-86271667A85C}" destId="{5CA1BAA6-CF13-49E6-9A21-378DB21F9602}" srcOrd="0" destOrd="0" presId="urn:microsoft.com/office/officeart/2005/8/layout/vList3"/>
    <dgm:cxn modelId="{90A86015-9484-4D22-A68B-67628B0D7B0D}" type="presParOf" srcId="{5CA1BAA6-CF13-49E6-9A21-378DB21F9602}" destId="{DD37ED21-AFF3-4BD3-8417-E99279093003}" srcOrd="0" destOrd="0" presId="urn:microsoft.com/office/officeart/2005/8/layout/vList3"/>
    <dgm:cxn modelId="{FCCB6324-341B-4F54-BC10-933341C28F61}" type="presParOf" srcId="{DD37ED21-AFF3-4BD3-8417-E99279093003}" destId="{04B80602-B505-4E2C-A4B0-9B2D0BA5EBCB}" srcOrd="0" destOrd="0" presId="urn:microsoft.com/office/officeart/2005/8/layout/vList3"/>
    <dgm:cxn modelId="{CC59BD41-DB4E-4562-AB11-9488F0E6F32E}" type="presParOf" srcId="{DD37ED21-AFF3-4BD3-8417-E99279093003}" destId="{5CD8DFFE-BA7E-4435-83BA-D32EAD98208A}" srcOrd="1" destOrd="0" presId="urn:microsoft.com/office/officeart/2005/8/layout/vList3"/>
    <dgm:cxn modelId="{D3107EB9-E3E0-4698-8C6C-9D86C2BA90C3}" type="presParOf" srcId="{5CA1BAA6-CF13-49E6-9A21-378DB21F9602}" destId="{D5AE9B17-2621-4F73-96D2-46DB77117B14}" srcOrd="1" destOrd="0" presId="urn:microsoft.com/office/officeart/2005/8/layout/vList3"/>
    <dgm:cxn modelId="{6DD4BC09-B9DB-4FD9-BF48-89233E1861C8}" type="presParOf" srcId="{5CA1BAA6-CF13-49E6-9A21-378DB21F9602}" destId="{2DC3EF2A-7265-4235-AA3B-944840939B42}" srcOrd="2" destOrd="0" presId="urn:microsoft.com/office/officeart/2005/8/layout/vList3"/>
    <dgm:cxn modelId="{FA2EB236-57F4-48BF-B809-03151B8A0F4D}" type="presParOf" srcId="{2DC3EF2A-7265-4235-AA3B-944840939B42}" destId="{4214BE62-DDDF-4EBA-9266-ECC5528381D2}" srcOrd="0" destOrd="0" presId="urn:microsoft.com/office/officeart/2005/8/layout/vList3"/>
    <dgm:cxn modelId="{9BE7386D-6AB4-44DF-81CE-0A2CBE8951B0}" type="presParOf" srcId="{2DC3EF2A-7265-4235-AA3B-944840939B42}" destId="{8232A249-88E8-4167-ABD9-D6576AEF06B2}" srcOrd="1" destOrd="0" presId="urn:microsoft.com/office/officeart/2005/8/layout/vList3"/>
    <dgm:cxn modelId="{DF18AE3B-3A1D-46B7-821C-5D0ECB48EC3B}" type="presParOf" srcId="{5CA1BAA6-CF13-49E6-9A21-378DB21F9602}" destId="{AA35F196-CD56-493F-94AC-D98DE20E03EC}" srcOrd="3" destOrd="0" presId="urn:microsoft.com/office/officeart/2005/8/layout/vList3"/>
    <dgm:cxn modelId="{D7FAA7B6-DB39-4C4D-A70F-BE4402ED2DE3}" type="presParOf" srcId="{5CA1BAA6-CF13-49E6-9A21-378DB21F9602}" destId="{6A588513-44E9-408A-A9EF-8A85836E8DFC}" srcOrd="4" destOrd="0" presId="urn:microsoft.com/office/officeart/2005/8/layout/vList3"/>
    <dgm:cxn modelId="{C5DC2B25-36C3-4C1E-9E2B-E1136BE50969}" type="presParOf" srcId="{6A588513-44E9-408A-A9EF-8A85836E8DFC}" destId="{922BB74B-D506-471B-B8A7-8D5CCFA4BBFE}" srcOrd="0" destOrd="0" presId="urn:microsoft.com/office/officeart/2005/8/layout/vList3"/>
    <dgm:cxn modelId="{3252C25B-A037-4115-8C5E-51D36313A20E}" type="presParOf" srcId="{6A588513-44E9-408A-A9EF-8A85836E8DFC}" destId="{3BC08070-2E29-4A87-BCE9-F92C0EEDF936}" srcOrd="1" destOrd="0" presId="urn:microsoft.com/office/officeart/2005/8/layout/vList3"/>
    <dgm:cxn modelId="{CDF7C4DC-D0AB-4DBE-A062-BB61D18698EB}" type="presParOf" srcId="{5CA1BAA6-CF13-49E6-9A21-378DB21F9602}" destId="{B7C5CC76-DED0-420F-BFAE-BB2E3A0C6EA2}" srcOrd="5" destOrd="0" presId="urn:microsoft.com/office/officeart/2005/8/layout/vList3"/>
    <dgm:cxn modelId="{6621120C-CBE6-48BB-B3B6-E30077B658A9}" type="presParOf" srcId="{5CA1BAA6-CF13-49E6-9A21-378DB21F9602}" destId="{F695CA17-F625-435C-AAFF-EC6940B1A26B}" srcOrd="6" destOrd="0" presId="urn:microsoft.com/office/officeart/2005/8/layout/vList3"/>
    <dgm:cxn modelId="{D967E02F-3915-4232-AD9C-EDD4F987A607}" type="presParOf" srcId="{F695CA17-F625-435C-AAFF-EC6940B1A26B}" destId="{8DC3A74E-99CA-448A-8CA2-2E34DC83B9BE}" srcOrd="0" destOrd="0" presId="urn:microsoft.com/office/officeart/2005/8/layout/vList3"/>
    <dgm:cxn modelId="{62F4D1C5-05AB-471D-BBA4-056CBFB43B7A}" type="presParOf" srcId="{F695CA17-F625-435C-AAFF-EC6940B1A26B}" destId="{85201165-7C2E-4849-B91F-3F0A7439CF1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4.xml><?xml version="1.0" encoding="utf-8"?>
<dgm:dataModel xmlns:dgm="http://schemas.openxmlformats.org/drawingml/2006/diagram" xmlns:a="http://schemas.openxmlformats.org/drawingml/2006/main">
  <dgm:ptLst>
    <dgm:pt modelId="{E9DE2A72-079C-4574-A6BA-0B462CE6A38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B00EAD1-4911-4739-B023-DC1903C2723D}">
      <dgm:prSet/>
      <dgm:spPr/>
      <dgm:t>
        <a:bodyPr/>
        <a:lstStyle/>
        <a:p>
          <a:r>
            <a:rPr lang="ru-RU" dirty="0" err="1"/>
            <a:t>Прагнення</a:t>
          </a:r>
          <a:r>
            <a:rPr lang="ru-RU" dirty="0"/>
            <a:t> </a:t>
          </a:r>
          <a:r>
            <a:rPr lang="ru-RU" dirty="0" err="1"/>
            <a:t>влади</a:t>
          </a:r>
          <a:r>
            <a:rPr lang="ru-RU" dirty="0"/>
            <a:t> </a:t>
          </a:r>
          <a:r>
            <a:rPr lang="ru-RU" dirty="0" err="1"/>
            <a:t>створити</a:t>
          </a:r>
          <a:r>
            <a:rPr lang="ru-RU" dirty="0"/>
            <a:t> </a:t>
          </a:r>
          <a:r>
            <a:rPr lang="ru-RU" dirty="0" err="1"/>
            <a:t>регулярне</a:t>
          </a:r>
          <a:r>
            <a:rPr lang="ru-RU" dirty="0"/>
            <a:t> </a:t>
          </a:r>
          <a:r>
            <a:rPr lang="ru-RU" dirty="0" err="1"/>
            <a:t>військо</a:t>
          </a:r>
          <a:r>
            <a:rPr lang="ru-RU" dirty="0"/>
            <a:t> на </a:t>
          </a:r>
          <a:r>
            <a:rPr lang="ru-RU" dirty="0" err="1"/>
            <a:t>противагу</a:t>
          </a:r>
          <a:r>
            <a:rPr lang="ru-RU" dirty="0"/>
            <a:t> </a:t>
          </a:r>
          <a:r>
            <a:rPr lang="ru-RU" dirty="0" err="1"/>
            <a:t>шляхетському</a:t>
          </a:r>
          <a:r>
            <a:rPr lang="ru-RU" dirty="0"/>
            <a:t> </a:t>
          </a:r>
          <a:r>
            <a:rPr lang="ru-RU" dirty="0" err="1"/>
            <a:t>ополченню</a:t>
          </a:r>
          <a:r>
            <a:rPr lang="ru-RU" dirty="0"/>
            <a:t>.</a:t>
          </a:r>
          <a:endParaRPr lang="uk-UA" dirty="0"/>
        </a:p>
      </dgm:t>
    </dgm:pt>
    <dgm:pt modelId="{45FCA9A5-CF6B-4328-BCF9-3ABD27B40A1A}" type="parTrans" cxnId="{11F3826D-39EE-4A55-90F3-F8E67C915857}">
      <dgm:prSet/>
      <dgm:spPr/>
      <dgm:t>
        <a:bodyPr/>
        <a:lstStyle/>
        <a:p>
          <a:endParaRPr lang="uk-UA"/>
        </a:p>
      </dgm:t>
    </dgm:pt>
    <dgm:pt modelId="{EF68C272-CE88-4168-99AD-40FBB6904FD8}" type="sibTrans" cxnId="{11F3826D-39EE-4A55-90F3-F8E67C915857}">
      <dgm:prSet/>
      <dgm:spPr/>
      <dgm:t>
        <a:bodyPr/>
        <a:lstStyle/>
        <a:p>
          <a:endParaRPr lang="uk-UA"/>
        </a:p>
      </dgm:t>
    </dgm:pt>
    <dgm:pt modelId="{B0214E15-DD5B-459D-8BF5-EFDEB2393CA1}">
      <dgm:prSet/>
      <dgm:spPr/>
      <dgm:t>
        <a:bodyPr/>
        <a:lstStyle/>
        <a:p>
          <a:r>
            <a:rPr lang="ru-RU" dirty="0" err="1"/>
            <a:t>Посилення</a:t>
          </a:r>
          <a:r>
            <a:rPr lang="ru-RU" dirty="0"/>
            <a:t> </a:t>
          </a:r>
          <a:r>
            <a:rPr lang="ru-RU" dirty="0" err="1"/>
            <a:t>національного</a:t>
          </a:r>
          <a:r>
            <a:rPr lang="ru-RU" dirty="0"/>
            <a:t>, </a:t>
          </a:r>
          <a:r>
            <a:rPr lang="ru-RU" dirty="0" err="1"/>
            <a:t>соціального</a:t>
          </a:r>
          <a:r>
            <a:rPr lang="ru-RU" dirty="0"/>
            <a:t> та </a:t>
          </a:r>
          <a:r>
            <a:rPr lang="ru-RU" dirty="0" err="1"/>
            <a:t>релігійного</a:t>
          </a:r>
          <a:r>
            <a:rPr lang="ru-RU" dirty="0"/>
            <a:t> </a:t>
          </a:r>
          <a:r>
            <a:rPr lang="ru-RU" dirty="0" err="1"/>
            <a:t>гніту</a:t>
          </a:r>
          <a:r>
            <a:rPr lang="ru-RU" dirty="0"/>
            <a:t> </a:t>
          </a:r>
          <a:r>
            <a:rPr lang="ru-RU" dirty="0" err="1"/>
            <a:t>українського</a:t>
          </a:r>
          <a:r>
            <a:rPr lang="ru-RU" dirty="0"/>
            <a:t> </a:t>
          </a:r>
          <a:r>
            <a:rPr lang="ru-RU" dirty="0" err="1"/>
            <a:t>населення</a:t>
          </a:r>
          <a:r>
            <a:rPr lang="ru-RU" dirty="0"/>
            <a:t>.</a:t>
          </a:r>
          <a:endParaRPr lang="uk-UA" dirty="0"/>
        </a:p>
      </dgm:t>
    </dgm:pt>
    <dgm:pt modelId="{19F7CFD4-0698-47B9-9968-87058363075F}" type="parTrans" cxnId="{16A439E0-14B1-472A-8E1E-38D0238C1287}">
      <dgm:prSet/>
      <dgm:spPr/>
      <dgm:t>
        <a:bodyPr/>
        <a:lstStyle/>
        <a:p>
          <a:endParaRPr lang="uk-UA"/>
        </a:p>
      </dgm:t>
    </dgm:pt>
    <dgm:pt modelId="{51BA1C92-B6D7-40F2-ADAE-153D39F4EF02}" type="sibTrans" cxnId="{16A439E0-14B1-472A-8E1E-38D0238C1287}">
      <dgm:prSet/>
      <dgm:spPr/>
      <dgm:t>
        <a:bodyPr/>
        <a:lstStyle/>
        <a:p>
          <a:endParaRPr lang="uk-UA"/>
        </a:p>
      </dgm:t>
    </dgm:pt>
    <dgm:pt modelId="{62E9FABC-CEC9-49AB-87FF-574DBE744E65}">
      <dgm:prSet/>
      <dgm:spPr/>
      <dgm:t>
        <a:bodyPr/>
        <a:lstStyle/>
        <a:p>
          <a:r>
            <a:rPr lang="ru-RU" dirty="0" err="1"/>
            <a:t>Існування</a:t>
          </a:r>
          <a:r>
            <a:rPr lang="ru-RU" dirty="0"/>
            <a:t> </a:t>
          </a:r>
          <a:r>
            <a:rPr lang="ru-RU" dirty="0" err="1"/>
            <a:t>масиву</a:t>
          </a:r>
          <a:r>
            <a:rPr lang="ru-RU" dirty="0"/>
            <a:t> </a:t>
          </a:r>
          <a:r>
            <a:rPr lang="ru-RU" dirty="0" err="1"/>
            <a:t>вільних</a:t>
          </a:r>
          <a:r>
            <a:rPr lang="ru-RU" dirty="0"/>
            <a:t> земель, </a:t>
          </a:r>
          <a:r>
            <a:rPr lang="ru-RU" dirty="0" err="1"/>
            <a:t>освоєння</a:t>
          </a:r>
          <a:r>
            <a:rPr lang="ru-RU" dirty="0"/>
            <a:t> </a:t>
          </a:r>
          <a:r>
            <a:rPr lang="ru-RU" dirty="0" err="1"/>
            <a:t>південних</a:t>
          </a:r>
          <a:r>
            <a:rPr lang="ru-RU" dirty="0"/>
            <a:t> </a:t>
          </a:r>
          <a:r>
            <a:rPr lang="ru-RU" dirty="0" err="1"/>
            <a:t>територій</a:t>
          </a:r>
          <a:r>
            <a:rPr lang="ru-RU" dirty="0"/>
            <a:t> </a:t>
          </a:r>
          <a:r>
            <a:rPr lang="ru-RU" dirty="0" err="1"/>
            <a:t>уходниками</a:t>
          </a:r>
          <a:r>
            <a:rPr lang="ru-RU" dirty="0"/>
            <a:t>.</a:t>
          </a:r>
          <a:endParaRPr lang="uk-UA" dirty="0"/>
        </a:p>
      </dgm:t>
    </dgm:pt>
    <dgm:pt modelId="{0D5D80AF-1C5A-49B6-8D02-577232B3D820}" type="parTrans" cxnId="{1C98BDA8-0F47-4DDA-95E4-E46F1DA519DA}">
      <dgm:prSet/>
      <dgm:spPr/>
      <dgm:t>
        <a:bodyPr/>
        <a:lstStyle/>
        <a:p>
          <a:endParaRPr lang="uk-UA"/>
        </a:p>
      </dgm:t>
    </dgm:pt>
    <dgm:pt modelId="{BB9F5F0D-2078-4778-8D37-3EEA1BE5C1D1}" type="sibTrans" cxnId="{1C98BDA8-0F47-4DDA-95E4-E46F1DA519DA}">
      <dgm:prSet/>
      <dgm:spPr/>
      <dgm:t>
        <a:bodyPr/>
        <a:lstStyle/>
        <a:p>
          <a:endParaRPr lang="uk-UA"/>
        </a:p>
      </dgm:t>
    </dgm:pt>
    <dgm:pt modelId="{6F1D3C4A-5F39-4774-9DB7-683C36960CC0}" type="pres">
      <dgm:prSet presAssocID="{E9DE2A72-079C-4574-A6BA-0B462CE6A382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7077F2E-8908-4336-8C72-33CE1D02A0EB}" type="pres">
      <dgm:prSet presAssocID="{CB00EAD1-4911-4739-B023-DC1903C2723D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5CB9CC3-59BB-4BB5-9BEA-5378504E6CEC}" type="pres">
      <dgm:prSet presAssocID="{EF68C272-CE88-4168-99AD-40FBB6904FD8}" presName="spacer" presStyleCnt="0"/>
      <dgm:spPr/>
    </dgm:pt>
    <dgm:pt modelId="{DC18A6AE-F33D-4C4E-9C1C-55902F395FF0}" type="pres">
      <dgm:prSet presAssocID="{B0214E15-DD5B-459D-8BF5-EFDEB2393CA1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595C2EF-0E7F-4B8D-A657-A994398D8A1B}" type="pres">
      <dgm:prSet presAssocID="{51BA1C92-B6D7-40F2-ADAE-153D39F4EF02}" presName="spacer" presStyleCnt="0"/>
      <dgm:spPr/>
    </dgm:pt>
    <dgm:pt modelId="{8D9D1F4F-82E5-4A99-8F82-58CFCD0154A2}" type="pres">
      <dgm:prSet presAssocID="{62E9FABC-CEC9-49AB-87FF-574DBE744E65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4790FED-4CAF-4EA4-90A5-0576EEC60581}" type="presOf" srcId="{E9DE2A72-079C-4574-A6BA-0B462CE6A382}" destId="{6F1D3C4A-5F39-4774-9DB7-683C36960CC0}" srcOrd="0" destOrd="0" presId="urn:microsoft.com/office/officeart/2005/8/layout/vList2"/>
    <dgm:cxn modelId="{E7464361-4B4D-47C5-AABA-7B54E37C9841}" type="presOf" srcId="{B0214E15-DD5B-459D-8BF5-EFDEB2393CA1}" destId="{DC18A6AE-F33D-4C4E-9C1C-55902F395FF0}" srcOrd="0" destOrd="0" presId="urn:microsoft.com/office/officeart/2005/8/layout/vList2"/>
    <dgm:cxn modelId="{31C023F8-D738-4B81-A6C6-1E4F52182A9B}" type="presOf" srcId="{CB00EAD1-4911-4739-B023-DC1903C2723D}" destId="{B7077F2E-8908-4336-8C72-33CE1D02A0EB}" srcOrd="0" destOrd="0" presId="urn:microsoft.com/office/officeart/2005/8/layout/vList2"/>
    <dgm:cxn modelId="{1C98BDA8-0F47-4DDA-95E4-E46F1DA519DA}" srcId="{E9DE2A72-079C-4574-A6BA-0B462CE6A382}" destId="{62E9FABC-CEC9-49AB-87FF-574DBE744E65}" srcOrd="2" destOrd="0" parTransId="{0D5D80AF-1C5A-49B6-8D02-577232B3D820}" sibTransId="{BB9F5F0D-2078-4778-8D37-3EEA1BE5C1D1}"/>
    <dgm:cxn modelId="{16A439E0-14B1-472A-8E1E-38D0238C1287}" srcId="{E9DE2A72-079C-4574-A6BA-0B462CE6A382}" destId="{B0214E15-DD5B-459D-8BF5-EFDEB2393CA1}" srcOrd="1" destOrd="0" parTransId="{19F7CFD4-0698-47B9-9968-87058363075F}" sibTransId="{51BA1C92-B6D7-40F2-ADAE-153D39F4EF02}"/>
    <dgm:cxn modelId="{11F3826D-39EE-4A55-90F3-F8E67C915857}" srcId="{E9DE2A72-079C-4574-A6BA-0B462CE6A382}" destId="{CB00EAD1-4911-4739-B023-DC1903C2723D}" srcOrd="0" destOrd="0" parTransId="{45FCA9A5-CF6B-4328-BCF9-3ABD27B40A1A}" sibTransId="{EF68C272-CE88-4168-99AD-40FBB6904FD8}"/>
    <dgm:cxn modelId="{E068107E-9FEE-4358-B055-097C2C528D1B}" type="presOf" srcId="{62E9FABC-CEC9-49AB-87FF-574DBE744E65}" destId="{8D9D1F4F-82E5-4A99-8F82-58CFCD0154A2}" srcOrd="0" destOrd="0" presId="urn:microsoft.com/office/officeart/2005/8/layout/vList2"/>
    <dgm:cxn modelId="{EDA7EF02-E683-4BA9-B107-73181277CBEF}" type="presParOf" srcId="{6F1D3C4A-5F39-4774-9DB7-683C36960CC0}" destId="{B7077F2E-8908-4336-8C72-33CE1D02A0EB}" srcOrd="0" destOrd="0" presId="urn:microsoft.com/office/officeart/2005/8/layout/vList2"/>
    <dgm:cxn modelId="{94AF2400-4FBE-495E-8EE4-4116D51475BD}" type="presParOf" srcId="{6F1D3C4A-5F39-4774-9DB7-683C36960CC0}" destId="{65CB9CC3-59BB-4BB5-9BEA-5378504E6CEC}" srcOrd="1" destOrd="0" presId="urn:microsoft.com/office/officeart/2005/8/layout/vList2"/>
    <dgm:cxn modelId="{C60EF8F3-280A-4DE2-887B-E21E1DBE7482}" type="presParOf" srcId="{6F1D3C4A-5F39-4774-9DB7-683C36960CC0}" destId="{DC18A6AE-F33D-4C4E-9C1C-55902F395FF0}" srcOrd="2" destOrd="0" presId="urn:microsoft.com/office/officeart/2005/8/layout/vList2"/>
    <dgm:cxn modelId="{9517082E-E35E-4485-AABB-D25D4DC02202}" type="presParOf" srcId="{6F1D3C4A-5F39-4774-9DB7-683C36960CC0}" destId="{8595C2EF-0E7F-4B8D-A657-A994398D8A1B}" srcOrd="3" destOrd="0" presId="urn:microsoft.com/office/officeart/2005/8/layout/vList2"/>
    <dgm:cxn modelId="{A9B87FAE-B8CF-4135-B3A7-E336848B713B}" type="presParOf" srcId="{6F1D3C4A-5F39-4774-9DB7-683C36960CC0}" destId="{8D9D1F4F-82E5-4A99-8F82-58CFCD0154A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5.xml><?xml version="1.0" encoding="utf-8"?>
<dgm:dataModel xmlns:dgm="http://schemas.openxmlformats.org/drawingml/2006/diagram" xmlns:a="http://schemas.openxmlformats.org/drawingml/2006/main">
  <dgm:ptLst>
    <dgm:pt modelId="{21180701-A4FE-4196-9E95-9B5D46BC47A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6DC050A6-4A38-480A-83A4-20C217EBE2ED}">
      <dgm:prSet/>
      <dgm:spPr/>
      <dgm:t>
        <a:bodyPr/>
        <a:lstStyle/>
        <a:p>
          <a:r>
            <a:rPr lang="ru-RU"/>
            <a:t>1, 2</a:t>
          </a:r>
          <a:endParaRPr lang="uk-UA"/>
        </a:p>
      </dgm:t>
    </dgm:pt>
    <dgm:pt modelId="{A72846A6-7AA5-4C7F-B287-DA03CCE0D224}" type="parTrans" cxnId="{8948C355-4160-4B12-AB9E-D30DA2E40ADF}">
      <dgm:prSet/>
      <dgm:spPr/>
      <dgm:t>
        <a:bodyPr/>
        <a:lstStyle/>
        <a:p>
          <a:endParaRPr lang="uk-UA"/>
        </a:p>
      </dgm:t>
    </dgm:pt>
    <dgm:pt modelId="{16EF1A69-AE35-4947-BCF7-EE890D860063}" type="sibTrans" cxnId="{8948C355-4160-4B12-AB9E-D30DA2E40ADF}">
      <dgm:prSet/>
      <dgm:spPr/>
      <dgm:t>
        <a:bodyPr/>
        <a:lstStyle/>
        <a:p>
          <a:endParaRPr lang="uk-UA"/>
        </a:p>
      </dgm:t>
    </dgm:pt>
    <dgm:pt modelId="{B9E9D253-664B-42E7-AC16-78AF83708519}">
      <dgm:prSet/>
      <dgm:spPr/>
      <dgm:t>
        <a:bodyPr/>
        <a:lstStyle/>
        <a:p>
          <a:r>
            <a:rPr lang="ru-RU"/>
            <a:t>1, 3</a:t>
          </a:r>
          <a:endParaRPr lang="uk-UA"/>
        </a:p>
      </dgm:t>
    </dgm:pt>
    <dgm:pt modelId="{7F2C8C64-5C3A-4348-A170-7BFBE4ADBB7A}" type="parTrans" cxnId="{E2103969-20A3-4D0B-BE2C-49796A603853}">
      <dgm:prSet/>
      <dgm:spPr/>
      <dgm:t>
        <a:bodyPr/>
        <a:lstStyle/>
        <a:p>
          <a:endParaRPr lang="uk-UA"/>
        </a:p>
      </dgm:t>
    </dgm:pt>
    <dgm:pt modelId="{00BDE86B-25E1-4568-BE67-07D59B1FF0C1}" type="sibTrans" cxnId="{E2103969-20A3-4D0B-BE2C-49796A603853}">
      <dgm:prSet/>
      <dgm:spPr/>
      <dgm:t>
        <a:bodyPr/>
        <a:lstStyle/>
        <a:p>
          <a:endParaRPr lang="uk-UA"/>
        </a:p>
      </dgm:t>
    </dgm:pt>
    <dgm:pt modelId="{13CBB731-1AB5-4A6A-96E9-B794BFED1912}">
      <dgm:prSet/>
      <dgm:spPr>
        <a:solidFill>
          <a:srgbClr val="0070C0"/>
        </a:solidFill>
      </dgm:spPr>
      <dgm:t>
        <a:bodyPr/>
        <a:lstStyle/>
        <a:p>
          <a:r>
            <a:rPr lang="ru-RU"/>
            <a:t>2, 3</a:t>
          </a:r>
          <a:endParaRPr lang="uk-UA"/>
        </a:p>
      </dgm:t>
    </dgm:pt>
    <dgm:pt modelId="{37BE44DB-BB5B-4B37-B8B5-9B610F6D9D9B}" type="parTrans" cxnId="{A9958E38-CB72-46BD-A122-0E39F3833A86}">
      <dgm:prSet/>
      <dgm:spPr/>
      <dgm:t>
        <a:bodyPr/>
        <a:lstStyle/>
        <a:p>
          <a:endParaRPr lang="uk-UA"/>
        </a:p>
      </dgm:t>
    </dgm:pt>
    <dgm:pt modelId="{F4CE0B00-A317-4C53-8564-68AA0152D78E}" type="sibTrans" cxnId="{A9958E38-CB72-46BD-A122-0E39F3833A86}">
      <dgm:prSet/>
      <dgm:spPr/>
      <dgm:t>
        <a:bodyPr/>
        <a:lstStyle/>
        <a:p>
          <a:endParaRPr lang="uk-UA"/>
        </a:p>
      </dgm:t>
    </dgm:pt>
    <dgm:pt modelId="{BB19397E-C969-48E3-AD3D-F235A073E8DE}">
      <dgm:prSet/>
      <dgm:spPr/>
      <dgm:t>
        <a:bodyPr/>
        <a:lstStyle/>
        <a:p>
          <a:r>
            <a:rPr lang="ru-RU"/>
            <a:t>1, 2, 3</a:t>
          </a:r>
          <a:endParaRPr lang="uk-UA"/>
        </a:p>
      </dgm:t>
    </dgm:pt>
    <dgm:pt modelId="{13893A8A-F848-4062-A237-403662B422D6}" type="parTrans" cxnId="{7A0477CA-00F0-4A75-BC45-4733A042E8F5}">
      <dgm:prSet/>
      <dgm:spPr/>
      <dgm:t>
        <a:bodyPr/>
        <a:lstStyle/>
        <a:p>
          <a:endParaRPr lang="uk-UA"/>
        </a:p>
      </dgm:t>
    </dgm:pt>
    <dgm:pt modelId="{DE62726C-1E40-4E77-8599-D69E86E40615}" type="sibTrans" cxnId="{7A0477CA-00F0-4A75-BC45-4733A042E8F5}">
      <dgm:prSet/>
      <dgm:spPr/>
      <dgm:t>
        <a:bodyPr/>
        <a:lstStyle/>
        <a:p>
          <a:endParaRPr lang="uk-UA"/>
        </a:p>
      </dgm:t>
    </dgm:pt>
    <dgm:pt modelId="{39A97B61-4998-4AB7-B1F4-4449D70C9E51}" type="pres">
      <dgm:prSet presAssocID="{21180701-A4FE-4196-9E95-9B5D46BC47A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DD291341-E676-4D07-B1E6-1FD5C3E62C87}" type="pres">
      <dgm:prSet presAssocID="{21180701-A4FE-4196-9E95-9B5D46BC47AA}" presName="Name1" presStyleCnt="0"/>
      <dgm:spPr/>
    </dgm:pt>
    <dgm:pt modelId="{790E4FD7-8010-4CDD-A25A-F915B90A9BEF}" type="pres">
      <dgm:prSet presAssocID="{21180701-A4FE-4196-9E95-9B5D46BC47AA}" presName="cycle" presStyleCnt="0"/>
      <dgm:spPr/>
    </dgm:pt>
    <dgm:pt modelId="{87AF4F96-9639-42BE-B95F-2CE8D112B330}" type="pres">
      <dgm:prSet presAssocID="{21180701-A4FE-4196-9E95-9B5D46BC47AA}" presName="srcNode" presStyleLbl="node1" presStyleIdx="0" presStyleCnt="4"/>
      <dgm:spPr/>
    </dgm:pt>
    <dgm:pt modelId="{682E7D5C-9B52-4535-AFE6-5DF6E5B8936A}" type="pres">
      <dgm:prSet presAssocID="{21180701-A4FE-4196-9E95-9B5D46BC47AA}" presName="conn" presStyleLbl="parChTrans1D2" presStyleIdx="0" presStyleCnt="1"/>
      <dgm:spPr/>
      <dgm:t>
        <a:bodyPr/>
        <a:lstStyle/>
        <a:p>
          <a:endParaRPr lang="ru-RU"/>
        </a:p>
      </dgm:t>
    </dgm:pt>
    <dgm:pt modelId="{0B25435C-2E23-4BD2-AFC4-D563AA5B61DD}" type="pres">
      <dgm:prSet presAssocID="{21180701-A4FE-4196-9E95-9B5D46BC47AA}" presName="extraNode" presStyleLbl="node1" presStyleIdx="0" presStyleCnt="4"/>
      <dgm:spPr/>
    </dgm:pt>
    <dgm:pt modelId="{F1F9D6A3-73DE-45FA-9A41-085AF01AC783}" type="pres">
      <dgm:prSet presAssocID="{21180701-A4FE-4196-9E95-9B5D46BC47AA}" presName="dstNode" presStyleLbl="node1" presStyleIdx="0" presStyleCnt="4"/>
      <dgm:spPr/>
    </dgm:pt>
    <dgm:pt modelId="{6D9C0641-E507-455A-8A78-45FB5FF44BC3}" type="pres">
      <dgm:prSet presAssocID="{6DC050A6-4A38-480A-83A4-20C217EBE2ED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263EC43-28A5-4F06-A654-ABE6D5F4AA56}" type="pres">
      <dgm:prSet presAssocID="{6DC050A6-4A38-480A-83A4-20C217EBE2ED}" presName="accent_1" presStyleCnt="0"/>
      <dgm:spPr/>
    </dgm:pt>
    <dgm:pt modelId="{FB409734-3ECF-48A4-A784-5192B924E3BC}" type="pres">
      <dgm:prSet presAssocID="{6DC050A6-4A38-480A-83A4-20C217EBE2ED}" presName="accentRepeatNode" presStyleLbl="solidFgAcc1" presStyleIdx="0" presStyleCnt="4"/>
      <dgm:spPr/>
    </dgm:pt>
    <dgm:pt modelId="{C25116BC-6384-40E7-8F9F-34CBF0286A13}" type="pres">
      <dgm:prSet presAssocID="{B9E9D253-664B-42E7-AC16-78AF83708519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809CB25-3BAE-4E14-949B-DFA72EEF8E41}" type="pres">
      <dgm:prSet presAssocID="{B9E9D253-664B-42E7-AC16-78AF83708519}" presName="accent_2" presStyleCnt="0"/>
      <dgm:spPr/>
    </dgm:pt>
    <dgm:pt modelId="{45B96043-524F-4662-9F08-C467C236E5FA}" type="pres">
      <dgm:prSet presAssocID="{B9E9D253-664B-42E7-AC16-78AF83708519}" presName="accentRepeatNode" presStyleLbl="solidFgAcc1" presStyleIdx="1" presStyleCnt="4"/>
      <dgm:spPr/>
    </dgm:pt>
    <dgm:pt modelId="{51A3E8FC-F1F0-4226-B31C-C66367C4E406}" type="pres">
      <dgm:prSet presAssocID="{13CBB731-1AB5-4A6A-96E9-B794BFED1912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1176B79-8D44-4B46-BC12-8073FF512116}" type="pres">
      <dgm:prSet presAssocID="{13CBB731-1AB5-4A6A-96E9-B794BFED1912}" presName="accent_3" presStyleCnt="0"/>
      <dgm:spPr/>
    </dgm:pt>
    <dgm:pt modelId="{6228C448-140A-4CE0-8F1D-AE03EB35CBDE}" type="pres">
      <dgm:prSet presAssocID="{13CBB731-1AB5-4A6A-96E9-B794BFED1912}" presName="accentRepeatNode" presStyleLbl="solidFgAcc1" presStyleIdx="2" presStyleCnt="4"/>
      <dgm:spPr/>
    </dgm:pt>
    <dgm:pt modelId="{17B52FA2-5F66-445F-A6B8-43E91BFAB89C}" type="pres">
      <dgm:prSet presAssocID="{BB19397E-C969-48E3-AD3D-F235A073E8DE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285D58-7CA4-4C11-A59E-6695C84C420E}" type="pres">
      <dgm:prSet presAssocID="{BB19397E-C969-48E3-AD3D-F235A073E8DE}" presName="accent_4" presStyleCnt="0"/>
      <dgm:spPr/>
    </dgm:pt>
    <dgm:pt modelId="{875557D4-0E36-4E50-A6EC-79B913D6B88E}" type="pres">
      <dgm:prSet presAssocID="{BB19397E-C969-48E3-AD3D-F235A073E8DE}" presName="accentRepeatNode" presStyleLbl="solidFgAcc1" presStyleIdx="3" presStyleCnt="4"/>
      <dgm:spPr/>
    </dgm:pt>
  </dgm:ptLst>
  <dgm:cxnLst>
    <dgm:cxn modelId="{A9958E38-CB72-46BD-A122-0E39F3833A86}" srcId="{21180701-A4FE-4196-9E95-9B5D46BC47AA}" destId="{13CBB731-1AB5-4A6A-96E9-B794BFED1912}" srcOrd="2" destOrd="0" parTransId="{37BE44DB-BB5B-4B37-B8B5-9B610F6D9D9B}" sibTransId="{F4CE0B00-A317-4C53-8564-68AA0152D78E}"/>
    <dgm:cxn modelId="{8948C355-4160-4B12-AB9E-D30DA2E40ADF}" srcId="{21180701-A4FE-4196-9E95-9B5D46BC47AA}" destId="{6DC050A6-4A38-480A-83A4-20C217EBE2ED}" srcOrd="0" destOrd="0" parTransId="{A72846A6-7AA5-4C7F-B287-DA03CCE0D224}" sibTransId="{16EF1A69-AE35-4947-BCF7-EE890D860063}"/>
    <dgm:cxn modelId="{F999866B-DDE0-43D9-B685-A46CE7C131D5}" type="presOf" srcId="{16EF1A69-AE35-4947-BCF7-EE890D860063}" destId="{682E7D5C-9B52-4535-AFE6-5DF6E5B8936A}" srcOrd="0" destOrd="0" presId="urn:microsoft.com/office/officeart/2008/layout/VerticalCurvedList"/>
    <dgm:cxn modelId="{8B2F113E-59EB-40F7-AF6B-94C81D55D276}" type="presOf" srcId="{BB19397E-C969-48E3-AD3D-F235A073E8DE}" destId="{17B52FA2-5F66-445F-A6B8-43E91BFAB89C}" srcOrd="0" destOrd="0" presId="urn:microsoft.com/office/officeart/2008/layout/VerticalCurvedList"/>
    <dgm:cxn modelId="{E2103969-20A3-4D0B-BE2C-49796A603853}" srcId="{21180701-A4FE-4196-9E95-9B5D46BC47AA}" destId="{B9E9D253-664B-42E7-AC16-78AF83708519}" srcOrd="1" destOrd="0" parTransId="{7F2C8C64-5C3A-4348-A170-7BFBE4ADBB7A}" sibTransId="{00BDE86B-25E1-4568-BE67-07D59B1FF0C1}"/>
    <dgm:cxn modelId="{C3722141-4D1B-4E86-A018-AF4ABDF5C6EB}" type="presOf" srcId="{13CBB731-1AB5-4A6A-96E9-B794BFED1912}" destId="{51A3E8FC-F1F0-4226-B31C-C66367C4E406}" srcOrd="0" destOrd="0" presId="urn:microsoft.com/office/officeart/2008/layout/VerticalCurvedList"/>
    <dgm:cxn modelId="{620DB253-D6AB-4FF8-B5AA-CD47415A74D7}" type="presOf" srcId="{21180701-A4FE-4196-9E95-9B5D46BC47AA}" destId="{39A97B61-4998-4AB7-B1F4-4449D70C9E51}" srcOrd="0" destOrd="0" presId="urn:microsoft.com/office/officeart/2008/layout/VerticalCurvedList"/>
    <dgm:cxn modelId="{BFA944CE-FDE3-4138-AA4B-E90CC517D5EA}" type="presOf" srcId="{B9E9D253-664B-42E7-AC16-78AF83708519}" destId="{C25116BC-6384-40E7-8F9F-34CBF0286A13}" srcOrd="0" destOrd="0" presId="urn:microsoft.com/office/officeart/2008/layout/VerticalCurvedList"/>
    <dgm:cxn modelId="{7A0477CA-00F0-4A75-BC45-4733A042E8F5}" srcId="{21180701-A4FE-4196-9E95-9B5D46BC47AA}" destId="{BB19397E-C969-48E3-AD3D-F235A073E8DE}" srcOrd="3" destOrd="0" parTransId="{13893A8A-F848-4062-A237-403662B422D6}" sibTransId="{DE62726C-1E40-4E77-8599-D69E86E40615}"/>
    <dgm:cxn modelId="{DA0BE501-5CD8-430E-855B-82835743BE3C}" type="presOf" srcId="{6DC050A6-4A38-480A-83A4-20C217EBE2ED}" destId="{6D9C0641-E507-455A-8A78-45FB5FF44BC3}" srcOrd="0" destOrd="0" presId="urn:microsoft.com/office/officeart/2008/layout/VerticalCurvedList"/>
    <dgm:cxn modelId="{D07A1ADD-ED2E-4947-9624-0677DBF46925}" type="presParOf" srcId="{39A97B61-4998-4AB7-B1F4-4449D70C9E51}" destId="{DD291341-E676-4D07-B1E6-1FD5C3E62C87}" srcOrd="0" destOrd="0" presId="urn:microsoft.com/office/officeart/2008/layout/VerticalCurvedList"/>
    <dgm:cxn modelId="{43AB8662-4277-44EF-89DC-BACA22931D39}" type="presParOf" srcId="{DD291341-E676-4D07-B1E6-1FD5C3E62C87}" destId="{790E4FD7-8010-4CDD-A25A-F915B90A9BEF}" srcOrd="0" destOrd="0" presId="urn:microsoft.com/office/officeart/2008/layout/VerticalCurvedList"/>
    <dgm:cxn modelId="{577ADC3C-9D54-45A8-A426-342AAD867FC5}" type="presParOf" srcId="{790E4FD7-8010-4CDD-A25A-F915B90A9BEF}" destId="{87AF4F96-9639-42BE-B95F-2CE8D112B330}" srcOrd="0" destOrd="0" presId="urn:microsoft.com/office/officeart/2008/layout/VerticalCurvedList"/>
    <dgm:cxn modelId="{E22BB52D-FD2E-4B32-B7EB-5EECB02BB292}" type="presParOf" srcId="{790E4FD7-8010-4CDD-A25A-F915B90A9BEF}" destId="{682E7D5C-9B52-4535-AFE6-5DF6E5B8936A}" srcOrd="1" destOrd="0" presId="urn:microsoft.com/office/officeart/2008/layout/VerticalCurvedList"/>
    <dgm:cxn modelId="{E886E034-5031-40A6-9800-AF065CD3ED05}" type="presParOf" srcId="{790E4FD7-8010-4CDD-A25A-F915B90A9BEF}" destId="{0B25435C-2E23-4BD2-AFC4-D563AA5B61DD}" srcOrd="2" destOrd="0" presId="urn:microsoft.com/office/officeart/2008/layout/VerticalCurvedList"/>
    <dgm:cxn modelId="{0A4B56B8-DEC4-467D-8AE4-A4F953F23485}" type="presParOf" srcId="{790E4FD7-8010-4CDD-A25A-F915B90A9BEF}" destId="{F1F9D6A3-73DE-45FA-9A41-085AF01AC783}" srcOrd="3" destOrd="0" presId="urn:microsoft.com/office/officeart/2008/layout/VerticalCurvedList"/>
    <dgm:cxn modelId="{415AC392-B385-4853-86C1-7F324AA3A985}" type="presParOf" srcId="{DD291341-E676-4D07-B1E6-1FD5C3E62C87}" destId="{6D9C0641-E507-455A-8A78-45FB5FF44BC3}" srcOrd="1" destOrd="0" presId="urn:microsoft.com/office/officeart/2008/layout/VerticalCurvedList"/>
    <dgm:cxn modelId="{87673ECB-1BE9-4038-968E-E2EC427D0E2C}" type="presParOf" srcId="{DD291341-E676-4D07-B1E6-1FD5C3E62C87}" destId="{0263EC43-28A5-4F06-A654-ABE6D5F4AA56}" srcOrd="2" destOrd="0" presId="urn:microsoft.com/office/officeart/2008/layout/VerticalCurvedList"/>
    <dgm:cxn modelId="{4F006D4F-A3EE-4E86-B623-D7FBA175DB91}" type="presParOf" srcId="{0263EC43-28A5-4F06-A654-ABE6D5F4AA56}" destId="{FB409734-3ECF-48A4-A784-5192B924E3BC}" srcOrd="0" destOrd="0" presId="urn:microsoft.com/office/officeart/2008/layout/VerticalCurvedList"/>
    <dgm:cxn modelId="{48F2ADCD-211E-424C-899E-21BA6EAB4B0E}" type="presParOf" srcId="{DD291341-E676-4D07-B1E6-1FD5C3E62C87}" destId="{C25116BC-6384-40E7-8F9F-34CBF0286A13}" srcOrd="3" destOrd="0" presId="urn:microsoft.com/office/officeart/2008/layout/VerticalCurvedList"/>
    <dgm:cxn modelId="{4197C053-7116-4547-BFD3-2E91CD379949}" type="presParOf" srcId="{DD291341-E676-4D07-B1E6-1FD5C3E62C87}" destId="{6809CB25-3BAE-4E14-949B-DFA72EEF8E41}" srcOrd="4" destOrd="0" presId="urn:microsoft.com/office/officeart/2008/layout/VerticalCurvedList"/>
    <dgm:cxn modelId="{81A62AA7-E40C-4A31-9839-D47F0BE3746B}" type="presParOf" srcId="{6809CB25-3BAE-4E14-949B-DFA72EEF8E41}" destId="{45B96043-524F-4662-9F08-C467C236E5FA}" srcOrd="0" destOrd="0" presId="urn:microsoft.com/office/officeart/2008/layout/VerticalCurvedList"/>
    <dgm:cxn modelId="{0CDE319C-1BD4-44D9-A698-C27334430400}" type="presParOf" srcId="{DD291341-E676-4D07-B1E6-1FD5C3E62C87}" destId="{51A3E8FC-F1F0-4226-B31C-C66367C4E406}" srcOrd="5" destOrd="0" presId="urn:microsoft.com/office/officeart/2008/layout/VerticalCurvedList"/>
    <dgm:cxn modelId="{3491ABEB-5B26-4206-9935-922CC31D4893}" type="presParOf" srcId="{DD291341-E676-4D07-B1E6-1FD5C3E62C87}" destId="{A1176B79-8D44-4B46-BC12-8073FF512116}" srcOrd="6" destOrd="0" presId="urn:microsoft.com/office/officeart/2008/layout/VerticalCurvedList"/>
    <dgm:cxn modelId="{4950BE47-6F05-4F3D-9DBA-44D4ED39BF54}" type="presParOf" srcId="{A1176B79-8D44-4B46-BC12-8073FF512116}" destId="{6228C448-140A-4CE0-8F1D-AE03EB35CBDE}" srcOrd="0" destOrd="0" presId="urn:microsoft.com/office/officeart/2008/layout/VerticalCurvedList"/>
    <dgm:cxn modelId="{68444221-A290-47AC-B7CD-44323D4FF06F}" type="presParOf" srcId="{DD291341-E676-4D07-B1E6-1FD5C3E62C87}" destId="{17B52FA2-5F66-445F-A6B8-43E91BFAB89C}" srcOrd="7" destOrd="0" presId="urn:microsoft.com/office/officeart/2008/layout/VerticalCurvedList"/>
    <dgm:cxn modelId="{EC06F454-FEDD-42E6-B7DC-1F767E51D675}" type="presParOf" srcId="{DD291341-E676-4D07-B1E6-1FD5C3E62C87}" destId="{B2285D58-7CA4-4C11-A59E-6695C84C420E}" srcOrd="8" destOrd="0" presId="urn:microsoft.com/office/officeart/2008/layout/VerticalCurvedList"/>
    <dgm:cxn modelId="{FD5E4D28-91F4-479F-B6F7-DA6866D9F71E}" type="presParOf" srcId="{B2285D58-7CA4-4C11-A59E-6695C84C420E}" destId="{875557D4-0E36-4E50-A6EC-79B913D6B88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6.xml><?xml version="1.0" encoding="utf-8"?>
<dgm:dataModel xmlns:dgm="http://schemas.openxmlformats.org/drawingml/2006/diagram" xmlns:a="http://schemas.openxmlformats.org/drawingml/2006/main">
  <dgm:ptLst>
    <dgm:pt modelId="{21180701-A4FE-4196-9E95-9B5D46BC47A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6DC050A6-4A38-480A-83A4-20C217EBE2ED}">
      <dgm:prSet/>
      <dgm:spPr/>
      <dgm:t>
        <a:bodyPr/>
        <a:lstStyle/>
        <a:p>
          <a:r>
            <a:rPr lang="ru-RU" dirty="0"/>
            <a:t>1, 2</a:t>
          </a:r>
          <a:endParaRPr lang="uk-UA" dirty="0"/>
        </a:p>
      </dgm:t>
    </dgm:pt>
    <dgm:pt modelId="{A72846A6-7AA5-4C7F-B287-DA03CCE0D224}" type="parTrans" cxnId="{8948C355-4160-4B12-AB9E-D30DA2E40ADF}">
      <dgm:prSet/>
      <dgm:spPr/>
      <dgm:t>
        <a:bodyPr/>
        <a:lstStyle/>
        <a:p>
          <a:endParaRPr lang="uk-UA"/>
        </a:p>
      </dgm:t>
    </dgm:pt>
    <dgm:pt modelId="{16EF1A69-AE35-4947-BCF7-EE890D860063}" type="sibTrans" cxnId="{8948C355-4160-4B12-AB9E-D30DA2E40ADF}">
      <dgm:prSet/>
      <dgm:spPr/>
      <dgm:t>
        <a:bodyPr/>
        <a:lstStyle/>
        <a:p>
          <a:endParaRPr lang="uk-UA"/>
        </a:p>
      </dgm:t>
    </dgm:pt>
    <dgm:pt modelId="{B9E9D253-664B-42E7-AC16-78AF83708519}">
      <dgm:prSet/>
      <dgm:spPr/>
      <dgm:t>
        <a:bodyPr/>
        <a:lstStyle/>
        <a:p>
          <a:r>
            <a:rPr lang="ru-RU"/>
            <a:t>1, 3</a:t>
          </a:r>
          <a:endParaRPr lang="uk-UA"/>
        </a:p>
      </dgm:t>
    </dgm:pt>
    <dgm:pt modelId="{7F2C8C64-5C3A-4348-A170-7BFBE4ADBB7A}" type="parTrans" cxnId="{E2103969-20A3-4D0B-BE2C-49796A603853}">
      <dgm:prSet/>
      <dgm:spPr/>
      <dgm:t>
        <a:bodyPr/>
        <a:lstStyle/>
        <a:p>
          <a:endParaRPr lang="uk-UA"/>
        </a:p>
      </dgm:t>
    </dgm:pt>
    <dgm:pt modelId="{00BDE86B-25E1-4568-BE67-07D59B1FF0C1}" type="sibTrans" cxnId="{E2103969-20A3-4D0B-BE2C-49796A603853}">
      <dgm:prSet/>
      <dgm:spPr/>
      <dgm:t>
        <a:bodyPr/>
        <a:lstStyle/>
        <a:p>
          <a:endParaRPr lang="uk-UA"/>
        </a:p>
      </dgm:t>
    </dgm:pt>
    <dgm:pt modelId="{13CBB731-1AB5-4A6A-96E9-B794BFED1912}">
      <dgm:prSet/>
      <dgm:spPr>
        <a:solidFill>
          <a:schemeClr val="accent1"/>
        </a:solidFill>
      </dgm:spPr>
      <dgm:t>
        <a:bodyPr/>
        <a:lstStyle/>
        <a:p>
          <a:r>
            <a:rPr lang="ru-RU"/>
            <a:t>2, 3</a:t>
          </a:r>
          <a:endParaRPr lang="uk-UA"/>
        </a:p>
      </dgm:t>
    </dgm:pt>
    <dgm:pt modelId="{37BE44DB-BB5B-4B37-B8B5-9B610F6D9D9B}" type="parTrans" cxnId="{A9958E38-CB72-46BD-A122-0E39F3833A86}">
      <dgm:prSet/>
      <dgm:spPr/>
      <dgm:t>
        <a:bodyPr/>
        <a:lstStyle/>
        <a:p>
          <a:endParaRPr lang="uk-UA"/>
        </a:p>
      </dgm:t>
    </dgm:pt>
    <dgm:pt modelId="{F4CE0B00-A317-4C53-8564-68AA0152D78E}" type="sibTrans" cxnId="{A9958E38-CB72-46BD-A122-0E39F3833A86}">
      <dgm:prSet/>
      <dgm:spPr/>
      <dgm:t>
        <a:bodyPr/>
        <a:lstStyle/>
        <a:p>
          <a:endParaRPr lang="uk-UA"/>
        </a:p>
      </dgm:t>
    </dgm:pt>
    <dgm:pt modelId="{BB19397E-C969-48E3-AD3D-F235A073E8DE}">
      <dgm:prSet/>
      <dgm:spPr/>
      <dgm:t>
        <a:bodyPr/>
        <a:lstStyle/>
        <a:p>
          <a:r>
            <a:rPr lang="ru-RU" dirty="0"/>
            <a:t>1, 2, 3</a:t>
          </a:r>
          <a:endParaRPr lang="uk-UA" dirty="0"/>
        </a:p>
      </dgm:t>
    </dgm:pt>
    <dgm:pt modelId="{13893A8A-F848-4062-A237-403662B422D6}" type="parTrans" cxnId="{7A0477CA-00F0-4A75-BC45-4733A042E8F5}">
      <dgm:prSet/>
      <dgm:spPr/>
      <dgm:t>
        <a:bodyPr/>
        <a:lstStyle/>
        <a:p>
          <a:endParaRPr lang="uk-UA"/>
        </a:p>
      </dgm:t>
    </dgm:pt>
    <dgm:pt modelId="{DE62726C-1E40-4E77-8599-D69E86E40615}" type="sibTrans" cxnId="{7A0477CA-00F0-4A75-BC45-4733A042E8F5}">
      <dgm:prSet/>
      <dgm:spPr/>
      <dgm:t>
        <a:bodyPr/>
        <a:lstStyle/>
        <a:p>
          <a:endParaRPr lang="uk-UA"/>
        </a:p>
      </dgm:t>
    </dgm:pt>
    <dgm:pt modelId="{39A97B61-4998-4AB7-B1F4-4449D70C9E51}" type="pres">
      <dgm:prSet presAssocID="{21180701-A4FE-4196-9E95-9B5D46BC47AA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DD291341-E676-4D07-B1E6-1FD5C3E62C87}" type="pres">
      <dgm:prSet presAssocID="{21180701-A4FE-4196-9E95-9B5D46BC47AA}" presName="Name1" presStyleCnt="0"/>
      <dgm:spPr/>
    </dgm:pt>
    <dgm:pt modelId="{790E4FD7-8010-4CDD-A25A-F915B90A9BEF}" type="pres">
      <dgm:prSet presAssocID="{21180701-A4FE-4196-9E95-9B5D46BC47AA}" presName="cycle" presStyleCnt="0"/>
      <dgm:spPr/>
    </dgm:pt>
    <dgm:pt modelId="{87AF4F96-9639-42BE-B95F-2CE8D112B330}" type="pres">
      <dgm:prSet presAssocID="{21180701-A4FE-4196-9E95-9B5D46BC47AA}" presName="srcNode" presStyleLbl="node1" presStyleIdx="0" presStyleCnt="4"/>
      <dgm:spPr/>
    </dgm:pt>
    <dgm:pt modelId="{682E7D5C-9B52-4535-AFE6-5DF6E5B8936A}" type="pres">
      <dgm:prSet presAssocID="{21180701-A4FE-4196-9E95-9B5D46BC47AA}" presName="conn" presStyleLbl="parChTrans1D2" presStyleIdx="0" presStyleCnt="1"/>
      <dgm:spPr/>
      <dgm:t>
        <a:bodyPr/>
        <a:lstStyle/>
        <a:p>
          <a:endParaRPr lang="ru-RU"/>
        </a:p>
      </dgm:t>
    </dgm:pt>
    <dgm:pt modelId="{0B25435C-2E23-4BD2-AFC4-D563AA5B61DD}" type="pres">
      <dgm:prSet presAssocID="{21180701-A4FE-4196-9E95-9B5D46BC47AA}" presName="extraNode" presStyleLbl="node1" presStyleIdx="0" presStyleCnt="4"/>
      <dgm:spPr/>
    </dgm:pt>
    <dgm:pt modelId="{F1F9D6A3-73DE-45FA-9A41-085AF01AC783}" type="pres">
      <dgm:prSet presAssocID="{21180701-A4FE-4196-9E95-9B5D46BC47AA}" presName="dstNode" presStyleLbl="node1" presStyleIdx="0" presStyleCnt="4"/>
      <dgm:spPr/>
    </dgm:pt>
    <dgm:pt modelId="{6D9C0641-E507-455A-8A78-45FB5FF44BC3}" type="pres">
      <dgm:prSet presAssocID="{6DC050A6-4A38-480A-83A4-20C217EBE2ED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263EC43-28A5-4F06-A654-ABE6D5F4AA56}" type="pres">
      <dgm:prSet presAssocID="{6DC050A6-4A38-480A-83A4-20C217EBE2ED}" presName="accent_1" presStyleCnt="0"/>
      <dgm:spPr/>
    </dgm:pt>
    <dgm:pt modelId="{FB409734-3ECF-48A4-A784-5192B924E3BC}" type="pres">
      <dgm:prSet presAssocID="{6DC050A6-4A38-480A-83A4-20C217EBE2ED}" presName="accentRepeatNode" presStyleLbl="solidFgAcc1" presStyleIdx="0" presStyleCnt="4"/>
      <dgm:spPr/>
    </dgm:pt>
    <dgm:pt modelId="{C25116BC-6384-40E7-8F9F-34CBF0286A13}" type="pres">
      <dgm:prSet presAssocID="{B9E9D253-664B-42E7-AC16-78AF83708519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809CB25-3BAE-4E14-949B-DFA72EEF8E41}" type="pres">
      <dgm:prSet presAssocID="{B9E9D253-664B-42E7-AC16-78AF83708519}" presName="accent_2" presStyleCnt="0"/>
      <dgm:spPr/>
    </dgm:pt>
    <dgm:pt modelId="{45B96043-524F-4662-9F08-C467C236E5FA}" type="pres">
      <dgm:prSet presAssocID="{B9E9D253-664B-42E7-AC16-78AF83708519}" presName="accentRepeatNode" presStyleLbl="solidFgAcc1" presStyleIdx="1" presStyleCnt="4"/>
      <dgm:spPr/>
    </dgm:pt>
    <dgm:pt modelId="{51A3E8FC-F1F0-4226-B31C-C66367C4E406}" type="pres">
      <dgm:prSet presAssocID="{13CBB731-1AB5-4A6A-96E9-B794BFED1912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1176B79-8D44-4B46-BC12-8073FF512116}" type="pres">
      <dgm:prSet presAssocID="{13CBB731-1AB5-4A6A-96E9-B794BFED1912}" presName="accent_3" presStyleCnt="0"/>
      <dgm:spPr/>
    </dgm:pt>
    <dgm:pt modelId="{6228C448-140A-4CE0-8F1D-AE03EB35CBDE}" type="pres">
      <dgm:prSet presAssocID="{13CBB731-1AB5-4A6A-96E9-B794BFED1912}" presName="accentRepeatNode" presStyleLbl="solidFgAcc1" presStyleIdx="2" presStyleCnt="4"/>
      <dgm:spPr/>
    </dgm:pt>
    <dgm:pt modelId="{17B52FA2-5F66-445F-A6B8-43E91BFAB89C}" type="pres">
      <dgm:prSet presAssocID="{BB19397E-C969-48E3-AD3D-F235A073E8DE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285D58-7CA4-4C11-A59E-6695C84C420E}" type="pres">
      <dgm:prSet presAssocID="{BB19397E-C969-48E3-AD3D-F235A073E8DE}" presName="accent_4" presStyleCnt="0"/>
      <dgm:spPr/>
    </dgm:pt>
    <dgm:pt modelId="{875557D4-0E36-4E50-A6EC-79B913D6B88E}" type="pres">
      <dgm:prSet presAssocID="{BB19397E-C969-48E3-AD3D-F235A073E8DE}" presName="accentRepeatNode" presStyleLbl="solidFgAcc1" presStyleIdx="3" presStyleCnt="4"/>
      <dgm:spPr/>
    </dgm:pt>
  </dgm:ptLst>
  <dgm:cxnLst>
    <dgm:cxn modelId="{A9958E38-CB72-46BD-A122-0E39F3833A86}" srcId="{21180701-A4FE-4196-9E95-9B5D46BC47AA}" destId="{13CBB731-1AB5-4A6A-96E9-B794BFED1912}" srcOrd="2" destOrd="0" parTransId="{37BE44DB-BB5B-4B37-B8B5-9B610F6D9D9B}" sibTransId="{F4CE0B00-A317-4C53-8564-68AA0152D78E}"/>
    <dgm:cxn modelId="{8948C355-4160-4B12-AB9E-D30DA2E40ADF}" srcId="{21180701-A4FE-4196-9E95-9B5D46BC47AA}" destId="{6DC050A6-4A38-480A-83A4-20C217EBE2ED}" srcOrd="0" destOrd="0" parTransId="{A72846A6-7AA5-4C7F-B287-DA03CCE0D224}" sibTransId="{16EF1A69-AE35-4947-BCF7-EE890D860063}"/>
    <dgm:cxn modelId="{F999866B-DDE0-43D9-B685-A46CE7C131D5}" type="presOf" srcId="{16EF1A69-AE35-4947-BCF7-EE890D860063}" destId="{682E7D5C-9B52-4535-AFE6-5DF6E5B8936A}" srcOrd="0" destOrd="0" presId="urn:microsoft.com/office/officeart/2008/layout/VerticalCurvedList"/>
    <dgm:cxn modelId="{8B2F113E-59EB-40F7-AF6B-94C81D55D276}" type="presOf" srcId="{BB19397E-C969-48E3-AD3D-F235A073E8DE}" destId="{17B52FA2-5F66-445F-A6B8-43E91BFAB89C}" srcOrd="0" destOrd="0" presId="urn:microsoft.com/office/officeart/2008/layout/VerticalCurvedList"/>
    <dgm:cxn modelId="{E2103969-20A3-4D0B-BE2C-49796A603853}" srcId="{21180701-A4FE-4196-9E95-9B5D46BC47AA}" destId="{B9E9D253-664B-42E7-AC16-78AF83708519}" srcOrd="1" destOrd="0" parTransId="{7F2C8C64-5C3A-4348-A170-7BFBE4ADBB7A}" sibTransId="{00BDE86B-25E1-4568-BE67-07D59B1FF0C1}"/>
    <dgm:cxn modelId="{C3722141-4D1B-4E86-A018-AF4ABDF5C6EB}" type="presOf" srcId="{13CBB731-1AB5-4A6A-96E9-B794BFED1912}" destId="{51A3E8FC-F1F0-4226-B31C-C66367C4E406}" srcOrd="0" destOrd="0" presId="urn:microsoft.com/office/officeart/2008/layout/VerticalCurvedList"/>
    <dgm:cxn modelId="{620DB253-D6AB-4FF8-B5AA-CD47415A74D7}" type="presOf" srcId="{21180701-A4FE-4196-9E95-9B5D46BC47AA}" destId="{39A97B61-4998-4AB7-B1F4-4449D70C9E51}" srcOrd="0" destOrd="0" presId="urn:microsoft.com/office/officeart/2008/layout/VerticalCurvedList"/>
    <dgm:cxn modelId="{BFA944CE-FDE3-4138-AA4B-E90CC517D5EA}" type="presOf" srcId="{B9E9D253-664B-42E7-AC16-78AF83708519}" destId="{C25116BC-6384-40E7-8F9F-34CBF0286A13}" srcOrd="0" destOrd="0" presId="urn:microsoft.com/office/officeart/2008/layout/VerticalCurvedList"/>
    <dgm:cxn modelId="{7A0477CA-00F0-4A75-BC45-4733A042E8F5}" srcId="{21180701-A4FE-4196-9E95-9B5D46BC47AA}" destId="{BB19397E-C969-48E3-AD3D-F235A073E8DE}" srcOrd="3" destOrd="0" parTransId="{13893A8A-F848-4062-A237-403662B422D6}" sibTransId="{DE62726C-1E40-4E77-8599-D69E86E40615}"/>
    <dgm:cxn modelId="{DA0BE501-5CD8-430E-855B-82835743BE3C}" type="presOf" srcId="{6DC050A6-4A38-480A-83A4-20C217EBE2ED}" destId="{6D9C0641-E507-455A-8A78-45FB5FF44BC3}" srcOrd="0" destOrd="0" presId="urn:microsoft.com/office/officeart/2008/layout/VerticalCurvedList"/>
    <dgm:cxn modelId="{D07A1ADD-ED2E-4947-9624-0677DBF46925}" type="presParOf" srcId="{39A97B61-4998-4AB7-B1F4-4449D70C9E51}" destId="{DD291341-E676-4D07-B1E6-1FD5C3E62C87}" srcOrd="0" destOrd="0" presId="urn:microsoft.com/office/officeart/2008/layout/VerticalCurvedList"/>
    <dgm:cxn modelId="{43AB8662-4277-44EF-89DC-BACA22931D39}" type="presParOf" srcId="{DD291341-E676-4D07-B1E6-1FD5C3E62C87}" destId="{790E4FD7-8010-4CDD-A25A-F915B90A9BEF}" srcOrd="0" destOrd="0" presId="urn:microsoft.com/office/officeart/2008/layout/VerticalCurvedList"/>
    <dgm:cxn modelId="{577ADC3C-9D54-45A8-A426-342AAD867FC5}" type="presParOf" srcId="{790E4FD7-8010-4CDD-A25A-F915B90A9BEF}" destId="{87AF4F96-9639-42BE-B95F-2CE8D112B330}" srcOrd="0" destOrd="0" presId="urn:microsoft.com/office/officeart/2008/layout/VerticalCurvedList"/>
    <dgm:cxn modelId="{E22BB52D-FD2E-4B32-B7EB-5EECB02BB292}" type="presParOf" srcId="{790E4FD7-8010-4CDD-A25A-F915B90A9BEF}" destId="{682E7D5C-9B52-4535-AFE6-5DF6E5B8936A}" srcOrd="1" destOrd="0" presId="urn:microsoft.com/office/officeart/2008/layout/VerticalCurvedList"/>
    <dgm:cxn modelId="{E886E034-5031-40A6-9800-AF065CD3ED05}" type="presParOf" srcId="{790E4FD7-8010-4CDD-A25A-F915B90A9BEF}" destId="{0B25435C-2E23-4BD2-AFC4-D563AA5B61DD}" srcOrd="2" destOrd="0" presId="urn:microsoft.com/office/officeart/2008/layout/VerticalCurvedList"/>
    <dgm:cxn modelId="{0A4B56B8-DEC4-467D-8AE4-A4F953F23485}" type="presParOf" srcId="{790E4FD7-8010-4CDD-A25A-F915B90A9BEF}" destId="{F1F9D6A3-73DE-45FA-9A41-085AF01AC783}" srcOrd="3" destOrd="0" presId="urn:microsoft.com/office/officeart/2008/layout/VerticalCurvedList"/>
    <dgm:cxn modelId="{415AC392-B385-4853-86C1-7F324AA3A985}" type="presParOf" srcId="{DD291341-E676-4D07-B1E6-1FD5C3E62C87}" destId="{6D9C0641-E507-455A-8A78-45FB5FF44BC3}" srcOrd="1" destOrd="0" presId="urn:microsoft.com/office/officeart/2008/layout/VerticalCurvedList"/>
    <dgm:cxn modelId="{87673ECB-1BE9-4038-968E-E2EC427D0E2C}" type="presParOf" srcId="{DD291341-E676-4D07-B1E6-1FD5C3E62C87}" destId="{0263EC43-28A5-4F06-A654-ABE6D5F4AA56}" srcOrd="2" destOrd="0" presId="urn:microsoft.com/office/officeart/2008/layout/VerticalCurvedList"/>
    <dgm:cxn modelId="{4F006D4F-A3EE-4E86-B623-D7FBA175DB91}" type="presParOf" srcId="{0263EC43-28A5-4F06-A654-ABE6D5F4AA56}" destId="{FB409734-3ECF-48A4-A784-5192B924E3BC}" srcOrd="0" destOrd="0" presId="urn:microsoft.com/office/officeart/2008/layout/VerticalCurvedList"/>
    <dgm:cxn modelId="{48F2ADCD-211E-424C-899E-21BA6EAB4B0E}" type="presParOf" srcId="{DD291341-E676-4D07-B1E6-1FD5C3E62C87}" destId="{C25116BC-6384-40E7-8F9F-34CBF0286A13}" srcOrd="3" destOrd="0" presId="urn:microsoft.com/office/officeart/2008/layout/VerticalCurvedList"/>
    <dgm:cxn modelId="{4197C053-7116-4547-BFD3-2E91CD379949}" type="presParOf" srcId="{DD291341-E676-4D07-B1E6-1FD5C3E62C87}" destId="{6809CB25-3BAE-4E14-949B-DFA72EEF8E41}" srcOrd="4" destOrd="0" presId="urn:microsoft.com/office/officeart/2008/layout/VerticalCurvedList"/>
    <dgm:cxn modelId="{81A62AA7-E40C-4A31-9839-D47F0BE3746B}" type="presParOf" srcId="{6809CB25-3BAE-4E14-949B-DFA72EEF8E41}" destId="{45B96043-524F-4662-9F08-C467C236E5FA}" srcOrd="0" destOrd="0" presId="urn:microsoft.com/office/officeart/2008/layout/VerticalCurvedList"/>
    <dgm:cxn modelId="{0CDE319C-1BD4-44D9-A698-C27334430400}" type="presParOf" srcId="{DD291341-E676-4D07-B1E6-1FD5C3E62C87}" destId="{51A3E8FC-F1F0-4226-B31C-C66367C4E406}" srcOrd="5" destOrd="0" presId="urn:microsoft.com/office/officeart/2008/layout/VerticalCurvedList"/>
    <dgm:cxn modelId="{3491ABEB-5B26-4206-9935-922CC31D4893}" type="presParOf" srcId="{DD291341-E676-4D07-B1E6-1FD5C3E62C87}" destId="{A1176B79-8D44-4B46-BC12-8073FF512116}" srcOrd="6" destOrd="0" presId="urn:microsoft.com/office/officeart/2008/layout/VerticalCurvedList"/>
    <dgm:cxn modelId="{4950BE47-6F05-4F3D-9DBA-44D4ED39BF54}" type="presParOf" srcId="{A1176B79-8D44-4B46-BC12-8073FF512116}" destId="{6228C448-140A-4CE0-8F1D-AE03EB35CBDE}" srcOrd="0" destOrd="0" presId="urn:microsoft.com/office/officeart/2008/layout/VerticalCurvedList"/>
    <dgm:cxn modelId="{68444221-A290-47AC-B7CD-44323D4FF06F}" type="presParOf" srcId="{DD291341-E676-4D07-B1E6-1FD5C3E62C87}" destId="{17B52FA2-5F66-445F-A6B8-43E91BFAB89C}" srcOrd="7" destOrd="0" presId="urn:microsoft.com/office/officeart/2008/layout/VerticalCurvedList"/>
    <dgm:cxn modelId="{EC06F454-FEDD-42E6-B7DC-1F767E51D675}" type="presParOf" srcId="{DD291341-E676-4D07-B1E6-1FD5C3E62C87}" destId="{B2285D58-7CA4-4C11-A59E-6695C84C420E}" srcOrd="8" destOrd="0" presId="urn:microsoft.com/office/officeart/2008/layout/VerticalCurvedList"/>
    <dgm:cxn modelId="{FD5E4D28-91F4-479F-B6F7-DA6866D9F71E}" type="presParOf" srcId="{B2285D58-7CA4-4C11-A59E-6695C84C420E}" destId="{875557D4-0E36-4E50-A6EC-79B913D6B88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97.xml><?xml version="1.0" encoding="utf-8"?>
<dgm:dataModel xmlns:dgm="http://schemas.openxmlformats.org/drawingml/2006/diagram" xmlns:a="http://schemas.openxmlformats.org/drawingml/2006/main">
  <dgm:ptLst>
    <dgm:pt modelId="{E7245586-6E9B-4EFE-908A-84D3F5A3E17F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04657A2-B0BD-423D-AD38-A041B5153577}">
      <dgm:prSet/>
      <dgm:spPr/>
      <dgm:t>
        <a:bodyPr/>
        <a:lstStyle/>
        <a:p>
          <a:r>
            <a:rPr lang="ru-RU" dirty="0"/>
            <a:t>початок </a:t>
          </a:r>
          <a:r>
            <a:rPr lang="ru-RU" dirty="0" err="1"/>
            <a:t>доби</a:t>
          </a:r>
          <a:r>
            <a:rPr lang="ru-RU" dirty="0"/>
            <a:t> «</a:t>
          </a:r>
          <a:r>
            <a:rPr lang="ru-RU" dirty="0" err="1"/>
            <a:t>героїчних</a:t>
          </a:r>
          <a:r>
            <a:rPr lang="ru-RU" dirty="0"/>
            <a:t> </a:t>
          </a:r>
          <a:r>
            <a:rPr lang="ru-RU" dirty="0" err="1"/>
            <a:t>морських</a:t>
          </a:r>
          <a:r>
            <a:rPr lang="ru-RU" dirty="0"/>
            <a:t> </a:t>
          </a:r>
          <a:r>
            <a:rPr lang="ru-RU" dirty="0" err="1"/>
            <a:t>походів</a:t>
          </a:r>
          <a:r>
            <a:rPr lang="ru-RU" dirty="0"/>
            <a:t>» </a:t>
          </a:r>
          <a:r>
            <a:rPr lang="ru-RU" dirty="0" err="1"/>
            <a:t>козаків</a:t>
          </a:r>
          <a:endParaRPr lang="uk-UA" dirty="0"/>
        </a:p>
      </dgm:t>
    </dgm:pt>
    <dgm:pt modelId="{821131C4-5D07-4007-A1C6-552084B92EB6}" type="parTrans" cxnId="{50BDD192-A8B4-4346-AA95-D1C7DC4304F5}">
      <dgm:prSet/>
      <dgm:spPr/>
      <dgm:t>
        <a:bodyPr/>
        <a:lstStyle/>
        <a:p>
          <a:endParaRPr lang="uk-UA"/>
        </a:p>
      </dgm:t>
    </dgm:pt>
    <dgm:pt modelId="{BF680C5C-328D-4D85-AF0D-C8F5F00A7DBC}" type="sibTrans" cxnId="{50BDD192-A8B4-4346-AA95-D1C7DC4304F5}">
      <dgm:prSet/>
      <dgm:spPr/>
      <dgm:t>
        <a:bodyPr/>
        <a:lstStyle/>
        <a:p>
          <a:endParaRPr lang="uk-UA"/>
        </a:p>
      </dgm:t>
    </dgm:pt>
    <dgm:pt modelId="{EB54C0E9-A21E-4900-9DFC-3F072421D21C}">
      <dgm:prSet/>
      <dgm:spPr/>
      <dgm:t>
        <a:bodyPr/>
        <a:lstStyle/>
        <a:p>
          <a:r>
            <a:rPr lang="ru-RU" dirty="0" err="1"/>
            <a:t>заснування</a:t>
          </a:r>
          <a:r>
            <a:rPr lang="ru-RU" dirty="0"/>
            <a:t> </a:t>
          </a:r>
          <a:r>
            <a:rPr lang="ru-RU" dirty="0" err="1"/>
            <a:t>першої</a:t>
          </a:r>
          <a:r>
            <a:rPr lang="ru-RU" dirty="0"/>
            <a:t> </a:t>
          </a:r>
          <a:r>
            <a:rPr lang="ru-RU" dirty="0" err="1"/>
            <a:t>відомої</a:t>
          </a:r>
          <a:r>
            <a:rPr lang="ru-RU" dirty="0"/>
            <a:t> </a:t>
          </a:r>
          <a:r>
            <a:rPr lang="ru-RU" dirty="0" err="1"/>
            <a:t>Січі</a:t>
          </a:r>
          <a:r>
            <a:rPr lang="ru-RU" dirty="0"/>
            <a:t> на </a:t>
          </a:r>
          <a:r>
            <a:rPr lang="ru-RU" dirty="0" err="1"/>
            <a:t>острові</a:t>
          </a:r>
          <a:r>
            <a:rPr lang="ru-RU" dirty="0"/>
            <a:t> Мала </a:t>
          </a:r>
          <a:r>
            <a:rPr lang="ru-RU" dirty="0" err="1"/>
            <a:t>Хортиця</a:t>
          </a:r>
          <a:endParaRPr lang="uk-UA" dirty="0"/>
        </a:p>
      </dgm:t>
    </dgm:pt>
    <dgm:pt modelId="{4902A52E-ED10-41D0-B337-7901A5B1635E}" type="parTrans" cxnId="{D88F94A3-7FFE-43BA-B771-A9236930711C}">
      <dgm:prSet/>
      <dgm:spPr/>
      <dgm:t>
        <a:bodyPr/>
        <a:lstStyle/>
        <a:p>
          <a:endParaRPr lang="uk-UA"/>
        </a:p>
      </dgm:t>
    </dgm:pt>
    <dgm:pt modelId="{F50A0D7C-B042-4D15-84DB-142292C6E82F}" type="sibTrans" cxnId="{D88F94A3-7FFE-43BA-B771-A9236930711C}">
      <dgm:prSet/>
      <dgm:spPr/>
      <dgm:t>
        <a:bodyPr/>
        <a:lstStyle/>
        <a:p>
          <a:endParaRPr lang="uk-UA"/>
        </a:p>
      </dgm:t>
    </dgm:pt>
    <dgm:pt modelId="{7C0BD3BB-18FE-4BD7-96A7-8D81AB7C2A46}">
      <dgm:prSet/>
      <dgm:spPr/>
      <dgm:t>
        <a:bodyPr/>
        <a:lstStyle/>
        <a:p>
          <a:r>
            <a:rPr lang="ru-RU"/>
            <a:t>похід козаків під проводом П. Сагайдачного на Московське царство</a:t>
          </a:r>
          <a:endParaRPr lang="uk-UA"/>
        </a:p>
      </dgm:t>
    </dgm:pt>
    <dgm:pt modelId="{4E487B19-029A-4B97-A0F9-D50D5CBB885C}" type="parTrans" cxnId="{11ECFE94-E1D5-4F36-9AAE-4A714B694CDB}">
      <dgm:prSet/>
      <dgm:spPr/>
      <dgm:t>
        <a:bodyPr/>
        <a:lstStyle/>
        <a:p>
          <a:endParaRPr lang="uk-UA"/>
        </a:p>
      </dgm:t>
    </dgm:pt>
    <dgm:pt modelId="{57ECB86B-27E9-4CD5-A371-E4AB47904B0A}" type="sibTrans" cxnId="{11ECFE94-E1D5-4F36-9AAE-4A714B694CDB}">
      <dgm:prSet/>
      <dgm:spPr/>
      <dgm:t>
        <a:bodyPr/>
        <a:lstStyle/>
        <a:p>
          <a:endParaRPr lang="uk-UA"/>
        </a:p>
      </dgm:t>
    </dgm:pt>
    <dgm:pt modelId="{23A7E7D7-8437-4F08-8570-1C364F6B8627}">
      <dgm:prSet/>
      <dgm:spPr/>
      <dgm:t>
        <a:bodyPr/>
        <a:lstStyle/>
        <a:p>
          <a:r>
            <a:rPr lang="ru-RU" dirty="0" err="1"/>
            <a:t>укладення</a:t>
          </a:r>
          <a:r>
            <a:rPr lang="ru-RU" dirty="0"/>
            <a:t> </a:t>
          </a:r>
          <a:r>
            <a:rPr lang="ru-RU" dirty="0" err="1"/>
            <a:t>козацького</a:t>
          </a:r>
          <a:r>
            <a:rPr lang="ru-RU" dirty="0"/>
            <a:t> </a:t>
          </a:r>
          <a:r>
            <a:rPr lang="ru-RU" dirty="0" err="1"/>
            <a:t>реєстру</a:t>
          </a:r>
          <a:r>
            <a:rPr lang="ru-RU" dirty="0"/>
            <a:t> </a:t>
          </a:r>
          <a:r>
            <a:rPr lang="ru-RU" dirty="0" err="1"/>
            <a:t>польським</a:t>
          </a:r>
          <a:r>
            <a:rPr lang="ru-RU" dirty="0"/>
            <a:t> королем Стефаном </a:t>
          </a:r>
          <a:r>
            <a:rPr lang="ru-RU" dirty="0" err="1"/>
            <a:t>Баторієм</a:t>
          </a:r>
          <a:endParaRPr lang="uk-UA" dirty="0"/>
        </a:p>
      </dgm:t>
    </dgm:pt>
    <dgm:pt modelId="{53A4F57F-AA5D-4B45-8FC1-78AC9A139492}" type="parTrans" cxnId="{42A581BA-CADB-4714-97EE-445127AF63E0}">
      <dgm:prSet/>
      <dgm:spPr/>
      <dgm:t>
        <a:bodyPr/>
        <a:lstStyle/>
        <a:p>
          <a:endParaRPr lang="uk-UA"/>
        </a:p>
      </dgm:t>
    </dgm:pt>
    <dgm:pt modelId="{FDFD76F2-15C6-465B-8585-C1FD05C918C8}" type="sibTrans" cxnId="{42A581BA-CADB-4714-97EE-445127AF63E0}">
      <dgm:prSet/>
      <dgm:spPr/>
      <dgm:t>
        <a:bodyPr/>
        <a:lstStyle/>
        <a:p>
          <a:endParaRPr lang="uk-UA"/>
        </a:p>
      </dgm:t>
    </dgm:pt>
    <dgm:pt modelId="{27D9F35F-B8CF-4944-9AE8-B0828E387450}" type="pres">
      <dgm:prSet presAssocID="{E7245586-6E9B-4EFE-908A-84D3F5A3E17F}" presName="linear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C12BB6B-8A24-4D3A-AFD5-2525783E1DE0}" type="pres">
      <dgm:prSet presAssocID="{504657A2-B0BD-423D-AD38-A041B5153577}" presName="comp" presStyleCnt="0"/>
      <dgm:spPr/>
    </dgm:pt>
    <dgm:pt modelId="{72DB6AFD-DD8E-4166-BC6D-235B6FB5E91B}" type="pres">
      <dgm:prSet presAssocID="{504657A2-B0BD-423D-AD38-A041B5153577}" presName="box" presStyleLbl="node1" presStyleIdx="0" presStyleCnt="4"/>
      <dgm:spPr/>
      <dgm:t>
        <a:bodyPr/>
        <a:lstStyle/>
        <a:p>
          <a:endParaRPr lang="ru-RU"/>
        </a:p>
      </dgm:t>
    </dgm:pt>
    <dgm:pt modelId="{AA80C482-983C-46B0-9E4E-C004B3D45A27}" type="pres">
      <dgm:prSet presAssocID="{504657A2-B0BD-423D-AD38-A041B5153577}" presName="img" presStyleLbl="fgImgPlace1" presStyleIdx="0" presStyleCnt="4"/>
      <dgm:spPr/>
    </dgm:pt>
    <dgm:pt modelId="{F06E11E8-E4E1-47B5-A62C-1C48A5C9FE2B}" type="pres">
      <dgm:prSet presAssocID="{504657A2-B0BD-423D-AD38-A041B5153577}" presName="text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D96102F-8368-4C15-94D8-77B218D8DF51}" type="pres">
      <dgm:prSet presAssocID="{BF680C5C-328D-4D85-AF0D-C8F5F00A7DBC}" presName="spacer" presStyleCnt="0"/>
      <dgm:spPr/>
    </dgm:pt>
    <dgm:pt modelId="{FB56537D-FC16-474E-868C-B845F1771537}" type="pres">
      <dgm:prSet presAssocID="{EB54C0E9-A21E-4900-9DFC-3F072421D21C}" presName="comp" presStyleCnt="0"/>
      <dgm:spPr/>
    </dgm:pt>
    <dgm:pt modelId="{F2C8935C-EAC1-4194-8EC2-2736F3BC1AD2}" type="pres">
      <dgm:prSet presAssocID="{EB54C0E9-A21E-4900-9DFC-3F072421D21C}" presName="box" presStyleLbl="node1" presStyleIdx="1" presStyleCnt="4"/>
      <dgm:spPr/>
      <dgm:t>
        <a:bodyPr/>
        <a:lstStyle/>
        <a:p>
          <a:endParaRPr lang="ru-RU"/>
        </a:p>
      </dgm:t>
    </dgm:pt>
    <dgm:pt modelId="{4390D1F9-09E7-4EDA-8D84-3C608ACD612C}" type="pres">
      <dgm:prSet presAssocID="{EB54C0E9-A21E-4900-9DFC-3F072421D21C}" presName="img" presStyleLbl="fgImgPlace1" presStyleIdx="1" presStyleCnt="4"/>
      <dgm:spPr/>
    </dgm:pt>
    <dgm:pt modelId="{0FF619B0-277A-4FE2-8403-39F547554836}" type="pres">
      <dgm:prSet presAssocID="{EB54C0E9-A21E-4900-9DFC-3F072421D21C}" presName="text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D4E66FA-B273-432F-8AB1-FFA3A22DB0E0}" type="pres">
      <dgm:prSet presAssocID="{F50A0D7C-B042-4D15-84DB-142292C6E82F}" presName="spacer" presStyleCnt="0"/>
      <dgm:spPr/>
    </dgm:pt>
    <dgm:pt modelId="{77923FC3-845D-43F5-A5C1-048CF8B42B0C}" type="pres">
      <dgm:prSet presAssocID="{7C0BD3BB-18FE-4BD7-96A7-8D81AB7C2A46}" presName="comp" presStyleCnt="0"/>
      <dgm:spPr/>
    </dgm:pt>
    <dgm:pt modelId="{C0B49DB6-FE92-4C08-AB0B-6C6A32E77E76}" type="pres">
      <dgm:prSet presAssocID="{7C0BD3BB-18FE-4BD7-96A7-8D81AB7C2A46}" presName="box" presStyleLbl="node1" presStyleIdx="2" presStyleCnt="4"/>
      <dgm:spPr/>
      <dgm:t>
        <a:bodyPr/>
        <a:lstStyle/>
        <a:p>
          <a:endParaRPr lang="ru-RU"/>
        </a:p>
      </dgm:t>
    </dgm:pt>
    <dgm:pt modelId="{EDF6CF18-A5C2-420B-BCF0-1F287847CC64}" type="pres">
      <dgm:prSet presAssocID="{7C0BD3BB-18FE-4BD7-96A7-8D81AB7C2A46}" presName="img" presStyleLbl="fgImgPlace1" presStyleIdx="2" presStyleCnt="4"/>
      <dgm:spPr/>
    </dgm:pt>
    <dgm:pt modelId="{0916D663-1A51-4577-9F28-3223576F7646}" type="pres">
      <dgm:prSet presAssocID="{7C0BD3BB-18FE-4BD7-96A7-8D81AB7C2A46}" presName="text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9D3D91E-B15F-484C-9F04-475B50987A71}" type="pres">
      <dgm:prSet presAssocID="{57ECB86B-27E9-4CD5-A371-E4AB47904B0A}" presName="spacer" presStyleCnt="0"/>
      <dgm:spPr/>
    </dgm:pt>
    <dgm:pt modelId="{53FEFBB1-41F3-4112-A880-F9F1808E329A}" type="pres">
      <dgm:prSet presAssocID="{23A7E7D7-8437-4F08-8570-1C364F6B8627}" presName="comp" presStyleCnt="0"/>
      <dgm:spPr/>
    </dgm:pt>
    <dgm:pt modelId="{15EFFF89-F630-4F2F-B135-313626A94B74}" type="pres">
      <dgm:prSet presAssocID="{23A7E7D7-8437-4F08-8570-1C364F6B8627}" presName="box" presStyleLbl="node1" presStyleIdx="3" presStyleCnt="4"/>
      <dgm:spPr/>
      <dgm:t>
        <a:bodyPr/>
        <a:lstStyle/>
        <a:p>
          <a:endParaRPr lang="ru-RU"/>
        </a:p>
      </dgm:t>
    </dgm:pt>
    <dgm:pt modelId="{6DEC52BC-D492-47A5-82BB-0C9FAAC07C15}" type="pres">
      <dgm:prSet presAssocID="{23A7E7D7-8437-4F08-8570-1C364F6B8627}" presName="img" presStyleLbl="fgImgPlace1" presStyleIdx="3" presStyleCnt="4"/>
      <dgm:spPr/>
    </dgm:pt>
    <dgm:pt modelId="{FD41E774-E179-44E5-877B-6FDED12CA683}" type="pres">
      <dgm:prSet presAssocID="{23A7E7D7-8437-4F08-8570-1C364F6B8627}" presName="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0F0F636-770A-4C66-9577-9235919514FA}" type="presOf" srcId="{7C0BD3BB-18FE-4BD7-96A7-8D81AB7C2A46}" destId="{0916D663-1A51-4577-9F28-3223576F7646}" srcOrd="1" destOrd="0" presId="urn:microsoft.com/office/officeart/2005/8/layout/vList4"/>
    <dgm:cxn modelId="{716E322A-55B0-4F03-A53A-E511DAB25EDB}" type="presOf" srcId="{23A7E7D7-8437-4F08-8570-1C364F6B8627}" destId="{15EFFF89-F630-4F2F-B135-313626A94B74}" srcOrd="0" destOrd="0" presId="urn:microsoft.com/office/officeart/2005/8/layout/vList4"/>
    <dgm:cxn modelId="{F48D60DB-F22C-4033-ABC1-EB6265119D68}" type="presOf" srcId="{E7245586-6E9B-4EFE-908A-84D3F5A3E17F}" destId="{27D9F35F-B8CF-4944-9AE8-B0828E387450}" srcOrd="0" destOrd="0" presId="urn:microsoft.com/office/officeart/2005/8/layout/vList4"/>
    <dgm:cxn modelId="{C46AE329-A742-4923-BDD8-61478409151E}" type="presOf" srcId="{EB54C0E9-A21E-4900-9DFC-3F072421D21C}" destId="{F2C8935C-EAC1-4194-8EC2-2736F3BC1AD2}" srcOrd="0" destOrd="0" presId="urn:microsoft.com/office/officeart/2005/8/layout/vList4"/>
    <dgm:cxn modelId="{6E401BDD-7CD2-4CA1-B56A-C2A932EED30E}" type="presOf" srcId="{504657A2-B0BD-423D-AD38-A041B5153577}" destId="{72DB6AFD-DD8E-4166-BC6D-235B6FB5E91B}" srcOrd="0" destOrd="0" presId="urn:microsoft.com/office/officeart/2005/8/layout/vList4"/>
    <dgm:cxn modelId="{36489519-2CDA-488C-B589-BBC68C519201}" type="presOf" srcId="{7C0BD3BB-18FE-4BD7-96A7-8D81AB7C2A46}" destId="{C0B49DB6-FE92-4C08-AB0B-6C6A32E77E76}" srcOrd="0" destOrd="0" presId="urn:microsoft.com/office/officeart/2005/8/layout/vList4"/>
    <dgm:cxn modelId="{D88F94A3-7FFE-43BA-B771-A9236930711C}" srcId="{E7245586-6E9B-4EFE-908A-84D3F5A3E17F}" destId="{EB54C0E9-A21E-4900-9DFC-3F072421D21C}" srcOrd="1" destOrd="0" parTransId="{4902A52E-ED10-41D0-B337-7901A5B1635E}" sibTransId="{F50A0D7C-B042-4D15-84DB-142292C6E82F}"/>
    <dgm:cxn modelId="{11ECFE94-E1D5-4F36-9AAE-4A714B694CDB}" srcId="{E7245586-6E9B-4EFE-908A-84D3F5A3E17F}" destId="{7C0BD3BB-18FE-4BD7-96A7-8D81AB7C2A46}" srcOrd="2" destOrd="0" parTransId="{4E487B19-029A-4B97-A0F9-D50D5CBB885C}" sibTransId="{57ECB86B-27E9-4CD5-A371-E4AB47904B0A}"/>
    <dgm:cxn modelId="{74B067FA-419F-4C6B-9DB8-883A74B3EEDB}" type="presOf" srcId="{EB54C0E9-A21E-4900-9DFC-3F072421D21C}" destId="{0FF619B0-277A-4FE2-8403-39F547554836}" srcOrd="1" destOrd="0" presId="urn:microsoft.com/office/officeart/2005/8/layout/vList4"/>
    <dgm:cxn modelId="{50BDD192-A8B4-4346-AA95-D1C7DC4304F5}" srcId="{E7245586-6E9B-4EFE-908A-84D3F5A3E17F}" destId="{504657A2-B0BD-423D-AD38-A041B5153577}" srcOrd="0" destOrd="0" parTransId="{821131C4-5D07-4007-A1C6-552084B92EB6}" sibTransId="{BF680C5C-328D-4D85-AF0D-C8F5F00A7DBC}"/>
    <dgm:cxn modelId="{4F9554A5-5042-4E3B-A113-A645B58B53F9}" type="presOf" srcId="{23A7E7D7-8437-4F08-8570-1C364F6B8627}" destId="{FD41E774-E179-44E5-877B-6FDED12CA683}" srcOrd="1" destOrd="0" presId="urn:microsoft.com/office/officeart/2005/8/layout/vList4"/>
    <dgm:cxn modelId="{CFCDEC67-8E58-4A47-96E5-E0CA726B9700}" type="presOf" srcId="{504657A2-B0BD-423D-AD38-A041B5153577}" destId="{F06E11E8-E4E1-47B5-A62C-1C48A5C9FE2B}" srcOrd="1" destOrd="0" presId="urn:microsoft.com/office/officeart/2005/8/layout/vList4"/>
    <dgm:cxn modelId="{42A581BA-CADB-4714-97EE-445127AF63E0}" srcId="{E7245586-6E9B-4EFE-908A-84D3F5A3E17F}" destId="{23A7E7D7-8437-4F08-8570-1C364F6B8627}" srcOrd="3" destOrd="0" parTransId="{53A4F57F-AA5D-4B45-8FC1-78AC9A139492}" sibTransId="{FDFD76F2-15C6-465B-8585-C1FD05C918C8}"/>
    <dgm:cxn modelId="{7B6A832A-B406-4131-93D9-098CD992D9B1}" type="presParOf" srcId="{27D9F35F-B8CF-4944-9AE8-B0828E387450}" destId="{AC12BB6B-8A24-4D3A-AFD5-2525783E1DE0}" srcOrd="0" destOrd="0" presId="urn:microsoft.com/office/officeart/2005/8/layout/vList4"/>
    <dgm:cxn modelId="{AEA218CD-7F81-49BE-8443-E96B59000E99}" type="presParOf" srcId="{AC12BB6B-8A24-4D3A-AFD5-2525783E1DE0}" destId="{72DB6AFD-DD8E-4166-BC6D-235B6FB5E91B}" srcOrd="0" destOrd="0" presId="urn:microsoft.com/office/officeart/2005/8/layout/vList4"/>
    <dgm:cxn modelId="{FCC3A9F9-E04A-4973-B77B-D7916547DE40}" type="presParOf" srcId="{AC12BB6B-8A24-4D3A-AFD5-2525783E1DE0}" destId="{AA80C482-983C-46B0-9E4E-C004B3D45A27}" srcOrd="1" destOrd="0" presId="urn:microsoft.com/office/officeart/2005/8/layout/vList4"/>
    <dgm:cxn modelId="{03517B2C-4132-4299-9ABB-2B1854D2FECA}" type="presParOf" srcId="{AC12BB6B-8A24-4D3A-AFD5-2525783E1DE0}" destId="{F06E11E8-E4E1-47B5-A62C-1C48A5C9FE2B}" srcOrd="2" destOrd="0" presId="urn:microsoft.com/office/officeart/2005/8/layout/vList4"/>
    <dgm:cxn modelId="{DF7536D9-AA69-4194-B69B-A5BF774FF3E4}" type="presParOf" srcId="{27D9F35F-B8CF-4944-9AE8-B0828E387450}" destId="{FD96102F-8368-4C15-94D8-77B218D8DF51}" srcOrd="1" destOrd="0" presId="urn:microsoft.com/office/officeart/2005/8/layout/vList4"/>
    <dgm:cxn modelId="{30C79F7E-BFB3-45FE-968F-00D9BB3283AD}" type="presParOf" srcId="{27D9F35F-B8CF-4944-9AE8-B0828E387450}" destId="{FB56537D-FC16-474E-868C-B845F1771537}" srcOrd="2" destOrd="0" presId="urn:microsoft.com/office/officeart/2005/8/layout/vList4"/>
    <dgm:cxn modelId="{EFC295EB-D873-40C0-A90B-0F7E8ACFA4F4}" type="presParOf" srcId="{FB56537D-FC16-474E-868C-B845F1771537}" destId="{F2C8935C-EAC1-4194-8EC2-2736F3BC1AD2}" srcOrd="0" destOrd="0" presId="urn:microsoft.com/office/officeart/2005/8/layout/vList4"/>
    <dgm:cxn modelId="{51144106-A5E6-45CA-9E4C-CFA4156A35F1}" type="presParOf" srcId="{FB56537D-FC16-474E-868C-B845F1771537}" destId="{4390D1F9-09E7-4EDA-8D84-3C608ACD612C}" srcOrd="1" destOrd="0" presId="urn:microsoft.com/office/officeart/2005/8/layout/vList4"/>
    <dgm:cxn modelId="{90F6BEC1-B53D-427F-AC70-CAB80C376571}" type="presParOf" srcId="{FB56537D-FC16-474E-868C-B845F1771537}" destId="{0FF619B0-277A-4FE2-8403-39F547554836}" srcOrd="2" destOrd="0" presId="urn:microsoft.com/office/officeart/2005/8/layout/vList4"/>
    <dgm:cxn modelId="{78716B17-FF4E-4808-BA7C-0B150D2AFC6C}" type="presParOf" srcId="{27D9F35F-B8CF-4944-9AE8-B0828E387450}" destId="{7D4E66FA-B273-432F-8AB1-FFA3A22DB0E0}" srcOrd="3" destOrd="0" presId="urn:microsoft.com/office/officeart/2005/8/layout/vList4"/>
    <dgm:cxn modelId="{D1A3C01C-D437-442C-9D75-42A61F0E0753}" type="presParOf" srcId="{27D9F35F-B8CF-4944-9AE8-B0828E387450}" destId="{77923FC3-845D-43F5-A5C1-048CF8B42B0C}" srcOrd="4" destOrd="0" presId="urn:microsoft.com/office/officeart/2005/8/layout/vList4"/>
    <dgm:cxn modelId="{4AC3BD5A-B8C8-484F-AFB7-A21F7290EE72}" type="presParOf" srcId="{77923FC3-845D-43F5-A5C1-048CF8B42B0C}" destId="{C0B49DB6-FE92-4C08-AB0B-6C6A32E77E76}" srcOrd="0" destOrd="0" presId="urn:microsoft.com/office/officeart/2005/8/layout/vList4"/>
    <dgm:cxn modelId="{C44B6B28-4333-40B4-92F5-D6B8DEF0B924}" type="presParOf" srcId="{77923FC3-845D-43F5-A5C1-048CF8B42B0C}" destId="{EDF6CF18-A5C2-420B-BCF0-1F287847CC64}" srcOrd="1" destOrd="0" presId="urn:microsoft.com/office/officeart/2005/8/layout/vList4"/>
    <dgm:cxn modelId="{9678E8E9-A9B3-4020-BBF1-2E5987E25B89}" type="presParOf" srcId="{77923FC3-845D-43F5-A5C1-048CF8B42B0C}" destId="{0916D663-1A51-4577-9F28-3223576F7646}" srcOrd="2" destOrd="0" presId="urn:microsoft.com/office/officeart/2005/8/layout/vList4"/>
    <dgm:cxn modelId="{CBE0E532-6ED4-4263-9A7F-B19A4674C730}" type="presParOf" srcId="{27D9F35F-B8CF-4944-9AE8-B0828E387450}" destId="{D9D3D91E-B15F-484C-9F04-475B50987A71}" srcOrd="5" destOrd="0" presId="urn:microsoft.com/office/officeart/2005/8/layout/vList4"/>
    <dgm:cxn modelId="{A90481AD-627C-40F0-96E9-84CAE7C131BB}" type="presParOf" srcId="{27D9F35F-B8CF-4944-9AE8-B0828E387450}" destId="{53FEFBB1-41F3-4112-A880-F9F1808E329A}" srcOrd="6" destOrd="0" presId="urn:microsoft.com/office/officeart/2005/8/layout/vList4"/>
    <dgm:cxn modelId="{47105DE8-588B-4D63-B5EE-FF117C9ED1A7}" type="presParOf" srcId="{53FEFBB1-41F3-4112-A880-F9F1808E329A}" destId="{15EFFF89-F630-4F2F-B135-313626A94B74}" srcOrd="0" destOrd="0" presId="urn:microsoft.com/office/officeart/2005/8/layout/vList4"/>
    <dgm:cxn modelId="{9C965B73-846E-4E44-94A7-181CA02D9489}" type="presParOf" srcId="{53FEFBB1-41F3-4112-A880-F9F1808E329A}" destId="{6DEC52BC-D492-47A5-82BB-0C9FAAC07C15}" srcOrd="1" destOrd="0" presId="urn:microsoft.com/office/officeart/2005/8/layout/vList4"/>
    <dgm:cxn modelId="{8D999C5E-6C59-4D84-9943-A626A4420415}" type="presParOf" srcId="{53FEFBB1-41F3-4112-A880-F9F1808E329A}" destId="{FD41E774-E179-44E5-877B-6FDED12CA683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8.xml><?xml version="1.0" encoding="utf-8"?>
<dgm:dataModel xmlns:dgm="http://schemas.openxmlformats.org/drawingml/2006/diagram" xmlns:a="http://schemas.openxmlformats.org/drawingml/2006/main">
  <dgm:ptLst>
    <dgm:pt modelId="{171AF757-96ED-4DB1-8E33-90E3023CEC5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BDD0395-7292-4B40-89E7-CA596426E3CA}">
      <dgm:prSet/>
      <dgm:spPr/>
      <dgm:t>
        <a:bodyPr/>
        <a:lstStyle/>
        <a:p>
          <a:r>
            <a:rPr lang="ru-RU" b="0" i="0"/>
            <a:t>Д. Вишневецькому</a:t>
          </a:r>
          <a:endParaRPr lang="uk-UA"/>
        </a:p>
      </dgm:t>
    </dgm:pt>
    <dgm:pt modelId="{2C0FA883-9FF9-42FE-8DEF-C4CD9AB5CEDC}" type="parTrans" cxnId="{ADC00E29-0612-48B7-B0D8-C92AA9979117}">
      <dgm:prSet/>
      <dgm:spPr/>
      <dgm:t>
        <a:bodyPr/>
        <a:lstStyle/>
        <a:p>
          <a:endParaRPr lang="uk-UA"/>
        </a:p>
      </dgm:t>
    </dgm:pt>
    <dgm:pt modelId="{56E107BB-8E5C-4F19-8468-17CE0F06433A}" type="sibTrans" cxnId="{ADC00E29-0612-48B7-B0D8-C92AA9979117}">
      <dgm:prSet/>
      <dgm:spPr/>
      <dgm:t>
        <a:bodyPr/>
        <a:lstStyle/>
        <a:p>
          <a:endParaRPr lang="uk-UA"/>
        </a:p>
      </dgm:t>
    </dgm:pt>
    <dgm:pt modelId="{E5C02A20-177D-475A-8E9C-84A5F2EAB02D}">
      <dgm:prSet/>
      <dgm:spPr/>
      <dgm:t>
        <a:bodyPr/>
        <a:lstStyle/>
        <a:p>
          <a:r>
            <a:rPr lang="ru-RU" b="0" i="0"/>
            <a:t>П. Конашевичу-Сагайдачному</a:t>
          </a:r>
          <a:endParaRPr lang="uk-UA"/>
        </a:p>
      </dgm:t>
    </dgm:pt>
    <dgm:pt modelId="{34B32747-E8FB-4D27-8A30-8A1316B5DBFF}" type="parTrans" cxnId="{16005AF0-6079-4ABD-A712-7E5FB130F651}">
      <dgm:prSet/>
      <dgm:spPr/>
      <dgm:t>
        <a:bodyPr/>
        <a:lstStyle/>
        <a:p>
          <a:endParaRPr lang="uk-UA"/>
        </a:p>
      </dgm:t>
    </dgm:pt>
    <dgm:pt modelId="{63A53FFA-9185-463D-AEDB-8AB99B4119C0}" type="sibTrans" cxnId="{16005AF0-6079-4ABD-A712-7E5FB130F651}">
      <dgm:prSet/>
      <dgm:spPr/>
      <dgm:t>
        <a:bodyPr/>
        <a:lstStyle/>
        <a:p>
          <a:endParaRPr lang="uk-UA"/>
        </a:p>
      </dgm:t>
    </dgm:pt>
    <dgm:pt modelId="{8AC71740-ACFD-4270-AE2F-D374C04BE7B8}">
      <dgm:prSet/>
      <dgm:spPr/>
      <dgm:t>
        <a:bodyPr/>
        <a:lstStyle/>
        <a:p>
          <a:r>
            <a:rPr lang="ru-RU" b="0" i="0"/>
            <a:t>В.-К. Острозькому</a:t>
          </a:r>
          <a:endParaRPr lang="uk-UA"/>
        </a:p>
      </dgm:t>
    </dgm:pt>
    <dgm:pt modelId="{FC1515F2-1B4B-453A-A0AE-8878E48A269F}" type="parTrans" cxnId="{F0F543A7-6E53-48D1-BC2B-78BEEF56AE58}">
      <dgm:prSet/>
      <dgm:spPr/>
      <dgm:t>
        <a:bodyPr/>
        <a:lstStyle/>
        <a:p>
          <a:endParaRPr lang="uk-UA"/>
        </a:p>
      </dgm:t>
    </dgm:pt>
    <dgm:pt modelId="{A3D93760-1D43-4C51-84B8-8BD38E15EA59}" type="sibTrans" cxnId="{F0F543A7-6E53-48D1-BC2B-78BEEF56AE58}">
      <dgm:prSet/>
      <dgm:spPr/>
      <dgm:t>
        <a:bodyPr/>
        <a:lstStyle/>
        <a:p>
          <a:endParaRPr lang="uk-UA"/>
        </a:p>
      </dgm:t>
    </dgm:pt>
    <dgm:pt modelId="{C558A99A-5251-4A48-B50C-810A9DC19281}">
      <dgm:prSet/>
      <dgm:spPr/>
      <dgm:t>
        <a:bodyPr/>
        <a:lstStyle/>
        <a:p>
          <a:r>
            <a:rPr lang="ru-RU" b="0" i="0" dirty="0"/>
            <a:t>І. </a:t>
          </a:r>
          <a:r>
            <a:rPr lang="ru-RU" b="0" i="0" dirty="0" err="1"/>
            <a:t>Сірку</a:t>
          </a:r>
          <a:endParaRPr lang="uk-UA" dirty="0"/>
        </a:p>
      </dgm:t>
    </dgm:pt>
    <dgm:pt modelId="{AAECEB68-C2D8-4330-AC01-4F5CB12B0423}" type="parTrans" cxnId="{4A93361E-4E03-4B3D-8EC9-FD444094054F}">
      <dgm:prSet/>
      <dgm:spPr/>
      <dgm:t>
        <a:bodyPr/>
        <a:lstStyle/>
        <a:p>
          <a:endParaRPr lang="uk-UA"/>
        </a:p>
      </dgm:t>
    </dgm:pt>
    <dgm:pt modelId="{48B1D6D1-04CB-467C-806D-2904EF2C3C2B}" type="sibTrans" cxnId="{4A93361E-4E03-4B3D-8EC9-FD444094054F}">
      <dgm:prSet/>
      <dgm:spPr/>
      <dgm:t>
        <a:bodyPr/>
        <a:lstStyle/>
        <a:p>
          <a:endParaRPr lang="uk-UA"/>
        </a:p>
      </dgm:t>
    </dgm:pt>
    <dgm:pt modelId="{FD7BC0D4-558C-430F-921D-1EEEBC8C0A57}" type="pres">
      <dgm:prSet presAssocID="{171AF757-96ED-4DB1-8E33-90E3023CEC51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F8E1818-109F-4DE9-8EA8-F2475089F63A}" type="pres">
      <dgm:prSet presAssocID="{2BDD0395-7292-4B40-89E7-CA596426E3CA}" presName="parentLin" presStyleCnt="0"/>
      <dgm:spPr/>
    </dgm:pt>
    <dgm:pt modelId="{0184B8F7-CF7E-44E3-873B-230BA4815C57}" type="pres">
      <dgm:prSet presAssocID="{2BDD0395-7292-4B40-89E7-CA596426E3CA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7604326E-9D45-4721-AF00-EBD629BC316C}" type="pres">
      <dgm:prSet presAssocID="{2BDD0395-7292-4B40-89E7-CA596426E3CA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9ED262-6200-4364-B386-80FBD5BC2061}" type="pres">
      <dgm:prSet presAssocID="{2BDD0395-7292-4B40-89E7-CA596426E3CA}" presName="negativeSpace" presStyleCnt="0"/>
      <dgm:spPr/>
    </dgm:pt>
    <dgm:pt modelId="{67512D84-EEEE-4E91-BF10-6162DD65860E}" type="pres">
      <dgm:prSet presAssocID="{2BDD0395-7292-4B40-89E7-CA596426E3CA}" presName="childText" presStyleLbl="conFgAcc1" presStyleIdx="0" presStyleCnt="4">
        <dgm:presLayoutVars>
          <dgm:bulletEnabled val="1"/>
        </dgm:presLayoutVars>
      </dgm:prSet>
      <dgm:spPr/>
    </dgm:pt>
    <dgm:pt modelId="{06A21409-9612-4426-9C2E-4D2F7C75310D}" type="pres">
      <dgm:prSet presAssocID="{56E107BB-8E5C-4F19-8468-17CE0F06433A}" presName="spaceBetweenRectangles" presStyleCnt="0"/>
      <dgm:spPr/>
    </dgm:pt>
    <dgm:pt modelId="{FA7F9661-EC84-4D74-9053-712F50C799B0}" type="pres">
      <dgm:prSet presAssocID="{E5C02A20-177D-475A-8E9C-84A5F2EAB02D}" presName="parentLin" presStyleCnt="0"/>
      <dgm:spPr/>
    </dgm:pt>
    <dgm:pt modelId="{B9F4D7D4-E59E-4480-93FA-BD94C675466A}" type="pres">
      <dgm:prSet presAssocID="{E5C02A20-177D-475A-8E9C-84A5F2EAB02D}" presName="parentLeftMargin" presStyleLbl="node1" presStyleIdx="0" presStyleCnt="4"/>
      <dgm:spPr/>
      <dgm:t>
        <a:bodyPr/>
        <a:lstStyle/>
        <a:p>
          <a:endParaRPr lang="ru-RU"/>
        </a:p>
      </dgm:t>
    </dgm:pt>
    <dgm:pt modelId="{C86F607D-AD7B-493B-97E4-09FDA2F9F38F}" type="pres">
      <dgm:prSet presAssocID="{E5C02A20-177D-475A-8E9C-84A5F2EAB02D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C73709F-53A9-4454-BE81-0718E90C3560}" type="pres">
      <dgm:prSet presAssocID="{E5C02A20-177D-475A-8E9C-84A5F2EAB02D}" presName="negativeSpace" presStyleCnt="0"/>
      <dgm:spPr/>
    </dgm:pt>
    <dgm:pt modelId="{AB8CED73-2BA6-4107-AEDE-07848C08CAC3}" type="pres">
      <dgm:prSet presAssocID="{E5C02A20-177D-475A-8E9C-84A5F2EAB02D}" presName="childText" presStyleLbl="conFgAcc1" presStyleIdx="1" presStyleCnt="4">
        <dgm:presLayoutVars>
          <dgm:bulletEnabled val="1"/>
        </dgm:presLayoutVars>
      </dgm:prSet>
      <dgm:spPr/>
    </dgm:pt>
    <dgm:pt modelId="{DD1B79D9-E5BA-46E2-9848-324C49D9BC58}" type="pres">
      <dgm:prSet presAssocID="{63A53FFA-9185-463D-AEDB-8AB99B4119C0}" presName="spaceBetweenRectangles" presStyleCnt="0"/>
      <dgm:spPr/>
    </dgm:pt>
    <dgm:pt modelId="{AFE7D821-C62C-49DA-A0F7-C10101269C16}" type="pres">
      <dgm:prSet presAssocID="{8AC71740-ACFD-4270-AE2F-D374C04BE7B8}" presName="parentLin" presStyleCnt="0"/>
      <dgm:spPr/>
    </dgm:pt>
    <dgm:pt modelId="{AF375194-A39D-4484-B03B-1F0760B96A63}" type="pres">
      <dgm:prSet presAssocID="{8AC71740-ACFD-4270-AE2F-D374C04BE7B8}" presName="parentLeftMargin" presStyleLbl="node1" presStyleIdx="1" presStyleCnt="4"/>
      <dgm:spPr/>
      <dgm:t>
        <a:bodyPr/>
        <a:lstStyle/>
        <a:p>
          <a:endParaRPr lang="ru-RU"/>
        </a:p>
      </dgm:t>
    </dgm:pt>
    <dgm:pt modelId="{F2C2FB12-57DB-4774-B227-ED2E80530A13}" type="pres">
      <dgm:prSet presAssocID="{8AC71740-ACFD-4270-AE2F-D374C04BE7B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6D7E5DA-0AD4-495B-A064-B20CD95552BA}" type="pres">
      <dgm:prSet presAssocID="{8AC71740-ACFD-4270-AE2F-D374C04BE7B8}" presName="negativeSpace" presStyleCnt="0"/>
      <dgm:spPr/>
    </dgm:pt>
    <dgm:pt modelId="{09617BF2-D054-4950-95E8-8FABAF502BD8}" type="pres">
      <dgm:prSet presAssocID="{8AC71740-ACFD-4270-AE2F-D374C04BE7B8}" presName="childText" presStyleLbl="conFgAcc1" presStyleIdx="2" presStyleCnt="4">
        <dgm:presLayoutVars>
          <dgm:bulletEnabled val="1"/>
        </dgm:presLayoutVars>
      </dgm:prSet>
      <dgm:spPr/>
    </dgm:pt>
    <dgm:pt modelId="{D7380CAE-7E47-4F3F-BFA4-80D9D2ADBD9F}" type="pres">
      <dgm:prSet presAssocID="{A3D93760-1D43-4C51-84B8-8BD38E15EA59}" presName="spaceBetweenRectangles" presStyleCnt="0"/>
      <dgm:spPr/>
    </dgm:pt>
    <dgm:pt modelId="{6476BF47-3DC5-4673-BC53-DE24855FC88D}" type="pres">
      <dgm:prSet presAssocID="{C558A99A-5251-4A48-B50C-810A9DC19281}" presName="parentLin" presStyleCnt="0"/>
      <dgm:spPr/>
    </dgm:pt>
    <dgm:pt modelId="{EB11DCCC-707C-4CC7-B6C6-8ACA3EF3DD32}" type="pres">
      <dgm:prSet presAssocID="{C558A99A-5251-4A48-B50C-810A9DC19281}" presName="parentLeftMargin" presStyleLbl="node1" presStyleIdx="2" presStyleCnt="4"/>
      <dgm:spPr/>
      <dgm:t>
        <a:bodyPr/>
        <a:lstStyle/>
        <a:p>
          <a:endParaRPr lang="ru-RU"/>
        </a:p>
      </dgm:t>
    </dgm:pt>
    <dgm:pt modelId="{7431B81B-0625-458F-A308-504E15DFE830}" type="pres">
      <dgm:prSet presAssocID="{C558A99A-5251-4A48-B50C-810A9DC19281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2827592-C54D-4794-8B5C-5FD02469C739}" type="pres">
      <dgm:prSet presAssocID="{C558A99A-5251-4A48-B50C-810A9DC19281}" presName="negativeSpace" presStyleCnt="0"/>
      <dgm:spPr/>
    </dgm:pt>
    <dgm:pt modelId="{A5DEDCAA-337D-4627-A4EE-FA81E77D6DAD}" type="pres">
      <dgm:prSet presAssocID="{C558A99A-5251-4A48-B50C-810A9DC1928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4A93361E-4E03-4B3D-8EC9-FD444094054F}" srcId="{171AF757-96ED-4DB1-8E33-90E3023CEC51}" destId="{C558A99A-5251-4A48-B50C-810A9DC19281}" srcOrd="3" destOrd="0" parTransId="{AAECEB68-C2D8-4330-AC01-4F5CB12B0423}" sibTransId="{48B1D6D1-04CB-467C-806D-2904EF2C3C2B}"/>
    <dgm:cxn modelId="{16005AF0-6079-4ABD-A712-7E5FB130F651}" srcId="{171AF757-96ED-4DB1-8E33-90E3023CEC51}" destId="{E5C02A20-177D-475A-8E9C-84A5F2EAB02D}" srcOrd="1" destOrd="0" parTransId="{34B32747-E8FB-4D27-8A30-8A1316B5DBFF}" sibTransId="{63A53FFA-9185-463D-AEDB-8AB99B4119C0}"/>
    <dgm:cxn modelId="{71677E71-F523-4FFF-9BEB-896F4CFC8238}" type="presOf" srcId="{C558A99A-5251-4A48-B50C-810A9DC19281}" destId="{EB11DCCC-707C-4CC7-B6C6-8ACA3EF3DD32}" srcOrd="0" destOrd="0" presId="urn:microsoft.com/office/officeart/2005/8/layout/list1"/>
    <dgm:cxn modelId="{4C35250C-59CE-4646-8603-8F7F59FB247A}" type="presOf" srcId="{E5C02A20-177D-475A-8E9C-84A5F2EAB02D}" destId="{B9F4D7D4-E59E-4480-93FA-BD94C675466A}" srcOrd="0" destOrd="0" presId="urn:microsoft.com/office/officeart/2005/8/layout/list1"/>
    <dgm:cxn modelId="{66D840E7-939C-4F2E-A426-DD6B4014140A}" type="presOf" srcId="{C558A99A-5251-4A48-B50C-810A9DC19281}" destId="{7431B81B-0625-458F-A308-504E15DFE830}" srcOrd="1" destOrd="0" presId="urn:microsoft.com/office/officeart/2005/8/layout/list1"/>
    <dgm:cxn modelId="{70B658C4-39A1-4A7A-908A-0A684A05B079}" type="presOf" srcId="{8AC71740-ACFD-4270-AE2F-D374C04BE7B8}" destId="{F2C2FB12-57DB-4774-B227-ED2E80530A13}" srcOrd="1" destOrd="0" presId="urn:microsoft.com/office/officeart/2005/8/layout/list1"/>
    <dgm:cxn modelId="{F87D512B-5B32-4AF3-B6CC-8E790CFDD646}" type="presOf" srcId="{171AF757-96ED-4DB1-8E33-90E3023CEC51}" destId="{FD7BC0D4-558C-430F-921D-1EEEBC8C0A57}" srcOrd="0" destOrd="0" presId="urn:microsoft.com/office/officeart/2005/8/layout/list1"/>
    <dgm:cxn modelId="{C2D28B21-CFE2-414E-BA92-6960D5C2FE9A}" type="presOf" srcId="{2BDD0395-7292-4B40-89E7-CA596426E3CA}" destId="{0184B8F7-CF7E-44E3-873B-230BA4815C57}" srcOrd="0" destOrd="0" presId="urn:microsoft.com/office/officeart/2005/8/layout/list1"/>
    <dgm:cxn modelId="{214E6ACA-3BD3-4B05-8D2B-04A8704D55D7}" type="presOf" srcId="{E5C02A20-177D-475A-8E9C-84A5F2EAB02D}" destId="{C86F607D-AD7B-493B-97E4-09FDA2F9F38F}" srcOrd="1" destOrd="0" presId="urn:microsoft.com/office/officeart/2005/8/layout/list1"/>
    <dgm:cxn modelId="{F0F543A7-6E53-48D1-BC2B-78BEEF56AE58}" srcId="{171AF757-96ED-4DB1-8E33-90E3023CEC51}" destId="{8AC71740-ACFD-4270-AE2F-D374C04BE7B8}" srcOrd="2" destOrd="0" parTransId="{FC1515F2-1B4B-453A-A0AE-8878E48A269F}" sibTransId="{A3D93760-1D43-4C51-84B8-8BD38E15EA59}"/>
    <dgm:cxn modelId="{1DE895F5-DD6D-46E0-9D38-092F5D5BE4A2}" type="presOf" srcId="{8AC71740-ACFD-4270-AE2F-D374C04BE7B8}" destId="{AF375194-A39D-4484-B03B-1F0760B96A63}" srcOrd="0" destOrd="0" presId="urn:microsoft.com/office/officeart/2005/8/layout/list1"/>
    <dgm:cxn modelId="{B46E76CB-0546-4B93-8AD7-115CD0146FEB}" type="presOf" srcId="{2BDD0395-7292-4B40-89E7-CA596426E3CA}" destId="{7604326E-9D45-4721-AF00-EBD629BC316C}" srcOrd="1" destOrd="0" presId="urn:microsoft.com/office/officeart/2005/8/layout/list1"/>
    <dgm:cxn modelId="{ADC00E29-0612-48B7-B0D8-C92AA9979117}" srcId="{171AF757-96ED-4DB1-8E33-90E3023CEC51}" destId="{2BDD0395-7292-4B40-89E7-CA596426E3CA}" srcOrd="0" destOrd="0" parTransId="{2C0FA883-9FF9-42FE-8DEF-C4CD9AB5CEDC}" sibTransId="{56E107BB-8E5C-4F19-8468-17CE0F06433A}"/>
    <dgm:cxn modelId="{4CF2D65F-18BC-4077-A378-E2A652564399}" type="presParOf" srcId="{FD7BC0D4-558C-430F-921D-1EEEBC8C0A57}" destId="{6F8E1818-109F-4DE9-8EA8-F2475089F63A}" srcOrd="0" destOrd="0" presId="urn:microsoft.com/office/officeart/2005/8/layout/list1"/>
    <dgm:cxn modelId="{E50EC297-7812-4929-AA83-B676C46A0EDE}" type="presParOf" srcId="{6F8E1818-109F-4DE9-8EA8-F2475089F63A}" destId="{0184B8F7-CF7E-44E3-873B-230BA4815C57}" srcOrd="0" destOrd="0" presId="urn:microsoft.com/office/officeart/2005/8/layout/list1"/>
    <dgm:cxn modelId="{4103565E-D4E8-446A-A4FF-924BD00A7D79}" type="presParOf" srcId="{6F8E1818-109F-4DE9-8EA8-F2475089F63A}" destId="{7604326E-9D45-4721-AF00-EBD629BC316C}" srcOrd="1" destOrd="0" presId="urn:microsoft.com/office/officeart/2005/8/layout/list1"/>
    <dgm:cxn modelId="{3AF9C1ED-A489-45D0-A01C-7E7B43A11F79}" type="presParOf" srcId="{FD7BC0D4-558C-430F-921D-1EEEBC8C0A57}" destId="{B29ED262-6200-4364-B386-80FBD5BC2061}" srcOrd="1" destOrd="0" presId="urn:microsoft.com/office/officeart/2005/8/layout/list1"/>
    <dgm:cxn modelId="{EBCB6560-3AD9-4819-90FC-2A6DFDC47AE5}" type="presParOf" srcId="{FD7BC0D4-558C-430F-921D-1EEEBC8C0A57}" destId="{67512D84-EEEE-4E91-BF10-6162DD65860E}" srcOrd="2" destOrd="0" presId="urn:microsoft.com/office/officeart/2005/8/layout/list1"/>
    <dgm:cxn modelId="{7A67FCD9-2627-4987-8E7E-26E9637856FC}" type="presParOf" srcId="{FD7BC0D4-558C-430F-921D-1EEEBC8C0A57}" destId="{06A21409-9612-4426-9C2E-4D2F7C75310D}" srcOrd="3" destOrd="0" presId="urn:microsoft.com/office/officeart/2005/8/layout/list1"/>
    <dgm:cxn modelId="{EC30EA5D-B426-434A-86DD-CFD6683722AF}" type="presParOf" srcId="{FD7BC0D4-558C-430F-921D-1EEEBC8C0A57}" destId="{FA7F9661-EC84-4D74-9053-712F50C799B0}" srcOrd="4" destOrd="0" presId="urn:microsoft.com/office/officeart/2005/8/layout/list1"/>
    <dgm:cxn modelId="{D2CFB4A1-3F69-459E-B867-261C63DF2475}" type="presParOf" srcId="{FA7F9661-EC84-4D74-9053-712F50C799B0}" destId="{B9F4D7D4-E59E-4480-93FA-BD94C675466A}" srcOrd="0" destOrd="0" presId="urn:microsoft.com/office/officeart/2005/8/layout/list1"/>
    <dgm:cxn modelId="{701FEFD2-C57C-40CF-ABB7-C30727872737}" type="presParOf" srcId="{FA7F9661-EC84-4D74-9053-712F50C799B0}" destId="{C86F607D-AD7B-493B-97E4-09FDA2F9F38F}" srcOrd="1" destOrd="0" presId="urn:microsoft.com/office/officeart/2005/8/layout/list1"/>
    <dgm:cxn modelId="{3B03E66A-CE61-4978-89EC-457C8A84F003}" type="presParOf" srcId="{FD7BC0D4-558C-430F-921D-1EEEBC8C0A57}" destId="{6C73709F-53A9-4454-BE81-0718E90C3560}" srcOrd="5" destOrd="0" presId="urn:microsoft.com/office/officeart/2005/8/layout/list1"/>
    <dgm:cxn modelId="{C0328B0E-B6C9-4C41-98AB-914B6D0B8A24}" type="presParOf" srcId="{FD7BC0D4-558C-430F-921D-1EEEBC8C0A57}" destId="{AB8CED73-2BA6-4107-AEDE-07848C08CAC3}" srcOrd="6" destOrd="0" presId="urn:microsoft.com/office/officeart/2005/8/layout/list1"/>
    <dgm:cxn modelId="{2C53FEDA-28B1-41B9-B2D4-B67633A79CB1}" type="presParOf" srcId="{FD7BC0D4-558C-430F-921D-1EEEBC8C0A57}" destId="{DD1B79D9-E5BA-46E2-9848-324C49D9BC58}" srcOrd="7" destOrd="0" presId="urn:microsoft.com/office/officeart/2005/8/layout/list1"/>
    <dgm:cxn modelId="{440C52E2-F523-467D-A779-875EEB493225}" type="presParOf" srcId="{FD7BC0D4-558C-430F-921D-1EEEBC8C0A57}" destId="{AFE7D821-C62C-49DA-A0F7-C10101269C16}" srcOrd="8" destOrd="0" presId="urn:microsoft.com/office/officeart/2005/8/layout/list1"/>
    <dgm:cxn modelId="{C4FB95D5-5E4C-43E5-9F00-D9707BB6AAF5}" type="presParOf" srcId="{AFE7D821-C62C-49DA-A0F7-C10101269C16}" destId="{AF375194-A39D-4484-B03B-1F0760B96A63}" srcOrd="0" destOrd="0" presId="urn:microsoft.com/office/officeart/2005/8/layout/list1"/>
    <dgm:cxn modelId="{0A5CBADF-18EF-484C-9FB9-AEF9B5D9684D}" type="presParOf" srcId="{AFE7D821-C62C-49DA-A0F7-C10101269C16}" destId="{F2C2FB12-57DB-4774-B227-ED2E80530A13}" srcOrd="1" destOrd="0" presId="urn:microsoft.com/office/officeart/2005/8/layout/list1"/>
    <dgm:cxn modelId="{BDAC1473-CBFD-4743-AC29-9AC017B22340}" type="presParOf" srcId="{FD7BC0D4-558C-430F-921D-1EEEBC8C0A57}" destId="{86D7E5DA-0AD4-495B-A064-B20CD95552BA}" srcOrd="9" destOrd="0" presId="urn:microsoft.com/office/officeart/2005/8/layout/list1"/>
    <dgm:cxn modelId="{B8BEA2B7-6F83-4A06-B665-4A21822A42D2}" type="presParOf" srcId="{FD7BC0D4-558C-430F-921D-1EEEBC8C0A57}" destId="{09617BF2-D054-4950-95E8-8FABAF502BD8}" srcOrd="10" destOrd="0" presId="urn:microsoft.com/office/officeart/2005/8/layout/list1"/>
    <dgm:cxn modelId="{5405454A-59A0-4B44-ADED-C2C1CB50BB43}" type="presParOf" srcId="{FD7BC0D4-558C-430F-921D-1EEEBC8C0A57}" destId="{D7380CAE-7E47-4F3F-BFA4-80D9D2ADBD9F}" srcOrd="11" destOrd="0" presId="urn:microsoft.com/office/officeart/2005/8/layout/list1"/>
    <dgm:cxn modelId="{AE0E39CA-6D1F-497F-BE52-9CF1F5FDB013}" type="presParOf" srcId="{FD7BC0D4-558C-430F-921D-1EEEBC8C0A57}" destId="{6476BF47-3DC5-4673-BC53-DE24855FC88D}" srcOrd="12" destOrd="0" presId="urn:microsoft.com/office/officeart/2005/8/layout/list1"/>
    <dgm:cxn modelId="{EE305CD5-DFA5-4FE2-991E-1870CB020CFB}" type="presParOf" srcId="{6476BF47-3DC5-4673-BC53-DE24855FC88D}" destId="{EB11DCCC-707C-4CC7-B6C6-8ACA3EF3DD32}" srcOrd="0" destOrd="0" presId="urn:microsoft.com/office/officeart/2005/8/layout/list1"/>
    <dgm:cxn modelId="{2E8C5304-CD6C-44B9-A228-20D635430C01}" type="presParOf" srcId="{6476BF47-3DC5-4673-BC53-DE24855FC88D}" destId="{7431B81B-0625-458F-A308-504E15DFE830}" srcOrd="1" destOrd="0" presId="urn:microsoft.com/office/officeart/2005/8/layout/list1"/>
    <dgm:cxn modelId="{9470318D-117D-4B1B-B1D1-513DCBB3C707}" type="presParOf" srcId="{FD7BC0D4-558C-430F-921D-1EEEBC8C0A57}" destId="{32827592-C54D-4794-8B5C-5FD02469C739}" srcOrd="13" destOrd="0" presId="urn:microsoft.com/office/officeart/2005/8/layout/list1"/>
    <dgm:cxn modelId="{BFAFBAB4-DA83-4049-A703-12A9AF3FF92E}" type="presParOf" srcId="{FD7BC0D4-558C-430F-921D-1EEEBC8C0A57}" destId="{A5DEDCAA-337D-4627-A4EE-FA81E77D6DAD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9.xml><?xml version="1.0" encoding="utf-8"?>
<dgm:dataModel xmlns:dgm="http://schemas.openxmlformats.org/drawingml/2006/diagram" xmlns:a="http://schemas.openxmlformats.org/drawingml/2006/main">
  <dgm:ptLst>
    <dgm:pt modelId="{B0DC95A4-38C1-4D7B-A09E-F3EECE9E83D7}" type="doc">
      <dgm:prSet loTypeId="urn:microsoft.com/office/officeart/2005/8/layout/vList3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uk-UA"/>
        </a:p>
      </dgm:t>
    </dgm:pt>
    <dgm:pt modelId="{325D2FAB-89F6-4A79-BF66-625E86FB0AA2}">
      <dgm:prSet/>
      <dgm:spPr/>
      <dgm:t>
        <a:bodyPr/>
        <a:lstStyle/>
        <a:p>
          <a:r>
            <a:rPr lang="uk-UA" b="0" i="0" dirty="0"/>
            <a:t>здобуття запорозькими козаками турецької фортеці Кафи</a:t>
          </a:r>
          <a:endParaRPr lang="uk-UA" dirty="0"/>
        </a:p>
      </dgm:t>
    </dgm:pt>
    <dgm:pt modelId="{38156C25-4061-4C91-987E-092F3B4318B2}" type="parTrans" cxnId="{B404C322-C01A-4F31-AF10-6F8829B52FB4}">
      <dgm:prSet/>
      <dgm:spPr/>
      <dgm:t>
        <a:bodyPr/>
        <a:lstStyle/>
        <a:p>
          <a:endParaRPr lang="uk-UA"/>
        </a:p>
      </dgm:t>
    </dgm:pt>
    <dgm:pt modelId="{EF533CD1-D76C-4C79-8712-0380C44A8DDA}" type="sibTrans" cxnId="{B404C322-C01A-4F31-AF10-6F8829B52FB4}">
      <dgm:prSet/>
      <dgm:spPr/>
      <dgm:t>
        <a:bodyPr/>
        <a:lstStyle/>
        <a:p>
          <a:endParaRPr lang="uk-UA"/>
        </a:p>
      </dgm:t>
    </dgm:pt>
    <dgm:pt modelId="{11565CC1-7914-4168-AFA2-4E900F979A9D}">
      <dgm:prSet/>
      <dgm:spPr/>
      <dgm:t>
        <a:bodyPr/>
        <a:lstStyle/>
        <a:p>
          <a:r>
            <a:rPr lang="uk-UA" b="0" i="0" dirty="0"/>
            <a:t>зведення на о. Мала Хортиця першої відомої Січі-фортеці</a:t>
          </a:r>
          <a:endParaRPr lang="uk-UA" dirty="0"/>
        </a:p>
      </dgm:t>
    </dgm:pt>
    <dgm:pt modelId="{30CB6778-1874-40F1-AB9B-43BB01AD9AB8}" type="parTrans" cxnId="{1F60E0A0-83E6-4566-A619-9F80494AB271}">
      <dgm:prSet/>
      <dgm:spPr/>
      <dgm:t>
        <a:bodyPr/>
        <a:lstStyle/>
        <a:p>
          <a:endParaRPr lang="uk-UA"/>
        </a:p>
      </dgm:t>
    </dgm:pt>
    <dgm:pt modelId="{F9599264-5AB5-4640-AC5F-AC6E0070E0A9}" type="sibTrans" cxnId="{1F60E0A0-83E6-4566-A619-9F80494AB271}">
      <dgm:prSet/>
      <dgm:spPr/>
      <dgm:t>
        <a:bodyPr/>
        <a:lstStyle/>
        <a:p>
          <a:endParaRPr lang="uk-UA"/>
        </a:p>
      </dgm:t>
    </dgm:pt>
    <dgm:pt modelId="{79771C0F-FB89-4B14-AF32-2BE429534F38}">
      <dgm:prSet/>
      <dgm:spPr/>
      <dgm:t>
        <a:bodyPr/>
        <a:lstStyle/>
        <a:p>
          <a:r>
            <a:rPr lang="uk-UA" b="0" i="0" dirty="0"/>
            <a:t>керівництво українськими козаками під час Хотинської війни</a:t>
          </a:r>
          <a:endParaRPr lang="uk-UA" dirty="0"/>
        </a:p>
      </dgm:t>
    </dgm:pt>
    <dgm:pt modelId="{0598BF77-B130-4918-9F1D-693BA583FC66}" type="parTrans" cxnId="{413D24D8-9FE7-4DE1-BD5C-300057499177}">
      <dgm:prSet/>
      <dgm:spPr/>
      <dgm:t>
        <a:bodyPr/>
        <a:lstStyle/>
        <a:p>
          <a:endParaRPr lang="uk-UA"/>
        </a:p>
      </dgm:t>
    </dgm:pt>
    <dgm:pt modelId="{E3FCBF07-EFA5-470D-8CF7-72CCFD8F90B7}" type="sibTrans" cxnId="{413D24D8-9FE7-4DE1-BD5C-300057499177}">
      <dgm:prSet/>
      <dgm:spPr/>
      <dgm:t>
        <a:bodyPr/>
        <a:lstStyle/>
        <a:p>
          <a:endParaRPr lang="uk-UA"/>
        </a:p>
      </dgm:t>
    </dgm:pt>
    <dgm:pt modelId="{9EB27E77-4CBC-4123-8ED7-9D70B664F079}">
      <dgm:prSet/>
      <dgm:spPr/>
      <dgm:t>
        <a:bodyPr/>
        <a:lstStyle/>
        <a:p>
          <a:r>
            <a:rPr lang="uk-UA" b="0" i="0" dirty="0"/>
            <a:t>зруйнування запорозькими козаками польської фортеці Кодак</a:t>
          </a:r>
          <a:endParaRPr lang="uk-UA" dirty="0"/>
        </a:p>
      </dgm:t>
    </dgm:pt>
    <dgm:pt modelId="{8A0C5B23-8FA5-4394-A8A8-16A07CF2C9CE}" type="parTrans" cxnId="{8CB2154E-2591-44DF-A939-0BADA36AF0D1}">
      <dgm:prSet/>
      <dgm:spPr/>
      <dgm:t>
        <a:bodyPr/>
        <a:lstStyle/>
        <a:p>
          <a:endParaRPr lang="uk-UA"/>
        </a:p>
      </dgm:t>
    </dgm:pt>
    <dgm:pt modelId="{FECBC1B5-7C84-4089-9487-8C5E64617749}" type="sibTrans" cxnId="{8CB2154E-2591-44DF-A939-0BADA36AF0D1}">
      <dgm:prSet/>
      <dgm:spPr/>
      <dgm:t>
        <a:bodyPr/>
        <a:lstStyle/>
        <a:p>
          <a:endParaRPr lang="uk-UA"/>
        </a:p>
      </dgm:t>
    </dgm:pt>
    <dgm:pt modelId="{54D9A0FF-0615-4913-B382-974A63D4C4EE}" type="pres">
      <dgm:prSet presAssocID="{B0DC95A4-38C1-4D7B-A09E-F3EECE9E83D7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F57A3EF-5FC8-4391-AFC5-08951FFB40A6}" type="pres">
      <dgm:prSet presAssocID="{325D2FAB-89F6-4A79-BF66-625E86FB0AA2}" presName="composite" presStyleCnt="0"/>
      <dgm:spPr/>
    </dgm:pt>
    <dgm:pt modelId="{EDEE9D51-7B6E-4101-90F0-67AE4F94A7B7}" type="pres">
      <dgm:prSet presAssocID="{325D2FAB-89F6-4A79-BF66-625E86FB0AA2}" presName="imgShp" presStyleLbl="fgImgPlace1" presStyleIdx="0" presStyleCnt="4"/>
      <dgm:spPr>
        <a:blipFill rotWithShape="1">
          <a:blip xmlns:r="http://schemas.openxmlformats.org/officeDocument/2006/relationships" r:embed="rId1"/>
          <a:srcRect/>
          <a:stretch>
            <a:fillRect t="-6000" b="-6000"/>
          </a:stretch>
        </a:blipFill>
      </dgm:spPr>
    </dgm:pt>
    <dgm:pt modelId="{D862A662-F0C1-4167-99C7-7F3469725588}" type="pres">
      <dgm:prSet presAssocID="{325D2FAB-89F6-4A79-BF66-625E86FB0AA2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AE238DA-CF8F-4631-BA86-273E413C28A3}" type="pres">
      <dgm:prSet presAssocID="{EF533CD1-D76C-4C79-8712-0380C44A8DDA}" presName="spacing" presStyleCnt="0"/>
      <dgm:spPr/>
    </dgm:pt>
    <dgm:pt modelId="{D0152A55-7723-429F-92C5-E6D126324381}" type="pres">
      <dgm:prSet presAssocID="{11565CC1-7914-4168-AFA2-4E900F979A9D}" presName="composite" presStyleCnt="0"/>
      <dgm:spPr/>
    </dgm:pt>
    <dgm:pt modelId="{77A41F53-BA5A-4264-B5C4-9E2E1D371196}" type="pres">
      <dgm:prSet presAssocID="{11565CC1-7914-4168-AFA2-4E900F979A9D}" presName="imgShp" presStyleLbl="fgImgPlace1" presStyleIdx="1" presStyleCnt="4"/>
      <dgm:spPr>
        <a:blipFill rotWithShape="1">
          <a:blip xmlns:r="http://schemas.openxmlformats.org/officeDocument/2006/relationships" r:embed="rId2"/>
          <a:srcRect/>
          <a:stretch>
            <a:fillRect t="-7000" b="-7000"/>
          </a:stretch>
        </a:blipFill>
      </dgm:spPr>
    </dgm:pt>
    <dgm:pt modelId="{CD994DED-09CB-4FEA-A7A1-2FBC33C77585}" type="pres">
      <dgm:prSet presAssocID="{11565CC1-7914-4168-AFA2-4E900F979A9D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BC242AA-2546-4E09-B17A-68D87A1788FE}" type="pres">
      <dgm:prSet presAssocID="{F9599264-5AB5-4640-AC5F-AC6E0070E0A9}" presName="spacing" presStyleCnt="0"/>
      <dgm:spPr/>
    </dgm:pt>
    <dgm:pt modelId="{83445CE8-AB73-4960-B034-29D660D93E67}" type="pres">
      <dgm:prSet presAssocID="{79771C0F-FB89-4B14-AF32-2BE429534F38}" presName="composite" presStyleCnt="0"/>
      <dgm:spPr/>
    </dgm:pt>
    <dgm:pt modelId="{169AEF72-4BAC-4368-A327-527EF151A0AE}" type="pres">
      <dgm:prSet presAssocID="{79771C0F-FB89-4B14-AF32-2BE429534F38}" presName="imgShp" presStyleLbl="fgImgPlace1" presStyleIdx="2" presStyleCnt="4"/>
      <dgm:spPr>
        <a:blipFill rotWithShape="1">
          <a:blip xmlns:r="http://schemas.openxmlformats.org/officeDocument/2006/relationships" r:embed="rId3"/>
          <a:srcRect/>
          <a:stretch>
            <a:fillRect t="-3000" b="-3000"/>
          </a:stretch>
        </a:blipFill>
      </dgm:spPr>
    </dgm:pt>
    <dgm:pt modelId="{414606B0-D561-4ED5-869D-098882651B87}" type="pres">
      <dgm:prSet presAssocID="{79771C0F-FB89-4B14-AF32-2BE429534F38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E4B17A2-6705-4615-B036-706488679EDD}" type="pres">
      <dgm:prSet presAssocID="{E3FCBF07-EFA5-470D-8CF7-72CCFD8F90B7}" presName="spacing" presStyleCnt="0"/>
      <dgm:spPr/>
    </dgm:pt>
    <dgm:pt modelId="{01CB6569-08C5-44EF-9556-5B2A58DDDEA0}" type="pres">
      <dgm:prSet presAssocID="{9EB27E77-4CBC-4123-8ED7-9D70B664F079}" presName="composite" presStyleCnt="0"/>
      <dgm:spPr/>
    </dgm:pt>
    <dgm:pt modelId="{7F3D0BE5-8B28-4E06-B466-01972A622165}" type="pres">
      <dgm:prSet presAssocID="{9EB27E77-4CBC-4123-8ED7-9D70B664F079}" presName="imgShp" presStyleLbl="fgImgPlace1" presStyleIdx="3" presStyleCnt="4"/>
      <dgm:spPr>
        <a:blipFill rotWithShape="1">
          <a:blip xmlns:r="http://schemas.openxmlformats.org/officeDocument/2006/relationships" r:embed="rId4"/>
          <a:srcRect/>
          <a:stretch>
            <a:fillRect t="-4000" b="-4000"/>
          </a:stretch>
        </a:blipFill>
      </dgm:spPr>
    </dgm:pt>
    <dgm:pt modelId="{9EBAD401-1CA9-481E-B88D-F88160DA636A}" type="pres">
      <dgm:prSet presAssocID="{9EB27E77-4CBC-4123-8ED7-9D70B664F079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F45D8F4-C6C3-4F99-9EBF-FA40A9E1CFB3}" type="presOf" srcId="{B0DC95A4-38C1-4D7B-A09E-F3EECE9E83D7}" destId="{54D9A0FF-0615-4913-B382-974A63D4C4EE}" srcOrd="0" destOrd="0" presId="urn:microsoft.com/office/officeart/2005/8/layout/vList3"/>
    <dgm:cxn modelId="{1F60E0A0-83E6-4566-A619-9F80494AB271}" srcId="{B0DC95A4-38C1-4D7B-A09E-F3EECE9E83D7}" destId="{11565CC1-7914-4168-AFA2-4E900F979A9D}" srcOrd="1" destOrd="0" parTransId="{30CB6778-1874-40F1-AB9B-43BB01AD9AB8}" sibTransId="{F9599264-5AB5-4640-AC5F-AC6E0070E0A9}"/>
    <dgm:cxn modelId="{8CB2154E-2591-44DF-A939-0BADA36AF0D1}" srcId="{B0DC95A4-38C1-4D7B-A09E-F3EECE9E83D7}" destId="{9EB27E77-4CBC-4123-8ED7-9D70B664F079}" srcOrd="3" destOrd="0" parTransId="{8A0C5B23-8FA5-4394-A8A8-16A07CF2C9CE}" sibTransId="{FECBC1B5-7C84-4089-9487-8C5E64617749}"/>
    <dgm:cxn modelId="{B404C322-C01A-4F31-AF10-6F8829B52FB4}" srcId="{B0DC95A4-38C1-4D7B-A09E-F3EECE9E83D7}" destId="{325D2FAB-89F6-4A79-BF66-625E86FB0AA2}" srcOrd="0" destOrd="0" parTransId="{38156C25-4061-4C91-987E-092F3B4318B2}" sibTransId="{EF533CD1-D76C-4C79-8712-0380C44A8DDA}"/>
    <dgm:cxn modelId="{CFD3BD93-72DE-4308-BD4E-CAE620FF08F3}" type="presOf" srcId="{79771C0F-FB89-4B14-AF32-2BE429534F38}" destId="{414606B0-D561-4ED5-869D-098882651B87}" srcOrd="0" destOrd="0" presId="urn:microsoft.com/office/officeart/2005/8/layout/vList3"/>
    <dgm:cxn modelId="{916ADD93-2A17-46E6-AEF6-9AE7F39E0716}" type="presOf" srcId="{325D2FAB-89F6-4A79-BF66-625E86FB0AA2}" destId="{D862A662-F0C1-4167-99C7-7F3469725588}" srcOrd="0" destOrd="0" presId="urn:microsoft.com/office/officeart/2005/8/layout/vList3"/>
    <dgm:cxn modelId="{413D24D8-9FE7-4DE1-BD5C-300057499177}" srcId="{B0DC95A4-38C1-4D7B-A09E-F3EECE9E83D7}" destId="{79771C0F-FB89-4B14-AF32-2BE429534F38}" srcOrd="2" destOrd="0" parTransId="{0598BF77-B130-4918-9F1D-693BA583FC66}" sibTransId="{E3FCBF07-EFA5-470D-8CF7-72CCFD8F90B7}"/>
    <dgm:cxn modelId="{4E4FAC0C-BD47-48C4-A668-DD3496D61D47}" type="presOf" srcId="{11565CC1-7914-4168-AFA2-4E900F979A9D}" destId="{CD994DED-09CB-4FEA-A7A1-2FBC33C77585}" srcOrd="0" destOrd="0" presId="urn:microsoft.com/office/officeart/2005/8/layout/vList3"/>
    <dgm:cxn modelId="{964144EA-E25D-4398-BE15-3DE184149C2D}" type="presOf" srcId="{9EB27E77-4CBC-4123-8ED7-9D70B664F079}" destId="{9EBAD401-1CA9-481E-B88D-F88160DA636A}" srcOrd="0" destOrd="0" presId="urn:microsoft.com/office/officeart/2005/8/layout/vList3"/>
    <dgm:cxn modelId="{BE0B624E-818A-4FFC-A55E-3D2A2FD66344}" type="presParOf" srcId="{54D9A0FF-0615-4913-B382-974A63D4C4EE}" destId="{DF57A3EF-5FC8-4391-AFC5-08951FFB40A6}" srcOrd="0" destOrd="0" presId="urn:microsoft.com/office/officeart/2005/8/layout/vList3"/>
    <dgm:cxn modelId="{1A0D0225-FAE5-4447-90B6-91D3C9FBAC54}" type="presParOf" srcId="{DF57A3EF-5FC8-4391-AFC5-08951FFB40A6}" destId="{EDEE9D51-7B6E-4101-90F0-67AE4F94A7B7}" srcOrd="0" destOrd="0" presId="urn:microsoft.com/office/officeart/2005/8/layout/vList3"/>
    <dgm:cxn modelId="{E8436E54-5D89-49FD-BBBB-C89E0290FA7D}" type="presParOf" srcId="{DF57A3EF-5FC8-4391-AFC5-08951FFB40A6}" destId="{D862A662-F0C1-4167-99C7-7F3469725588}" srcOrd="1" destOrd="0" presId="urn:microsoft.com/office/officeart/2005/8/layout/vList3"/>
    <dgm:cxn modelId="{92164F45-C3E7-4288-8492-BCF701D3048A}" type="presParOf" srcId="{54D9A0FF-0615-4913-B382-974A63D4C4EE}" destId="{AAE238DA-CF8F-4631-BA86-273E413C28A3}" srcOrd="1" destOrd="0" presId="urn:microsoft.com/office/officeart/2005/8/layout/vList3"/>
    <dgm:cxn modelId="{9C34D6F8-8C66-46B0-8EFA-344754A911CD}" type="presParOf" srcId="{54D9A0FF-0615-4913-B382-974A63D4C4EE}" destId="{D0152A55-7723-429F-92C5-E6D126324381}" srcOrd="2" destOrd="0" presId="urn:microsoft.com/office/officeart/2005/8/layout/vList3"/>
    <dgm:cxn modelId="{FE8A3F74-01E8-4305-BBF2-9CDBC18EB168}" type="presParOf" srcId="{D0152A55-7723-429F-92C5-E6D126324381}" destId="{77A41F53-BA5A-4264-B5C4-9E2E1D371196}" srcOrd="0" destOrd="0" presId="urn:microsoft.com/office/officeart/2005/8/layout/vList3"/>
    <dgm:cxn modelId="{ECEAB8EE-92D2-424B-86E0-B3505DE74833}" type="presParOf" srcId="{D0152A55-7723-429F-92C5-E6D126324381}" destId="{CD994DED-09CB-4FEA-A7A1-2FBC33C77585}" srcOrd="1" destOrd="0" presId="urn:microsoft.com/office/officeart/2005/8/layout/vList3"/>
    <dgm:cxn modelId="{2A2551D4-B328-4988-A749-E97BAB599A7F}" type="presParOf" srcId="{54D9A0FF-0615-4913-B382-974A63D4C4EE}" destId="{1BC242AA-2546-4E09-B17A-68D87A1788FE}" srcOrd="3" destOrd="0" presId="urn:microsoft.com/office/officeart/2005/8/layout/vList3"/>
    <dgm:cxn modelId="{2491F927-3CC6-46A0-8C8D-57D3E3AA3D16}" type="presParOf" srcId="{54D9A0FF-0615-4913-B382-974A63D4C4EE}" destId="{83445CE8-AB73-4960-B034-29D660D93E67}" srcOrd="4" destOrd="0" presId="urn:microsoft.com/office/officeart/2005/8/layout/vList3"/>
    <dgm:cxn modelId="{D77F5EDB-FB27-4521-AA6A-158703908F8B}" type="presParOf" srcId="{83445CE8-AB73-4960-B034-29D660D93E67}" destId="{169AEF72-4BAC-4368-A327-527EF151A0AE}" srcOrd="0" destOrd="0" presId="urn:microsoft.com/office/officeart/2005/8/layout/vList3"/>
    <dgm:cxn modelId="{4267FC8E-F040-441B-9E08-756797828909}" type="presParOf" srcId="{83445CE8-AB73-4960-B034-29D660D93E67}" destId="{414606B0-D561-4ED5-869D-098882651B87}" srcOrd="1" destOrd="0" presId="urn:microsoft.com/office/officeart/2005/8/layout/vList3"/>
    <dgm:cxn modelId="{7F743D17-9082-458A-9EA3-EB5262B87AC9}" type="presParOf" srcId="{54D9A0FF-0615-4913-B382-974A63D4C4EE}" destId="{7E4B17A2-6705-4615-B036-706488679EDD}" srcOrd="5" destOrd="0" presId="urn:microsoft.com/office/officeart/2005/8/layout/vList3"/>
    <dgm:cxn modelId="{92BD4A34-F110-42CF-B3C7-6497CC677227}" type="presParOf" srcId="{54D9A0FF-0615-4913-B382-974A63D4C4EE}" destId="{01CB6569-08C5-44EF-9556-5B2A58DDDEA0}" srcOrd="6" destOrd="0" presId="urn:microsoft.com/office/officeart/2005/8/layout/vList3"/>
    <dgm:cxn modelId="{1735D7AE-23E2-41A1-A937-082D0486274B}" type="presParOf" srcId="{01CB6569-08C5-44EF-9556-5B2A58DDDEA0}" destId="{7F3D0BE5-8B28-4E06-B466-01972A622165}" srcOrd="0" destOrd="0" presId="urn:microsoft.com/office/officeart/2005/8/layout/vList3"/>
    <dgm:cxn modelId="{BA6B6913-03AC-4C9E-BCC9-3F3C8E27B409}" type="presParOf" srcId="{01CB6569-08C5-44EF-9556-5B2A58DDDEA0}" destId="{9EBAD401-1CA9-481E-B88D-F88160DA636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0.xml><?xml version="1.0" encoding="utf-8"?>
<dgm:dataModel xmlns:dgm="http://schemas.openxmlformats.org/drawingml/2006/diagram" xmlns:a="http://schemas.openxmlformats.org/drawingml/2006/main">
  <dgm:ptLst>
    <dgm:pt modelId="{8F49B669-AD30-4E45-904B-79962ECFF05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E81C05C6-17BC-4067-9502-B0AE53F6CCAC}">
      <dgm:prSet/>
      <dgm:spPr/>
      <dgm:t>
        <a:bodyPr/>
        <a:lstStyle/>
        <a:p>
          <a:r>
            <a:rPr lang="ru-RU"/>
            <a:t>Османської імперії.</a:t>
          </a:r>
          <a:endParaRPr lang="uk-UA"/>
        </a:p>
      </dgm:t>
    </dgm:pt>
    <dgm:pt modelId="{4A908E15-44D0-411F-B4FA-5F0293AF4EBB}" type="parTrans" cxnId="{B509BF9D-E84D-4172-A641-73B01C895E1E}">
      <dgm:prSet/>
      <dgm:spPr/>
      <dgm:t>
        <a:bodyPr/>
        <a:lstStyle/>
        <a:p>
          <a:endParaRPr lang="uk-UA"/>
        </a:p>
      </dgm:t>
    </dgm:pt>
    <dgm:pt modelId="{8DC73341-2B86-4A5B-8FA5-F2A1FF5D552E}" type="sibTrans" cxnId="{B509BF9D-E84D-4172-A641-73B01C895E1E}">
      <dgm:prSet/>
      <dgm:spPr/>
      <dgm:t>
        <a:bodyPr/>
        <a:lstStyle/>
        <a:p>
          <a:endParaRPr lang="uk-UA"/>
        </a:p>
      </dgm:t>
    </dgm:pt>
    <dgm:pt modelId="{13002AF8-854E-4FCE-B360-8C99BCA115D4}">
      <dgm:prSet/>
      <dgm:spPr/>
      <dgm:t>
        <a:bodyPr/>
        <a:lstStyle/>
        <a:p>
          <a:r>
            <a:rPr lang="ru-RU"/>
            <a:t>Московського царства.</a:t>
          </a:r>
          <a:endParaRPr lang="uk-UA"/>
        </a:p>
      </dgm:t>
    </dgm:pt>
    <dgm:pt modelId="{7CDAFD54-6ECB-4AF9-902A-23910711E0E9}" type="parTrans" cxnId="{C6B3714A-FE9D-4540-AFA7-5C8BF4A315B1}">
      <dgm:prSet/>
      <dgm:spPr/>
      <dgm:t>
        <a:bodyPr/>
        <a:lstStyle/>
        <a:p>
          <a:endParaRPr lang="uk-UA"/>
        </a:p>
      </dgm:t>
    </dgm:pt>
    <dgm:pt modelId="{B0B2BF2B-373C-4BBF-A02B-32EEC648BDEB}" type="sibTrans" cxnId="{C6B3714A-FE9D-4540-AFA7-5C8BF4A315B1}">
      <dgm:prSet/>
      <dgm:spPr/>
      <dgm:t>
        <a:bodyPr/>
        <a:lstStyle/>
        <a:p>
          <a:endParaRPr lang="uk-UA"/>
        </a:p>
      </dgm:t>
    </dgm:pt>
    <dgm:pt modelId="{5823A588-B2C3-4ECC-818E-D2587DC6DF67}">
      <dgm:prSet/>
      <dgm:spPr>
        <a:solidFill>
          <a:srgbClr val="0070C0"/>
        </a:solidFill>
      </dgm:spPr>
      <dgm:t>
        <a:bodyPr/>
        <a:lstStyle/>
        <a:p>
          <a:r>
            <a:rPr lang="ru-RU"/>
            <a:t>Польського королівства.</a:t>
          </a:r>
          <a:endParaRPr lang="uk-UA"/>
        </a:p>
      </dgm:t>
    </dgm:pt>
    <dgm:pt modelId="{824AFD7A-0A3E-4031-A2CF-8B577B47039A}" type="parTrans" cxnId="{6F45769D-9A22-4A5C-A204-073C6CDB9228}">
      <dgm:prSet/>
      <dgm:spPr/>
      <dgm:t>
        <a:bodyPr/>
        <a:lstStyle/>
        <a:p>
          <a:endParaRPr lang="uk-UA"/>
        </a:p>
      </dgm:t>
    </dgm:pt>
    <dgm:pt modelId="{91BF5EDC-817A-41D9-9C9E-144C2C89B6E7}" type="sibTrans" cxnId="{6F45769D-9A22-4A5C-A204-073C6CDB9228}">
      <dgm:prSet/>
      <dgm:spPr/>
      <dgm:t>
        <a:bodyPr/>
        <a:lstStyle/>
        <a:p>
          <a:endParaRPr lang="uk-UA"/>
        </a:p>
      </dgm:t>
    </dgm:pt>
    <dgm:pt modelId="{5C236524-496A-4204-87FB-FFFF932D707C}">
      <dgm:prSet/>
      <dgm:spPr/>
      <dgm:t>
        <a:bodyPr/>
        <a:lstStyle/>
        <a:p>
          <a:r>
            <a:rPr lang="ru-RU"/>
            <a:t>Великого князівства Литовського.</a:t>
          </a:r>
          <a:endParaRPr lang="uk-UA"/>
        </a:p>
      </dgm:t>
    </dgm:pt>
    <dgm:pt modelId="{D9BA4B7A-2586-4184-84F1-16330C2471E7}" type="parTrans" cxnId="{CB50C381-47F8-486B-8065-84A2856002EE}">
      <dgm:prSet/>
      <dgm:spPr/>
      <dgm:t>
        <a:bodyPr/>
        <a:lstStyle/>
        <a:p>
          <a:endParaRPr lang="uk-UA"/>
        </a:p>
      </dgm:t>
    </dgm:pt>
    <dgm:pt modelId="{1329A619-1C12-40C8-A362-BAA8D512341A}" type="sibTrans" cxnId="{CB50C381-47F8-486B-8065-84A2856002EE}">
      <dgm:prSet/>
      <dgm:spPr/>
      <dgm:t>
        <a:bodyPr/>
        <a:lstStyle/>
        <a:p>
          <a:endParaRPr lang="uk-UA"/>
        </a:p>
      </dgm:t>
    </dgm:pt>
    <dgm:pt modelId="{BE9CE5AF-5089-481A-A1EE-C6449B00F8B9}" type="pres">
      <dgm:prSet presAssocID="{8F49B669-AD30-4E45-904B-79962ECFF056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13A192E3-B35E-4B6A-A98D-EF7063410B58}" type="pres">
      <dgm:prSet presAssocID="{8F49B669-AD30-4E45-904B-79962ECFF056}" presName="Name1" presStyleCnt="0"/>
      <dgm:spPr/>
    </dgm:pt>
    <dgm:pt modelId="{E17C0382-4C4F-4DEA-BB71-8A9C92D731DE}" type="pres">
      <dgm:prSet presAssocID="{8F49B669-AD30-4E45-904B-79962ECFF056}" presName="cycle" presStyleCnt="0"/>
      <dgm:spPr/>
    </dgm:pt>
    <dgm:pt modelId="{3E5398EC-27E2-418F-83DE-B231DC9BE205}" type="pres">
      <dgm:prSet presAssocID="{8F49B669-AD30-4E45-904B-79962ECFF056}" presName="srcNode" presStyleLbl="node1" presStyleIdx="0" presStyleCnt="4"/>
      <dgm:spPr/>
    </dgm:pt>
    <dgm:pt modelId="{336A2D75-6397-480B-A953-F42B5E549742}" type="pres">
      <dgm:prSet presAssocID="{8F49B669-AD30-4E45-904B-79962ECFF056}" presName="conn" presStyleLbl="parChTrans1D2" presStyleIdx="0" presStyleCnt="1"/>
      <dgm:spPr/>
      <dgm:t>
        <a:bodyPr/>
        <a:lstStyle/>
        <a:p>
          <a:endParaRPr lang="ru-RU"/>
        </a:p>
      </dgm:t>
    </dgm:pt>
    <dgm:pt modelId="{C71B355D-4939-433D-B1BD-D797CCE35071}" type="pres">
      <dgm:prSet presAssocID="{8F49B669-AD30-4E45-904B-79962ECFF056}" presName="extraNode" presStyleLbl="node1" presStyleIdx="0" presStyleCnt="4"/>
      <dgm:spPr/>
    </dgm:pt>
    <dgm:pt modelId="{D395B65A-094A-49FB-8DA6-06D99A86A69F}" type="pres">
      <dgm:prSet presAssocID="{8F49B669-AD30-4E45-904B-79962ECFF056}" presName="dstNode" presStyleLbl="node1" presStyleIdx="0" presStyleCnt="4"/>
      <dgm:spPr/>
    </dgm:pt>
    <dgm:pt modelId="{62AEC2DD-B443-4DA8-B37C-E360F852CF4B}" type="pres">
      <dgm:prSet presAssocID="{E81C05C6-17BC-4067-9502-B0AE53F6CCAC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5A2174D-7659-45B7-B51A-3D868BBCAC6A}" type="pres">
      <dgm:prSet presAssocID="{E81C05C6-17BC-4067-9502-B0AE53F6CCAC}" presName="accent_1" presStyleCnt="0"/>
      <dgm:spPr/>
    </dgm:pt>
    <dgm:pt modelId="{D6A5056D-876A-48B3-A5DC-E5FF6F72E9F6}" type="pres">
      <dgm:prSet presAssocID="{E81C05C6-17BC-4067-9502-B0AE53F6CCAC}" presName="accentRepeatNode" presStyleLbl="solidFgAcc1" presStyleIdx="0" presStyleCnt="4"/>
      <dgm:spPr/>
    </dgm:pt>
    <dgm:pt modelId="{9AB7D132-75A8-47A2-88D4-0DBE4181B8A6}" type="pres">
      <dgm:prSet presAssocID="{13002AF8-854E-4FCE-B360-8C99BCA115D4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A566F2-C5E9-4882-A98F-D07AEB8D7308}" type="pres">
      <dgm:prSet presAssocID="{13002AF8-854E-4FCE-B360-8C99BCA115D4}" presName="accent_2" presStyleCnt="0"/>
      <dgm:spPr/>
    </dgm:pt>
    <dgm:pt modelId="{9B15AD4A-5F4A-48D8-9E7E-C46A31BCACE3}" type="pres">
      <dgm:prSet presAssocID="{13002AF8-854E-4FCE-B360-8C99BCA115D4}" presName="accentRepeatNode" presStyleLbl="solidFgAcc1" presStyleIdx="1" presStyleCnt="4"/>
      <dgm:spPr/>
    </dgm:pt>
    <dgm:pt modelId="{3A1A9374-99D4-4813-B959-0C82DB78FC9A}" type="pres">
      <dgm:prSet presAssocID="{5823A588-B2C3-4ECC-818E-D2587DC6DF67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0E343DC-BDD9-4286-AA5E-11C71895742A}" type="pres">
      <dgm:prSet presAssocID="{5823A588-B2C3-4ECC-818E-D2587DC6DF67}" presName="accent_3" presStyleCnt="0"/>
      <dgm:spPr/>
    </dgm:pt>
    <dgm:pt modelId="{0B9954DB-CC60-429B-91DF-00D1595DBF9B}" type="pres">
      <dgm:prSet presAssocID="{5823A588-B2C3-4ECC-818E-D2587DC6DF67}" presName="accentRepeatNode" presStyleLbl="solidFgAcc1" presStyleIdx="2" presStyleCnt="4"/>
      <dgm:spPr/>
    </dgm:pt>
    <dgm:pt modelId="{59A480F2-B8CA-47EC-AC1D-D51A578A39C5}" type="pres">
      <dgm:prSet presAssocID="{5C236524-496A-4204-87FB-FFFF932D707C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4F5DA2F-49D1-4B5B-B115-07D817341F37}" type="pres">
      <dgm:prSet presAssocID="{5C236524-496A-4204-87FB-FFFF932D707C}" presName="accent_4" presStyleCnt="0"/>
      <dgm:spPr/>
    </dgm:pt>
    <dgm:pt modelId="{CD604541-DFCA-4302-ABFE-B6AF94201F89}" type="pres">
      <dgm:prSet presAssocID="{5C236524-496A-4204-87FB-FFFF932D707C}" presName="accentRepeatNode" presStyleLbl="solidFgAcc1" presStyleIdx="3" presStyleCnt="4"/>
      <dgm:spPr/>
    </dgm:pt>
  </dgm:ptLst>
  <dgm:cxnLst>
    <dgm:cxn modelId="{60DF04EB-E002-44A3-954E-35BBBB562A3B}" type="presOf" srcId="{8DC73341-2B86-4A5B-8FA5-F2A1FF5D552E}" destId="{336A2D75-6397-480B-A953-F42B5E549742}" srcOrd="0" destOrd="0" presId="urn:microsoft.com/office/officeart/2008/layout/VerticalCurvedList"/>
    <dgm:cxn modelId="{67A95BA8-00B3-4771-A398-8C289DFDB3A9}" type="presOf" srcId="{13002AF8-854E-4FCE-B360-8C99BCA115D4}" destId="{9AB7D132-75A8-47A2-88D4-0DBE4181B8A6}" srcOrd="0" destOrd="0" presId="urn:microsoft.com/office/officeart/2008/layout/VerticalCurvedList"/>
    <dgm:cxn modelId="{C6B3714A-FE9D-4540-AFA7-5C8BF4A315B1}" srcId="{8F49B669-AD30-4E45-904B-79962ECFF056}" destId="{13002AF8-854E-4FCE-B360-8C99BCA115D4}" srcOrd="1" destOrd="0" parTransId="{7CDAFD54-6ECB-4AF9-902A-23910711E0E9}" sibTransId="{B0B2BF2B-373C-4BBF-A02B-32EEC648BDEB}"/>
    <dgm:cxn modelId="{7856A63D-9FC6-428F-8675-2BCB461DD9AA}" type="presOf" srcId="{8F49B669-AD30-4E45-904B-79962ECFF056}" destId="{BE9CE5AF-5089-481A-A1EE-C6449B00F8B9}" srcOrd="0" destOrd="0" presId="urn:microsoft.com/office/officeart/2008/layout/VerticalCurvedList"/>
    <dgm:cxn modelId="{48A49E29-0DFC-4F07-BAF5-0999C6ABA862}" type="presOf" srcId="{5C236524-496A-4204-87FB-FFFF932D707C}" destId="{59A480F2-B8CA-47EC-AC1D-D51A578A39C5}" srcOrd="0" destOrd="0" presId="urn:microsoft.com/office/officeart/2008/layout/VerticalCurvedList"/>
    <dgm:cxn modelId="{CB50C381-47F8-486B-8065-84A2856002EE}" srcId="{8F49B669-AD30-4E45-904B-79962ECFF056}" destId="{5C236524-496A-4204-87FB-FFFF932D707C}" srcOrd="3" destOrd="0" parTransId="{D9BA4B7A-2586-4184-84F1-16330C2471E7}" sibTransId="{1329A619-1C12-40C8-A362-BAA8D512341A}"/>
    <dgm:cxn modelId="{EF16DA8B-45C1-4637-AEE1-A236BB33C0F7}" type="presOf" srcId="{E81C05C6-17BC-4067-9502-B0AE53F6CCAC}" destId="{62AEC2DD-B443-4DA8-B37C-E360F852CF4B}" srcOrd="0" destOrd="0" presId="urn:microsoft.com/office/officeart/2008/layout/VerticalCurvedList"/>
    <dgm:cxn modelId="{4AF735B4-7EA5-468D-8D5D-3AE5B27B92CE}" type="presOf" srcId="{5823A588-B2C3-4ECC-818E-D2587DC6DF67}" destId="{3A1A9374-99D4-4813-B959-0C82DB78FC9A}" srcOrd="0" destOrd="0" presId="urn:microsoft.com/office/officeart/2008/layout/VerticalCurvedList"/>
    <dgm:cxn modelId="{6F45769D-9A22-4A5C-A204-073C6CDB9228}" srcId="{8F49B669-AD30-4E45-904B-79962ECFF056}" destId="{5823A588-B2C3-4ECC-818E-D2587DC6DF67}" srcOrd="2" destOrd="0" parTransId="{824AFD7A-0A3E-4031-A2CF-8B577B47039A}" sibTransId="{91BF5EDC-817A-41D9-9C9E-144C2C89B6E7}"/>
    <dgm:cxn modelId="{B509BF9D-E84D-4172-A641-73B01C895E1E}" srcId="{8F49B669-AD30-4E45-904B-79962ECFF056}" destId="{E81C05C6-17BC-4067-9502-B0AE53F6CCAC}" srcOrd="0" destOrd="0" parTransId="{4A908E15-44D0-411F-B4FA-5F0293AF4EBB}" sibTransId="{8DC73341-2B86-4A5B-8FA5-F2A1FF5D552E}"/>
    <dgm:cxn modelId="{8C5321B6-0ECE-4E55-B847-FD3D7669D325}" type="presParOf" srcId="{BE9CE5AF-5089-481A-A1EE-C6449B00F8B9}" destId="{13A192E3-B35E-4B6A-A98D-EF7063410B58}" srcOrd="0" destOrd="0" presId="urn:microsoft.com/office/officeart/2008/layout/VerticalCurvedList"/>
    <dgm:cxn modelId="{EDC9E45C-BB95-4BB5-A579-E8E61E3A9818}" type="presParOf" srcId="{13A192E3-B35E-4B6A-A98D-EF7063410B58}" destId="{E17C0382-4C4F-4DEA-BB71-8A9C92D731DE}" srcOrd="0" destOrd="0" presId="urn:microsoft.com/office/officeart/2008/layout/VerticalCurvedList"/>
    <dgm:cxn modelId="{F01A8D42-3DCC-4651-99C4-712E37262EA9}" type="presParOf" srcId="{E17C0382-4C4F-4DEA-BB71-8A9C92D731DE}" destId="{3E5398EC-27E2-418F-83DE-B231DC9BE205}" srcOrd="0" destOrd="0" presId="urn:microsoft.com/office/officeart/2008/layout/VerticalCurvedList"/>
    <dgm:cxn modelId="{847104A1-FA43-4D15-A4DF-2FCEE9C756CD}" type="presParOf" srcId="{E17C0382-4C4F-4DEA-BB71-8A9C92D731DE}" destId="{336A2D75-6397-480B-A953-F42B5E549742}" srcOrd="1" destOrd="0" presId="urn:microsoft.com/office/officeart/2008/layout/VerticalCurvedList"/>
    <dgm:cxn modelId="{A7CB7F1A-20CD-47D5-BBCC-A8C80C9EF14C}" type="presParOf" srcId="{E17C0382-4C4F-4DEA-BB71-8A9C92D731DE}" destId="{C71B355D-4939-433D-B1BD-D797CCE35071}" srcOrd="2" destOrd="0" presId="urn:microsoft.com/office/officeart/2008/layout/VerticalCurvedList"/>
    <dgm:cxn modelId="{62718B1C-E2AF-4763-84BB-A5A962115240}" type="presParOf" srcId="{E17C0382-4C4F-4DEA-BB71-8A9C92D731DE}" destId="{D395B65A-094A-49FB-8DA6-06D99A86A69F}" srcOrd="3" destOrd="0" presId="urn:microsoft.com/office/officeart/2008/layout/VerticalCurvedList"/>
    <dgm:cxn modelId="{0FB141FD-555C-489B-9ACA-44CA01641FDA}" type="presParOf" srcId="{13A192E3-B35E-4B6A-A98D-EF7063410B58}" destId="{62AEC2DD-B443-4DA8-B37C-E360F852CF4B}" srcOrd="1" destOrd="0" presId="urn:microsoft.com/office/officeart/2008/layout/VerticalCurvedList"/>
    <dgm:cxn modelId="{D30CA0D2-2885-4DC5-962C-2139832D91B1}" type="presParOf" srcId="{13A192E3-B35E-4B6A-A98D-EF7063410B58}" destId="{E5A2174D-7659-45B7-B51A-3D868BBCAC6A}" srcOrd="2" destOrd="0" presId="urn:microsoft.com/office/officeart/2008/layout/VerticalCurvedList"/>
    <dgm:cxn modelId="{522C423E-FF81-40EC-8F18-11DA5C90DC11}" type="presParOf" srcId="{E5A2174D-7659-45B7-B51A-3D868BBCAC6A}" destId="{D6A5056D-876A-48B3-A5DC-E5FF6F72E9F6}" srcOrd="0" destOrd="0" presId="urn:microsoft.com/office/officeart/2008/layout/VerticalCurvedList"/>
    <dgm:cxn modelId="{43FA8CC0-8F8A-4377-B0B6-0AAA7B39B967}" type="presParOf" srcId="{13A192E3-B35E-4B6A-A98D-EF7063410B58}" destId="{9AB7D132-75A8-47A2-88D4-0DBE4181B8A6}" srcOrd="3" destOrd="0" presId="urn:microsoft.com/office/officeart/2008/layout/VerticalCurvedList"/>
    <dgm:cxn modelId="{43710A2D-1A4F-462A-A902-68F0AFC716C6}" type="presParOf" srcId="{13A192E3-B35E-4B6A-A98D-EF7063410B58}" destId="{B2A566F2-C5E9-4882-A98F-D07AEB8D7308}" srcOrd="4" destOrd="0" presId="urn:microsoft.com/office/officeart/2008/layout/VerticalCurvedList"/>
    <dgm:cxn modelId="{96245750-2FFF-4A22-BE4F-1C08D4D4E09E}" type="presParOf" srcId="{B2A566F2-C5E9-4882-A98F-D07AEB8D7308}" destId="{9B15AD4A-5F4A-48D8-9E7E-C46A31BCACE3}" srcOrd="0" destOrd="0" presId="urn:microsoft.com/office/officeart/2008/layout/VerticalCurvedList"/>
    <dgm:cxn modelId="{59AD488B-3992-4061-BA8D-E8CA6941CCC1}" type="presParOf" srcId="{13A192E3-B35E-4B6A-A98D-EF7063410B58}" destId="{3A1A9374-99D4-4813-B959-0C82DB78FC9A}" srcOrd="5" destOrd="0" presId="urn:microsoft.com/office/officeart/2008/layout/VerticalCurvedList"/>
    <dgm:cxn modelId="{96F7DCA8-9B21-4DB4-BEB5-50FDC937E4BB}" type="presParOf" srcId="{13A192E3-B35E-4B6A-A98D-EF7063410B58}" destId="{50E343DC-BDD9-4286-AA5E-11C71895742A}" srcOrd="6" destOrd="0" presId="urn:microsoft.com/office/officeart/2008/layout/VerticalCurvedList"/>
    <dgm:cxn modelId="{F6E672D0-981D-4816-8C89-E0C608C42B22}" type="presParOf" srcId="{50E343DC-BDD9-4286-AA5E-11C71895742A}" destId="{0B9954DB-CC60-429B-91DF-00D1595DBF9B}" srcOrd="0" destOrd="0" presId="urn:microsoft.com/office/officeart/2008/layout/VerticalCurvedList"/>
    <dgm:cxn modelId="{52881061-0672-4A47-9C91-56C531785DA7}" type="presParOf" srcId="{13A192E3-B35E-4B6A-A98D-EF7063410B58}" destId="{59A480F2-B8CA-47EC-AC1D-D51A578A39C5}" srcOrd="7" destOrd="0" presId="urn:microsoft.com/office/officeart/2008/layout/VerticalCurvedList"/>
    <dgm:cxn modelId="{CECC81B7-6634-451F-A7B7-0B70153FC685}" type="presParOf" srcId="{13A192E3-B35E-4B6A-A98D-EF7063410B58}" destId="{E4F5DA2F-49D1-4B5B-B115-07D817341F37}" srcOrd="8" destOrd="0" presId="urn:microsoft.com/office/officeart/2008/layout/VerticalCurvedList"/>
    <dgm:cxn modelId="{9D9E2C50-683B-4BF4-AAD3-E91B8CF9C7A2}" type="presParOf" srcId="{E4F5DA2F-49D1-4B5B-B115-07D817341F37}" destId="{CD604541-DFCA-4302-ABFE-B6AF94201F8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1.xml><?xml version="1.0" encoding="utf-8"?>
<dgm:dataModel xmlns:dgm="http://schemas.openxmlformats.org/drawingml/2006/diagram" xmlns:a="http://schemas.openxmlformats.org/drawingml/2006/main">
  <dgm:ptLst>
    <dgm:pt modelId="{8F49B669-AD30-4E45-904B-79962ECFF056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81C05C6-17BC-4067-9502-B0AE53F6CCAC}">
      <dgm:prSet/>
      <dgm:spPr/>
      <dgm:t>
        <a:bodyPr/>
        <a:lstStyle/>
        <a:p>
          <a:r>
            <a:rPr lang="ru-RU"/>
            <a:t>Османської імперії.</a:t>
          </a:r>
          <a:endParaRPr lang="uk-UA"/>
        </a:p>
      </dgm:t>
    </dgm:pt>
    <dgm:pt modelId="{4A908E15-44D0-411F-B4FA-5F0293AF4EBB}" type="parTrans" cxnId="{B509BF9D-E84D-4172-A641-73B01C895E1E}">
      <dgm:prSet/>
      <dgm:spPr/>
      <dgm:t>
        <a:bodyPr/>
        <a:lstStyle/>
        <a:p>
          <a:endParaRPr lang="uk-UA"/>
        </a:p>
      </dgm:t>
    </dgm:pt>
    <dgm:pt modelId="{8DC73341-2B86-4A5B-8FA5-F2A1FF5D552E}" type="sibTrans" cxnId="{B509BF9D-E84D-4172-A641-73B01C895E1E}">
      <dgm:prSet/>
      <dgm:spPr/>
      <dgm:t>
        <a:bodyPr/>
        <a:lstStyle/>
        <a:p>
          <a:endParaRPr lang="uk-UA"/>
        </a:p>
      </dgm:t>
    </dgm:pt>
    <dgm:pt modelId="{13002AF8-854E-4FCE-B360-8C99BCA115D4}">
      <dgm:prSet/>
      <dgm:spPr/>
      <dgm:t>
        <a:bodyPr/>
        <a:lstStyle/>
        <a:p>
          <a:r>
            <a:rPr lang="ru-RU"/>
            <a:t>Московського царства.</a:t>
          </a:r>
          <a:endParaRPr lang="uk-UA"/>
        </a:p>
      </dgm:t>
    </dgm:pt>
    <dgm:pt modelId="{7CDAFD54-6ECB-4AF9-902A-23910711E0E9}" type="parTrans" cxnId="{C6B3714A-FE9D-4540-AFA7-5C8BF4A315B1}">
      <dgm:prSet/>
      <dgm:spPr/>
      <dgm:t>
        <a:bodyPr/>
        <a:lstStyle/>
        <a:p>
          <a:endParaRPr lang="uk-UA"/>
        </a:p>
      </dgm:t>
    </dgm:pt>
    <dgm:pt modelId="{B0B2BF2B-373C-4BBF-A02B-32EEC648BDEB}" type="sibTrans" cxnId="{C6B3714A-FE9D-4540-AFA7-5C8BF4A315B1}">
      <dgm:prSet/>
      <dgm:spPr/>
      <dgm:t>
        <a:bodyPr/>
        <a:lstStyle/>
        <a:p>
          <a:endParaRPr lang="uk-UA"/>
        </a:p>
      </dgm:t>
    </dgm:pt>
    <dgm:pt modelId="{5823A588-B2C3-4ECC-818E-D2587DC6DF67}">
      <dgm:prSet/>
      <dgm:spPr/>
      <dgm:t>
        <a:bodyPr/>
        <a:lstStyle/>
        <a:p>
          <a:r>
            <a:rPr lang="ru-RU"/>
            <a:t>Польського королівства.</a:t>
          </a:r>
          <a:endParaRPr lang="uk-UA"/>
        </a:p>
      </dgm:t>
    </dgm:pt>
    <dgm:pt modelId="{824AFD7A-0A3E-4031-A2CF-8B577B47039A}" type="parTrans" cxnId="{6F45769D-9A22-4A5C-A204-073C6CDB9228}">
      <dgm:prSet/>
      <dgm:spPr/>
      <dgm:t>
        <a:bodyPr/>
        <a:lstStyle/>
        <a:p>
          <a:endParaRPr lang="uk-UA"/>
        </a:p>
      </dgm:t>
    </dgm:pt>
    <dgm:pt modelId="{91BF5EDC-817A-41D9-9C9E-144C2C89B6E7}" type="sibTrans" cxnId="{6F45769D-9A22-4A5C-A204-073C6CDB9228}">
      <dgm:prSet/>
      <dgm:spPr/>
      <dgm:t>
        <a:bodyPr/>
        <a:lstStyle/>
        <a:p>
          <a:endParaRPr lang="uk-UA"/>
        </a:p>
      </dgm:t>
    </dgm:pt>
    <dgm:pt modelId="{5C236524-496A-4204-87FB-FFFF932D707C}">
      <dgm:prSet/>
      <dgm:spPr/>
      <dgm:t>
        <a:bodyPr/>
        <a:lstStyle/>
        <a:p>
          <a:r>
            <a:rPr lang="ru-RU" dirty="0"/>
            <a:t>Великого </a:t>
          </a:r>
          <a:r>
            <a:rPr lang="ru-RU" dirty="0" err="1"/>
            <a:t>князівства</a:t>
          </a:r>
          <a:r>
            <a:rPr lang="ru-RU" dirty="0"/>
            <a:t> </a:t>
          </a:r>
          <a:r>
            <a:rPr lang="ru-RU" dirty="0" err="1"/>
            <a:t>Литовського</a:t>
          </a:r>
          <a:r>
            <a:rPr lang="ru-RU" dirty="0"/>
            <a:t>.</a:t>
          </a:r>
          <a:endParaRPr lang="uk-UA" dirty="0"/>
        </a:p>
      </dgm:t>
    </dgm:pt>
    <dgm:pt modelId="{D9BA4B7A-2586-4184-84F1-16330C2471E7}" type="parTrans" cxnId="{CB50C381-47F8-486B-8065-84A2856002EE}">
      <dgm:prSet/>
      <dgm:spPr/>
      <dgm:t>
        <a:bodyPr/>
        <a:lstStyle/>
        <a:p>
          <a:endParaRPr lang="uk-UA"/>
        </a:p>
      </dgm:t>
    </dgm:pt>
    <dgm:pt modelId="{1329A619-1C12-40C8-A362-BAA8D512341A}" type="sibTrans" cxnId="{CB50C381-47F8-486B-8065-84A2856002EE}">
      <dgm:prSet/>
      <dgm:spPr/>
      <dgm:t>
        <a:bodyPr/>
        <a:lstStyle/>
        <a:p>
          <a:endParaRPr lang="uk-UA"/>
        </a:p>
      </dgm:t>
    </dgm:pt>
    <dgm:pt modelId="{BE9CE5AF-5089-481A-A1EE-C6449B00F8B9}" type="pres">
      <dgm:prSet presAssocID="{8F49B669-AD30-4E45-904B-79962ECFF056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ru-RU"/>
        </a:p>
      </dgm:t>
    </dgm:pt>
    <dgm:pt modelId="{13A192E3-B35E-4B6A-A98D-EF7063410B58}" type="pres">
      <dgm:prSet presAssocID="{8F49B669-AD30-4E45-904B-79962ECFF056}" presName="Name1" presStyleCnt="0"/>
      <dgm:spPr/>
    </dgm:pt>
    <dgm:pt modelId="{E17C0382-4C4F-4DEA-BB71-8A9C92D731DE}" type="pres">
      <dgm:prSet presAssocID="{8F49B669-AD30-4E45-904B-79962ECFF056}" presName="cycle" presStyleCnt="0"/>
      <dgm:spPr/>
    </dgm:pt>
    <dgm:pt modelId="{3E5398EC-27E2-418F-83DE-B231DC9BE205}" type="pres">
      <dgm:prSet presAssocID="{8F49B669-AD30-4E45-904B-79962ECFF056}" presName="srcNode" presStyleLbl="node1" presStyleIdx="0" presStyleCnt="4"/>
      <dgm:spPr/>
    </dgm:pt>
    <dgm:pt modelId="{336A2D75-6397-480B-A953-F42B5E549742}" type="pres">
      <dgm:prSet presAssocID="{8F49B669-AD30-4E45-904B-79962ECFF056}" presName="conn" presStyleLbl="parChTrans1D2" presStyleIdx="0" presStyleCnt="1"/>
      <dgm:spPr/>
      <dgm:t>
        <a:bodyPr/>
        <a:lstStyle/>
        <a:p>
          <a:endParaRPr lang="ru-RU"/>
        </a:p>
      </dgm:t>
    </dgm:pt>
    <dgm:pt modelId="{C71B355D-4939-433D-B1BD-D797CCE35071}" type="pres">
      <dgm:prSet presAssocID="{8F49B669-AD30-4E45-904B-79962ECFF056}" presName="extraNode" presStyleLbl="node1" presStyleIdx="0" presStyleCnt="4"/>
      <dgm:spPr/>
    </dgm:pt>
    <dgm:pt modelId="{D395B65A-094A-49FB-8DA6-06D99A86A69F}" type="pres">
      <dgm:prSet presAssocID="{8F49B669-AD30-4E45-904B-79962ECFF056}" presName="dstNode" presStyleLbl="node1" presStyleIdx="0" presStyleCnt="4"/>
      <dgm:spPr/>
    </dgm:pt>
    <dgm:pt modelId="{62AEC2DD-B443-4DA8-B37C-E360F852CF4B}" type="pres">
      <dgm:prSet presAssocID="{E81C05C6-17BC-4067-9502-B0AE53F6CCAC}" presName="text_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5A2174D-7659-45B7-B51A-3D868BBCAC6A}" type="pres">
      <dgm:prSet presAssocID="{E81C05C6-17BC-4067-9502-B0AE53F6CCAC}" presName="accent_1" presStyleCnt="0"/>
      <dgm:spPr/>
    </dgm:pt>
    <dgm:pt modelId="{D6A5056D-876A-48B3-A5DC-E5FF6F72E9F6}" type="pres">
      <dgm:prSet presAssocID="{E81C05C6-17BC-4067-9502-B0AE53F6CCAC}" presName="accentRepeatNode" presStyleLbl="solidFgAcc1" presStyleIdx="0" presStyleCnt="4"/>
      <dgm:spPr/>
    </dgm:pt>
    <dgm:pt modelId="{9AB7D132-75A8-47A2-88D4-0DBE4181B8A6}" type="pres">
      <dgm:prSet presAssocID="{13002AF8-854E-4FCE-B360-8C99BCA115D4}" presName="text_2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A566F2-C5E9-4882-A98F-D07AEB8D7308}" type="pres">
      <dgm:prSet presAssocID="{13002AF8-854E-4FCE-B360-8C99BCA115D4}" presName="accent_2" presStyleCnt="0"/>
      <dgm:spPr/>
    </dgm:pt>
    <dgm:pt modelId="{9B15AD4A-5F4A-48D8-9E7E-C46A31BCACE3}" type="pres">
      <dgm:prSet presAssocID="{13002AF8-854E-4FCE-B360-8C99BCA115D4}" presName="accentRepeatNode" presStyleLbl="solidFgAcc1" presStyleIdx="1" presStyleCnt="4"/>
      <dgm:spPr/>
    </dgm:pt>
    <dgm:pt modelId="{3A1A9374-99D4-4813-B959-0C82DB78FC9A}" type="pres">
      <dgm:prSet presAssocID="{5823A588-B2C3-4ECC-818E-D2587DC6DF67}" presName="text_3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0E343DC-BDD9-4286-AA5E-11C71895742A}" type="pres">
      <dgm:prSet presAssocID="{5823A588-B2C3-4ECC-818E-D2587DC6DF67}" presName="accent_3" presStyleCnt="0"/>
      <dgm:spPr/>
    </dgm:pt>
    <dgm:pt modelId="{0B9954DB-CC60-429B-91DF-00D1595DBF9B}" type="pres">
      <dgm:prSet presAssocID="{5823A588-B2C3-4ECC-818E-D2587DC6DF67}" presName="accentRepeatNode" presStyleLbl="solidFgAcc1" presStyleIdx="2" presStyleCnt="4"/>
      <dgm:spPr/>
    </dgm:pt>
    <dgm:pt modelId="{59A480F2-B8CA-47EC-AC1D-D51A578A39C5}" type="pres">
      <dgm:prSet presAssocID="{5C236524-496A-4204-87FB-FFFF932D707C}" presName="text_4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4F5DA2F-49D1-4B5B-B115-07D817341F37}" type="pres">
      <dgm:prSet presAssocID="{5C236524-496A-4204-87FB-FFFF932D707C}" presName="accent_4" presStyleCnt="0"/>
      <dgm:spPr/>
    </dgm:pt>
    <dgm:pt modelId="{CD604541-DFCA-4302-ABFE-B6AF94201F89}" type="pres">
      <dgm:prSet presAssocID="{5C236524-496A-4204-87FB-FFFF932D707C}" presName="accentRepeatNode" presStyleLbl="solidFgAcc1" presStyleIdx="3" presStyleCnt="4"/>
      <dgm:spPr/>
    </dgm:pt>
  </dgm:ptLst>
  <dgm:cxnLst>
    <dgm:cxn modelId="{60DF04EB-E002-44A3-954E-35BBBB562A3B}" type="presOf" srcId="{8DC73341-2B86-4A5B-8FA5-F2A1FF5D552E}" destId="{336A2D75-6397-480B-A953-F42B5E549742}" srcOrd="0" destOrd="0" presId="urn:microsoft.com/office/officeart/2008/layout/VerticalCurvedList"/>
    <dgm:cxn modelId="{67A95BA8-00B3-4771-A398-8C289DFDB3A9}" type="presOf" srcId="{13002AF8-854E-4FCE-B360-8C99BCA115D4}" destId="{9AB7D132-75A8-47A2-88D4-0DBE4181B8A6}" srcOrd="0" destOrd="0" presId="urn:microsoft.com/office/officeart/2008/layout/VerticalCurvedList"/>
    <dgm:cxn modelId="{C6B3714A-FE9D-4540-AFA7-5C8BF4A315B1}" srcId="{8F49B669-AD30-4E45-904B-79962ECFF056}" destId="{13002AF8-854E-4FCE-B360-8C99BCA115D4}" srcOrd="1" destOrd="0" parTransId="{7CDAFD54-6ECB-4AF9-902A-23910711E0E9}" sibTransId="{B0B2BF2B-373C-4BBF-A02B-32EEC648BDEB}"/>
    <dgm:cxn modelId="{7856A63D-9FC6-428F-8675-2BCB461DD9AA}" type="presOf" srcId="{8F49B669-AD30-4E45-904B-79962ECFF056}" destId="{BE9CE5AF-5089-481A-A1EE-C6449B00F8B9}" srcOrd="0" destOrd="0" presId="urn:microsoft.com/office/officeart/2008/layout/VerticalCurvedList"/>
    <dgm:cxn modelId="{48A49E29-0DFC-4F07-BAF5-0999C6ABA862}" type="presOf" srcId="{5C236524-496A-4204-87FB-FFFF932D707C}" destId="{59A480F2-B8CA-47EC-AC1D-D51A578A39C5}" srcOrd="0" destOrd="0" presId="urn:microsoft.com/office/officeart/2008/layout/VerticalCurvedList"/>
    <dgm:cxn modelId="{CB50C381-47F8-486B-8065-84A2856002EE}" srcId="{8F49B669-AD30-4E45-904B-79962ECFF056}" destId="{5C236524-496A-4204-87FB-FFFF932D707C}" srcOrd="3" destOrd="0" parTransId="{D9BA4B7A-2586-4184-84F1-16330C2471E7}" sibTransId="{1329A619-1C12-40C8-A362-BAA8D512341A}"/>
    <dgm:cxn modelId="{EF16DA8B-45C1-4637-AEE1-A236BB33C0F7}" type="presOf" srcId="{E81C05C6-17BC-4067-9502-B0AE53F6CCAC}" destId="{62AEC2DD-B443-4DA8-B37C-E360F852CF4B}" srcOrd="0" destOrd="0" presId="urn:microsoft.com/office/officeart/2008/layout/VerticalCurvedList"/>
    <dgm:cxn modelId="{4AF735B4-7EA5-468D-8D5D-3AE5B27B92CE}" type="presOf" srcId="{5823A588-B2C3-4ECC-818E-D2587DC6DF67}" destId="{3A1A9374-99D4-4813-B959-0C82DB78FC9A}" srcOrd="0" destOrd="0" presId="urn:microsoft.com/office/officeart/2008/layout/VerticalCurvedList"/>
    <dgm:cxn modelId="{6F45769D-9A22-4A5C-A204-073C6CDB9228}" srcId="{8F49B669-AD30-4E45-904B-79962ECFF056}" destId="{5823A588-B2C3-4ECC-818E-D2587DC6DF67}" srcOrd="2" destOrd="0" parTransId="{824AFD7A-0A3E-4031-A2CF-8B577B47039A}" sibTransId="{91BF5EDC-817A-41D9-9C9E-144C2C89B6E7}"/>
    <dgm:cxn modelId="{B509BF9D-E84D-4172-A641-73B01C895E1E}" srcId="{8F49B669-AD30-4E45-904B-79962ECFF056}" destId="{E81C05C6-17BC-4067-9502-B0AE53F6CCAC}" srcOrd="0" destOrd="0" parTransId="{4A908E15-44D0-411F-B4FA-5F0293AF4EBB}" sibTransId="{8DC73341-2B86-4A5B-8FA5-F2A1FF5D552E}"/>
    <dgm:cxn modelId="{8C5321B6-0ECE-4E55-B847-FD3D7669D325}" type="presParOf" srcId="{BE9CE5AF-5089-481A-A1EE-C6449B00F8B9}" destId="{13A192E3-B35E-4B6A-A98D-EF7063410B58}" srcOrd="0" destOrd="0" presId="urn:microsoft.com/office/officeart/2008/layout/VerticalCurvedList"/>
    <dgm:cxn modelId="{EDC9E45C-BB95-4BB5-A579-E8E61E3A9818}" type="presParOf" srcId="{13A192E3-B35E-4B6A-A98D-EF7063410B58}" destId="{E17C0382-4C4F-4DEA-BB71-8A9C92D731DE}" srcOrd="0" destOrd="0" presId="urn:microsoft.com/office/officeart/2008/layout/VerticalCurvedList"/>
    <dgm:cxn modelId="{F01A8D42-3DCC-4651-99C4-712E37262EA9}" type="presParOf" srcId="{E17C0382-4C4F-4DEA-BB71-8A9C92D731DE}" destId="{3E5398EC-27E2-418F-83DE-B231DC9BE205}" srcOrd="0" destOrd="0" presId="urn:microsoft.com/office/officeart/2008/layout/VerticalCurvedList"/>
    <dgm:cxn modelId="{847104A1-FA43-4D15-A4DF-2FCEE9C756CD}" type="presParOf" srcId="{E17C0382-4C4F-4DEA-BB71-8A9C92D731DE}" destId="{336A2D75-6397-480B-A953-F42B5E549742}" srcOrd="1" destOrd="0" presId="urn:microsoft.com/office/officeart/2008/layout/VerticalCurvedList"/>
    <dgm:cxn modelId="{A7CB7F1A-20CD-47D5-BBCC-A8C80C9EF14C}" type="presParOf" srcId="{E17C0382-4C4F-4DEA-BB71-8A9C92D731DE}" destId="{C71B355D-4939-433D-B1BD-D797CCE35071}" srcOrd="2" destOrd="0" presId="urn:microsoft.com/office/officeart/2008/layout/VerticalCurvedList"/>
    <dgm:cxn modelId="{62718B1C-E2AF-4763-84BB-A5A962115240}" type="presParOf" srcId="{E17C0382-4C4F-4DEA-BB71-8A9C92D731DE}" destId="{D395B65A-094A-49FB-8DA6-06D99A86A69F}" srcOrd="3" destOrd="0" presId="urn:microsoft.com/office/officeart/2008/layout/VerticalCurvedList"/>
    <dgm:cxn modelId="{0FB141FD-555C-489B-9ACA-44CA01641FDA}" type="presParOf" srcId="{13A192E3-B35E-4B6A-A98D-EF7063410B58}" destId="{62AEC2DD-B443-4DA8-B37C-E360F852CF4B}" srcOrd="1" destOrd="0" presId="urn:microsoft.com/office/officeart/2008/layout/VerticalCurvedList"/>
    <dgm:cxn modelId="{D30CA0D2-2885-4DC5-962C-2139832D91B1}" type="presParOf" srcId="{13A192E3-B35E-4B6A-A98D-EF7063410B58}" destId="{E5A2174D-7659-45B7-B51A-3D868BBCAC6A}" srcOrd="2" destOrd="0" presId="urn:microsoft.com/office/officeart/2008/layout/VerticalCurvedList"/>
    <dgm:cxn modelId="{522C423E-FF81-40EC-8F18-11DA5C90DC11}" type="presParOf" srcId="{E5A2174D-7659-45B7-B51A-3D868BBCAC6A}" destId="{D6A5056D-876A-48B3-A5DC-E5FF6F72E9F6}" srcOrd="0" destOrd="0" presId="urn:microsoft.com/office/officeart/2008/layout/VerticalCurvedList"/>
    <dgm:cxn modelId="{43FA8CC0-8F8A-4377-B0B6-0AAA7B39B967}" type="presParOf" srcId="{13A192E3-B35E-4B6A-A98D-EF7063410B58}" destId="{9AB7D132-75A8-47A2-88D4-0DBE4181B8A6}" srcOrd="3" destOrd="0" presId="urn:microsoft.com/office/officeart/2008/layout/VerticalCurvedList"/>
    <dgm:cxn modelId="{43710A2D-1A4F-462A-A902-68F0AFC716C6}" type="presParOf" srcId="{13A192E3-B35E-4B6A-A98D-EF7063410B58}" destId="{B2A566F2-C5E9-4882-A98F-D07AEB8D7308}" srcOrd="4" destOrd="0" presId="urn:microsoft.com/office/officeart/2008/layout/VerticalCurvedList"/>
    <dgm:cxn modelId="{96245750-2FFF-4A22-BE4F-1C08D4D4E09E}" type="presParOf" srcId="{B2A566F2-C5E9-4882-A98F-D07AEB8D7308}" destId="{9B15AD4A-5F4A-48D8-9E7E-C46A31BCACE3}" srcOrd="0" destOrd="0" presId="urn:microsoft.com/office/officeart/2008/layout/VerticalCurvedList"/>
    <dgm:cxn modelId="{59AD488B-3992-4061-BA8D-E8CA6941CCC1}" type="presParOf" srcId="{13A192E3-B35E-4B6A-A98D-EF7063410B58}" destId="{3A1A9374-99D4-4813-B959-0C82DB78FC9A}" srcOrd="5" destOrd="0" presId="urn:microsoft.com/office/officeart/2008/layout/VerticalCurvedList"/>
    <dgm:cxn modelId="{96F7DCA8-9B21-4DB4-BEB5-50FDC937E4BB}" type="presParOf" srcId="{13A192E3-B35E-4B6A-A98D-EF7063410B58}" destId="{50E343DC-BDD9-4286-AA5E-11C71895742A}" srcOrd="6" destOrd="0" presId="urn:microsoft.com/office/officeart/2008/layout/VerticalCurvedList"/>
    <dgm:cxn modelId="{F6E672D0-981D-4816-8C89-E0C608C42B22}" type="presParOf" srcId="{50E343DC-BDD9-4286-AA5E-11C71895742A}" destId="{0B9954DB-CC60-429B-91DF-00D1595DBF9B}" srcOrd="0" destOrd="0" presId="urn:microsoft.com/office/officeart/2008/layout/VerticalCurvedList"/>
    <dgm:cxn modelId="{52881061-0672-4A47-9C91-56C531785DA7}" type="presParOf" srcId="{13A192E3-B35E-4B6A-A98D-EF7063410B58}" destId="{59A480F2-B8CA-47EC-AC1D-D51A578A39C5}" srcOrd="7" destOrd="0" presId="urn:microsoft.com/office/officeart/2008/layout/VerticalCurvedList"/>
    <dgm:cxn modelId="{CECC81B7-6634-451F-A7B7-0B70153FC685}" type="presParOf" srcId="{13A192E3-B35E-4B6A-A98D-EF7063410B58}" destId="{E4F5DA2F-49D1-4B5B-B115-07D817341F37}" srcOrd="8" destOrd="0" presId="urn:microsoft.com/office/officeart/2008/layout/VerticalCurvedList"/>
    <dgm:cxn modelId="{9D9E2C50-683B-4BF4-AAD3-E91B8CF9C7A2}" type="presParOf" srcId="{E4F5DA2F-49D1-4B5B-B115-07D817341F37}" destId="{CD604541-DFCA-4302-ABFE-B6AF94201F8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02.xml><?xml version="1.0" encoding="utf-8"?>
<dgm:dataModel xmlns:dgm="http://schemas.openxmlformats.org/drawingml/2006/diagram" xmlns:a="http://schemas.openxmlformats.org/drawingml/2006/main">
  <dgm:ptLst>
    <dgm:pt modelId="{D5D0D0A4-EA00-419D-8348-A3A35A06C87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EE96EC44-83E7-44E7-A940-0DF6B04B924F}">
      <dgm:prSet/>
      <dgm:spPr>
        <a:solidFill>
          <a:srgbClr val="0070C0"/>
        </a:solidFill>
      </dgm:spPr>
      <dgm:t>
        <a:bodyPr/>
        <a:lstStyle/>
        <a:p>
          <a:r>
            <a:rPr lang="ru-RU" dirty="0" err="1"/>
            <a:t>Дмитра</a:t>
          </a:r>
          <a:r>
            <a:rPr lang="ru-RU" dirty="0"/>
            <a:t> (Байду) </a:t>
          </a:r>
          <a:r>
            <a:rPr lang="ru-RU" dirty="0" err="1"/>
            <a:t>Вишневецького</a:t>
          </a:r>
          <a:endParaRPr lang="uk-UA" dirty="0"/>
        </a:p>
      </dgm:t>
    </dgm:pt>
    <dgm:pt modelId="{FA0556BF-2879-4A86-BBD1-6CE030178320}" type="parTrans" cxnId="{20E6D9A6-1731-4C34-8B2E-25D5BA3E1A9A}">
      <dgm:prSet/>
      <dgm:spPr/>
      <dgm:t>
        <a:bodyPr/>
        <a:lstStyle/>
        <a:p>
          <a:endParaRPr lang="uk-UA"/>
        </a:p>
      </dgm:t>
    </dgm:pt>
    <dgm:pt modelId="{9D238738-4822-4E88-B260-730026C4B99C}" type="sibTrans" cxnId="{20E6D9A6-1731-4C34-8B2E-25D5BA3E1A9A}">
      <dgm:prSet/>
      <dgm:spPr/>
      <dgm:t>
        <a:bodyPr/>
        <a:lstStyle/>
        <a:p>
          <a:endParaRPr lang="uk-UA"/>
        </a:p>
      </dgm:t>
    </dgm:pt>
    <dgm:pt modelId="{7C4DAD5C-3AEE-4123-9B1B-85D951320C13}">
      <dgm:prSet/>
      <dgm:spPr/>
      <dgm:t>
        <a:bodyPr/>
        <a:lstStyle/>
        <a:p>
          <a:r>
            <a:rPr lang="ru-RU" dirty="0"/>
            <a:t>Тараса Федоровича (</a:t>
          </a:r>
          <a:r>
            <a:rPr lang="ru-RU" dirty="0" err="1"/>
            <a:t>Трясила</a:t>
          </a:r>
          <a:r>
            <a:rPr lang="ru-RU" dirty="0"/>
            <a:t>)</a:t>
          </a:r>
          <a:endParaRPr lang="uk-UA" dirty="0"/>
        </a:p>
      </dgm:t>
    </dgm:pt>
    <dgm:pt modelId="{C8FBAC1B-E48B-4406-B972-DC60873EDB61}" type="parTrans" cxnId="{CB2D4463-FF2D-4641-89DB-D44BCAEDD3AD}">
      <dgm:prSet/>
      <dgm:spPr/>
      <dgm:t>
        <a:bodyPr/>
        <a:lstStyle/>
        <a:p>
          <a:endParaRPr lang="uk-UA"/>
        </a:p>
      </dgm:t>
    </dgm:pt>
    <dgm:pt modelId="{D9A522ED-7DC3-40B8-97AC-71F2B273D933}" type="sibTrans" cxnId="{CB2D4463-FF2D-4641-89DB-D44BCAEDD3AD}">
      <dgm:prSet/>
      <dgm:spPr/>
      <dgm:t>
        <a:bodyPr/>
        <a:lstStyle/>
        <a:p>
          <a:endParaRPr lang="uk-UA"/>
        </a:p>
      </dgm:t>
    </dgm:pt>
    <dgm:pt modelId="{6C55F48F-A5FA-482F-B08A-A14BF30732F6}">
      <dgm:prSet/>
      <dgm:spPr/>
      <dgm:t>
        <a:bodyPr/>
        <a:lstStyle/>
        <a:p>
          <a:r>
            <a:rPr lang="ru-RU" dirty="0"/>
            <a:t>Богдана </a:t>
          </a:r>
          <a:r>
            <a:rPr lang="ru-RU" dirty="0" err="1"/>
            <a:t>Хмельницького</a:t>
          </a:r>
          <a:endParaRPr lang="uk-UA" dirty="0"/>
        </a:p>
      </dgm:t>
    </dgm:pt>
    <dgm:pt modelId="{DA7BA31C-208C-4413-99E5-F920C330FD62}" type="parTrans" cxnId="{551D2AA7-086D-4B7F-A8ED-C4C70C5F942F}">
      <dgm:prSet/>
      <dgm:spPr/>
      <dgm:t>
        <a:bodyPr/>
        <a:lstStyle/>
        <a:p>
          <a:endParaRPr lang="uk-UA"/>
        </a:p>
      </dgm:t>
    </dgm:pt>
    <dgm:pt modelId="{3A9292A0-3888-4471-A969-F5283D5491FB}" type="sibTrans" cxnId="{551D2AA7-086D-4B7F-A8ED-C4C70C5F942F}">
      <dgm:prSet/>
      <dgm:spPr/>
      <dgm:t>
        <a:bodyPr/>
        <a:lstStyle/>
        <a:p>
          <a:endParaRPr lang="uk-UA"/>
        </a:p>
      </dgm:t>
    </dgm:pt>
    <dgm:pt modelId="{47D10443-A833-4987-B2F0-0DFE285AB214}">
      <dgm:prSet/>
      <dgm:spPr/>
      <dgm:t>
        <a:bodyPr/>
        <a:lstStyle/>
        <a:p>
          <a:r>
            <a:rPr lang="ru-RU"/>
            <a:t>Петра Дорошенка</a:t>
          </a:r>
          <a:endParaRPr lang="uk-UA"/>
        </a:p>
      </dgm:t>
    </dgm:pt>
    <dgm:pt modelId="{8361F5B1-5185-4B79-817B-E4A1B40861E1}" type="parTrans" cxnId="{619A1BCB-EAC1-467E-97C4-667C48B6A58F}">
      <dgm:prSet/>
      <dgm:spPr/>
      <dgm:t>
        <a:bodyPr/>
        <a:lstStyle/>
        <a:p>
          <a:endParaRPr lang="uk-UA"/>
        </a:p>
      </dgm:t>
    </dgm:pt>
    <dgm:pt modelId="{90E62DC5-B86A-4786-8879-BD05D41942DD}" type="sibTrans" cxnId="{619A1BCB-EAC1-467E-97C4-667C48B6A58F}">
      <dgm:prSet/>
      <dgm:spPr/>
      <dgm:t>
        <a:bodyPr/>
        <a:lstStyle/>
        <a:p>
          <a:endParaRPr lang="uk-UA"/>
        </a:p>
      </dgm:t>
    </dgm:pt>
    <dgm:pt modelId="{4B1AA314-ABA7-4E4F-B64C-BC6D736D485B}" type="pres">
      <dgm:prSet presAssocID="{D5D0D0A4-EA00-419D-8348-A3A35A06C87E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5D9ED01-2A9C-4B9D-A41F-14E69F2A760E}" type="pres">
      <dgm:prSet presAssocID="{EE96EC44-83E7-44E7-A940-0DF6B04B924F}" presName="composite" presStyleCnt="0"/>
      <dgm:spPr/>
    </dgm:pt>
    <dgm:pt modelId="{B0216468-F749-4EA5-AF1F-6C8ED4A9A0E2}" type="pres">
      <dgm:prSet presAssocID="{EE96EC44-83E7-44E7-A940-0DF6B04B924F}" presName="imgShp" presStyleLbl="fgImgPlace1" presStyleIdx="0" presStyleCnt="4"/>
      <dgm:spPr/>
    </dgm:pt>
    <dgm:pt modelId="{A22D48CB-2519-415E-9D56-22C4BCEA138D}" type="pres">
      <dgm:prSet presAssocID="{EE96EC44-83E7-44E7-A940-0DF6B04B924F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AA90451-2C6F-4A83-A52E-4556C358295A}" type="pres">
      <dgm:prSet presAssocID="{9D238738-4822-4E88-B260-730026C4B99C}" presName="spacing" presStyleCnt="0"/>
      <dgm:spPr/>
    </dgm:pt>
    <dgm:pt modelId="{DAB0AE53-ECE4-4B6E-BE96-ED153690ED98}" type="pres">
      <dgm:prSet presAssocID="{7C4DAD5C-3AEE-4123-9B1B-85D951320C13}" presName="composite" presStyleCnt="0"/>
      <dgm:spPr/>
    </dgm:pt>
    <dgm:pt modelId="{B49DBA76-5C90-4F61-8AE1-46BD273E5647}" type="pres">
      <dgm:prSet presAssocID="{7C4DAD5C-3AEE-4123-9B1B-85D951320C13}" presName="imgShp" presStyleLbl="fgImgPlace1" presStyleIdx="1" presStyleCnt="4"/>
      <dgm:spPr/>
    </dgm:pt>
    <dgm:pt modelId="{30BC47E8-D14B-4A5D-A1F5-3C6A612FDF8C}" type="pres">
      <dgm:prSet presAssocID="{7C4DAD5C-3AEE-4123-9B1B-85D951320C13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1B62BA9-3982-4B71-83B2-972D439017E9}" type="pres">
      <dgm:prSet presAssocID="{D9A522ED-7DC3-40B8-97AC-71F2B273D933}" presName="spacing" presStyleCnt="0"/>
      <dgm:spPr/>
    </dgm:pt>
    <dgm:pt modelId="{0534CEF9-C2BA-40F5-8398-872742296162}" type="pres">
      <dgm:prSet presAssocID="{6C55F48F-A5FA-482F-B08A-A14BF30732F6}" presName="composite" presStyleCnt="0"/>
      <dgm:spPr/>
    </dgm:pt>
    <dgm:pt modelId="{D2A2BC81-A8DB-4C66-95E9-12F49E4E1939}" type="pres">
      <dgm:prSet presAssocID="{6C55F48F-A5FA-482F-B08A-A14BF30732F6}" presName="imgShp" presStyleLbl="fgImgPlace1" presStyleIdx="2" presStyleCnt="4"/>
      <dgm:spPr/>
    </dgm:pt>
    <dgm:pt modelId="{FD03DA88-9E3E-4D4A-BB48-039B964901D0}" type="pres">
      <dgm:prSet presAssocID="{6C55F48F-A5FA-482F-B08A-A14BF30732F6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5CD1BF5-463D-4EC1-8AA7-8CFAEBEBD834}" type="pres">
      <dgm:prSet presAssocID="{3A9292A0-3888-4471-A969-F5283D5491FB}" presName="spacing" presStyleCnt="0"/>
      <dgm:spPr/>
    </dgm:pt>
    <dgm:pt modelId="{14F59E8E-E0EB-4E83-8D1B-B62D1F3FCBD8}" type="pres">
      <dgm:prSet presAssocID="{47D10443-A833-4987-B2F0-0DFE285AB214}" presName="composite" presStyleCnt="0"/>
      <dgm:spPr/>
    </dgm:pt>
    <dgm:pt modelId="{082999A5-CBCC-4D1D-A8A2-FF92ED526183}" type="pres">
      <dgm:prSet presAssocID="{47D10443-A833-4987-B2F0-0DFE285AB214}" presName="imgShp" presStyleLbl="fgImgPlace1" presStyleIdx="3" presStyleCnt="4"/>
      <dgm:spPr/>
    </dgm:pt>
    <dgm:pt modelId="{323E4584-78B0-4573-A35A-5CB13FD4642B}" type="pres">
      <dgm:prSet presAssocID="{47D10443-A833-4987-B2F0-0DFE285AB214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DC50F1A-8D0F-4C76-BADA-E4634D8C2ABD}" type="presOf" srcId="{EE96EC44-83E7-44E7-A940-0DF6B04B924F}" destId="{A22D48CB-2519-415E-9D56-22C4BCEA138D}" srcOrd="0" destOrd="0" presId="urn:microsoft.com/office/officeart/2005/8/layout/vList3"/>
    <dgm:cxn modelId="{3CE49250-FDEC-4980-95D6-BC451268199B}" type="presOf" srcId="{7C4DAD5C-3AEE-4123-9B1B-85D951320C13}" destId="{30BC47E8-D14B-4A5D-A1F5-3C6A612FDF8C}" srcOrd="0" destOrd="0" presId="urn:microsoft.com/office/officeart/2005/8/layout/vList3"/>
    <dgm:cxn modelId="{20E6D9A6-1731-4C34-8B2E-25D5BA3E1A9A}" srcId="{D5D0D0A4-EA00-419D-8348-A3A35A06C87E}" destId="{EE96EC44-83E7-44E7-A940-0DF6B04B924F}" srcOrd="0" destOrd="0" parTransId="{FA0556BF-2879-4A86-BBD1-6CE030178320}" sibTransId="{9D238738-4822-4E88-B260-730026C4B99C}"/>
    <dgm:cxn modelId="{CB2D4463-FF2D-4641-89DB-D44BCAEDD3AD}" srcId="{D5D0D0A4-EA00-419D-8348-A3A35A06C87E}" destId="{7C4DAD5C-3AEE-4123-9B1B-85D951320C13}" srcOrd="1" destOrd="0" parTransId="{C8FBAC1B-E48B-4406-B972-DC60873EDB61}" sibTransId="{D9A522ED-7DC3-40B8-97AC-71F2B273D933}"/>
    <dgm:cxn modelId="{1E477FEF-50E5-49D8-99EB-60331F4EEEFA}" type="presOf" srcId="{D5D0D0A4-EA00-419D-8348-A3A35A06C87E}" destId="{4B1AA314-ABA7-4E4F-B64C-BC6D736D485B}" srcOrd="0" destOrd="0" presId="urn:microsoft.com/office/officeart/2005/8/layout/vList3"/>
    <dgm:cxn modelId="{619A1BCB-EAC1-467E-97C4-667C48B6A58F}" srcId="{D5D0D0A4-EA00-419D-8348-A3A35A06C87E}" destId="{47D10443-A833-4987-B2F0-0DFE285AB214}" srcOrd="3" destOrd="0" parTransId="{8361F5B1-5185-4B79-817B-E4A1B40861E1}" sibTransId="{90E62DC5-B86A-4786-8879-BD05D41942DD}"/>
    <dgm:cxn modelId="{551D2AA7-086D-4B7F-A8ED-C4C70C5F942F}" srcId="{D5D0D0A4-EA00-419D-8348-A3A35A06C87E}" destId="{6C55F48F-A5FA-482F-B08A-A14BF30732F6}" srcOrd="2" destOrd="0" parTransId="{DA7BA31C-208C-4413-99E5-F920C330FD62}" sibTransId="{3A9292A0-3888-4471-A969-F5283D5491FB}"/>
    <dgm:cxn modelId="{1AAF8B27-3158-4175-9113-EDF210CF52FF}" type="presOf" srcId="{47D10443-A833-4987-B2F0-0DFE285AB214}" destId="{323E4584-78B0-4573-A35A-5CB13FD4642B}" srcOrd="0" destOrd="0" presId="urn:microsoft.com/office/officeart/2005/8/layout/vList3"/>
    <dgm:cxn modelId="{C4883388-4425-4FBD-8009-01DD836E0C12}" type="presOf" srcId="{6C55F48F-A5FA-482F-B08A-A14BF30732F6}" destId="{FD03DA88-9E3E-4D4A-BB48-039B964901D0}" srcOrd="0" destOrd="0" presId="urn:microsoft.com/office/officeart/2005/8/layout/vList3"/>
    <dgm:cxn modelId="{395B1FA6-1922-403B-94ED-C45DD27205BF}" type="presParOf" srcId="{4B1AA314-ABA7-4E4F-B64C-BC6D736D485B}" destId="{05D9ED01-2A9C-4B9D-A41F-14E69F2A760E}" srcOrd="0" destOrd="0" presId="urn:microsoft.com/office/officeart/2005/8/layout/vList3"/>
    <dgm:cxn modelId="{B4E7DB10-D4C9-41D7-AA52-119AFEC97B62}" type="presParOf" srcId="{05D9ED01-2A9C-4B9D-A41F-14E69F2A760E}" destId="{B0216468-F749-4EA5-AF1F-6C8ED4A9A0E2}" srcOrd="0" destOrd="0" presId="urn:microsoft.com/office/officeart/2005/8/layout/vList3"/>
    <dgm:cxn modelId="{3863A8BB-2493-4587-8A48-3E8F94DA7AB8}" type="presParOf" srcId="{05D9ED01-2A9C-4B9D-A41F-14E69F2A760E}" destId="{A22D48CB-2519-415E-9D56-22C4BCEA138D}" srcOrd="1" destOrd="0" presId="urn:microsoft.com/office/officeart/2005/8/layout/vList3"/>
    <dgm:cxn modelId="{C74F1862-C5E2-441E-9CBA-D8791758DC90}" type="presParOf" srcId="{4B1AA314-ABA7-4E4F-B64C-BC6D736D485B}" destId="{DAA90451-2C6F-4A83-A52E-4556C358295A}" srcOrd="1" destOrd="0" presId="urn:microsoft.com/office/officeart/2005/8/layout/vList3"/>
    <dgm:cxn modelId="{EB1C1687-2D3B-406F-BC6F-74EC0832FEFC}" type="presParOf" srcId="{4B1AA314-ABA7-4E4F-B64C-BC6D736D485B}" destId="{DAB0AE53-ECE4-4B6E-BE96-ED153690ED98}" srcOrd="2" destOrd="0" presId="urn:microsoft.com/office/officeart/2005/8/layout/vList3"/>
    <dgm:cxn modelId="{2272B53C-FF83-44DF-82D7-3EC2AC22EFDF}" type="presParOf" srcId="{DAB0AE53-ECE4-4B6E-BE96-ED153690ED98}" destId="{B49DBA76-5C90-4F61-8AE1-46BD273E5647}" srcOrd="0" destOrd="0" presId="urn:microsoft.com/office/officeart/2005/8/layout/vList3"/>
    <dgm:cxn modelId="{3C92B44D-780A-4AC8-86A3-82E48C173E55}" type="presParOf" srcId="{DAB0AE53-ECE4-4B6E-BE96-ED153690ED98}" destId="{30BC47E8-D14B-4A5D-A1F5-3C6A612FDF8C}" srcOrd="1" destOrd="0" presId="urn:microsoft.com/office/officeart/2005/8/layout/vList3"/>
    <dgm:cxn modelId="{47781113-8651-4679-A003-229C4204D599}" type="presParOf" srcId="{4B1AA314-ABA7-4E4F-B64C-BC6D736D485B}" destId="{31B62BA9-3982-4B71-83B2-972D439017E9}" srcOrd="3" destOrd="0" presId="urn:microsoft.com/office/officeart/2005/8/layout/vList3"/>
    <dgm:cxn modelId="{C59F30E4-929B-4DB8-A8C3-1A3FCA43ED40}" type="presParOf" srcId="{4B1AA314-ABA7-4E4F-B64C-BC6D736D485B}" destId="{0534CEF9-C2BA-40F5-8398-872742296162}" srcOrd="4" destOrd="0" presId="urn:microsoft.com/office/officeart/2005/8/layout/vList3"/>
    <dgm:cxn modelId="{23A923B7-5F92-4C5C-AD9E-ED58128EDF53}" type="presParOf" srcId="{0534CEF9-C2BA-40F5-8398-872742296162}" destId="{D2A2BC81-A8DB-4C66-95E9-12F49E4E1939}" srcOrd="0" destOrd="0" presId="urn:microsoft.com/office/officeart/2005/8/layout/vList3"/>
    <dgm:cxn modelId="{569BE5EC-0CFF-46C0-8E2E-8A3B2E380A1C}" type="presParOf" srcId="{0534CEF9-C2BA-40F5-8398-872742296162}" destId="{FD03DA88-9E3E-4D4A-BB48-039B964901D0}" srcOrd="1" destOrd="0" presId="urn:microsoft.com/office/officeart/2005/8/layout/vList3"/>
    <dgm:cxn modelId="{B66A5840-3984-48B6-B4F0-3E722D735A5C}" type="presParOf" srcId="{4B1AA314-ABA7-4E4F-B64C-BC6D736D485B}" destId="{B5CD1BF5-463D-4EC1-8AA7-8CFAEBEBD834}" srcOrd="5" destOrd="0" presId="urn:microsoft.com/office/officeart/2005/8/layout/vList3"/>
    <dgm:cxn modelId="{99F16AC9-1242-41C3-ACED-E66CF2D20D32}" type="presParOf" srcId="{4B1AA314-ABA7-4E4F-B64C-BC6D736D485B}" destId="{14F59E8E-E0EB-4E83-8D1B-B62D1F3FCBD8}" srcOrd="6" destOrd="0" presId="urn:microsoft.com/office/officeart/2005/8/layout/vList3"/>
    <dgm:cxn modelId="{1E2E5E46-C19A-4DCD-BED1-040605E351E0}" type="presParOf" srcId="{14F59E8E-E0EB-4E83-8D1B-B62D1F3FCBD8}" destId="{082999A5-CBCC-4D1D-A8A2-FF92ED526183}" srcOrd="0" destOrd="0" presId="urn:microsoft.com/office/officeart/2005/8/layout/vList3"/>
    <dgm:cxn modelId="{B43802B9-EEAD-489A-931D-9D94B2A7852D}" type="presParOf" srcId="{14F59E8E-E0EB-4E83-8D1B-B62D1F3FCBD8}" destId="{323E4584-78B0-4573-A35A-5CB13FD4642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3.xml><?xml version="1.0" encoding="utf-8"?>
<dgm:dataModel xmlns:dgm="http://schemas.openxmlformats.org/drawingml/2006/diagram" xmlns:a="http://schemas.openxmlformats.org/drawingml/2006/main">
  <dgm:ptLst>
    <dgm:pt modelId="{D5D0D0A4-EA00-419D-8348-A3A35A06C87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E96EC44-83E7-44E7-A940-0DF6B04B924F}">
      <dgm:prSet/>
      <dgm:spPr/>
      <dgm:t>
        <a:bodyPr/>
        <a:lstStyle/>
        <a:p>
          <a:r>
            <a:rPr lang="ru-RU"/>
            <a:t>Дмитра (Байду) Вишневецького</a:t>
          </a:r>
          <a:endParaRPr lang="uk-UA"/>
        </a:p>
      </dgm:t>
    </dgm:pt>
    <dgm:pt modelId="{FA0556BF-2879-4A86-BBD1-6CE030178320}" type="parTrans" cxnId="{20E6D9A6-1731-4C34-8B2E-25D5BA3E1A9A}">
      <dgm:prSet/>
      <dgm:spPr/>
      <dgm:t>
        <a:bodyPr/>
        <a:lstStyle/>
        <a:p>
          <a:endParaRPr lang="uk-UA"/>
        </a:p>
      </dgm:t>
    </dgm:pt>
    <dgm:pt modelId="{9D238738-4822-4E88-B260-730026C4B99C}" type="sibTrans" cxnId="{20E6D9A6-1731-4C34-8B2E-25D5BA3E1A9A}">
      <dgm:prSet/>
      <dgm:spPr/>
      <dgm:t>
        <a:bodyPr/>
        <a:lstStyle/>
        <a:p>
          <a:endParaRPr lang="uk-UA"/>
        </a:p>
      </dgm:t>
    </dgm:pt>
    <dgm:pt modelId="{7C4DAD5C-3AEE-4123-9B1B-85D951320C13}">
      <dgm:prSet/>
      <dgm:spPr/>
      <dgm:t>
        <a:bodyPr/>
        <a:lstStyle/>
        <a:p>
          <a:r>
            <a:rPr lang="ru-RU" dirty="0"/>
            <a:t>Тараса Федоровича (</a:t>
          </a:r>
          <a:r>
            <a:rPr lang="ru-RU" dirty="0" err="1"/>
            <a:t>Трясила</a:t>
          </a:r>
          <a:r>
            <a:rPr lang="ru-RU"/>
            <a:t>)</a:t>
          </a:r>
          <a:endParaRPr lang="uk-UA"/>
        </a:p>
      </dgm:t>
    </dgm:pt>
    <dgm:pt modelId="{C8FBAC1B-E48B-4406-B972-DC60873EDB61}" type="parTrans" cxnId="{CB2D4463-FF2D-4641-89DB-D44BCAEDD3AD}">
      <dgm:prSet/>
      <dgm:spPr/>
      <dgm:t>
        <a:bodyPr/>
        <a:lstStyle/>
        <a:p>
          <a:endParaRPr lang="uk-UA"/>
        </a:p>
      </dgm:t>
    </dgm:pt>
    <dgm:pt modelId="{D9A522ED-7DC3-40B8-97AC-71F2B273D933}" type="sibTrans" cxnId="{CB2D4463-FF2D-4641-89DB-D44BCAEDD3AD}">
      <dgm:prSet/>
      <dgm:spPr/>
      <dgm:t>
        <a:bodyPr/>
        <a:lstStyle/>
        <a:p>
          <a:endParaRPr lang="uk-UA"/>
        </a:p>
      </dgm:t>
    </dgm:pt>
    <dgm:pt modelId="{6C55F48F-A5FA-482F-B08A-A14BF30732F6}">
      <dgm:prSet/>
      <dgm:spPr/>
      <dgm:t>
        <a:bodyPr/>
        <a:lstStyle/>
        <a:p>
          <a:r>
            <a:rPr lang="ru-RU"/>
            <a:t>Богдана Хмельницького</a:t>
          </a:r>
          <a:endParaRPr lang="uk-UA"/>
        </a:p>
      </dgm:t>
    </dgm:pt>
    <dgm:pt modelId="{DA7BA31C-208C-4413-99E5-F920C330FD62}" type="parTrans" cxnId="{551D2AA7-086D-4B7F-A8ED-C4C70C5F942F}">
      <dgm:prSet/>
      <dgm:spPr/>
      <dgm:t>
        <a:bodyPr/>
        <a:lstStyle/>
        <a:p>
          <a:endParaRPr lang="uk-UA"/>
        </a:p>
      </dgm:t>
    </dgm:pt>
    <dgm:pt modelId="{3A9292A0-3888-4471-A969-F5283D5491FB}" type="sibTrans" cxnId="{551D2AA7-086D-4B7F-A8ED-C4C70C5F942F}">
      <dgm:prSet/>
      <dgm:spPr/>
      <dgm:t>
        <a:bodyPr/>
        <a:lstStyle/>
        <a:p>
          <a:endParaRPr lang="uk-UA"/>
        </a:p>
      </dgm:t>
    </dgm:pt>
    <dgm:pt modelId="{47D10443-A833-4987-B2F0-0DFE285AB214}">
      <dgm:prSet/>
      <dgm:spPr/>
      <dgm:t>
        <a:bodyPr/>
        <a:lstStyle/>
        <a:p>
          <a:r>
            <a:rPr lang="ru-RU" dirty="0"/>
            <a:t>Петра Дорошенка</a:t>
          </a:r>
          <a:endParaRPr lang="uk-UA" dirty="0"/>
        </a:p>
      </dgm:t>
    </dgm:pt>
    <dgm:pt modelId="{8361F5B1-5185-4B79-817B-E4A1B40861E1}" type="parTrans" cxnId="{619A1BCB-EAC1-467E-97C4-667C48B6A58F}">
      <dgm:prSet/>
      <dgm:spPr/>
      <dgm:t>
        <a:bodyPr/>
        <a:lstStyle/>
        <a:p>
          <a:endParaRPr lang="uk-UA"/>
        </a:p>
      </dgm:t>
    </dgm:pt>
    <dgm:pt modelId="{90E62DC5-B86A-4786-8879-BD05D41942DD}" type="sibTrans" cxnId="{619A1BCB-EAC1-467E-97C4-667C48B6A58F}">
      <dgm:prSet/>
      <dgm:spPr/>
      <dgm:t>
        <a:bodyPr/>
        <a:lstStyle/>
        <a:p>
          <a:endParaRPr lang="uk-UA"/>
        </a:p>
      </dgm:t>
    </dgm:pt>
    <dgm:pt modelId="{4B1AA314-ABA7-4E4F-B64C-BC6D736D485B}" type="pres">
      <dgm:prSet presAssocID="{D5D0D0A4-EA00-419D-8348-A3A35A06C87E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5D9ED01-2A9C-4B9D-A41F-14E69F2A760E}" type="pres">
      <dgm:prSet presAssocID="{EE96EC44-83E7-44E7-A940-0DF6B04B924F}" presName="composite" presStyleCnt="0"/>
      <dgm:spPr/>
    </dgm:pt>
    <dgm:pt modelId="{B0216468-F749-4EA5-AF1F-6C8ED4A9A0E2}" type="pres">
      <dgm:prSet presAssocID="{EE96EC44-83E7-44E7-A940-0DF6B04B924F}" presName="imgShp" presStyleLbl="fgImgPlace1" presStyleIdx="0" presStyleCnt="4"/>
      <dgm:spPr/>
    </dgm:pt>
    <dgm:pt modelId="{A22D48CB-2519-415E-9D56-22C4BCEA138D}" type="pres">
      <dgm:prSet presAssocID="{EE96EC44-83E7-44E7-A940-0DF6B04B924F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AA90451-2C6F-4A83-A52E-4556C358295A}" type="pres">
      <dgm:prSet presAssocID="{9D238738-4822-4E88-B260-730026C4B99C}" presName="spacing" presStyleCnt="0"/>
      <dgm:spPr/>
    </dgm:pt>
    <dgm:pt modelId="{DAB0AE53-ECE4-4B6E-BE96-ED153690ED98}" type="pres">
      <dgm:prSet presAssocID="{7C4DAD5C-3AEE-4123-9B1B-85D951320C13}" presName="composite" presStyleCnt="0"/>
      <dgm:spPr/>
    </dgm:pt>
    <dgm:pt modelId="{B49DBA76-5C90-4F61-8AE1-46BD273E5647}" type="pres">
      <dgm:prSet presAssocID="{7C4DAD5C-3AEE-4123-9B1B-85D951320C13}" presName="imgShp" presStyleLbl="fgImgPlace1" presStyleIdx="1" presStyleCnt="4"/>
      <dgm:spPr/>
    </dgm:pt>
    <dgm:pt modelId="{30BC47E8-D14B-4A5D-A1F5-3C6A612FDF8C}" type="pres">
      <dgm:prSet presAssocID="{7C4DAD5C-3AEE-4123-9B1B-85D951320C13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1B62BA9-3982-4B71-83B2-972D439017E9}" type="pres">
      <dgm:prSet presAssocID="{D9A522ED-7DC3-40B8-97AC-71F2B273D933}" presName="spacing" presStyleCnt="0"/>
      <dgm:spPr/>
    </dgm:pt>
    <dgm:pt modelId="{0534CEF9-C2BA-40F5-8398-872742296162}" type="pres">
      <dgm:prSet presAssocID="{6C55F48F-A5FA-482F-B08A-A14BF30732F6}" presName="composite" presStyleCnt="0"/>
      <dgm:spPr/>
    </dgm:pt>
    <dgm:pt modelId="{D2A2BC81-A8DB-4C66-95E9-12F49E4E1939}" type="pres">
      <dgm:prSet presAssocID="{6C55F48F-A5FA-482F-B08A-A14BF30732F6}" presName="imgShp" presStyleLbl="fgImgPlace1" presStyleIdx="2" presStyleCnt="4"/>
      <dgm:spPr/>
    </dgm:pt>
    <dgm:pt modelId="{FD03DA88-9E3E-4D4A-BB48-039B964901D0}" type="pres">
      <dgm:prSet presAssocID="{6C55F48F-A5FA-482F-B08A-A14BF30732F6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5CD1BF5-463D-4EC1-8AA7-8CFAEBEBD834}" type="pres">
      <dgm:prSet presAssocID="{3A9292A0-3888-4471-A969-F5283D5491FB}" presName="spacing" presStyleCnt="0"/>
      <dgm:spPr/>
    </dgm:pt>
    <dgm:pt modelId="{14F59E8E-E0EB-4E83-8D1B-B62D1F3FCBD8}" type="pres">
      <dgm:prSet presAssocID="{47D10443-A833-4987-B2F0-0DFE285AB214}" presName="composite" presStyleCnt="0"/>
      <dgm:spPr/>
    </dgm:pt>
    <dgm:pt modelId="{082999A5-CBCC-4D1D-A8A2-FF92ED526183}" type="pres">
      <dgm:prSet presAssocID="{47D10443-A833-4987-B2F0-0DFE285AB214}" presName="imgShp" presStyleLbl="fgImgPlace1" presStyleIdx="3" presStyleCnt="4"/>
      <dgm:spPr/>
    </dgm:pt>
    <dgm:pt modelId="{323E4584-78B0-4573-A35A-5CB13FD4642B}" type="pres">
      <dgm:prSet presAssocID="{47D10443-A833-4987-B2F0-0DFE285AB214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DC50F1A-8D0F-4C76-BADA-E4634D8C2ABD}" type="presOf" srcId="{EE96EC44-83E7-44E7-A940-0DF6B04B924F}" destId="{A22D48CB-2519-415E-9D56-22C4BCEA138D}" srcOrd="0" destOrd="0" presId="urn:microsoft.com/office/officeart/2005/8/layout/vList3"/>
    <dgm:cxn modelId="{3CE49250-FDEC-4980-95D6-BC451268199B}" type="presOf" srcId="{7C4DAD5C-3AEE-4123-9B1B-85D951320C13}" destId="{30BC47E8-D14B-4A5D-A1F5-3C6A612FDF8C}" srcOrd="0" destOrd="0" presId="urn:microsoft.com/office/officeart/2005/8/layout/vList3"/>
    <dgm:cxn modelId="{20E6D9A6-1731-4C34-8B2E-25D5BA3E1A9A}" srcId="{D5D0D0A4-EA00-419D-8348-A3A35A06C87E}" destId="{EE96EC44-83E7-44E7-A940-0DF6B04B924F}" srcOrd="0" destOrd="0" parTransId="{FA0556BF-2879-4A86-BBD1-6CE030178320}" sibTransId="{9D238738-4822-4E88-B260-730026C4B99C}"/>
    <dgm:cxn modelId="{CB2D4463-FF2D-4641-89DB-D44BCAEDD3AD}" srcId="{D5D0D0A4-EA00-419D-8348-A3A35A06C87E}" destId="{7C4DAD5C-3AEE-4123-9B1B-85D951320C13}" srcOrd="1" destOrd="0" parTransId="{C8FBAC1B-E48B-4406-B972-DC60873EDB61}" sibTransId="{D9A522ED-7DC3-40B8-97AC-71F2B273D933}"/>
    <dgm:cxn modelId="{1E477FEF-50E5-49D8-99EB-60331F4EEEFA}" type="presOf" srcId="{D5D0D0A4-EA00-419D-8348-A3A35A06C87E}" destId="{4B1AA314-ABA7-4E4F-B64C-BC6D736D485B}" srcOrd="0" destOrd="0" presId="urn:microsoft.com/office/officeart/2005/8/layout/vList3"/>
    <dgm:cxn modelId="{619A1BCB-EAC1-467E-97C4-667C48B6A58F}" srcId="{D5D0D0A4-EA00-419D-8348-A3A35A06C87E}" destId="{47D10443-A833-4987-B2F0-0DFE285AB214}" srcOrd="3" destOrd="0" parTransId="{8361F5B1-5185-4B79-817B-E4A1B40861E1}" sibTransId="{90E62DC5-B86A-4786-8879-BD05D41942DD}"/>
    <dgm:cxn modelId="{551D2AA7-086D-4B7F-A8ED-C4C70C5F942F}" srcId="{D5D0D0A4-EA00-419D-8348-A3A35A06C87E}" destId="{6C55F48F-A5FA-482F-B08A-A14BF30732F6}" srcOrd="2" destOrd="0" parTransId="{DA7BA31C-208C-4413-99E5-F920C330FD62}" sibTransId="{3A9292A0-3888-4471-A969-F5283D5491FB}"/>
    <dgm:cxn modelId="{1AAF8B27-3158-4175-9113-EDF210CF52FF}" type="presOf" srcId="{47D10443-A833-4987-B2F0-0DFE285AB214}" destId="{323E4584-78B0-4573-A35A-5CB13FD4642B}" srcOrd="0" destOrd="0" presId="urn:microsoft.com/office/officeart/2005/8/layout/vList3"/>
    <dgm:cxn modelId="{C4883388-4425-4FBD-8009-01DD836E0C12}" type="presOf" srcId="{6C55F48F-A5FA-482F-B08A-A14BF30732F6}" destId="{FD03DA88-9E3E-4D4A-BB48-039B964901D0}" srcOrd="0" destOrd="0" presId="urn:microsoft.com/office/officeart/2005/8/layout/vList3"/>
    <dgm:cxn modelId="{395B1FA6-1922-403B-94ED-C45DD27205BF}" type="presParOf" srcId="{4B1AA314-ABA7-4E4F-B64C-BC6D736D485B}" destId="{05D9ED01-2A9C-4B9D-A41F-14E69F2A760E}" srcOrd="0" destOrd="0" presId="urn:microsoft.com/office/officeart/2005/8/layout/vList3"/>
    <dgm:cxn modelId="{B4E7DB10-D4C9-41D7-AA52-119AFEC97B62}" type="presParOf" srcId="{05D9ED01-2A9C-4B9D-A41F-14E69F2A760E}" destId="{B0216468-F749-4EA5-AF1F-6C8ED4A9A0E2}" srcOrd="0" destOrd="0" presId="urn:microsoft.com/office/officeart/2005/8/layout/vList3"/>
    <dgm:cxn modelId="{3863A8BB-2493-4587-8A48-3E8F94DA7AB8}" type="presParOf" srcId="{05D9ED01-2A9C-4B9D-A41F-14E69F2A760E}" destId="{A22D48CB-2519-415E-9D56-22C4BCEA138D}" srcOrd="1" destOrd="0" presId="urn:microsoft.com/office/officeart/2005/8/layout/vList3"/>
    <dgm:cxn modelId="{C74F1862-C5E2-441E-9CBA-D8791758DC90}" type="presParOf" srcId="{4B1AA314-ABA7-4E4F-B64C-BC6D736D485B}" destId="{DAA90451-2C6F-4A83-A52E-4556C358295A}" srcOrd="1" destOrd="0" presId="urn:microsoft.com/office/officeart/2005/8/layout/vList3"/>
    <dgm:cxn modelId="{EB1C1687-2D3B-406F-BC6F-74EC0832FEFC}" type="presParOf" srcId="{4B1AA314-ABA7-4E4F-B64C-BC6D736D485B}" destId="{DAB0AE53-ECE4-4B6E-BE96-ED153690ED98}" srcOrd="2" destOrd="0" presId="urn:microsoft.com/office/officeart/2005/8/layout/vList3"/>
    <dgm:cxn modelId="{2272B53C-FF83-44DF-82D7-3EC2AC22EFDF}" type="presParOf" srcId="{DAB0AE53-ECE4-4B6E-BE96-ED153690ED98}" destId="{B49DBA76-5C90-4F61-8AE1-46BD273E5647}" srcOrd="0" destOrd="0" presId="urn:microsoft.com/office/officeart/2005/8/layout/vList3"/>
    <dgm:cxn modelId="{3C92B44D-780A-4AC8-86A3-82E48C173E55}" type="presParOf" srcId="{DAB0AE53-ECE4-4B6E-BE96-ED153690ED98}" destId="{30BC47E8-D14B-4A5D-A1F5-3C6A612FDF8C}" srcOrd="1" destOrd="0" presId="urn:microsoft.com/office/officeart/2005/8/layout/vList3"/>
    <dgm:cxn modelId="{47781113-8651-4679-A003-229C4204D599}" type="presParOf" srcId="{4B1AA314-ABA7-4E4F-B64C-BC6D736D485B}" destId="{31B62BA9-3982-4B71-83B2-972D439017E9}" srcOrd="3" destOrd="0" presId="urn:microsoft.com/office/officeart/2005/8/layout/vList3"/>
    <dgm:cxn modelId="{C59F30E4-929B-4DB8-A8C3-1A3FCA43ED40}" type="presParOf" srcId="{4B1AA314-ABA7-4E4F-B64C-BC6D736D485B}" destId="{0534CEF9-C2BA-40F5-8398-872742296162}" srcOrd="4" destOrd="0" presId="urn:microsoft.com/office/officeart/2005/8/layout/vList3"/>
    <dgm:cxn modelId="{23A923B7-5F92-4C5C-AD9E-ED58128EDF53}" type="presParOf" srcId="{0534CEF9-C2BA-40F5-8398-872742296162}" destId="{D2A2BC81-A8DB-4C66-95E9-12F49E4E1939}" srcOrd="0" destOrd="0" presId="urn:microsoft.com/office/officeart/2005/8/layout/vList3"/>
    <dgm:cxn modelId="{569BE5EC-0CFF-46C0-8E2E-8A3B2E380A1C}" type="presParOf" srcId="{0534CEF9-C2BA-40F5-8398-872742296162}" destId="{FD03DA88-9E3E-4D4A-BB48-039B964901D0}" srcOrd="1" destOrd="0" presId="urn:microsoft.com/office/officeart/2005/8/layout/vList3"/>
    <dgm:cxn modelId="{B66A5840-3984-48B6-B4F0-3E722D735A5C}" type="presParOf" srcId="{4B1AA314-ABA7-4E4F-B64C-BC6D736D485B}" destId="{B5CD1BF5-463D-4EC1-8AA7-8CFAEBEBD834}" srcOrd="5" destOrd="0" presId="urn:microsoft.com/office/officeart/2005/8/layout/vList3"/>
    <dgm:cxn modelId="{99F16AC9-1242-41C3-ACED-E66CF2D20D32}" type="presParOf" srcId="{4B1AA314-ABA7-4E4F-B64C-BC6D736D485B}" destId="{14F59E8E-E0EB-4E83-8D1B-B62D1F3FCBD8}" srcOrd="6" destOrd="0" presId="urn:microsoft.com/office/officeart/2005/8/layout/vList3"/>
    <dgm:cxn modelId="{1E2E5E46-C19A-4DCD-BED1-040605E351E0}" type="presParOf" srcId="{14F59E8E-E0EB-4E83-8D1B-B62D1F3FCBD8}" destId="{082999A5-CBCC-4D1D-A8A2-FF92ED526183}" srcOrd="0" destOrd="0" presId="urn:microsoft.com/office/officeart/2005/8/layout/vList3"/>
    <dgm:cxn modelId="{B43802B9-EEAD-489A-931D-9D94B2A7852D}" type="presParOf" srcId="{14F59E8E-E0EB-4E83-8D1B-B62D1F3FCBD8}" destId="{323E4584-78B0-4573-A35A-5CB13FD4642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4.xml><?xml version="1.0" encoding="utf-8"?>
<dgm:dataModel xmlns:dgm="http://schemas.openxmlformats.org/drawingml/2006/diagram" xmlns:a="http://schemas.openxmlformats.org/drawingml/2006/main">
  <dgm:ptLst>
    <dgm:pt modelId="{70BA4925-9DCD-4D94-8E44-7D2BC790292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3318C43D-9B8B-4288-AB2E-7BC044EF4E37}">
      <dgm:prSet/>
      <dgm:spPr/>
      <dgm:t>
        <a:bodyPr/>
        <a:lstStyle/>
        <a:p>
          <a:r>
            <a:rPr lang="ru-RU"/>
            <a:t>членів магістрату міста.</a:t>
          </a:r>
          <a:endParaRPr lang="uk-UA"/>
        </a:p>
      </dgm:t>
    </dgm:pt>
    <dgm:pt modelId="{C8B0D795-834D-4B24-B8C9-BD41D884CB21}" type="parTrans" cxnId="{6D3C6A14-13A1-4DFA-8979-B7A26C77610C}">
      <dgm:prSet/>
      <dgm:spPr/>
      <dgm:t>
        <a:bodyPr/>
        <a:lstStyle/>
        <a:p>
          <a:endParaRPr lang="uk-UA"/>
        </a:p>
      </dgm:t>
    </dgm:pt>
    <dgm:pt modelId="{485BC057-C701-4F56-9568-1A1838FE9FDA}" type="sibTrans" cxnId="{6D3C6A14-13A1-4DFA-8979-B7A26C77610C}">
      <dgm:prSet/>
      <dgm:spPr/>
      <dgm:t>
        <a:bodyPr/>
        <a:lstStyle/>
        <a:p>
          <a:endParaRPr lang="uk-UA"/>
        </a:p>
      </dgm:t>
    </dgm:pt>
    <dgm:pt modelId="{71DD6CED-93A9-4D64-935C-45353944E5BF}">
      <dgm:prSet/>
      <dgm:spPr>
        <a:solidFill>
          <a:srgbClr val="0070C0"/>
        </a:solidFill>
      </dgm:spPr>
      <dgm:t>
        <a:bodyPr/>
        <a:lstStyle/>
        <a:p>
          <a:r>
            <a:rPr lang="ru-RU"/>
            <a:t>верхівки козацтва.</a:t>
          </a:r>
          <a:endParaRPr lang="uk-UA"/>
        </a:p>
      </dgm:t>
    </dgm:pt>
    <dgm:pt modelId="{DCCE0E7B-728A-4E07-91D8-2438D9F00A8C}" type="parTrans" cxnId="{83C8BC51-5EF1-4331-BF77-E35F20456C6D}">
      <dgm:prSet/>
      <dgm:spPr/>
      <dgm:t>
        <a:bodyPr/>
        <a:lstStyle/>
        <a:p>
          <a:endParaRPr lang="uk-UA"/>
        </a:p>
      </dgm:t>
    </dgm:pt>
    <dgm:pt modelId="{4460765D-B795-42E0-AB69-197B356DE908}" type="sibTrans" cxnId="{83C8BC51-5EF1-4331-BF77-E35F20456C6D}">
      <dgm:prSet/>
      <dgm:spPr/>
      <dgm:t>
        <a:bodyPr/>
        <a:lstStyle/>
        <a:p>
          <a:endParaRPr lang="uk-UA"/>
        </a:p>
      </dgm:t>
    </dgm:pt>
    <dgm:pt modelId="{6BD6B1B5-F1F5-4230-893B-160D81E7EBF7}">
      <dgm:prSet/>
      <dgm:spPr/>
      <dgm:t>
        <a:bodyPr/>
        <a:lstStyle/>
        <a:p>
          <a:r>
            <a:rPr lang="ru-RU"/>
            <a:t>православної шляхти.</a:t>
          </a:r>
          <a:endParaRPr lang="uk-UA"/>
        </a:p>
      </dgm:t>
    </dgm:pt>
    <dgm:pt modelId="{A2647494-B598-4C0D-9E20-70B9111BECA3}" type="parTrans" cxnId="{49DD0D46-1D2D-4765-A9CB-35F201417A81}">
      <dgm:prSet/>
      <dgm:spPr/>
      <dgm:t>
        <a:bodyPr/>
        <a:lstStyle/>
        <a:p>
          <a:endParaRPr lang="uk-UA"/>
        </a:p>
      </dgm:t>
    </dgm:pt>
    <dgm:pt modelId="{34213036-96A6-4B58-AF20-CAC9719217F5}" type="sibTrans" cxnId="{49DD0D46-1D2D-4765-A9CB-35F201417A81}">
      <dgm:prSet/>
      <dgm:spPr/>
      <dgm:t>
        <a:bodyPr/>
        <a:lstStyle/>
        <a:p>
          <a:endParaRPr lang="uk-UA"/>
        </a:p>
      </dgm:t>
    </dgm:pt>
    <dgm:pt modelId="{26438A89-3A79-4A58-90F4-F2E8CFC343D0}">
      <dgm:prSet/>
      <dgm:spPr/>
      <dgm:t>
        <a:bodyPr/>
        <a:lstStyle/>
        <a:p>
          <a:r>
            <a:rPr lang="ru-RU"/>
            <a:t>греко-католицького духовенства</a:t>
          </a:r>
          <a:endParaRPr lang="uk-UA"/>
        </a:p>
      </dgm:t>
    </dgm:pt>
    <dgm:pt modelId="{6867A5E5-BE3C-4B72-BE2D-7DC0CF65AFF9}" type="parTrans" cxnId="{C501CFFC-9C66-4653-9380-0FE7BE85B8AB}">
      <dgm:prSet/>
      <dgm:spPr/>
      <dgm:t>
        <a:bodyPr/>
        <a:lstStyle/>
        <a:p>
          <a:endParaRPr lang="uk-UA"/>
        </a:p>
      </dgm:t>
    </dgm:pt>
    <dgm:pt modelId="{28FB42C6-09A2-4E2F-8602-D53724346D2B}" type="sibTrans" cxnId="{C501CFFC-9C66-4653-9380-0FE7BE85B8AB}">
      <dgm:prSet/>
      <dgm:spPr/>
      <dgm:t>
        <a:bodyPr/>
        <a:lstStyle/>
        <a:p>
          <a:endParaRPr lang="uk-UA"/>
        </a:p>
      </dgm:t>
    </dgm:pt>
    <dgm:pt modelId="{D579313A-CD18-4E58-BA80-FF63A68313E0}" type="pres">
      <dgm:prSet presAssocID="{70BA4925-9DCD-4D94-8E44-7D2BC790292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622D494-2E82-482C-9EC7-F372D2E20123}" type="pres">
      <dgm:prSet presAssocID="{3318C43D-9B8B-4288-AB2E-7BC044EF4E37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EB4F5AB-7457-4851-87BC-89928CCEA0A4}" type="pres">
      <dgm:prSet presAssocID="{485BC057-C701-4F56-9568-1A1838FE9FDA}" presName="spacer" presStyleCnt="0"/>
      <dgm:spPr/>
    </dgm:pt>
    <dgm:pt modelId="{FB99711F-0B3A-46DD-B948-4EEAC6F6FD74}" type="pres">
      <dgm:prSet presAssocID="{71DD6CED-93A9-4D64-935C-45353944E5BF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3878E40-C4E1-41BC-8C0C-EE5294B0BDAE}" type="pres">
      <dgm:prSet presAssocID="{4460765D-B795-42E0-AB69-197B356DE908}" presName="spacer" presStyleCnt="0"/>
      <dgm:spPr/>
    </dgm:pt>
    <dgm:pt modelId="{04D5E0F0-279F-4B55-B970-ABA0647EE323}" type="pres">
      <dgm:prSet presAssocID="{6BD6B1B5-F1F5-4230-893B-160D81E7EBF7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D8C08E9-9333-4CD8-B576-37F6AD719A70}" type="pres">
      <dgm:prSet presAssocID="{34213036-96A6-4B58-AF20-CAC9719217F5}" presName="spacer" presStyleCnt="0"/>
      <dgm:spPr/>
    </dgm:pt>
    <dgm:pt modelId="{BD65ADA8-9E09-469B-B186-F440D04C8CB7}" type="pres">
      <dgm:prSet presAssocID="{26438A89-3A79-4A58-90F4-F2E8CFC343D0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9DD0D46-1D2D-4765-A9CB-35F201417A81}" srcId="{70BA4925-9DCD-4D94-8E44-7D2BC7902924}" destId="{6BD6B1B5-F1F5-4230-893B-160D81E7EBF7}" srcOrd="2" destOrd="0" parTransId="{A2647494-B598-4C0D-9E20-70B9111BECA3}" sibTransId="{34213036-96A6-4B58-AF20-CAC9719217F5}"/>
    <dgm:cxn modelId="{83C8BC51-5EF1-4331-BF77-E35F20456C6D}" srcId="{70BA4925-9DCD-4D94-8E44-7D2BC7902924}" destId="{71DD6CED-93A9-4D64-935C-45353944E5BF}" srcOrd="1" destOrd="0" parTransId="{DCCE0E7B-728A-4E07-91D8-2438D9F00A8C}" sibTransId="{4460765D-B795-42E0-AB69-197B356DE908}"/>
    <dgm:cxn modelId="{6D3C6A14-13A1-4DFA-8979-B7A26C77610C}" srcId="{70BA4925-9DCD-4D94-8E44-7D2BC7902924}" destId="{3318C43D-9B8B-4288-AB2E-7BC044EF4E37}" srcOrd="0" destOrd="0" parTransId="{C8B0D795-834D-4B24-B8C9-BD41D884CB21}" sibTransId="{485BC057-C701-4F56-9568-1A1838FE9FDA}"/>
    <dgm:cxn modelId="{775F5AEC-7257-4F16-A8CB-5D8B4486C5CE}" type="presOf" srcId="{3318C43D-9B8B-4288-AB2E-7BC044EF4E37}" destId="{D622D494-2E82-482C-9EC7-F372D2E20123}" srcOrd="0" destOrd="0" presId="urn:microsoft.com/office/officeart/2005/8/layout/vList2"/>
    <dgm:cxn modelId="{F56E348A-921B-4B7F-BBA4-DB691CE88E07}" type="presOf" srcId="{6BD6B1B5-F1F5-4230-893B-160D81E7EBF7}" destId="{04D5E0F0-279F-4B55-B970-ABA0647EE323}" srcOrd="0" destOrd="0" presId="urn:microsoft.com/office/officeart/2005/8/layout/vList2"/>
    <dgm:cxn modelId="{C501CFFC-9C66-4653-9380-0FE7BE85B8AB}" srcId="{70BA4925-9DCD-4D94-8E44-7D2BC7902924}" destId="{26438A89-3A79-4A58-90F4-F2E8CFC343D0}" srcOrd="3" destOrd="0" parTransId="{6867A5E5-BE3C-4B72-BE2D-7DC0CF65AFF9}" sibTransId="{28FB42C6-09A2-4E2F-8602-D53724346D2B}"/>
    <dgm:cxn modelId="{7D33116B-D855-4836-9B9F-2E31E1BCE51F}" type="presOf" srcId="{71DD6CED-93A9-4D64-935C-45353944E5BF}" destId="{FB99711F-0B3A-46DD-B948-4EEAC6F6FD74}" srcOrd="0" destOrd="0" presId="urn:microsoft.com/office/officeart/2005/8/layout/vList2"/>
    <dgm:cxn modelId="{96425769-DA1F-4A2C-A338-8188BC15080E}" type="presOf" srcId="{70BA4925-9DCD-4D94-8E44-7D2BC7902924}" destId="{D579313A-CD18-4E58-BA80-FF63A68313E0}" srcOrd="0" destOrd="0" presId="urn:microsoft.com/office/officeart/2005/8/layout/vList2"/>
    <dgm:cxn modelId="{01A82B53-49F0-4715-9B7B-81251A77ECC4}" type="presOf" srcId="{26438A89-3A79-4A58-90F4-F2E8CFC343D0}" destId="{BD65ADA8-9E09-469B-B186-F440D04C8CB7}" srcOrd="0" destOrd="0" presId="urn:microsoft.com/office/officeart/2005/8/layout/vList2"/>
    <dgm:cxn modelId="{D65885BD-DB3F-4423-87D9-EE15D1F515D8}" type="presParOf" srcId="{D579313A-CD18-4E58-BA80-FF63A68313E0}" destId="{D622D494-2E82-482C-9EC7-F372D2E20123}" srcOrd="0" destOrd="0" presId="urn:microsoft.com/office/officeart/2005/8/layout/vList2"/>
    <dgm:cxn modelId="{34E4A1B0-18E2-453F-A306-D95C4B46D77B}" type="presParOf" srcId="{D579313A-CD18-4E58-BA80-FF63A68313E0}" destId="{2EB4F5AB-7457-4851-87BC-89928CCEA0A4}" srcOrd="1" destOrd="0" presId="urn:microsoft.com/office/officeart/2005/8/layout/vList2"/>
    <dgm:cxn modelId="{353E9EA1-7B9B-477B-A41A-2350C4CD63F1}" type="presParOf" srcId="{D579313A-CD18-4E58-BA80-FF63A68313E0}" destId="{FB99711F-0B3A-46DD-B948-4EEAC6F6FD74}" srcOrd="2" destOrd="0" presId="urn:microsoft.com/office/officeart/2005/8/layout/vList2"/>
    <dgm:cxn modelId="{F293FF10-A39B-4757-B6C9-3803E038D0F4}" type="presParOf" srcId="{D579313A-CD18-4E58-BA80-FF63A68313E0}" destId="{A3878E40-C4E1-41BC-8C0C-EE5294B0BDAE}" srcOrd="3" destOrd="0" presId="urn:microsoft.com/office/officeart/2005/8/layout/vList2"/>
    <dgm:cxn modelId="{BF1F9B3E-4845-4037-9CAC-8F0F4D6367F6}" type="presParOf" srcId="{D579313A-CD18-4E58-BA80-FF63A68313E0}" destId="{04D5E0F0-279F-4B55-B970-ABA0647EE323}" srcOrd="4" destOrd="0" presId="urn:microsoft.com/office/officeart/2005/8/layout/vList2"/>
    <dgm:cxn modelId="{05A16ABA-F967-404C-B039-7FC83B0EE439}" type="presParOf" srcId="{D579313A-CD18-4E58-BA80-FF63A68313E0}" destId="{0D8C08E9-9333-4CD8-B576-37F6AD719A70}" srcOrd="5" destOrd="0" presId="urn:microsoft.com/office/officeart/2005/8/layout/vList2"/>
    <dgm:cxn modelId="{AB60025D-5915-471E-921F-78105184ED62}" type="presParOf" srcId="{D579313A-CD18-4E58-BA80-FF63A68313E0}" destId="{BD65ADA8-9E09-469B-B186-F440D04C8CB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5.xml><?xml version="1.0" encoding="utf-8"?>
<dgm:dataModel xmlns:dgm="http://schemas.openxmlformats.org/drawingml/2006/diagram" xmlns:a="http://schemas.openxmlformats.org/drawingml/2006/main">
  <dgm:ptLst>
    <dgm:pt modelId="{70BA4925-9DCD-4D94-8E44-7D2BC790292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3318C43D-9B8B-4288-AB2E-7BC044EF4E37}">
      <dgm:prSet/>
      <dgm:spPr/>
      <dgm:t>
        <a:bodyPr/>
        <a:lstStyle/>
        <a:p>
          <a:r>
            <a:rPr lang="ru-RU"/>
            <a:t>членів магістрату міста.</a:t>
          </a:r>
          <a:endParaRPr lang="uk-UA"/>
        </a:p>
      </dgm:t>
    </dgm:pt>
    <dgm:pt modelId="{C8B0D795-834D-4B24-B8C9-BD41D884CB21}" type="parTrans" cxnId="{6D3C6A14-13A1-4DFA-8979-B7A26C77610C}">
      <dgm:prSet/>
      <dgm:spPr/>
      <dgm:t>
        <a:bodyPr/>
        <a:lstStyle/>
        <a:p>
          <a:endParaRPr lang="uk-UA"/>
        </a:p>
      </dgm:t>
    </dgm:pt>
    <dgm:pt modelId="{485BC057-C701-4F56-9568-1A1838FE9FDA}" type="sibTrans" cxnId="{6D3C6A14-13A1-4DFA-8979-B7A26C77610C}">
      <dgm:prSet/>
      <dgm:spPr/>
      <dgm:t>
        <a:bodyPr/>
        <a:lstStyle/>
        <a:p>
          <a:endParaRPr lang="uk-UA"/>
        </a:p>
      </dgm:t>
    </dgm:pt>
    <dgm:pt modelId="{71DD6CED-93A9-4D64-935C-45353944E5BF}">
      <dgm:prSet/>
      <dgm:spPr>
        <a:solidFill>
          <a:schemeClr val="accent1"/>
        </a:solidFill>
      </dgm:spPr>
      <dgm:t>
        <a:bodyPr/>
        <a:lstStyle/>
        <a:p>
          <a:r>
            <a:rPr lang="ru-RU"/>
            <a:t>верхівки козацтва.</a:t>
          </a:r>
          <a:endParaRPr lang="uk-UA"/>
        </a:p>
      </dgm:t>
    </dgm:pt>
    <dgm:pt modelId="{DCCE0E7B-728A-4E07-91D8-2438D9F00A8C}" type="parTrans" cxnId="{83C8BC51-5EF1-4331-BF77-E35F20456C6D}">
      <dgm:prSet/>
      <dgm:spPr/>
      <dgm:t>
        <a:bodyPr/>
        <a:lstStyle/>
        <a:p>
          <a:endParaRPr lang="uk-UA"/>
        </a:p>
      </dgm:t>
    </dgm:pt>
    <dgm:pt modelId="{4460765D-B795-42E0-AB69-197B356DE908}" type="sibTrans" cxnId="{83C8BC51-5EF1-4331-BF77-E35F20456C6D}">
      <dgm:prSet/>
      <dgm:spPr/>
      <dgm:t>
        <a:bodyPr/>
        <a:lstStyle/>
        <a:p>
          <a:endParaRPr lang="uk-UA"/>
        </a:p>
      </dgm:t>
    </dgm:pt>
    <dgm:pt modelId="{6BD6B1B5-F1F5-4230-893B-160D81E7EBF7}">
      <dgm:prSet/>
      <dgm:spPr/>
      <dgm:t>
        <a:bodyPr/>
        <a:lstStyle/>
        <a:p>
          <a:r>
            <a:rPr lang="ru-RU"/>
            <a:t>православної шляхти.</a:t>
          </a:r>
          <a:endParaRPr lang="uk-UA"/>
        </a:p>
      </dgm:t>
    </dgm:pt>
    <dgm:pt modelId="{A2647494-B598-4C0D-9E20-70B9111BECA3}" type="parTrans" cxnId="{49DD0D46-1D2D-4765-A9CB-35F201417A81}">
      <dgm:prSet/>
      <dgm:spPr/>
      <dgm:t>
        <a:bodyPr/>
        <a:lstStyle/>
        <a:p>
          <a:endParaRPr lang="uk-UA"/>
        </a:p>
      </dgm:t>
    </dgm:pt>
    <dgm:pt modelId="{34213036-96A6-4B58-AF20-CAC9719217F5}" type="sibTrans" cxnId="{49DD0D46-1D2D-4765-A9CB-35F201417A81}">
      <dgm:prSet/>
      <dgm:spPr/>
      <dgm:t>
        <a:bodyPr/>
        <a:lstStyle/>
        <a:p>
          <a:endParaRPr lang="uk-UA"/>
        </a:p>
      </dgm:t>
    </dgm:pt>
    <dgm:pt modelId="{26438A89-3A79-4A58-90F4-F2E8CFC343D0}">
      <dgm:prSet/>
      <dgm:spPr/>
      <dgm:t>
        <a:bodyPr/>
        <a:lstStyle/>
        <a:p>
          <a:r>
            <a:rPr lang="ru-RU" dirty="0"/>
            <a:t>греко-</a:t>
          </a:r>
          <a:r>
            <a:rPr lang="ru-RU" dirty="0" err="1"/>
            <a:t>католицького</a:t>
          </a:r>
          <a:r>
            <a:rPr lang="ru-RU" dirty="0"/>
            <a:t> духовенства</a:t>
          </a:r>
          <a:endParaRPr lang="uk-UA" dirty="0"/>
        </a:p>
      </dgm:t>
    </dgm:pt>
    <dgm:pt modelId="{6867A5E5-BE3C-4B72-BE2D-7DC0CF65AFF9}" type="parTrans" cxnId="{C501CFFC-9C66-4653-9380-0FE7BE85B8AB}">
      <dgm:prSet/>
      <dgm:spPr/>
      <dgm:t>
        <a:bodyPr/>
        <a:lstStyle/>
        <a:p>
          <a:endParaRPr lang="uk-UA"/>
        </a:p>
      </dgm:t>
    </dgm:pt>
    <dgm:pt modelId="{28FB42C6-09A2-4E2F-8602-D53724346D2B}" type="sibTrans" cxnId="{C501CFFC-9C66-4653-9380-0FE7BE85B8AB}">
      <dgm:prSet/>
      <dgm:spPr/>
      <dgm:t>
        <a:bodyPr/>
        <a:lstStyle/>
        <a:p>
          <a:endParaRPr lang="uk-UA"/>
        </a:p>
      </dgm:t>
    </dgm:pt>
    <dgm:pt modelId="{D579313A-CD18-4E58-BA80-FF63A68313E0}" type="pres">
      <dgm:prSet presAssocID="{70BA4925-9DCD-4D94-8E44-7D2BC790292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622D494-2E82-482C-9EC7-F372D2E20123}" type="pres">
      <dgm:prSet presAssocID="{3318C43D-9B8B-4288-AB2E-7BC044EF4E37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EB4F5AB-7457-4851-87BC-89928CCEA0A4}" type="pres">
      <dgm:prSet presAssocID="{485BC057-C701-4F56-9568-1A1838FE9FDA}" presName="spacer" presStyleCnt="0"/>
      <dgm:spPr/>
    </dgm:pt>
    <dgm:pt modelId="{FB99711F-0B3A-46DD-B948-4EEAC6F6FD74}" type="pres">
      <dgm:prSet presAssocID="{71DD6CED-93A9-4D64-935C-45353944E5BF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3878E40-C4E1-41BC-8C0C-EE5294B0BDAE}" type="pres">
      <dgm:prSet presAssocID="{4460765D-B795-42E0-AB69-197B356DE908}" presName="spacer" presStyleCnt="0"/>
      <dgm:spPr/>
    </dgm:pt>
    <dgm:pt modelId="{04D5E0F0-279F-4B55-B970-ABA0647EE323}" type="pres">
      <dgm:prSet presAssocID="{6BD6B1B5-F1F5-4230-893B-160D81E7EBF7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D8C08E9-9333-4CD8-B576-37F6AD719A70}" type="pres">
      <dgm:prSet presAssocID="{34213036-96A6-4B58-AF20-CAC9719217F5}" presName="spacer" presStyleCnt="0"/>
      <dgm:spPr/>
    </dgm:pt>
    <dgm:pt modelId="{BD65ADA8-9E09-469B-B186-F440D04C8CB7}" type="pres">
      <dgm:prSet presAssocID="{26438A89-3A79-4A58-90F4-F2E8CFC343D0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9DD0D46-1D2D-4765-A9CB-35F201417A81}" srcId="{70BA4925-9DCD-4D94-8E44-7D2BC7902924}" destId="{6BD6B1B5-F1F5-4230-893B-160D81E7EBF7}" srcOrd="2" destOrd="0" parTransId="{A2647494-B598-4C0D-9E20-70B9111BECA3}" sibTransId="{34213036-96A6-4B58-AF20-CAC9719217F5}"/>
    <dgm:cxn modelId="{83C8BC51-5EF1-4331-BF77-E35F20456C6D}" srcId="{70BA4925-9DCD-4D94-8E44-7D2BC7902924}" destId="{71DD6CED-93A9-4D64-935C-45353944E5BF}" srcOrd="1" destOrd="0" parTransId="{DCCE0E7B-728A-4E07-91D8-2438D9F00A8C}" sibTransId="{4460765D-B795-42E0-AB69-197B356DE908}"/>
    <dgm:cxn modelId="{6D3C6A14-13A1-4DFA-8979-B7A26C77610C}" srcId="{70BA4925-9DCD-4D94-8E44-7D2BC7902924}" destId="{3318C43D-9B8B-4288-AB2E-7BC044EF4E37}" srcOrd="0" destOrd="0" parTransId="{C8B0D795-834D-4B24-B8C9-BD41D884CB21}" sibTransId="{485BC057-C701-4F56-9568-1A1838FE9FDA}"/>
    <dgm:cxn modelId="{775F5AEC-7257-4F16-A8CB-5D8B4486C5CE}" type="presOf" srcId="{3318C43D-9B8B-4288-AB2E-7BC044EF4E37}" destId="{D622D494-2E82-482C-9EC7-F372D2E20123}" srcOrd="0" destOrd="0" presId="urn:microsoft.com/office/officeart/2005/8/layout/vList2"/>
    <dgm:cxn modelId="{F56E348A-921B-4B7F-BBA4-DB691CE88E07}" type="presOf" srcId="{6BD6B1B5-F1F5-4230-893B-160D81E7EBF7}" destId="{04D5E0F0-279F-4B55-B970-ABA0647EE323}" srcOrd="0" destOrd="0" presId="urn:microsoft.com/office/officeart/2005/8/layout/vList2"/>
    <dgm:cxn modelId="{C501CFFC-9C66-4653-9380-0FE7BE85B8AB}" srcId="{70BA4925-9DCD-4D94-8E44-7D2BC7902924}" destId="{26438A89-3A79-4A58-90F4-F2E8CFC343D0}" srcOrd="3" destOrd="0" parTransId="{6867A5E5-BE3C-4B72-BE2D-7DC0CF65AFF9}" sibTransId="{28FB42C6-09A2-4E2F-8602-D53724346D2B}"/>
    <dgm:cxn modelId="{7D33116B-D855-4836-9B9F-2E31E1BCE51F}" type="presOf" srcId="{71DD6CED-93A9-4D64-935C-45353944E5BF}" destId="{FB99711F-0B3A-46DD-B948-4EEAC6F6FD74}" srcOrd="0" destOrd="0" presId="urn:microsoft.com/office/officeart/2005/8/layout/vList2"/>
    <dgm:cxn modelId="{96425769-DA1F-4A2C-A338-8188BC15080E}" type="presOf" srcId="{70BA4925-9DCD-4D94-8E44-7D2BC7902924}" destId="{D579313A-CD18-4E58-BA80-FF63A68313E0}" srcOrd="0" destOrd="0" presId="urn:microsoft.com/office/officeart/2005/8/layout/vList2"/>
    <dgm:cxn modelId="{01A82B53-49F0-4715-9B7B-81251A77ECC4}" type="presOf" srcId="{26438A89-3A79-4A58-90F4-F2E8CFC343D0}" destId="{BD65ADA8-9E09-469B-B186-F440D04C8CB7}" srcOrd="0" destOrd="0" presId="urn:microsoft.com/office/officeart/2005/8/layout/vList2"/>
    <dgm:cxn modelId="{D65885BD-DB3F-4423-87D9-EE15D1F515D8}" type="presParOf" srcId="{D579313A-CD18-4E58-BA80-FF63A68313E0}" destId="{D622D494-2E82-482C-9EC7-F372D2E20123}" srcOrd="0" destOrd="0" presId="urn:microsoft.com/office/officeart/2005/8/layout/vList2"/>
    <dgm:cxn modelId="{34E4A1B0-18E2-453F-A306-D95C4B46D77B}" type="presParOf" srcId="{D579313A-CD18-4E58-BA80-FF63A68313E0}" destId="{2EB4F5AB-7457-4851-87BC-89928CCEA0A4}" srcOrd="1" destOrd="0" presId="urn:microsoft.com/office/officeart/2005/8/layout/vList2"/>
    <dgm:cxn modelId="{353E9EA1-7B9B-477B-A41A-2350C4CD63F1}" type="presParOf" srcId="{D579313A-CD18-4E58-BA80-FF63A68313E0}" destId="{FB99711F-0B3A-46DD-B948-4EEAC6F6FD74}" srcOrd="2" destOrd="0" presId="urn:microsoft.com/office/officeart/2005/8/layout/vList2"/>
    <dgm:cxn modelId="{F293FF10-A39B-4757-B6C9-3803E038D0F4}" type="presParOf" srcId="{D579313A-CD18-4E58-BA80-FF63A68313E0}" destId="{A3878E40-C4E1-41BC-8C0C-EE5294B0BDAE}" srcOrd="3" destOrd="0" presId="urn:microsoft.com/office/officeart/2005/8/layout/vList2"/>
    <dgm:cxn modelId="{BF1F9B3E-4845-4037-9CAC-8F0F4D6367F6}" type="presParOf" srcId="{D579313A-CD18-4E58-BA80-FF63A68313E0}" destId="{04D5E0F0-279F-4B55-B970-ABA0647EE323}" srcOrd="4" destOrd="0" presId="urn:microsoft.com/office/officeart/2005/8/layout/vList2"/>
    <dgm:cxn modelId="{05A16ABA-F967-404C-B039-7FC83B0EE439}" type="presParOf" srcId="{D579313A-CD18-4E58-BA80-FF63A68313E0}" destId="{0D8C08E9-9333-4CD8-B576-37F6AD719A70}" srcOrd="5" destOrd="0" presId="urn:microsoft.com/office/officeart/2005/8/layout/vList2"/>
    <dgm:cxn modelId="{AB60025D-5915-471E-921F-78105184ED62}" type="presParOf" srcId="{D579313A-CD18-4E58-BA80-FF63A68313E0}" destId="{BD65ADA8-9E09-469B-B186-F440D04C8CB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06.xml><?xml version="1.0" encoding="utf-8"?>
<dgm:dataModel xmlns:dgm="http://schemas.openxmlformats.org/drawingml/2006/diagram" xmlns:a="http://schemas.openxmlformats.org/drawingml/2006/main">
  <dgm:ptLst>
    <dgm:pt modelId="{64398F4B-EFAA-4AC6-8738-30CD7F1A72D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43FDDBC2-070A-4E66-8723-DC7544C6D118}">
      <dgm:prSet/>
      <dgm:spPr/>
      <dgm:t>
        <a:bodyPr/>
        <a:lstStyle/>
        <a:p>
          <a:r>
            <a:rPr lang="ru-RU"/>
            <a:t>призначення гетьманом.</a:t>
          </a:r>
          <a:endParaRPr lang="uk-UA"/>
        </a:p>
      </dgm:t>
    </dgm:pt>
    <dgm:pt modelId="{30D48192-6D8E-4F39-AD7C-63B9EE53FCAD}" type="parTrans" cxnId="{45C92590-5F98-4C78-963A-6B4A019E0F3E}">
      <dgm:prSet/>
      <dgm:spPr/>
      <dgm:t>
        <a:bodyPr/>
        <a:lstStyle/>
        <a:p>
          <a:endParaRPr lang="uk-UA"/>
        </a:p>
      </dgm:t>
    </dgm:pt>
    <dgm:pt modelId="{E377541F-5CF9-44FB-AD60-1F4C4960C71B}" type="sibTrans" cxnId="{45C92590-5F98-4C78-963A-6B4A019E0F3E}">
      <dgm:prSet/>
      <dgm:spPr/>
      <dgm:t>
        <a:bodyPr/>
        <a:lstStyle/>
        <a:p>
          <a:endParaRPr lang="uk-UA"/>
        </a:p>
      </dgm:t>
    </dgm:pt>
    <dgm:pt modelId="{3278C01F-CA4E-4228-B2AA-9E9688F5F0E5}">
      <dgm:prSet/>
      <dgm:spPr>
        <a:solidFill>
          <a:srgbClr val="0070C0"/>
        </a:solidFill>
      </dgm:spPr>
      <dgm:t>
        <a:bodyPr/>
        <a:lstStyle/>
        <a:p>
          <a:r>
            <a:rPr lang="ru-RU" dirty="0" err="1"/>
            <a:t>бойового</a:t>
          </a:r>
          <a:r>
            <a:rPr lang="ru-RU" dirty="0"/>
            <a:t> </a:t>
          </a:r>
          <a:r>
            <a:rPr lang="ru-RU" dirty="0" err="1"/>
            <a:t>галасу</a:t>
          </a:r>
          <a:r>
            <a:rPr lang="ru-RU" dirty="0"/>
            <a:t>.</a:t>
          </a:r>
          <a:endParaRPr lang="uk-UA" dirty="0"/>
        </a:p>
      </dgm:t>
    </dgm:pt>
    <dgm:pt modelId="{C4EAC1FD-126A-4581-969A-B47277C37AC2}" type="parTrans" cxnId="{5A041A63-0BFF-431D-BF12-DF4EB48305A4}">
      <dgm:prSet/>
      <dgm:spPr/>
      <dgm:t>
        <a:bodyPr/>
        <a:lstStyle/>
        <a:p>
          <a:endParaRPr lang="uk-UA"/>
        </a:p>
      </dgm:t>
    </dgm:pt>
    <dgm:pt modelId="{04D8429D-FB24-4729-BC8B-036C749103E0}" type="sibTrans" cxnId="{5A041A63-0BFF-431D-BF12-DF4EB48305A4}">
      <dgm:prSet/>
      <dgm:spPr/>
      <dgm:t>
        <a:bodyPr/>
        <a:lstStyle/>
        <a:p>
          <a:endParaRPr lang="uk-UA"/>
        </a:p>
      </dgm:t>
    </dgm:pt>
    <dgm:pt modelId="{1A0A060F-196D-444F-842C-F69CB4A3DD2F}">
      <dgm:prSet/>
      <dgm:spPr/>
      <dgm:t>
        <a:bodyPr/>
        <a:lstStyle/>
        <a:p>
          <a:r>
            <a:rPr lang="ru-RU"/>
            <a:t>займанщини.</a:t>
          </a:r>
          <a:endParaRPr lang="uk-UA"/>
        </a:p>
      </dgm:t>
    </dgm:pt>
    <dgm:pt modelId="{EC9EA93D-ED0D-4F3A-B7D4-65995005E963}" type="parTrans" cxnId="{60D62425-0B78-443A-8CFD-C16ECC590929}">
      <dgm:prSet/>
      <dgm:spPr/>
      <dgm:t>
        <a:bodyPr/>
        <a:lstStyle/>
        <a:p>
          <a:endParaRPr lang="uk-UA"/>
        </a:p>
      </dgm:t>
    </dgm:pt>
    <dgm:pt modelId="{2CF6255F-D78E-4066-8575-036A14D2BC66}" type="sibTrans" cxnId="{60D62425-0B78-443A-8CFD-C16ECC590929}">
      <dgm:prSet/>
      <dgm:spPr/>
      <dgm:t>
        <a:bodyPr/>
        <a:lstStyle/>
        <a:p>
          <a:endParaRPr lang="uk-UA"/>
        </a:p>
      </dgm:t>
    </dgm:pt>
    <dgm:pt modelId="{04BC4AEF-5996-448F-AA00-E1428905A060}">
      <dgm:prSet/>
      <dgm:spPr/>
      <dgm:t>
        <a:bodyPr/>
        <a:lstStyle/>
        <a:p>
          <a:r>
            <a:rPr lang="ru-RU"/>
            <a:t>виборів.</a:t>
          </a:r>
          <a:endParaRPr lang="uk-UA"/>
        </a:p>
      </dgm:t>
    </dgm:pt>
    <dgm:pt modelId="{2A71C11E-3203-4807-8213-E1BB6A51A164}" type="parTrans" cxnId="{51C98BE2-8C65-4A9B-871E-4F51C7AE1A61}">
      <dgm:prSet/>
      <dgm:spPr/>
      <dgm:t>
        <a:bodyPr/>
        <a:lstStyle/>
        <a:p>
          <a:endParaRPr lang="uk-UA"/>
        </a:p>
      </dgm:t>
    </dgm:pt>
    <dgm:pt modelId="{A82C50FE-C089-4A3F-95E8-D9826D86F33C}" type="sibTrans" cxnId="{51C98BE2-8C65-4A9B-871E-4F51C7AE1A61}">
      <dgm:prSet/>
      <dgm:spPr/>
      <dgm:t>
        <a:bodyPr/>
        <a:lstStyle/>
        <a:p>
          <a:endParaRPr lang="uk-UA"/>
        </a:p>
      </dgm:t>
    </dgm:pt>
    <dgm:pt modelId="{11D687D0-8773-49D5-B4D4-59C110324CF5}" type="pres">
      <dgm:prSet presAssocID="{64398F4B-EFAA-4AC6-8738-30CD7F1A72D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E4D8FA7-616C-48F8-9718-18E90A8C3654}" type="pres">
      <dgm:prSet presAssocID="{43FDDBC2-070A-4E66-8723-DC7544C6D118}" presName="composite" presStyleCnt="0"/>
      <dgm:spPr/>
    </dgm:pt>
    <dgm:pt modelId="{F920B1BC-8F32-45D3-A8BC-6760D60A5BC5}" type="pres">
      <dgm:prSet presAssocID="{43FDDBC2-070A-4E66-8723-DC7544C6D118}" presName="imgShp" presStyleLbl="fgImgPlace1" presStyleIdx="0" presStyleCnt="4"/>
      <dgm:spPr/>
    </dgm:pt>
    <dgm:pt modelId="{A4967D0C-6D16-4808-85B6-176E444333B5}" type="pres">
      <dgm:prSet presAssocID="{43FDDBC2-070A-4E66-8723-DC7544C6D118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EAAF7F-C237-417E-9968-9FB1275760C4}" type="pres">
      <dgm:prSet presAssocID="{E377541F-5CF9-44FB-AD60-1F4C4960C71B}" presName="spacing" presStyleCnt="0"/>
      <dgm:spPr/>
    </dgm:pt>
    <dgm:pt modelId="{1804BE16-E617-4D62-B85F-34B9B617FF9E}" type="pres">
      <dgm:prSet presAssocID="{3278C01F-CA4E-4228-B2AA-9E9688F5F0E5}" presName="composite" presStyleCnt="0"/>
      <dgm:spPr/>
    </dgm:pt>
    <dgm:pt modelId="{016BAC87-8D54-48A0-93A6-51FBB10C0A6A}" type="pres">
      <dgm:prSet presAssocID="{3278C01F-CA4E-4228-B2AA-9E9688F5F0E5}" presName="imgShp" presStyleLbl="fgImgPlace1" presStyleIdx="1" presStyleCnt="4"/>
      <dgm:spPr/>
    </dgm:pt>
    <dgm:pt modelId="{CA88A04D-2416-4089-8DDF-F16844A2963B}" type="pres">
      <dgm:prSet presAssocID="{3278C01F-CA4E-4228-B2AA-9E9688F5F0E5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D52784-7A50-48D2-B00D-1DF6C404E088}" type="pres">
      <dgm:prSet presAssocID="{04D8429D-FB24-4729-BC8B-036C749103E0}" presName="spacing" presStyleCnt="0"/>
      <dgm:spPr/>
    </dgm:pt>
    <dgm:pt modelId="{F3694748-DA0C-4FA0-8371-055F354751CA}" type="pres">
      <dgm:prSet presAssocID="{1A0A060F-196D-444F-842C-F69CB4A3DD2F}" presName="composite" presStyleCnt="0"/>
      <dgm:spPr/>
    </dgm:pt>
    <dgm:pt modelId="{F87BECEA-B7D4-40EB-AA35-919B4B322840}" type="pres">
      <dgm:prSet presAssocID="{1A0A060F-196D-444F-842C-F69CB4A3DD2F}" presName="imgShp" presStyleLbl="fgImgPlace1" presStyleIdx="2" presStyleCnt="4"/>
      <dgm:spPr/>
    </dgm:pt>
    <dgm:pt modelId="{CA336E57-426C-41FB-9C58-A47C41508D0D}" type="pres">
      <dgm:prSet presAssocID="{1A0A060F-196D-444F-842C-F69CB4A3DD2F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8BEC95B-BB07-4312-828A-A7A44EAE2DBC}" type="pres">
      <dgm:prSet presAssocID="{2CF6255F-D78E-4066-8575-036A14D2BC66}" presName="spacing" presStyleCnt="0"/>
      <dgm:spPr/>
    </dgm:pt>
    <dgm:pt modelId="{DBFCBCA0-E116-4975-9DC1-D7279F0ADED9}" type="pres">
      <dgm:prSet presAssocID="{04BC4AEF-5996-448F-AA00-E1428905A060}" presName="composite" presStyleCnt="0"/>
      <dgm:spPr/>
    </dgm:pt>
    <dgm:pt modelId="{998A63B8-4874-44FB-A18A-37688971913E}" type="pres">
      <dgm:prSet presAssocID="{04BC4AEF-5996-448F-AA00-E1428905A060}" presName="imgShp" presStyleLbl="fgImgPlace1" presStyleIdx="3" presStyleCnt="4"/>
      <dgm:spPr/>
    </dgm:pt>
    <dgm:pt modelId="{04969BDC-C75D-4FC6-B3EE-F77A0C0AAC04}" type="pres">
      <dgm:prSet presAssocID="{04BC4AEF-5996-448F-AA00-E1428905A060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0D62425-0B78-443A-8CFD-C16ECC590929}" srcId="{64398F4B-EFAA-4AC6-8738-30CD7F1A72D1}" destId="{1A0A060F-196D-444F-842C-F69CB4A3DD2F}" srcOrd="2" destOrd="0" parTransId="{EC9EA93D-ED0D-4F3A-B7D4-65995005E963}" sibTransId="{2CF6255F-D78E-4066-8575-036A14D2BC66}"/>
    <dgm:cxn modelId="{A5734365-212E-4AA4-B7E2-DF7CEE47FB67}" type="presOf" srcId="{43FDDBC2-070A-4E66-8723-DC7544C6D118}" destId="{A4967D0C-6D16-4808-85B6-176E444333B5}" srcOrd="0" destOrd="0" presId="urn:microsoft.com/office/officeart/2005/8/layout/vList3"/>
    <dgm:cxn modelId="{51C98BE2-8C65-4A9B-871E-4F51C7AE1A61}" srcId="{64398F4B-EFAA-4AC6-8738-30CD7F1A72D1}" destId="{04BC4AEF-5996-448F-AA00-E1428905A060}" srcOrd="3" destOrd="0" parTransId="{2A71C11E-3203-4807-8213-E1BB6A51A164}" sibTransId="{A82C50FE-C089-4A3F-95E8-D9826D86F33C}"/>
    <dgm:cxn modelId="{36BA5761-0BF0-4090-97EA-318A180B0BF5}" type="presOf" srcId="{04BC4AEF-5996-448F-AA00-E1428905A060}" destId="{04969BDC-C75D-4FC6-B3EE-F77A0C0AAC04}" srcOrd="0" destOrd="0" presId="urn:microsoft.com/office/officeart/2005/8/layout/vList3"/>
    <dgm:cxn modelId="{45C92590-5F98-4C78-963A-6B4A019E0F3E}" srcId="{64398F4B-EFAA-4AC6-8738-30CD7F1A72D1}" destId="{43FDDBC2-070A-4E66-8723-DC7544C6D118}" srcOrd="0" destOrd="0" parTransId="{30D48192-6D8E-4F39-AD7C-63B9EE53FCAD}" sibTransId="{E377541F-5CF9-44FB-AD60-1F4C4960C71B}"/>
    <dgm:cxn modelId="{5A041A63-0BFF-431D-BF12-DF4EB48305A4}" srcId="{64398F4B-EFAA-4AC6-8738-30CD7F1A72D1}" destId="{3278C01F-CA4E-4228-B2AA-9E9688F5F0E5}" srcOrd="1" destOrd="0" parTransId="{C4EAC1FD-126A-4581-969A-B47277C37AC2}" sibTransId="{04D8429D-FB24-4729-BC8B-036C749103E0}"/>
    <dgm:cxn modelId="{7A0FF034-5033-4A06-83A4-13B603233C5C}" type="presOf" srcId="{1A0A060F-196D-444F-842C-F69CB4A3DD2F}" destId="{CA336E57-426C-41FB-9C58-A47C41508D0D}" srcOrd="0" destOrd="0" presId="urn:microsoft.com/office/officeart/2005/8/layout/vList3"/>
    <dgm:cxn modelId="{70148C13-8E57-4959-A329-689C1DDAAFE1}" type="presOf" srcId="{64398F4B-EFAA-4AC6-8738-30CD7F1A72D1}" destId="{11D687D0-8773-49D5-B4D4-59C110324CF5}" srcOrd="0" destOrd="0" presId="urn:microsoft.com/office/officeart/2005/8/layout/vList3"/>
    <dgm:cxn modelId="{BBEED4EC-8EDA-43E4-B011-D0AE3CEAA488}" type="presOf" srcId="{3278C01F-CA4E-4228-B2AA-9E9688F5F0E5}" destId="{CA88A04D-2416-4089-8DDF-F16844A2963B}" srcOrd="0" destOrd="0" presId="urn:microsoft.com/office/officeart/2005/8/layout/vList3"/>
    <dgm:cxn modelId="{2D035813-B261-4FA4-918B-2932930091B4}" type="presParOf" srcId="{11D687D0-8773-49D5-B4D4-59C110324CF5}" destId="{5E4D8FA7-616C-48F8-9718-18E90A8C3654}" srcOrd="0" destOrd="0" presId="urn:microsoft.com/office/officeart/2005/8/layout/vList3"/>
    <dgm:cxn modelId="{45C527F8-8028-4BAB-979B-A29D62913AF4}" type="presParOf" srcId="{5E4D8FA7-616C-48F8-9718-18E90A8C3654}" destId="{F920B1BC-8F32-45D3-A8BC-6760D60A5BC5}" srcOrd="0" destOrd="0" presId="urn:microsoft.com/office/officeart/2005/8/layout/vList3"/>
    <dgm:cxn modelId="{E384F742-A39A-40AB-9DB9-9CEA636828CC}" type="presParOf" srcId="{5E4D8FA7-616C-48F8-9718-18E90A8C3654}" destId="{A4967D0C-6D16-4808-85B6-176E444333B5}" srcOrd="1" destOrd="0" presId="urn:microsoft.com/office/officeart/2005/8/layout/vList3"/>
    <dgm:cxn modelId="{28A74EC8-D907-4341-A268-AB5042AB6513}" type="presParOf" srcId="{11D687D0-8773-49D5-B4D4-59C110324CF5}" destId="{2CEAAF7F-C237-417E-9968-9FB1275760C4}" srcOrd="1" destOrd="0" presId="urn:microsoft.com/office/officeart/2005/8/layout/vList3"/>
    <dgm:cxn modelId="{61E8B2AF-D831-43E3-9951-4543BF7B3548}" type="presParOf" srcId="{11D687D0-8773-49D5-B4D4-59C110324CF5}" destId="{1804BE16-E617-4D62-B85F-34B9B617FF9E}" srcOrd="2" destOrd="0" presId="urn:microsoft.com/office/officeart/2005/8/layout/vList3"/>
    <dgm:cxn modelId="{D89B129E-D26C-4CA1-A9D3-C082BFBD2582}" type="presParOf" srcId="{1804BE16-E617-4D62-B85F-34B9B617FF9E}" destId="{016BAC87-8D54-48A0-93A6-51FBB10C0A6A}" srcOrd="0" destOrd="0" presId="urn:microsoft.com/office/officeart/2005/8/layout/vList3"/>
    <dgm:cxn modelId="{B5B37AAA-E910-436A-B4CA-19FDDEA56986}" type="presParOf" srcId="{1804BE16-E617-4D62-B85F-34B9B617FF9E}" destId="{CA88A04D-2416-4089-8DDF-F16844A2963B}" srcOrd="1" destOrd="0" presId="urn:microsoft.com/office/officeart/2005/8/layout/vList3"/>
    <dgm:cxn modelId="{06075FC8-191D-470E-BB8E-6168AE6D18C5}" type="presParOf" srcId="{11D687D0-8773-49D5-B4D4-59C110324CF5}" destId="{08D52784-7A50-48D2-B00D-1DF6C404E088}" srcOrd="3" destOrd="0" presId="urn:microsoft.com/office/officeart/2005/8/layout/vList3"/>
    <dgm:cxn modelId="{0164CF14-792D-4E10-A993-2242078714B3}" type="presParOf" srcId="{11D687D0-8773-49D5-B4D4-59C110324CF5}" destId="{F3694748-DA0C-4FA0-8371-055F354751CA}" srcOrd="4" destOrd="0" presId="urn:microsoft.com/office/officeart/2005/8/layout/vList3"/>
    <dgm:cxn modelId="{3D4F2D07-1EA2-437E-9047-4D16F9527E99}" type="presParOf" srcId="{F3694748-DA0C-4FA0-8371-055F354751CA}" destId="{F87BECEA-B7D4-40EB-AA35-919B4B322840}" srcOrd="0" destOrd="0" presId="urn:microsoft.com/office/officeart/2005/8/layout/vList3"/>
    <dgm:cxn modelId="{5F06C306-C1C6-4244-A4AF-A479A5B5CA57}" type="presParOf" srcId="{F3694748-DA0C-4FA0-8371-055F354751CA}" destId="{CA336E57-426C-41FB-9C58-A47C41508D0D}" srcOrd="1" destOrd="0" presId="urn:microsoft.com/office/officeart/2005/8/layout/vList3"/>
    <dgm:cxn modelId="{53CA7E4D-4679-41F1-B422-19B580404D67}" type="presParOf" srcId="{11D687D0-8773-49D5-B4D4-59C110324CF5}" destId="{A8BEC95B-BB07-4312-828A-A7A44EAE2DBC}" srcOrd="5" destOrd="0" presId="urn:microsoft.com/office/officeart/2005/8/layout/vList3"/>
    <dgm:cxn modelId="{6CF25FAF-C224-4E69-9B92-A4C50D75F4F5}" type="presParOf" srcId="{11D687D0-8773-49D5-B4D4-59C110324CF5}" destId="{DBFCBCA0-E116-4975-9DC1-D7279F0ADED9}" srcOrd="6" destOrd="0" presId="urn:microsoft.com/office/officeart/2005/8/layout/vList3"/>
    <dgm:cxn modelId="{0E4ABA14-894E-4C57-B264-6A9325D03C0A}" type="presParOf" srcId="{DBFCBCA0-E116-4975-9DC1-D7279F0ADED9}" destId="{998A63B8-4874-44FB-A18A-37688971913E}" srcOrd="0" destOrd="0" presId="urn:microsoft.com/office/officeart/2005/8/layout/vList3"/>
    <dgm:cxn modelId="{E978DE88-2877-4F94-9737-4CD386DBCE17}" type="presParOf" srcId="{DBFCBCA0-E116-4975-9DC1-D7279F0ADED9}" destId="{04969BDC-C75D-4FC6-B3EE-F77A0C0AAC0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7.xml><?xml version="1.0" encoding="utf-8"?>
<dgm:dataModel xmlns:dgm="http://schemas.openxmlformats.org/drawingml/2006/diagram" xmlns:a="http://schemas.openxmlformats.org/drawingml/2006/main">
  <dgm:ptLst>
    <dgm:pt modelId="{64398F4B-EFAA-4AC6-8738-30CD7F1A72D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3FDDBC2-070A-4E66-8723-DC7544C6D118}">
      <dgm:prSet/>
      <dgm:spPr/>
      <dgm:t>
        <a:bodyPr/>
        <a:lstStyle/>
        <a:p>
          <a:r>
            <a:rPr lang="ru-RU"/>
            <a:t>призначення гетьманом.</a:t>
          </a:r>
          <a:endParaRPr lang="uk-UA"/>
        </a:p>
      </dgm:t>
    </dgm:pt>
    <dgm:pt modelId="{30D48192-6D8E-4F39-AD7C-63B9EE53FCAD}" type="parTrans" cxnId="{45C92590-5F98-4C78-963A-6B4A019E0F3E}">
      <dgm:prSet/>
      <dgm:spPr/>
      <dgm:t>
        <a:bodyPr/>
        <a:lstStyle/>
        <a:p>
          <a:endParaRPr lang="uk-UA"/>
        </a:p>
      </dgm:t>
    </dgm:pt>
    <dgm:pt modelId="{E377541F-5CF9-44FB-AD60-1F4C4960C71B}" type="sibTrans" cxnId="{45C92590-5F98-4C78-963A-6B4A019E0F3E}">
      <dgm:prSet/>
      <dgm:spPr/>
      <dgm:t>
        <a:bodyPr/>
        <a:lstStyle/>
        <a:p>
          <a:endParaRPr lang="uk-UA"/>
        </a:p>
      </dgm:t>
    </dgm:pt>
    <dgm:pt modelId="{3278C01F-CA4E-4228-B2AA-9E9688F5F0E5}">
      <dgm:prSet/>
      <dgm:spPr/>
      <dgm:t>
        <a:bodyPr/>
        <a:lstStyle/>
        <a:p>
          <a:r>
            <a:rPr lang="ru-RU" dirty="0" err="1"/>
            <a:t>бойового</a:t>
          </a:r>
          <a:r>
            <a:rPr lang="ru-RU" dirty="0"/>
            <a:t> </a:t>
          </a:r>
          <a:r>
            <a:rPr lang="ru-RU" dirty="0" err="1"/>
            <a:t>галасу</a:t>
          </a:r>
          <a:r>
            <a:rPr lang="ru-RU" dirty="0"/>
            <a:t>.</a:t>
          </a:r>
          <a:endParaRPr lang="uk-UA" dirty="0"/>
        </a:p>
      </dgm:t>
    </dgm:pt>
    <dgm:pt modelId="{C4EAC1FD-126A-4581-969A-B47277C37AC2}" type="parTrans" cxnId="{5A041A63-0BFF-431D-BF12-DF4EB48305A4}">
      <dgm:prSet/>
      <dgm:spPr/>
      <dgm:t>
        <a:bodyPr/>
        <a:lstStyle/>
        <a:p>
          <a:endParaRPr lang="uk-UA"/>
        </a:p>
      </dgm:t>
    </dgm:pt>
    <dgm:pt modelId="{04D8429D-FB24-4729-BC8B-036C749103E0}" type="sibTrans" cxnId="{5A041A63-0BFF-431D-BF12-DF4EB48305A4}">
      <dgm:prSet/>
      <dgm:spPr/>
      <dgm:t>
        <a:bodyPr/>
        <a:lstStyle/>
        <a:p>
          <a:endParaRPr lang="uk-UA"/>
        </a:p>
      </dgm:t>
    </dgm:pt>
    <dgm:pt modelId="{1A0A060F-196D-444F-842C-F69CB4A3DD2F}">
      <dgm:prSet/>
      <dgm:spPr/>
      <dgm:t>
        <a:bodyPr/>
        <a:lstStyle/>
        <a:p>
          <a:r>
            <a:rPr lang="ru-RU"/>
            <a:t>займанщини.</a:t>
          </a:r>
          <a:endParaRPr lang="uk-UA"/>
        </a:p>
      </dgm:t>
    </dgm:pt>
    <dgm:pt modelId="{EC9EA93D-ED0D-4F3A-B7D4-65995005E963}" type="parTrans" cxnId="{60D62425-0B78-443A-8CFD-C16ECC590929}">
      <dgm:prSet/>
      <dgm:spPr/>
      <dgm:t>
        <a:bodyPr/>
        <a:lstStyle/>
        <a:p>
          <a:endParaRPr lang="uk-UA"/>
        </a:p>
      </dgm:t>
    </dgm:pt>
    <dgm:pt modelId="{2CF6255F-D78E-4066-8575-036A14D2BC66}" type="sibTrans" cxnId="{60D62425-0B78-443A-8CFD-C16ECC590929}">
      <dgm:prSet/>
      <dgm:spPr/>
      <dgm:t>
        <a:bodyPr/>
        <a:lstStyle/>
        <a:p>
          <a:endParaRPr lang="uk-UA"/>
        </a:p>
      </dgm:t>
    </dgm:pt>
    <dgm:pt modelId="{04BC4AEF-5996-448F-AA00-E1428905A060}">
      <dgm:prSet/>
      <dgm:spPr/>
      <dgm:t>
        <a:bodyPr/>
        <a:lstStyle/>
        <a:p>
          <a:r>
            <a:rPr lang="ru-RU" dirty="0" err="1"/>
            <a:t>виборів</a:t>
          </a:r>
          <a:r>
            <a:rPr lang="ru-RU" dirty="0"/>
            <a:t>.</a:t>
          </a:r>
          <a:endParaRPr lang="uk-UA" dirty="0"/>
        </a:p>
      </dgm:t>
    </dgm:pt>
    <dgm:pt modelId="{2A71C11E-3203-4807-8213-E1BB6A51A164}" type="parTrans" cxnId="{51C98BE2-8C65-4A9B-871E-4F51C7AE1A61}">
      <dgm:prSet/>
      <dgm:spPr/>
      <dgm:t>
        <a:bodyPr/>
        <a:lstStyle/>
        <a:p>
          <a:endParaRPr lang="uk-UA"/>
        </a:p>
      </dgm:t>
    </dgm:pt>
    <dgm:pt modelId="{A82C50FE-C089-4A3F-95E8-D9826D86F33C}" type="sibTrans" cxnId="{51C98BE2-8C65-4A9B-871E-4F51C7AE1A61}">
      <dgm:prSet/>
      <dgm:spPr/>
      <dgm:t>
        <a:bodyPr/>
        <a:lstStyle/>
        <a:p>
          <a:endParaRPr lang="uk-UA"/>
        </a:p>
      </dgm:t>
    </dgm:pt>
    <dgm:pt modelId="{11D687D0-8773-49D5-B4D4-59C110324CF5}" type="pres">
      <dgm:prSet presAssocID="{64398F4B-EFAA-4AC6-8738-30CD7F1A72D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E4D8FA7-616C-48F8-9718-18E90A8C3654}" type="pres">
      <dgm:prSet presAssocID="{43FDDBC2-070A-4E66-8723-DC7544C6D118}" presName="composite" presStyleCnt="0"/>
      <dgm:spPr/>
    </dgm:pt>
    <dgm:pt modelId="{F920B1BC-8F32-45D3-A8BC-6760D60A5BC5}" type="pres">
      <dgm:prSet presAssocID="{43FDDBC2-070A-4E66-8723-DC7544C6D118}" presName="imgShp" presStyleLbl="fgImgPlace1" presStyleIdx="0" presStyleCnt="4"/>
      <dgm:spPr/>
    </dgm:pt>
    <dgm:pt modelId="{A4967D0C-6D16-4808-85B6-176E444333B5}" type="pres">
      <dgm:prSet presAssocID="{43FDDBC2-070A-4E66-8723-DC7544C6D118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EAAF7F-C237-417E-9968-9FB1275760C4}" type="pres">
      <dgm:prSet presAssocID="{E377541F-5CF9-44FB-AD60-1F4C4960C71B}" presName="spacing" presStyleCnt="0"/>
      <dgm:spPr/>
    </dgm:pt>
    <dgm:pt modelId="{1804BE16-E617-4D62-B85F-34B9B617FF9E}" type="pres">
      <dgm:prSet presAssocID="{3278C01F-CA4E-4228-B2AA-9E9688F5F0E5}" presName="composite" presStyleCnt="0"/>
      <dgm:spPr/>
    </dgm:pt>
    <dgm:pt modelId="{016BAC87-8D54-48A0-93A6-51FBB10C0A6A}" type="pres">
      <dgm:prSet presAssocID="{3278C01F-CA4E-4228-B2AA-9E9688F5F0E5}" presName="imgShp" presStyleLbl="fgImgPlace1" presStyleIdx="1" presStyleCnt="4"/>
      <dgm:spPr/>
    </dgm:pt>
    <dgm:pt modelId="{CA88A04D-2416-4089-8DDF-F16844A2963B}" type="pres">
      <dgm:prSet presAssocID="{3278C01F-CA4E-4228-B2AA-9E9688F5F0E5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D52784-7A50-48D2-B00D-1DF6C404E088}" type="pres">
      <dgm:prSet presAssocID="{04D8429D-FB24-4729-BC8B-036C749103E0}" presName="spacing" presStyleCnt="0"/>
      <dgm:spPr/>
    </dgm:pt>
    <dgm:pt modelId="{F3694748-DA0C-4FA0-8371-055F354751CA}" type="pres">
      <dgm:prSet presAssocID="{1A0A060F-196D-444F-842C-F69CB4A3DD2F}" presName="composite" presStyleCnt="0"/>
      <dgm:spPr/>
    </dgm:pt>
    <dgm:pt modelId="{F87BECEA-B7D4-40EB-AA35-919B4B322840}" type="pres">
      <dgm:prSet presAssocID="{1A0A060F-196D-444F-842C-F69CB4A3DD2F}" presName="imgShp" presStyleLbl="fgImgPlace1" presStyleIdx="2" presStyleCnt="4"/>
      <dgm:spPr/>
    </dgm:pt>
    <dgm:pt modelId="{CA336E57-426C-41FB-9C58-A47C41508D0D}" type="pres">
      <dgm:prSet presAssocID="{1A0A060F-196D-444F-842C-F69CB4A3DD2F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8BEC95B-BB07-4312-828A-A7A44EAE2DBC}" type="pres">
      <dgm:prSet presAssocID="{2CF6255F-D78E-4066-8575-036A14D2BC66}" presName="spacing" presStyleCnt="0"/>
      <dgm:spPr/>
    </dgm:pt>
    <dgm:pt modelId="{DBFCBCA0-E116-4975-9DC1-D7279F0ADED9}" type="pres">
      <dgm:prSet presAssocID="{04BC4AEF-5996-448F-AA00-E1428905A060}" presName="composite" presStyleCnt="0"/>
      <dgm:spPr/>
    </dgm:pt>
    <dgm:pt modelId="{998A63B8-4874-44FB-A18A-37688971913E}" type="pres">
      <dgm:prSet presAssocID="{04BC4AEF-5996-448F-AA00-E1428905A060}" presName="imgShp" presStyleLbl="fgImgPlace1" presStyleIdx="3" presStyleCnt="4"/>
      <dgm:spPr/>
    </dgm:pt>
    <dgm:pt modelId="{04969BDC-C75D-4FC6-B3EE-F77A0C0AAC04}" type="pres">
      <dgm:prSet presAssocID="{04BC4AEF-5996-448F-AA00-E1428905A060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0D62425-0B78-443A-8CFD-C16ECC590929}" srcId="{64398F4B-EFAA-4AC6-8738-30CD7F1A72D1}" destId="{1A0A060F-196D-444F-842C-F69CB4A3DD2F}" srcOrd="2" destOrd="0" parTransId="{EC9EA93D-ED0D-4F3A-B7D4-65995005E963}" sibTransId="{2CF6255F-D78E-4066-8575-036A14D2BC66}"/>
    <dgm:cxn modelId="{A5734365-212E-4AA4-B7E2-DF7CEE47FB67}" type="presOf" srcId="{43FDDBC2-070A-4E66-8723-DC7544C6D118}" destId="{A4967D0C-6D16-4808-85B6-176E444333B5}" srcOrd="0" destOrd="0" presId="urn:microsoft.com/office/officeart/2005/8/layout/vList3"/>
    <dgm:cxn modelId="{51C98BE2-8C65-4A9B-871E-4F51C7AE1A61}" srcId="{64398F4B-EFAA-4AC6-8738-30CD7F1A72D1}" destId="{04BC4AEF-5996-448F-AA00-E1428905A060}" srcOrd="3" destOrd="0" parTransId="{2A71C11E-3203-4807-8213-E1BB6A51A164}" sibTransId="{A82C50FE-C089-4A3F-95E8-D9826D86F33C}"/>
    <dgm:cxn modelId="{36BA5761-0BF0-4090-97EA-318A180B0BF5}" type="presOf" srcId="{04BC4AEF-5996-448F-AA00-E1428905A060}" destId="{04969BDC-C75D-4FC6-B3EE-F77A0C0AAC04}" srcOrd="0" destOrd="0" presId="urn:microsoft.com/office/officeart/2005/8/layout/vList3"/>
    <dgm:cxn modelId="{45C92590-5F98-4C78-963A-6B4A019E0F3E}" srcId="{64398F4B-EFAA-4AC6-8738-30CD7F1A72D1}" destId="{43FDDBC2-070A-4E66-8723-DC7544C6D118}" srcOrd="0" destOrd="0" parTransId="{30D48192-6D8E-4F39-AD7C-63B9EE53FCAD}" sibTransId="{E377541F-5CF9-44FB-AD60-1F4C4960C71B}"/>
    <dgm:cxn modelId="{5A041A63-0BFF-431D-BF12-DF4EB48305A4}" srcId="{64398F4B-EFAA-4AC6-8738-30CD7F1A72D1}" destId="{3278C01F-CA4E-4228-B2AA-9E9688F5F0E5}" srcOrd="1" destOrd="0" parTransId="{C4EAC1FD-126A-4581-969A-B47277C37AC2}" sibTransId="{04D8429D-FB24-4729-BC8B-036C749103E0}"/>
    <dgm:cxn modelId="{7A0FF034-5033-4A06-83A4-13B603233C5C}" type="presOf" srcId="{1A0A060F-196D-444F-842C-F69CB4A3DD2F}" destId="{CA336E57-426C-41FB-9C58-A47C41508D0D}" srcOrd="0" destOrd="0" presId="urn:microsoft.com/office/officeart/2005/8/layout/vList3"/>
    <dgm:cxn modelId="{70148C13-8E57-4959-A329-689C1DDAAFE1}" type="presOf" srcId="{64398F4B-EFAA-4AC6-8738-30CD7F1A72D1}" destId="{11D687D0-8773-49D5-B4D4-59C110324CF5}" srcOrd="0" destOrd="0" presId="urn:microsoft.com/office/officeart/2005/8/layout/vList3"/>
    <dgm:cxn modelId="{BBEED4EC-8EDA-43E4-B011-D0AE3CEAA488}" type="presOf" srcId="{3278C01F-CA4E-4228-B2AA-9E9688F5F0E5}" destId="{CA88A04D-2416-4089-8DDF-F16844A2963B}" srcOrd="0" destOrd="0" presId="urn:microsoft.com/office/officeart/2005/8/layout/vList3"/>
    <dgm:cxn modelId="{2D035813-B261-4FA4-918B-2932930091B4}" type="presParOf" srcId="{11D687D0-8773-49D5-B4D4-59C110324CF5}" destId="{5E4D8FA7-616C-48F8-9718-18E90A8C3654}" srcOrd="0" destOrd="0" presId="urn:microsoft.com/office/officeart/2005/8/layout/vList3"/>
    <dgm:cxn modelId="{45C527F8-8028-4BAB-979B-A29D62913AF4}" type="presParOf" srcId="{5E4D8FA7-616C-48F8-9718-18E90A8C3654}" destId="{F920B1BC-8F32-45D3-A8BC-6760D60A5BC5}" srcOrd="0" destOrd="0" presId="urn:microsoft.com/office/officeart/2005/8/layout/vList3"/>
    <dgm:cxn modelId="{E384F742-A39A-40AB-9DB9-9CEA636828CC}" type="presParOf" srcId="{5E4D8FA7-616C-48F8-9718-18E90A8C3654}" destId="{A4967D0C-6D16-4808-85B6-176E444333B5}" srcOrd="1" destOrd="0" presId="urn:microsoft.com/office/officeart/2005/8/layout/vList3"/>
    <dgm:cxn modelId="{28A74EC8-D907-4341-A268-AB5042AB6513}" type="presParOf" srcId="{11D687D0-8773-49D5-B4D4-59C110324CF5}" destId="{2CEAAF7F-C237-417E-9968-9FB1275760C4}" srcOrd="1" destOrd="0" presId="urn:microsoft.com/office/officeart/2005/8/layout/vList3"/>
    <dgm:cxn modelId="{61E8B2AF-D831-43E3-9951-4543BF7B3548}" type="presParOf" srcId="{11D687D0-8773-49D5-B4D4-59C110324CF5}" destId="{1804BE16-E617-4D62-B85F-34B9B617FF9E}" srcOrd="2" destOrd="0" presId="urn:microsoft.com/office/officeart/2005/8/layout/vList3"/>
    <dgm:cxn modelId="{D89B129E-D26C-4CA1-A9D3-C082BFBD2582}" type="presParOf" srcId="{1804BE16-E617-4D62-B85F-34B9B617FF9E}" destId="{016BAC87-8D54-48A0-93A6-51FBB10C0A6A}" srcOrd="0" destOrd="0" presId="urn:microsoft.com/office/officeart/2005/8/layout/vList3"/>
    <dgm:cxn modelId="{B5B37AAA-E910-436A-B4CA-19FDDEA56986}" type="presParOf" srcId="{1804BE16-E617-4D62-B85F-34B9B617FF9E}" destId="{CA88A04D-2416-4089-8DDF-F16844A2963B}" srcOrd="1" destOrd="0" presId="urn:microsoft.com/office/officeart/2005/8/layout/vList3"/>
    <dgm:cxn modelId="{06075FC8-191D-470E-BB8E-6168AE6D18C5}" type="presParOf" srcId="{11D687D0-8773-49D5-B4D4-59C110324CF5}" destId="{08D52784-7A50-48D2-B00D-1DF6C404E088}" srcOrd="3" destOrd="0" presId="urn:microsoft.com/office/officeart/2005/8/layout/vList3"/>
    <dgm:cxn modelId="{0164CF14-792D-4E10-A993-2242078714B3}" type="presParOf" srcId="{11D687D0-8773-49D5-B4D4-59C110324CF5}" destId="{F3694748-DA0C-4FA0-8371-055F354751CA}" srcOrd="4" destOrd="0" presId="urn:microsoft.com/office/officeart/2005/8/layout/vList3"/>
    <dgm:cxn modelId="{3D4F2D07-1EA2-437E-9047-4D16F9527E99}" type="presParOf" srcId="{F3694748-DA0C-4FA0-8371-055F354751CA}" destId="{F87BECEA-B7D4-40EB-AA35-919B4B322840}" srcOrd="0" destOrd="0" presId="urn:microsoft.com/office/officeart/2005/8/layout/vList3"/>
    <dgm:cxn modelId="{5F06C306-C1C6-4244-A4AF-A479A5B5CA57}" type="presParOf" srcId="{F3694748-DA0C-4FA0-8371-055F354751CA}" destId="{CA336E57-426C-41FB-9C58-A47C41508D0D}" srcOrd="1" destOrd="0" presId="urn:microsoft.com/office/officeart/2005/8/layout/vList3"/>
    <dgm:cxn modelId="{53CA7E4D-4679-41F1-B422-19B580404D67}" type="presParOf" srcId="{11D687D0-8773-49D5-B4D4-59C110324CF5}" destId="{A8BEC95B-BB07-4312-828A-A7A44EAE2DBC}" srcOrd="5" destOrd="0" presId="urn:microsoft.com/office/officeart/2005/8/layout/vList3"/>
    <dgm:cxn modelId="{6CF25FAF-C224-4E69-9B92-A4C50D75F4F5}" type="presParOf" srcId="{11D687D0-8773-49D5-B4D4-59C110324CF5}" destId="{DBFCBCA0-E116-4975-9DC1-D7279F0ADED9}" srcOrd="6" destOrd="0" presId="urn:microsoft.com/office/officeart/2005/8/layout/vList3"/>
    <dgm:cxn modelId="{0E4ABA14-894E-4C57-B264-6A9325D03C0A}" type="presParOf" srcId="{DBFCBCA0-E116-4975-9DC1-D7279F0ADED9}" destId="{998A63B8-4874-44FB-A18A-37688971913E}" srcOrd="0" destOrd="0" presId="urn:microsoft.com/office/officeart/2005/8/layout/vList3"/>
    <dgm:cxn modelId="{E978DE88-2877-4F94-9737-4CD386DBCE17}" type="presParOf" srcId="{DBFCBCA0-E116-4975-9DC1-D7279F0ADED9}" destId="{04969BDC-C75D-4FC6-B3EE-F77A0C0AAC0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08.xml><?xml version="1.0" encoding="utf-8"?>
<dgm:dataModel xmlns:dgm="http://schemas.openxmlformats.org/drawingml/2006/diagram" xmlns:a="http://schemas.openxmlformats.org/drawingml/2006/main">
  <dgm:ptLst>
    <dgm:pt modelId="{7341EF50-1DEB-40D0-B34A-B32D52B0FA6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1759B52B-6E9E-477B-8825-EF078DD7128B}">
      <dgm:prSet/>
      <dgm:spPr/>
      <dgm:t>
        <a:bodyPr/>
        <a:lstStyle/>
        <a:p>
          <a:r>
            <a:rPr lang="ru-RU"/>
            <a:t>братських шкіл.</a:t>
          </a:r>
          <a:endParaRPr lang="uk-UA"/>
        </a:p>
      </dgm:t>
    </dgm:pt>
    <dgm:pt modelId="{D16A3F75-0639-419B-AADB-E6E0AAFA0EA2}" type="parTrans" cxnId="{F35AE97F-BBC0-47C4-9DA8-2118D075BB13}">
      <dgm:prSet/>
      <dgm:spPr/>
      <dgm:t>
        <a:bodyPr/>
        <a:lstStyle/>
        <a:p>
          <a:endParaRPr lang="uk-UA"/>
        </a:p>
      </dgm:t>
    </dgm:pt>
    <dgm:pt modelId="{85CE03AF-0DE1-440F-BDA6-4E7502521766}" type="sibTrans" cxnId="{F35AE97F-BBC0-47C4-9DA8-2118D075BB13}">
      <dgm:prSet/>
      <dgm:spPr/>
      <dgm:t>
        <a:bodyPr/>
        <a:lstStyle/>
        <a:p>
          <a:endParaRPr lang="uk-UA"/>
        </a:p>
      </dgm:t>
    </dgm:pt>
    <dgm:pt modelId="{76153ED1-4D60-4683-A75F-5C616DB2F17B}">
      <dgm:prSet/>
      <dgm:spPr/>
      <dgm:t>
        <a:bodyPr/>
        <a:lstStyle/>
        <a:p>
          <a:r>
            <a:rPr lang="ru-RU"/>
            <a:t>цехових майстрів.</a:t>
          </a:r>
          <a:endParaRPr lang="uk-UA"/>
        </a:p>
      </dgm:t>
    </dgm:pt>
    <dgm:pt modelId="{D19096CC-7B73-40A9-83F0-95DECE896A21}" type="parTrans" cxnId="{84C5D40A-DEA3-4230-8F58-AF185D6F323A}">
      <dgm:prSet/>
      <dgm:spPr/>
      <dgm:t>
        <a:bodyPr/>
        <a:lstStyle/>
        <a:p>
          <a:endParaRPr lang="uk-UA"/>
        </a:p>
      </dgm:t>
    </dgm:pt>
    <dgm:pt modelId="{FD16AC03-1751-4CE2-A99A-B18F57DC6EEF}" type="sibTrans" cxnId="{84C5D40A-DEA3-4230-8F58-AF185D6F323A}">
      <dgm:prSet/>
      <dgm:spPr/>
      <dgm:t>
        <a:bodyPr/>
        <a:lstStyle/>
        <a:p>
          <a:endParaRPr lang="uk-UA"/>
        </a:p>
      </dgm:t>
    </dgm:pt>
    <dgm:pt modelId="{FF4DE4C6-862D-48AA-80BD-66383DDBB25E}">
      <dgm:prSet/>
      <dgm:spPr>
        <a:solidFill>
          <a:srgbClr val="0070C0"/>
        </a:solidFill>
      </dgm:spPr>
      <dgm:t>
        <a:bodyPr/>
        <a:lstStyle/>
        <a:p>
          <a:r>
            <a:rPr lang="ru-RU" dirty="0" err="1"/>
            <a:t>козацького</a:t>
          </a:r>
          <a:r>
            <a:rPr lang="ru-RU" dirty="0"/>
            <a:t> </a:t>
          </a:r>
          <a:r>
            <a:rPr lang="ru-RU" dirty="0" err="1"/>
            <a:t>війська</a:t>
          </a:r>
          <a:r>
            <a:rPr lang="ru-RU" dirty="0"/>
            <a:t>.</a:t>
          </a:r>
          <a:endParaRPr lang="uk-UA" dirty="0"/>
        </a:p>
      </dgm:t>
    </dgm:pt>
    <dgm:pt modelId="{E031FD49-9498-41C5-9E7E-21C5CA281F5A}" type="parTrans" cxnId="{0527F722-8684-42D8-85B5-D0D85C14D6E4}">
      <dgm:prSet/>
      <dgm:spPr/>
      <dgm:t>
        <a:bodyPr/>
        <a:lstStyle/>
        <a:p>
          <a:endParaRPr lang="uk-UA"/>
        </a:p>
      </dgm:t>
    </dgm:pt>
    <dgm:pt modelId="{7C5E112F-F7C8-4EA8-8510-FF78E2E3759B}" type="sibTrans" cxnId="{0527F722-8684-42D8-85B5-D0D85C14D6E4}">
      <dgm:prSet/>
      <dgm:spPr/>
      <dgm:t>
        <a:bodyPr/>
        <a:lstStyle/>
        <a:p>
          <a:endParaRPr lang="uk-UA"/>
        </a:p>
      </dgm:t>
    </dgm:pt>
    <dgm:pt modelId="{1AC8D448-F121-4686-A402-498E79924230}">
      <dgm:prSet/>
      <dgm:spPr/>
      <dgm:t>
        <a:bodyPr/>
        <a:lstStyle/>
        <a:p>
          <a:r>
            <a:rPr lang="ru-RU"/>
            <a:t>міського самоврядування.</a:t>
          </a:r>
          <a:endParaRPr lang="uk-UA"/>
        </a:p>
      </dgm:t>
    </dgm:pt>
    <dgm:pt modelId="{5B913129-102B-4FB2-BDD6-07662CC59A65}" type="parTrans" cxnId="{FDCC3A0C-459E-4F32-89C4-DB4A5857E3F5}">
      <dgm:prSet/>
      <dgm:spPr/>
      <dgm:t>
        <a:bodyPr/>
        <a:lstStyle/>
        <a:p>
          <a:endParaRPr lang="uk-UA"/>
        </a:p>
      </dgm:t>
    </dgm:pt>
    <dgm:pt modelId="{C1C9D475-72D6-42D8-8227-8233132F77BD}" type="sibTrans" cxnId="{FDCC3A0C-459E-4F32-89C4-DB4A5857E3F5}">
      <dgm:prSet/>
      <dgm:spPr/>
      <dgm:t>
        <a:bodyPr/>
        <a:lstStyle/>
        <a:p>
          <a:endParaRPr lang="uk-UA"/>
        </a:p>
      </dgm:t>
    </dgm:pt>
    <dgm:pt modelId="{9F1B7AC3-348A-41F7-A450-8B6AAE62BB43}" type="pres">
      <dgm:prSet presAssocID="{7341EF50-1DEB-40D0-B34A-B32D52B0FA6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9D71114-6A6D-44BE-B370-03A1F0BB7C96}" type="pres">
      <dgm:prSet presAssocID="{1759B52B-6E9E-477B-8825-EF078DD7128B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1AB3CC8-50B4-40A2-8404-F8B4E7605568}" type="pres">
      <dgm:prSet presAssocID="{85CE03AF-0DE1-440F-BDA6-4E7502521766}" presName="spacer" presStyleCnt="0"/>
      <dgm:spPr/>
    </dgm:pt>
    <dgm:pt modelId="{E1C2302B-CCFD-4C40-B681-65B3E1C6D24A}" type="pres">
      <dgm:prSet presAssocID="{76153ED1-4D60-4683-A75F-5C616DB2F17B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EE0FF9B-21F1-4B50-84B6-F26C392E331D}" type="pres">
      <dgm:prSet presAssocID="{FD16AC03-1751-4CE2-A99A-B18F57DC6EEF}" presName="spacer" presStyleCnt="0"/>
      <dgm:spPr/>
    </dgm:pt>
    <dgm:pt modelId="{3D48472F-877F-4A6B-8DB4-4F93C0821C18}" type="pres">
      <dgm:prSet presAssocID="{FF4DE4C6-862D-48AA-80BD-66383DDBB25E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1B4AD7E-24D6-4CCF-931C-CE6C848F5F3F}" type="pres">
      <dgm:prSet presAssocID="{7C5E112F-F7C8-4EA8-8510-FF78E2E3759B}" presName="spacer" presStyleCnt="0"/>
      <dgm:spPr/>
    </dgm:pt>
    <dgm:pt modelId="{1B820657-A38C-446D-B175-721F0E566417}" type="pres">
      <dgm:prSet presAssocID="{1AC8D448-F121-4686-A402-498E79924230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A00E1CC-802C-4085-A236-B60479B60B3D}" type="presOf" srcId="{7341EF50-1DEB-40D0-B34A-B32D52B0FA6D}" destId="{9F1B7AC3-348A-41F7-A450-8B6AAE62BB43}" srcOrd="0" destOrd="0" presId="urn:microsoft.com/office/officeart/2005/8/layout/vList2"/>
    <dgm:cxn modelId="{16F87AF2-E57B-4FA7-9047-82413E25A909}" type="presOf" srcId="{1759B52B-6E9E-477B-8825-EF078DD7128B}" destId="{E9D71114-6A6D-44BE-B370-03A1F0BB7C96}" srcOrd="0" destOrd="0" presId="urn:microsoft.com/office/officeart/2005/8/layout/vList2"/>
    <dgm:cxn modelId="{485F9C6A-66EC-4AAE-AB7A-27948C478F48}" type="presOf" srcId="{1AC8D448-F121-4686-A402-498E79924230}" destId="{1B820657-A38C-446D-B175-721F0E566417}" srcOrd="0" destOrd="0" presId="urn:microsoft.com/office/officeart/2005/8/layout/vList2"/>
    <dgm:cxn modelId="{F35AE97F-BBC0-47C4-9DA8-2118D075BB13}" srcId="{7341EF50-1DEB-40D0-B34A-B32D52B0FA6D}" destId="{1759B52B-6E9E-477B-8825-EF078DD7128B}" srcOrd="0" destOrd="0" parTransId="{D16A3F75-0639-419B-AADB-E6E0AAFA0EA2}" sibTransId="{85CE03AF-0DE1-440F-BDA6-4E7502521766}"/>
    <dgm:cxn modelId="{ED0C8D3E-788E-49B2-8866-5BBD1DB5E466}" type="presOf" srcId="{FF4DE4C6-862D-48AA-80BD-66383DDBB25E}" destId="{3D48472F-877F-4A6B-8DB4-4F93C0821C18}" srcOrd="0" destOrd="0" presId="urn:microsoft.com/office/officeart/2005/8/layout/vList2"/>
    <dgm:cxn modelId="{84C5D40A-DEA3-4230-8F58-AF185D6F323A}" srcId="{7341EF50-1DEB-40D0-B34A-B32D52B0FA6D}" destId="{76153ED1-4D60-4683-A75F-5C616DB2F17B}" srcOrd="1" destOrd="0" parTransId="{D19096CC-7B73-40A9-83F0-95DECE896A21}" sibTransId="{FD16AC03-1751-4CE2-A99A-B18F57DC6EEF}"/>
    <dgm:cxn modelId="{0527F722-8684-42D8-85B5-D0D85C14D6E4}" srcId="{7341EF50-1DEB-40D0-B34A-B32D52B0FA6D}" destId="{FF4DE4C6-862D-48AA-80BD-66383DDBB25E}" srcOrd="2" destOrd="0" parTransId="{E031FD49-9498-41C5-9E7E-21C5CA281F5A}" sibTransId="{7C5E112F-F7C8-4EA8-8510-FF78E2E3759B}"/>
    <dgm:cxn modelId="{FDCC3A0C-459E-4F32-89C4-DB4A5857E3F5}" srcId="{7341EF50-1DEB-40D0-B34A-B32D52B0FA6D}" destId="{1AC8D448-F121-4686-A402-498E79924230}" srcOrd="3" destOrd="0" parTransId="{5B913129-102B-4FB2-BDD6-07662CC59A65}" sibTransId="{C1C9D475-72D6-42D8-8227-8233132F77BD}"/>
    <dgm:cxn modelId="{10E72B58-B164-441C-B8D1-7A0BAF13DE84}" type="presOf" srcId="{76153ED1-4D60-4683-A75F-5C616DB2F17B}" destId="{E1C2302B-CCFD-4C40-B681-65B3E1C6D24A}" srcOrd="0" destOrd="0" presId="urn:microsoft.com/office/officeart/2005/8/layout/vList2"/>
    <dgm:cxn modelId="{C6014F9A-B476-4D45-A624-E93DF770F5C4}" type="presParOf" srcId="{9F1B7AC3-348A-41F7-A450-8B6AAE62BB43}" destId="{E9D71114-6A6D-44BE-B370-03A1F0BB7C96}" srcOrd="0" destOrd="0" presId="urn:microsoft.com/office/officeart/2005/8/layout/vList2"/>
    <dgm:cxn modelId="{3D0A017D-A440-40F4-A73F-A360D1C41126}" type="presParOf" srcId="{9F1B7AC3-348A-41F7-A450-8B6AAE62BB43}" destId="{01AB3CC8-50B4-40A2-8404-F8B4E7605568}" srcOrd="1" destOrd="0" presId="urn:microsoft.com/office/officeart/2005/8/layout/vList2"/>
    <dgm:cxn modelId="{A43887A5-7A8B-49E7-8388-88E4817BE19B}" type="presParOf" srcId="{9F1B7AC3-348A-41F7-A450-8B6AAE62BB43}" destId="{E1C2302B-CCFD-4C40-B681-65B3E1C6D24A}" srcOrd="2" destOrd="0" presId="urn:microsoft.com/office/officeart/2005/8/layout/vList2"/>
    <dgm:cxn modelId="{851EA1EA-BDA5-44A2-A463-189DD3AFE337}" type="presParOf" srcId="{9F1B7AC3-348A-41F7-A450-8B6AAE62BB43}" destId="{0EE0FF9B-21F1-4B50-84B6-F26C392E331D}" srcOrd="3" destOrd="0" presId="urn:microsoft.com/office/officeart/2005/8/layout/vList2"/>
    <dgm:cxn modelId="{480E94EA-079E-4AE5-A472-F3232F6BD92C}" type="presParOf" srcId="{9F1B7AC3-348A-41F7-A450-8B6AAE62BB43}" destId="{3D48472F-877F-4A6B-8DB4-4F93C0821C18}" srcOrd="4" destOrd="0" presId="urn:microsoft.com/office/officeart/2005/8/layout/vList2"/>
    <dgm:cxn modelId="{E019DCD2-5875-4D6F-BCF7-E7A1F1C633B7}" type="presParOf" srcId="{9F1B7AC3-348A-41F7-A450-8B6AAE62BB43}" destId="{51B4AD7E-24D6-4CCF-931C-CE6C848F5F3F}" srcOrd="5" destOrd="0" presId="urn:microsoft.com/office/officeart/2005/8/layout/vList2"/>
    <dgm:cxn modelId="{A4393F31-286D-4EFB-A178-7DA4E5A1B519}" type="presParOf" srcId="{9F1B7AC3-348A-41F7-A450-8B6AAE62BB43}" destId="{1B820657-A38C-446D-B175-721F0E56641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9.xml><?xml version="1.0" encoding="utf-8"?>
<dgm:dataModel xmlns:dgm="http://schemas.openxmlformats.org/drawingml/2006/diagram" xmlns:a="http://schemas.openxmlformats.org/drawingml/2006/main">
  <dgm:ptLst>
    <dgm:pt modelId="{7341EF50-1DEB-40D0-B34A-B32D52B0FA6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1759B52B-6E9E-477B-8825-EF078DD7128B}">
      <dgm:prSet/>
      <dgm:spPr/>
      <dgm:t>
        <a:bodyPr/>
        <a:lstStyle/>
        <a:p>
          <a:r>
            <a:rPr lang="ru-RU"/>
            <a:t>братських шкіл.</a:t>
          </a:r>
          <a:endParaRPr lang="uk-UA"/>
        </a:p>
      </dgm:t>
    </dgm:pt>
    <dgm:pt modelId="{D16A3F75-0639-419B-AADB-E6E0AAFA0EA2}" type="parTrans" cxnId="{F35AE97F-BBC0-47C4-9DA8-2118D075BB13}">
      <dgm:prSet/>
      <dgm:spPr/>
      <dgm:t>
        <a:bodyPr/>
        <a:lstStyle/>
        <a:p>
          <a:endParaRPr lang="uk-UA"/>
        </a:p>
      </dgm:t>
    </dgm:pt>
    <dgm:pt modelId="{85CE03AF-0DE1-440F-BDA6-4E7502521766}" type="sibTrans" cxnId="{F35AE97F-BBC0-47C4-9DA8-2118D075BB13}">
      <dgm:prSet/>
      <dgm:spPr/>
      <dgm:t>
        <a:bodyPr/>
        <a:lstStyle/>
        <a:p>
          <a:endParaRPr lang="uk-UA"/>
        </a:p>
      </dgm:t>
    </dgm:pt>
    <dgm:pt modelId="{76153ED1-4D60-4683-A75F-5C616DB2F17B}">
      <dgm:prSet/>
      <dgm:spPr/>
      <dgm:t>
        <a:bodyPr/>
        <a:lstStyle/>
        <a:p>
          <a:r>
            <a:rPr lang="ru-RU"/>
            <a:t>цехових майстрів.</a:t>
          </a:r>
          <a:endParaRPr lang="uk-UA"/>
        </a:p>
      </dgm:t>
    </dgm:pt>
    <dgm:pt modelId="{D19096CC-7B73-40A9-83F0-95DECE896A21}" type="parTrans" cxnId="{84C5D40A-DEA3-4230-8F58-AF185D6F323A}">
      <dgm:prSet/>
      <dgm:spPr/>
      <dgm:t>
        <a:bodyPr/>
        <a:lstStyle/>
        <a:p>
          <a:endParaRPr lang="uk-UA"/>
        </a:p>
      </dgm:t>
    </dgm:pt>
    <dgm:pt modelId="{FD16AC03-1751-4CE2-A99A-B18F57DC6EEF}" type="sibTrans" cxnId="{84C5D40A-DEA3-4230-8F58-AF185D6F323A}">
      <dgm:prSet/>
      <dgm:spPr/>
      <dgm:t>
        <a:bodyPr/>
        <a:lstStyle/>
        <a:p>
          <a:endParaRPr lang="uk-UA"/>
        </a:p>
      </dgm:t>
    </dgm:pt>
    <dgm:pt modelId="{FF4DE4C6-862D-48AA-80BD-66383DDBB25E}">
      <dgm:prSet/>
      <dgm:spPr>
        <a:solidFill>
          <a:srgbClr val="0070C0"/>
        </a:solidFill>
      </dgm:spPr>
      <dgm:t>
        <a:bodyPr/>
        <a:lstStyle/>
        <a:p>
          <a:r>
            <a:rPr lang="ru-RU" dirty="0" err="1"/>
            <a:t>козацького</a:t>
          </a:r>
          <a:r>
            <a:rPr lang="ru-RU" dirty="0"/>
            <a:t> </a:t>
          </a:r>
          <a:r>
            <a:rPr lang="ru-RU"/>
            <a:t>війська</a:t>
          </a:r>
          <a:r>
            <a:rPr lang="ru-RU" dirty="0"/>
            <a:t>.</a:t>
          </a:r>
          <a:endParaRPr lang="uk-UA" dirty="0"/>
        </a:p>
      </dgm:t>
    </dgm:pt>
    <dgm:pt modelId="{E031FD49-9498-41C5-9E7E-21C5CA281F5A}" type="parTrans" cxnId="{0527F722-8684-42D8-85B5-D0D85C14D6E4}">
      <dgm:prSet/>
      <dgm:spPr/>
      <dgm:t>
        <a:bodyPr/>
        <a:lstStyle/>
        <a:p>
          <a:endParaRPr lang="uk-UA"/>
        </a:p>
      </dgm:t>
    </dgm:pt>
    <dgm:pt modelId="{7C5E112F-F7C8-4EA8-8510-FF78E2E3759B}" type="sibTrans" cxnId="{0527F722-8684-42D8-85B5-D0D85C14D6E4}">
      <dgm:prSet/>
      <dgm:spPr/>
      <dgm:t>
        <a:bodyPr/>
        <a:lstStyle/>
        <a:p>
          <a:endParaRPr lang="uk-UA"/>
        </a:p>
      </dgm:t>
    </dgm:pt>
    <dgm:pt modelId="{1AC8D448-F121-4686-A402-498E79924230}">
      <dgm:prSet/>
      <dgm:spPr/>
      <dgm:t>
        <a:bodyPr/>
        <a:lstStyle/>
        <a:p>
          <a:r>
            <a:rPr lang="ru-RU" dirty="0" err="1"/>
            <a:t>міського</a:t>
          </a:r>
          <a:r>
            <a:rPr lang="ru-RU" dirty="0"/>
            <a:t> </a:t>
          </a:r>
          <a:r>
            <a:rPr lang="ru-RU" dirty="0" err="1"/>
            <a:t>самоврядування</a:t>
          </a:r>
          <a:r>
            <a:rPr lang="ru-RU" dirty="0"/>
            <a:t>.</a:t>
          </a:r>
          <a:endParaRPr lang="uk-UA" dirty="0"/>
        </a:p>
      </dgm:t>
    </dgm:pt>
    <dgm:pt modelId="{5B913129-102B-4FB2-BDD6-07662CC59A65}" type="parTrans" cxnId="{FDCC3A0C-459E-4F32-89C4-DB4A5857E3F5}">
      <dgm:prSet/>
      <dgm:spPr/>
      <dgm:t>
        <a:bodyPr/>
        <a:lstStyle/>
        <a:p>
          <a:endParaRPr lang="uk-UA"/>
        </a:p>
      </dgm:t>
    </dgm:pt>
    <dgm:pt modelId="{C1C9D475-72D6-42D8-8227-8233132F77BD}" type="sibTrans" cxnId="{FDCC3A0C-459E-4F32-89C4-DB4A5857E3F5}">
      <dgm:prSet/>
      <dgm:spPr/>
      <dgm:t>
        <a:bodyPr/>
        <a:lstStyle/>
        <a:p>
          <a:endParaRPr lang="uk-UA"/>
        </a:p>
      </dgm:t>
    </dgm:pt>
    <dgm:pt modelId="{9F1B7AC3-348A-41F7-A450-8B6AAE62BB43}" type="pres">
      <dgm:prSet presAssocID="{7341EF50-1DEB-40D0-B34A-B32D52B0FA6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9D71114-6A6D-44BE-B370-03A1F0BB7C96}" type="pres">
      <dgm:prSet presAssocID="{1759B52B-6E9E-477B-8825-EF078DD7128B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1AB3CC8-50B4-40A2-8404-F8B4E7605568}" type="pres">
      <dgm:prSet presAssocID="{85CE03AF-0DE1-440F-BDA6-4E7502521766}" presName="spacer" presStyleCnt="0"/>
      <dgm:spPr/>
    </dgm:pt>
    <dgm:pt modelId="{E1C2302B-CCFD-4C40-B681-65B3E1C6D24A}" type="pres">
      <dgm:prSet presAssocID="{76153ED1-4D60-4683-A75F-5C616DB2F17B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EE0FF9B-21F1-4B50-84B6-F26C392E331D}" type="pres">
      <dgm:prSet presAssocID="{FD16AC03-1751-4CE2-A99A-B18F57DC6EEF}" presName="spacer" presStyleCnt="0"/>
      <dgm:spPr/>
    </dgm:pt>
    <dgm:pt modelId="{3D48472F-877F-4A6B-8DB4-4F93C0821C18}" type="pres">
      <dgm:prSet presAssocID="{FF4DE4C6-862D-48AA-80BD-66383DDBB25E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1B4AD7E-24D6-4CCF-931C-CE6C848F5F3F}" type="pres">
      <dgm:prSet presAssocID="{7C5E112F-F7C8-4EA8-8510-FF78E2E3759B}" presName="spacer" presStyleCnt="0"/>
      <dgm:spPr/>
    </dgm:pt>
    <dgm:pt modelId="{1B820657-A38C-446D-B175-721F0E566417}" type="pres">
      <dgm:prSet presAssocID="{1AC8D448-F121-4686-A402-498E79924230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A00E1CC-802C-4085-A236-B60479B60B3D}" type="presOf" srcId="{7341EF50-1DEB-40D0-B34A-B32D52B0FA6D}" destId="{9F1B7AC3-348A-41F7-A450-8B6AAE62BB43}" srcOrd="0" destOrd="0" presId="urn:microsoft.com/office/officeart/2005/8/layout/vList2"/>
    <dgm:cxn modelId="{16F87AF2-E57B-4FA7-9047-82413E25A909}" type="presOf" srcId="{1759B52B-6E9E-477B-8825-EF078DD7128B}" destId="{E9D71114-6A6D-44BE-B370-03A1F0BB7C96}" srcOrd="0" destOrd="0" presId="urn:microsoft.com/office/officeart/2005/8/layout/vList2"/>
    <dgm:cxn modelId="{485F9C6A-66EC-4AAE-AB7A-27948C478F48}" type="presOf" srcId="{1AC8D448-F121-4686-A402-498E79924230}" destId="{1B820657-A38C-446D-B175-721F0E566417}" srcOrd="0" destOrd="0" presId="urn:microsoft.com/office/officeart/2005/8/layout/vList2"/>
    <dgm:cxn modelId="{F35AE97F-BBC0-47C4-9DA8-2118D075BB13}" srcId="{7341EF50-1DEB-40D0-B34A-B32D52B0FA6D}" destId="{1759B52B-6E9E-477B-8825-EF078DD7128B}" srcOrd="0" destOrd="0" parTransId="{D16A3F75-0639-419B-AADB-E6E0AAFA0EA2}" sibTransId="{85CE03AF-0DE1-440F-BDA6-4E7502521766}"/>
    <dgm:cxn modelId="{ED0C8D3E-788E-49B2-8866-5BBD1DB5E466}" type="presOf" srcId="{FF4DE4C6-862D-48AA-80BD-66383DDBB25E}" destId="{3D48472F-877F-4A6B-8DB4-4F93C0821C18}" srcOrd="0" destOrd="0" presId="urn:microsoft.com/office/officeart/2005/8/layout/vList2"/>
    <dgm:cxn modelId="{84C5D40A-DEA3-4230-8F58-AF185D6F323A}" srcId="{7341EF50-1DEB-40D0-B34A-B32D52B0FA6D}" destId="{76153ED1-4D60-4683-A75F-5C616DB2F17B}" srcOrd="1" destOrd="0" parTransId="{D19096CC-7B73-40A9-83F0-95DECE896A21}" sibTransId="{FD16AC03-1751-4CE2-A99A-B18F57DC6EEF}"/>
    <dgm:cxn modelId="{0527F722-8684-42D8-85B5-D0D85C14D6E4}" srcId="{7341EF50-1DEB-40D0-B34A-B32D52B0FA6D}" destId="{FF4DE4C6-862D-48AA-80BD-66383DDBB25E}" srcOrd="2" destOrd="0" parTransId="{E031FD49-9498-41C5-9E7E-21C5CA281F5A}" sibTransId="{7C5E112F-F7C8-4EA8-8510-FF78E2E3759B}"/>
    <dgm:cxn modelId="{FDCC3A0C-459E-4F32-89C4-DB4A5857E3F5}" srcId="{7341EF50-1DEB-40D0-B34A-B32D52B0FA6D}" destId="{1AC8D448-F121-4686-A402-498E79924230}" srcOrd="3" destOrd="0" parTransId="{5B913129-102B-4FB2-BDD6-07662CC59A65}" sibTransId="{C1C9D475-72D6-42D8-8227-8233132F77BD}"/>
    <dgm:cxn modelId="{10E72B58-B164-441C-B8D1-7A0BAF13DE84}" type="presOf" srcId="{76153ED1-4D60-4683-A75F-5C616DB2F17B}" destId="{E1C2302B-CCFD-4C40-B681-65B3E1C6D24A}" srcOrd="0" destOrd="0" presId="urn:microsoft.com/office/officeart/2005/8/layout/vList2"/>
    <dgm:cxn modelId="{C6014F9A-B476-4D45-A624-E93DF770F5C4}" type="presParOf" srcId="{9F1B7AC3-348A-41F7-A450-8B6AAE62BB43}" destId="{E9D71114-6A6D-44BE-B370-03A1F0BB7C96}" srcOrd="0" destOrd="0" presId="urn:microsoft.com/office/officeart/2005/8/layout/vList2"/>
    <dgm:cxn modelId="{3D0A017D-A440-40F4-A73F-A360D1C41126}" type="presParOf" srcId="{9F1B7AC3-348A-41F7-A450-8B6AAE62BB43}" destId="{01AB3CC8-50B4-40A2-8404-F8B4E7605568}" srcOrd="1" destOrd="0" presId="urn:microsoft.com/office/officeart/2005/8/layout/vList2"/>
    <dgm:cxn modelId="{A43887A5-7A8B-49E7-8388-88E4817BE19B}" type="presParOf" srcId="{9F1B7AC3-348A-41F7-A450-8B6AAE62BB43}" destId="{E1C2302B-CCFD-4C40-B681-65B3E1C6D24A}" srcOrd="2" destOrd="0" presId="urn:microsoft.com/office/officeart/2005/8/layout/vList2"/>
    <dgm:cxn modelId="{851EA1EA-BDA5-44A2-A463-189DD3AFE337}" type="presParOf" srcId="{9F1B7AC3-348A-41F7-A450-8B6AAE62BB43}" destId="{0EE0FF9B-21F1-4B50-84B6-F26C392E331D}" srcOrd="3" destOrd="0" presId="urn:microsoft.com/office/officeart/2005/8/layout/vList2"/>
    <dgm:cxn modelId="{480E94EA-079E-4AE5-A472-F3232F6BD92C}" type="presParOf" srcId="{9F1B7AC3-348A-41F7-A450-8B6AAE62BB43}" destId="{3D48472F-877F-4A6B-8DB4-4F93C0821C18}" srcOrd="4" destOrd="0" presId="urn:microsoft.com/office/officeart/2005/8/layout/vList2"/>
    <dgm:cxn modelId="{E019DCD2-5875-4D6F-BCF7-E7A1F1C633B7}" type="presParOf" srcId="{9F1B7AC3-348A-41F7-A450-8B6AAE62BB43}" destId="{51B4AD7E-24D6-4CCF-931C-CE6C848F5F3F}" srcOrd="5" destOrd="0" presId="urn:microsoft.com/office/officeart/2005/8/layout/vList2"/>
    <dgm:cxn modelId="{A4393F31-286D-4EFB-A178-7DA4E5A1B519}" type="presParOf" srcId="{9F1B7AC3-348A-41F7-A450-8B6AAE62BB43}" destId="{1B820657-A38C-446D-B175-721F0E56641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10.xml><?xml version="1.0" encoding="utf-8"?>
<dgm:dataModel xmlns:dgm="http://schemas.openxmlformats.org/drawingml/2006/diagram" xmlns:a="http://schemas.openxmlformats.org/drawingml/2006/main">
  <dgm:ptLst>
    <dgm:pt modelId="{7341EF50-1DEB-40D0-B34A-B32D52B0FA6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759B52B-6E9E-477B-8825-EF078DD7128B}">
      <dgm:prSet/>
      <dgm:spPr/>
      <dgm:t>
        <a:bodyPr/>
        <a:lstStyle/>
        <a:p>
          <a:r>
            <a:rPr lang="ru-RU"/>
            <a:t>братських шкіл.</a:t>
          </a:r>
          <a:endParaRPr lang="uk-UA"/>
        </a:p>
      </dgm:t>
    </dgm:pt>
    <dgm:pt modelId="{D16A3F75-0639-419B-AADB-E6E0AAFA0EA2}" type="parTrans" cxnId="{F35AE97F-BBC0-47C4-9DA8-2118D075BB13}">
      <dgm:prSet/>
      <dgm:spPr/>
      <dgm:t>
        <a:bodyPr/>
        <a:lstStyle/>
        <a:p>
          <a:endParaRPr lang="uk-UA"/>
        </a:p>
      </dgm:t>
    </dgm:pt>
    <dgm:pt modelId="{85CE03AF-0DE1-440F-BDA6-4E7502521766}" type="sibTrans" cxnId="{F35AE97F-BBC0-47C4-9DA8-2118D075BB13}">
      <dgm:prSet/>
      <dgm:spPr/>
      <dgm:t>
        <a:bodyPr/>
        <a:lstStyle/>
        <a:p>
          <a:endParaRPr lang="uk-UA"/>
        </a:p>
      </dgm:t>
    </dgm:pt>
    <dgm:pt modelId="{76153ED1-4D60-4683-A75F-5C616DB2F17B}">
      <dgm:prSet/>
      <dgm:spPr/>
      <dgm:t>
        <a:bodyPr/>
        <a:lstStyle/>
        <a:p>
          <a:r>
            <a:rPr lang="ru-RU" dirty="0" err="1"/>
            <a:t>цехових</a:t>
          </a:r>
          <a:r>
            <a:rPr lang="ru-RU" dirty="0"/>
            <a:t> </a:t>
          </a:r>
          <a:r>
            <a:rPr lang="ru-RU" dirty="0" err="1"/>
            <a:t>майстрів</a:t>
          </a:r>
          <a:r>
            <a:rPr lang="ru-RU" dirty="0"/>
            <a:t>.</a:t>
          </a:r>
          <a:endParaRPr lang="uk-UA" dirty="0"/>
        </a:p>
      </dgm:t>
    </dgm:pt>
    <dgm:pt modelId="{D19096CC-7B73-40A9-83F0-95DECE896A21}" type="parTrans" cxnId="{84C5D40A-DEA3-4230-8F58-AF185D6F323A}">
      <dgm:prSet/>
      <dgm:spPr/>
      <dgm:t>
        <a:bodyPr/>
        <a:lstStyle/>
        <a:p>
          <a:endParaRPr lang="uk-UA"/>
        </a:p>
      </dgm:t>
    </dgm:pt>
    <dgm:pt modelId="{FD16AC03-1751-4CE2-A99A-B18F57DC6EEF}" type="sibTrans" cxnId="{84C5D40A-DEA3-4230-8F58-AF185D6F323A}">
      <dgm:prSet/>
      <dgm:spPr/>
      <dgm:t>
        <a:bodyPr/>
        <a:lstStyle/>
        <a:p>
          <a:endParaRPr lang="uk-UA"/>
        </a:p>
      </dgm:t>
    </dgm:pt>
    <dgm:pt modelId="{FF4DE4C6-862D-48AA-80BD-66383DDBB25E}">
      <dgm:prSet/>
      <dgm:spPr/>
      <dgm:t>
        <a:bodyPr/>
        <a:lstStyle/>
        <a:p>
          <a:r>
            <a:rPr lang="ru-RU" dirty="0" err="1"/>
            <a:t>козацького</a:t>
          </a:r>
          <a:r>
            <a:rPr lang="ru-RU" dirty="0"/>
            <a:t> </a:t>
          </a:r>
          <a:r>
            <a:rPr lang="ru-RU"/>
            <a:t>війська</a:t>
          </a:r>
          <a:r>
            <a:rPr lang="ru-RU" dirty="0"/>
            <a:t>.</a:t>
          </a:r>
          <a:endParaRPr lang="uk-UA" dirty="0"/>
        </a:p>
      </dgm:t>
    </dgm:pt>
    <dgm:pt modelId="{E031FD49-9498-41C5-9E7E-21C5CA281F5A}" type="parTrans" cxnId="{0527F722-8684-42D8-85B5-D0D85C14D6E4}">
      <dgm:prSet/>
      <dgm:spPr/>
      <dgm:t>
        <a:bodyPr/>
        <a:lstStyle/>
        <a:p>
          <a:endParaRPr lang="uk-UA"/>
        </a:p>
      </dgm:t>
    </dgm:pt>
    <dgm:pt modelId="{7C5E112F-F7C8-4EA8-8510-FF78E2E3759B}" type="sibTrans" cxnId="{0527F722-8684-42D8-85B5-D0D85C14D6E4}">
      <dgm:prSet/>
      <dgm:spPr/>
      <dgm:t>
        <a:bodyPr/>
        <a:lstStyle/>
        <a:p>
          <a:endParaRPr lang="uk-UA"/>
        </a:p>
      </dgm:t>
    </dgm:pt>
    <dgm:pt modelId="{1AC8D448-F121-4686-A402-498E79924230}">
      <dgm:prSet/>
      <dgm:spPr/>
      <dgm:t>
        <a:bodyPr/>
        <a:lstStyle/>
        <a:p>
          <a:r>
            <a:rPr lang="ru-RU" dirty="0" err="1"/>
            <a:t>міського</a:t>
          </a:r>
          <a:r>
            <a:rPr lang="ru-RU" dirty="0"/>
            <a:t> </a:t>
          </a:r>
          <a:r>
            <a:rPr lang="ru-RU" dirty="0" err="1"/>
            <a:t>самоврядування</a:t>
          </a:r>
          <a:r>
            <a:rPr lang="ru-RU" dirty="0"/>
            <a:t>.</a:t>
          </a:r>
          <a:endParaRPr lang="uk-UA" dirty="0"/>
        </a:p>
      </dgm:t>
    </dgm:pt>
    <dgm:pt modelId="{5B913129-102B-4FB2-BDD6-07662CC59A65}" type="parTrans" cxnId="{FDCC3A0C-459E-4F32-89C4-DB4A5857E3F5}">
      <dgm:prSet/>
      <dgm:spPr/>
      <dgm:t>
        <a:bodyPr/>
        <a:lstStyle/>
        <a:p>
          <a:endParaRPr lang="uk-UA"/>
        </a:p>
      </dgm:t>
    </dgm:pt>
    <dgm:pt modelId="{C1C9D475-72D6-42D8-8227-8233132F77BD}" type="sibTrans" cxnId="{FDCC3A0C-459E-4F32-89C4-DB4A5857E3F5}">
      <dgm:prSet/>
      <dgm:spPr/>
      <dgm:t>
        <a:bodyPr/>
        <a:lstStyle/>
        <a:p>
          <a:endParaRPr lang="uk-UA"/>
        </a:p>
      </dgm:t>
    </dgm:pt>
    <dgm:pt modelId="{9F1B7AC3-348A-41F7-A450-8B6AAE62BB43}" type="pres">
      <dgm:prSet presAssocID="{7341EF50-1DEB-40D0-B34A-B32D52B0FA6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9D71114-6A6D-44BE-B370-03A1F0BB7C96}" type="pres">
      <dgm:prSet presAssocID="{1759B52B-6E9E-477B-8825-EF078DD7128B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1AB3CC8-50B4-40A2-8404-F8B4E7605568}" type="pres">
      <dgm:prSet presAssocID="{85CE03AF-0DE1-440F-BDA6-4E7502521766}" presName="spacer" presStyleCnt="0"/>
      <dgm:spPr/>
    </dgm:pt>
    <dgm:pt modelId="{E1C2302B-CCFD-4C40-B681-65B3E1C6D24A}" type="pres">
      <dgm:prSet presAssocID="{76153ED1-4D60-4683-A75F-5C616DB2F17B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EE0FF9B-21F1-4B50-84B6-F26C392E331D}" type="pres">
      <dgm:prSet presAssocID="{FD16AC03-1751-4CE2-A99A-B18F57DC6EEF}" presName="spacer" presStyleCnt="0"/>
      <dgm:spPr/>
    </dgm:pt>
    <dgm:pt modelId="{3D48472F-877F-4A6B-8DB4-4F93C0821C18}" type="pres">
      <dgm:prSet presAssocID="{FF4DE4C6-862D-48AA-80BD-66383DDBB25E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1B4AD7E-24D6-4CCF-931C-CE6C848F5F3F}" type="pres">
      <dgm:prSet presAssocID="{7C5E112F-F7C8-4EA8-8510-FF78E2E3759B}" presName="spacer" presStyleCnt="0"/>
      <dgm:spPr/>
    </dgm:pt>
    <dgm:pt modelId="{1B820657-A38C-446D-B175-721F0E566417}" type="pres">
      <dgm:prSet presAssocID="{1AC8D448-F121-4686-A402-498E79924230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A00E1CC-802C-4085-A236-B60479B60B3D}" type="presOf" srcId="{7341EF50-1DEB-40D0-B34A-B32D52B0FA6D}" destId="{9F1B7AC3-348A-41F7-A450-8B6AAE62BB43}" srcOrd="0" destOrd="0" presId="urn:microsoft.com/office/officeart/2005/8/layout/vList2"/>
    <dgm:cxn modelId="{16F87AF2-E57B-4FA7-9047-82413E25A909}" type="presOf" srcId="{1759B52B-6E9E-477B-8825-EF078DD7128B}" destId="{E9D71114-6A6D-44BE-B370-03A1F0BB7C96}" srcOrd="0" destOrd="0" presId="urn:microsoft.com/office/officeart/2005/8/layout/vList2"/>
    <dgm:cxn modelId="{485F9C6A-66EC-4AAE-AB7A-27948C478F48}" type="presOf" srcId="{1AC8D448-F121-4686-A402-498E79924230}" destId="{1B820657-A38C-446D-B175-721F0E566417}" srcOrd="0" destOrd="0" presId="urn:microsoft.com/office/officeart/2005/8/layout/vList2"/>
    <dgm:cxn modelId="{F35AE97F-BBC0-47C4-9DA8-2118D075BB13}" srcId="{7341EF50-1DEB-40D0-B34A-B32D52B0FA6D}" destId="{1759B52B-6E9E-477B-8825-EF078DD7128B}" srcOrd="0" destOrd="0" parTransId="{D16A3F75-0639-419B-AADB-E6E0AAFA0EA2}" sibTransId="{85CE03AF-0DE1-440F-BDA6-4E7502521766}"/>
    <dgm:cxn modelId="{ED0C8D3E-788E-49B2-8866-5BBD1DB5E466}" type="presOf" srcId="{FF4DE4C6-862D-48AA-80BD-66383DDBB25E}" destId="{3D48472F-877F-4A6B-8DB4-4F93C0821C18}" srcOrd="0" destOrd="0" presId="urn:microsoft.com/office/officeart/2005/8/layout/vList2"/>
    <dgm:cxn modelId="{84C5D40A-DEA3-4230-8F58-AF185D6F323A}" srcId="{7341EF50-1DEB-40D0-B34A-B32D52B0FA6D}" destId="{76153ED1-4D60-4683-A75F-5C616DB2F17B}" srcOrd="1" destOrd="0" parTransId="{D19096CC-7B73-40A9-83F0-95DECE896A21}" sibTransId="{FD16AC03-1751-4CE2-A99A-B18F57DC6EEF}"/>
    <dgm:cxn modelId="{0527F722-8684-42D8-85B5-D0D85C14D6E4}" srcId="{7341EF50-1DEB-40D0-B34A-B32D52B0FA6D}" destId="{FF4DE4C6-862D-48AA-80BD-66383DDBB25E}" srcOrd="2" destOrd="0" parTransId="{E031FD49-9498-41C5-9E7E-21C5CA281F5A}" sibTransId="{7C5E112F-F7C8-4EA8-8510-FF78E2E3759B}"/>
    <dgm:cxn modelId="{FDCC3A0C-459E-4F32-89C4-DB4A5857E3F5}" srcId="{7341EF50-1DEB-40D0-B34A-B32D52B0FA6D}" destId="{1AC8D448-F121-4686-A402-498E79924230}" srcOrd="3" destOrd="0" parTransId="{5B913129-102B-4FB2-BDD6-07662CC59A65}" sibTransId="{C1C9D475-72D6-42D8-8227-8233132F77BD}"/>
    <dgm:cxn modelId="{10E72B58-B164-441C-B8D1-7A0BAF13DE84}" type="presOf" srcId="{76153ED1-4D60-4683-A75F-5C616DB2F17B}" destId="{E1C2302B-CCFD-4C40-B681-65B3E1C6D24A}" srcOrd="0" destOrd="0" presId="urn:microsoft.com/office/officeart/2005/8/layout/vList2"/>
    <dgm:cxn modelId="{C6014F9A-B476-4D45-A624-E93DF770F5C4}" type="presParOf" srcId="{9F1B7AC3-348A-41F7-A450-8B6AAE62BB43}" destId="{E9D71114-6A6D-44BE-B370-03A1F0BB7C96}" srcOrd="0" destOrd="0" presId="urn:microsoft.com/office/officeart/2005/8/layout/vList2"/>
    <dgm:cxn modelId="{3D0A017D-A440-40F4-A73F-A360D1C41126}" type="presParOf" srcId="{9F1B7AC3-348A-41F7-A450-8B6AAE62BB43}" destId="{01AB3CC8-50B4-40A2-8404-F8B4E7605568}" srcOrd="1" destOrd="0" presId="urn:microsoft.com/office/officeart/2005/8/layout/vList2"/>
    <dgm:cxn modelId="{A43887A5-7A8B-49E7-8388-88E4817BE19B}" type="presParOf" srcId="{9F1B7AC3-348A-41F7-A450-8B6AAE62BB43}" destId="{E1C2302B-CCFD-4C40-B681-65B3E1C6D24A}" srcOrd="2" destOrd="0" presId="urn:microsoft.com/office/officeart/2005/8/layout/vList2"/>
    <dgm:cxn modelId="{851EA1EA-BDA5-44A2-A463-189DD3AFE337}" type="presParOf" srcId="{9F1B7AC3-348A-41F7-A450-8B6AAE62BB43}" destId="{0EE0FF9B-21F1-4B50-84B6-F26C392E331D}" srcOrd="3" destOrd="0" presId="urn:microsoft.com/office/officeart/2005/8/layout/vList2"/>
    <dgm:cxn modelId="{480E94EA-079E-4AE5-A472-F3232F6BD92C}" type="presParOf" srcId="{9F1B7AC3-348A-41F7-A450-8B6AAE62BB43}" destId="{3D48472F-877F-4A6B-8DB4-4F93C0821C18}" srcOrd="4" destOrd="0" presId="urn:microsoft.com/office/officeart/2005/8/layout/vList2"/>
    <dgm:cxn modelId="{E019DCD2-5875-4D6F-BCF7-E7A1F1C633B7}" type="presParOf" srcId="{9F1B7AC3-348A-41F7-A450-8B6AAE62BB43}" destId="{51B4AD7E-24D6-4CCF-931C-CE6C848F5F3F}" srcOrd="5" destOrd="0" presId="urn:microsoft.com/office/officeart/2005/8/layout/vList2"/>
    <dgm:cxn modelId="{A4393F31-286D-4EFB-A178-7DA4E5A1B519}" type="presParOf" srcId="{9F1B7AC3-348A-41F7-A450-8B6AAE62BB43}" destId="{1B820657-A38C-446D-B175-721F0E56641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1C99C7-B572-41BC-A3E0-6170B528ACDE}">
      <dsp:nvSpPr>
        <dsp:cNvPr id="0" name=""/>
        <dsp:cNvSpPr/>
      </dsp:nvSpPr>
      <dsp:spPr>
        <a:xfrm>
          <a:off x="0" y="2466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1576–1578 рр.</a:t>
          </a:r>
          <a:endParaRPr lang="uk-UA" sz="3800" kern="1200"/>
        </a:p>
      </dsp:txBody>
      <dsp:txXfrm>
        <a:off x="44492" y="69152"/>
        <a:ext cx="4665896" cy="822446"/>
      </dsp:txXfrm>
    </dsp:sp>
    <dsp:sp modelId="{991B90CC-1E13-443A-A18E-32D47FC0D16B}">
      <dsp:nvSpPr>
        <dsp:cNvPr id="0" name=""/>
        <dsp:cNvSpPr/>
      </dsp:nvSpPr>
      <dsp:spPr>
        <a:xfrm>
          <a:off x="0" y="1045530"/>
          <a:ext cx="4754880" cy="911430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1594–1596 рр.</a:t>
          </a:r>
          <a:endParaRPr lang="uk-UA" sz="3800" kern="1200"/>
        </a:p>
      </dsp:txBody>
      <dsp:txXfrm>
        <a:off x="44492" y="1090022"/>
        <a:ext cx="4665896" cy="822446"/>
      </dsp:txXfrm>
    </dsp:sp>
    <dsp:sp modelId="{E058023E-06F1-4EF0-BF60-1C737AB0FEA2}">
      <dsp:nvSpPr>
        <dsp:cNvPr id="0" name=""/>
        <dsp:cNvSpPr/>
      </dsp:nvSpPr>
      <dsp:spPr>
        <a:xfrm>
          <a:off x="0" y="206640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1616–1622 рр.</a:t>
          </a:r>
          <a:endParaRPr lang="uk-UA" sz="3800" kern="1200"/>
        </a:p>
      </dsp:txBody>
      <dsp:txXfrm>
        <a:off x="44492" y="2110892"/>
        <a:ext cx="4665896" cy="822446"/>
      </dsp:txXfrm>
    </dsp:sp>
    <dsp:sp modelId="{FA5979F5-557D-4879-93AF-0648F20CCCDC}">
      <dsp:nvSpPr>
        <dsp:cNvPr id="0" name=""/>
        <dsp:cNvSpPr/>
      </dsp:nvSpPr>
      <dsp:spPr>
        <a:xfrm>
          <a:off x="0" y="308727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1637–1638 рр.</a:t>
          </a:r>
          <a:endParaRPr lang="uk-UA" sz="3800" kern="1200"/>
        </a:p>
      </dsp:txBody>
      <dsp:txXfrm>
        <a:off x="44492" y="3131762"/>
        <a:ext cx="4665896" cy="8224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1C99C7-B572-41BC-A3E0-6170B528ACDE}">
      <dsp:nvSpPr>
        <dsp:cNvPr id="0" name=""/>
        <dsp:cNvSpPr/>
      </dsp:nvSpPr>
      <dsp:spPr>
        <a:xfrm>
          <a:off x="0" y="2466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 dirty="0"/>
            <a:t>1576–1578 </a:t>
          </a:r>
          <a:r>
            <a:rPr lang="ru-RU" sz="3800" b="0" i="0" kern="1200" dirty="0" err="1"/>
            <a:t>рр</a:t>
          </a:r>
          <a:r>
            <a:rPr lang="ru-RU" sz="3800" b="0" i="0" kern="1200" dirty="0"/>
            <a:t>.</a:t>
          </a:r>
          <a:endParaRPr lang="uk-UA" sz="3800" kern="1200" dirty="0"/>
        </a:p>
      </dsp:txBody>
      <dsp:txXfrm>
        <a:off x="44492" y="69152"/>
        <a:ext cx="4665896" cy="822446"/>
      </dsp:txXfrm>
    </dsp:sp>
    <dsp:sp modelId="{991B90CC-1E13-443A-A18E-32D47FC0D16B}">
      <dsp:nvSpPr>
        <dsp:cNvPr id="0" name=""/>
        <dsp:cNvSpPr/>
      </dsp:nvSpPr>
      <dsp:spPr>
        <a:xfrm>
          <a:off x="0" y="104553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1594–1596 рр.</a:t>
          </a:r>
          <a:endParaRPr lang="uk-UA" sz="3800" kern="1200"/>
        </a:p>
      </dsp:txBody>
      <dsp:txXfrm>
        <a:off x="44492" y="1090022"/>
        <a:ext cx="4665896" cy="822446"/>
      </dsp:txXfrm>
    </dsp:sp>
    <dsp:sp modelId="{E058023E-06F1-4EF0-BF60-1C737AB0FEA2}">
      <dsp:nvSpPr>
        <dsp:cNvPr id="0" name=""/>
        <dsp:cNvSpPr/>
      </dsp:nvSpPr>
      <dsp:spPr>
        <a:xfrm>
          <a:off x="0" y="206640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 dirty="0"/>
            <a:t>1616–1622 </a:t>
          </a:r>
          <a:r>
            <a:rPr lang="ru-RU" sz="3800" b="0" i="0" kern="1200" dirty="0" err="1"/>
            <a:t>рр</a:t>
          </a:r>
          <a:r>
            <a:rPr lang="ru-RU" sz="3800" b="0" i="0" kern="1200" dirty="0"/>
            <a:t>.</a:t>
          </a:r>
          <a:endParaRPr lang="uk-UA" sz="3800" kern="1200" dirty="0"/>
        </a:p>
      </dsp:txBody>
      <dsp:txXfrm>
        <a:off x="44492" y="2110892"/>
        <a:ext cx="4665896" cy="822446"/>
      </dsp:txXfrm>
    </dsp:sp>
    <dsp:sp modelId="{FA5979F5-557D-4879-93AF-0648F20CCCDC}">
      <dsp:nvSpPr>
        <dsp:cNvPr id="0" name=""/>
        <dsp:cNvSpPr/>
      </dsp:nvSpPr>
      <dsp:spPr>
        <a:xfrm>
          <a:off x="0" y="308727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 dirty="0"/>
            <a:t>1637–1638 </a:t>
          </a:r>
          <a:r>
            <a:rPr lang="ru-RU" sz="3800" b="0" i="0" kern="1200" dirty="0" err="1"/>
            <a:t>рр</a:t>
          </a:r>
          <a:r>
            <a:rPr lang="ru-RU" sz="3800" b="0" i="0" kern="1200" dirty="0"/>
            <a:t>.</a:t>
          </a:r>
          <a:endParaRPr lang="uk-UA" sz="3800" kern="1200" dirty="0"/>
        </a:p>
      </dsp:txBody>
      <dsp:txXfrm>
        <a:off x="44492" y="3131762"/>
        <a:ext cx="4665896" cy="8224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1EA84C-6211-4E94-B9FC-65AF1DCFB7AA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154B2A-22ED-44E5-93AB-09C33CE0B5BD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/>
            <a:t>Куруківської угоди (1625 р.)</a:t>
          </a:r>
          <a:endParaRPr lang="uk-UA" sz="1800" kern="1200"/>
        </a:p>
      </dsp:txBody>
      <dsp:txXfrm>
        <a:off x="455617" y="309315"/>
        <a:ext cx="4244717" cy="618953"/>
      </dsp:txXfrm>
    </dsp:sp>
    <dsp:sp modelId="{074CA59B-3139-480F-BDEA-30F6147B7EAF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39AF1E-4083-4E80-BF16-3D2A4002E853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kern="1200"/>
            <a:t>«</a:t>
          </a:r>
          <a:r>
            <a:rPr lang="ru-RU" sz="1800" b="0" i="0" kern="1200"/>
            <a:t>Пунктів заспокоєння руського народу» (1632 р.)</a:t>
          </a:r>
          <a:endParaRPr lang="uk-UA" sz="1800" kern="1200"/>
        </a:p>
      </dsp:txBody>
      <dsp:txXfrm>
        <a:off x="810477" y="1237907"/>
        <a:ext cx="3889857" cy="618953"/>
      </dsp:txXfrm>
    </dsp:sp>
    <dsp:sp modelId="{FA860A3E-39FC-48F7-A702-C81629C16311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A72280-670B-4A61-98F8-AC7623031EDA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/>
            <a:t>«Ординації Війська Запорозького…» (1638 р.)</a:t>
          </a:r>
          <a:endParaRPr lang="uk-UA" sz="1800" kern="1200"/>
        </a:p>
      </dsp:txBody>
      <dsp:txXfrm>
        <a:off x="810477" y="2166498"/>
        <a:ext cx="3889857" cy="618953"/>
      </dsp:txXfrm>
    </dsp:sp>
    <dsp:sp modelId="{4DBDAF3A-19F6-461E-9045-687FD284B647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D3663F-ED49-4CBA-B671-8F7BE4AD69EC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/>
            <a:t>Віленського перемир’я (1656 р.)</a:t>
          </a:r>
          <a:endParaRPr lang="uk-UA" sz="1800" kern="1200"/>
        </a:p>
      </dsp:txBody>
      <dsp:txXfrm>
        <a:off x="455617" y="3095090"/>
        <a:ext cx="4244717" cy="618953"/>
      </dsp:txXfrm>
    </dsp:sp>
    <dsp:sp modelId="{4FA31211-AA09-4D18-9902-DA1646F9377D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1EA84C-6211-4E94-B9FC-65AF1DCFB7AA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154B2A-22ED-44E5-93AB-09C33CE0B5BD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 dirty="0" err="1"/>
            <a:t>Куруківської</a:t>
          </a:r>
          <a:r>
            <a:rPr lang="ru-RU" sz="1800" b="0" i="0" kern="1200" dirty="0"/>
            <a:t> угоди (1625 р.)</a:t>
          </a:r>
          <a:endParaRPr lang="uk-UA" sz="1800" kern="1200" dirty="0"/>
        </a:p>
      </dsp:txBody>
      <dsp:txXfrm>
        <a:off x="455617" y="309315"/>
        <a:ext cx="4244717" cy="618953"/>
      </dsp:txXfrm>
    </dsp:sp>
    <dsp:sp modelId="{074CA59B-3139-480F-BDEA-30F6147B7EAF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39AF1E-4083-4E80-BF16-3D2A4002E853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kern="1200" dirty="0"/>
            <a:t>«</a:t>
          </a:r>
          <a:r>
            <a:rPr lang="ru-RU" sz="1800" b="0" i="0" kern="1200" dirty="0" err="1"/>
            <a:t>Пунктів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заспокоєння</a:t>
          </a:r>
          <a:r>
            <a:rPr lang="ru-RU" sz="1800" b="0" i="0" kern="1200" dirty="0"/>
            <a:t> руського народу» (1632 р.)</a:t>
          </a:r>
          <a:endParaRPr lang="uk-UA" sz="1800" kern="1200" dirty="0"/>
        </a:p>
      </dsp:txBody>
      <dsp:txXfrm>
        <a:off x="810477" y="1237907"/>
        <a:ext cx="3889857" cy="618953"/>
      </dsp:txXfrm>
    </dsp:sp>
    <dsp:sp modelId="{FA860A3E-39FC-48F7-A702-C81629C16311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A72280-670B-4A61-98F8-AC7623031EDA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 dirty="0"/>
            <a:t>«</a:t>
          </a:r>
          <a:r>
            <a:rPr lang="ru-RU" sz="1800" b="0" i="0" kern="1200" dirty="0" err="1"/>
            <a:t>Ординації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Війська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Запорозького</a:t>
          </a:r>
          <a:r>
            <a:rPr lang="ru-RU" sz="1800" b="0" i="0" kern="1200" dirty="0"/>
            <a:t>…» (1638 р.)</a:t>
          </a:r>
          <a:endParaRPr lang="uk-UA" sz="1800" kern="1200" dirty="0"/>
        </a:p>
      </dsp:txBody>
      <dsp:txXfrm>
        <a:off x="810477" y="2166498"/>
        <a:ext cx="3889857" cy="618953"/>
      </dsp:txXfrm>
    </dsp:sp>
    <dsp:sp modelId="{4DBDAF3A-19F6-461E-9045-687FD284B647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D3663F-ED49-4CBA-B671-8F7BE4AD69EC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 dirty="0" err="1"/>
            <a:t>Віленського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перемир’я</a:t>
          </a:r>
          <a:r>
            <a:rPr lang="ru-RU" sz="1800" b="0" i="0" kern="1200" dirty="0"/>
            <a:t> (1656 р.)</a:t>
          </a:r>
          <a:endParaRPr lang="uk-UA" sz="1800" kern="1200" dirty="0"/>
        </a:p>
      </dsp:txBody>
      <dsp:txXfrm>
        <a:off x="455617" y="3095090"/>
        <a:ext cx="4244717" cy="618953"/>
      </dsp:txXfrm>
    </dsp:sp>
    <dsp:sp modelId="{4FA31211-AA09-4D18-9902-DA1646F9377D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CDCB13-0708-414D-84F9-892D13D58D16}">
      <dsp:nvSpPr>
        <dsp:cNvPr id="0" name=""/>
        <dsp:cNvSpPr/>
      </dsp:nvSpPr>
      <dsp:spPr>
        <a:xfrm>
          <a:off x="0" y="12924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b="0" i="0" kern="1200"/>
            <a:t>міщанства.</a:t>
          </a:r>
          <a:endParaRPr lang="uk-UA" sz="3600" kern="1200"/>
        </a:p>
      </dsp:txBody>
      <dsp:txXfrm>
        <a:off x="42151" y="171391"/>
        <a:ext cx="4670578" cy="779158"/>
      </dsp:txXfrm>
    </dsp:sp>
    <dsp:sp modelId="{AE492B5B-1BBB-43F6-9F2D-D88374AA8541}">
      <dsp:nvSpPr>
        <dsp:cNvPr id="0" name=""/>
        <dsp:cNvSpPr/>
      </dsp:nvSpPr>
      <dsp:spPr>
        <a:xfrm>
          <a:off x="0" y="109638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b="0" i="0" kern="1200"/>
            <a:t>шляхти.</a:t>
          </a:r>
          <a:endParaRPr lang="uk-UA" sz="3600" kern="1200"/>
        </a:p>
      </dsp:txBody>
      <dsp:txXfrm>
        <a:off x="42151" y="1138531"/>
        <a:ext cx="4670578" cy="779158"/>
      </dsp:txXfrm>
    </dsp:sp>
    <dsp:sp modelId="{236E8144-2458-48BB-A70F-856592465C9F}">
      <dsp:nvSpPr>
        <dsp:cNvPr id="0" name=""/>
        <dsp:cNvSpPr/>
      </dsp:nvSpPr>
      <dsp:spPr>
        <a:xfrm>
          <a:off x="0" y="206352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b="0" i="0" kern="1200"/>
            <a:t>селянства.</a:t>
          </a:r>
          <a:endParaRPr lang="uk-UA" sz="3600" kern="1200"/>
        </a:p>
      </dsp:txBody>
      <dsp:txXfrm>
        <a:off x="42151" y="2105671"/>
        <a:ext cx="4670578" cy="779158"/>
      </dsp:txXfrm>
    </dsp:sp>
    <dsp:sp modelId="{D825D643-1676-445B-A108-3BD61647F868}">
      <dsp:nvSpPr>
        <dsp:cNvPr id="0" name=""/>
        <dsp:cNvSpPr/>
      </dsp:nvSpPr>
      <dsp:spPr>
        <a:xfrm>
          <a:off x="0" y="3030660"/>
          <a:ext cx="4754880" cy="863460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b="0" i="0" kern="1200" dirty="0" err="1"/>
            <a:t>реєстрового</a:t>
          </a:r>
          <a:r>
            <a:rPr lang="ru-RU" sz="3600" b="0" i="0" kern="1200" dirty="0"/>
            <a:t> </a:t>
          </a:r>
          <a:r>
            <a:rPr lang="ru-RU" sz="3600" b="0" i="0" kern="1200" dirty="0" err="1"/>
            <a:t>козацтва</a:t>
          </a:r>
          <a:r>
            <a:rPr lang="ru-RU" sz="3600" b="0" i="0" kern="1200" dirty="0"/>
            <a:t>.</a:t>
          </a:r>
          <a:endParaRPr lang="uk-UA" sz="3600" kern="1200" dirty="0"/>
        </a:p>
      </dsp:txBody>
      <dsp:txXfrm>
        <a:off x="42151" y="3072811"/>
        <a:ext cx="4670578" cy="7791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CDCB13-0708-414D-84F9-892D13D58D16}">
      <dsp:nvSpPr>
        <dsp:cNvPr id="0" name=""/>
        <dsp:cNvSpPr/>
      </dsp:nvSpPr>
      <dsp:spPr>
        <a:xfrm>
          <a:off x="0" y="12924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b="0" i="0" kern="1200"/>
            <a:t>міщанства.</a:t>
          </a:r>
          <a:endParaRPr lang="uk-UA" sz="3600" kern="1200"/>
        </a:p>
      </dsp:txBody>
      <dsp:txXfrm>
        <a:off x="42151" y="171391"/>
        <a:ext cx="4670578" cy="779158"/>
      </dsp:txXfrm>
    </dsp:sp>
    <dsp:sp modelId="{AE492B5B-1BBB-43F6-9F2D-D88374AA8541}">
      <dsp:nvSpPr>
        <dsp:cNvPr id="0" name=""/>
        <dsp:cNvSpPr/>
      </dsp:nvSpPr>
      <dsp:spPr>
        <a:xfrm>
          <a:off x="0" y="109638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b="0" i="0" kern="1200"/>
            <a:t>шляхти.</a:t>
          </a:r>
          <a:endParaRPr lang="uk-UA" sz="3600" kern="1200"/>
        </a:p>
      </dsp:txBody>
      <dsp:txXfrm>
        <a:off x="42151" y="1138531"/>
        <a:ext cx="4670578" cy="779158"/>
      </dsp:txXfrm>
    </dsp:sp>
    <dsp:sp modelId="{236E8144-2458-48BB-A70F-856592465C9F}">
      <dsp:nvSpPr>
        <dsp:cNvPr id="0" name=""/>
        <dsp:cNvSpPr/>
      </dsp:nvSpPr>
      <dsp:spPr>
        <a:xfrm>
          <a:off x="0" y="206352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b="0" i="0" kern="1200"/>
            <a:t>селянства.</a:t>
          </a:r>
          <a:endParaRPr lang="uk-UA" sz="3600" kern="1200"/>
        </a:p>
      </dsp:txBody>
      <dsp:txXfrm>
        <a:off x="42151" y="2105671"/>
        <a:ext cx="4670578" cy="779158"/>
      </dsp:txXfrm>
    </dsp:sp>
    <dsp:sp modelId="{D825D643-1676-445B-A108-3BD61647F868}">
      <dsp:nvSpPr>
        <dsp:cNvPr id="0" name=""/>
        <dsp:cNvSpPr/>
      </dsp:nvSpPr>
      <dsp:spPr>
        <a:xfrm>
          <a:off x="0" y="303066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b="0" i="0" kern="1200" dirty="0" err="1"/>
            <a:t>реєстрового</a:t>
          </a:r>
          <a:r>
            <a:rPr lang="ru-RU" sz="3600" b="0" i="0" kern="1200" dirty="0"/>
            <a:t> </a:t>
          </a:r>
          <a:r>
            <a:rPr lang="ru-RU" sz="3600" b="0" i="0" kern="1200" dirty="0" err="1"/>
            <a:t>козацтва</a:t>
          </a:r>
          <a:r>
            <a:rPr lang="ru-RU" sz="3600" b="0" i="0" kern="1200" dirty="0"/>
            <a:t>.</a:t>
          </a:r>
          <a:endParaRPr lang="uk-UA" sz="3600" kern="1200" dirty="0"/>
        </a:p>
      </dsp:txBody>
      <dsp:txXfrm>
        <a:off x="42151" y="3072811"/>
        <a:ext cx="4670578" cy="77915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A2E790-8A03-4AB4-9C22-7B1156882EE2}">
      <dsp:nvSpPr>
        <dsp:cNvPr id="0" name=""/>
        <dsp:cNvSpPr/>
      </dsp:nvSpPr>
      <dsp:spPr>
        <a:xfrm>
          <a:off x="0" y="67342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Іван Богун</a:t>
          </a:r>
          <a:endParaRPr lang="uk-UA" sz="2100" kern="1200"/>
        </a:p>
      </dsp:txBody>
      <dsp:txXfrm>
        <a:off x="24588" y="91930"/>
        <a:ext cx="4705704" cy="454509"/>
      </dsp:txXfrm>
    </dsp:sp>
    <dsp:sp modelId="{58AE9C42-1A12-443F-A4F5-F205C72596E8}">
      <dsp:nvSpPr>
        <dsp:cNvPr id="0" name=""/>
        <dsp:cNvSpPr/>
      </dsp:nvSpPr>
      <dsp:spPr>
        <a:xfrm>
          <a:off x="0" y="631507"/>
          <a:ext cx="4754880" cy="503685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err="1"/>
            <a:t>Яків</a:t>
          </a:r>
          <a:r>
            <a:rPr lang="ru-RU" sz="2100" kern="1200" dirty="0"/>
            <a:t> Острянин</a:t>
          </a:r>
          <a:endParaRPr lang="uk-UA" sz="2100" kern="1200" dirty="0"/>
        </a:p>
      </dsp:txBody>
      <dsp:txXfrm>
        <a:off x="24588" y="656095"/>
        <a:ext cx="4705704" cy="454509"/>
      </dsp:txXfrm>
    </dsp:sp>
    <dsp:sp modelId="{647C3046-B7A3-4E13-8AAA-F002BCAF1EB7}">
      <dsp:nvSpPr>
        <dsp:cNvPr id="0" name=""/>
        <dsp:cNvSpPr/>
      </dsp:nvSpPr>
      <dsp:spPr>
        <a:xfrm>
          <a:off x="0" y="1195672"/>
          <a:ext cx="4754880" cy="503685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/>
            <a:t>Павло Павлюк</a:t>
          </a:r>
          <a:endParaRPr lang="uk-UA" sz="2100" kern="1200" dirty="0"/>
        </a:p>
      </dsp:txBody>
      <dsp:txXfrm>
        <a:off x="24588" y="1220260"/>
        <a:ext cx="4705704" cy="454509"/>
      </dsp:txXfrm>
    </dsp:sp>
    <dsp:sp modelId="{B46AB77B-060C-43ED-8650-DD410912398B}">
      <dsp:nvSpPr>
        <dsp:cNvPr id="0" name=""/>
        <dsp:cNvSpPr/>
      </dsp:nvSpPr>
      <dsp:spPr>
        <a:xfrm>
          <a:off x="0" y="1759837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Северин Наливайко</a:t>
          </a:r>
          <a:endParaRPr lang="uk-UA" sz="2100" kern="1200"/>
        </a:p>
      </dsp:txBody>
      <dsp:txXfrm>
        <a:off x="24588" y="1784425"/>
        <a:ext cx="4705704" cy="454509"/>
      </dsp:txXfrm>
    </dsp:sp>
    <dsp:sp modelId="{88A60E0D-9484-4D78-94B2-6F48FD577CE8}">
      <dsp:nvSpPr>
        <dsp:cNvPr id="0" name=""/>
        <dsp:cNvSpPr/>
      </dsp:nvSpPr>
      <dsp:spPr>
        <a:xfrm>
          <a:off x="0" y="2324002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Іван Гонта</a:t>
          </a:r>
          <a:endParaRPr lang="uk-UA" sz="2100" kern="1200"/>
        </a:p>
      </dsp:txBody>
      <dsp:txXfrm>
        <a:off x="24588" y="2348590"/>
        <a:ext cx="4705704" cy="454509"/>
      </dsp:txXfrm>
    </dsp:sp>
    <dsp:sp modelId="{F8E757E5-D55C-4D43-8787-6EAD8988BDFA}">
      <dsp:nvSpPr>
        <dsp:cNvPr id="0" name=""/>
        <dsp:cNvSpPr/>
      </dsp:nvSpPr>
      <dsp:spPr>
        <a:xfrm>
          <a:off x="0" y="2888167"/>
          <a:ext cx="4754880" cy="503685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/>
            <a:t>Дмитро Гуня</a:t>
          </a:r>
          <a:endParaRPr lang="uk-UA" sz="2100" kern="1200" dirty="0"/>
        </a:p>
      </dsp:txBody>
      <dsp:txXfrm>
        <a:off x="24588" y="2912755"/>
        <a:ext cx="4705704" cy="454509"/>
      </dsp:txXfrm>
    </dsp:sp>
    <dsp:sp modelId="{B5991725-99FC-4461-877E-C6C2B305E926}">
      <dsp:nvSpPr>
        <dsp:cNvPr id="0" name=""/>
        <dsp:cNvSpPr/>
      </dsp:nvSpPr>
      <dsp:spPr>
        <a:xfrm>
          <a:off x="0" y="3452332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Семен Палій</a:t>
          </a:r>
          <a:endParaRPr lang="uk-UA" sz="2100" kern="1200"/>
        </a:p>
      </dsp:txBody>
      <dsp:txXfrm>
        <a:off x="24588" y="3476920"/>
        <a:ext cx="4705704" cy="45450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A2E790-8A03-4AB4-9C22-7B1156882EE2}">
      <dsp:nvSpPr>
        <dsp:cNvPr id="0" name=""/>
        <dsp:cNvSpPr/>
      </dsp:nvSpPr>
      <dsp:spPr>
        <a:xfrm>
          <a:off x="0" y="67342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Іван Богун</a:t>
          </a:r>
          <a:endParaRPr lang="uk-UA" sz="2100" kern="1200"/>
        </a:p>
      </dsp:txBody>
      <dsp:txXfrm>
        <a:off x="24588" y="91930"/>
        <a:ext cx="4705704" cy="454509"/>
      </dsp:txXfrm>
    </dsp:sp>
    <dsp:sp modelId="{58AE9C42-1A12-443F-A4F5-F205C72596E8}">
      <dsp:nvSpPr>
        <dsp:cNvPr id="0" name=""/>
        <dsp:cNvSpPr/>
      </dsp:nvSpPr>
      <dsp:spPr>
        <a:xfrm>
          <a:off x="0" y="631507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Яків Острянин</a:t>
          </a:r>
          <a:endParaRPr lang="uk-UA" sz="2100" kern="1200"/>
        </a:p>
      </dsp:txBody>
      <dsp:txXfrm>
        <a:off x="24588" y="656095"/>
        <a:ext cx="4705704" cy="454509"/>
      </dsp:txXfrm>
    </dsp:sp>
    <dsp:sp modelId="{647C3046-B7A3-4E13-8AAA-F002BCAF1EB7}">
      <dsp:nvSpPr>
        <dsp:cNvPr id="0" name=""/>
        <dsp:cNvSpPr/>
      </dsp:nvSpPr>
      <dsp:spPr>
        <a:xfrm>
          <a:off x="0" y="1195672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/>
            <a:t>Павло Павлюк</a:t>
          </a:r>
          <a:endParaRPr lang="uk-UA" sz="2100" kern="1200" dirty="0"/>
        </a:p>
      </dsp:txBody>
      <dsp:txXfrm>
        <a:off x="24588" y="1220260"/>
        <a:ext cx="4705704" cy="454509"/>
      </dsp:txXfrm>
    </dsp:sp>
    <dsp:sp modelId="{B46AB77B-060C-43ED-8650-DD410912398B}">
      <dsp:nvSpPr>
        <dsp:cNvPr id="0" name=""/>
        <dsp:cNvSpPr/>
      </dsp:nvSpPr>
      <dsp:spPr>
        <a:xfrm>
          <a:off x="0" y="1759837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Северин Наливайко</a:t>
          </a:r>
          <a:endParaRPr lang="uk-UA" sz="2100" kern="1200"/>
        </a:p>
      </dsp:txBody>
      <dsp:txXfrm>
        <a:off x="24588" y="1784425"/>
        <a:ext cx="4705704" cy="454509"/>
      </dsp:txXfrm>
    </dsp:sp>
    <dsp:sp modelId="{88A60E0D-9484-4D78-94B2-6F48FD577CE8}">
      <dsp:nvSpPr>
        <dsp:cNvPr id="0" name=""/>
        <dsp:cNvSpPr/>
      </dsp:nvSpPr>
      <dsp:spPr>
        <a:xfrm>
          <a:off x="0" y="2324002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Іван Гонта</a:t>
          </a:r>
          <a:endParaRPr lang="uk-UA" sz="2100" kern="1200"/>
        </a:p>
      </dsp:txBody>
      <dsp:txXfrm>
        <a:off x="24588" y="2348590"/>
        <a:ext cx="4705704" cy="454509"/>
      </dsp:txXfrm>
    </dsp:sp>
    <dsp:sp modelId="{F8E757E5-D55C-4D43-8787-6EAD8988BDFA}">
      <dsp:nvSpPr>
        <dsp:cNvPr id="0" name=""/>
        <dsp:cNvSpPr/>
      </dsp:nvSpPr>
      <dsp:spPr>
        <a:xfrm>
          <a:off x="0" y="2888167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Дмитро Гуня</a:t>
          </a:r>
          <a:endParaRPr lang="uk-UA" sz="2100" kern="1200"/>
        </a:p>
      </dsp:txBody>
      <dsp:txXfrm>
        <a:off x="24588" y="2912755"/>
        <a:ext cx="4705704" cy="454509"/>
      </dsp:txXfrm>
    </dsp:sp>
    <dsp:sp modelId="{B5991725-99FC-4461-877E-C6C2B305E926}">
      <dsp:nvSpPr>
        <dsp:cNvPr id="0" name=""/>
        <dsp:cNvSpPr/>
      </dsp:nvSpPr>
      <dsp:spPr>
        <a:xfrm>
          <a:off x="0" y="3452332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/>
            <a:t>Семен </a:t>
          </a:r>
          <a:r>
            <a:rPr lang="ru-RU" sz="2100" kern="1200" dirty="0" err="1"/>
            <a:t>Палій</a:t>
          </a:r>
          <a:endParaRPr lang="uk-UA" sz="2100" kern="1200" dirty="0"/>
        </a:p>
      </dsp:txBody>
      <dsp:txXfrm>
        <a:off x="24588" y="3476920"/>
        <a:ext cx="4705704" cy="45450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A0B72C-CA7F-4B42-AF0C-70B9CBEF0956}">
      <dsp:nvSpPr>
        <dsp:cNvPr id="0" name=""/>
        <dsp:cNvSpPr/>
      </dsp:nvSpPr>
      <dsp:spPr>
        <a:xfrm>
          <a:off x="0" y="2466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Марко Жмайло</a:t>
          </a:r>
          <a:endParaRPr lang="uk-UA" sz="3800" kern="1200"/>
        </a:p>
      </dsp:txBody>
      <dsp:txXfrm>
        <a:off x="44492" y="69152"/>
        <a:ext cx="4665896" cy="822446"/>
      </dsp:txXfrm>
    </dsp:sp>
    <dsp:sp modelId="{C58F0EE6-242A-47D6-8850-87FDB0D6D150}">
      <dsp:nvSpPr>
        <dsp:cNvPr id="0" name=""/>
        <dsp:cNvSpPr/>
      </dsp:nvSpPr>
      <dsp:spPr>
        <a:xfrm>
          <a:off x="0" y="104553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Тарас Федорович</a:t>
          </a:r>
          <a:endParaRPr lang="uk-UA" sz="3800" kern="1200"/>
        </a:p>
      </dsp:txBody>
      <dsp:txXfrm>
        <a:off x="44492" y="1090022"/>
        <a:ext cx="4665896" cy="822446"/>
      </dsp:txXfrm>
    </dsp:sp>
    <dsp:sp modelId="{A97F8058-A153-4BAB-9B65-E25B3B70DF2B}">
      <dsp:nvSpPr>
        <dsp:cNvPr id="0" name=""/>
        <dsp:cNvSpPr/>
      </dsp:nvSpPr>
      <dsp:spPr>
        <a:xfrm>
          <a:off x="0" y="206640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 err="1"/>
            <a:t>Іван</a:t>
          </a:r>
          <a:r>
            <a:rPr lang="ru-RU" sz="3800" kern="1200" dirty="0"/>
            <a:t> Сулима</a:t>
          </a:r>
          <a:endParaRPr lang="uk-UA" sz="3800" kern="1200" dirty="0"/>
        </a:p>
      </dsp:txBody>
      <dsp:txXfrm>
        <a:off x="44492" y="2110892"/>
        <a:ext cx="4665896" cy="822446"/>
      </dsp:txXfrm>
    </dsp:sp>
    <dsp:sp modelId="{78294EA3-6DFC-4BA4-A0C5-DEB08494D176}">
      <dsp:nvSpPr>
        <dsp:cNvPr id="0" name=""/>
        <dsp:cNvSpPr/>
      </dsp:nvSpPr>
      <dsp:spPr>
        <a:xfrm>
          <a:off x="0" y="308727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/>
            <a:t>Павло Павлюк</a:t>
          </a:r>
          <a:endParaRPr lang="uk-UA" sz="3800" kern="1200" dirty="0"/>
        </a:p>
      </dsp:txBody>
      <dsp:txXfrm>
        <a:off x="44492" y="3131762"/>
        <a:ext cx="4665896" cy="82244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CE2986-0FCA-4D4B-B4AC-37F110D3DA9D}">
      <dsp:nvSpPr>
        <dsp:cNvPr id="0" name=""/>
        <dsp:cNvSpPr/>
      </dsp:nvSpPr>
      <dsp:spPr>
        <a:xfrm rot="10800000">
          <a:off x="1194663" y="181051"/>
          <a:ext cx="3161995" cy="159288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2418" tIns="64770" rIns="120904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700" b="0" i="0" kern="1200" dirty="0"/>
            <a:t>розкололи козацтво на два непримиренні табори: реєстрове та запорозьке (низове)</a:t>
          </a:r>
          <a:endParaRPr lang="uk-UA" sz="1700" kern="1200" dirty="0"/>
        </a:p>
      </dsp:txBody>
      <dsp:txXfrm rot="10800000">
        <a:off x="1592884" y="181051"/>
        <a:ext cx="2763774" cy="1592884"/>
      </dsp:txXfrm>
    </dsp:sp>
    <dsp:sp modelId="{F27B0733-47F6-40C6-9450-96CA68FADA6B}">
      <dsp:nvSpPr>
        <dsp:cNvPr id="0" name=""/>
        <dsp:cNvSpPr/>
      </dsp:nvSpPr>
      <dsp:spPr>
        <a:xfrm>
          <a:off x="398221" y="181051"/>
          <a:ext cx="1592884" cy="159288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14A419-4067-4BE4-9CED-F1A7327ABCF1}">
      <dsp:nvSpPr>
        <dsp:cNvPr id="0" name=""/>
        <dsp:cNvSpPr/>
      </dsp:nvSpPr>
      <dsp:spPr>
        <a:xfrm rot="10800000">
          <a:off x="1194663" y="2249424"/>
          <a:ext cx="3161995" cy="159288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2418" tIns="64770" rIns="120904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700" b="0" i="0" kern="1200" dirty="0"/>
            <a:t>поклали край тертям і протиріччям між козацькою старшиною та рядовим козацтвом</a:t>
          </a:r>
          <a:endParaRPr lang="uk-UA" sz="1700" kern="1200" dirty="0"/>
        </a:p>
      </dsp:txBody>
      <dsp:txXfrm rot="10800000">
        <a:off x="1592884" y="2249424"/>
        <a:ext cx="2763774" cy="1592884"/>
      </dsp:txXfrm>
    </dsp:sp>
    <dsp:sp modelId="{54563202-AEC8-4708-9819-53288A53A31F}">
      <dsp:nvSpPr>
        <dsp:cNvPr id="0" name=""/>
        <dsp:cNvSpPr/>
      </dsp:nvSpPr>
      <dsp:spPr>
        <a:xfrm>
          <a:off x="398221" y="2249424"/>
          <a:ext cx="1592884" cy="159288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1DF472-BFF0-47E9-BC2A-8CA0A8AC7981}">
      <dsp:nvSpPr>
        <dsp:cNvPr id="0" name=""/>
        <dsp:cNvSpPr/>
      </dsp:nvSpPr>
      <dsp:spPr>
        <a:xfrm rot="10800000">
          <a:off x="1194663" y="181051"/>
          <a:ext cx="3161995" cy="159288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2418" tIns="64770" rIns="120904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700" b="0" i="0" kern="1200" dirty="0"/>
            <a:t>гальмували процеси ополячення й окатоличення, зменшуючи тиск шляхетського гніту</a:t>
          </a:r>
          <a:endParaRPr lang="uk-UA" sz="1700" kern="1200" dirty="0"/>
        </a:p>
      </dsp:txBody>
      <dsp:txXfrm rot="10800000">
        <a:off x="1592884" y="181051"/>
        <a:ext cx="2763774" cy="1592884"/>
      </dsp:txXfrm>
    </dsp:sp>
    <dsp:sp modelId="{BE6BD178-6C93-4E85-9E16-39D8358FC6E6}">
      <dsp:nvSpPr>
        <dsp:cNvPr id="0" name=""/>
        <dsp:cNvSpPr/>
      </dsp:nvSpPr>
      <dsp:spPr>
        <a:xfrm>
          <a:off x="398221" y="181051"/>
          <a:ext cx="1592884" cy="159288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8785CA-CC67-4EBB-8D20-2CBC9F65670A}">
      <dsp:nvSpPr>
        <dsp:cNvPr id="0" name=""/>
        <dsp:cNvSpPr/>
      </dsp:nvSpPr>
      <dsp:spPr>
        <a:xfrm rot="10800000">
          <a:off x="1194663" y="2249424"/>
          <a:ext cx="3161995" cy="159288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02418" tIns="64770" rIns="120904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700" b="0" i="0" kern="1200" dirty="0"/>
            <a:t>звели нанівець престиж і згасили авторитет запорозького козацтва серед селянства</a:t>
          </a:r>
          <a:endParaRPr lang="uk-UA" sz="1700" kern="1200" dirty="0"/>
        </a:p>
      </dsp:txBody>
      <dsp:txXfrm rot="10800000">
        <a:off x="1592884" y="2249424"/>
        <a:ext cx="2763774" cy="1592884"/>
      </dsp:txXfrm>
    </dsp:sp>
    <dsp:sp modelId="{BE634C0D-B867-4BB2-A191-ADAD6ACEEE8A}">
      <dsp:nvSpPr>
        <dsp:cNvPr id="0" name=""/>
        <dsp:cNvSpPr/>
      </dsp:nvSpPr>
      <dsp:spPr>
        <a:xfrm>
          <a:off x="398221" y="2249424"/>
          <a:ext cx="1592884" cy="159288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D763A-87A7-43B5-B08F-1C8E96BAA8C7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/>
            <a:t>причини </a:t>
          </a:r>
          <a:r>
            <a:rPr lang="ru-RU" sz="2300" b="0" i="0" kern="1200" dirty="0" err="1"/>
            <a:t>повстань</a:t>
          </a:r>
          <a:r>
            <a:rPr lang="ru-RU" sz="2300" b="0" i="0" kern="1200" dirty="0"/>
            <a:t>.</a:t>
          </a:r>
          <a:endParaRPr lang="uk-UA" sz="2300" kern="1200" dirty="0"/>
        </a:p>
      </dsp:txBody>
      <dsp:txXfrm rot="10800000">
        <a:off x="1207108" y="1257"/>
        <a:ext cx="2956662" cy="821331"/>
      </dsp:txXfrm>
    </dsp:sp>
    <dsp:sp modelId="{06489C9C-2ADC-445A-AE92-ED41D5C3F087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557B8F-48E7-4DD6-9078-787F65D59B18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/>
            <a:t>наслідки повстань.</a:t>
          </a:r>
          <a:endParaRPr lang="uk-UA" sz="2300" kern="1200"/>
        </a:p>
      </dsp:txBody>
      <dsp:txXfrm rot="10800000">
        <a:off x="1207108" y="1067762"/>
        <a:ext cx="2956662" cy="821331"/>
      </dsp:txXfrm>
    </dsp:sp>
    <dsp:sp modelId="{4274DCB7-5BA5-4A50-BD58-9AEE0160FA4C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743C27-833F-4D5A-BC06-DBA5FAA3DAC3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/>
            <a:t>значення повстань.</a:t>
          </a:r>
          <a:endParaRPr lang="uk-UA" sz="2300" kern="1200"/>
        </a:p>
      </dsp:txBody>
      <dsp:txXfrm rot="10800000">
        <a:off x="1207108" y="2134266"/>
        <a:ext cx="2956662" cy="821331"/>
      </dsp:txXfrm>
    </dsp:sp>
    <dsp:sp modelId="{8287F636-6019-4654-8DCF-D8D89FE44312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D83ED0-9AC3-45AA-8A6C-60C171501DDB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 err="1"/>
            <a:t>рушійні</a:t>
          </a:r>
          <a:r>
            <a:rPr lang="ru-RU" sz="2300" b="0" i="0" kern="1200" dirty="0"/>
            <a:t> </a:t>
          </a:r>
          <a:r>
            <a:rPr lang="ru-RU" sz="2300" b="0" i="0" kern="1200" dirty="0" err="1"/>
            <a:t>сили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повстань</a:t>
          </a:r>
          <a:endParaRPr lang="uk-UA" sz="2300" kern="1200" dirty="0"/>
        </a:p>
      </dsp:txBody>
      <dsp:txXfrm rot="10800000">
        <a:off x="1207108" y="3200771"/>
        <a:ext cx="2956662" cy="821331"/>
      </dsp:txXfrm>
    </dsp:sp>
    <dsp:sp modelId="{5417D750-7238-4A9B-9BBC-5BC3C2D4D9A9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554D57-20BD-4CB1-88F5-3FAD90B847AF}">
      <dsp:nvSpPr>
        <dsp:cNvPr id="0" name=""/>
        <dsp:cNvSpPr/>
      </dsp:nvSpPr>
      <dsp:spPr>
        <a:xfrm>
          <a:off x="0" y="2466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1591–1593 рр.</a:t>
          </a:r>
          <a:endParaRPr lang="uk-UA" sz="3800" kern="1200"/>
        </a:p>
      </dsp:txBody>
      <dsp:txXfrm>
        <a:off x="44492" y="69152"/>
        <a:ext cx="4665896" cy="822446"/>
      </dsp:txXfrm>
    </dsp:sp>
    <dsp:sp modelId="{BF21C3F3-221A-45E3-BFC6-940562ED5D4E}">
      <dsp:nvSpPr>
        <dsp:cNvPr id="0" name=""/>
        <dsp:cNvSpPr/>
      </dsp:nvSpPr>
      <dsp:spPr>
        <a:xfrm>
          <a:off x="0" y="104553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1594–1596 рр.</a:t>
          </a:r>
          <a:endParaRPr lang="uk-UA" sz="3800" kern="1200"/>
        </a:p>
      </dsp:txBody>
      <dsp:txXfrm>
        <a:off x="44492" y="1090022"/>
        <a:ext cx="4665896" cy="822446"/>
      </dsp:txXfrm>
    </dsp:sp>
    <dsp:sp modelId="{2CB0576C-D4F1-4322-95F3-C08314FEF693}">
      <dsp:nvSpPr>
        <dsp:cNvPr id="0" name=""/>
        <dsp:cNvSpPr/>
      </dsp:nvSpPr>
      <dsp:spPr>
        <a:xfrm>
          <a:off x="0" y="206640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1620–1621 рр.</a:t>
          </a:r>
          <a:endParaRPr lang="uk-UA" sz="3800" kern="1200"/>
        </a:p>
      </dsp:txBody>
      <dsp:txXfrm>
        <a:off x="44492" y="2110892"/>
        <a:ext cx="4665896" cy="822446"/>
      </dsp:txXfrm>
    </dsp:sp>
    <dsp:sp modelId="{5E222C11-314F-4BDD-92D5-5805917A6BAD}">
      <dsp:nvSpPr>
        <dsp:cNvPr id="0" name=""/>
        <dsp:cNvSpPr/>
      </dsp:nvSpPr>
      <dsp:spPr>
        <a:xfrm>
          <a:off x="0" y="308727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1637–1638 рр.</a:t>
          </a:r>
          <a:endParaRPr lang="uk-UA" sz="3800" kern="1200"/>
        </a:p>
      </dsp:txBody>
      <dsp:txXfrm>
        <a:off x="44492" y="3131762"/>
        <a:ext cx="4665896" cy="82244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2D8D67-5FAC-4433-978A-7C9809389459}">
      <dsp:nvSpPr>
        <dsp:cNvPr id="0" name=""/>
        <dsp:cNvSpPr/>
      </dsp:nvSpPr>
      <dsp:spPr>
        <a:xfrm>
          <a:off x="0" y="0"/>
          <a:ext cx="47548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EC653A-842D-4AAD-93F6-6223A3581910}">
      <dsp:nvSpPr>
        <dsp:cNvPr id="0" name=""/>
        <dsp:cNvSpPr/>
      </dsp:nvSpPr>
      <dsp:spPr>
        <a:xfrm>
          <a:off x="0" y="0"/>
          <a:ext cx="4754880" cy="201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500" b="0" i="0" kern="1200"/>
            <a:t>утворення реєстрового козацтва з правом на незалежність від польської адміністрації, звільненого від державних податків та повинностей</a:t>
          </a:r>
          <a:endParaRPr lang="uk-UA" sz="2500" kern="1200"/>
        </a:p>
      </dsp:txBody>
      <dsp:txXfrm>
        <a:off x="0" y="0"/>
        <a:ext cx="4754880" cy="2011680"/>
      </dsp:txXfrm>
    </dsp:sp>
    <dsp:sp modelId="{6C9C7594-C1F4-4044-96B2-C6F5A764FF90}">
      <dsp:nvSpPr>
        <dsp:cNvPr id="0" name=""/>
        <dsp:cNvSpPr/>
      </dsp:nvSpPr>
      <dsp:spPr>
        <a:xfrm>
          <a:off x="0" y="2011680"/>
          <a:ext cx="47548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F78474-C63A-4BF2-9AF5-B096A31E4297}">
      <dsp:nvSpPr>
        <dsp:cNvPr id="0" name=""/>
        <dsp:cNvSpPr/>
      </dsp:nvSpPr>
      <dsp:spPr>
        <a:xfrm>
          <a:off x="0" y="2011680"/>
          <a:ext cx="4754880" cy="201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500" b="0" i="0" kern="1200"/>
            <a:t>збільшення козацького реєстру до 10 тис. осіб, надання козакам права землеволодіння, власної судової влади, володіння містом Трахтемирів</a:t>
          </a:r>
          <a:endParaRPr lang="uk-UA" sz="2500" kern="1200"/>
        </a:p>
      </dsp:txBody>
      <dsp:txXfrm>
        <a:off x="0" y="2011680"/>
        <a:ext cx="4754880" cy="201168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95AF3B-D421-4B46-A62C-ABBF5384EFFB}">
      <dsp:nvSpPr>
        <dsp:cNvPr id="0" name=""/>
        <dsp:cNvSpPr/>
      </dsp:nvSpPr>
      <dsp:spPr>
        <a:xfrm>
          <a:off x="0" y="0"/>
          <a:ext cx="47548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201CE6-E5E6-4455-9119-1077398379AB}">
      <dsp:nvSpPr>
        <dsp:cNvPr id="0" name=""/>
        <dsp:cNvSpPr/>
      </dsp:nvSpPr>
      <dsp:spPr>
        <a:xfrm>
          <a:off x="0" y="0"/>
          <a:ext cx="4754880" cy="201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600" b="0" i="0" kern="1200"/>
            <a:t>скасовування реєстру та зрівняння в правах усіх козаків у Речі Посполитій, повернення прав та майна православній церкві</a:t>
          </a:r>
          <a:endParaRPr lang="uk-UA" sz="2600" kern="1200"/>
        </a:p>
      </dsp:txBody>
      <dsp:txXfrm>
        <a:off x="0" y="0"/>
        <a:ext cx="4754880" cy="2011680"/>
      </dsp:txXfrm>
    </dsp:sp>
    <dsp:sp modelId="{70567B1D-2568-4F56-B6A2-FF0FC03D527B}">
      <dsp:nvSpPr>
        <dsp:cNvPr id="0" name=""/>
        <dsp:cNvSpPr/>
      </dsp:nvSpPr>
      <dsp:spPr>
        <a:xfrm>
          <a:off x="0" y="2011680"/>
          <a:ext cx="47548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5C444-218D-4104-AE9E-4B2346C5C148}">
      <dsp:nvSpPr>
        <dsp:cNvPr id="0" name=""/>
        <dsp:cNvSpPr/>
      </dsp:nvSpPr>
      <dsp:spPr>
        <a:xfrm>
          <a:off x="0" y="2011680"/>
          <a:ext cx="4754880" cy="201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600" b="0" i="0" kern="1200" dirty="0">
              <a:solidFill>
                <a:srgbClr val="0070C0"/>
              </a:solidFill>
            </a:rPr>
            <a:t>зменшення козацького реєстру до 6 тис. осіб, ліквідацію виборності козацької старшини, скасування козацького судочинства</a:t>
          </a:r>
          <a:endParaRPr lang="uk-UA" sz="2600" kern="1200" dirty="0">
            <a:solidFill>
              <a:srgbClr val="0070C0"/>
            </a:solidFill>
          </a:endParaRPr>
        </a:p>
      </dsp:txBody>
      <dsp:txXfrm>
        <a:off x="0" y="2011680"/>
        <a:ext cx="4754880" cy="201168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95AF3B-D421-4B46-A62C-ABBF5384EFFB}">
      <dsp:nvSpPr>
        <dsp:cNvPr id="0" name=""/>
        <dsp:cNvSpPr/>
      </dsp:nvSpPr>
      <dsp:spPr>
        <a:xfrm>
          <a:off x="0" y="0"/>
          <a:ext cx="47548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201CE6-E5E6-4455-9119-1077398379AB}">
      <dsp:nvSpPr>
        <dsp:cNvPr id="0" name=""/>
        <dsp:cNvSpPr/>
      </dsp:nvSpPr>
      <dsp:spPr>
        <a:xfrm>
          <a:off x="0" y="0"/>
          <a:ext cx="4754880" cy="201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600" b="0" i="0" kern="1200" dirty="0"/>
            <a:t>скасовування реєстру та зрівняння в правах усіх козаків у Речі Посполитій, повернення прав та майна православній церкві</a:t>
          </a:r>
          <a:endParaRPr lang="uk-UA" sz="2600" kern="1200" dirty="0"/>
        </a:p>
      </dsp:txBody>
      <dsp:txXfrm>
        <a:off x="0" y="0"/>
        <a:ext cx="4754880" cy="2011680"/>
      </dsp:txXfrm>
    </dsp:sp>
    <dsp:sp modelId="{70567B1D-2568-4F56-B6A2-FF0FC03D527B}">
      <dsp:nvSpPr>
        <dsp:cNvPr id="0" name=""/>
        <dsp:cNvSpPr/>
      </dsp:nvSpPr>
      <dsp:spPr>
        <a:xfrm>
          <a:off x="0" y="2011680"/>
          <a:ext cx="47548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5C444-218D-4104-AE9E-4B2346C5C148}">
      <dsp:nvSpPr>
        <dsp:cNvPr id="0" name=""/>
        <dsp:cNvSpPr/>
      </dsp:nvSpPr>
      <dsp:spPr>
        <a:xfrm>
          <a:off x="0" y="2011680"/>
          <a:ext cx="4754880" cy="201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600" b="0" i="0" kern="1200" dirty="0"/>
            <a:t>зменшення козацького реєстру до 6 тис. осіб, ліквідацію виборності козацької старшини, скасування козацького судочинства</a:t>
          </a:r>
          <a:endParaRPr lang="uk-UA" sz="2600" kern="1200" dirty="0"/>
        </a:p>
      </dsp:txBody>
      <dsp:txXfrm>
        <a:off x="0" y="2011680"/>
        <a:ext cx="4754880" cy="201168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64C0F8-D89F-4894-A82C-7A94A4102615}">
      <dsp:nvSpPr>
        <dsp:cNvPr id="0" name=""/>
        <dsp:cNvSpPr/>
      </dsp:nvSpPr>
      <dsp:spPr>
        <a:xfrm>
          <a:off x="0" y="252517"/>
          <a:ext cx="9720072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1" i="0" kern="1200"/>
            <a:t>1</a:t>
          </a:r>
          <a:r>
            <a:rPr lang="uk-UA" sz="1900" b="0" i="0" kern="1200"/>
            <a:t>скасування виборності козацької старшини</a:t>
          </a:r>
          <a:endParaRPr lang="uk-UA" sz="1900" kern="1200"/>
        </a:p>
      </dsp:txBody>
      <dsp:txXfrm>
        <a:off x="22246" y="274763"/>
        <a:ext cx="9675580" cy="411223"/>
      </dsp:txXfrm>
    </dsp:sp>
    <dsp:sp modelId="{3CAE10C9-B047-4070-ABB0-696E6E4A0A9B}">
      <dsp:nvSpPr>
        <dsp:cNvPr id="0" name=""/>
        <dsp:cNvSpPr/>
      </dsp:nvSpPr>
      <dsp:spPr>
        <a:xfrm>
          <a:off x="0" y="762952"/>
          <a:ext cx="9720072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1" i="0" kern="1200"/>
            <a:t>2</a:t>
          </a:r>
          <a:r>
            <a:rPr lang="uk-UA" sz="1900" b="0" i="0" kern="1200"/>
            <a:t>обмеження козацької території Київським, Чернігівським і Брацлавським воєводствами</a:t>
          </a:r>
          <a:endParaRPr lang="uk-UA" sz="1900" kern="1200"/>
        </a:p>
      </dsp:txBody>
      <dsp:txXfrm>
        <a:off x="22246" y="785198"/>
        <a:ext cx="9675580" cy="411223"/>
      </dsp:txXfrm>
    </dsp:sp>
    <dsp:sp modelId="{C76C13A4-9E7C-4497-B409-DA7DE7824F1F}">
      <dsp:nvSpPr>
        <dsp:cNvPr id="0" name=""/>
        <dsp:cNvSpPr/>
      </dsp:nvSpPr>
      <dsp:spPr>
        <a:xfrm>
          <a:off x="0" y="1273387"/>
          <a:ext cx="9720072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1" i="0" kern="1200"/>
            <a:t>3</a:t>
          </a:r>
          <a:r>
            <a:rPr lang="uk-UA" sz="1900" b="0" i="0" kern="1200"/>
            <a:t>дозвіл на перехід селян і міщан до козацького стану</a:t>
          </a:r>
          <a:endParaRPr lang="uk-UA" sz="1900" kern="1200"/>
        </a:p>
      </dsp:txBody>
      <dsp:txXfrm>
        <a:off x="22246" y="1295633"/>
        <a:ext cx="9675580" cy="411223"/>
      </dsp:txXfrm>
    </dsp:sp>
    <dsp:sp modelId="{D527DDC5-033F-4EA1-8AFA-EE1B108F29EE}">
      <dsp:nvSpPr>
        <dsp:cNvPr id="0" name=""/>
        <dsp:cNvSpPr/>
      </dsp:nvSpPr>
      <dsp:spPr>
        <a:xfrm>
          <a:off x="0" y="1783822"/>
          <a:ext cx="9720072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1" i="0" kern="1200"/>
            <a:t>4</a:t>
          </a:r>
          <a:r>
            <a:rPr lang="uk-UA" sz="1900" b="0" i="0" kern="1200"/>
            <a:t>обмеження реєстру козаків шістьма тисячами осіб</a:t>
          </a:r>
          <a:endParaRPr lang="uk-UA" sz="1900" kern="1200"/>
        </a:p>
      </dsp:txBody>
      <dsp:txXfrm>
        <a:off x="22246" y="1806068"/>
        <a:ext cx="9675580" cy="411223"/>
      </dsp:txXfrm>
    </dsp:sp>
    <dsp:sp modelId="{55E16A7D-78D0-4645-BD05-04268102687F}">
      <dsp:nvSpPr>
        <dsp:cNvPr id="0" name=""/>
        <dsp:cNvSpPr/>
      </dsp:nvSpPr>
      <dsp:spPr>
        <a:xfrm>
          <a:off x="0" y="2294257"/>
          <a:ext cx="9720072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1" i="0" kern="1200"/>
            <a:t>5</a:t>
          </a:r>
          <a:r>
            <a:rPr lang="uk-UA" sz="1900" b="0" i="0" kern="1200"/>
            <a:t>передання гетьманові всієї повноти влади над реєстровцями</a:t>
          </a:r>
          <a:endParaRPr lang="uk-UA" sz="1900" kern="1200"/>
        </a:p>
      </dsp:txBody>
      <dsp:txXfrm>
        <a:off x="22246" y="2316503"/>
        <a:ext cx="9675580" cy="411223"/>
      </dsp:txXfrm>
    </dsp:sp>
    <dsp:sp modelId="{D52903FF-C589-4E09-AE4C-AB26D44A82A0}">
      <dsp:nvSpPr>
        <dsp:cNvPr id="0" name=""/>
        <dsp:cNvSpPr/>
      </dsp:nvSpPr>
      <dsp:spPr>
        <a:xfrm>
          <a:off x="0" y="2804692"/>
          <a:ext cx="9720072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1" i="0" kern="1200"/>
            <a:t>6</a:t>
          </a:r>
          <a:r>
            <a:rPr lang="uk-UA" sz="1900" b="0" i="0" kern="1200"/>
            <a:t>установлення «на вічні часи» всіх прав і привілеїв реєстровців</a:t>
          </a:r>
          <a:endParaRPr lang="uk-UA" sz="1900" kern="1200"/>
        </a:p>
      </dsp:txBody>
      <dsp:txXfrm>
        <a:off x="22246" y="2826938"/>
        <a:ext cx="9675580" cy="411223"/>
      </dsp:txXfrm>
    </dsp:sp>
    <dsp:sp modelId="{75E30981-0D8F-40C0-9890-DABA22165619}">
      <dsp:nvSpPr>
        <dsp:cNvPr id="0" name=""/>
        <dsp:cNvSpPr/>
      </dsp:nvSpPr>
      <dsp:spPr>
        <a:xfrm>
          <a:off x="0" y="3315127"/>
          <a:ext cx="9720072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1" i="0" kern="1200"/>
            <a:t>7</a:t>
          </a:r>
          <a:r>
            <a:rPr lang="uk-UA" sz="1900" b="0" i="0" kern="1200"/>
            <a:t>ліквідацію козацького судочинства</a:t>
          </a:r>
          <a:endParaRPr lang="uk-UA" sz="1900" kern="1200"/>
        </a:p>
      </dsp:txBody>
      <dsp:txXfrm>
        <a:off x="22246" y="3337373"/>
        <a:ext cx="9675580" cy="411223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FEA444-5F8A-4E95-A265-C92B262A3965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/>
            <a:t>під проводом Т. Федоровича</a:t>
          </a:r>
          <a:endParaRPr lang="uk-UA" sz="2300" kern="1200"/>
        </a:p>
      </dsp:txBody>
      <dsp:txXfrm rot="10800000">
        <a:off x="1207108" y="1257"/>
        <a:ext cx="2956662" cy="821331"/>
      </dsp:txXfrm>
    </dsp:sp>
    <dsp:sp modelId="{1F4C0DF6-9FAE-4A12-B7E6-0F69A3B251D8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349CC2-E658-49D8-BE14-07138A144DBE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 err="1"/>
            <a:t>під</a:t>
          </a:r>
          <a:r>
            <a:rPr lang="ru-RU" sz="2300" b="0" i="0" kern="1200" dirty="0"/>
            <a:t> проводом І. </a:t>
          </a:r>
          <a:r>
            <a:rPr lang="ru-RU" sz="2300" b="0" i="0" kern="1200" dirty="0" err="1"/>
            <a:t>Сулими</a:t>
          </a:r>
          <a:endParaRPr lang="uk-UA" sz="2300" kern="1200" dirty="0"/>
        </a:p>
      </dsp:txBody>
      <dsp:txXfrm rot="10800000">
        <a:off x="1207108" y="1067762"/>
        <a:ext cx="2956662" cy="821331"/>
      </dsp:txXfrm>
    </dsp:sp>
    <dsp:sp modelId="{9940EA0B-13E9-41EE-8768-7ADD27D1AC79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0C15AB-BA35-4835-A5D4-A7E6ED835DFA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 err="1"/>
            <a:t>під</a:t>
          </a:r>
          <a:r>
            <a:rPr lang="ru-RU" sz="2300" b="0" i="0" kern="1200" dirty="0"/>
            <a:t> проводом П. Павлюка</a:t>
          </a:r>
          <a:endParaRPr lang="uk-UA" sz="2300" kern="1200" dirty="0"/>
        </a:p>
      </dsp:txBody>
      <dsp:txXfrm rot="10800000">
        <a:off x="1207108" y="2134266"/>
        <a:ext cx="2956662" cy="821331"/>
      </dsp:txXfrm>
    </dsp:sp>
    <dsp:sp modelId="{73BC5788-2CB1-4B6F-8F47-CCFC3E28E109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6B4A82-0531-4A8F-ABBF-DE5FBC94BA28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 err="1"/>
            <a:t>під</a:t>
          </a:r>
          <a:r>
            <a:rPr lang="ru-RU" sz="2300" b="0" i="0" kern="1200" dirty="0"/>
            <a:t> проводом М. </a:t>
          </a:r>
          <a:r>
            <a:rPr lang="ru-RU" sz="2300" b="0" i="0" kern="1200" dirty="0" err="1"/>
            <a:t>Жмайла</a:t>
          </a:r>
          <a:endParaRPr lang="uk-UA" sz="2300" kern="1200" dirty="0"/>
        </a:p>
      </dsp:txBody>
      <dsp:txXfrm rot="10800000">
        <a:off x="1207108" y="3200771"/>
        <a:ext cx="2956662" cy="821331"/>
      </dsp:txXfrm>
    </dsp:sp>
    <dsp:sp modelId="{C5BA5B54-44DB-4D0F-8650-268555A7B25B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D872C6-AE15-4376-9D46-70E0315CE4BA}">
      <dsp:nvSpPr>
        <dsp:cNvPr id="0" name=""/>
        <dsp:cNvSpPr/>
      </dsp:nvSpPr>
      <dsp:spPr>
        <a:xfrm>
          <a:off x="0" y="0"/>
          <a:ext cx="4754880" cy="19154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100" b="0" i="0" kern="1200"/>
            <a:t>від козацького повстання під проводом С. Наливайка до морських походів козаків на чолі з П. Сагайдачним на володіння Османської імперії.</a:t>
          </a:r>
          <a:endParaRPr lang="uk-UA" sz="2100" kern="1200"/>
        </a:p>
      </dsp:txBody>
      <dsp:txXfrm>
        <a:off x="1142517" y="0"/>
        <a:ext cx="3612362" cy="1915417"/>
      </dsp:txXfrm>
    </dsp:sp>
    <dsp:sp modelId="{7F869FC2-F35E-4D13-82CC-BB4B6CB49186}">
      <dsp:nvSpPr>
        <dsp:cNvPr id="0" name=""/>
        <dsp:cNvSpPr/>
      </dsp:nvSpPr>
      <dsp:spPr>
        <a:xfrm>
          <a:off x="191541" y="191541"/>
          <a:ext cx="950976" cy="1532334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4724DE-B101-4617-8BFE-ABB2D8E51873}">
      <dsp:nvSpPr>
        <dsp:cNvPr id="0" name=""/>
        <dsp:cNvSpPr/>
      </dsp:nvSpPr>
      <dsp:spPr>
        <a:xfrm>
          <a:off x="0" y="2106959"/>
          <a:ext cx="4754880" cy="19154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100" b="0" i="0" kern="1200"/>
            <a:t>від укладення польсько-литовської міждержавної Люблінської унії до початку польсько-турецької Хотинської війни.</a:t>
          </a:r>
          <a:endParaRPr lang="uk-UA" sz="2100" kern="1200"/>
        </a:p>
      </dsp:txBody>
      <dsp:txXfrm>
        <a:off x="1142517" y="2106959"/>
        <a:ext cx="3612362" cy="1915417"/>
      </dsp:txXfrm>
    </dsp:sp>
    <dsp:sp modelId="{F8736A9B-65CB-4B0E-A850-DEB238AE53A4}">
      <dsp:nvSpPr>
        <dsp:cNvPr id="0" name=""/>
        <dsp:cNvSpPr/>
      </dsp:nvSpPr>
      <dsp:spPr>
        <a:xfrm>
          <a:off x="191541" y="2298501"/>
          <a:ext cx="950976" cy="1532334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371C23-1C13-4A41-9486-A10824A5224D}">
      <dsp:nvSpPr>
        <dsp:cNvPr id="0" name=""/>
        <dsp:cNvSpPr/>
      </dsp:nvSpPr>
      <dsp:spPr>
        <a:xfrm>
          <a:off x="0" y="0"/>
          <a:ext cx="4754880" cy="1915417"/>
        </a:xfrm>
        <a:prstGeom prst="roundRect">
          <a:avLst>
            <a:gd name="adj" fmla="val 10000"/>
          </a:avLst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0" i="0" kern="1200" dirty="0"/>
            <a:t>від придушення козацького повстання під проводом П. </a:t>
          </a:r>
          <a:r>
            <a:rPr lang="uk-UA" sz="2000" b="0" i="0" kern="1200" dirty="0" err="1"/>
            <a:t>Бута</a:t>
          </a:r>
          <a:r>
            <a:rPr lang="uk-UA" sz="2000" b="0" i="0" kern="1200" dirty="0"/>
            <a:t>, Я. Острянина, Д. Гуні до початку Національно-визвольної війни на чолі з Б. Хмельницьким.</a:t>
          </a:r>
          <a:endParaRPr lang="uk-UA" sz="2000" kern="1200" dirty="0"/>
        </a:p>
      </dsp:txBody>
      <dsp:txXfrm>
        <a:off x="1142517" y="0"/>
        <a:ext cx="3612362" cy="1915417"/>
      </dsp:txXfrm>
    </dsp:sp>
    <dsp:sp modelId="{FFF59375-BA89-44E9-B356-47716A1CE89A}">
      <dsp:nvSpPr>
        <dsp:cNvPr id="0" name=""/>
        <dsp:cNvSpPr/>
      </dsp:nvSpPr>
      <dsp:spPr>
        <a:xfrm>
          <a:off x="191541" y="191541"/>
          <a:ext cx="950976" cy="1532334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7C3258-DDBD-4C64-8DC8-E764C3BFEADB}">
      <dsp:nvSpPr>
        <dsp:cNvPr id="0" name=""/>
        <dsp:cNvSpPr/>
      </dsp:nvSpPr>
      <dsp:spPr>
        <a:xfrm>
          <a:off x="0" y="2106959"/>
          <a:ext cx="4754880" cy="19154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0" i="0" kern="1200"/>
            <a:t>від укладення польсько-московського Віленського перемир’я до укладення «Вічного миру» між Річчю Посполитою та Московським царством.</a:t>
          </a:r>
          <a:endParaRPr lang="uk-UA" sz="2000" kern="1200"/>
        </a:p>
      </dsp:txBody>
      <dsp:txXfrm>
        <a:off x="1142517" y="2106959"/>
        <a:ext cx="3612362" cy="1915417"/>
      </dsp:txXfrm>
    </dsp:sp>
    <dsp:sp modelId="{F60A6AFC-ED72-400C-9BE4-B060F625FC1D}">
      <dsp:nvSpPr>
        <dsp:cNvPr id="0" name=""/>
        <dsp:cNvSpPr/>
      </dsp:nvSpPr>
      <dsp:spPr>
        <a:xfrm>
          <a:off x="191541" y="2298501"/>
          <a:ext cx="950976" cy="1532334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371C23-1C13-4A41-9486-A10824A5224D}">
      <dsp:nvSpPr>
        <dsp:cNvPr id="0" name=""/>
        <dsp:cNvSpPr/>
      </dsp:nvSpPr>
      <dsp:spPr>
        <a:xfrm>
          <a:off x="0" y="0"/>
          <a:ext cx="4754880" cy="19154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0" i="0" kern="1200" dirty="0"/>
            <a:t>від придушення козацького повстання під проводом П. </a:t>
          </a:r>
          <a:r>
            <a:rPr lang="uk-UA" sz="2000" b="0" i="0" kern="1200" dirty="0" err="1"/>
            <a:t>Бута</a:t>
          </a:r>
          <a:r>
            <a:rPr lang="uk-UA" sz="2000" b="0" i="0" kern="1200" dirty="0"/>
            <a:t>, Я. Острянина, Д. </a:t>
          </a:r>
          <a:r>
            <a:rPr lang="uk-UA" sz="2000" b="0" i="0" kern="1200"/>
            <a:t>Гуні до початку Національно-визвольної війни на чолі з Б. </a:t>
          </a:r>
          <a:r>
            <a:rPr lang="uk-UA" sz="2000" b="0" i="0" kern="1200" dirty="0"/>
            <a:t>Хмельницьким.</a:t>
          </a:r>
          <a:endParaRPr lang="uk-UA" sz="2000" kern="1200" dirty="0"/>
        </a:p>
      </dsp:txBody>
      <dsp:txXfrm>
        <a:off x="1142517" y="0"/>
        <a:ext cx="3612362" cy="1915417"/>
      </dsp:txXfrm>
    </dsp:sp>
    <dsp:sp modelId="{FFF59375-BA89-44E9-B356-47716A1CE89A}">
      <dsp:nvSpPr>
        <dsp:cNvPr id="0" name=""/>
        <dsp:cNvSpPr/>
      </dsp:nvSpPr>
      <dsp:spPr>
        <a:xfrm>
          <a:off x="191541" y="191541"/>
          <a:ext cx="950976" cy="1532334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7C3258-DDBD-4C64-8DC8-E764C3BFEADB}">
      <dsp:nvSpPr>
        <dsp:cNvPr id="0" name=""/>
        <dsp:cNvSpPr/>
      </dsp:nvSpPr>
      <dsp:spPr>
        <a:xfrm>
          <a:off x="0" y="2106959"/>
          <a:ext cx="4754880" cy="191541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0" i="0" kern="1200"/>
            <a:t>від укладення польсько-московського Віленського перемир’я до укладення «Вічного миру» між Річчю Посполитою та Московським царством.</a:t>
          </a:r>
          <a:endParaRPr lang="uk-UA" sz="2000" kern="1200"/>
        </a:p>
      </dsp:txBody>
      <dsp:txXfrm>
        <a:off x="1142517" y="2106959"/>
        <a:ext cx="3612362" cy="1915417"/>
      </dsp:txXfrm>
    </dsp:sp>
    <dsp:sp modelId="{F60A6AFC-ED72-400C-9BE4-B060F625FC1D}">
      <dsp:nvSpPr>
        <dsp:cNvPr id="0" name=""/>
        <dsp:cNvSpPr/>
      </dsp:nvSpPr>
      <dsp:spPr>
        <a:xfrm>
          <a:off x="191541" y="2298501"/>
          <a:ext cx="950976" cy="1532334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3A8C4-4255-4818-B6FE-0258E8DE292C}">
      <dsp:nvSpPr>
        <dsp:cNvPr id="0" name=""/>
        <dsp:cNvSpPr/>
      </dsp:nvSpPr>
      <dsp:spPr>
        <a:xfrm rot="5400000">
          <a:off x="6222244" y="-2624152"/>
          <a:ext cx="774811" cy="622084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0" i="0" kern="1200"/>
            <a:t>процес формування польським урядом списку-реєстру козаків, які набиралися на військову службу Речі Посполитій.</a:t>
          </a:r>
          <a:endParaRPr lang="uk-UA" sz="1600" kern="1200"/>
        </a:p>
      </dsp:txBody>
      <dsp:txXfrm rot="-5400000">
        <a:off x="3499227" y="136688"/>
        <a:ext cx="6183023" cy="699165"/>
      </dsp:txXfrm>
    </dsp:sp>
    <dsp:sp modelId="{EA2FCF98-C2D8-422B-91A1-B6C01C490849}">
      <dsp:nvSpPr>
        <dsp:cNvPr id="0" name=""/>
        <dsp:cNvSpPr/>
      </dsp:nvSpPr>
      <dsp:spPr>
        <a:xfrm>
          <a:off x="0" y="2013"/>
          <a:ext cx="3499226" cy="968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900" kern="1200"/>
            <a:t>А</a:t>
          </a:r>
        </a:p>
      </dsp:txBody>
      <dsp:txXfrm>
        <a:off x="47279" y="49292"/>
        <a:ext cx="3404668" cy="873955"/>
      </dsp:txXfrm>
    </dsp:sp>
    <dsp:sp modelId="{A783DAB7-992A-42C1-9CDD-2E3259E5B13E}">
      <dsp:nvSpPr>
        <dsp:cNvPr id="0" name=""/>
        <dsp:cNvSpPr/>
      </dsp:nvSpPr>
      <dsp:spPr>
        <a:xfrm rot="5400000">
          <a:off x="6222244" y="-1607213"/>
          <a:ext cx="774811" cy="622084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0" i="0" kern="1200"/>
            <a:t>процедура прийняття кошовим отаманом новоприбулих на Січ до козацького товариства та закріплення їх за певним куренем.</a:t>
          </a:r>
          <a:endParaRPr lang="uk-UA" sz="1600" kern="1200"/>
        </a:p>
      </dsp:txBody>
      <dsp:txXfrm rot="-5400000">
        <a:off x="3499227" y="1153627"/>
        <a:ext cx="6183023" cy="699165"/>
      </dsp:txXfrm>
    </dsp:sp>
    <dsp:sp modelId="{3B2E4A02-F75E-4748-A57C-3C61A6DC0927}">
      <dsp:nvSpPr>
        <dsp:cNvPr id="0" name=""/>
        <dsp:cNvSpPr/>
      </dsp:nvSpPr>
      <dsp:spPr>
        <a:xfrm>
          <a:off x="0" y="1018953"/>
          <a:ext cx="3499226" cy="968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900" kern="1200"/>
            <a:t>Б</a:t>
          </a:r>
        </a:p>
      </dsp:txBody>
      <dsp:txXfrm>
        <a:off x="47279" y="1066232"/>
        <a:ext cx="3404668" cy="873955"/>
      </dsp:txXfrm>
    </dsp:sp>
    <dsp:sp modelId="{9A5A79C6-9A20-45AF-BE0E-D764E58EDBA9}">
      <dsp:nvSpPr>
        <dsp:cNvPr id="0" name=""/>
        <dsp:cNvSpPr/>
      </dsp:nvSpPr>
      <dsp:spPr>
        <a:xfrm rot="5400000">
          <a:off x="6222244" y="-590273"/>
          <a:ext cx="774811" cy="622084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0" i="0" kern="1200" dirty="0"/>
            <a:t>форма козацького збройного виступу на захист власних інтересів, що мав локальний характер і відзначався слабкою організованістю.</a:t>
          </a:r>
          <a:endParaRPr lang="uk-UA" sz="1600" kern="1200" dirty="0"/>
        </a:p>
      </dsp:txBody>
      <dsp:txXfrm rot="-5400000">
        <a:off x="3499227" y="2170567"/>
        <a:ext cx="6183023" cy="699165"/>
      </dsp:txXfrm>
    </dsp:sp>
    <dsp:sp modelId="{C755DF9B-0380-429C-BA3C-06F52B298E1A}">
      <dsp:nvSpPr>
        <dsp:cNvPr id="0" name=""/>
        <dsp:cNvSpPr/>
      </dsp:nvSpPr>
      <dsp:spPr>
        <a:xfrm>
          <a:off x="0" y="2035892"/>
          <a:ext cx="3499226" cy="968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900" b="0" i="0" kern="1200"/>
            <a:t>В</a:t>
          </a:r>
          <a:endParaRPr lang="uk-UA" sz="4900" kern="1200"/>
        </a:p>
      </dsp:txBody>
      <dsp:txXfrm>
        <a:off x="47279" y="2083171"/>
        <a:ext cx="3404668" cy="873955"/>
      </dsp:txXfrm>
    </dsp:sp>
    <dsp:sp modelId="{9E10ACDF-6A19-4D13-89BC-B70250122800}">
      <dsp:nvSpPr>
        <dsp:cNvPr id="0" name=""/>
        <dsp:cNvSpPr/>
      </dsp:nvSpPr>
      <dsp:spPr>
        <a:xfrm rot="5400000">
          <a:off x="6222244" y="426666"/>
          <a:ext cx="774811" cy="6220846"/>
        </a:xfrm>
        <a:prstGeom prst="round2SameRect">
          <a:avLst/>
        </a:prstGeom>
        <a:solidFill>
          <a:srgbClr val="0070C0">
            <a:alpha val="90000"/>
          </a:srgb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0" i="0" kern="1200" dirty="0"/>
            <a:t>перехід селян до козацького стану, що був спробою звільнитися від панщини та отримати право вільно працювати на власній землі.</a:t>
          </a:r>
          <a:endParaRPr lang="uk-UA" sz="1600" kern="1200" dirty="0"/>
        </a:p>
      </dsp:txBody>
      <dsp:txXfrm rot="-5400000">
        <a:off x="3499227" y="3187507"/>
        <a:ext cx="6183023" cy="699165"/>
      </dsp:txXfrm>
    </dsp:sp>
    <dsp:sp modelId="{9546C8E4-B512-4FC5-8517-E56E5C7222DC}">
      <dsp:nvSpPr>
        <dsp:cNvPr id="0" name=""/>
        <dsp:cNvSpPr/>
      </dsp:nvSpPr>
      <dsp:spPr>
        <a:xfrm>
          <a:off x="0" y="3052832"/>
          <a:ext cx="3499226" cy="968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900" b="0" i="0" kern="1200"/>
            <a:t>Г</a:t>
          </a:r>
          <a:endParaRPr lang="uk-UA" sz="4900" kern="1200"/>
        </a:p>
      </dsp:txBody>
      <dsp:txXfrm>
        <a:off x="47279" y="3100111"/>
        <a:ext cx="3404668" cy="873955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3A8C4-4255-4818-B6FE-0258E8DE292C}">
      <dsp:nvSpPr>
        <dsp:cNvPr id="0" name=""/>
        <dsp:cNvSpPr/>
      </dsp:nvSpPr>
      <dsp:spPr>
        <a:xfrm rot="5400000">
          <a:off x="6222244" y="-2624152"/>
          <a:ext cx="774811" cy="622084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0" i="0" kern="1200" dirty="0"/>
            <a:t>процес формування польським урядом списку-реєстру козаків, які набиралися на військову службу Речі Посполитій.</a:t>
          </a:r>
          <a:endParaRPr lang="uk-UA" sz="1600" kern="1200" dirty="0"/>
        </a:p>
      </dsp:txBody>
      <dsp:txXfrm rot="-5400000">
        <a:off x="3499227" y="136688"/>
        <a:ext cx="6183023" cy="699165"/>
      </dsp:txXfrm>
    </dsp:sp>
    <dsp:sp modelId="{EA2FCF98-C2D8-422B-91A1-B6C01C490849}">
      <dsp:nvSpPr>
        <dsp:cNvPr id="0" name=""/>
        <dsp:cNvSpPr/>
      </dsp:nvSpPr>
      <dsp:spPr>
        <a:xfrm>
          <a:off x="0" y="2013"/>
          <a:ext cx="3499226" cy="968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900" kern="1200"/>
            <a:t>А</a:t>
          </a:r>
        </a:p>
      </dsp:txBody>
      <dsp:txXfrm>
        <a:off x="47279" y="49292"/>
        <a:ext cx="3404668" cy="873955"/>
      </dsp:txXfrm>
    </dsp:sp>
    <dsp:sp modelId="{A783DAB7-992A-42C1-9CDD-2E3259E5B13E}">
      <dsp:nvSpPr>
        <dsp:cNvPr id="0" name=""/>
        <dsp:cNvSpPr/>
      </dsp:nvSpPr>
      <dsp:spPr>
        <a:xfrm rot="5400000">
          <a:off x="6222244" y="-1607213"/>
          <a:ext cx="774811" cy="622084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0" i="0" kern="1200"/>
            <a:t>процедура прийняття кошовим отаманом новоприбулих на Січ до козацького товариства та закріплення їх за певним куренем.</a:t>
          </a:r>
          <a:endParaRPr lang="uk-UA" sz="1600" kern="1200"/>
        </a:p>
      </dsp:txBody>
      <dsp:txXfrm rot="-5400000">
        <a:off x="3499227" y="1153627"/>
        <a:ext cx="6183023" cy="699165"/>
      </dsp:txXfrm>
    </dsp:sp>
    <dsp:sp modelId="{3B2E4A02-F75E-4748-A57C-3C61A6DC0927}">
      <dsp:nvSpPr>
        <dsp:cNvPr id="0" name=""/>
        <dsp:cNvSpPr/>
      </dsp:nvSpPr>
      <dsp:spPr>
        <a:xfrm>
          <a:off x="0" y="1018953"/>
          <a:ext cx="3499226" cy="968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900" kern="1200"/>
            <a:t>Б</a:t>
          </a:r>
        </a:p>
      </dsp:txBody>
      <dsp:txXfrm>
        <a:off x="47279" y="1066232"/>
        <a:ext cx="3404668" cy="873955"/>
      </dsp:txXfrm>
    </dsp:sp>
    <dsp:sp modelId="{9A5A79C6-9A20-45AF-BE0E-D764E58EDBA9}">
      <dsp:nvSpPr>
        <dsp:cNvPr id="0" name=""/>
        <dsp:cNvSpPr/>
      </dsp:nvSpPr>
      <dsp:spPr>
        <a:xfrm rot="5400000">
          <a:off x="6222244" y="-590273"/>
          <a:ext cx="774811" cy="622084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0" i="0" kern="1200"/>
            <a:t>форма козацького збройного виступу на захист власних інтересів, що мав локальний характер і відзначався слабкою організованістю.</a:t>
          </a:r>
          <a:endParaRPr lang="uk-UA" sz="1600" kern="1200"/>
        </a:p>
      </dsp:txBody>
      <dsp:txXfrm rot="-5400000">
        <a:off x="3499227" y="2170567"/>
        <a:ext cx="6183023" cy="699165"/>
      </dsp:txXfrm>
    </dsp:sp>
    <dsp:sp modelId="{C755DF9B-0380-429C-BA3C-06F52B298E1A}">
      <dsp:nvSpPr>
        <dsp:cNvPr id="0" name=""/>
        <dsp:cNvSpPr/>
      </dsp:nvSpPr>
      <dsp:spPr>
        <a:xfrm>
          <a:off x="0" y="2035892"/>
          <a:ext cx="3499226" cy="968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900" b="0" i="0" kern="1200"/>
            <a:t>В</a:t>
          </a:r>
          <a:endParaRPr lang="uk-UA" sz="4900" kern="1200"/>
        </a:p>
      </dsp:txBody>
      <dsp:txXfrm>
        <a:off x="47279" y="2083171"/>
        <a:ext cx="3404668" cy="873955"/>
      </dsp:txXfrm>
    </dsp:sp>
    <dsp:sp modelId="{9E10ACDF-6A19-4D13-89BC-B70250122800}">
      <dsp:nvSpPr>
        <dsp:cNvPr id="0" name=""/>
        <dsp:cNvSpPr/>
      </dsp:nvSpPr>
      <dsp:spPr>
        <a:xfrm rot="5400000">
          <a:off x="6222244" y="426666"/>
          <a:ext cx="774811" cy="622084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0" i="0" kern="1200" dirty="0"/>
            <a:t>перехід селян до козацького стану, що був спробою звільнитися від панщини та отримати право вільно працювати на власній землі.</a:t>
          </a:r>
          <a:endParaRPr lang="uk-UA" sz="1600" kern="1200" dirty="0"/>
        </a:p>
      </dsp:txBody>
      <dsp:txXfrm rot="-5400000">
        <a:off x="3499227" y="3187507"/>
        <a:ext cx="6183023" cy="699165"/>
      </dsp:txXfrm>
    </dsp:sp>
    <dsp:sp modelId="{9546C8E4-B512-4FC5-8517-E56E5C7222DC}">
      <dsp:nvSpPr>
        <dsp:cNvPr id="0" name=""/>
        <dsp:cNvSpPr/>
      </dsp:nvSpPr>
      <dsp:spPr>
        <a:xfrm>
          <a:off x="0" y="3052832"/>
          <a:ext cx="3499226" cy="968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900" b="0" i="0" kern="1200"/>
            <a:t>Г</a:t>
          </a:r>
          <a:endParaRPr lang="uk-UA" sz="4900" kern="1200"/>
        </a:p>
      </dsp:txBody>
      <dsp:txXfrm>
        <a:off x="47279" y="3100111"/>
        <a:ext cx="3404668" cy="873955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B97FA7-31E2-4DFB-B53C-8BF6D8EE79F5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/>
            <a:t>«</a:t>
          </a:r>
          <a:r>
            <a:rPr lang="ru-RU" sz="2300" b="0" i="0" kern="1200" dirty="0" err="1"/>
            <a:t>займанщина</a:t>
          </a:r>
          <a:r>
            <a:rPr lang="ru-RU" sz="2300" b="0" i="0" kern="1200" dirty="0"/>
            <a:t>»</a:t>
          </a:r>
          <a:endParaRPr lang="uk-UA" sz="2300" kern="1200" dirty="0"/>
        </a:p>
      </dsp:txBody>
      <dsp:txXfrm rot="10800000">
        <a:off x="1207108" y="1257"/>
        <a:ext cx="2956662" cy="821331"/>
      </dsp:txXfrm>
    </dsp:sp>
    <dsp:sp modelId="{D58BA4E3-DA42-4D40-88B4-FA3788FBAD16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C344E0-479B-48A9-B57F-0EAE169E6829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/>
            <a:t>«паланка»</a:t>
          </a:r>
          <a:endParaRPr lang="uk-UA" sz="2300" kern="1200"/>
        </a:p>
      </dsp:txBody>
      <dsp:txXfrm rot="10800000">
        <a:off x="1207108" y="1067762"/>
        <a:ext cx="2956662" cy="821331"/>
      </dsp:txXfrm>
    </dsp:sp>
    <dsp:sp modelId="{F086CC7B-2035-4B00-ADE4-567C31499199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1294ED-64C4-4E8D-A1A1-8DB9EB9D285C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/>
            <a:t>«зимівник»</a:t>
          </a:r>
          <a:endParaRPr lang="uk-UA" sz="2300" kern="1200"/>
        </a:p>
      </dsp:txBody>
      <dsp:txXfrm rot="10800000">
        <a:off x="1207108" y="2134266"/>
        <a:ext cx="2956662" cy="821331"/>
      </dsp:txXfrm>
    </dsp:sp>
    <dsp:sp modelId="{01FA0561-891D-41C6-9FFE-37496E51077F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D66843-51A5-408E-9E3B-5DC1C3CA381D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/>
            <a:t>«панщина»</a:t>
          </a:r>
          <a:endParaRPr lang="uk-UA" sz="2300" kern="1200" dirty="0"/>
        </a:p>
      </dsp:txBody>
      <dsp:txXfrm rot="10800000">
        <a:off x="1207108" y="3200771"/>
        <a:ext cx="2956662" cy="821331"/>
      </dsp:txXfrm>
    </dsp:sp>
    <dsp:sp modelId="{287FDCF5-42CE-412B-B446-C76746679414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7F4C39-CB9D-4874-88F4-3E5849345E6B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72B42E-E6D9-4B98-8F89-6177D3F62BAB}">
      <dsp:nvSpPr>
        <dsp:cNvPr id="0" name=""/>
        <dsp:cNvSpPr/>
      </dsp:nvSpPr>
      <dsp:spPr>
        <a:xfrm>
          <a:off x="380782" y="251379"/>
          <a:ext cx="4319552" cy="503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9320" tIns="33020" rIns="33020" bIns="3302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0" i="0" kern="1200" dirty="0" err="1"/>
            <a:t>військова</a:t>
          </a:r>
          <a:r>
            <a:rPr lang="ru-RU" sz="1300" b="0" i="0" kern="1200" dirty="0"/>
            <a:t>, </a:t>
          </a:r>
          <a:r>
            <a:rPr lang="ru-RU" sz="1300" b="0" i="0" kern="1200" dirty="0" err="1"/>
            <a:t>адміністративно-територіальна</a:t>
          </a:r>
          <a:r>
            <a:rPr lang="ru-RU" sz="1300" b="0" i="0" kern="1200" dirty="0"/>
            <a:t>, </a:t>
          </a:r>
          <a:r>
            <a:rPr lang="ru-RU" sz="1300" b="0" i="0" kern="1200" dirty="0" err="1"/>
            <a:t>господарська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одиниця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Запорозької</a:t>
          </a:r>
          <a:r>
            <a:rPr lang="ru-RU" sz="1300" b="0" i="0" kern="1200" dirty="0"/>
            <a:t> (</a:t>
          </a:r>
          <a:r>
            <a:rPr lang="ru-RU" sz="1300" b="0" i="0" kern="1200" dirty="0" err="1"/>
            <a:t>Нової</a:t>
          </a:r>
          <a:r>
            <a:rPr lang="ru-RU" sz="1300" b="0" i="0" kern="1200" dirty="0"/>
            <a:t>) </a:t>
          </a:r>
          <a:r>
            <a:rPr lang="ru-RU" sz="1300" b="0" i="0" kern="1200" dirty="0" err="1"/>
            <a:t>Січі</a:t>
          </a:r>
          <a:endParaRPr lang="uk-UA" sz="1300" kern="1200" dirty="0"/>
        </a:p>
      </dsp:txBody>
      <dsp:txXfrm>
        <a:off x="380782" y="251379"/>
        <a:ext cx="4319552" cy="503080"/>
      </dsp:txXfrm>
    </dsp:sp>
    <dsp:sp modelId="{8C1A8D53-22F0-4A0B-B542-FDE22CE1DAC8}">
      <dsp:nvSpPr>
        <dsp:cNvPr id="0" name=""/>
        <dsp:cNvSpPr/>
      </dsp:nvSpPr>
      <dsp:spPr>
        <a:xfrm>
          <a:off x="66357" y="188494"/>
          <a:ext cx="628851" cy="62885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ADA7E7-B854-49E2-9D07-EE9B71A384F6}">
      <dsp:nvSpPr>
        <dsp:cNvPr id="0" name=""/>
        <dsp:cNvSpPr/>
      </dsp:nvSpPr>
      <dsp:spPr>
        <a:xfrm>
          <a:off x="741275" y="1005759"/>
          <a:ext cx="3959059" cy="503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9320" tIns="33020" rIns="33020" bIns="3302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0" i="0" kern="1200"/>
            <a:t>форма визиску селянства, примусове виконання певного обсягу робіт на користь землевласника</a:t>
          </a:r>
          <a:endParaRPr lang="uk-UA" sz="1300" kern="1200"/>
        </a:p>
      </dsp:txBody>
      <dsp:txXfrm>
        <a:off x="741275" y="1005759"/>
        <a:ext cx="3959059" cy="503080"/>
      </dsp:txXfrm>
    </dsp:sp>
    <dsp:sp modelId="{C723F00F-1967-445E-8D15-382810360C6A}">
      <dsp:nvSpPr>
        <dsp:cNvPr id="0" name=""/>
        <dsp:cNvSpPr/>
      </dsp:nvSpPr>
      <dsp:spPr>
        <a:xfrm>
          <a:off x="426850" y="942874"/>
          <a:ext cx="628851" cy="62885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C8B5FE-E9A2-4030-803B-9915E740F5E7}">
      <dsp:nvSpPr>
        <dsp:cNvPr id="0" name=""/>
        <dsp:cNvSpPr/>
      </dsp:nvSpPr>
      <dsp:spPr>
        <a:xfrm>
          <a:off x="851918" y="1760139"/>
          <a:ext cx="3848416" cy="503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9320" tIns="33020" rIns="33020" bIns="3302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0" i="0" kern="1200" dirty="0"/>
            <a:t>система </a:t>
          </a:r>
          <a:r>
            <a:rPr lang="ru-RU" sz="1300" b="0" i="0" kern="1200" dirty="0" err="1"/>
            <a:t>правових</a:t>
          </a:r>
          <a:r>
            <a:rPr lang="ru-RU" sz="1300" b="0" i="0" kern="1200" dirty="0"/>
            <a:t> норм, </a:t>
          </a:r>
          <a:r>
            <a:rPr lang="ru-RU" sz="1300" b="0" i="0" kern="1200" dirty="0" err="1"/>
            <a:t>що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визначала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залежність</a:t>
          </a:r>
          <a:r>
            <a:rPr lang="ru-RU" sz="1300" b="0" i="0" kern="1200" dirty="0"/>
            <a:t> селянина </a:t>
          </a:r>
          <a:r>
            <a:rPr lang="ru-RU" sz="1300" b="0" i="0" kern="1200" dirty="0" err="1"/>
            <a:t>від</a:t>
          </a:r>
          <a:r>
            <a:rPr lang="ru-RU" sz="1300" b="0" i="0" kern="1200" dirty="0"/>
            <a:t> феодала</a:t>
          </a:r>
          <a:endParaRPr lang="uk-UA" sz="1300" kern="1200" dirty="0"/>
        </a:p>
      </dsp:txBody>
      <dsp:txXfrm>
        <a:off x="851918" y="1760139"/>
        <a:ext cx="3848416" cy="503080"/>
      </dsp:txXfrm>
    </dsp:sp>
    <dsp:sp modelId="{DCF45820-E625-4DE7-900C-77B80B6F9116}">
      <dsp:nvSpPr>
        <dsp:cNvPr id="0" name=""/>
        <dsp:cNvSpPr/>
      </dsp:nvSpPr>
      <dsp:spPr>
        <a:xfrm>
          <a:off x="537492" y="1697254"/>
          <a:ext cx="628851" cy="62885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6D9E42-B646-4F81-86DB-562847CB6044}">
      <dsp:nvSpPr>
        <dsp:cNvPr id="0" name=""/>
        <dsp:cNvSpPr/>
      </dsp:nvSpPr>
      <dsp:spPr>
        <a:xfrm>
          <a:off x="741275" y="2514519"/>
          <a:ext cx="3959059" cy="503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9320" tIns="33020" rIns="33020" bIns="3302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0" i="0" kern="1200"/>
            <a:t>елемент звичаєвого права, що давав змогу на підставі першості володіти землею</a:t>
          </a:r>
          <a:endParaRPr lang="uk-UA" sz="1300" kern="1200"/>
        </a:p>
      </dsp:txBody>
      <dsp:txXfrm>
        <a:off x="741275" y="2514519"/>
        <a:ext cx="3959059" cy="503080"/>
      </dsp:txXfrm>
    </dsp:sp>
    <dsp:sp modelId="{D4589EB7-57E1-4FDD-AB72-360CB2B40570}">
      <dsp:nvSpPr>
        <dsp:cNvPr id="0" name=""/>
        <dsp:cNvSpPr/>
      </dsp:nvSpPr>
      <dsp:spPr>
        <a:xfrm>
          <a:off x="426850" y="2451634"/>
          <a:ext cx="628851" cy="62885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F11F04-C3F6-407C-97EF-C87FF8206455}">
      <dsp:nvSpPr>
        <dsp:cNvPr id="0" name=""/>
        <dsp:cNvSpPr/>
      </dsp:nvSpPr>
      <dsp:spPr>
        <a:xfrm>
          <a:off x="380782" y="3268899"/>
          <a:ext cx="4319552" cy="503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9320" tIns="33020" rIns="33020" bIns="3302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0" i="0" kern="1200" dirty="0" err="1"/>
            <a:t>хутір</a:t>
          </a:r>
          <a:r>
            <a:rPr lang="ru-RU" sz="1300" b="0" i="0" kern="1200" dirty="0"/>
            <a:t>, у </a:t>
          </a:r>
          <a:r>
            <a:rPr lang="ru-RU" sz="1300" b="0" i="0" kern="1200" dirty="0" err="1"/>
            <a:t>якому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запорозькі</a:t>
          </a:r>
          <a:r>
            <a:rPr lang="ru-RU" sz="1300" b="0" i="0" kern="1200" dirty="0"/>
            <a:t> козаки </a:t>
          </a:r>
          <a:r>
            <a:rPr lang="ru-RU" sz="1300" b="0" i="0" kern="1200" dirty="0" err="1"/>
            <a:t>займалися</a:t>
          </a:r>
          <a:r>
            <a:rPr lang="ru-RU" sz="1300" b="0" i="0" kern="1200" dirty="0"/>
            <a:t> </a:t>
          </a:r>
          <a:r>
            <a:rPr lang="ru-RU" sz="1300" b="0" i="0" kern="1200" dirty="0" err="1"/>
            <a:t>скотарством</a:t>
          </a:r>
          <a:r>
            <a:rPr lang="ru-RU" sz="1300" b="0" i="0" kern="1200" dirty="0"/>
            <a:t> і </a:t>
          </a:r>
          <a:r>
            <a:rPr lang="ru-RU" sz="1300" b="0" i="0" kern="1200" dirty="0" err="1"/>
            <a:t>землеробством</a:t>
          </a:r>
          <a:endParaRPr lang="uk-UA" sz="1300" kern="1200" dirty="0"/>
        </a:p>
      </dsp:txBody>
      <dsp:txXfrm>
        <a:off x="380782" y="3268899"/>
        <a:ext cx="4319552" cy="503080"/>
      </dsp:txXfrm>
    </dsp:sp>
    <dsp:sp modelId="{33345FE4-DB57-47C5-B6B3-56EE71B5F371}">
      <dsp:nvSpPr>
        <dsp:cNvPr id="0" name=""/>
        <dsp:cNvSpPr/>
      </dsp:nvSpPr>
      <dsp:spPr>
        <a:xfrm>
          <a:off x="66357" y="3206014"/>
          <a:ext cx="628851" cy="62885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7778ED-A970-4A88-99FF-2C948D7AB9DC}">
      <dsp:nvSpPr>
        <dsp:cNvPr id="0" name=""/>
        <dsp:cNvSpPr/>
      </dsp:nvSpPr>
      <dsp:spPr>
        <a:xfrm rot="10800000">
          <a:off x="1833251" y="3141"/>
          <a:ext cx="6463974" cy="8204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православ’я</a:t>
          </a:r>
          <a:endParaRPr lang="uk-UA" sz="3800" kern="1200"/>
        </a:p>
      </dsp:txBody>
      <dsp:txXfrm rot="10800000">
        <a:off x="2038359" y="3141"/>
        <a:ext cx="6258866" cy="820431"/>
      </dsp:txXfrm>
    </dsp:sp>
    <dsp:sp modelId="{B1E934AB-8C2B-4986-AFCA-2137AAB15BA9}">
      <dsp:nvSpPr>
        <dsp:cNvPr id="0" name=""/>
        <dsp:cNvSpPr/>
      </dsp:nvSpPr>
      <dsp:spPr>
        <a:xfrm>
          <a:off x="1423035" y="3141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5B8787-7847-40CF-B6E3-9249F8769DD3}">
      <dsp:nvSpPr>
        <dsp:cNvPr id="0" name=""/>
        <dsp:cNvSpPr/>
      </dsp:nvSpPr>
      <dsp:spPr>
        <a:xfrm rot="10800000">
          <a:off x="1833251" y="1068478"/>
          <a:ext cx="6463974" cy="8204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кальвінізму</a:t>
          </a:r>
          <a:endParaRPr lang="uk-UA" sz="3800" kern="1200"/>
        </a:p>
      </dsp:txBody>
      <dsp:txXfrm rot="10800000">
        <a:off x="2038359" y="1068478"/>
        <a:ext cx="6258866" cy="820431"/>
      </dsp:txXfrm>
    </dsp:sp>
    <dsp:sp modelId="{9F7C2A89-42CF-4D1C-83FE-77A7D68BF987}">
      <dsp:nvSpPr>
        <dsp:cNvPr id="0" name=""/>
        <dsp:cNvSpPr/>
      </dsp:nvSpPr>
      <dsp:spPr>
        <a:xfrm>
          <a:off x="1423035" y="1068478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77E95E-0E9F-412A-AEA2-E12335B58A32}">
      <dsp:nvSpPr>
        <dsp:cNvPr id="0" name=""/>
        <dsp:cNvSpPr/>
      </dsp:nvSpPr>
      <dsp:spPr>
        <a:xfrm rot="10800000">
          <a:off x="1833251" y="2133815"/>
          <a:ext cx="6463974" cy="820431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католицизму</a:t>
          </a:r>
          <a:endParaRPr lang="uk-UA" sz="3800" kern="1200"/>
        </a:p>
      </dsp:txBody>
      <dsp:txXfrm rot="10800000">
        <a:off x="2038359" y="2133815"/>
        <a:ext cx="6258866" cy="820431"/>
      </dsp:txXfrm>
    </dsp:sp>
    <dsp:sp modelId="{206D1180-910B-4E89-876D-B070A487ABEB}">
      <dsp:nvSpPr>
        <dsp:cNvPr id="0" name=""/>
        <dsp:cNvSpPr/>
      </dsp:nvSpPr>
      <dsp:spPr>
        <a:xfrm>
          <a:off x="1423035" y="2133815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92293D-2588-43D5-806A-AB484E61D736}">
      <dsp:nvSpPr>
        <dsp:cNvPr id="0" name=""/>
        <dsp:cNvSpPr/>
      </dsp:nvSpPr>
      <dsp:spPr>
        <a:xfrm rot="10800000">
          <a:off x="1833251" y="3199151"/>
          <a:ext cx="6463974" cy="8204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соцініанства</a:t>
          </a:r>
          <a:endParaRPr lang="uk-UA" sz="3800" kern="1200"/>
        </a:p>
      </dsp:txBody>
      <dsp:txXfrm rot="10800000">
        <a:off x="2038359" y="3199151"/>
        <a:ext cx="6258866" cy="820431"/>
      </dsp:txXfrm>
    </dsp:sp>
    <dsp:sp modelId="{125CDDDE-C9E9-4993-B0D2-6C1CDAF56E96}">
      <dsp:nvSpPr>
        <dsp:cNvPr id="0" name=""/>
        <dsp:cNvSpPr/>
      </dsp:nvSpPr>
      <dsp:spPr>
        <a:xfrm>
          <a:off x="1423035" y="3199151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7778ED-A970-4A88-99FF-2C948D7AB9DC}">
      <dsp:nvSpPr>
        <dsp:cNvPr id="0" name=""/>
        <dsp:cNvSpPr/>
      </dsp:nvSpPr>
      <dsp:spPr>
        <a:xfrm rot="10800000">
          <a:off x="1833251" y="3141"/>
          <a:ext cx="6463974" cy="8204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 err="1"/>
            <a:t>православ’я</a:t>
          </a:r>
          <a:endParaRPr lang="uk-UA" sz="3800" kern="1200" dirty="0"/>
        </a:p>
      </dsp:txBody>
      <dsp:txXfrm rot="10800000">
        <a:off x="2038359" y="3141"/>
        <a:ext cx="6258866" cy="820431"/>
      </dsp:txXfrm>
    </dsp:sp>
    <dsp:sp modelId="{B1E934AB-8C2B-4986-AFCA-2137AAB15BA9}">
      <dsp:nvSpPr>
        <dsp:cNvPr id="0" name=""/>
        <dsp:cNvSpPr/>
      </dsp:nvSpPr>
      <dsp:spPr>
        <a:xfrm>
          <a:off x="1423035" y="3141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5B8787-7847-40CF-B6E3-9249F8769DD3}">
      <dsp:nvSpPr>
        <dsp:cNvPr id="0" name=""/>
        <dsp:cNvSpPr/>
      </dsp:nvSpPr>
      <dsp:spPr>
        <a:xfrm rot="10800000">
          <a:off x="1833251" y="1068478"/>
          <a:ext cx="6463974" cy="8204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 err="1"/>
            <a:t>кальвінізму</a:t>
          </a:r>
          <a:endParaRPr lang="uk-UA" sz="3800" kern="1200" dirty="0"/>
        </a:p>
      </dsp:txBody>
      <dsp:txXfrm rot="10800000">
        <a:off x="2038359" y="1068478"/>
        <a:ext cx="6258866" cy="820431"/>
      </dsp:txXfrm>
    </dsp:sp>
    <dsp:sp modelId="{9F7C2A89-42CF-4D1C-83FE-77A7D68BF987}">
      <dsp:nvSpPr>
        <dsp:cNvPr id="0" name=""/>
        <dsp:cNvSpPr/>
      </dsp:nvSpPr>
      <dsp:spPr>
        <a:xfrm>
          <a:off x="1423035" y="1068478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77E95E-0E9F-412A-AEA2-E12335B58A32}">
      <dsp:nvSpPr>
        <dsp:cNvPr id="0" name=""/>
        <dsp:cNvSpPr/>
      </dsp:nvSpPr>
      <dsp:spPr>
        <a:xfrm rot="10800000">
          <a:off x="1833251" y="2133815"/>
          <a:ext cx="6463974" cy="8204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католицизму</a:t>
          </a:r>
          <a:endParaRPr lang="uk-UA" sz="3800" kern="1200"/>
        </a:p>
      </dsp:txBody>
      <dsp:txXfrm rot="10800000">
        <a:off x="2038359" y="2133815"/>
        <a:ext cx="6258866" cy="820431"/>
      </dsp:txXfrm>
    </dsp:sp>
    <dsp:sp modelId="{206D1180-910B-4E89-876D-B070A487ABEB}">
      <dsp:nvSpPr>
        <dsp:cNvPr id="0" name=""/>
        <dsp:cNvSpPr/>
      </dsp:nvSpPr>
      <dsp:spPr>
        <a:xfrm>
          <a:off x="1423035" y="2133815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92293D-2588-43D5-806A-AB484E61D736}">
      <dsp:nvSpPr>
        <dsp:cNvPr id="0" name=""/>
        <dsp:cNvSpPr/>
      </dsp:nvSpPr>
      <dsp:spPr>
        <a:xfrm rot="10800000">
          <a:off x="1833251" y="3199151"/>
          <a:ext cx="6463974" cy="8204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 err="1"/>
            <a:t>соцініанства</a:t>
          </a:r>
          <a:endParaRPr lang="uk-UA" sz="3800" kern="1200" dirty="0"/>
        </a:p>
      </dsp:txBody>
      <dsp:txXfrm rot="10800000">
        <a:off x="2038359" y="3199151"/>
        <a:ext cx="6258866" cy="820431"/>
      </dsp:txXfrm>
    </dsp:sp>
    <dsp:sp modelId="{125CDDDE-C9E9-4993-B0D2-6C1CDAF56E96}">
      <dsp:nvSpPr>
        <dsp:cNvPr id="0" name=""/>
        <dsp:cNvSpPr/>
      </dsp:nvSpPr>
      <dsp:spPr>
        <a:xfrm>
          <a:off x="1423035" y="3199151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315A1B-8E8D-45CC-B154-7FAC4EF28541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02870" rIns="192024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700" b="0" i="0" kern="1200" dirty="0"/>
            <a:t>шляхта</a:t>
          </a:r>
          <a:endParaRPr lang="uk-UA" sz="2700" kern="1200" dirty="0"/>
        </a:p>
      </dsp:txBody>
      <dsp:txXfrm rot="10800000">
        <a:off x="1207108" y="1257"/>
        <a:ext cx="2956662" cy="821331"/>
      </dsp:txXfrm>
    </dsp:sp>
    <dsp:sp modelId="{97A2A99E-0134-462B-B47C-EB05B18B6D3A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873AF1-F95C-4692-8DE0-7B4E7EF3A18A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02870" rIns="192024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700" b="0" i="0" kern="1200" dirty="0"/>
            <a:t>духовенство</a:t>
          </a:r>
          <a:endParaRPr lang="uk-UA" sz="2700" kern="1200" dirty="0"/>
        </a:p>
      </dsp:txBody>
      <dsp:txXfrm rot="10800000">
        <a:off x="1207108" y="1067762"/>
        <a:ext cx="2956662" cy="821331"/>
      </dsp:txXfrm>
    </dsp:sp>
    <dsp:sp modelId="{55FDEDF9-5D14-4A1A-8833-7C2CF89292F8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053E1B-8590-44D3-88B2-8BA945BA30A3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02870" rIns="192024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700" b="0" i="0" kern="1200"/>
            <a:t>міщани</a:t>
          </a:r>
          <a:endParaRPr lang="uk-UA" sz="2700" kern="1200"/>
        </a:p>
      </dsp:txBody>
      <dsp:txXfrm rot="10800000">
        <a:off x="1207108" y="2134266"/>
        <a:ext cx="2956662" cy="821331"/>
      </dsp:txXfrm>
    </dsp:sp>
    <dsp:sp modelId="{F162C6DD-449E-4CEC-B5F8-315736C395AE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991535-237D-40DE-AD33-5065D109783A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02870" rIns="192024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700" b="0" i="0" kern="1200" dirty="0"/>
            <a:t>селяни</a:t>
          </a:r>
          <a:endParaRPr lang="uk-UA" sz="2700" kern="1200" dirty="0"/>
        </a:p>
      </dsp:txBody>
      <dsp:txXfrm rot="10800000">
        <a:off x="1207108" y="3200771"/>
        <a:ext cx="2956662" cy="821331"/>
      </dsp:txXfrm>
    </dsp:sp>
    <dsp:sp modelId="{A2797769-A144-4360-A654-1B9FBFA3C09F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6B0C6-E3BE-4AC3-A65C-51E0B9A532D5}">
      <dsp:nvSpPr>
        <dsp:cNvPr id="0" name=""/>
        <dsp:cNvSpPr/>
      </dsp:nvSpPr>
      <dsp:spPr>
        <a:xfrm rot="5400000">
          <a:off x="2924101" y="-1133271"/>
          <a:ext cx="618434" cy="30431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b="0" i="0" kern="1200" dirty="0"/>
            <a:t>«</a:t>
          </a:r>
          <a:r>
            <a:rPr lang="ru-RU" sz="1700" b="0" i="0" kern="1200" dirty="0" err="1"/>
            <a:t>реєстр</a:t>
          </a:r>
          <a:r>
            <a:rPr lang="ru-RU" sz="1700" b="0" i="0" kern="1200" dirty="0"/>
            <a:t>», «полковник», «</a:t>
          </a:r>
          <a:r>
            <a:rPr lang="ru-RU" sz="1700" b="0" i="0" kern="1200" dirty="0" err="1"/>
            <a:t>клейноди</a:t>
          </a:r>
          <a:r>
            <a:rPr lang="ru-RU" sz="1700" b="0" i="0" kern="1200" dirty="0"/>
            <a:t>»</a:t>
          </a:r>
          <a:endParaRPr lang="uk-UA" sz="1700" kern="1200" dirty="0"/>
        </a:p>
      </dsp:txBody>
      <dsp:txXfrm rot="-5400000">
        <a:off x="1711757" y="109262"/>
        <a:ext cx="3012934" cy="558056"/>
      </dsp:txXfrm>
    </dsp:sp>
    <dsp:sp modelId="{00487A97-2BB4-4490-9733-E8C3B9CE05F4}">
      <dsp:nvSpPr>
        <dsp:cNvPr id="0" name=""/>
        <dsp:cNvSpPr/>
      </dsp:nvSpPr>
      <dsp:spPr>
        <a:xfrm>
          <a:off x="0" y="1768"/>
          <a:ext cx="1711756" cy="7730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b="0" i="0" kern="1200"/>
            <a:t>А</a:t>
          </a:r>
          <a:endParaRPr lang="uk-UA" sz="3900" kern="1200"/>
        </a:p>
      </dsp:txBody>
      <dsp:txXfrm>
        <a:off x="37737" y="39505"/>
        <a:ext cx="1636282" cy="697569"/>
      </dsp:txXfrm>
    </dsp:sp>
    <dsp:sp modelId="{E66794AC-B01B-46BB-959F-ACF41A5B6B82}">
      <dsp:nvSpPr>
        <dsp:cNvPr id="0" name=""/>
        <dsp:cNvSpPr/>
      </dsp:nvSpPr>
      <dsp:spPr>
        <a:xfrm rot="5400000">
          <a:off x="2924101" y="-321576"/>
          <a:ext cx="618434" cy="30431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b="0" i="0" kern="1200" dirty="0"/>
            <a:t>«братства», «</a:t>
          </a:r>
          <a:r>
            <a:rPr lang="ru-RU" sz="1700" b="0" i="0" kern="1200" dirty="0" err="1"/>
            <a:t>магдебурзьке</a:t>
          </a:r>
          <a:r>
            <a:rPr lang="ru-RU" sz="1700" b="0" i="0" kern="1200" dirty="0"/>
            <a:t> право», «</a:t>
          </a:r>
          <a:r>
            <a:rPr lang="ru-RU" sz="1700" b="0" i="0" kern="1200" dirty="0" err="1"/>
            <a:t>магістрат</a:t>
          </a:r>
          <a:r>
            <a:rPr lang="ru-RU" sz="1700" b="0" i="0" kern="1200" dirty="0"/>
            <a:t>»</a:t>
          </a:r>
          <a:endParaRPr lang="uk-UA" sz="1700" kern="1200" dirty="0"/>
        </a:p>
      </dsp:txBody>
      <dsp:txXfrm rot="-5400000">
        <a:off x="1711757" y="920957"/>
        <a:ext cx="3012934" cy="558056"/>
      </dsp:txXfrm>
    </dsp:sp>
    <dsp:sp modelId="{8BAB72F4-D413-4F2E-B3C5-745C300A27F1}">
      <dsp:nvSpPr>
        <dsp:cNvPr id="0" name=""/>
        <dsp:cNvSpPr/>
      </dsp:nvSpPr>
      <dsp:spPr>
        <a:xfrm>
          <a:off x="0" y="813463"/>
          <a:ext cx="1711756" cy="7730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kern="1200"/>
            <a:t>Б</a:t>
          </a:r>
          <a:endParaRPr lang="uk-UA" sz="3900" kern="1200"/>
        </a:p>
      </dsp:txBody>
      <dsp:txXfrm>
        <a:off x="37737" y="851200"/>
        <a:ext cx="1636282" cy="697569"/>
      </dsp:txXfrm>
    </dsp:sp>
    <dsp:sp modelId="{C684C758-5725-4E1A-AC8E-4317575BFC07}">
      <dsp:nvSpPr>
        <dsp:cNvPr id="0" name=""/>
        <dsp:cNvSpPr/>
      </dsp:nvSpPr>
      <dsp:spPr>
        <a:xfrm rot="5400000">
          <a:off x="2924101" y="490118"/>
          <a:ext cx="618434" cy="30431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b="0" i="0" kern="1200"/>
            <a:t>«панщина», «закріпачення», «покозачення»</a:t>
          </a:r>
          <a:endParaRPr lang="uk-UA" sz="1700" kern="1200"/>
        </a:p>
      </dsp:txBody>
      <dsp:txXfrm rot="-5400000">
        <a:off x="1711757" y="1732652"/>
        <a:ext cx="3012934" cy="558056"/>
      </dsp:txXfrm>
    </dsp:sp>
    <dsp:sp modelId="{5A0FC0F1-B472-40A7-BE5F-D3383C32019F}">
      <dsp:nvSpPr>
        <dsp:cNvPr id="0" name=""/>
        <dsp:cNvSpPr/>
      </dsp:nvSpPr>
      <dsp:spPr>
        <a:xfrm>
          <a:off x="0" y="1625158"/>
          <a:ext cx="1711756" cy="7730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b="0" i="0" kern="1200"/>
            <a:t>В</a:t>
          </a:r>
          <a:endParaRPr lang="uk-UA" sz="3900" kern="1200"/>
        </a:p>
      </dsp:txBody>
      <dsp:txXfrm>
        <a:off x="37737" y="1662895"/>
        <a:ext cx="1636282" cy="697569"/>
      </dsp:txXfrm>
    </dsp:sp>
    <dsp:sp modelId="{DA15DCDE-BAE4-4986-866D-83A2F7C66C6F}">
      <dsp:nvSpPr>
        <dsp:cNvPr id="0" name=""/>
        <dsp:cNvSpPr/>
      </dsp:nvSpPr>
      <dsp:spPr>
        <a:xfrm rot="5400000">
          <a:off x="2924101" y="1301813"/>
          <a:ext cx="618434" cy="30431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b="0" i="0" kern="1200"/>
            <a:t>«фільварок», «сейм», «вето»</a:t>
          </a:r>
          <a:endParaRPr lang="uk-UA" sz="1700" kern="1200"/>
        </a:p>
      </dsp:txBody>
      <dsp:txXfrm rot="-5400000">
        <a:off x="1711757" y="2544347"/>
        <a:ext cx="3012934" cy="558056"/>
      </dsp:txXfrm>
    </dsp:sp>
    <dsp:sp modelId="{2EBA19D0-1946-4E75-A63C-806808D0381E}">
      <dsp:nvSpPr>
        <dsp:cNvPr id="0" name=""/>
        <dsp:cNvSpPr/>
      </dsp:nvSpPr>
      <dsp:spPr>
        <a:xfrm>
          <a:off x="0" y="2436853"/>
          <a:ext cx="1711756" cy="7730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b="0" i="0" kern="1200"/>
            <a:t>Г</a:t>
          </a:r>
          <a:endParaRPr lang="uk-UA" sz="3900" kern="1200"/>
        </a:p>
      </dsp:txBody>
      <dsp:txXfrm>
        <a:off x="37737" y="2474590"/>
        <a:ext cx="1636282" cy="697569"/>
      </dsp:txXfrm>
    </dsp:sp>
    <dsp:sp modelId="{B1050223-6DEC-486B-A506-59C49E24315F}">
      <dsp:nvSpPr>
        <dsp:cNvPr id="0" name=""/>
        <dsp:cNvSpPr/>
      </dsp:nvSpPr>
      <dsp:spPr>
        <a:xfrm rot="5400000">
          <a:off x="2924101" y="2113508"/>
          <a:ext cx="618434" cy="30431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b="0" i="0" kern="1200" dirty="0"/>
            <a:t>«</a:t>
          </a:r>
          <a:r>
            <a:rPr lang="ru-RU" sz="1700" b="0" i="0" kern="1200" dirty="0" err="1"/>
            <a:t>унія</a:t>
          </a:r>
          <a:r>
            <a:rPr lang="ru-RU" sz="1700" b="0" i="0" kern="1200" dirty="0"/>
            <a:t>», «</a:t>
          </a:r>
          <a:r>
            <a:rPr lang="ru-RU" sz="1700" b="0" i="0" kern="1200" dirty="0" err="1"/>
            <a:t>полемічна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література</a:t>
          </a:r>
          <a:r>
            <a:rPr lang="ru-RU" sz="1700" b="0" i="0" kern="1200" dirty="0"/>
            <a:t>», «</a:t>
          </a:r>
          <a:r>
            <a:rPr lang="ru-RU" sz="1700" b="0" i="0" kern="1200" dirty="0" err="1"/>
            <a:t>ставропігія</a:t>
          </a:r>
          <a:r>
            <a:rPr lang="ru-RU" sz="1700" b="0" i="0" kern="1200" dirty="0"/>
            <a:t>»</a:t>
          </a:r>
          <a:endParaRPr lang="uk-UA" sz="1700" kern="1200" dirty="0"/>
        </a:p>
      </dsp:txBody>
      <dsp:txXfrm rot="-5400000">
        <a:off x="1711757" y="3356042"/>
        <a:ext cx="3012934" cy="558056"/>
      </dsp:txXfrm>
    </dsp:sp>
    <dsp:sp modelId="{1C8CF8A0-861F-4521-85D7-F04DDB7E20D1}">
      <dsp:nvSpPr>
        <dsp:cNvPr id="0" name=""/>
        <dsp:cNvSpPr/>
      </dsp:nvSpPr>
      <dsp:spPr>
        <a:xfrm>
          <a:off x="0" y="3248548"/>
          <a:ext cx="1711756" cy="7730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b="0" i="0" kern="1200"/>
            <a:t>Д</a:t>
          </a:r>
          <a:endParaRPr lang="uk-UA" sz="3900" kern="1200"/>
        </a:p>
      </dsp:txBody>
      <dsp:txXfrm>
        <a:off x="37737" y="3286285"/>
        <a:ext cx="1636282" cy="697569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AAC302-E4EA-48FA-A5ED-BB1CF97AA632}">
      <dsp:nvSpPr>
        <dsp:cNvPr id="0" name=""/>
        <dsp:cNvSpPr/>
      </dsp:nvSpPr>
      <dsp:spPr>
        <a:xfrm>
          <a:off x="0" y="70489"/>
          <a:ext cx="4754880" cy="19023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700" b="0" i="0" kern="1200"/>
            <a:t>витісненню з органів міського самоврядування іноземців (поляків, німців тощо).</a:t>
          </a:r>
          <a:endParaRPr lang="uk-UA" sz="2700" kern="1200"/>
        </a:p>
      </dsp:txBody>
      <dsp:txXfrm>
        <a:off x="92863" y="163352"/>
        <a:ext cx="4569154" cy="1716584"/>
      </dsp:txXfrm>
    </dsp:sp>
    <dsp:sp modelId="{F471F849-9564-4B81-B125-5B5761B7BA52}">
      <dsp:nvSpPr>
        <dsp:cNvPr id="0" name=""/>
        <dsp:cNvSpPr/>
      </dsp:nvSpPr>
      <dsp:spPr>
        <a:xfrm>
          <a:off x="0" y="2050560"/>
          <a:ext cx="4754880" cy="1902310"/>
        </a:xfrm>
        <a:prstGeom prst="roundRect">
          <a:avLst/>
        </a:prstGeom>
        <a:solidFill>
          <a:srgbClr val="00B0F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700" b="0" i="0" kern="1200" dirty="0"/>
            <a:t>захисту населення міст від сваволі королівських намісників і великих землевласників.</a:t>
          </a:r>
          <a:endParaRPr lang="uk-UA" sz="2700" kern="1200" dirty="0"/>
        </a:p>
      </dsp:txBody>
      <dsp:txXfrm>
        <a:off x="92863" y="2143423"/>
        <a:ext cx="4569154" cy="1716584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B3E706-26BC-49CC-9467-5796171C89CC}">
      <dsp:nvSpPr>
        <dsp:cNvPr id="0" name=""/>
        <dsp:cNvSpPr/>
      </dsp:nvSpPr>
      <dsp:spPr>
        <a:xfrm>
          <a:off x="0" y="318779"/>
          <a:ext cx="4754880" cy="164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000" kern="1200" dirty="0"/>
            <a:t>поглибленню спеціалізації ремісничого виробництва та утворенню </a:t>
          </a:r>
          <a:r>
            <a:rPr lang="uk-UA" sz="3000" kern="1200" dirty="0" err="1"/>
            <a:t>цехів</a:t>
          </a:r>
          <a:r>
            <a:rPr lang="uk-UA" sz="3000" kern="1200" dirty="0"/>
            <a:t>.</a:t>
          </a:r>
        </a:p>
      </dsp:txBody>
      <dsp:txXfrm>
        <a:off x="80532" y="399311"/>
        <a:ext cx="4593816" cy="1488636"/>
      </dsp:txXfrm>
    </dsp:sp>
    <dsp:sp modelId="{E1110666-7D51-421F-A3CA-5EBEB16102AF}">
      <dsp:nvSpPr>
        <dsp:cNvPr id="0" name=""/>
        <dsp:cNvSpPr/>
      </dsp:nvSpPr>
      <dsp:spPr>
        <a:xfrm>
          <a:off x="0" y="2054880"/>
          <a:ext cx="4754880" cy="164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000" kern="1200" dirty="0"/>
            <a:t>утвердженню панівного становища українського населення в містах.</a:t>
          </a:r>
        </a:p>
      </dsp:txBody>
      <dsp:txXfrm>
        <a:off x="80532" y="2135412"/>
        <a:ext cx="4593816" cy="1488636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AAC302-E4EA-48FA-A5ED-BB1CF97AA632}">
      <dsp:nvSpPr>
        <dsp:cNvPr id="0" name=""/>
        <dsp:cNvSpPr/>
      </dsp:nvSpPr>
      <dsp:spPr>
        <a:xfrm>
          <a:off x="0" y="70489"/>
          <a:ext cx="4754880" cy="19023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700" b="0" i="0" kern="1200" dirty="0"/>
            <a:t>витісненню з органів міського самоврядування іноземців (поляків, німців тощо).</a:t>
          </a:r>
          <a:endParaRPr lang="uk-UA" sz="2700" kern="1200" dirty="0"/>
        </a:p>
      </dsp:txBody>
      <dsp:txXfrm>
        <a:off x="92863" y="163352"/>
        <a:ext cx="4569154" cy="1716584"/>
      </dsp:txXfrm>
    </dsp:sp>
    <dsp:sp modelId="{F471F849-9564-4B81-B125-5B5761B7BA52}">
      <dsp:nvSpPr>
        <dsp:cNvPr id="0" name=""/>
        <dsp:cNvSpPr/>
      </dsp:nvSpPr>
      <dsp:spPr>
        <a:xfrm>
          <a:off x="0" y="2050560"/>
          <a:ext cx="4754880" cy="1902310"/>
        </a:xfrm>
        <a:prstGeom prst="roundRect">
          <a:avLst/>
        </a:prstGeom>
        <a:solidFill>
          <a:schemeClr val="accent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700" b="0" i="0" kern="1200" dirty="0"/>
            <a:t>захисту населення міст від сваволі королівських намісників і великих землевласників.</a:t>
          </a:r>
          <a:endParaRPr lang="uk-UA" sz="2700" kern="1200" dirty="0"/>
        </a:p>
      </dsp:txBody>
      <dsp:txXfrm>
        <a:off x="92863" y="2143423"/>
        <a:ext cx="4569154" cy="1716584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5CC285-D18C-40B9-B69C-FBB2C0AA5286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37160" rIns="256032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/>
            <a:t>оброк</a:t>
          </a:r>
          <a:endParaRPr lang="uk-UA" sz="3600" kern="1200" dirty="0"/>
        </a:p>
      </dsp:txBody>
      <dsp:txXfrm rot="10800000">
        <a:off x="1207108" y="1257"/>
        <a:ext cx="2956662" cy="821331"/>
      </dsp:txXfrm>
    </dsp:sp>
    <dsp:sp modelId="{CFD334C5-FED5-4F43-9F26-42E755A3C904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421297-4D87-4253-8428-6AD581945CFE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37160" rIns="256032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/>
            <a:t>десятину</a:t>
          </a:r>
          <a:endParaRPr lang="uk-UA" sz="3600" kern="1200"/>
        </a:p>
      </dsp:txBody>
      <dsp:txXfrm rot="10800000">
        <a:off x="1207108" y="1067762"/>
        <a:ext cx="2956662" cy="821331"/>
      </dsp:txXfrm>
    </dsp:sp>
    <dsp:sp modelId="{07D4125F-75BC-4372-972A-7AA97C1DDC0E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537AA6-F3D1-451C-81C6-386AF44287AC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37160" rIns="256032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/>
            <a:t>полюддя</a:t>
          </a:r>
          <a:endParaRPr lang="uk-UA" sz="3600" kern="1200"/>
        </a:p>
      </dsp:txBody>
      <dsp:txXfrm rot="10800000">
        <a:off x="1207108" y="2134266"/>
        <a:ext cx="2956662" cy="821331"/>
      </dsp:txXfrm>
    </dsp:sp>
    <dsp:sp modelId="{8832E6E2-41CB-4908-BEC2-89D36D60B531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521FEA-43E9-43D6-AF52-0A153AD67BD4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37160" rIns="256032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kern="1200" dirty="0"/>
            <a:t>панщину</a:t>
          </a:r>
          <a:endParaRPr lang="uk-UA" sz="3600" kern="1200" dirty="0"/>
        </a:p>
      </dsp:txBody>
      <dsp:txXfrm rot="10800000">
        <a:off x="1207108" y="3200771"/>
        <a:ext cx="2956662" cy="821331"/>
      </dsp:txXfrm>
    </dsp:sp>
    <dsp:sp modelId="{721F7F06-A155-4EC0-BAC1-7179E3D7D216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9D3A1A-43E4-48B6-B7A1-831C9CED350A}">
      <dsp:nvSpPr>
        <dsp:cNvPr id="0" name=""/>
        <dsp:cNvSpPr/>
      </dsp:nvSpPr>
      <dsp:spPr>
        <a:xfrm rot="5400000">
          <a:off x="-174718" y="917565"/>
          <a:ext cx="1422061" cy="17238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52724-0998-4B3E-90B1-16DCAE5DE849}">
      <dsp:nvSpPr>
        <dsp:cNvPr id="0" name=""/>
        <dsp:cNvSpPr/>
      </dsp:nvSpPr>
      <dsp:spPr>
        <a:xfrm>
          <a:off x="145978" y="491"/>
          <a:ext cx="1915417" cy="11492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/>
            <a:t>«</a:t>
          </a:r>
          <a:r>
            <a:rPr lang="ru-RU" sz="2000" kern="1200" dirty="0" err="1"/>
            <a:t>Державні</a:t>
          </a:r>
          <a:r>
            <a:rPr lang="ru-RU" sz="2000" kern="1200" dirty="0"/>
            <a:t> </a:t>
          </a:r>
          <a:r>
            <a:rPr lang="ru-RU" sz="2000" kern="1200" dirty="0" err="1"/>
            <a:t>селяни</a:t>
          </a:r>
          <a:r>
            <a:rPr lang="ru-RU" sz="2000" kern="1200" dirty="0"/>
            <a:t>».</a:t>
          </a:r>
          <a:endParaRPr lang="uk-UA" sz="2000" kern="1200" dirty="0"/>
        </a:p>
      </dsp:txBody>
      <dsp:txXfrm>
        <a:off x="179638" y="34151"/>
        <a:ext cx="1848097" cy="1081930"/>
      </dsp:txXfrm>
    </dsp:sp>
    <dsp:sp modelId="{CDB2BFCD-C061-4B52-A073-F34B8D6DF7BB}">
      <dsp:nvSpPr>
        <dsp:cNvPr id="0" name=""/>
        <dsp:cNvSpPr/>
      </dsp:nvSpPr>
      <dsp:spPr>
        <a:xfrm rot="5400000">
          <a:off x="-174718" y="2354129"/>
          <a:ext cx="1422061" cy="17238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B8121F-4A66-4BEC-BEFC-4AC703E2AB3E}">
      <dsp:nvSpPr>
        <dsp:cNvPr id="0" name=""/>
        <dsp:cNvSpPr/>
      </dsp:nvSpPr>
      <dsp:spPr>
        <a:xfrm>
          <a:off x="145978" y="1437054"/>
          <a:ext cx="1915417" cy="11492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/>
            <a:t>«Панщина».</a:t>
          </a:r>
          <a:endParaRPr lang="uk-UA" sz="2000" kern="1200"/>
        </a:p>
      </dsp:txBody>
      <dsp:txXfrm>
        <a:off x="179638" y="1470714"/>
        <a:ext cx="1848097" cy="1081930"/>
      </dsp:txXfrm>
    </dsp:sp>
    <dsp:sp modelId="{1059B470-2424-4C40-B34F-835CE9962F48}">
      <dsp:nvSpPr>
        <dsp:cNvPr id="0" name=""/>
        <dsp:cNvSpPr/>
      </dsp:nvSpPr>
      <dsp:spPr>
        <a:xfrm>
          <a:off x="543563" y="3072410"/>
          <a:ext cx="2533003" cy="17238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2E5B94-6CB5-4A1E-B2FC-63FFFD33605C}">
      <dsp:nvSpPr>
        <dsp:cNvPr id="0" name=""/>
        <dsp:cNvSpPr/>
      </dsp:nvSpPr>
      <dsp:spPr>
        <a:xfrm>
          <a:off x="145978" y="2873618"/>
          <a:ext cx="1915417" cy="11492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/>
            <a:t>«Кріпацтво».</a:t>
          </a:r>
          <a:endParaRPr lang="uk-UA" sz="2000" kern="1200"/>
        </a:p>
      </dsp:txBody>
      <dsp:txXfrm>
        <a:off x="179638" y="2907278"/>
        <a:ext cx="1848097" cy="1081930"/>
      </dsp:txXfrm>
    </dsp:sp>
    <dsp:sp modelId="{D7D4ABDD-ED89-4F33-8DB0-261AA5C8FCE1}">
      <dsp:nvSpPr>
        <dsp:cNvPr id="0" name=""/>
        <dsp:cNvSpPr/>
      </dsp:nvSpPr>
      <dsp:spPr>
        <a:xfrm rot="16200000">
          <a:off x="2372787" y="2354129"/>
          <a:ext cx="1422061" cy="17238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05BBAE-0994-4FAF-85AF-3A38A8C39150}">
      <dsp:nvSpPr>
        <dsp:cNvPr id="0" name=""/>
        <dsp:cNvSpPr/>
      </dsp:nvSpPr>
      <dsp:spPr>
        <a:xfrm>
          <a:off x="2693483" y="2873618"/>
          <a:ext cx="1915417" cy="11492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/>
            <a:t>«Промисловий переворот».</a:t>
          </a:r>
          <a:endParaRPr lang="uk-UA" sz="2000" kern="1200"/>
        </a:p>
      </dsp:txBody>
      <dsp:txXfrm>
        <a:off x="2727143" y="2907278"/>
        <a:ext cx="1848097" cy="1081930"/>
      </dsp:txXfrm>
    </dsp:sp>
    <dsp:sp modelId="{DADC3B8D-AAFD-42AA-BAD3-371C0CE8881B}">
      <dsp:nvSpPr>
        <dsp:cNvPr id="0" name=""/>
        <dsp:cNvSpPr/>
      </dsp:nvSpPr>
      <dsp:spPr>
        <a:xfrm rot="16200000">
          <a:off x="2372787" y="917565"/>
          <a:ext cx="1422061" cy="172387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7DD4F2-75E9-46D2-A389-F63DEDF283AB}">
      <dsp:nvSpPr>
        <dsp:cNvPr id="0" name=""/>
        <dsp:cNvSpPr/>
      </dsp:nvSpPr>
      <dsp:spPr>
        <a:xfrm>
          <a:off x="2693483" y="1437054"/>
          <a:ext cx="1915417" cy="11492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/>
            <a:t>«Фільварок».</a:t>
          </a:r>
          <a:endParaRPr lang="uk-UA" sz="2000" kern="1200"/>
        </a:p>
      </dsp:txBody>
      <dsp:txXfrm>
        <a:off x="2727143" y="1470714"/>
        <a:ext cx="1848097" cy="1081930"/>
      </dsp:txXfrm>
    </dsp:sp>
    <dsp:sp modelId="{61EA70B5-F4E3-4C2A-AECB-8D6DAA43E070}">
      <dsp:nvSpPr>
        <dsp:cNvPr id="0" name=""/>
        <dsp:cNvSpPr/>
      </dsp:nvSpPr>
      <dsp:spPr>
        <a:xfrm>
          <a:off x="2693483" y="491"/>
          <a:ext cx="1915417" cy="11492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/>
            <a:t>«</a:t>
          </a:r>
          <a:r>
            <a:rPr lang="ru-RU" sz="2000" kern="1200" dirty="0" err="1"/>
            <a:t>Буржуазія</a:t>
          </a:r>
          <a:r>
            <a:rPr lang="ru-RU" sz="2000" kern="1200" dirty="0"/>
            <a:t>»</a:t>
          </a:r>
          <a:endParaRPr lang="uk-UA" sz="2000" kern="1200" dirty="0"/>
        </a:p>
      </dsp:txBody>
      <dsp:txXfrm>
        <a:off x="2727143" y="34151"/>
        <a:ext cx="1848097" cy="1081930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AA588B-5D85-4B76-9692-0E632BA25178}">
      <dsp:nvSpPr>
        <dsp:cNvPr id="0" name=""/>
        <dsp:cNvSpPr/>
      </dsp:nvSpPr>
      <dsp:spPr>
        <a:xfrm>
          <a:off x="1787" y="1379448"/>
          <a:ext cx="1074955" cy="4299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1, 2, 4</a:t>
          </a:r>
          <a:endParaRPr lang="uk-UA" sz="1900" kern="1200"/>
        </a:p>
      </dsp:txBody>
      <dsp:txXfrm>
        <a:off x="1787" y="1379448"/>
        <a:ext cx="1074955" cy="429982"/>
      </dsp:txXfrm>
    </dsp:sp>
    <dsp:sp modelId="{BFCA8314-3395-42F1-9E8D-D587B0C37913}">
      <dsp:nvSpPr>
        <dsp:cNvPr id="0" name=""/>
        <dsp:cNvSpPr/>
      </dsp:nvSpPr>
      <dsp:spPr>
        <a:xfrm>
          <a:off x="1787" y="1809431"/>
          <a:ext cx="1074955" cy="8344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A30B20-7452-430B-9929-329C8A04D8A9}">
      <dsp:nvSpPr>
        <dsp:cNvPr id="0" name=""/>
        <dsp:cNvSpPr/>
      </dsp:nvSpPr>
      <dsp:spPr>
        <a:xfrm>
          <a:off x="1227237" y="1379448"/>
          <a:ext cx="1074955" cy="4299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1, 4, 6</a:t>
          </a:r>
          <a:endParaRPr lang="uk-UA" sz="1900" kern="1200"/>
        </a:p>
      </dsp:txBody>
      <dsp:txXfrm>
        <a:off x="1227237" y="1379448"/>
        <a:ext cx="1074955" cy="429982"/>
      </dsp:txXfrm>
    </dsp:sp>
    <dsp:sp modelId="{16451D66-10B2-423E-BB4E-2055CFBF3753}">
      <dsp:nvSpPr>
        <dsp:cNvPr id="0" name=""/>
        <dsp:cNvSpPr/>
      </dsp:nvSpPr>
      <dsp:spPr>
        <a:xfrm>
          <a:off x="1227237" y="1809431"/>
          <a:ext cx="1074955" cy="8344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0D4AAD-FDC1-464D-9CA9-5A84358448F3}">
      <dsp:nvSpPr>
        <dsp:cNvPr id="0" name=""/>
        <dsp:cNvSpPr/>
      </dsp:nvSpPr>
      <dsp:spPr>
        <a:xfrm>
          <a:off x="2452686" y="1379448"/>
          <a:ext cx="1074955" cy="4299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2, 3, 5</a:t>
          </a:r>
          <a:endParaRPr lang="uk-UA" sz="1900" kern="1200"/>
        </a:p>
      </dsp:txBody>
      <dsp:txXfrm>
        <a:off x="2452686" y="1379448"/>
        <a:ext cx="1074955" cy="429982"/>
      </dsp:txXfrm>
    </dsp:sp>
    <dsp:sp modelId="{D9050C88-C743-43E0-A430-F36625F74497}">
      <dsp:nvSpPr>
        <dsp:cNvPr id="0" name=""/>
        <dsp:cNvSpPr/>
      </dsp:nvSpPr>
      <dsp:spPr>
        <a:xfrm>
          <a:off x="2452686" y="1809431"/>
          <a:ext cx="1074955" cy="8344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C5D12D-984F-4B93-A67B-9161EBFA5AE9}">
      <dsp:nvSpPr>
        <dsp:cNvPr id="0" name=""/>
        <dsp:cNvSpPr/>
      </dsp:nvSpPr>
      <dsp:spPr>
        <a:xfrm>
          <a:off x="3678136" y="1379448"/>
          <a:ext cx="1074955" cy="4299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/>
            <a:t>3, 5, 6</a:t>
          </a:r>
          <a:endParaRPr lang="uk-UA" sz="1900" kern="1200"/>
        </a:p>
      </dsp:txBody>
      <dsp:txXfrm>
        <a:off x="3678136" y="1379448"/>
        <a:ext cx="1074955" cy="429982"/>
      </dsp:txXfrm>
    </dsp:sp>
    <dsp:sp modelId="{DA21AF13-0F4D-457F-B129-62B719B51689}">
      <dsp:nvSpPr>
        <dsp:cNvPr id="0" name=""/>
        <dsp:cNvSpPr/>
      </dsp:nvSpPr>
      <dsp:spPr>
        <a:xfrm>
          <a:off x="3678136" y="1809431"/>
          <a:ext cx="1074955" cy="8344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45ADE1-A780-44B5-822B-11F5C74C516F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25730" rIns="234696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300" b="0" i="0" kern="1200" dirty="0"/>
            <a:t>зимівник</a:t>
          </a:r>
          <a:endParaRPr lang="uk-UA" sz="3300" kern="1200" dirty="0"/>
        </a:p>
      </dsp:txBody>
      <dsp:txXfrm rot="10800000">
        <a:off x="1207108" y="1257"/>
        <a:ext cx="2956662" cy="821331"/>
      </dsp:txXfrm>
    </dsp:sp>
    <dsp:sp modelId="{21CB12AA-7DE8-4E5C-96AE-66599E5B7398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271E7A-F3CA-4D4B-B0F3-2C5EEE977287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25730" rIns="234696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300" b="0" i="0" kern="1200"/>
            <a:t>уход</a:t>
          </a:r>
          <a:endParaRPr lang="uk-UA" sz="3300" kern="1200"/>
        </a:p>
      </dsp:txBody>
      <dsp:txXfrm rot="10800000">
        <a:off x="1207108" y="1067762"/>
        <a:ext cx="2956662" cy="821331"/>
      </dsp:txXfrm>
    </dsp:sp>
    <dsp:sp modelId="{60798A9E-4B34-4737-A0D8-B8524817C0D6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175118-C2A0-4271-B918-B3AE10BB5CFE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25730" rIns="234696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300" b="0" i="0" kern="1200"/>
            <a:t>фільварок</a:t>
          </a:r>
          <a:endParaRPr lang="uk-UA" sz="3300" kern="1200"/>
        </a:p>
      </dsp:txBody>
      <dsp:txXfrm rot="10800000">
        <a:off x="1207108" y="2134266"/>
        <a:ext cx="2956662" cy="821331"/>
      </dsp:txXfrm>
    </dsp:sp>
    <dsp:sp modelId="{5DDBAD30-D054-40F2-979F-6B6B07828986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51E538-D043-49B4-8DB0-33C36F3DF489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25730" rIns="234696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300" b="0" i="0" kern="1200" dirty="0"/>
            <a:t>слобода</a:t>
          </a:r>
          <a:endParaRPr lang="uk-UA" sz="3300" kern="1200" dirty="0"/>
        </a:p>
      </dsp:txBody>
      <dsp:txXfrm rot="10800000">
        <a:off x="1207108" y="3200771"/>
        <a:ext cx="2956662" cy="821331"/>
      </dsp:txXfrm>
    </dsp:sp>
    <dsp:sp modelId="{3A3F98A4-F2B8-44A3-BCFC-71628ADB65DC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7D499D-CC1A-4728-8491-68C029B38C0E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DCC22E-D853-43E3-AD97-E902BCAC46AA}">
      <dsp:nvSpPr>
        <dsp:cNvPr id="0" name=""/>
        <dsp:cNvSpPr/>
      </dsp:nvSpPr>
      <dsp:spPr>
        <a:xfrm>
          <a:off x="455546" y="309267"/>
          <a:ext cx="921018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b="0" i="0" kern="1200"/>
            <a:t>«займанщина»</a:t>
          </a:r>
          <a:endParaRPr lang="uk-UA" sz="3200" kern="1200"/>
        </a:p>
      </dsp:txBody>
      <dsp:txXfrm>
        <a:off x="455546" y="309267"/>
        <a:ext cx="9210180" cy="618856"/>
      </dsp:txXfrm>
    </dsp:sp>
    <dsp:sp modelId="{E4E7342C-78A9-43FF-A062-2EE619F4D913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481DD4-541E-4CEE-ACC1-BC42EBD72BB9}">
      <dsp:nvSpPr>
        <dsp:cNvPr id="0" name=""/>
        <dsp:cNvSpPr/>
      </dsp:nvSpPr>
      <dsp:spPr>
        <a:xfrm>
          <a:off x="810351" y="1237712"/>
          <a:ext cx="885537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b="0" i="0" kern="1200"/>
            <a:t>«полюддя»</a:t>
          </a:r>
          <a:endParaRPr lang="uk-UA" sz="3200" kern="1200"/>
        </a:p>
      </dsp:txBody>
      <dsp:txXfrm>
        <a:off x="810351" y="1237712"/>
        <a:ext cx="8855376" cy="618856"/>
      </dsp:txXfrm>
    </dsp:sp>
    <dsp:sp modelId="{C3983F94-47AB-4453-ABA0-5FF0F7424AAE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F689FF-083C-4F61-B1E3-2182BD1C5877}">
      <dsp:nvSpPr>
        <dsp:cNvPr id="0" name=""/>
        <dsp:cNvSpPr/>
      </dsp:nvSpPr>
      <dsp:spPr>
        <a:xfrm>
          <a:off x="810351" y="2166156"/>
          <a:ext cx="885537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b="0" i="0" kern="1200"/>
            <a:t>«зимівник»</a:t>
          </a:r>
          <a:endParaRPr lang="uk-UA" sz="3200" kern="1200"/>
        </a:p>
      </dsp:txBody>
      <dsp:txXfrm>
        <a:off x="810351" y="2166156"/>
        <a:ext cx="8855376" cy="618856"/>
      </dsp:txXfrm>
    </dsp:sp>
    <dsp:sp modelId="{0B7A86F4-8903-43C1-A44F-D8FFB293A169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4DAAB4-0853-496A-9E80-5ABDAB59337B}">
      <dsp:nvSpPr>
        <dsp:cNvPr id="0" name=""/>
        <dsp:cNvSpPr/>
      </dsp:nvSpPr>
      <dsp:spPr>
        <a:xfrm>
          <a:off x="455546" y="3094601"/>
          <a:ext cx="921018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b="0" i="0" kern="1200" dirty="0"/>
            <a:t>«панщина»</a:t>
          </a:r>
          <a:endParaRPr lang="uk-UA" sz="3200" kern="1200" dirty="0"/>
        </a:p>
      </dsp:txBody>
      <dsp:txXfrm>
        <a:off x="455546" y="3094601"/>
        <a:ext cx="9210180" cy="618856"/>
      </dsp:txXfrm>
    </dsp:sp>
    <dsp:sp modelId="{199607F7-3263-4757-BA75-CF9EAE0BFB49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F4A225-4AF1-4E53-9BAB-745884B7E4F4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ADEA4F-338C-46BF-9070-4DB26DEDA70E}">
      <dsp:nvSpPr>
        <dsp:cNvPr id="0" name=""/>
        <dsp:cNvSpPr/>
      </dsp:nvSpPr>
      <dsp:spPr>
        <a:xfrm>
          <a:off x="455546" y="309267"/>
          <a:ext cx="677342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утворення Барської конфедерації</a:t>
          </a:r>
          <a:endParaRPr lang="uk-UA" sz="1800" kern="1200"/>
        </a:p>
      </dsp:txBody>
      <dsp:txXfrm>
        <a:off x="455546" y="309267"/>
        <a:ext cx="6773423" cy="618856"/>
      </dsp:txXfrm>
    </dsp:sp>
    <dsp:sp modelId="{F375D1D3-D4A2-4B5C-9AA1-AEF23251DAAE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04C4EF-6375-4BD4-961F-80635F11AC67}">
      <dsp:nvSpPr>
        <dsp:cNvPr id="0" name=""/>
        <dsp:cNvSpPr/>
      </dsp:nvSpPr>
      <dsp:spPr>
        <a:xfrm>
          <a:off x="810351" y="1237712"/>
          <a:ext cx="641861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зруйнування Січі на острові Мала Хортиця</a:t>
          </a:r>
          <a:endParaRPr lang="uk-UA" sz="1800" kern="1200"/>
        </a:p>
      </dsp:txBody>
      <dsp:txXfrm>
        <a:off x="810351" y="1237712"/>
        <a:ext cx="6418619" cy="618856"/>
      </dsp:txXfrm>
    </dsp:sp>
    <dsp:sp modelId="{BB2FEB25-9A82-42E8-AB28-C360035E0DB2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A137C7-5FB3-4EBA-AE24-7D92E69362A4}">
      <dsp:nvSpPr>
        <dsp:cNvPr id="0" name=""/>
        <dsp:cNvSpPr/>
      </dsp:nvSpPr>
      <dsp:spPr>
        <a:xfrm>
          <a:off x="810351" y="2166156"/>
          <a:ext cx="6418619" cy="618856"/>
        </a:xfrm>
        <a:prstGeom prst="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земельний конфлікт із родиною Острозьких</a:t>
          </a:r>
          <a:endParaRPr lang="uk-UA" sz="1800" kern="1200"/>
        </a:p>
      </dsp:txBody>
      <dsp:txXfrm>
        <a:off x="810351" y="2166156"/>
        <a:ext cx="6418619" cy="618856"/>
      </dsp:txXfrm>
    </dsp:sp>
    <dsp:sp modelId="{6CF9D29B-D04D-416D-8FD9-51B7CB8E9E13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11F5BC-9AAA-41BB-9091-14E78D68CE3D}">
      <dsp:nvSpPr>
        <dsp:cNvPr id="0" name=""/>
        <dsp:cNvSpPr/>
      </dsp:nvSpPr>
      <dsp:spPr>
        <a:xfrm>
          <a:off x="455546" y="3094601"/>
          <a:ext cx="677342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заборона польської влади козакам здійснювати морські походи</a:t>
          </a:r>
          <a:endParaRPr lang="uk-UA" sz="1800" kern="1200"/>
        </a:p>
      </dsp:txBody>
      <dsp:txXfrm>
        <a:off x="455546" y="3094601"/>
        <a:ext cx="6773423" cy="618856"/>
      </dsp:txXfrm>
    </dsp:sp>
    <dsp:sp modelId="{53B198E8-3D91-4A38-89E2-3EEA6C3ABBEB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F4A225-4AF1-4E53-9BAB-745884B7E4F4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ADEA4F-338C-46BF-9070-4DB26DEDA70E}">
      <dsp:nvSpPr>
        <dsp:cNvPr id="0" name=""/>
        <dsp:cNvSpPr/>
      </dsp:nvSpPr>
      <dsp:spPr>
        <a:xfrm>
          <a:off x="455546" y="309267"/>
          <a:ext cx="677342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err="1"/>
            <a:t>утворення</a:t>
          </a:r>
          <a:r>
            <a:rPr lang="ru-RU" sz="1800" kern="1200" dirty="0"/>
            <a:t> </a:t>
          </a:r>
          <a:r>
            <a:rPr lang="ru-RU" sz="1800" kern="1200" dirty="0" err="1"/>
            <a:t>Барської</a:t>
          </a:r>
          <a:r>
            <a:rPr lang="ru-RU" sz="1800" kern="1200" dirty="0"/>
            <a:t> </a:t>
          </a:r>
          <a:r>
            <a:rPr lang="ru-RU" sz="1800" kern="1200" dirty="0" err="1"/>
            <a:t>конфедерації</a:t>
          </a:r>
          <a:endParaRPr lang="uk-UA" sz="1800" kern="1200" dirty="0"/>
        </a:p>
      </dsp:txBody>
      <dsp:txXfrm>
        <a:off x="455546" y="309267"/>
        <a:ext cx="6773423" cy="618856"/>
      </dsp:txXfrm>
    </dsp:sp>
    <dsp:sp modelId="{F375D1D3-D4A2-4B5C-9AA1-AEF23251DAAE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04C4EF-6375-4BD4-961F-80635F11AC67}">
      <dsp:nvSpPr>
        <dsp:cNvPr id="0" name=""/>
        <dsp:cNvSpPr/>
      </dsp:nvSpPr>
      <dsp:spPr>
        <a:xfrm>
          <a:off x="810351" y="1237712"/>
          <a:ext cx="641861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зруйнування Січі на острові Мала Хортиця</a:t>
          </a:r>
          <a:endParaRPr lang="uk-UA" sz="1800" kern="1200"/>
        </a:p>
      </dsp:txBody>
      <dsp:txXfrm>
        <a:off x="810351" y="1237712"/>
        <a:ext cx="6418619" cy="618856"/>
      </dsp:txXfrm>
    </dsp:sp>
    <dsp:sp modelId="{BB2FEB25-9A82-42E8-AB28-C360035E0DB2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A137C7-5FB3-4EBA-AE24-7D92E69362A4}">
      <dsp:nvSpPr>
        <dsp:cNvPr id="0" name=""/>
        <dsp:cNvSpPr/>
      </dsp:nvSpPr>
      <dsp:spPr>
        <a:xfrm>
          <a:off x="810351" y="2166156"/>
          <a:ext cx="6418619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земельний конфлікт із родиною Острозьких</a:t>
          </a:r>
          <a:endParaRPr lang="uk-UA" sz="1800" kern="1200"/>
        </a:p>
      </dsp:txBody>
      <dsp:txXfrm>
        <a:off x="810351" y="2166156"/>
        <a:ext cx="6418619" cy="618856"/>
      </dsp:txXfrm>
    </dsp:sp>
    <dsp:sp modelId="{6CF9D29B-D04D-416D-8FD9-51B7CB8E9E13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11F5BC-9AAA-41BB-9091-14E78D68CE3D}">
      <dsp:nvSpPr>
        <dsp:cNvPr id="0" name=""/>
        <dsp:cNvSpPr/>
      </dsp:nvSpPr>
      <dsp:spPr>
        <a:xfrm>
          <a:off x="455546" y="3094601"/>
          <a:ext cx="6773423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/>
            <a:t>заборона </a:t>
          </a:r>
          <a:r>
            <a:rPr lang="ru-RU" sz="1800" kern="1200" dirty="0" err="1"/>
            <a:t>польської</a:t>
          </a:r>
          <a:r>
            <a:rPr lang="ru-RU" sz="1800" kern="1200" dirty="0"/>
            <a:t> </a:t>
          </a:r>
          <a:r>
            <a:rPr lang="ru-RU" sz="1800" kern="1200" dirty="0" err="1"/>
            <a:t>влади</a:t>
          </a:r>
          <a:r>
            <a:rPr lang="ru-RU" sz="1800" kern="1200" dirty="0"/>
            <a:t> козакам </a:t>
          </a:r>
          <a:r>
            <a:rPr lang="ru-RU" sz="1800" kern="1200" dirty="0" err="1"/>
            <a:t>здійснювати</a:t>
          </a:r>
          <a:r>
            <a:rPr lang="ru-RU" sz="1800" kern="1200" dirty="0"/>
            <a:t> </a:t>
          </a:r>
          <a:r>
            <a:rPr lang="ru-RU" sz="1800" kern="1200" dirty="0" err="1"/>
            <a:t>морські</a:t>
          </a:r>
          <a:r>
            <a:rPr lang="ru-RU" sz="1800" kern="1200" dirty="0"/>
            <a:t> походи</a:t>
          </a:r>
          <a:endParaRPr lang="uk-UA" sz="1800" kern="1200" dirty="0"/>
        </a:p>
      </dsp:txBody>
      <dsp:txXfrm>
        <a:off x="455546" y="3094601"/>
        <a:ext cx="6773423" cy="618856"/>
      </dsp:txXfrm>
    </dsp:sp>
    <dsp:sp modelId="{53B198E8-3D91-4A38-89E2-3EEA6C3ABBEB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1C99C7-B572-41BC-A3E0-6170B528ACDE}">
      <dsp:nvSpPr>
        <dsp:cNvPr id="0" name=""/>
        <dsp:cNvSpPr/>
      </dsp:nvSpPr>
      <dsp:spPr>
        <a:xfrm>
          <a:off x="0" y="2466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1576–1578 рр.</a:t>
          </a:r>
          <a:endParaRPr lang="uk-UA" sz="3800" kern="1200"/>
        </a:p>
      </dsp:txBody>
      <dsp:txXfrm>
        <a:off x="44492" y="69152"/>
        <a:ext cx="4665896" cy="822446"/>
      </dsp:txXfrm>
    </dsp:sp>
    <dsp:sp modelId="{991B90CC-1E13-443A-A18E-32D47FC0D16B}">
      <dsp:nvSpPr>
        <dsp:cNvPr id="0" name=""/>
        <dsp:cNvSpPr/>
      </dsp:nvSpPr>
      <dsp:spPr>
        <a:xfrm>
          <a:off x="0" y="1045530"/>
          <a:ext cx="4754880" cy="911430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1594–1596 рр.</a:t>
          </a:r>
          <a:endParaRPr lang="uk-UA" sz="3800" kern="1200"/>
        </a:p>
      </dsp:txBody>
      <dsp:txXfrm>
        <a:off x="44492" y="1090022"/>
        <a:ext cx="4665896" cy="822446"/>
      </dsp:txXfrm>
    </dsp:sp>
    <dsp:sp modelId="{E058023E-06F1-4EF0-BF60-1C737AB0FEA2}">
      <dsp:nvSpPr>
        <dsp:cNvPr id="0" name=""/>
        <dsp:cNvSpPr/>
      </dsp:nvSpPr>
      <dsp:spPr>
        <a:xfrm>
          <a:off x="0" y="206640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1616–1622 рр.</a:t>
          </a:r>
          <a:endParaRPr lang="uk-UA" sz="3800" kern="1200"/>
        </a:p>
      </dsp:txBody>
      <dsp:txXfrm>
        <a:off x="44492" y="2110892"/>
        <a:ext cx="4665896" cy="822446"/>
      </dsp:txXfrm>
    </dsp:sp>
    <dsp:sp modelId="{FA5979F5-557D-4879-93AF-0648F20CCCDC}">
      <dsp:nvSpPr>
        <dsp:cNvPr id="0" name=""/>
        <dsp:cNvSpPr/>
      </dsp:nvSpPr>
      <dsp:spPr>
        <a:xfrm>
          <a:off x="0" y="308727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1637–1638 рр.</a:t>
          </a:r>
          <a:endParaRPr lang="uk-UA" sz="3800" kern="1200"/>
        </a:p>
      </dsp:txBody>
      <dsp:txXfrm>
        <a:off x="44492" y="3131762"/>
        <a:ext cx="4665896" cy="822446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1C99C7-B572-41BC-A3E0-6170B528ACDE}">
      <dsp:nvSpPr>
        <dsp:cNvPr id="0" name=""/>
        <dsp:cNvSpPr/>
      </dsp:nvSpPr>
      <dsp:spPr>
        <a:xfrm>
          <a:off x="0" y="2466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 dirty="0"/>
            <a:t>1576–1578 </a:t>
          </a:r>
          <a:r>
            <a:rPr lang="ru-RU" sz="3800" b="0" i="0" kern="1200" dirty="0" err="1"/>
            <a:t>рр</a:t>
          </a:r>
          <a:r>
            <a:rPr lang="ru-RU" sz="3800" b="0" i="0" kern="1200" dirty="0"/>
            <a:t>.</a:t>
          </a:r>
          <a:endParaRPr lang="uk-UA" sz="3800" kern="1200" dirty="0"/>
        </a:p>
      </dsp:txBody>
      <dsp:txXfrm>
        <a:off x="44492" y="69152"/>
        <a:ext cx="4665896" cy="822446"/>
      </dsp:txXfrm>
    </dsp:sp>
    <dsp:sp modelId="{991B90CC-1E13-443A-A18E-32D47FC0D16B}">
      <dsp:nvSpPr>
        <dsp:cNvPr id="0" name=""/>
        <dsp:cNvSpPr/>
      </dsp:nvSpPr>
      <dsp:spPr>
        <a:xfrm>
          <a:off x="0" y="104553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1594–1596 рр.</a:t>
          </a:r>
          <a:endParaRPr lang="uk-UA" sz="3800" kern="1200"/>
        </a:p>
      </dsp:txBody>
      <dsp:txXfrm>
        <a:off x="44492" y="1090022"/>
        <a:ext cx="4665896" cy="822446"/>
      </dsp:txXfrm>
    </dsp:sp>
    <dsp:sp modelId="{E058023E-06F1-4EF0-BF60-1C737AB0FEA2}">
      <dsp:nvSpPr>
        <dsp:cNvPr id="0" name=""/>
        <dsp:cNvSpPr/>
      </dsp:nvSpPr>
      <dsp:spPr>
        <a:xfrm>
          <a:off x="0" y="206640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 dirty="0"/>
            <a:t>1616–1622 </a:t>
          </a:r>
          <a:r>
            <a:rPr lang="ru-RU" sz="3800" b="0" i="0" kern="1200" dirty="0" err="1"/>
            <a:t>рр</a:t>
          </a:r>
          <a:r>
            <a:rPr lang="ru-RU" sz="3800" b="0" i="0" kern="1200" dirty="0"/>
            <a:t>.</a:t>
          </a:r>
          <a:endParaRPr lang="uk-UA" sz="3800" kern="1200" dirty="0"/>
        </a:p>
      </dsp:txBody>
      <dsp:txXfrm>
        <a:off x="44492" y="2110892"/>
        <a:ext cx="4665896" cy="822446"/>
      </dsp:txXfrm>
    </dsp:sp>
    <dsp:sp modelId="{FA5979F5-557D-4879-93AF-0648F20CCCDC}">
      <dsp:nvSpPr>
        <dsp:cNvPr id="0" name=""/>
        <dsp:cNvSpPr/>
      </dsp:nvSpPr>
      <dsp:spPr>
        <a:xfrm>
          <a:off x="0" y="308727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 dirty="0"/>
            <a:t>1637–1638 </a:t>
          </a:r>
          <a:r>
            <a:rPr lang="ru-RU" sz="3800" b="0" i="0" kern="1200" dirty="0" err="1"/>
            <a:t>рр</a:t>
          </a:r>
          <a:r>
            <a:rPr lang="ru-RU" sz="3800" b="0" i="0" kern="1200" dirty="0"/>
            <a:t>.</a:t>
          </a:r>
          <a:endParaRPr lang="uk-UA" sz="3800" kern="1200" dirty="0"/>
        </a:p>
      </dsp:txBody>
      <dsp:txXfrm>
        <a:off x="44492" y="3131762"/>
        <a:ext cx="4665896" cy="822446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1EA84C-6211-4E94-B9FC-65AF1DCFB7AA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154B2A-22ED-44E5-93AB-09C33CE0B5BD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/>
            <a:t>Куруківської угоди (1625 р.)</a:t>
          </a:r>
          <a:endParaRPr lang="uk-UA" sz="1800" kern="1200"/>
        </a:p>
      </dsp:txBody>
      <dsp:txXfrm>
        <a:off x="455617" y="309315"/>
        <a:ext cx="4244717" cy="618953"/>
      </dsp:txXfrm>
    </dsp:sp>
    <dsp:sp modelId="{074CA59B-3139-480F-BDEA-30F6147B7EAF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39AF1E-4083-4E80-BF16-3D2A4002E853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kern="1200"/>
            <a:t>«</a:t>
          </a:r>
          <a:r>
            <a:rPr lang="ru-RU" sz="1800" b="0" i="0" kern="1200"/>
            <a:t>Пунктів заспокоєння руського народу» (1632 р.)</a:t>
          </a:r>
          <a:endParaRPr lang="uk-UA" sz="1800" kern="1200"/>
        </a:p>
      </dsp:txBody>
      <dsp:txXfrm>
        <a:off x="810477" y="1237907"/>
        <a:ext cx="3889857" cy="618953"/>
      </dsp:txXfrm>
    </dsp:sp>
    <dsp:sp modelId="{FA860A3E-39FC-48F7-A702-C81629C16311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A72280-670B-4A61-98F8-AC7623031EDA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/>
            <a:t>«Ординації Війська Запорозького…» (1638 р.)</a:t>
          </a:r>
          <a:endParaRPr lang="uk-UA" sz="1800" kern="1200"/>
        </a:p>
      </dsp:txBody>
      <dsp:txXfrm>
        <a:off x="810477" y="2166498"/>
        <a:ext cx="3889857" cy="618953"/>
      </dsp:txXfrm>
    </dsp:sp>
    <dsp:sp modelId="{4DBDAF3A-19F6-461E-9045-687FD284B647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D3663F-ED49-4CBA-B671-8F7BE4AD69EC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/>
            <a:t>Віленського перемир’я (1656 р.)</a:t>
          </a:r>
          <a:endParaRPr lang="uk-UA" sz="1800" kern="1200"/>
        </a:p>
      </dsp:txBody>
      <dsp:txXfrm>
        <a:off x="455617" y="3095090"/>
        <a:ext cx="4244717" cy="618953"/>
      </dsp:txXfrm>
    </dsp:sp>
    <dsp:sp modelId="{4FA31211-AA09-4D18-9902-DA1646F9377D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1EA84C-6211-4E94-B9FC-65AF1DCFB7AA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154B2A-22ED-44E5-93AB-09C33CE0B5BD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 dirty="0" err="1"/>
            <a:t>Куруківської</a:t>
          </a:r>
          <a:r>
            <a:rPr lang="ru-RU" sz="1800" b="0" i="0" kern="1200" dirty="0"/>
            <a:t> угоди (1625 р.)</a:t>
          </a:r>
          <a:endParaRPr lang="uk-UA" sz="1800" kern="1200" dirty="0"/>
        </a:p>
      </dsp:txBody>
      <dsp:txXfrm>
        <a:off x="455617" y="309315"/>
        <a:ext cx="4244717" cy="618953"/>
      </dsp:txXfrm>
    </dsp:sp>
    <dsp:sp modelId="{074CA59B-3139-480F-BDEA-30F6147B7EAF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39AF1E-4083-4E80-BF16-3D2A4002E853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1" kern="1200" dirty="0"/>
            <a:t>«</a:t>
          </a:r>
          <a:r>
            <a:rPr lang="ru-RU" sz="1800" b="0" i="0" kern="1200" dirty="0" err="1"/>
            <a:t>Пунктів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заспокоєння</a:t>
          </a:r>
          <a:r>
            <a:rPr lang="ru-RU" sz="1800" b="0" i="0" kern="1200" dirty="0"/>
            <a:t> руського народу» (1632 р.)</a:t>
          </a:r>
          <a:endParaRPr lang="uk-UA" sz="1800" kern="1200" dirty="0"/>
        </a:p>
      </dsp:txBody>
      <dsp:txXfrm>
        <a:off x="810477" y="1237907"/>
        <a:ext cx="3889857" cy="618953"/>
      </dsp:txXfrm>
    </dsp:sp>
    <dsp:sp modelId="{FA860A3E-39FC-48F7-A702-C81629C16311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A72280-670B-4A61-98F8-AC7623031EDA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 dirty="0"/>
            <a:t>«</a:t>
          </a:r>
          <a:r>
            <a:rPr lang="ru-RU" sz="1800" b="0" i="0" kern="1200" dirty="0" err="1"/>
            <a:t>Ординації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Війська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Запорозького</a:t>
          </a:r>
          <a:r>
            <a:rPr lang="ru-RU" sz="1800" b="0" i="0" kern="1200" dirty="0"/>
            <a:t>…» (1638 р.)</a:t>
          </a:r>
          <a:endParaRPr lang="uk-UA" sz="1800" kern="1200" dirty="0"/>
        </a:p>
      </dsp:txBody>
      <dsp:txXfrm>
        <a:off x="810477" y="2166498"/>
        <a:ext cx="3889857" cy="618953"/>
      </dsp:txXfrm>
    </dsp:sp>
    <dsp:sp modelId="{4DBDAF3A-19F6-461E-9045-687FD284B647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D3663F-ED49-4CBA-B671-8F7BE4AD69EC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5720" rIns="45720" bIns="4572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 dirty="0" err="1"/>
            <a:t>Віленського</a:t>
          </a:r>
          <a:r>
            <a:rPr lang="ru-RU" sz="1800" b="0" i="0" kern="1200" dirty="0"/>
            <a:t> </a:t>
          </a:r>
          <a:r>
            <a:rPr lang="ru-RU" sz="1800" b="0" i="0" kern="1200" dirty="0" err="1"/>
            <a:t>перемир’я</a:t>
          </a:r>
          <a:r>
            <a:rPr lang="ru-RU" sz="1800" b="0" i="0" kern="1200" dirty="0"/>
            <a:t> (1656 р.)</a:t>
          </a:r>
          <a:endParaRPr lang="uk-UA" sz="1800" kern="1200" dirty="0"/>
        </a:p>
      </dsp:txBody>
      <dsp:txXfrm>
        <a:off x="455617" y="3095090"/>
        <a:ext cx="4244717" cy="618953"/>
      </dsp:txXfrm>
    </dsp:sp>
    <dsp:sp modelId="{4FA31211-AA09-4D18-9902-DA1646F9377D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CDCB13-0708-414D-84F9-892D13D58D16}">
      <dsp:nvSpPr>
        <dsp:cNvPr id="0" name=""/>
        <dsp:cNvSpPr/>
      </dsp:nvSpPr>
      <dsp:spPr>
        <a:xfrm>
          <a:off x="0" y="12924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b="0" i="0" kern="1200"/>
            <a:t>міщанства.</a:t>
          </a:r>
          <a:endParaRPr lang="uk-UA" sz="3600" kern="1200"/>
        </a:p>
      </dsp:txBody>
      <dsp:txXfrm>
        <a:off x="42151" y="171391"/>
        <a:ext cx="4670578" cy="779158"/>
      </dsp:txXfrm>
    </dsp:sp>
    <dsp:sp modelId="{AE492B5B-1BBB-43F6-9F2D-D88374AA8541}">
      <dsp:nvSpPr>
        <dsp:cNvPr id="0" name=""/>
        <dsp:cNvSpPr/>
      </dsp:nvSpPr>
      <dsp:spPr>
        <a:xfrm>
          <a:off x="0" y="109638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b="0" i="0" kern="1200"/>
            <a:t>шляхти.</a:t>
          </a:r>
          <a:endParaRPr lang="uk-UA" sz="3600" kern="1200"/>
        </a:p>
      </dsp:txBody>
      <dsp:txXfrm>
        <a:off x="42151" y="1138531"/>
        <a:ext cx="4670578" cy="779158"/>
      </dsp:txXfrm>
    </dsp:sp>
    <dsp:sp modelId="{236E8144-2458-48BB-A70F-856592465C9F}">
      <dsp:nvSpPr>
        <dsp:cNvPr id="0" name=""/>
        <dsp:cNvSpPr/>
      </dsp:nvSpPr>
      <dsp:spPr>
        <a:xfrm>
          <a:off x="0" y="206352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b="0" i="0" kern="1200"/>
            <a:t>селянства.</a:t>
          </a:r>
          <a:endParaRPr lang="uk-UA" sz="3600" kern="1200"/>
        </a:p>
      </dsp:txBody>
      <dsp:txXfrm>
        <a:off x="42151" y="2105671"/>
        <a:ext cx="4670578" cy="779158"/>
      </dsp:txXfrm>
    </dsp:sp>
    <dsp:sp modelId="{D825D643-1676-445B-A108-3BD61647F868}">
      <dsp:nvSpPr>
        <dsp:cNvPr id="0" name=""/>
        <dsp:cNvSpPr/>
      </dsp:nvSpPr>
      <dsp:spPr>
        <a:xfrm>
          <a:off x="0" y="3030660"/>
          <a:ext cx="4754880" cy="863460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b="0" i="0" kern="1200" dirty="0" err="1"/>
            <a:t>реєстрового</a:t>
          </a:r>
          <a:r>
            <a:rPr lang="ru-RU" sz="3600" b="0" i="0" kern="1200" dirty="0"/>
            <a:t> </a:t>
          </a:r>
          <a:r>
            <a:rPr lang="ru-RU" sz="3600" b="0" i="0" kern="1200" dirty="0" err="1"/>
            <a:t>козацтва</a:t>
          </a:r>
          <a:r>
            <a:rPr lang="ru-RU" sz="3600" b="0" i="0" kern="1200" dirty="0"/>
            <a:t>.</a:t>
          </a:r>
          <a:endParaRPr lang="uk-UA" sz="3600" kern="1200" dirty="0"/>
        </a:p>
      </dsp:txBody>
      <dsp:txXfrm>
        <a:off x="42151" y="3072811"/>
        <a:ext cx="4670578" cy="779158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CDCB13-0708-414D-84F9-892D13D58D16}">
      <dsp:nvSpPr>
        <dsp:cNvPr id="0" name=""/>
        <dsp:cNvSpPr/>
      </dsp:nvSpPr>
      <dsp:spPr>
        <a:xfrm>
          <a:off x="0" y="12924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b="0" i="0" kern="1200"/>
            <a:t>міщанства.</a:t>
          </a:r>
          <a:endParaRPr lang="uk-UA" sz="3600" kern="1200"/>
        </a:p>
      </dsp:txBody>
      <dsp:txXfrm>
        <a:off x="42151" y="171391"/>
        <a:ext cx="4670578" cy="779158"/>
      </dsp:txXfrm>
    </dsp:sp>
    <dsp:sp modelId="{AE492B5B-1BBB-43F6-9F2D-D88374AA8541}">
      <dsp:nvSpPr>
        <dsp:cNvPr id="0" name=""/>
        <dsp:cNvSpPr/>
      </dsp:nvSpPr>
      <dsp:spPr>
        <a:xfrm>
          <a:off x="0" y="109638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b="0" i="0" kern="1200"/>
            <a:t>шляхти.</a:t>
          </a:r>
          <a:endParaRPr lang="uk-UA" sz="3600" kern="1200"/>
        </a:p>
      </dsp:txBody>
      <dsp:txXfrm>
        <a:off x="42151" y="1138531"/>
        <a:ext cx="4670578" cy="779158"/>
      </dsp:txXfrm>
    </dsp:sp>
    <dsp:sp modelId="{236E8144-2458-48BB-A70F-856592465C9F}">
      <dsp:nvSpPr>
        <dsp:cNvPr id="0" name=""/>
        <dsp:cNvSpPr/>
      </dsp:nvSpPr>
      <dsp:spPr>
        <a:xfrm>
          <a:off x="0" y="206352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b="0" i="0" kern="1200"/>
            <a:t>селянства.</a:t>
          </a:r>
          <a:endParaRPr lang="uk-UA" sz="3600" kern="1200"/>
        </a:p>
      </dsp:txBody>
      <dsp:txXfrm>
        <a:off x="42151" y="2105671"/>
        <a:ext cx="4670578" cy="779158"/>
      </dsp:txXfrm>
    </dsp:sp>
    <dsp:sp modelId="{D825D643-1676-445B-A108-3BD61647F868}">
      <dsp:nvSpPr>
        <dsp:cNvPr id="0" name=""/>
        <dsp:cNvSpPr/>
      </dsp:nvSpPr>
      <dsp:spPr>
        <a:xfrm>
          <a:off x="0" y="3030660"/>
          <a:ext cx="4754880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600" b="0" i="0" kern="1200" dirty="0" err="1"/>
            <a:t>реєстрового</a:t>
          </a:r>
          <a:r>
            <a:rPr lang="ru-RU" sz="3600" b="0" i="0" kern="1200" dirty="0"/>
            <a:t> </a:t>
          </a:r>
          <a:r>
            <a:rPr lang="ru-RU" sz="3600" b="0" i="0" kern="1200" dirty="0" err="1"/>
            <a:t>козацтва</a:t>
          </a:r>
          <a:r>
            <a:rPr lang="ru-RU" sz="3600" b="0" i="0" kern="1200" dirty="0"/>
            <a:t>.</a:t>
          </a:r>
          <a:endParaRPr lang="uk-UA" sz="3600" kern="1200" dirty="0"/>
        </a:p>
      </dsp:txBody>
      <dsp:txXfrm>
        <a:off x="42151" y="3072811"/>
        <a:ext cx="4670578" cy="779158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A2E790-8A03-4AB4-9C22-7B1156882EE2}">
      <dsp:nvSpPr>
        <dsp:cNvPr id="0" name=""/>
        <dsp:cNvSpPr/>
      </dsp:nvSpPr>
      <dsp:spPr>
        <a:xfrm>
          <a:off x="0" y="67342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Іван Богун</a:t>
          </a:r>
          <a:endParaRPr lang="uk-UA" sz="2100" kern="1200"/>
        </a:p>
      </dsp:txBody>
      <dsp:txXfrm>
        <a:off x="24588" y="91930"/>
        <a:ext cx="4705704" cy="454509"/>
      </dsp:txXfrm>
    </dsp:sp>
    <dsp:sp modelId="{58AE9C42-1A12-443F-A4F5-F205C72596E8}">
      <dsp:nvSpPr>
        <dsp:cNvPr id="0" name=""/>
        <dsp:cNvSpPr/>
      </dsp:nvSpPr>
      <dsp:spPr>
        <a:xfrm>
          <a:off x="0" y="631507"/>
          <a:ext cx="4754880" cy="503685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 err="1"/>
            <a:t>Яків</a:t>
          </a:r>
          <a:r>
            <a:rPr lang="ru-RU" sz="2100" kern="1200" dirty="0"/>
            <a:t> Острянин</a:t>
          </a:r>
          <a:endParaRPr lang="uk-UA" sz="2100" kern="1200" dirty="0"/>
        </a:p>
      </dsp:txBody>
      <dsp:txXfrm>
        <a:off x="24588" y="656095"/>
        <a:ext cx="4705704" cy="454509"/>
      </dsp:txXfrm>
    </dsp:sp>
    <dsp:sp modelId="{647C3046-B7A3-4E13-8AAA-F002BCAF1EB7}">
      <dsp:nvSpPr>
        <dsp:cNvPr id="0" name=""/>
        <dsp:cNvSpPr/>
      </dsp:nvSpPr>
      <dsp:spPr>
        <a:xfrm>
          <a:off x="0" y="1195672"/>
          <a:ext cx="4754880" cy="503685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/>
            <a:t>Павло Павлюк</a:t>
          </a:r>
          <a:endParaRPr lang="uk-UA" sz="2100" kern="1200" dirty="0"/>
        </a:p>
      </dsp:txBody>
      <dsp:txXfrm>
        <a:off x="24588" y="1220260"/>
        <a:ext cx="4705704" cy="454509"/>
      </dsp:txXfrm>
    </dsp:sp>
    <dsp:sp modelId="{B46AB77B-060C-43ED-8650-DD410912398B}">
      <dsp:nvSpPr>
        <dsp:cNvPr id="0" name=""/>
        <dsp:cNvSpPr/>
      </dsp:nvSpPr>
      <dsp:spPr>
        <a:xfrm>
          <a:off x="0" y="1759837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Северин Наливайко</a:t>
          </a:r>
          <a:endParaRPr lang="uk-UA" sz="2100" kern="1200"/>
        </a:p>
      </dsp:txBody>
      <dsp:txXfrm>
        <a:off x="24588" y="1784425"/>
        <a:ext cx="4705704" cy="454509"/>
      </dsp:txXfrm>
    </dsp:sp>
    <dsp:sp modelId="{88A60E0D-9484-4D78-94B2-6F48FD577CE8}">
      <dsp:nvSpPr>
        <dsp:cNvPr id="0" name=""/>
        <dsp:cNvSpPr/>
      </dsp:nvSpPr>
      <dsp:spPr>
        <a:xfrm>
          <a:off x="0" y="2324002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Іван Гонта</a:t>
          </a:r>
          <a:endParaRPr lang="uk-UA" sz="2100" kern="1200"/>
        </a:p>
      </dsp:txBody>
      <dsp:txXfrm>
        <a:off x="24588" y="2348590"/>
        <a:ext cx="4705704" cy="454509"/>
      </dsp:txXfrm>
    </dsp:sp>
    <dsp:sp modelId="{F8E757E5-D55C-4D43-8787-6EAD8988BDFA}">
      <dsp:nvSpPr>
        <dsp:cNvPr id="0" name=""/>
        <dsp:cNvSpPr/>
      </dsp:nvSpPr>
      <dsp:spPr>
        <a:xfrm>
          <a:off x="0" y="2888167"/>
          <a:ext cx="4754880" cy="503685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/>
            <a:t>Дмитро Гуня</a:t>
          </a:r>
          <a:endParaRPr lang="uk-UA" sz="2100" kern="1200" dirty="0"/>
        </a:p>
      </dsp:txBody>
      <dsp:txXfrm>
        <a:off x="24588" y="2912755"/>
        <a:ext cx="4705704" cy="454509"/>
      </dsp:txXfrm>
    </dsp:sp>
    <dsp:sp modelId="{B5991725-99FC-4461-877E-C6C2B305E926}">
      <dsp:nvSpPr>
        <dsp:cNvPr id="0" name=""/>
        <dsp:cNvSpPr/>
      </dsp:nvSpPr>
      <dsp:spPr>
        <a:xfrm>
          <a:off x="0" y="3452332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Семен Палій</a:t>
          </a:r>
          <a:endParaRPr lang="uk-UA" sz="2100" kern="1200"/>
        </a:p>
      </dsp:txBody>
      <dsp:txXfrm>
        <a:off x="24588" y="3476920"/>
        <a:ext cx="4705704" cy="454509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A2E790-8A03-4AB4-9C22-7B1156882EE2}">
      <dsp:nvSpPr>
        <dsp:cNvPr id="0" name=""/>
        <dsp:cNvSpPr/>
      </dsp:nvSpPr>
      <dsp:spPr>
        <a:xfrm>
          <a:off x="0" y="67342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Іван Богун</a:t>
          </a:r>
          <a:endParaRPr lang="uk-UA" sz="2100" kern="1200"/>
        </a:p>
      </dsp:txBody>
      <dsp:txXfrm>
        <a:off x="24588" y="91930"/>
        <a:ext cx="4705704" cy="454509"/>
      </dsp:txXfrm>
    </dsp:sp>
    <dsp:sp modelId="{58AE9C42-1A12-443F-A4F5-F205C72596E8}">
      <dsp:nvSpPr>
        <dsp:cNvPr id="0" name=""/>
        <dsp:cNvSpPr/>
      </dsp:nvSpPr>
      <dsp:spPr>
        <a:xfrm>
          <a:off x="0" y="631507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Яків Острянин</a:t>
          </a:r>
          <a:endParaRPr lang="uk-UA" sz="2100" kern="1200"/>
        </a:p>
      </dsp:txBody>
      <dsp:txXfrm>
        <a:off x="24588" y="656095"/>
        <a:ext cx="4705704" cy="454509"/>
      </dsp:txXfrm>
    </dsp:sp>
    <dsp:sp modelId="{647C3046-B7A3-4E13-8AAA-F002BCAF1EB7}">
      <dsp:nvSpPr>
        <dsp:cNvPr id="0" name=""/>
        <dsp:cNvSpPr/>
      </dsp:nvSpPr>
      <dsp:spPr>
        <a:xfrm>
          <a:off x="0" y="1195672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/>
            <a:t>Павло Павлюк</a:t>
          </a:r>
          <a:endParaRPr lang="uk-UA" sz="2100" kern="1200" dirty="0"/>
        </a:p>
      </dsp:txBody>
      <dsp:txXfrm>
        <a:off x="24588" y="1220260"/>
        <a:ext cx="4705704" cy="454509"/>
      </dsp:txXfrm>
    </dsp:sp>
    <dsp:sp modelId="{B46AB77B-060C-43ED-8650-DD410912398B}">
      <dsp:nvSpPr>
        <dsp:cNvPr id="0" name=""/>
        <dsp:cNvSpPr/>
      </dsp:nvSpPr>
      <dsp:spPr>
        <a:xfrm>
          <a:off x="0" y="1759837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Северин Наливайко</a:t>
          </a:r>
          <a:endParaRPr lang="uk-UA" sz="2100" kern="1200"/>
        </a:p>
      </dsp:txBody>
      <dsp:txXfrm>
        <a:off x="24588" y="1784425"/>
        <a:ext cx="4705704" cy="454509"/>
      </dsp:txXfrm>
    </dsp:sp>
    <dsp:sp modelId="{88A60E0D-9484-4D78-94B2-6F48FD577CE8}">
      <dsp:nvSpPr>
        <dsp:cNvPr id="0" name=""/>
        <dsp:cNvSpPr/>
      </dsp:nvSpPr>
      <dsp:spPr>
        <a:xfrm>
          <a:off x="0" y="2324002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Іван Гонта</a:t>
          </a:r>
          <a:endParaRPr lang="uk-UA" sz="2100" kern="1200"/>
        </a:p>
      </dsp:txBody>
      <dsp:txXfrm>
        <a:off x="24588" y="2348590"/>
        <a:ext cx="4705704" cy="454509"/>
      </dsp:txXfrm>
    </dsp:sp>
    <dsp:sp modelId="{F8E757E5-D55C-4D43-8787-6EAD8988BDFA}">
      <dsp:nvSpPr>
        <dsp:cNvPr id="0" name=""/>
        <dsp:cNvSpPr/>
      </dsp:nvSpPr>
      <dsp:spPr>
        <a:xfrm>
          <a:off x="0" y="2888167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Дмитро Гуня</a:t>
          </a:r>
          <a:endParaRPr lang="uk-UA" sz="2100" kern="1200"/>
        </a:p>
      </dsp:txBody>
      <dsp:txXfrm>
        <a:off x="24588" y="2912755"/>
        <a:ext cx="4705704" cy="454509"/>
      </dsp:txXfrm>
    </dsp:sp>
    <dsp:sp modelId="{B5991725-99FC-4461-877E-C6C2B305E926}">
      <dsp:nvSpPr>
        <dsp:cNvPr id="0" name=""/>
        <dsp:cNvSpPr/>
      </dsp:nvSpPr>
      <dsp:spPr>
        <a:xfrm>
          <a:off x="0" y="3452332"/>
          <a:ext cx="4754880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 dirty="0"/>
            <a:t>Семен </a:t>
          </a:r>
          <a:r>
            <a:rPr lang="ru-RU" sz="2100" kern="1200" dirty="0" err="1"/>
            <a:t>Палій</a:t>
          </a:r>
          <a:endParaRPr lang="uk-UA" sz="2100" kern="1200" dirty="0"/>
        </a:p>
      </dsp:txBody>
      <dsp:txXfrm>
        <a:off x="24588" y="3476920"/>
        <a:ext cx="4705704" cy="454509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D6911E-7F32-4C4F-8D61-7C1085FAFA54}">
      <dsp:nvSpPr>
        <dsp:cNvPr id="0" name=""/>
        <dsp:cNvSpPr/>
      </dsp:nvSpPr>
      <dsp:spPr>
        <a:xfrm>
          <a:off x="0" y="115730"/>
          <a:ext cx="9720262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/>
            <a:t>визнання гетьманом Петром Дорошенком протекторату Османської імперії</a:t>
          </a:r>
          <a:endParaRPr lang="uk-UA" sz="1500" kern="1200"/>
        </a:p>
      </dsp:txBody>
      <dsp:txXfrm>
        <a:off x="29088" y="144818"/>
        <a:ext cx="9662086" cy="537701"/>
      </dsp:txXfrm>
    </dsp:sp>
    <dsp:sp modelId="{091D5BF0-8332-49FD-8FC9-DA966B31DBB0}">
      <dsp:nvSpPr>
        <dsp:cNvPr id="0" name=""/>
        <dsp:cNvSpPr/>
      </dsp:nvSpPr>
      <dsp:spPr>
        <a:xfrm>
          <a:off x="0" y="754807"/>
          <a:ext cx="9720262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/>
            <a:t>«</a:t>
          </a:r>
          <a:r>
            <a:rPr lang="ru-RU" sz="1500" kern="1200" dirty="0" err="1"/>
            <a:t>козацька</a:t>
          </a:r>
          <a:r>
            <a:rPr lang="ru-RU" sz="1500" kern="1200" dirty="0"/>
            <a:t> реформа» </a:t>
          </a:r>
          <a:r>
            <a:rPr lang="ru-RU" sz="1500" kern="1200" dirty="0" err="1"/>
            <a:t>польського</a:t>
          </a:r>
          <a:r>
            <a:rPr lang="ru-RU" sz="1500" kern="1200" dirty="0"/>
            <a:t> короля Стефана </a:t>
          </a:r>
          <a:r>
            <a:rPr lang="ru-RU" sz="1500" kern="1200" dirty="0" err="1"/>
            <a:t>Баторія</a:t>
          </a:r>
          <a:r>
            <a:rPr lang="ru-RU" sz="1500" kern="1200" dirty="0"/>
            <a:t> та </a:t>
          </a:r>
          <a:r>
            <a:rPr lang="ru-RU" sz="1500" kern="1200" dirty="0" err="1"/>
            <a:t>утворення</a:t>
          </a:r>
          <a:r>
            <a:rPr lang="ru-RU" sz="1500" kern="1200" dirty="0"/>
            <a:t> </a:t>
          </a:r>
          <a:r>
            <a:rPr lang="ru-RU" sz="1500" kern="1200" dirty="0" err="1"/>
            <a:t>реєстрового</a:t>
          </a:r>
          <a:r>
            <a:rPr lang="ru-RU" sz="1500" kern="1200" dirty="0"/>
            <a:t> </a:t>
          </a:r>
          <a:r>
            <a:rPr lang="ru-RU" sz="1500" kern="1200" dirty="0" err="1"/>
            <a:t>козацтва</a:t>
          </a:r>
          <a:endParaRPr lang="uk-UA" sz="1500" kern="1200" dirty="0"/>
        </a:p>
      </dsp:txBody>
      <dsp:txXfrm>
        <a:off x="29088" y="783895"/>
        <a:ext cx="9662086" cy="537701"/>
      </dsp:txXfrm>
    </dsp:sp>
    <dsp:sp modelId="{DC566AED-8F98-4FF7-8EC8-013560E4CACA}">
      <dsp:nvSpPr>
        <dsp:cNvPr id="0" name=""/>
        <dsp:cNvSpPr/>
      </dsp:nvSpPr>
      <dsp:spPr>
        <a:xfrm>
          <a:off x="0" y="1393885"/>
          <a:ext cx="9720262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err="1"/>
            <a:t>вступ</a:t>
          </a:r>
          <a:r>
            <a:rPr lang="ru-RU" sz="1500" kern="1200" dirty="0"/>
            <a:t> </a:t>
          </a:r>
          <a:r>
            <a:rPr lang="ru-RU" sz="1500" kern="1200" dirty="0" err="1"/>
            <a:t>Війська</a:t>
          </a:r>
          <a:r>
            <a:rPr lang="ru-RU" sz="1500" kern="1200" dirty="0"/>
            <a:t> </a:t>
          </a:r>
          <a:r>
            <a:rPr lang="ru-RU" sz="1500" kern="1200" dirty="0" err="1"/>
            <a:t>Запорозького</a:t>
          </a:r>
          <a:r>
            <a:rPr lang="ru-RU" sz="1500" kern="1200" dirty="0"/>
            <a:t> на </a:t>
          </a:r>
          <a:r>
            <a:rPr lang="ru-RU" sz="1500" kern="1200" dirty="0" err="1"/>
            <a:t>чолі</a:t>
          </a:r>
          <a:r>
            <a:rPr lang="ru-RU" sz="1500" kern="1200" dirty="0"/>
            <a:t> з </a:t>
          </a:r>
          <a:r>
            <a:rPr lang="ru-RU" sz="1500" kern="1200" dirty="0" err="1"/>
            <a:t>гетьманом</a:t>
          </a:r>
          <a:r>
            <a:rPr lang="ru-RU" sz="1500" kern="1200" dirty="0"/>
            <a:t> Петром </a:t>
          </a:r>
          <a:r>
            <a:rPr lang="ru-RU" sz="1500" kern="1200" dirty="0" err="1"/>
            <a:t>Сагайдачним</a:t>
          </a:r>
          <a:r>
            <a:rPr lang="ru-RU" sz="1500" kern="1200" dirty="0"/>
            <a:t> до </a:t>
          </a:r>
          <a:r>
            <a:rPr lang="ru-RU" sz="1500" kern="1200" dirty="0" err="1"/>
            <a:t>Київського</a:t>
          </a:r>
          <a:r>
            <a:rPr lang="ru-RU" sz="1500" kern="1200" dirty="0"/>
            <a:t> </a:t>
          </a:r>
          <a:r>
            <a:rPr lang="ru-RU" sz="1500" kern="1200" dirty="0" err="1"/>
            <a:t>Богоявленського</a:t>
          </a:r>
          <a:r>
            <a:rPr lang="ru-RU" sz="1500" kern="1200" dirty="0"/>
            <a:t> православного братства</a:t>
          </a:r>
          <a:endParaRPr lang="uk-UA" sz="1500" kern="1200" dirty="0"/>
        </a:p>
      </dsp:txBody>
      <dsp:txXfrm>
        <a:off x="29088" y="1422973"/>
        <a:ext cx="9662086" cy="537701"/>
      </dsp:txXfrm>
    </dsp:sp>
    <dsp:sp modelId="{3CDA239C-913C-445C-8895-20530116D65D}">
      <dsp:nvSpPr>
        <dsp:cNvPr id="0" name=""/>
        <dsp:cNvSpPr/>
      </dsp:nvSpPr>
      <dsp:spPr>
        <a:xfrm>
          <a:off x="0" y="2032962"/>
          <a:ext cx="9720262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err="1"/>
            <a:t>захоплення</a:t>
          </a:r>
          <a:r>
            <a:rPr lang="ru-RU" sz="1500" kern="1200" dirty="0"/>
            <a:t> та </a:t>
          </a:r>
          <a:r>
            <a:rPr lang="ru-RU" sz="1500" kern="1200" dirty="0" err="1"/>
            <a:t>зруйнування</a:t>
          </a:r>
          <a:r>
            <a:rPr lang="ru-RU" sz="1500" kern="1200" dirty="0"/>
            <a:t> </a:t>
          </a:r>
          <a:r>
            <a:rPr lang="ru-RU" sz="1500" kern="1200" dirty="0" err="1"/>
            <a:t>російськими</a:t>
          </a:r>
          <a:r>
            <a:rPr lang="ru-RU" sz="1500" kern="1200" dirty="0"/>
            <a:t> </a:t>
          </a:r>
          <a:r>
            <a:rPr lang="ru-RU" sz="1500" kern="1200" dirty="0" err="1"/>
            <a:t>військами</a:t>
          </a:r>
          <a:r>
            <a:rPr lang="ru-RU" sz="1500" kern="1200" dirty="0"/>
            <a:t> за наказом царя Петра І </a:t>
          </a:r>
          <a:r>
            <a:rPr lang="ru-RU" sz="1500" kern="1200" dirty="0" err="1"/>
            <a:t>Чортомлицької</a:t>
          </a:r>
          <a:r>
            <a:rPr lang="ru-RU" sz="1500" kern="1200" dirty="0"/>
            <a:t> </a:t>
          </a:r>
          <a:r>
            <a:rPr lang="ru-RU" sz="1500" kern="1200" dirty="0" err="1"/>
            <a:t>Січі</a:t>
          </a:r>
          <a:endParaRPr lang="uk-UA" sz="1500" kern="1200" dirty="0"/>
        </a:p>
      </dsp:txBody>
      <dsp:txXfrm>
        <a:off x="29088" y="2062050"/>
        <a:ext cx="9662086" cy="537701"/>
      </dsp:txXfrm>
    </dsp:sp>
    <dsp:sp modelId="{A8C3FCAD-661B-4ED5-8DEF-F0E2D3FEEAE8}">
      <dsp:nvSpPr>
        <dsp:cNvPr id="0" name=""/>
        <dsp:cNvSpPr/>
      </dsp:nvSpPr>
      <dsp:spPr>
        <a:xfrm>
          <a:off x="0" y="2672039"/>
          <a:ext cx="9720262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err="1"/>
            <a:t>ухвалення</a:t>
          </a:r>
          <a:r>
            <a:rPr lang="ru-RU" sz="1500" kern="1200" dirty="0"/>
            <a:t> </a:t>
          </a:r>
          <a:r>
            <a:rPr lang="ru-RU" sz="1500" kern="1200" dirty="0" err="1"/>
            <a:t>польським</a:t>
          </a:r>
          <a:r>
            <a:rPr lang="ru-RU" sz="1500" kern="1200" dirty="0"/>
            <a:t> сеймом «</a:t>
          </a:r>
          <a:r>
            <a:rPr lang="ru-RU" sz="1500" kern="1200" dirty="0" err="1"/>
            <a:t>Ординації</a:t>
          </a:r>
          <a:r>
            <a:rPr lang="ru-RU" sz="1500" kern="1200" dirty="0"/>
            <a:t> </a:t>
          </a:r>
          <a:r>
            <a:rPr lang="ru-RU" sz="1500" kern="1200" dirty="0" err="1"/>
            <a:t>Війська</a:t>
          </a:r>
          <a:r>
            <a:rPr lang="ru-RU" sz="1500" kern="1200" dirty="0"/>
            <a:t> </a:t>
          </a:r>
          <a:r>
            <a:rPr lang="ru-RU" sz="1500" kern="1200" dirty="0" err="1"/>
            <a:t>Запорозького</a:t>
          </a:r>
          <a:r>
            <a:rPr lang="ru-RU" sz="1500" kern="1200" dirty="0"/>
            <a:t> </a:t>
          </a:r>
          <a:r>
            <a:rPr lang="ru-RU" sz="1500" kern="1200" dirty="0" err="1"/>
            <a:t>реєстрового</a:t>
          </a:r>
          <a:r>
            <a:rPr lang="ru-RU" sz="1500" kern="1200" dirty="0"/>
            <a:t>, </a:t>
          </a:r>
          <a:r>
            <a:rPr lang="ru-RU" sz="1500" kern="1200" dirty="0" err="1"/>
            <a:t>що</a:t>
          </a:r>
          <a:r>
            <a:rPr lang="ru-RU" sz="1500" kern="1200" dirty="0"/>
            <a:t> </a:t>
          </a:r>
          <a:r>
            <a:rPr lang="ru-RU" sz="1500" kern="1200" dirty="0" err="1"/>
            <a:t>перебуває</a:t>
          </a:r>
          <a:r>
            <a:rPr lang="ru-RU" sz="1500" kern="1200" dirty="0"/>
            <a:t> на </a:t>
          </a:r>
          <a:r>
            <a:rPr lang="ru-RU" sz="1500" kern="1200" dirty="0" err="1"/>
            <a:t>службі</a:t>
          </a:r>
          <a:r>
            <a:rPr lang="ru-RU" sz="1500" kern="1200" dirty="0"/>
            <a:t> </a:t>
          </a:r>
          <a:r>
            <a:rPr lang="ru-RU" sz="1500" kern="1200" dirty="0" err="1"/>
            <a:t>Речі</a:t>
          </a:r>
          <a:r>
            <a:rPr lang="ru-RU" sz="1500" kern="1200" dirty="0"/>
            <a:t> </a:t>
          </a:r>
          <a:r>
            <a:rPr lang="ru-RU" sz="1500" kern="1200" dirty="0" err="1"/>
            <a:t>Посполитої</a:t>
          </a:r>
          <a:r>
            <a:rPr lang="ru-RU" sz="1500" kern="1200" dirty="0"/>
            <a:t>»</a:t>
          </a:r>
          <a:endParaRPr lang="uk-UA" sz="1500" kern="1200" dirty="0"/>
        </a:p>
      </dsp:txBody>
      <dsp:txXfrm>
        <a:off x="29088" y="2701127"/>
        <a:ext cx="9662086" cy="537701"/>
      </dsp:txXfrm>
    </dsp:sp>
    <dsp:sp modelId="{EE9FB2B8-6FFD-4933-92DC-C4007993CC41}">
      <dsp:nvSpPr>
        <dsp:cNvPr id="0" name=""/>
        <dsp:cNvSpPr/>
      </dsp:nvSpPr>
      <dsp:spPr>
        <a:xfrm>
          <a:off x="0" y="3311117"/>
          <a:ext cx="9720262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err="1"/>
            <a:t>підпорядкування</a:t>
          </a:r>
          <a:r>
            <a:rPr lang="ru-RU" sz="1500" kern="1200" dirty="0"/>
            <a:t> </a:t>
          </a:r>
          <a:r>
            <a:rPr lang="ru-RU" sz="1500" kern="1200" dirty="0" err="1"/>
            <a:t>Київської</a:t>
          </a:r>
          <a:r>
            <a:rPr lang="ru-RU" sz="1500" kern="1200" dirty="0"/>
            <a:t> </a:t>
          </a:r>
          <a:r>
            <a:rPr lang="ru-RU" sz="1500" kern="1200" dirty="0" err="1"/>
            <a:t>митрополії</a:t>
          </a:r>
          <a:r>
            <a:rPr lang="ru-RU" sz="1500" kern="1200" dirty="0"/>
            <a:t> </a:t>
          </a:r>
          <a:r>
            <a:rPr lang="ru-RU" sz="1500" kern="1200" dirty="0" err="1"/>
            <a:t>Московському</a:t>
          </a:r>
          <a:r>
            <a:rPr lang="ru-RU" sz="1500" kern="1200" dirty="0"/>
            <a:t> </a:t>
          </a:r>
          <a:r>
            <a:rPr lang="ru-RU" sz="1500" kern="1200" dirty="0" err="1"/>
            <a:t>патріархові</a:t>
          </a:r>
          <a:endParaRPr lang="uk-UA" sz="1500" kern="1200" dirty="0"/>
        </a:p>
      </dsp:txBody>
      <dsp:txXfrm>
        <a:off x="29088" y="3340205"/>
        <a:ext cx="9662086" cy="537701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8226A3-F61C-4B69-967A-48B51A457D88}">
      <dsp:nvSpPr>
        <dsp:cNvPr id="0" name=""/>
        <dsp:cNvSpPr/>
      </dsp:nvSpPr>
      <dsp:spPr>
        <a:xfrm>
          <a:off x="0" y="286177"/>
          <a:ext cx="4754880" cy="16909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b="0" i="0" kern="1200"/>
            <a:t>участь козацького війська на чолі з гетьманом П. Сагайдачним у Хотинській війні</a:t>
          </a:r>
          <a:endParaRPr lang="uk-UA" sz="2400" kern="1200"/>
        </a:p>
      </dsp:txBody>
      <dsp:txXfrm>
        <a:off x="82545" y="368722"/>
        <a:ext cx="4589790" cy="1525852"/>
      </dsp:txXfrm>
    </dsp:sp>
    <dsp:sp modelId="{C403C966-B0D5-4854-A368-37774A29A515}">
      <dsp:nvSpPr>
        <dsp:cNvPr id="0" name=""/>
        <dsp:cNvSpPr/>
      </dsp:nvSpPr>
      <dsp:spPr>
        <a:xfrm>
          <a:off x="0" y="2046240"/>
          <a:ext cx="4754880" cy="16909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b="0" i="0" kern="1200" dirty="0"/>
            <a:t>ухвалення польським сеймом «Ординації Війська Запорозького реєстрового, що перебуває на службі Речі Посполитої»</a:t>
          </a:r>
          <a:endParaRPr lang="uk-UA" sz="2400" kern="1200" dirty="0"/>
        </a:p>
      </dsp:txBody>
      <dsp:txXfrm>
        <a:off x="82545" y="2128785"/>
        <a:ext cx="4589790" cy="1525852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EAD7A-6498-490A-895F-193E54B5FAF8}">
      <dsp:nvSpPr>
        <dsp:cNvPr id="0" name=""/>
        <dsp:cNvSpPr/>
      </dsp:nvSpPr>
      <dsp:spPr>
        <a:xfrm>
          <a:off x="0" y="375209"/>
          <a:ext cx="4754880" cy="1594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900" b="0" i="0" kern="1200"/>
            <a:t>розгортання козацько-селянського повстання під проводом К. Косинського</a:t>
          </a:r>
          <a:endParaRPr lang="uk-UA" sz="2900" kern="1200"/>
        </a:p>
      </dsp:txBody>
      <dsp:txXfrm>
        <a:off x="77847" y="453056"/>
        <a:ext cx="4599186" cy="1439016"/>
      </dsp:txXfrm>
    </dsp:sp>
    <dsp:sp modelId="{8953C20E-46C8-422D-813D-AF0865663251}">
      <dsp:nvSpPr>
        <dsp:cNvPr id="0" name=""/>
        <dsp:cNvSpPr/>
      </dsp:nvSpPr>
      <dsp:spPr>
        <a:xfrm>
          <a:off x="0" y="2053440"/>
          <a:ext cx="4754880" cy="1594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900" b="0" i="0" kern="1200" dirty="0"/>
            <a:t>заснування князем Д. Вишневецьким на о. Мала Хортиця першої відомої Січі</a:t>
          </a:r>
          <a:endParaRPr lang="uk-UA" sz="2900" kern="1200" dirty="0"/>
        </a:p>
      </dsp:txBody>
      <dsp:txXfrm>
        <a:off x="77847" y="2131287"/>
        <a:ext cx="4599186" cy="1439016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FF91D4-6FA5-4E40-BDC8-756EBB834D77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2C027F-6EC4-4C30-AA32-9881750F60D5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0" i="0" kern="1200"/>
            <a:t>основних битв часів козацько-селянських повстань 20–30-х рр. </a:t>
          </a:r>
          <a:r>
            <a:rPr lang="en-US" sz="1600" b="0" i="0" kern="1200"/>
            <a:t>XVII </a:t>
          </a:r>
          <a:r>
            <a:rPr lang="uk-UA" sz="1600" b="0" i="0" kern="1200"/>
            <a:t>ст.</a:t>
          </a:r>
          <a:endParaRPr lang="uk-UA" sz="1600" kern="1200"/>
        </a:p>
      </dsp:txBody>
      <dsp:txXfrm>
        <a:off x="455617" y="309315"/>
        <a:ext cx="4244717" cy="618953"/>
      </dsp:txXfrm>
    </dsp:sp>
    <dsp:sp modelId="{7F38BB6A-84CE-4859-99E6-B4A2BCFE6BED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F84E6C-3F42-4275-9A7C-E13D8219D31B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0" i="0" kern="1200"/>
            <a:t>розміщення турецьких фортець у гирлі Дніпра й Південного Бугу.</a:t>
          </a:r>
          <a:endParaRPr lang="uk-UA" sz="1600" kern="1200"/>
        </a:p>
      </dsp:txBody>
      <dsp:txXfrm>
        <a:off x="810477" y="1237907"/>
        <a:ext cx="3889857" cy="618953"/>
      </dsp:txXfrm>
    </dsp:sp>
    <dsp:sp modelId="{5E03C4EE-68D1-4D1E-9573-1B45E44B6C78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3D6A72-D154-480D-AC29-0BF71A441727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0" i="0" kern="1200" dirty="0"/>
            <a:t>формування полків реєстрового козацтва.</a:t>
          </a:r>
          <a:endParaRPr lang="uk-UA" sz="1600" kern="1200" dirty="0"/>
        </a:p>
      </dsp:txBody>
      <dsp:txXfrm>
        <a:off x="810477" y="2166498"/>
        <a:ext cx="3889857" cy="618953"/>
      </dsp:txXfrm>
    </dsp:sp>
    <dsp:sp modelId="{44487A86-F846-44E0-ABA8-4736D6DC6755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05CAA-7E89-46E3-B5B3-36340692FF23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0" i="0" kern="1200" dirty="0"/>
            <a:t>розміщення Запорозьких Січей.</a:t>
          </a:r>
          <a:endParaRPr lang="uk-UA" sz="1600" kern="1200" dirty="0"/>
        </a:p>
      </dsp:txBody>
      <dsp:txXfrm>
        <a:off x="455617" y="3095090"/>
        <a:ext cx="4244717" cy="618953"/>
      </dsp:txXfrm>
    </dsp:sp>
    <dsp:sp modelId="{CE229310-E140-4BC4-8A40-1CD7AE2B52BF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22F101-4EBF-4E8A-AC3B-2D2510A720FE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/>
            <a:t>«губернія».</a:t>
          </a:r>
          <a:endParaRPr lang="uk-UA" sz="2200" kern="1200"/>
        </a:p>
      </dsp:txBody>
      <dsp:txXfrm rot="10800000">
        <a:off x="1207108" y="1257"/>
        <a:ext cx="2956662" cy="821331"/>
      </dsp:txXfrm>
    </dsp:sp>
    <dsp:sp modelId="{F99DF59D-2745-48FD-91CC-CB1892419449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7B8FF8-D5A1-454E-9518-A9BF5CEE52EE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/>
            <a:t>«воєводство».</a:t>
          </a:r>
          <a:endParaRPr lang="uk-UA" sz="2200" kern="1200"/>
        </a:p>
      </dsp:txBody>
      <dsp:txXfrm rot="10800000">
        <a:off x="1207108" y="1067762"/>
        <a:ext cx="2956662" cy="821331"/>
      </dsp:txXfrm>
    </dsp:sp>
    <dsp:sp modelId="{B7EACC4C-0DC7-4F7E-A8BF-77127673A80F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5C8F0A-0828-4424-B073-F2605FE03706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/>
            <a:t>«князівство».</a:t>
          </a:r>
          <a:endParaRPr lang="uk-UA" sz="2200" kern="1200"/>
        </a:p>
      </dsp:txBody>
      <dsp:txXfrm rot="10800000">
        <a:off x="1207108" y="2134266"/>
        <a:ext cx="2956662" cy="821331"/>
      </dsp:txXfrm>
    </dsp:sp>
    <dsp:sp modelId="{DA7D677E-1C60-455D-9C16-64CC98007B78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8E3404-3621-479E-9B24-B154C3F15A08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/>
            <a:t>«намісництво».</a:t>
          </a:r>
          <a:endParaRPr lang="uk-UA" sz="2200" kern="1200"/>
        </a:p>
      </dsp:txBody>
      <dsp:txXfrm rot="10800000">
        <a:off x="1207108" y="3200771"/>
        <a:ext cx="2956662" cy="821331"/>
      </dsp:txXfrm>
    </dsp:sp>
    <dsp:sp modelId="{0C1C15C4-54C2-4877-BBCA-0E6F240BAFB0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22F101-4EBF-4E8A-AC3B-2D2510A720FE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/>
            <a:t>«губернія».</a:t>
          </a:r>
          <a:endParaRPr lang="uk-UA" sz="2200" kern="1200"/>
        </a:p>
      </dsp:txBody>
      <dsp:txXfrm rot="10800000">
        <a:off x="1207108" y="1257"/>
        <a:ext cx="2956662" cy="821331"/>
      </dsp:txXfrm>
    </dsp:sp>
    <dsp:sp modelId="{F99DF59D-2745-48FD-91CC-CB1892419449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7B8FF8-D5A1-454E-9518-A9BF5CEE52EE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/>
            <a:t>«</a:t>
          </a:r>
          <a:r>
            <a:rPr lang="ru-RU" sz="2200" kern="1200" dirty="0" err="1"/>
            <a:t>воєводство</a:t>
          </a:r>
          <a:r>
            <a:rPr lang="ru-RU" sz="2200" kern="1200" dirty="0"/>
            <a:t>».</a:t>
          </a:r>
          <a:endParaRPr lang="uk-UA" sz="2200" kern="1200" dirty="0"/>
        </a:p>
      </dsp:txBody>
      <dsp:txXfrm rot="10800000">
        <a:off x="1207108" y="1067762"/>
        <a:ext cx="2956662" cy="821331"/>
      </dsp:txXfrm>
    </dsp:sp>
    <dsp:sp modelId="{B7EACC4C-0DC7-4F7E-A8BF-77127673A80F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5C8F0A-0828-4424-B073-F2605FE03706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/>
            <a:t>«князівство».</a:t>
          </a:r>
          <a:endParaRPr lang="uk-UA" sz="2200" kern="1200"/>
        </a:p>
      </dsp:txBody>
      <dsp:txXfrm rot="10800000">
        <a:off x="1207108" y="2134266"/>
        <a:ext cx="2956662" cy="821331"/>
      </dsp:txXfrm>
    </dsp:sp>
    <dsp:sp modelId="{DA7D677E-1C60-455D-9C16-64CC98007B78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8E3404-3621-479E-9B24-B154C3F15A08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/>
            <a:t>«</a:t>
          </a:r>
          <a:r>
            <a:rPr lang="ru-RU" sz="2200" kern="1200" dirty="0" err="1"/>
            <a:t>намісництво</a:t>
          </a:r>
          <a:r>
            <a:rPr lang="ru-RU" sz="2200" kern="1200" dirty="0"/>
            <a:t>».</a:t>
          </a:r>
          <a:endParaRPr lang="uk-UA" sz="2200" kern="1200" dirty="0"/>
        </a:p>
      </dsp:txBody>
      <dsp:txXfrm rot="10800000">
        <a:off x="1207108" y="3200771"/>
        <a:ext cx="2956662" cy="821331"/>
      </dsp:txXfrm>
    </dsp:sp>
    <dsp:sp modelId="{0C1C15C4-54C2-4877-BBCA-0E6F240BAFB0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9B8718-1B28-4188-848C-04F598285C86}">
      <dsp:nvSpPr>
        <dsp:cNvPr id="0" name=""/>
        <dsp:cNvSpPr/>
      </dsp:nvSpPr>
      <dsp:spPr>
        <a:xfrm>
          <a:off x="0" y="620551"/>
          <a:ext cx="972007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err="1"/>
            <a:t>доброчинні</a:t>
          </a:r>
          <a:r>
            <a:rPr lang="ru-RU" sz="2000" kern="1200" dirty="0"/>
            <a:t> </a:t>
          </a:r>
          <a:r>
            <a:rPr lang="ru-RU" sz="2000" kern="1200" dirty="0" err="1"/>
            <a:t>товариства</a:t>
          </a:r>
          <a:r>
            <a:rPr lang="ru-RU" sz="2000" kern="1200" dirty="0"/>
            <a:t> </a:t>
          </a:r>
          <a:r>
            <a:rPr lang="ru-RU" sz="2000" kern="1200" dirty="0" err="1"/>
            <a:t>української</a:t>
          </a:r>
          <a:r>
            <a:rPr lang="ru-RU" sz="2000" kern="1200" dirty="0"/>
            <a:t> </a:t>
          </a:r>
          <a:r>
            <a:rPr lang="ru-RU" sz="2000" kern="1200" dirty="0" err="1"/>
            <a:t>шляхти</a:t>
          </a:r>
          <a:r>
            <a:rPr lang="ru-RU" sz="2000" kern="1200" dirty="0"/>
            <a:t>, </a:t>
          </a:r>
          <a:r>
            <a:rPr lang="ru-RU" sz="2000" kern="1200" dirty="0" err="1"/>
            <a:t>що</a:t>
          </a:r>
          <a:r>
            <a:rPr lang="ru-RU" sz="2000" kern="1200" dirty="0"/>
            <a:t> </a:t>
          </a:r>
          <a:r>
            <a:rPr lang="ru-RU" sz="2000" kern="1200" dirty="0" err="1"/>
            <a:t>опікувалися</a:t>
          </a:r>
          <a:r>
            <a:rPr lang="ru-RU" sz="2000" kern="1200" dirty="0"/>
            <a:t> </a:t>
          </a:r>
          <a:r>
            <a:rPr lang="ru-RU" sz="2000" kern="1200" dirty="0" err="1"/>
            <a:t>будівництвом</a:t>
          </a:r>
          <a:r>
            <a:rPr lang="ru-RU" sz="2000" kern="1200" dirty="0"/>
            <a:t> </a:t>
          </a:r>
          <a:r>
            <a:rPr lang="ru-RU" sz="2000" kern="1200" dirty="0" err="1"/>
            <a:t>православних</a:t>
          </a:r>
          <a:r>
            <a:rPr lang="ru-RU" sz="2000" kern="1200" dirty="0"/>
            <a:t> </a:t>
          </a:r>
          <a:r>
            <a:rPr lang="ru-RU" sz="2000" kern="1200" dirty="0" err="1"/>
            <a:t>храмів</a:t>
          </a:r>
          <a:r>
            <a:rPr lang="ru-RU" sz="2000" kern="1200" dirty="0"/>
            <a:t>.</a:t>
          </a:r>
          <a:endParaRPr lang="uk-UA" sz="2000" kern="1200" dirty="0"/>
        </a:p>
      </dsp:txBody>
      <dsp:txXfrm>
        <a:off x="38838" y="659389"/>
        <a:ext cx="9642396" cy="717924"/>
      </dsp:txXfrm>
    </dsp:sp>
    <dsp:sp modelId="{8A133B2D-35D2-4C16-BEEE-CD6FF70D85A0}">
      <dsp:nvSpPr>
        <dsp:cNvPr id="0" name=""/>
        <dsp:cNvSpPr/>
      </dsp:nvSpPr>
      <dsp:spPr>
        <a:xfrm>
          <a:off x="0" y="1473751"/>
          <a:ext cx="972007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/>
            <a:t>форма промислового виробництва, заснована на розподілі праці й ремісничій техніці, що передувала великій машинній індустрії.</a:t>
          </a:r>
          <a:endParaRPr lang="uk-UA" sz="2000" kern="1200"/>
        </a:p>
      </dsp:txBody>
      <dsp:txXfrm>
        <a:off x="38838" y="1512589"/>
        <a:ext cx="9642396" cy="717924"/>
      </dsp:txXfrm>
    </dsp:sp>
    <dsp:sp modelId="{8C0A76D4-F243-4624-92B7-4058BA76A725}">
      <dsp:nvSpPr>
        <dsp:cNvPr id="0" name=""/>
        <dsp:cNvSpPr/>
      </dsp:nvSpPr>
      <dsp:spPr>
        <a:xfrm>
          <a:off x="0" y="2326951"/>
          <a:ext cx="9720072" cy="795600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err="1"/>
            <a:t>багатогалузеве</a:t>
          </a:r>
          <a:r>
            <a:rPr lang="ru-RU" sz="2000" kern="1200" dirty="0"/>
            <a:t> </a:t>
          </a:r>
          <a:r>
            <a:rPr lang="ru-RU" sz="2000" kern="1200" dirty="0" err="1"/>
            <a:t>господарство</a:t>
          </a:r>
          <a:r>
            <a:rPr lang="ru-RU" sz="2000" kern="1200" dirty="0"/>
            <a:t>, </a:t>
          </a:r>
          <a:r>
            <a:rPr lang="ru-RU" sz="2000" kern="1200" dirty="0" err="1"/>
            <a:t>що</a:t>
          </a:r>
          <a:r>
            <a:rPr lang="ru-RU" sz="2000" kern="1200" dirty="0"/>
            <a:t> </a:t>
          </a:r>
          <a:r>
            <a:rPr lang="ru-RU" sz="2000" kern="1200" dirty="0" err="1"/>
            <a:t>базувалося</a:t>
          </a:r>
          <a:r>
            <a:rPr lang="ru-RU" sz="2000" kern="1200" dirty="0"/>
            <a:t> на </a:t>
          </a:r>
          <a:r>
            <a:rPr lang="ru-RU" sz="2000" kern="1200" dirty="0" err="1"/>
            <a:t>праці</a:t>
          </a:r>
          <a:r>
            <a:rPr lang="ru-RU" sz="2000" kern="1200" dirty="0"/>
            <a:t> </a:t>
          </a:r>
          <a:r>
            <a:rPr lang="ru-RU" sz="2000" kern="1200" dirty="0" err="1"/>
            <a:t>кріпосних</a:t>
          </a:r>
          <a:r>
            <a:rPr lang="ru-RU" sz="2000" kern="1200" dirty="0"/>
            <a:t> селян й </a:t>
          </a:r>
          <a:r>
            <a:rPr lang="ru-RU" sz="2000" kern="1200" dirty="0" err="1"/>
            <a:t>орієнтувалося</a:t>
          </a:r>
          <a:r>
            <a:rPr lang="ru-RU" sz="2000" kern="1200" dirty="0"/>
            <a:t> на </a:t>
          </a:r>
          <a:r>
            <a:rPr lang="ru-RU" sz="2000" kern="1200" dirty="0" err="1"/>
            <a:t>виробництво</a:t>
          </a:r>
          <a:r>
            <a:rPr lang="ru-RU" sz="2000" kern="1200" dirty="0"/>
            <a:t> </a:t>
          </a:r>
          <a:r>
            <a:rPr lang="ru-RU" sz="2000" kern="1200" dirty="0" err="1"/>
            <a:t>сільськогосподарської</a:t>
          </a:r>
          <a:r>
            <a:rPr lang="ru-RU" sz="2000" kern="1200" dirty="0"/>
            <a:t> </a:t>
          </a:r>
          <a:r>
            <a:rPr lang="ru-RU" sz="2000" kern="1200" dirty="0" err="1"/>
            <a:t>продукції</a:t>
          </a:r>
          <a:r>
            <a:rPr lang="ru-RU" sz="2000" kern="1200" dirty="0"/>
            <a:t>, перш за все </a:t>
          </a:r>
          <a:r>
            <a:rPr lang="ru-RU" sz="2000" kern="1200" dirty="0" err="1"/>
            <a:t>збіжжя</a:t>
          </a:r>
          <a:r>
            <a:rPr lang="ru-RU" sz="2000" kern="1200" dirty="0"/>
            <a:t> на продаж.</a:t>
          </a:r>
          <a:endParaRPr lang="uk-UA" sz="2000" kern="1200" dirty="0"/>
        </a:p>
      </dsp:txBody>
      <dsp:txXfrm>
        <a:off x="38838" y="2365789"/>
        <a:ext cx="9642396" cy="717924"/>
      </dsp:txXfrm>
    </dsp:sp>
    <dsp:sp modelId="{B06BE247-187D-4837-A054-181D05EEF2BC}">
      <dsp:nvSpPr>
        <dsp:cNvPr id="0" name=""/>
        <dsp:cNvSpPr/>
      </dsp:nvSpPr>
      <dsp:spPr>
        <a:xfrm>
          <a:off x="0" y="3180151"/>
          <a:ext cx="972007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/>
            <a:t>корпоративні організації ремісників однієї чи кількох споріднених спеціальностей у містах, що користувалися магдебурзьким правом.</a:t>
          </a:r>
          <a:endParaRPr lang="uk-UA" sz="2000" kern="1200"/>
        </a:p>
      </dsp:txBody>
      <dsp:txXfrm>
        <a:off x="38838" y="3218989"/>
        <a:ext cx="9642396" cy="717924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9B8718-1B28-4188-848C-04F598285C86}">
      <dsp:nvSpPr>
        <dsp:cNvPr id="0" name=""/>
        <dsp:cNvSpPr/>
      </dsp:nvSpPr>
      <dsp:spPr>
        <a:xfrm>
          <a:off x="0" y="620551"/>
          <a:ext cx="972007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err="1"/>
            <a:t>доброчинні</a:t>
          </a:r>
          <a:r>
            <a:rPr lang="ru-RU" sz="2000" kern="1200" dirty="0"/>
            <a:t> </a:t>
          </a:r>
          <a:r>
            <a:rPr lang="ru-RU" sz="2000" kern="1200" dirty="0" err="1"/>
            <a:t>товариства</a:t>
          </a:r>
          <a:r>
            <a:rPr lang="ru-RU" sz="2000" kern="1200" dirty="0"/>
            <a:t> </a:t>
          </a:r>
          <a:r>
            <a:rPr lang="ru-RU" sz="2000" kern="1200" dirty="0" err="1"/>
            <a:t>української</a:t>
          </a:r>
          <a:r>
            <a:rPr lang="ru-RU" sz="2000" kern="1200" dirty="0"/>
            <a:t> </a:t>
          </a:r>
          <a:r>
            <a:rPr lang="ru-RU" sz="2000" kern="1200" dirty="0" err="1"/>
            <a:t>шляхти</a:t>
          </a:r>
          <a:r>
            <a:rPr lang="ru-RU" sz="2000" kern="1200" dirty="0"/>
            <a:t>, </a:t>
          </a:r>
          <a:r>
            <a:rPr lang="ru-RU" sz="2000" kern="1200" dirty="0" err="1"/>
            <a:t>що</a:t>
          </a:r>
          <a:r>
            <a:rPr lang="ru-RU" sz="2000" kern="1200" dirty="0"/>
            <a:t> </a:t>
          </a:r>
          <a:r>
            <a:rPr lang="ru-RU" sz="2000" kern="1200" dirty="0" err="1"/>
            <a:t>опікувалися</a:t>
          </a:r>
          <a:r>
            <a:rPr lang="ru-RU" sz="2000" kern="1200" dirty="0"/>
            <a:t> </a:t>
          </a:r>
          <a:r>
            <a:rPr lang="ru-RU" sz="2000" kern="1200"/>
            <a:t>будівництвом</a:t>
          </a:r>
          <a:r>
            <a:rPr lang="ru-RU" sz="2000" kern="1200" dirty="0"/>
            <a:t> </a:t>
          </a:r>
          <a:r>
            <a:rPr lang="ru-RU" sz="2000" kern="1200" dirty="0" err="1"/>
            <a:t>православних</a:t>
          </a:r>
          <a:r>
            <a:rPr lang="ru-RU" sz="2000" kern="1200" dirty="0"/>
            <a:t> </a:t>
          </a:r>
          <a:r>
            <a:rPr lang="ru-RU" sz="2000" kern="1200" dirty="0" err="1"/>
            <a:t>храмів</a:t>
          </a:r>
          <a:r>
            <a:rPr lang="ru-RU" sz="2000" kern="1200" dirty="0"/>
            <a:t>.</a:t>
          </a:r>
          <a:endParaRPr lang="uk-UA" sz="2000" kern="1200" dirty="0"/>
        </a:p>
      </dsp:txBody>
      <dsp:txXfrm>
        <a:off x="38838" y="659389"/>
        <a:ext cx="9642396" cy="717924"/>
      </dsp:txXfrm>
    </dsp:sp>
    <dsp:sp modelId="{8A133B2D-35D2-4C16-BEEE-CD6FF70D85A0}">
      <dsp:nvSpPr>
        <dsp:cNvPr id="0" name=""/>
        <dsp:cNvSpPr/>
      </dsp:nvSpPr>
      <dsp:spPr>
        <a:xfrm>
          <a:off x="0" y="1473751"/>
          <a:ext cx="972007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/>
            <a:t>форма </a:t>
          </a:r>
          <a:r>
            <a:rPr lang="ru-RU" sz="2000" kern="1200" dirty="0" err="1"/>
            <a:t>промислового</a:t>
          </a:r>
          <a:r>
            <a:rPr lang="ru-RU" sz="2000" kern="1200" dirty="0"/>
            <a:t> </a:t>
          </a:r>
          <a:r>
            <a:rPr lang="ru-RU" sz="2000" kern="1200" dirty="0" err="1"/>
            <a:t>виробництва</a:t>
          </a:r>
          <a:r>
            <a:rPr lang="ru-RU" sz="2000" kern="1200" dirty="0"/>
            <a:t>, заснована на </a:t>
          </a:r>
          <a:r>
            <a:rPr lang="ru-RU" sz="2000" kern="1200" dirty="0" err="1"/>
            <a:t>розподілі</a:t>
          </a:r>
          <a:r>
            <a:rPr lang="ru-RU" sz="2000" kern="1200" dirty="0"/>
            <a:t> </a:t>
          </a:r>
          <a:r>
            <a:rPr lang="ru-RU" sz="2000" kern="1200" dirty="0" err="1"/>
            <a:t>праці</a:t>
          </a:r>
          <a:r>
            <a:rPr lang="ru-RU" sz="2000" kern="1200" dirty="0"/>
            <a:t> й </a:t>
          </a:r>
          <a:r>
            <a:rPr lang="ru-RU" sz="2000" kern="1200" dirty="0" err="1"/>
            <a:t>ремісничій</a:t>
          </a:r>
          <a:r>
            <a:rPr lang="ru-RU" sz="2000" kern="1200" dirty="0"/>
            <a:t> </a:t>
          </a:r>
          <a:r>
            <a:rPr lang="ru-RU" sz="2000" kern="1200" dirty="0" err="1"/>
            <a:t>техніці</a:t>
          </a:r>
          <a:r>
            <a:rPr lang="ru-RU" sz="2000" kern="1200" dirty="0"/>
            <a:t>, </a:t>
          </a:r>
          <a:r>
            <a:rPr lang="ru-RU" sz="2000" kern="1200" dirty="0" err="1"/>
            <a:t>що</a:t>
          </a:r>
          <a:r>
            <a:rPr lang="ru-RU" sz="2000" kern="1200" dirty="0"/>
            <a:t> передувала </a:t>
          </a:r>
          <a:r>
            <a:rPr lang="ru-RU" sz="2000" kern="1200" dirty="0" err="1"/>
            <a:t>великій</a:t>
          </a:r>
          <a:r>
            <a:rPr lang="ru-RU" sz="2000" kern="1200" dirty="0"/>
            <a:t> </a:t>
          </a:r>
          <a:r>
            <a:rPr lang="ru-RU" sz="2000" kern="1200" dirty="0" err="1"/>
            <a:t>машинній</a:t>
          </a:r>
          <a:r>
            <a:rPr lang="ru-RU" sz="2000" kern="1200" dirty="0"/>
            <a:t> </a:t>
          </a:r>
          <a:r>
            <a:rPr lang="ru-RU" sz="2000" kern="1200" dirty="0" err="1"/>
            <a:t>індустрії</a:t>
          </a:r>
          <a:r>
            <a:rPr lang="ru-RU" sz="2000" kern="1200" dirty="0"/>
            <a:t>.</a:t>
          </a:r>
          <a:endParaRPr lang="uk-UA" sz="2000" kern="1200" dirty="0"/>
        </a:p>
      </dsp:txBody>
      <dsp:txXfrm>
        <a:off x="38838" y="1512589"/>
        <a:ext cx="9642396" cy="717924"/>
      </dsp:txXfrm>
    </dsp:sp>
    <dsp:sp modelId="{8C0A76D4-F243-4624-92B7-4058BA76A725}">
      <dsp:nvSpPr>
        <dsp:cNvPr id="0" name=""/>
        <dsp:cNvSpPr/>
      </dsp:nvSpPr>
      <dsp:spPr>
        <a:xfrm>
          <a:off x="0" y="2326951"/>
          <a:ext cx="972007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/>
            <a:t>багатогалузеве господарство, що базувалося на праці кріпосних селян й орієнтувалося на виробництво сільськогосподарської продукції, перш за все збіжжя на продаж.</a:t>
          </a:r>
          <a:endParaRPr lang="uk-UA" sz="2000" kern="1200"/>
        </a:p>
      </dsp:txBody>
      <dsp:txXfrm>
        <a:off x="38838" y="2365789"/>
        <a:ext cx="9642396" cy="717924"/>
      </dsp:txXfrm>
    </dsp:sp>
    <dsp:sp modelId="{B06BE247-187D-4837-A054-181D05EEF2BC}">
      <dsp:nvSpPr>
        <dsp:cNvPr id="0" name=""/>
        <dsp:cNvSpPr/>
      </dsp:nvSpPr>
      <dsp:spPr>
        <a:xfrm>
          <a:off x="0" y="3180151"/>
          <a:ext cx="9720072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err="1"/>
            <a:t>корпоративні</a:t>
          </a:r>
          <a:r>
            <a:rPr lang="ru-RU" sz="2000" kern="1200" dirty="0"/>
            <a:t> </a:t>
          </a:r>
          <a:r>
            <a:rPr lang="ru-RU" sz="2000" kern="1200" dirty="0" err="1"/>
            <a:t>організації</a:t>
          </a:r>
          <a:r>
            <a:rPr lang="ru-RU" sz="2000" kern="1200" dirty="0"/>
            <a:t> </a:t>
          </a:r>
          <a:r>
            <a:rPr lang="ru-RU" sz="2000" kern="1200" dirty="0" err="1"/>
            <a:t>ремісників</a:t>
          </a:r>
          <a:r>
            <a:rPr lang="ru-RU" sz="2000" kern="1200" dirty="0"/>
            <a:t> </a:t>
          </a:r>
          <a:r>
            <a:rPr lang="ru-RU" sz="2000" kern="1200" dirty="0" err="1"/>
            <a:t>однієї</a:t>
          </a:r>
          <a:r>
            <a:rPr lang="ru-RU" sz="2000" kern="1200" dirty="0"/>
            <a:t> </a:t>
          </a:r>
          <a:r>
            <a:rPr lang="ru-RU" sz="2000" kern="1200" dirty="0" err="1"/>
            <a:t>чи</a:t>
          </a:r>
          <a:r>
            <a:rPr lang="ru-RU" sz="2000" kern="1200" dirty="0"/>
            <a:t> </a:t>
          </a:r>
          <a:r>
            <a:rPr lang="ru-RU" sz="2000" kern="1200" dirty="0" err="1"/>
            <a:t>кількох</a:t>
          </a:r>
          <a:r>
            <a:rPr lang="ru-RU" sz="2000" kern="1200" dirty="0"/>
            <a:t> </a:t>
          </a:r>
          <a:r>
            <a:rPr lang="ru-RU" sz="2000" kern="1200" dirty="0" err="1"/>
            <a:t>споріднених</a:t>
          </a:r>
          <a:r>
            <a:rPr lang="ru-RU" sz="2000" kern="1200" dirty="0"/>
            <a:t> </a:t>
          </a:r>
          <a:r>
            <a:rPr lang="ru-RU" sz="2000" kern="1200" dirty="0" err="1"/>
            <a:t>спеціальностей</a:t>
          </a:r>
          <a:r>
            <a:rPr lang="ru-RU" sz="2000" kern="1200" dirty="0"/>
            <a:t> у </a:t>
          </a:r>
          <a:r>
            <a:rPr lang="ru-RU" sz="2000" kern="1200" dirty="0" err="1"/>
            <a:t>містах</a:t>
          </a:r>
          <a:r>
            <a:rPr lang="ru-RU" sz="2000" kern="1200" dirty="0"/>
            <a:t>, </a:t>
          </a:r>
          <a:r>
            <a:rPr lang="ru-RU" sz="2000" kern="1200" dirty="0" err="1"/>
            <a:t>що</a:t>
          </a:r>
          <a:r>
            <a:rPr lang="ru-RU" sz="2000" kern="1200" dirty="0"/>
            <a:t> </a:t>
          </a:r>
          <a:r>
            <a:rPr lang="ru-RU" sz="2000" kern="1200" dirty="0" err="1"/>
            <a:t>користувалися</a:t>
          </a:r>
          <a:r>
            <a:rPr lang="ru-RU" sz="2000" kern="1200" dirty="0"/>
            <a:t> </a:t>
          </a:r>
          <a:r>
            <a:rPr lang="ru-RU" sz="2000" kern="1200" dirty="0" err="1"/>
            <a:t>магдебурзьким</a:t>
          </a:r>
          <a:r>
            <a:rPr lang="ru-RU" sz="2000" kern="1200" dirty="0"/>
            <a:t> правом.</a:t>
          </a:r>
          <a:endParaRPr lang="uk-UA" sz="2000" kern="1200" dirty="0"/>
        </a:p>
      </dsp:txBody>
      <dsp:txXfrm>
        <a:off x="38838" y="3218989"/>
        <a:ext cx="9642396" cy="717924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17BFAF-A293-4F72-B0D6-7952815F3B0E}">
      <dsp:nvSpPr>
        <dsp:cNvPr id="0" name=""/>
        <dsp:cNvSpPr/>
      </dsp:nvSpPr>
      <dsp:spPr>
        <a:xfrm>
          <a:off x="0" y="75239"/>
          <a:ext cx="4754880" cy="1904760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 dirty="0"/>
            <a:t>форма </a:t>
          </a:r>
          <a:r>
            <a:rPr lang="ru-RU" sz="2200" b="0" i="0" kern="1200" dirty="0" err="1"/>
            <a:t>земельноі</a:t>
          </a:r>
          <a:r>
            <a:rPr lang="ru-RU" sz="2200" b="0" i="0" kern="1200" dirty="0"/>
            <a:t>̈ </a:t>
          </a:r>
          <a:r>
            <a:rPr lang="ru-RU" sz="2200" b="0" i="0" kern="1200" dirty="0" err="1"/>
            <a:t>відробітковоі</a:t>
          </a:r>
          <a:r>
            <a:rPr lang="ru-RU" sz="2200" b="0" i="0" kern="1200" dirty="0"/>
            <a:t>̈ </a:t>
          </a:r>
          <a:r>
            <a:rPr lang="ru-RU" sz="2200" b="0" i="0" kern="1200" dirty="0" err="1"/>
            <a:t>ренти</a:t>
          </a:r>
          <a:r>
            <a:rPr lang="ru-RU" sz="2200" b="0" i="0" kern="1200" dirty="0"/>
            <a:t>, </a:t>
          </a:r>
          <a:r>
            <a:rPr lang="ru-RU" sz="2200" b="0" i="0" kern="1200" dirty="0" err="1"/>
            <a:t>що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передбачала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обов’язкову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працю</a:t>
          </a:r>
          <a:r>
            <a:rPr lang="ru-RU" sz="2200" b="0" i="0" kern="1200" dirty="0"/>
            <a:t> селянина </a:t>
          </a:r>
          <a:r>
            <a:rPr lang="ru-RU" sz="2200" b="0" i="0" kern="1200" dirty="0" err="1"/>
            <a:t>власним</a:t>
          </a:r>
          <a:r>
            <a:rPr lang="ru-RU" sz="2200" b="0" i="0" kern="1200" dirty="0"/>
            <a:t> </a:t>
          </a:r>
          <a:r>
            <a:rPr lang="ru-RU" sz="2200" b="0" i="0" kern="1200" dirty="0" err="1"/>
            <a:t>реманентом</a:t>
          </a:r>
          <a:r>
            <a:rPr lang="ru-RU" sz="2200" b="0" i="0" kern="1200" dirty="0"/>
            <a:t> у </a:t>
          </a:r>
          <a:r>
            <a:rPr lang="ru-RU" sz="2200" b="0" i="0" kern="1200" dirty="0" err="1"/>
            <a:t>господарстві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землевласника</a:t>
          </a:r>
          <a:r>
            <a:rPr lang="ru-RU" sz="2200" b="0" i="0" kern="1200" dirty="0"/>
            <a:t>.</a:t>
          </a:r>
          <a:endParaRPr lang="uk-UA" sz="2200" kern="1200" dirty="0"/>
        </a:p>
      </dsp:txBody>
      <dsp:txXfrm>
        <a:off x="92983" y="168222"/>
        <a:ext cx="4568914" cy="1718794"/>
      </dsp:txXfrm>
    </dsp:sp>
    <dsp:sp modelId="{60DA270F-8BEF-4E33-9862-E103DACB262A}">
      <dsp:nvSpPr>
        <dsp:cNvPr id="0" name=""/>
        <dsp:cNvSpPr/>
      </dsp:nvSpPr>
      <dsp:spPr>
        <a:xfrm>
          <a:off x="0" y="2043360"/>
          <a:ext cx="4754880" cy="1904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/>
            <a:t>система суспільних відносин, за якої землевласник мав право на особу, працю та майно залежних від нього селян-кріпаків.</a:t>
          </a:r>
          <a:endParaRPr lang="uk-UA" sz="2200" kern="1200"/>
        </a:p>
      </dsp:txBody>
      <dsp:txXfrm>
        <a:off x="92983" y="2136343"/>
        <a:ext cx="4568914" cy="1718794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3F3269-D3FD-45EA-8622-DF0C4C948A4F}">
      <dsp:nvSpPr>
        <dsp:cNvPr id="0" name=""/>
        <dsp:cNvSpPr/>
      </dsp:nvSpPr>
      <dsp:spPr>
        <a:xfrm>
          <a:off x="0" y="66391"/>
          <a:ext cx="4754880" cy="19136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 dirty="0"/>
            <a:t>форма </a:t>
          </a:r>
          <a:r>
            <a:rPr lang="ru-RU" sz="2200" b="0" i="0" kern="1200" dirty="0" err="1"/>
            <a:t>натуральноі</a:t>
          </a:r>
          <a:r>
            <a:rPr lang="ru-RU" sz="2200" b="0" i="0" kern="1200" dirty="0"/>
            <a:t>̈ </a:t>
          </a:r>
          <a:r>
            <a:rPr lang="ru-RU" sz="2200" b="0" i="0" kern="1200" dirty="0" err="1"/>
            <a:t>ренти</a:t>
          </a:r>
          <a:r>
            <a:rPr lang="ru-RU" sz="2200" b="0" i="0" kern="1200" dirty="0"/>
            <a:t>, </a:t>
          </a:r>
          <a:r>
            <a:rPr lang="ru-RU" sz="2200" b="0" i="0" kern="1200" dirty="0" err="1"/>
            <a:t>податок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грішми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або</a:t>
          </a:r>
          <a:r>
            <a:rPr lang="ru-RU" sz="2200" b="0" i="0" kern="1200" dirty="0"/>
            <a:t> продуктами, </a:t>
          </a:r>
          <a:r>
            <a:rPr lang="ru-RU" sz="2200" b="0" i="0" kern="1200" dirty="0" err="1"/>
            <a:t>що</a:t>
          </a:r>
          <a:r>
            <a:rPr lang="ru-RU" sz="2200" b="0" i="0" kern="1200" dirty="0"/>
            <a:t> </a:t>
          </a:r>
          <a:r>
            <a:rPr lang="ru-RU" sz="2200" b="0" i="0" kern="1200" dirty="0" err="1"/>
            <a:t>стягувався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землевласником</a:t>
          </a:r>
          <a:r>
            <a:rPr lang="ru-RU" sz="2200" b="0" i="0" kern="1200" dirty="0"/>
            <a:t> </a:t>
          </a:r>
          <a:r>
            <a:rPr lang="ru-RU" sz="2200" b="0" i="0" kern="1200" dirty="0" err="1"/>
            <a:t>із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залежних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від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нього</a:t>
          </a:r>
          <a:r>
            <a:rPr lang="ru-RU" sz="2200" b="0" i="0" kern="1200" dirty="0"/>
            <a:t> селян.</a:t>
          </a:r>
          <a:endParaRPr lang="uk-UA" sz="2200" kern="1200" dirty="0"/>
        </a:p>
      </dsp:txBody>
      <dsp:txXfrm>
        <a:off x="93415" y="159806"/>
        <a:ext cx="4568050" cy="1726778"/>
      </dsp:txXfrm>
    </dsp:sp>
    <dsp:sp modelId="{C19A41AA-A485-4E44-BC24-6051291B3FDB}">
      <dsp:nvSpPr>
        <dsp:cNvPr id="0" name=""/>
        <dsp:cNvSpPr/>
      </dsp:nvSpPr>
      <dsp:spPr>
        <a:xfrm>
          <a:off x="0" y="2043360"/>
          <a:ext cx="4754880" cy="19136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 dirty="0"/>
            <a:t>велике </a:t>
          </a:r>
          <a:r>
            <a:rPr lang="ru-RU" sz="2200" b="0" i="0" kern="1200" dirty="0" err="1"/>
            <a:t>шляхетське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багатогалузеве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господарство</a:t>
          </a:r>
          <a:r>
            <a:rPr lang="ru-RU" sz="2200" b="0" i="0" kern="1200" dirty="0"/>
            <a:t>, </a:t>
          </a:r>
          <a:r>
            <a:rPr lang="ru-RU" sz="2200" b="0" i="0" kern="1200" dirty="0" err="1"/>
            <a:t>орієнтоване</a:t>
          </a:r>
          <a:r>
            <a:rPr lang="ru-RU" sz="2200" b="0" i="0" kern="1200" dirty="0"/>
            <a:t> на </a:t>
          </a:r>
          <a:r>
            <a:rPr lang="ru-RU" sz="2200" b="0" i="0" kern="1200" dirty="0" err="1"/>
            <a:t>ринок</a:t>
          </a:r>
          <a:r>
            <a:rPr lang="ru-RU" sz="2200" b="0" i="0" kern="1200" dirty="0"/>
            <a:t>, в </a:t>
          </a:r>
          <a:r>
            <a:rPr lang="ru-RU" sz="2200" b="0" i="0" kern="1200" dirty="0" err="1"/>
            <a:t>якому</a:t>
          </a:r>
          <a:r>
            <a:rPr lang="ru-RU" sz="2200" b="0" i="0" kern="1200" dirty="0"/>
            <a:t> вся земля належала </a:t>
          </a:r>
          <a:r>
            <a:rPr lang="ru-RU" sz="2200" b="0" i="0" kern="1200" dirty="0" err="1"/>
            <a:t>панові</a:t>
          </a:r>
          <a:r>
            <a:rPr lang="ru-RU" sz="2200" b="0" i="0" kern="1200" dirty="0"/>
            <a:t>, й </a:t>
          </a:r>
          <a:r>
            <a:rPr lang="ru-RU" sz="2200" b="0" i="0" kern="1200" dirty="0" err="1"/>
            <a:t>базувалося</a:t>
          </a:r>
          <a:r>
            <a:rPr lang="ru-RU" sz="2200" b="0" i="0" kern="1200" dirty="0"/>
            <a:t> на </a:t>
          </a:r>
          <a:r>
            <a:rPr lang="ru-RU" sz="2200" b="0" i="0" kern="1200" dirty="0" err="1"/>
            <a:t>праці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залежних</a:t>
          </a:r>
          <a:r>
            <a:rPr lang="ru-RU" sz="2200" b="0" i="0" kern="1200" dirty="0"/>
            <a:t> селян.</a:t>
          </a:r>
          <a:endParaRPr lang="uk-UA" sz="2200" kern="1200" dirty="0"/>
        </a:p>
      </dsp:txBody>
      <dsp:txXfrm>
        <a:off x="93415" y="2136775"/>
        <a:ext cx="4568050" cy="1726778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17BFAF-A293-4F72-B0D6-7952815F3B0E}">
      <dsp:nvSpPr>
        <dsp:cNvPr id="0" name=""/>
        <dsp:cNvSpPr/>
      </dsp:nvSpPr>
      <dsp:spPr>
        <a:xfrm>
          <a:off x="0" y="75239"/>
          <a:ext cx="4754880" cy="1904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 dirty="0"/>
            <a:t>форма </a:t>
          </a:r>
          <a:r>
            <a:rPr lang="ru-RU" sz="2200" b="0" i="0" kern="1200" dirty="0" err="1"/>
            <a:t>земельноі</a:t>
          </a:r>
          <a:r>
            <a:rPr lang="ru-RU" sz="2200" b="0" i="0" kern="1200" dirty="0"/>
            <a:t>̈ </a:t>
          </a:r>
          <a:r>
            <a:rPr lang="ru-RU" sz="2200" b="0" i="0" kern="1200" dirty="0" err="1"/>
            <a:t>відробітковоі</a:t>
          </a:r>
          <a:r>
            <a:rPr lang="ru-RU" sz="2200" b="0" i="0" kern="1200" dirty="0"/>
            <a:t>̈ </a:t>
          </a:r>
          <a:r>
            <a:rPr lang="ru-RU" sz="2200" b="0" i="0" kern="1200" dirty="0" err="1"/>
            <a:t>ренти</a:t>
          </a:r>
          <a:r>
            <a:rPr lang="ru-RU" sz="2200" b="0" i="0" kern="1200" dirty="0"/>
            <a:t>, </a:t>
          </a:r>
          <a:r>
            <a:rPr lang="ru-RU" sz="2200" b="0" i="0" kern="1200" dirty="0" err="1"/>
            <a:t>що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передбачала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обов’язкову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працю</a:t>
          </a:r>
          <a:r>
            <a:rPr lang="ru-RU" sz="2200" b="0" i="0" kern="1200" dirty="0"/>
            <a:t> селянина </a:t>
          </a:r>
          <a:r>
            <a:rPr lang="ru-RU" sz="2200" b="0" i="0" kern="1200" dirty="0" err="1"/>
            <a:t>власним</a:t>
          </a:r>
          <a:r>
            <a:rPr lang="ru-RU" sz="2200" b="0" i="0" kern="1200" dirty="0"/>
            <a:t> </a:t>
          </a:r>
          <a:r>
            <a:rPr lang="ru-RU" sz="2200" b="0" i="0" kern="1200" dirty="0" err="1"/>
            <a:t>реманентом</a:t>
          </a:r>
          <a:r>
            <a:rPr lang="ru-RU" sz="2200" b="0" i="0" kern="1200" dirty="0"/>
            <a:t> у </a:t>
          </a:r>
          <a:r>
            <a:rPr lang="ru-RU" sz="2200" b="0" i="0" kern="1200" dirty="0" err="1"/>
            <a:t>господарстві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землевласника</a:t>
          </a:r>
          <a:r>
            <a:rPr lang="ru-RU" sz="2200" b="0" i="0" kern="1200" dirty="0"/>
            <a:t>.</a:t>
          </a:r>
          <a:endParaRPr lang="uk-UA" sz="2200" kern="1200" dirty="0"/>
        </a:p>
      </dsp:txBody>
      <dsp:txXfrm>
        <a:off x="92983" y="168222"/>
        <a:ext cx="4568914" cy="1718794"/>
      </dsp:txXfrm>
    </dsp:sp>
    <dsp:sp modelId="{60DA270F-8BEF-4E33-9862-E103DACB262A}">
      <dsp:nvSpPr>
        <dsp:cNvPr id="0" name=""/>
        <dsp:cNvSpPr/>
      </dsp:nvSpPr>
      <dsp:spPr>
        <a:xfrm>
          <a:off x="0" y="2043360"/>
          <a:ext cx="4754880" cy="1904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b="0" i="0" kern="1200" dirty="0"/>
            <a:t>система </a:t>
          </a:r>
          <a:r>
            <a:rPr lang="ru-RU" sz="2200" b="0" i="0" kern="1200" dirty="0" err="1"/>
            <a:t>суспільних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відносин</a:t>
          </a:r>
          <a:r>
            <a:rPr lang="ru-RU" sz="2200" b="0" i="0" kern="1200" dirty="0"/>
            <a:t>, за </a:t>
          </a:r>
          <a:r>
            <a:rPr lang="ru-RU" sz="2200" b="0" i="0" kern="1200" dirty="0" err="1"/>
            <a:t>якоі</a:t>
          </a:r>
          <a:r>
            <a:rPr lang="ru-RU" sz="2200" b="0" i="0" kern="1200" dirty="0"/>
            <a:t>̈ </a:t>
          </a:r>
          <a:r>
            <a:rPr lang="ru-RU" sz="2200" b="0" i="0" kern="1200" dirty="0" err="1"/>
            <a:t>землевласник</a:t>
          </a:r>
          <a:r>
            <a:rPr lang="ru-RU" sz="2200" b="0" i="0" kern="1200" dirty="0"/>
            <a:t> мав право на особу, </a:t>
          </a:r>
          <a:r>
            <a:rPr lang="ru-RU" sz="2200" b="0" i="0" kern="1200" dirty="0" err="1"/>
            <a:t>працю</a:t>
          </a:r>
          <a:r>
            <a:rPr lang="ru-RU" sz="2200" b="0" i="0" kern="1200" dirty="0"/>
            <a:t> та </a:t>
          </a:r>
          <a:r>
            <a:rPr lang="ru-RU" sz="2200" b="0" i="0" kern="1200" dirty="0" err="1"/>
            <a:t>майно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залежних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від</a:t>
          </a:r>
          <a:r>
            <a:rPr lang="ru-RU" sz="2200" b="0" i="0" kern="1200" dirty="0"/>
            <a:t> </a:t>
          </a:r>
          <a:r>
            <a:rPr lang="ru-RU" sz="2200" b="0" i="0" kern="1200" dirty="0" err="1"/>
            <a:t>нього</a:t>
          </a:r>
          <a:r>
            <a:rPr lang="ru-RU" sz="2200" b="0" i="0" kern="1200" dirty="0"/>
            <a:t> селян-</a:t>
          </a:r>
          <a:r>
            <a:rPr lang="ru-RU" sz="2200" b="0" i="0" kern="1200" dirty="0" err="1"/>
            <a:t>кріпаків</a:t>
          </a:r>
          <a:r>
            <a:rPr lang="ru-RU" sz="2200" b="0" i="0" kern="1200" dirty="0"/>
            <a:t>.</a:t>
          </a:r>
          <a:endParaRPr lang="uk-UA" sz="2200" kern="1200" dirty="0"/>
        </a:p>
      </dsp:txBody>
      <dsp:txXfrm>
        <a:off x="92983" y="2136343"/>
        <a:ext cx="4568914" cy="1718794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0FC787-3F63-4F31-80F2-F8E6BF6147A9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400" b="0" i="0" kern="1200" dirty="0"/>
            <a:t>зростанням попиту на сільськогосподарську продукцію в країнах Західної Європи.</a:t>
          </a:r>
          <a:endParaRPr lang="uk-UA" sz="1400" kern="1200" dirty="0"/>
        </a:p>
      </dsp:txBody>
      <dsp:txXfrm rot="10800000">
        <a:off x="1207108" y="1257"/>
        <a:ext cx="2956662" cy="821331"/>
      </dsp:txXfrm>
    </dsp:sp>
    <dsp:sp modelId="{41ED0B08-CDCB-496F-9527-8433395951FD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1B925D-FF02-4C89-B11A-D4296BED0760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400" b="0" i="0" kern="1200"/>
            <a:t>прагненням польської шляхти приборкати українське селянство та козацтво.</a:t>
          </a:r>
          <a:endParaRPr lang="uk-UA" sz="1400" kern="1200"/>
        </a:p>
      </dsp:txBody>
      <dsp:txXfrm rot="10800000">
        <a:off x="1207108" y="1067762"/>
        <a:ext cx="2956662" cy="821331"/>
      </dsp:txXfrm>
    </dsp:sp>
    <dsp:sp modelId="{FC259168-285C-4810-9E43-D59CB5CEDC90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F7BAC3-2A97-43EC-AFAB-0212D06AE681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400" b="0" i="0" kern="1200"/>
            <a:t>потребою у створенні розгалуженої оборонної лінії проти нападів татар.</a:t>
          </a:r>
          <a:endParaRPr lang="uk-UA" sz="1400" kern="1200"/>
        </a:p>
      </dsp:txBody>
      <dsp:txXfrm rot="10800000">
        <a:off x="1207108" y="2134266"/>
        <a:ext cx="2956662" cy="821331"/>
      </dsp:txXfrm>
    </dsp:sp>
    <dsp:sp modelId="{B9F45DD2-9FCA-48D4-8CFF-2792A4D76A40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FD512F-C636-43FE-9D07-F4CAD29FE1DB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400" b="0" i="0" kern="1200"/>
            <a:t>успіхами в поширенні нових сільськогосподарських культур.</a:t>
          </a:r>
          <a:endParaRPr lang="uk-UA" sz="1400" kern="1200"/>
        </a:p>
      </dsp:txBody>
      <dsp:txXfrm rot="10800000">
        <a:off x="1207108" y="3200771"/>
        <a:ext cx="2956662" cy="821331"/>
      </dsp:txXfrm>
    </dsp:sp>
    <dsp:sp modelId="{FEEED661-F220-4C85-8B3B-4D730763F1A3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0FC787-3F63-4F31-80F2-F8E6BF6147A9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400" b="0" i="0" kern="1200" dirty="0"/>
            <a:t>зростанням попиту на сільськогосподарську продукцію в країнах Західної Європи.</a:t>
          </a:r>
          <a:endParaRPr lang="uk-UA" sz="1400" kern="1200" dirty="0"/>
        </a:p>
      </dsp:txBody>
      <dsp:txXfrm rot="10800000">
        <a:off x="1207108" y="1257"/>
        <a:ext cx="2956662" cy="821331"/>
      </dsp:txXfrm>
    </dsp:sp>
    <dsp:sp modelId="{41ED0B08-CDCB-496F-9527-8433395951FD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1B925D-FF02-4C89-B11A-D4296BED0760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400" b="0" i="0" kern="1200" dirty="0"/>
            <a:t>прагненням польської шляхти приборкати українське селянство та козацтво.</a:t>
          </a:r>
          <a:endParaRPr lang="uk-UA" sz="1400" kern="1200" dirty="0"/>
        </a:p>
      </dsp:txBody>
      <dsp:txXfrm rot="10800000">
        <a:off x="1207108" y="1067762"/>
        <a:ext cx="2956662" cy="821331"/>
      </dsp:txXfrm>
    </dsp:sp>
    <dsp:sp modelId="{FC259168-285C-4810-9E43-D59CB5CEDC90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F7BAC3-2A97-43EC-AFAB-0212D06AE681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400" b="0" i="0" kern="1200"/>
            <a:t>потребою у створенні розгалуженої оборонної лінії проти нападів татар.</a:t>
          </a:r>
          <a:endParaRPr lang="uk-UA" sz="1400" kern="1200"/>
        </a:p>
      </dsp:txBody>
      <dsp:txXfrm rot="10800000">
        <a:off x="1207108" y="2134266"/>
        <a:ext cx="2956662" cy="821331"/>
      </dsp:txXfrm>
    </dsp:sp>
    <dsp:sp modelId="{B9F45DD2-9FCA-48D4-8CFF-2792A4D76A40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FD512F-C636-43FE-9D07-F4CAD29FE1DB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53340" rIns="99568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400" b="0" i="0" kern="1200" dirty="0"/>
            <a:t>успіхами в поширенні нових сільськогосподарських культур.</a:t>
          </a:r>
          <a:endParaRPr lang="uk-UA" sz="1400" kern="1200" dirty="0"/>
        </a:p>
      </dsp:txBody>
      <dsp:txXfrm rot="10800000">
        <a:off x="1207108" y="3200771"/>
        <a:ext cx="2956662" cy="821331"/>
      </dsp:txXfrm>
    </dsp:sp>
    <dsp:sp modelId="{FEEED661-F220-4C85-8B3B-4D730763F1A3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67265F-9FDF-4070-B7AB-0A6FA3162BAB}">
      <dsp:nvSpPr>
        <dsp:cNvPr id="0" name=""/>
        <dsp:cNvSpPr/>
      </dsp:nvSpPr>
      <dsp:spPr>
        <a:xfrm rot="10800000">
          <a:off x="1833251" y="3141"/>
          <a:ext cx="6463974" cy="8204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козаків.</a:t>
          </a:r>
          <a:endParaRPr lang="uk-UA" sz="3800" kern="1200"/>
        </a:p>
      </dsp:txBody>
      <dsp:txXfrm rot="10800000">
        <a:off x="2038359" y="3141"/>
        <a:ext cx="6258866" cy="820431"/>
      </dsp:txXfrm>
    </dsp:sp>
    <dsp:sp modelId="{0433EFB4-F5B8-4449-A0A1-DFBFE59CD1E6}">
      <dsp:nvSpPr>
        <dsp:cNvPr id="0" name=""/>
        <dsp:cNvSpPr/>
      </dsp:nvSpPr>
      <dsp:spPr>
        <a:xfrm>
          <a:off x="1423035" y="3141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53A66C-CB89-4813-B7BD-2D645DF8D132}">
      <dsp:nvSpPr>
        <dsp:cNvPr id="0" name=""/>
        <dsp:cNvSpPr/>
      </dsp:nvSpPr>
      <dsp:spPr>
        <a:xfrm rot="10800000">
          <a:off x="1833251" y="1068478"/>
          <a:ext cx="6463974" cy="8204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селян.</a:t>
          </a:r>
          <a:endParaRPr lang="uk-UA" sz="3800" kern="1200"/>
        </a:p>
      </dsp:txBody>
      <dsp:txXfrm rot="10800000">
        <a:off x="2038359" y="1068478"/>
        <a:ext cx="6258866" cy="820431"/>
      </dsp:txXfrm>
    </dsp:sp>
    <dsp:sp modelId="{BEF723DA-B621-4298-BE45-D1622861EA42}">
      <dsp:nvSpPr>
        <dsp:cNvPr id="0" name=""/>
        <dsp:cNvSpPr/>
      </dsp:nvSpPr>
      <dsp:spPr>
        <a:xfrm>
          <a:off x="1423035" y="1068478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E0757D-B3E8-4FE7-8F29-A296C0F12446}">
      <dsp:nvSpPr>
        <dsp:cNvPr id="0" name=""/>
        <dsp:cNvSpPr/>
      </dsp:nvSpPr>
      <dsp:spPr>
        <a:xfrm rot="10800000">
          <a:off x="1833251" y="2133815"/>
          <a:ext cx="6463974" cy="8204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міщан.</a:t>
          </a:r>
          <a:endParaRPr lang="uk-UA" sz="3800" kern="1200"/>
        </a:p>
      </dsp:txBody>
      <dsp:txXfrm rot="10800000">
        <a:off x="2038359" y="2133815"/>
        <a:ext cx="6258866" cy="820431"/>
      </dsp:txXfrm>
    </dsp:sp>
    <dsp:sp modelId="{1F199AEB-C02F-4F6B-8998-F203903516B9}">
      <dsp:nvSpPr>
        <dsp:cNvPr id="0" name=""/>
        <dsp:cNvSpPr/>
      </dsp:nvSpPr>
      <dsp:spPr>
        <a:xfrm>
          <a:off x="1423035" y="2133815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0D4D3C-13D2-4323-B0C0-88677465F3EE}">
      <dsp:nvSpPr>
        <dsp:cNvPr id="0" name=""/>
        <dsp:cNvSpPr/>
      </dsp:nvSpPr>
      <dsp:spPr>
        <a:xfrm rot="10800000">
          <a:off x="1833251" y="3199151"/>
          <a:ext cx="6463974" cy="8204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 err="1"/>
            <a:t>шляхти</a:t>
          </a:r>
          <a:endParaRPr lang="uk-UA" sz="3800" kern="1200" dirty="0"/>
        </a:p>
      </dsp:txBody>
      <dsp:txXfrm rot="10800000">
        <a:off x="2038359" y="3199151"/>
        <a:ext cx="6258866" cy="820431"/>
      </dsp:txXfrm>
    </dsp:sp>
    <dsp:sp modelId="{01DF9186-007D-4DB3-9FAF-4AF6759F67B8}">
      <dsp:nvSpPr>
        <dsp:cNvPr id="0" name=""/>
        <dsp:cNvSpPr/>
      </dsp:nvSpPr>
      <dsp:spPr>
        <a:xfrm>
          <a:off x="1423035" y="3199151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CD250C-5D88-4828-9288-7A3AFA3568D8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23C409-5D76-4913-B976-B532F8616910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200" b="0" i="0" kern="1200"/>
            <a:t>обезземелення</a:t>
          </a:r>
          <a:endParaRPr lang="uk-UA" sz="3200" kern="1200"/>
        </a:p>
      </dsp:txBody>
      <dsp:txXfrm>
        <a:off x="455617" y="309315"/>
        <a:ext cx="4244717" cy="618953"/>
      </dsp:txXfrm>
    </dsp:sp>
    <dsp:sp modelId="{9A54558D-8CD4-47F7-A4E5-0C1B960B9986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6AA50D-202C-409E-A345-D5BD1EEA3E24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200" b="0" i="0" kern="1200"/>
            <a:t>окатоличення</a:t>
          </a:r>
          <a:endParaRPr lang="uk-UA" sz="3200" kern="1200"/>
        </a:p>
      </dsp:txBody>
      <dsp:txXfrm>
        <a:off x="810477" y="1237907"/>
        <a:ext cx="3889857" cy="618953"/>
      </dsp:txXfrm>
    </dsp:sp>
    <dsp:sp modelId="{F3B67069-42CD-4511-A8AE-29EB699809C1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F5DBC9-72B9-4E6D-B4BF-F051CBC7AAF6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rgbClr val="00B0F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200" b="0" i="0" kern="1200" dirty="0"/>
            <a:t>закріпачення</a:t>
          </a:r>
          <a:endParaRPr lang="uk-UA" sz="3200" kern="1200" dirty="0"/>
        </a:p>
      </dsp:txBody>
      <dsp:txXfrm>
        <a:off x="810477" y="2166498"/>
        <a:ext cx="3889857" cy="618953"/>
      </dsp:txXfrm>
    </dsp:sp>
    <dsp:sp modelId="{691B11C9-5570-4208-B08B-09D0335E81A6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5A2E85-078E-4531-B883-1D823743196B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200" b="0" i="0" kern="1200"/>
            <a:t>полонізація</a:t>
          </a:r>
          <a:endParaRPr lang="uk-UA" sz="3200" kern="1200"/>
        </a:p>
      </dsp:txBody>
      <dsp:txXfrm>
        <a:off x="455617" y="3095090"/>
        <a:ext cx="4244717" cy="618953"/>
      </dsp:txXfrm>
    </dsp:sp>
    <dsp:sp modelId="{AE6A1326-3BFE-4E6F-BC6E-DCA851C3C969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CD250C-5D88-4828-9288-7A3AFA3568D8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23C409-5D76-4913-B976-B532F8616910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200" b="0" i="0" kern="1200"/>
            <a:t>обезземелення</a:t>
          </a:r>
          <a:endParaRPr lang="uk-UA" sz="3200" kern="1200"/>
        </a:p>
      </dsp:txBody>
      <dsp:txXfrm>
        <a:off x="455617" y="309315"/>
        <a:ext cx="4244717" cy="618953"/>
      </dsp:txXfrm>
    </dsp:sp>
    <dsp:sp modelId="{9A54558D-8CD4-47F7-A4E5-0C1B960B9986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6AA50D-202C-409E-A345-D5BD1EEA3E24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200" b="0" i="0" kern="1200" dirty="0"/>
            <a:t>окатоличення</a:t>
          </a:r>
          <a:endParaRPr lang="uk-UA" sz="3200" kern="1200" dirty="0"/>
        </a:p>
      </dsp:txBody>
      <dsp:txXfrm>
        <a:off x="810477" y="1237907"/>
        <a:ext cx="3889857" cy="618953"/>
      </dsp:txXfrm>
    </dsp:sp>
    <dsp:sp modelId="{F3B67069-42CD-4511-A8AE-29EB699809C1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F5DBC9-72B9-4E6D-B4BF-F051CBC7AAF6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200" b="0" i="0" kern="1200"/>
            <a:t>закріпачення</a:t>
          </a:r>
          <a:endParaRPr lang="uk-UA" sz="3200" kern="1200"/>
        </a:p>
      </dsp:txBody>
      <dsp:txXfrm>
        <a:off x="810477" y="2166498"/>
        <a:ext cx="3889857" cy="618953"/>
      </dsp:txXfrm>
    </dsp:sp>
    <dsp:sp modelId="{691B11C9-5570-4208-B08B-09D0335E81A6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5A2E85-078E-4531-B883-1D823743196B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200" b="0" i="0" kern="1200" dirty="0"/>
            <a:t>полонізація</a:t>
          </a:r>
          <a:endParaRPr lang="uk-UA" sz="3200" kern="1200" dirty="0"/>
        </a:p>
      </dsp:txBody>
      <dsp:txXfrm>
        <a:off x="455617" y="3095090"/>
        <a:ext cx="4244717" cy="618953"/>
      </dsp:txXfrm>
    </dsp:sp>
    <dsp:sp modelId="{AE6A1326-3BFE-4E6F-BC6E-DCA851C3C969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3A8C4-4255-4818-B6FE-0258E8DE292C}">
      <dsp:nvSpPr>
        <dsp:cNvPr id="0" name=""/>
        <dsp:cNvSpPr/>
      </dsp:nvSpPr>
      <dsp:spPr>
        <a:xfrm rot="5400000">
          <a:off x="6222244" y="-2624152"/>
          <a:ext cx="774811" cy="622084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0" i="0" kern="1200"/>
            <a:t>процес формування польським урядом списку-реєстру козаків, які набиралися на військову службу Речі Посполитій.</a:t>
          </a:r>
          <a:endParaRPr lang="uk-UA" sz="1600" kern="1200"/>
        </a:p>
      </dsp:txBody>
      <dsp:txXfrm rot="-5400000">
        <a:off x="3499227" y="136688"/>
        <a:ext cx="6183023" cy="699165"/>
      </dsp:txXfrm>
    </dsp:sp>
    <dsp:sp modelId="{EA2FCF98-C2D8-422B-91A1-B6C01C490849}">
      <dsp:nvSpPr>
        <dsp:cNvPr id="0" name=""/>
        <dsp:cNvSpPr/>
      </dsp:nvSpPr>
      <dsp:spPr>
        <a:xfrm>
          <a:off x="0" y="2013"/>
          <a:ext cx="3499226" cy="968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900" kern="1200"/>
            <a:t>А</a:t>
          </a:r>
        </a:p>
      </dsp:txBody>
      <dsp:txXfrm>
        <a:off x="47279" y="49292"/>
        <a:ext cx="3404668" cy="873955"/>
      </dsp:txXfrm>
    </dsp:sp>
    <dsp:sp modelId="{A783DAB7-992A-42C1-9CDD-2E3259E5B13E}">
      <dsp:nvSpPr>
        <dsp:cNvPr id="0" name=""/>
        <dsp:cNvSpPr/>
      </dsp:nvSpPr>
      <dsp:spPr>
        <a:xfrm rot="5400000">
          <a:off x="6222244" y="-1607213"/>
          <a:ext cx="774811" cy="622084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0" i="0" kern="1200"/>
            <a:t>процедура прийняття кошовим отаманом новоприбулих на Січ до козацького товариства та закріплення їх за певним куренем.</a:t>
          </a:r>
          <a:endParaRPr lang="uk-UA" sz="1600" kern="1200"/>
        </a:p>
      </dsp:txBody>
      <dsp:txXfrm rot="-5400000">
        <a:off x="3499227" y="1153627"/>
        <a:ext cx="6183023" cy="699165"/>
      </dsp:txXfrm>
    </dsp:sp>
    <dsp:sp modelId="{3B2E4A02-F75E-4748-A57C-3C61A6DC0927}">
      <dsp:nvSpPr>
        <dsp:cNvPr id="0" name=""/>
        <dsp:cNvSpPr/>
      </dsp:nvSpPr>
      <dsp:spPr>
        <a:xfrm>
          <a:off x="0" y="1018953"/>
          <a:ext cx="3499226" cy="968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900" kern="1200"/>
            <a:t>Б</a:t>
          </a:r>
        </a:p>
      </dsp:txBody>
      <dsp:txXfrm>
        <a:off x="47279" y="1066232"/>
        <a:ext cx="3404668" cy="873955"/>
      </dsp:txXfrm>
    </dsp:sp>
    <dsp:sp modelId="{9A5A79C6-9A20-45AF-BE0E-D764E58EDBA9}">
      <dsp:nvSpPr>
        <dsp:cNvPr id="0" name=""/>
        <dsp:cNvSpPr/>
      </dsp:nvSpPr>
      <dsp:spPr>
        <a:xfrm rot="5400000">
          <a:off x="6222244" y="-590273"/>
          <a:ext cx="774811" cy="622084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0" i="0" kern="1200" dirty="0"/>
            <a:t>форма козацького збройного виступу на захист власних інтересів, що мав локальний характер і відзначався слабкою організованістю.</a:t>
          </a:r>
          <a:endParaRPr lang="uk-UA" sz="1600" kern="1200" dirty="0"/>
        </a:p>
      </dsp:txBody>
      <dsp:txXfrm rot="-5400000">
        <a:off x="3499227" y="2170567"/>
        <a:ext cx="6183023" cy="699165"/>
      </dsp:txXfrm>
    </dsp:sp>
    <dsp:sp modelId="{C755DF9B-0380-429C-BA3C-06F52B298E1A}">
      <dsp:nvSpPr>
        <dsp:cNvPr id="0" name=""/>
        <dsp:cNvSpPr/>
      </dsp:nvSpPr>
      <dsp:spPr>
        <a:xfrm>
          <a:off x="0" y="2035892"/>
          <a:ext cx="3499226" cy="968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900" b="0" i="0" kern="1200"/>
            <a:t>В</a:t>
          </a:r>
          <a:endParaRPr lang="uk-UA" sz="4900" kern="1200"/>
        </a:p>
      </dsp:txBody>
      <dsp:txXfrm>
        <a:off x="47279" y="2083171"/>
        <a:ext cx="3404668" cy="873955"/>
      </dsp:txXfrm>
    </dsp:sp>
    <dsp:sp modelId="{9E10ACDF-6A19-4D13-89BC-B70250122800}">
      <dsp:nvSpPr>
        <dsp:cNvPr id="0" name=""/>
        <dsp:cNvSpPr/>
      </dsp:nvSpPr>
      <dsp:spPr>
        <a:xfrm rot="5400000">
          <a:off x="6222244" y="426666"/>
          <a:ext cx="774811" cy="6220846"/>
        </a:xfrm>
        <a:prstGeom prst="round2SameRect">
          <a:avLst/>
        </a:prstGeom>
        <a:solidFill>
          <a:srgbClr val="0070C0">
            <a:alpha val="90000"/>
          </a:srgb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0" i="0" kern="1200" dirty="0"/>
            <a:t>перехід селян до козацького стану, що був спробою звільнитися від панщини та отримати право вільно працювати на власній землі.</a:t>
          </a:r>
          <a:endParaRPr lang="uk-UA" sz="1600" kern="1200" dirty="0"/>
        </a:p>
      </dsp:txBody>
      <dsp:txXfrm rot="-5400000">
        <a:off x="3499227" y="3187507"/>
        <a:ext cx="6183023" cy="699165"/>
      </dsp:txXfrm>
    </dsp:sp>
    <dsp:sp modelId="{9546C8E4-B512-4FC5-8517-E56E5C7222DC}">
      <dsp:nvSpPr>
        <dsp:cNvPr id="0" name=""/>
        <dsp:cNvSpPr/>
      </dsp:nvSpPr>
      <dsp:spPr>
        <a:xfrm>
          <a:off x="0" y="3052832"/>
          <a:ext cx="3499226" cy="968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900" b="0" i="0" kern="1200"/>
            <a:t>Г</a:t>
          </a:r>
          <a:endParaRPr lang="uk-UA" sz="4900" kern="1200"/>
        </a:p>
      </dsp:txBody>
      <dsp:txXfrm>
        <a:off x="47279" y="3100111"/>
        <a:ext cx="3404668" cy="873955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3A8C4-4255-4818-B6FE-0258E8DE292C}">
      <dsp:nvSpPr>
        <dsp:cNvPr id="0" name=""/>
        <dsp:cNvSpPr/>
      </dsp:nvSpPr>
      <dsp:spPr>
        <a:xfrm rot="5400000">
          <a:off x="6222244" y="-2624152"/>
          <a:ext cx="774811" cy="622084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0" i="0" kern="1200" dirty="0"/>
            <a:t>процес формування польським урядом списку-реєстру козаків, які набиралися на військову службу Речі Посполитій.</a:t>
          </a:r>
          <a:endParaRPr lang="uk-UA" sz="1600" kern="1200" dirty="0"/>
        </a:p>
      </dsp:txBody>
      <dsp:txXfrm rot="-5400000">
        <a:off x="3499227" y="136688"/>
        <a:ext cx="6183023" cy="699165"/>
      </dsp:txXfrm>
    </dsp:sp>
    <dsp:sp modelId="{EA2FCF98-C2D8-422B-91A1-B6C01C490849}">
      <dsp:nvSpPr>
        <dsp:cNvPr id="0" name=""/>
        <dsp:cNvSpPr/>
      </dsp:nvSpPr>
      <dsp:spPr>
        <a:xfrm>
          <a:off x="0" y="2013"/>
          <a:ext cx="3499226" cy="968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900" kern="1200"/>
            <a:t>А</a:t>
          </a:r>
        </a:p>
      </dsp:txBody>
      <dsp:txXfrm>
        <a:off x="47279" y="49292"/>
        <a:ext cx="3404668" cy="873955"/>
      </dsp:txXfrm>
    </dsp:sp>
    <dsp:sp modelId="{A783DAB7-992A-42C1-9CDD-2E3259E5B13E}">
      <dsp:nvSpPr>
        <dsp:cNvPr id="0" name=""/>
        <dsp:cNvSpPr/>
      </dsp:nvSpPr>
      <dsp:spPr>
        <a:xfrm rot="5400000">
          <a:off x="6222244" y="-1607213"/>
          <a:ext cx="774811" cy="622084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0" i="0" kern="1200"/>
            <a:t>процедура прийняття кошовим отаманом новоприбулих на Січ до козацького товариства та закріплення їх за певним куренем.</a:t>
          </a:r>
          <a:endParaRPr lang="uk-UA" sz="1600" kern="1200"/>
        </a:p>
      </dsp:txBody>
      <dsp:txXfrm rot="-5400000">
        <a:off x="3499227" y="1153627"/>
        <a:ext cx="6183023" cy="699165"/>
      </dsp:txXfrm>
    </dsp:sp>
    <dsp:sp modelId="{3B2E4A02-F75E-4748-A57C-3C61A6DC0927}">
      <dsp:nvSpPr>
        <dsp:cNvPr id="0" name=""/>
        <dsp:cNvSpPr/>
      </dsp:nvSpPr>
      <dsp:spPr>
        <a:xfrm>
          <a:off x="0" y="1018953"/>
          <a:ext cx="3499226" cy="968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900" kern="1200"/>
            <a:t>Б</a:t>
          </a:r>
        </a:p>
      </dsp:txBody>
      <dsp:txXfrm>
        <a:off x="47279" y="1066232"/>
        <a:ext cx="3404668" cy="873955"/>
      </dsp:txXfrm>
    </dsp:sp>
    <dsp:sp modelId="{9A5A79C6-9A20-45AF-BE0E-D764E58EDBA9}">
      <dsp:nvSpPr>
        <dsp:cNvPr id="0" name=""/>
        <dsp:cNvSpPr/>
      </dsp:nvSpPr>
      <dsp:spPr>
        <a:xfrm rot="5400000">
          <a:off x="6222244" y="-590273"/>
          <a:ext cx="774811" cy="622084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0" i="0" kern="1200"/>
            <a:t>форма козацького збройного виступу на захист власних інтересів, що мав локальний характер і відзначався слабкою організованістю.</a:t>
          </a:r>
          <a:endParaRPr lang="uk-UA" sz="1600" kern="1200"/>
        </a:p>
      </dsp:txBody>
      <dsp:txXfrm rot="-5400000">
        <a:off x="3499227" y="2170567"/>
        <a:ext cx="6183023" cy="699165"/>
      </dsp:txXfrm>
    </dsp:sp>
    <dsp:sp modelId="{C755DF9B-0380-429C-BA3C-06F52B298E1A}">
      <dsp:nvSpPr>
        <dsp:cNvPr id="0" name=""/>
        <dsp:cNvSpPr/>
      </dsp:nvSpPr>
      <dsp:spPr>
        <a:xfrm>
          <a:off x="0" y="2035892"/>
          <a:ext cx="3499226" cy="968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900" b="0" i="0" kern="1200"/>
            <a:t>В</a:t>
          </a:r>
          <a:endParaRPr lang="uk-UA" sz="4900" kern="1200"/>
        </a:p>
      </dsp:txBody>
      <dsp:txXfrm>
        <a:off x="47279" y="2083171"/>
        <a:ext cx="3404668" cy="873955"/>
      </dsp:txXfrm>
    </dsp:sp>
    <dsp:sp modelId="{9E10ACDF-6A19-4D13-89BC-B70250122800}">
      <dsp:nvSpPr>
        <dsp:cNvPr id="0" name=""/>
        <dsp:cNvSpPr/>
      </dsp:nvSpPr>
      <dsp:spPr>
        <a:xfrm rot="5400000">
          <a:off x="6222244" y="426666"/>
          <a:ext cx="774811" cy="622084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600" b="0" i="0" kern="1200" dirty="0"/>
            <a:t>перехід селян до козацького стану, що був спробою звільнитися від панщини та отримати право вільно працювати на власній землі.</a:t>
          </a:r>
          <a:endParaRPr lang="uk-UA" sz="1600" kern="1200" dirty="0"/>
        </a:p>
      </dsp:txBody>
      <dsp:txXfrm rot="-5400000">
        <a:off x="3499227" y="3187507"/>
        <a:ext cx="6183023" cy="699165"/>
      </dsp:txXfrm>
    </dsp:sp>
    <dsp:sp modelId="{9546C8E4-B512-4FC5-8517-E56E5C7222DC}">
      <dsp:nvSpPr>
        <dsp:cNvPr id="0" name=""/>
        <dsp:cNvSpPr/>
      </dsp:nvSpPr>
      <dsp:spPr>
        <a:xfrm>
          <a:off x="0" y="3052832"/>
          <a:ext cx="3499226" cy="96851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186690" bIns="93345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4900" b="0" i="0" kern="1200"/>
            <a:t>Г</a:t>
          </a:r>
          <a:endParaRPr lang="uk-UA" sz="4900" kern="1200"/>
        </a:p>
      </dsp:txBody>
      <dsp:txXfrm>
        <a:off x="47279" y="3100111"/>
        <a:ext cx="3404668" cy="873955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B97FA7-31E2-4DFB-B53C-8BF6D8EE79F5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/>
            <a:t>«</a:t>
          </a:r>
          <a:r>
            <a:rPr lang="ru-RU" sz="2300" b="0" i="0" kern="1200" dirty="0" err="1"/>
            <a:t>займанщина</a:t>
          </a:r>
          <a:r>
            <a:rPr lang="ru-RU" sz="2300" b="0" i="0" kern="1200" dirty="0"/>
            <a:t>»</a:t>
          </a:r>
          <a:endParaRPr lang="uk-UA" sz="2300" kern="1200" dirty="0"/>
        </a:p>
      </dsp:txBody>
      <dsp:txXfrm rot="10800000">
        <a:off x="1207108" y="1257"/>
        <a:ext cx="2956662" cy="821331"/>
      </dsp:txXfrm>
    </dsp:sp>
    <dsp:sp modelId="{D58BA4E3-DA42-4D40-88B4-FA3788FBAD16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C344E0-479B-48A9-B57F-0EAE169E6829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/>
            <a:t>«паланка»</a:t>
          </a:r>
          <a:endParaRPr lang="uk-UA" sz="2300" kern="1200"/>
        </a:p>
      </dsp:txBody>
      <dsp:txXfrm rot="10800000">
        <a:off x="1207108" y="1067762"/>
        <a:ext cx="2956662" cy="821331"/>
      </dsp:txXfrm>
    </dsp:sp>
    <dsp:sp modelId="{F086CC7B-2035-4B00-ADE4-567C31499199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1294ED-64C4-4E8D-A1A1-8DB9EB9D285C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/>
            <a:t>«зимівник»</a:t>
          </a:r>
          <a:endParaRPr lang="uk-UA" sz="2300" kern="1200"/>
        </a:p>
      </dsp:txBody>
      <dsp:txXfrm rot="10800000">
        <a:off x="1207108" y="2134266"/>
        <a:ext cx="2956662" cy="821331"/>
      </dsp:txXfrm>
    </dsp:sp>
    <dsp:sp modelId="{01FA0561-891D-41C6-9FFE-37496E51077F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D66843-51A5-408E-9E3B-5DC1C3CA381D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/>
            <a:t>«панщина»</a:t>
          </a:r>
          <a:endParaRPr lang="uk-UA" sz="2300" kern="1200" dirty="0"/>
        </a:p>
      </dsp:txBody>
      <dsp:txXfrm rot="10800000">
        <a:off x="1207108" y="3200771"/>
        <a:ext cx="2956662" cy="821331"/>
      </dsp:txXfrm>
    </dsp:sp>
    <dsp:sp modelId="{287FDCF5-42CE-412B-B446-C76746679414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7F4C39-CB9D-4874-88F4-3E5849345E6B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72B42E-E6D9-4B98-8F89-6177D3F62BAB}">
      <dsp:nvSpPr>
        <dsp:cNvPr id="0" name=""/>
        <dsp:cNvSpPr/>
      </dsp:nvSpPr>
      <dsp:spPr>
        <a:xfrm>
          <a:off x="380782" y="251379"/>
          <a:ext cx="4319552" cy="503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9320" tIns="33020" rIns="33020" bIns="3302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0" i="0" kern="1200" dirty="0" err="1"/>
            <a:t>військова</a:t>
          </a:r>
          <a:r>
            <a:rPr lang="ru-RU" sz="1300" b="0" i="0" kern="1200" dirty="0"/>
            <a:t>, </a:t>
          </a:r>
          <a:r>
            <a:rPr lang="ru-RU" sz="1300" b="0" i="0" kern="1200" dirty="0" err="1"/>
            <a:t>адміністративно-територіальна</a:t>
          </a:r>
          <a:r>
            <a:rPr lang="ru-RU" sz="1300" b="0" i="0" kern="1200" dirty="0"/>
            <a:t>, </a:t>
          </a:r>
          <a:r>
            <a:rPr lang="ru-RU" sz="1300" b="0" i="0" kern="1200" dirty="0" err="1"/>
            <a:t>господарська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одиниця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Запорозької</a:t>
          </a:r>
          <a:r>
            <a:rPr lang="ru-RU" sz="1300" b="0" i="0" kern="1200" dirty="0"/>
            <a:t> (</a:t>
          </a:r>
          <a:r>
            <a:rPr lang="ru-RU" sz="1300" b="0" i="0" kern="1200" dirty="0" err="1"/>
            <a:t>Нової</a:t>
          </a:r>
          <a:r>
            <a:rPr lang="ru-RU" sz="1300" b="0" i="0" kern="1200" dirty="0"/>
            <a:t>) </a:t>
          </a:r>
          <a:r>
            <a:rPr lang="ru-RU" sz="1300" b="0" i="0" kern="1200" dirty="0" err="1"/>
            <a:t>Січі</a:t>
          </a:r>
          <a:endParaRPr lang="uk-UA" sz="1300" kern="1200" dirty="0"/>
        </a:p>
      </dsp:txBody>
      <dsp:txXfrm>
        <a:off x="380782" y="251379"/>
        <a:ext cx="4319552" cy="503080"/>
      </dsp:txXfrm>
    </dsp:sp>
    <dsp:sp modelId="{8C1A8D53-22F0-4A0B-B542-FDE22CE1DAC8}">
      <dsp:nvSpPr>
        <dsp:cNvPr id="0" name=""/>
        <dsp:cNvSpPr/>
      </dsp:nvSpPr>
      <dsp:spPr>
        <a:xfrm>
          <a:off x="66357" y="188494"/>
          <a:ext cx="628851" cy="62885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ADA7E7-B854-49E2-9D07-EE9B71A384F6}">
      <dsp:nvSpPr>
        <dsp:cNvPr id="0" name=""/>
        <dsp:cNvSpPr/>
      </dsp:nvSpPr>
      <dsp:spPr>
        <a:xfrm>
          <a:off x="741275" y="1005759"/>
          <a:ext cx="3959059" cy="503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9320" tIns="33020" rIns="33020" bIns="3302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0" i="0" kern="1200"/>
            <a:t>форма визиску селянства, примусове виконання певного обсягу робіт на користь землевласника</a:t>
          </a:r>
          <a:endParaRPr lang="uk-UA" sz="1300" kern="1200"/>
        </a:p>
      </dsp:txBody>
      <dsp:txXfrm>
        <a:off x="741275" y="1005759"/>
        <a:ext cx="3959059" cy="503080"/>
      </dsp:txXfrm>
    </dsp:sp>
    <dsp:sp modelId="{C723F00F-1967-445E-8D15-382810360C6A}">
      <dsp:nvSpPr>
        <dsp:cNvPr id="0" name=""/>
        <dsp:cNvSpPr/>
      </dsp:nvSpPr>
      <dsp:spPr>
        <a:xfrm>
          <a:off x="426850" y="942874"/>
          <a:ext cx="628851" cy="62885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C8B5FE-E9A2-4030-803B-9915E740F5E7}">
      <dsp:nvSpPr>
        <dsp:cNvPr id="0" name=""/>
        <dsp:cNvSpPr/>
      </dsp:nvSpPr>
      <dsp:spPr>
        <a:xfrm>
          <a:off x="851918" y="1760139"/>
          <a:ext cx="3848416" cy="503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9320" tIns="33020" rIns="33020" bIns="3302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0" i="0" kern="1200" dirty="0"/>
            <a:t>система </a:t>
          </a:r>
          <a:r>
            <a:rPr lang="ru-RU" sz="1300" b="0" i="0" kern="1200" dirty="0" err="1"/>
            <a:t>правових</a:t>
          </a:r>
          <a:r>
            <a:rPr lang="ru-RU" sz="1300" b="0" i="0" kern="1200" dirty="0"/>
            <a:t> норм, </a:t>
          </a:r>
          <a:r>
            <a:rPr lang="ru-RU" sz="1300" b="0" i="0" kern="1200" dirty="0" err="1"/>
            <a:t>що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визначала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залежність</a:t>
          </a:r>
          <a:r>
            <a:rPr lang="ru-RU" sz="1300" b="0" i="0" kern="1200" dirty="0"/>
            <a:t> селянина </a:t>
          </a:r>
          <a:r>
            <a:rPr lang="ru-RU" sz="1300" b="0" i="0" kern="1200" dirty="0" err="1"/>
            <a:t>від</a:t>
          </a:r>
          <a:r>
            <a:rPr lang="ru-RU" sz="1300" b="0" i="0" kern="1200" dirty="0"/>
            <a:t> феодала</a:t>
          </a:r>
          <a:endParaRPr lang="uk-UA" sz="1300" kern="1200" dirty="0"/>
        </a:p>
      </dsp:txBody>
      <dsp:txXfrm>
        <a:off x="851918" y="1760139"/>
        <a:ext cx="3848416" cy="503080"/>
      </dsp:txXfrm>
    </dsp:sp>
    <dsp:sp modelId="{DCF45820-E625-4DE7-900C-77B80B6F9116}">
      <dsp:nvSpPr>
        <dsp:cNvPr id="0" name=""/>
        <dsp:cNvSpPr/>
      </dsp:nvSpPr>
      <dsp:spPr>
        <a:xfrm>
          <a:off x="537492" y="1697254"/>
          <a:ext cx="628851" cy="62885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6D9E42-B646-4F81-86DB-562847CB6044}">
      <dsp:nvSpPr>
        <dsp:cNvPr id="0" name=""/>
        <dsp:cNvSpPr/>
      </dsp:nvSpPr>
      <dsp:spPr>
        <a:xfrm>
          <a:off x="741275" y="2514519"/>
          <a:ext cx="3959059" cy="503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9320" tIns="33020" rIns="33020" bIns="3302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0" i="0" kern="1200"/>
            <a:t>елемент звичаєвого права, що давав змогу на підставі першості володіти землею</a:t>
          </a:r>
          <a:endParaRPr lang="uk-UA" sz="1300" kern="1200"/>
        </a:p>
      </dsp:txBody>
      <dsp:txXfrm>
        <a:off x="741275" y="2514519"/>
        <a:ext cx="3959059" cy="503080"/>
      </dsp:txXfrm>
    </dsp:sp>
    <dsp:sp modelId="{D4589EB7-57E1-4FDD-AB72-360CB2B40570}">
      <dsp:nvSpPr>
        <dsp:cNvPr id="0" name=""/>
        <dsp:cNvSpPr/>
      </dsp:nvSpPr>
      <dsp:spPr>
        <a:xfrm>
          <a:off x="426850" y="2451634"/>
          <a:ext cx="628851" cy="62885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F11F04-C3F6-407C-97EF-C87FF8206455}">
      <dsp:nvSpPr>
        <dsp:cNvPr id="0" name=""/>
        <dsp:cNvSpPr/>
      </dsp:nvSpPr>
      <dsp:spPr>
        <a:xfrm>
          <a:off x="380782" y="3268899"/>
          <a:ext cx="4319552" cy="5030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9320" tIns="33020" rIns="33020" bIns="3302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300" b="0" i="0" kern="1200" dirty="0" err="1"/>
            <a:t>хутір</a:t>
          </a:r>
          <a:r>
            <a:rPr lang="ru-RU" sz="1300" b="0" i="0" kern="1200" dirty="0"/>
            <a:t>, у </a:t>
          </a:r>
          <a:r>
            <a:rPr lang="ru-RU" sz="1300" b="0" i="0" kern="1200" dirty="0" err="1"/>
            <a:t>якому</a:t>
          </a:r>
          <a:r>
            <a:rPr lang="ru-RU" sz="1300" b="0" i="0" kern="1200" dirty="0"/>
            <a:t> </a:t>
          </a:r>
          <a:r>
            <a:rPr lang="ru-RU" sz="1300" b="0" i="0" kern="1200" dirty="0" err="1"/>
            <a:t>запорозькі</a:t>
          </a:r>
          <a:r>
            <a:rPr lang="ru-RU" sz="1300" b="0" i="0" kern="1200" dirty="0"/>
            <a:t> козаки </a:t>
          </a:r>
          <a:r>
            <a:rPr lang="ru-RU" sz="1300" b="0" i="0" kern="1200" dirty="0" err="1"/>
            <a:t>займалися</a:t>
          </a:r>
          <a:r>
            <a:rPr lang="ru-RU" sz="1300" b="0" i="0" kern="1200" dirty="0"/>
            <a:t> </a:t>
          </a:r>
          <a:r>
            <a:rPr lang="ru-RU" sz="1300" b="0" i="0" kern="1200" dirty="0" err="1"/>
            <a:t>скотарством</a:t>
          </a:r>
          <a:r>
            <a:rPr lang="ru-RU" sz="1300" b="0" i="0" kern="1200" dirty="0"/>
            <a:t> і </a:t>
          </a:r>
          <a:r>
            <a:rPr lang="ru-RU" sz="1300" b="0" i="0" kern="1200" dirty="0" err="1"/>
            <a:t>землеробством</a:t>
          </a:r>
          <a:endParaRPr lang="uk-UA" sz="1300" kern="1200" dirty="0"/>
        </a:p>
      </dsp:txBody>
      <dsp:txXfrm>
        <a:off x="380782" y="3268899"/>
        <a:ext cx="4319552" cy="503080"/>
      </dsp:txXfrm>
    </dsp:sp>
    <dsp:sp modelId="{33345FE4-DB57-47C5-B6B3-56EE71B5F371}">
      <dsp:nvSpPr>
        <dsp:cNvPr id="0" name=""/>
        <dsp:cNvSpPr/>
      </dsp:nvSpPr>
      <dsp:spPr>
        <a:xfrm>
          <a:off x="66357" y="3206014"/>
          <a:ext cx="628851" cy="62885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E4EBFB-6E14-4D51-ABC4-A993F7219835}">
      <dsp:nvSpPr>
        <dsp:cNvPr id="0" name=""/>
        <dsp:cNvSpPr/>
      </dsp:nvSpPr>
      <dsp:spPr>
        <a:xfrm>
          <a:off x="-4547637" y="-697308"/>
          <a:ext cx="5417342" cy="5417342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1A5F46-C703-47E3-B6CA-12555F41568B}">
      <dsp:nvSpPr>
        <dsp:cNvPr id="0" name=""/>
        <dsp:cNvSpPr/>
      </dsp:nvSpPr>
      <dsp:spPr>
        <a:xfrm>
          <a:off x="455546" y="309267"/>
          <a:ext cx="424448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8420" rIns="58420" bIns="5842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 dirty="0"/>
            <a:t>Закарпаття, Буковина.</a:t>
          </a:r>
          <a:endParaRPr lang="uk-UA" sz="2300" kern="1200" dirty="0"/>
        </a:p>
      </dsp:txBody>
      <dsp:txXfrm>
        <a:off x="455546" y="309267"/>
        <a:ext cx="4244480" cy="618856"/>
      </dsp:txXfrm>
    </dsp:sp>
    <dsp:sp modelId="{917CC508-D894-445C-ADF2-B27CEC372FFE}">
      <dsp:nvSpPr>
        <dsp:cNvPr id="0" name=""/>
        <dsp:cNvSpPr/>
      </dsp:nvSpPr>
      <dsp:spPr>
        <a:xfrm>
          <a:off x="68761" y="231910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74DC15-2A83-4E4C-9435-FE90CF92D675}">
      <dsp:nvSpPr>
        <dsp:cNvPr id="0" name=""/>
        <dsp:cNvSpPr/>
      </dsp:nvSpPr>
      <dsp:spPr>
        <a:xfrm>
          <a:off x="810351" y="1237712"/>
          <a:ext cx="388967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8420" rIns="58420" bIns="5842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Галичина, Східне Поділля.</a:t>
          </a:r>
          <a:endParaRPr lang="uk-UA" sz="2300" kern="1200"/>
        </a:p>
      </dsp:txBody>
      <dsp:txXfrm>
        <a:off x="810351" y="1237712"/>
        <a:ext cx="3889676" cy="618856"/>
      </dsp:txXfrm>
    </dsp:sp>
    <dsp:sp modelId="{A3138556-5C45-43BB-922B-7A57341751B5}">
      <dsp:nvSpPr>
        <dsp:cNvPr id="0" name=""/>
        <dsp:cNvSpPr/>
      </dsp:nvSpPr>
      <dsp:spPr>
        <a:xfrm>
          <a:off x="423566" y="1160355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D30608-00E1-48F2-8491-414F887689E6}">
      <dsp:nvSpPr>
        <dsp:cNvPr id="0" name=""/>
        <dsp:cNvSpPr/>
      </dsp:nvSpPr>
      <dsp:spPr>
        <a:xfrm>
          <a:off x="810351" y="2166156"/>
          <a:ext cx="3889676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8420" rIns="58420" bIns="5842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Холмщина, Підляшшя.</a:t>
          </a:r>
          <a:endParaRPr lang="uk-UA" sz="2300" kern="1200"/>
        </a:p>
      </dsp:txBody>
      <dsp:txXfrm>
        <a:off x="810351" y="2166156"/>
        <a:ext cx="3889676" cy="618856"/>
      </dsp:txXfrm>
    </dsp:sp>
    <dsp:sp modelId="{C0F0A3E9-0BA0-40A2-B127-D59D6F765F23}">
      <dsp:nvSpPr>
        <dsp:cNvPr id="0" name=""/>
        <dsp:cNvSpPr/>
      </dsp:nvSpPr>
      <dsp:spPr>
        <a:xfrm>
          <a:off x="423566" y="2088799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0A1AD6-33EF-4CC0-8322-E524D2F5A5E8}">
      <dsp:nvSpPr>
        <dsp:cNvPr id="0" name=""/>
        <dsp:cNvSpPr/>
      </dsp:nvSpPr>
      <dsp:spPr>
        <a:xfrm>
          <a:off x="455546" y="3094601"/>
          <a:ext cx="4244480" cy="6188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17" tIns="58420" rIns="58420" bIns="5842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 dirty="0"/>
            <a:t>Волинь, Полісся.</a:t>
          </a:r>
          <a:endParaRPr lang="uk-UA" sz="2300" kern="1200" dirty="0"/>
        </a:p>
      </dsp:txBody>
      <dsp:txXfrm>
        <a:off x="455546" y="3094601"/>
        <a:ext cx="4244480" cy="618856"/>
      </dsp:txXfrm>
    </dsp:sp>
    <dsp:sp modelId="{A91B7B1E-DFA3-45B6-9C3B-644797FA955B}">
      <dsp:nvSpPr>
        <dsp:cNvPr id="0" name=""/>
        <dsp:cNvSpPr/>
      </dsp:nvSpPr>
      <dsp:spPr>
        <a:xfrm>
          <a:off x="68761" y="3017244"/>
          <a:ext cx="773570" cy="7735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7778ED-A970-4A88-99FF-2C948D7AB9DC}">
      <dsp:nvSpPr>
        <dsp:cNvPr id="0" name=""/>
        <dsp:cNvSpPr/>
      </dsp:nvSpPr>
      <dsp:spPr>
        <a:xfrm rot="10800000">
          <a:off x="1833251" y="3141"/>
          <a:ext cx="6463974" cy="8204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православ’я</a:t>
          </a:r>
          <a:endParaRPr lang="uk-UA" sz="3800" kern="1200"/>
        </a:p>
      </dsp:txBody>
      <dsp:txXfrm rot="10800000">
        <a:off x="2038359" y="3141"/>
        <a:ext cx="6258866" cy="820431"/>
      </dsp:txXfrm>
    </dsp:sp>
    <dsp:sp modelId="{B1E934AB-8C2B-4986-AFCA-2137AAB15BA9}">
      <dsp:nvSpPr>
        <dsp:cNvPr id="0" name=""/>
        <dsp:cNvSpPr/>
      </dsp:nvSpPr>
      <dsp:spPr>
        <a:xfrm>
          <a:off x="1423035" y="3141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5B8787-7847-40CF-B6E3-9249F8769DD3}">
      <dsp:nvSpPr>
        <dsp:cNvPr id="0" name=""/>
        <dsp:cNvSpPr/>
      </dsp:nvSpPr>
      <dsp:spPr>
        <a:xfrm rot="10800000">
          <a:off x="1833251" y="1068478"/>
          <a:ext cx="6463974" cy="8204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кальвінізму</a:t>
          </a:r>
          <a:endParaRPr lang="uk-UA" sz="3800" kern="1200"/>
        </a:p>
      </dsp:txBody>
      <dsp:txXfrm rot="10800000">
        <a:off x="2038359" y="1068478"/>
        <a:ext cx="6258866" cy="820431"/>
      </dsp:txXfrm>
    </dsp:sp>
    <dsp:sp modelId="{9F7C2A89-42CF-4D1C-83FE-77A7D68BF987}">
      <dsp:nvSpPr>
        <dsp:cNvPr id="0" name=""/>
        <dsp:cNvSpPr/>
      </dsp:nvSpPr>
      <dsp:spPr>
        <a:xfrm>
          <a:off x="1423035" y="1068478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77E95E-0E9F-412A-AEA2-E12335B58A32}">
      <dsp:nvSpPr>
        <dsp:cNvPr id="0" name=""/>
        <dsp:cNvSpPr/>
      </dsp:nvSpPr>
      <dsp:spPr>
        <a:xfrm rot="10800000">
          <a:off x="1833251" y="2133815"/>
          <a:ext cx="6463974" cy="820431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католицизму</a:t>
          </a:r>
          <a:endParaRPr lang="uk-UA" sz="3800" kern="1200"/>
        </a:p>
      </dsp:txBody>
      <dsp:txXfrm rot="10800000">
        <a:off x="2038359" y="2133815"/>
        <a:ext cx="6258866" cy="820431"/>
      </dsp:txXfrm>
    </dsp:sp>
    <dsp:sp modelId="{206D1180-910B-4E89-876D-B070A487ABEB}">
      <dsp:nvSpPr>
        <dsp:cNvPr id="0" name=""/>
        <dsp:cNvSpPr/>
      </dsp:nvSpPr>
      <dsp:spPr>
        <a:xfrm>
          <a:off x="1423035" y="2133815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92293D-2588-43D5-806A-AB484E61D736}">
      <dsp:nvSpPr>
        <dsp:cNvPr id="0" name=""/>
        <dsp:cNvSpPr/>
      </dsp:nvSpPr>
      <dsp:spPr>
        <a:xfrm rot="10800000">
          <a:off x="1833251" y="3199151"/>
          <a:ext cx="6463974" cy="8204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соцініанства</a:t>
          </a:r>
          <a:endParaRPr lang="uk-UA" sz="3800" kern="1200"/>
        </a:p>
      </dsp:txBody>
      <dsp:txXfrm rot="10800000">
        <a:off x="2038359" y="3199151"/>
        <a:ext cx="6258866" cy="820431"/>
      </dsp:txXfrm>
    </dsp:sp>
    <dsp:sp modelId="{125CDDDE-C9E9-4993-B0D2-6C1CDAF56E96}">
      <dsp:nvSpPr>
        <dsp:cNvPr id="0" name=""/>
        <dsp:cNvSpPr/>
      </dsp:nvSpPr>
      <dsp:spPr>
        <a:xfrm>
          <a:off x="1423035" y="3199151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7778ED-A970-4A88-99FF-2C948D7AB9DC}">
      <dsp:nvSpPr>
        <dsp:cNvPr id="0" name=""/>
        <dsp:cNvSpPr/>
      </dsp:nvSpPr>
      <dsp:spPr>
        <a:xfrm rot="10800000">
          <a:off x="1833251" y="3141"/>
          <a:ext cx="6463974" cy="8204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 err="1"/>
            <a:t>православ’я</a:t>
          </a:r>
          <a:endParaRPr lang="uk-UA" sz="3800" kern="1200" dirty="0"/>
        </a:p>
      </dsp:txBody>
      <dsp:txXfrm rot="10800000">
        <a:off x="2038359" y="3141"/>
        <a:ext cx="6258866" cy="820431"/>
      </dsp:txXfrm>
    </dsp:sp>
    <dsp:sp modelId="{B1E934AB-8C2B-4986-AFCA-2137AAB15BA9}">
      <dsp:nvSpPr>
        <dsp:cNvPr id="0" name=""/>
        <dsp:cNvSpPr/>
      </dsp:nvSpPr>
      <dsp:spPr>
        <a:xfrm>
          <a:off x="1423035" y="3141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5B8787-7847-40CF-B6E3-9249F8769DD3}">
      <dsp:nvSpPr>
        <dsp:cNvPr id="0" name=""/>
        <dsp:cNvSpPr/>
      </dsp:nvSpPr>
      <dsp:spPr>
        <a:xfrm rot="10800000">
          <a:off x="1833251" y="1068478"/>
          <a:ext cx="6463974" cy="8204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 err="1"/>
            <a:t>кальвінізму</a:t>
          </a:r>
          <a:endParaRPr lang="uk-UA" sz="3800" kern="1200" dirty="0"/>
        </a:p>
      </dsp:txBody>
      <dsp:txXfrm rot="10800000">
        <a:off x="2038359" y="1068478"/>
        <a:ext cx="6258866" cy="820431"/>
      </dsp:txXfrm>
    </dsp:sp>
    <dsp:sp modelId="{9F7C2A89-42CF-4D1C-83FE-77A7D68BF987}">
      <dsp:nvSpPr>
        <dsp:cNvPr id="0" name=""/>
        <dsp:cNvSpPr/>
      </dsp:nvSpPr>
      <dsp:spPr>
        <a:xfrm>
          <a:off x="1423035" y="1068478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77E95E-0E9F-412A-AEA2-E12335B58A32}">
      <dsp:nvSpPr>
        <dsp:cNvPr id="0" name=""/>
        <dsp:cNvSpPr/>
      </dsp:nvSpPr>
      <dsp:spPr>
        <a:xfrm rot="10800000">
          <a:off x="1833251" y="2133815"/>
          <a:ext cx="6463974" cy="8204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католицизму</a:t>
          </a:r>
          <a:endParaRPr lang="uk-UA" sz="3800" kern="1200"/>
        </a:p>
      </dsp:txBody>
      <dsp:txXfrm rot="10800000">
        <a:off x="2038359" y="2133815"/>
        <a:ext cx="6258866" cy="820431"/>
      </dsp:txXfrm>
    </dsp:sp>
    <dsp:sp modelId="{206D1180-910B-4E89-876D-B070A487ABEB}">
      <dsp:nvSpPr>
        <dsp:cNvPr id="0" name=""/>
        <dsp:cNvSpPr/>
      </dsp:nvSpPr>
      <dsp:spPr>
        <a:xfrm>
          <a:off x="1423035" y="2133815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92293D-2588-43D5-806A-AB484E61D736}">
      <dsp:nvSpPr>
        <dsp:cNvPr id="0" name=""/>
        <dsp:cNvSpPr/>
      </dsp:nvSpPr>
      <dsp:spPr>
        <a:xfrm rot="10800000">
          <a:off x="1833251" y="3199151"/>
          <a:ext cx="6463974" cy="8204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1788" tIns="144780" rIns="270256" bIns="144780" numCol="1" spcCol="1270" anchor="ctr" anchorCtr="0">
          <a:noAutofit/>
        </a:bodyPr>
        <a:lstStyle/>
        <a:p>
          <a:pPr lvl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 err="1"/>
            <a:t>соцініанства</a:t>
          </a:r>
          <a:endParaRPr lang="uk-UA" sz="3800" kern="1200" dirty="0"/>
        </a:p>
      </dsp:txBody>
      <dsp:txXfrm rot="10800000">
        <a:off x="2038359" y="3199151"/>
        <a:ext cx="6258866" cy="820431"/>
      </dsp:txXfrm>
    </dsp:sp>
    <dsp:sp modelId="{125CDDDE-C9E9-4993-B0D2-6C1CDAF56E96}">
      <dsp:nvSpPr>
        <dsp:cNvPr id="0" name=""/>
        <dsp:cNvSpPr/>
      </dsp:nvSpPr>
      <dsp:spPr>
        <a:xfrm>
          <a:off x="1423035" y="3199151"/>
          <a:ext cx="820431" cy="8204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315A1B-8E8D-45CC-B154-7FAC4EF28541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02870" rIns="192024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700" b="0" i="0" kern="1200" dirty="0"/>
            <a:t>шляхта</a:t>
          </a:r>
          <a:endParaRPr lang="uk-UA" sz="2700" kern="1200" dirty="0"/>
        </a:p>
      </dsp:txBody>
      <dsp:txXfrm rot="10800000">
        <a:off x="1207108" y="1257"/>
        <a:ext cx="2956662" cy="821331"/>
      </dsp:txXfrm>
    </dsp:sp>
    <dsp:sp modelId="{97A2A99E-0134-462B-B47C-EB05B18B6D3A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873AF1-F95C-4692-8DE0-7B4E7EF3A18A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02870" rIns="192024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700" b="0" i="0" kern="1200" dirty="0"/>
            <a:t>духовенство</a:t>
          </a:r>
          <a:endParaRPr lang="uk-UA" sz="2700" kern="1200" dirty="0"/>
        </a:p>
      </dsp:txBody>
      <dsp:txXfrm rot="10800000">
        <a:off x="1207108" y="1067762"/>
        <a:ext cx="2956662" cy="821331"/>
      </dsp:txXfrm>
    </dsp:sp>
    <dsp:sp modelId="{55FDEDF9-5D14-4A1A-8833-7C2CF89292F8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053E1B-8590-44D3-88B2-8BA945BA30A3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02870" rIns="192024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700" b="0" i="0" kern="1200"/>
            <a:t>міщани</a:t>
          </a:r>
          <a:endParaRPr lang="uk-UA" sz="2700" kern="1200"/>
        </a:p>
      </dsp:txBody>
      <dsp:txXfrm rot="10800000">
        <a:off x="1207108" y="2134266"/>
        <a:ext cx="2956662" cy="821331"/>
      </dsp:txXfrm>
    </dsp:sp>
    <dsp:sp modelId="{F162C6DD-449E-4CEC-B5F8-315736C395AE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991535-237D-40DE-AD33-5065D109783A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102870" rIns="192024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700" b="0" i="0" kern="1200" dirty="0"/>
            <a:t>селяни</a:t>
          </a:r>
          <a:endParaRPr lang="uk-UA" sz="2700" kern="1200" dirty="0"/>
        </a:p>
      </dsp:txBody>
      <dsp:txXfrm rot="10800000">
        <a:off x="1207108" y="3200771"/>
        <a:ext cx="2956662" cy="821331"/>
      </dsp:txXfrm>
    </dsp:sp>
    <dsp:sp modelId="{A2797769-A144-4360-A654-1B9FBFA3C09F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6B0C6-E3BE-4AC3-A65C-51E0B9A532D5}">
      <dsp:nvSpPr>
        <dsp:cNvPr id="0" name=""/>
        <dsp:cNvSpPr/>
      </dsp:nvSpPr>
      <dsp:spPr>
        <a:xfrm rot="5400000">
          <a:off x="2924101" y="-1133271"/>
          <a:ext cx="618434" cy="30431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b="0" i="0" kern="1200" dirty="0"/>
            <a:t>«</a:t>
          </a:r>
          <a:r>
            <a:rPr lang="ru-RU" sz="1700" b="0" i="0" kern="1200" dirty="0" err="1"/>
            <a:t>реєстр</a:t>
          </a:r>
          <a:r>
            <a:rPr lang="ru-RU" sz="1700" b="0" i="0" kern="1200" dirty="0"/>
            <a:t>», «полковник», «</a:t>
          </a:r>
          <a:r>
            <a:rPr lang="ru-RU" sz="1700" b="0" i="0" kern="1200" dirty="0" err="1"/>
            <a:t>клейноди</a:t>
          </a:r>
          <a:r>
            <a:rPr lang="ru-RU" sz="1700" b="0" i="0" kern="1200" dirty="0"/>
            <a:t>»</a:t>
          </a:r>
          <a:endParaRPr lang="uk-UA" sz="1700" kern="1200" dirty="0"/>
        </a:p>
      </dsp:txBody>
      <dsp:txXfrm rot="-5400000">
        <a:off x="1711757" y="109262"/>
        <a:ext cx="3012934" cy="558056"/>
      </dsp:txXfrm>
    </dsp:sp>
    <dsp:sp modelId="{00487A97-2BB4-4490-9733-E8C3B9CE05F4}">
      <dsp:nvSpPr>
        <dsp:cNvPr id="0" name=""/>
        <dsp:cNvSpPr/>
      </dsp:nvSpPr>
      <dsp:spPr>
        <a:xfrm>
          <a:off x="0" y="1768"/>
          <a:ext cx="1711756" cy="7730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b="0" i="0" kern="1200"/>
            <a:t>А</a:t>
          </a:r>
          <a:endParaRPr lang="uk-UA" sz="3900" kern="1200"/>
        </a:p>
      </dsp:txBody>
      <dsp:txXfrm>
        <a:off x="37737" y="39505"/>
        <a:ext cx="1636282" cy="697569"/>
      </dsp:txXfrm>
    </dsp:sp>
    <dsp:sp modelId="{E66794AC-B01B-46BB-959F-ACF41A5B6B82}">
      <dsp:nvSpPr>
        <dsp:cNvPr id="0" name=""/>
        <dsp:cNvSpPr/>
      </dsp:nvSpPr>
      <dsp:spPr>
        <a:xfrm rot="5400000">
          <a:off x="2924101" y="-321576"/>
          <a:ext cx="618434" cy="30431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b="0" i="0" kern="1200" dirty="0"/>
            <a:t>«братства», «</a:t>
          </a:r>
          <a:r>
            <a:rPr lang="ru-RU" sz="1700" b="0" i="0" kern="1200" dirty="0" err="1"/>
            <a:t>магдебурзьке</a:t>
          </a:r>
          <a:r>
            <a:rPr lang="ru-RU" sz="1700" b="0" i="0" kern="1200" dirty="0"/>
            <a:t> право», «</a:t>
          </a:r>
          <a:r>
            <a:rPr lang="ru-RU" sz="1700" b="0" i="0" kern="1200" dirty="0" err="1"/>
            <a:t>магістрат</a:t>
          </a:r>
          <a:r>
            <a:rPr lang="ru-RU" sz="1700" b="0" i="0" kern="1200" dirty="0"/>
            <a:t>»</a:t>
          </a:r>
          <a:endParaRPr lang="uk-UA" sz="1700" kern="1200" dirty="0"/>
        </a:p>
      </dsp:txBody>
      <dsp:txXfrm rot="-5400000">
        <a:off x="1711757" y="920957"/>
        <a:ext cx="3012934" cy="558056"/>
      </dsp:txXfrm>
    </dsp:sp>
    <dsp:sp modelId="{8BAB72F4-D413-4F2E-B3C5-745C300A27F1}">
      <dsp:nvSpPr>
        <dsp:cNvPr id="0" name=""/>
        <dsp:cNvSpPr/>
      </dsp:nvSpPr>
      <dsp:spPr>
        <a:xfrm>
          <a:off x="0" y="813463"/>
          <a:ext cx="1711756" cy="7730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kern="1200"/>
            <a:t>Б</a:t>
          </a:r>
          <a:endParaRPr lang="uk-UA" sz="3900" kern="1200"/>
        </a:p>
      </dsp:txBody>
      <dsp:txXfrm>
        <a:off x="37737" y="851200"/>
        <a:ext cx="1636282" cy="697569"/>
      </dsp:txXfrm>
    </dsp:sp>
    <dsp:sp modelId="{C684C758-5725-4E1A-AC8E-4317575BFC07}">
      <dsp:nvSpPr>
        <dsp:cNvPr id="0" name=""/>
        <dsp:cNvSpPr/>
      </dsp:nvSpPr>
      <dsp:spPr>
        <a:xfrm rot="5400000">
          <a:off x="2924101" y="490118"/>
          <a:ext cx="618434" cy="30431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b="0" i="0" kern="1200"/>
            <a:t>«панщина», «закріпачення», «покозачення»</a:t>
          </a:r>
          <a:endParaRPr lang="uk-UA" sz="1700" kern="1200"/>
        </a:p>
      </dsp:txBody>
      <dsp:txXfrm rot="-5400000">
        <a:off x="1711757" y="1732652"/>
        <a:ext cx="3012934" cy="558056"/>
      </dsp:txXfrm>
    </dsp:sp>
    <dsp:sp modelId="{5A0FC0F1-B472-40A7-BE5F-D3383C32019F}">
      <dsp:nvSpPr>
        <dsp:cNvPr id="0" name=""/>
        <dsp:cNvSpPr/>
      </dsp:nvSpPr>
      <dsp:spPr>
        <a:xfrm>
          <a:off x="0" y="1625158"/>
          <a:ext cx="1711756" cy="7730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b="0" i="0" kern="1200"/>
            <a:t>В</a:t>
          </a:r>
          <a:endParaRPr lang="uk-UA" sz="3900" kern="1200"/>
        </a:p>
      </dsp:txBody>
      <dsp:txXfrm>
        <a:off x="37737" y="1662895"/>
        <a:ext cx="1636282" cy="697569"/>
      </dsp:txXfrm>
    </dsp:sp>
    <dsp:sp modelId="{DA15DCDE-BAE4-4986-866D-83A2F7C66C6F}">
      <dsp:nvSpPr>
        <dsp:cNvPr id="0" name=""/>
        <dsp:cNvSpPr/>
      </dsp:nvSpPr>
      <dsp:spPr>
        <a:xfrm rot="5400000">
          <a:off x="2924101" y="1301813"/>
          <a:ext cx="618434" cy="30431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b="0" i="0" kern="1200"/>
            <a:t>«фільварок», «сейм», «вето»</a:t>
          </a:r>
          <a:endParaRPr lang="uk-UA" sz="1700" kern="1200"/>
        </a:p>
      </dsp:txBody>
      <dsp:txXfrm rot="-5400000">
        <a:off x="1711757" y="2544347"/>
        <a:ext cx="3012934" cy="558056"/>
      </dsp:txXfrm>
    </dsp:sp>
    <dsp:sp modelId="{2EBA19D0-1946-4E75-A63C-806808D0381E}">
      <dsp:nvSpPr>
        <dsp:cNvPr id="0" name=""/>
        <dsp:cNvSpPr/>
      </dsp:nvSpPr>
      <dsp:spPr>
        <a:xfrm>
          <a:off x="0" y="2436853"/>
          <a:ext cx="1711756" cy="7730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b="0" i="0" kern="1200"/>
            <a:t>Г</a:t>
          </a:r>
          <a:endParaRPr lang="uk-UA" sz="3900" kern="1200"/>
        </a:p>
      </dsp:txBody>
      <dsp:txXfrm>
        <a:off x="37737" y="2474590"/>
        <a:ext cx="1636282" cy="697569"/>
      </dsp:txXfrm>
    </dsp:sp>
    <dsp:sp modelId="{B1050223-6DEC-486B-A506-59C49E24315F}">
      <dsp:nvSpPr>
        <dsp:cNvPr id="0" name=""/>
        <dsp:cNvSpPr/>
      </dsp:nvSpPr>
      <dsp:spPr>
        <a:xfrm rot="5400000">
          <a:off x="2924101" y="2113508"/>
          <a:ext cx="618434" cy="304312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ru-RU" sz="1700" b="0" i="0" kern="1200" dirty="0"/>
            <a:t>«</a:t>
          </a:r>
          <a:r>
            <a:rPr lang="ru-RU" sz="1700" b="0" i="0" kern="1200" dirty="0" err="1"/>
            <a:t>унія</a:t>
          </a:r>
          <a:r>
            <a:rPr lang="ru-RU" sz="1700" b="0" i="0" kern="1200" dirty="0"/>
            <a:t>», «</a:t>
          </a:r>
          <a:r>
            <a:rPr lang="ru-RU" sz="1700" b="0" i="0" kern="1200" dirty="0" err="1"/>
            <a:t>полемічна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література</a:t>
          </a:r>
          <a:r>
            <a:rPr lang="ru-RU" sz="1700" b="0" i="0" kern="1200" dirty="0"/>
            <a:t>», «</a:t>
          </a:r>
          <a:r>
            <a:rPr lang="ru-RU" sz="1700" b="0" i="0" kern="1200" dirty="0" err="1"/>
            <a:t>ставропігія</a:t>
          </a:r>
          <a:r>
            <a:rPr lang="ru-RU" sz="1700" b="0" i="0" kern="1200" dirty="0"/>
            <a:t>»</a:t>
          </a:r>
          <a:endParaRPr lang="uk-UA" sz="1700" kern="1200" dirty="0"/>
        </a:p>
      </dsp:txBody>
      <dsp:txXfrm rot="-5400000">
        <a:off x="1711757" y="3356042"/>
        <a:ext cx="3012934" cy="558056"/>
      </dsp:txXfrm>
    </dsp:sp>
    <dsp:sp modelId="{1C8CF8A0-861F-4521-85D7-F04DDB7E20D1}">
      <dsp:nvSpPr>
        <dsp:cNvPr id="0" name=""/>
        <dsp:cNvSpPr/>
      </dsp:nvSpPr>
      <dsp:spPr>
        <a:xfrm>
          <a:off x="0" y="3248548"/>
          <a:ext cx="1711756" cy="77304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900" b="0" i="0" kern="1200"/>
            <a:t>Д</a:t>
          </a:r>
          <a:endParaRPr lang="uk-UA" sz="3900" kern="1200"/>
        </a:p>
      </dsp:txBody>
      <dsp:txXfrm>
        <a:off x="37737" y="3286285"/>
        <a:ext cx="1636282" cy="697569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DB6AFD-DD8E-4166-BC6D-235B6FB5E91B}">
      <dsp:nvSpPr>
        <dsp:cNvPr id="0" name=""/>
        <dsp:cNvSpPr/>
      </dsp:nvSpPr>
      <dsp:spPr>
        <a:xfrm>
          <a:off x="0" y="0"/>
          <a:ext cx="4754880" cy="935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/>
            <a:t>початок </a:t>
          </a:r>
          <a:r>
            <a:rPr lang="ru-RU" sz="1800" kern="1200" dirty="0" err="1"/>
            <a:t>доби</a:t>
          </a:r>
          <a:r>
            <a:rPr lang="ru-RU" sz="1800" kern="1200" dirty="0"/>
            <a:t> «</a:t>
          </a:r>
          <a:r>
            <a:rPr lang="ru-RU" sz="1800" kern="1200" dirty="0" err="1"/>
            <a:t>героїчних</a:t>
          </a:r>
          <a:r>
            <a:rPr lang="ru-RU" sz="1800" kern="1200" dirty="0"/>
            <a:t> </a:t>
          </a:r>
          <a:r>
            <a:rPr lang="ru-RU" sz="1800" kern="1200" dirty="0" err="1"/>
            <a:t>морських</a:t>
          </a:r>
          <a:r>
            <a:rPr lang="ru-RU" sz="1800" kern="1200" dirty="0"/>
            <a:t> </a:t>
          </a:r>
          <a:r>
            <a:rPr lang="ru-RU" sz="1800" kern="1200" dirty="0" err="1"/>
            <a:t>походів</a:t>
          </a:r>
          <a:r>
            <a:rPr lang="ru-RU" sz="1800" kern="1200" dirty="0"/>
            <a:t>» </a:t>
          </a:r>
          <a:r>
            <a:rPr lang="ru-RU" sz="1800" kern="1200" dirty="0" err="1"/>
            <a:t>козаків</a:t>
          </a:r>
          <a:endParaRPr lang="uk-UA" sz="1800" kern="1200" dirty="0"/>
        </a:p>
      </dsp:txBody>
      <dsp:txXfrm>
        <a:off x="1044487" y="0"/>
        <a:ext cx="3710392" cy="935116"/>
      </dsp:txXfrm>
    </dsp:sp>
    <dsp:sp modelId="{AA80C482-983C-46B0-9E4E-C004B3D45A27}">
      <dsp:nvSpPr>
        <dsp:cNvPr id="0" name=""/>
        <dsp:cNvSpPr/>
      </dsp:nvSpPr>
      <dsp:spPr>
        <a:xfrm>
          <a:off x="93511" y="93511"/>
          <a:ext cx="950976" cy="748093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C8935C-EAC1-4194-8EC2-2736F3BC1AD2}">
      <dsp:nvSpPr>
        <dsp:cNvPr id="0" name=""/>
        <dsp:cNvSpPr/>
      </dsp:nvSpPr>
      <dsp:spPr>
        <a:xfrm>
          <a:off x="0" y="1028628"/>
          <a:ext cx="4754880" cy="935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err="1"/>
            <a:t>заснування</a:t>
          </a:r>
          <a:r>
            <a:rPr lang="ru-RU" sz="1800" kern="1200" dirty="0"/>
            <a:t> </a:t>
          </a:r>
          <a:r>
            <a:rPr lang="ru-RU" sz="1800" kern="1200" dirty="0" err="1"/>
            <a:t>першої</a:t>
          </a:r>
          <a:r>
            <a:rPr lang="ru-RU" sz="1800" kern="1200" dirty="0"/>
            <a:t> </a:t>
          </a:r>
          <a:r>
            <a:rPr lang="ru-RU" sz="1800" kern="1200" dirty="0" err="1"/>
            <a:t>відомої</a:t>
          </a:r>
          <a:r>
            <a:rPr lang="ru-RU" sz="1800" kern="1200" dirty="0"/>
            <a:t> </a:t>
          </a:r>
          <a:r>
            <a:rPr lang="ru-RU" sz="1800" kern="1200" dirty="0" err="1"/>
            <a:t>Січі</a:t>
          </a:r>
          <a:r>
            <a:rPr lang="ru-RU" sz="1800" kern="1200" dirty="0"/>
            <a:t> на </a:t>
          </a:r>
          <a:r>
            <a:rPr lang="ru-RU" sz="1800" kern="1200" dirty="0" err="1"/>
            <a:t>острові</a:t>
          </a:r>
          <a:r>
            <a:rPr lang="ru-RU" sz="1800" kern="1200" dirty="0"/>
            <a:t> Мала </a:t>
          </a:r>
          <a:r>
            <a:rPr lang="ru-RU" sz="1800" kern="1200" dirty="0" err="1"/>
            <a:t>Хортиця</a:t>
          </a:r>
          <a:endParaRPr lang="uk-UA" sz="1800" kern="1200" dirty="0"/>
        </a:p>
      </dsp:txBody>
      <dsp:txXfrm>
        <a:off x="1044487" y="1028628"/>
        <a:ext cx="3710392" cy="935116"/>
      </dsp:txXfrm>
    </dsp:sp>
    <dsp:sp modelId="{4390D1F9-09E7-4EDA-8D84-3C608ACD612C}">
      <dsp:nvSpPr>
        <dsp:cNvPr id="0" name=""/>
        <dsp:cNvSpPr/>
      </dsp:nvSpPr>
      <dsp:spPr>
        <a:xfrm>
          <a:off x="93511" y="1122140"/>
          <a:ext cx="950976" cy="748093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B49DB6-FE92-4C08-AB0B-6C6A32E77E76}">
      <dsp:nvSpPr>
        <dsp:cNvPr id="0" name=""/>
        <dsp:cNvSpPr/>
      </dsp:nvSpPr>
      <dsp:spPr>
        <a:xfrm>
          <a:off x="0" y="2057257"/>
          <a:ext cx="4754880" cy="935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похід козаків під проводом П. Сагайдачного на Московське царство</a:t>
          </a:r>
          <a:endParaRPr lang="uk-UA" sz="1800" kern="1200"/>
        </a:p>
      </dsp:txBody>
      <dsp:txXfrm>
        <a:off x="1044487" y="2057257"/>
        <a:ext cx="3710392" cy="935116"/>
      </dsp:txXfrm>
    </dsp:sp>
    <dsp:sp modelId="{EDF6CF18-A5C2-420B-BCF0-1F287847CC64}">
      <dsp:nvSpPr>
        <dsp:cNvPr id="0" name=""/>
        <dsp:cNvSpPr/>
      </dsp:nvSpPr>
      <dsp:spPr>
        <a:xfrm>
          <a:off x="93511" y="2150768"/>
          <a:ext cx="950976" cy="748093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EFFF89-F630-4F2F-B135-313626A94B74}">
      <dsp:nvSpPr>
        <dsp:cNvPr id="0" name=""/>
        <dsp:cNvSpPr/>
      </dsp:nvSpPr>
      <dsp:spPr>
        <a:xfrm>
          <a:off x="0" y="3085885"/>
          <a:ext cx="4754880" cy="935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err="1"/>
            <a:t>укладення</a:t>
          </a:r>
          <a:r>
            <a:rPr lang="ru-RU" sz="1800" kern="1200" dirty="0"/>
            <a:t> </a:t>
          </a:r>
          <a:r>
            <a:rPr lang="ru-RU" sz="1800" kern="1200" dirty="0" err="1"/>
            <a:t>козацького</a:t>
          </a:r>
          <a:r>
            <a:rPr lang="ru-RU" sz="1800" kern="1200" dirty="0"/>
            <a:t> </a:t>
          </a:r>
          <a:r>
            <a:rPr lang="ru-RU" sz="1800" kern="1200" dirty="0" err="1"/>
            <a:t>реєстру</a:t>
          </a:r>
          <a:r>
            <a:rPr lang="ru-RU" sz="1800" kern="1200" dirty="0"/>
            <a:t> </a:t>
          </a:r>
          <a:r>
            <a:rPr lang="ru-RU" sz="1800" kern="1200" dirty="0" err="1"/>
            <a:t>польським</a:t>
          </a:r>
          <a:r>
            <a:rPr lang="ru-RU" sz="1800" kern="1200" dirty="0"/>
            <a:t> королем Стефаном </a:t>
          </a:r>
          <a:r>
            <a:rPr lang="ru-RU" sz="1800" kern="1200" dirty="0" err="1"/>
            <a:t>Баторієм</a:t>
          </a:r>
          <a:endParaRPr lang="uk-UA" sz="1800" kern="1200" dirty="0"/>
        </a:p>
      </dsp:txBody>
      <dsp:txXfrm>
        <a:off x="1044487" y="3085885"/>
        <a:ext cx="3710392" cy="935116"/>
      </dsp:txXfrm>
    </dsp:sp>
    <dsp:sp modelId="{6DEC52BC-D492-47A5-82BB-0C9FAAC07C15}">
      <dsp:nvSpPr>
        <dsp:cNvPr id="0" name=""/>
        <dsp:cNvSpPr/>
      </dsp:nvSpPr>
      <dsp:spPr>
        <a:xfrm>
          <a:off x="93511" y="3179397"/>
          <a:ext cx="950976" cy="748093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62A662-F0C1-4167-99C7-7F3469725588}">
      <dsp:nvSpPr>
        <dsp:cNvPr id="0" name=""/>
        <dsp:cNvSpPr/>
      </dsp:nvSpPr>
      <dsp:spPr>
        <a:xfrm rot="10800000">
          <a:off x="977346" y="27"/>
          <a:ext cx="3027302" cy="859319"/>
        </a:xfrm>
        <a:prstGeom prst="homePlate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936" tIns="64770" rIns="120904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700" b="0" i="0" kern="1200" dirty="0"/>
            <a:t>здобуття запорозькими козаками турецької фортеці Кафи</a:t>
          </a:r>
          <a:endParaRPr lang="uk-UA" sz="1700" kern="1200" dirty="0"/>
        </a:p>
      </dsp:txBody>
      <dsp:txXfrm rot="10800000">
        <a:off x="1192176" y="27"/>
        <a:ext cx="2812472" cy="859319"/>
      </dsp:txXfrm>
    </dsp:sp>
    <dsp:sp modelId="{EDEE9D51-7B6E-4101-90F0-67AE4F94A7B7}">
      <dsp:nvSpPr>
        <dsp:cNvPr id="0" name=""/>
        <dsp:cNvSpPr/>
      </dsp:nvSpPr>
      <dsp:spPr>
        <a:xfrm>
          <a:off x="547686" y="27"/>
          <a:ext cx="859319" cy="859319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t="-6000" b="-6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994DED-09CB-4FEA-A7A1-2FBC33C77585}">
      <dsp:nvSpPr>
        <dsp:cNvPr id="0" name=""/>
        <dsp:cNvSpPr/>
      </dsp:nvSpPr>
      <dsp:spPr>
        <a:xfrm rot="10800000">
          <a:off x="977346" y="1115860"/>
          <a:ext cx="3027302" cy="859319"/>
        </a:xfrm>
        <a:prstGeom prst="homePlate">
          <a:avLst/>
        </a:prstGeom>
        <a:solidFill>
          <a:schemeClr val="accent3">
            <a:alpha val="90000"/>
            <a:hueOff val="0"/>
            <a:satOff val="0"/>
            <a:lumOff val="0"/>
            <a:alphaOff val="-13333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936" tIns="64770" rIns="120904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700" b="0" i="0" kern="1200" dirty="0"/>
            <a:t>зведення на о. Мала Хортиця першої відомої Січі-фортеці</a:t>
          </a:r>
          <a:endParaRPr lang="uk-UA" sz="1700" kern="1200" dirty="0"/>
        </a:p>
      </dsp:txBody>
      <dsp:txXfrm rot="10800000">
        <a:off x="1192176" y="1115860"/>
        <a:ext cx="2812472" cy="859319"/>
      </dsp:txXfrm>
    </dsp:sp>
    <dsp:sp modelId="{77A41F53-BA5A-4264-B5C4-9E2E1D371196}">
      <dsp:nvSpPr>
        <dsp:cNvPr id="0" name=""/>
        <dsp:cNvSpPr/>
      </dsp:nvSpPr>
      <dsp:spPr>
        <a:xfrm>
          <a:off x="547686" y="1115860"/>
          <a:ext cx="859319" cy="859319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 t="-7000" b="-7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4606B0-D561-4ED5-869D-098882651B87}">
      <dsp:nvSpPr>
        <dsp:cNvPr id="0" name=""/>
        <dsp:cNvSpPr/>
      </dsp:nvSpPr>
      <dsp:spPr>
        <a:xfrm rot="10800000">
          <a:off x="977346" y="2231694"/>
          <a:ext cx="3027302" cy="859319"/>
        </a:xfrm>
        <a:prstGeom prst="homePlate">
          <a:avLst/>
        </a:prstGeom>
        <a:solidFill>
          <a:schemeClr val="accent3">
            <a:alpha val="90000"/>
            <a:hueOff val="0"/>
            <a:satOff val="0"/>
            <a:lumOff val="0"/>
            <a:alphaOff val="-26667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936" tIns="64770" rIns="120904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700" b="0" i="0" kern="1200" dirty="0"/>
            <a:t>керівництво українськими козаками під час Хотинської війни</a:t>
          </a:r>
          <a:endParaRPr lang="uk-UA" sz="1700" kern="1200" dirty="0"/>
        </a:p>
      </dsp:txBody>
      <dsp:txXfrm rot="10800000">
        <a:off x="1192176" y="2231694"/>
        <a:ext cx="2812472" cy="859319"/>
      </dsp:txXfrm>
    </dsp:sp>
    <dsp:sp modelId="{169AEF72-4BAC-4368-A327-527EF151A0AE}">
      <dsp:nvSpPr>
        <dsp:cNvPr id="0" name=""/>
        <dsp:cNvSpPr/>
      </dsp:nvSpPr>
      <dsp:spPr>
        <a:xfrm>
          <a:off x="547686" y="2231694"/>
          <a:ext cx="859319" cy="859319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 t="-3000" b="-3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BAD401-1CA9-481E-B88D-F88160DA636A}">
      <dsp:nvSpPr>
        <dsp:cNvPr id="0" name=""/>
        <dsp:cNvSpPr/>
      </dsp:nvSpPr>
      <dsp:spPr>
        <a:xfrm rot="10800000">
          <a:off x="977346" y="3347527"/>
          <a:ext cx="3027302" cy="859319"/>
        </a:xfrm>
        <a:prstGeom prst="homePlate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936" tIns="64770" rIns="120904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700" b="0" i="0" kern="1200" dirty="0"/>
            <a:t>зруйнування запорозькими козаками польської фортеці Кодак</a:t>
          </a:r>
          <a:endParaRPr lang="uk-UA" sz="1700" kern="1200" dirty="0"/>
        </a:p>
      </dsp:txBody>
      <dsp:txXfrm rot="10800000">
        <a:off x="1192176" y="3347527"/>
        <a:ext cx="2812472" cy="859319"/>
      </dsp:txXfrm>
    </dsp:sp>
    <dsp:sp modelId="{7F3D0BE5-8B28-4E06-B466-01972A622165}">
      <dsp:nvSpPr>
        <dsp:cNvPr id="0" name=""/>
        <dsp:cNvSpPr/>
      </dsp:nvSpPr>
      <dsp:spPr>
        <a:xfrm>
          <a:off x="547686" y="3347527"/>
          <a:ext cx="859319" cy="859319"/>
        </a:xfrm>
        <a:prstGeom prst="ellipse">
          <a:avLst/>
        </a:prstGeom>
        <a:blipFill rotWithShape="1">
          <a:blip xmlns:r="http://schemas.openxmlformats.org/officeDocument/2006/relationships" r:embed="rId4"/>
          <a:srcRect/>
          <a:stretch>
            <a:fillRect t="-4000" b="-4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22D494-2E82-482C-9EC7-F372D2E20123}">
      <dsp:nvSpPr>
        <dsp:cNvPr id="0" name=""/>
        <dsp:cNvSpPr/>
      </dsp:nvSpPr>
      <dsp:spPr>
        <a:xfrm>
          <a:off x="0" y="704430"/>
          <a:ext cx="475488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членів магістрату міста.</a:t>
          </a:r>
          <a:endParaRPr lang="uk-UA" sz="2500" kern="1200"/>
        </a:p>
      </dsp:txBody>
      <dsp:txXfrm>
        <a:off x="29271" y="733701"/>
        <a:ext cx="4696338" cy="541083"/>
      </dsp:txXfrm>
    </dsp:sp>
    <dsp:sp modelId="{FB99711F-0B3A-46DD-B948-4EEAC6F6FD74}">
      <dsp:nvSpPr>
        <dsp:cNvPr id="0" name=""/>
        <dsp:cNvSpPr/>
      </dsp:nvSpPr>
      <dsp:spPr>
        <a:xfrm>
          <a:off x="0" y="1376055"/>
          <a:ext cx="4754880" cy="599625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верхівки козацтва.</a:t>
          </a:r>
          <a:endParaRPr lang="uk-UA" sz="2500" kern="1200"/>
        </a:p>
      </dsp:txBody>
      <dsp:txXfrm>
        <a:off x="29271" y="1405326"/>
        <a:ext cx="4696338" cy="541083"/>
      </dsp:txXfrm>
    </dsp:sp>
    <dsp:sp modelId="{04D5E0F0-279F-4B55-B970-ABA0647EE323}">
      <dsp:nvSpPr>
        <dsp:cNvPr id="0" name=""/>
        <dsp:cNvSpPr/>
      </dsp:nvSpPr>
      <dsp:spPr>
        <a:xfrm>
          <a:off x="0" y="2047680"/>
          <a:ext cx="475488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православної шляхти.</a:t>
          </a:r>
          <a:endParaRPr lang="uk-UA" sz="2500" kern="1200"/>
        </a:p>
      </dsp:txBody>
      <dsp:txXfrm>
        <a:off x="29271" y="2076951"/>
        <a:ext cx="4696338" cy="541083"/>
      </dsp:txXfrm>
    </dsp:sp>
    <dsp:sp modelId="{BD65ADA8-9E09-469B-B186-F440D04C8CB7}">
      <dsp:nvSpPr>
        <dsp:cNvPr id="0" name=""/>
        <dsp:cNvSpPr/>
      </dsp:nvSpPr>
      <dsp:spPr>
        <a:xfrm>
          <a:off x="0" y="2719305"/>
          <a:ext cx="475488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греко-католицького духовенства</a:t>
          </a:r>
          <a:endParaRPr lang="uk-UA" sz="2500" kern="1200"/>
        </a:p>
      </dsp:txBody>
      <dsp:txXfrm>
        <a:off x="29271" y="2748576"/>
        <a:ext cx="4696338" cy="541083"/>
      </dsp:txXfrm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22D494-2E82-482C-9EC7-F372D2E20123}">
      <dsp:nvSpPr>
        <dsp:cNvPr id="0" name=""/>
        <dsp:cNvSpPr/>
      </dsp:nvSpPr>
      <dsp:spPr>
        <a:xfrm>
          <a:off x="0" y="704430"/>
          <a:ext cx="475488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членів магістрату міста.</a:t>
          </a:r>
          <a:endParaRPr lang="uk-UA" sz="2500" kern="1200"/>
        </a:p>
      </dsp:txBody>
      <dsp:txXfrm>
        <a:off x="29271" y="733701"/>
        <a:ext cx="4696338" cy="541083"/>
      </dsp:txXfrm>
    </dsp:sp>
    <dsp:sp modelId="{FB99711F-0B3A-46DD-B948-4EEAC6F6FD74}">
      <dsp:nvSpPr>
        <dsp:cNvPr id="0" name=""/>
        <dsp:cNvSpPr/>
      </dsp:nvSpPr>
      <dsp:spPr>
        <a:xfrm>
          <a:off x="0" y="1376055"/>
          <a:ext cx="4754880" cy="599625"/>
        </a:xfrm>
        <a:prstGeom prst="roundRect">
          <a:avLst/>
        </a:prstGeom>
        <a:solidFill>
          <a:schemeClr val="accent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верхівки козацтва.</a:t>
          </a:r>
          <a:endParaRPr lang="uk-UA" sz="2500" kern="1200"/>
        </a:p>
      </dsp:txBody>
      <dsp:txXfrm>
        <a:off x="29271" y="1405326"/>
        <a:ext cx="4696338" cy="541083"/>
      </dsp:txXfrm>
    </dsp:sp>
    <dsp:sp modelId="{04D5E0F0-279F-4B55-B970-ABA0647EE323}">
      <dsp:nvSpPr>
        <dsp:cNvPr id="0" name=""/>
        <dsp:cNvSpPr/>
      </dsp:nvSpPr>
      <dsp:spPr>
        <a:xfrm>
          <a:off x="0" y="2047680"/>
          <a:ext cx="475488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православної шляхти.</a:t>
          </a:r>
          <a:endParaRPr lang="uk-UA" sz="2500" kern="1200"/>
        </a:p>
      </dsp:txBody>
      <dsp:txXfrm>
        <a:off x="29271" y="2076951"/>
        <a:ext cx="4696338" cy="541083"/>
      </dsp:txXfrm>
    </dsp:sp>
    <dsp:sp modelId="{BD65ADA8-9E09-469B-B186-F440D04C8CB7}">
      <dsp:nvSpPr>
        <dsp:cNvPr id="0" name=""/>
        <dsp:cNvSpPr/>
      </dsp:nvSpPr>
      <dsp:spPr>
        <a:xfrm>
          <a:off x="0" y="2719305"/>
          <a:ext cx="475488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/>
            <a:t>греко-</a:t>
          </a:r>
          <a:r>
            <a:rPr lang="ru-RU" sz="2500" kern="1200" dirty="0" err="1"/>
            <a:t>католицького</a:t>
          </a:r>
          <a:r>
            <a:rPr lang="ru-RU" sz="2500" kern="1200" dirty="0"/>
            <a:t> духовенства</a:t>
          </a:r>
          <a:endParaRPr lang="uk-UA" sz="2500" kern="1200" dirty="0"/>
        </a:p>
      </dsp:txBody>
      <dsp:txXfrm>
        <a:off x="29271" y="2748576"/>
        <a:ext cx="4696338" cy="541083"/>
      </dsp:txXfrm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967D0C-6D16-4808-85B6-176E444333B5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/>
            <a:t>призначення гетьманом.</a:t>
          </a:r>
          <a:endParaRPr lang="uk-UA" sz="2300" kern="1200"/>
        </a:p>
      </dsp:txBody>
      <dsp:txXfrm rot="10800000">
        <a:off x="1207108" y="1257"/>
        <a:ext cx="2956662" cy="821331"/>
      </dsp:txXfrm>
    </dsp:sp>
    <dsp:sp modelId="{F920B1BC-8F32-45D3-A8BC-6760D60A5BC5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88A04D-2416-4089-8DDF-F16844A2963B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err="1"/>
            <a:t>бойового</a:t>
          </a:r>
          <a:r>
            <a:rPr lang="ru-RU" sz="2300" kern="1200" dirty="0"/>
            <a:t> </a:t>
          </a:r>
          <a:r>
            <a:rPr lang="ru-RU" sz="2300" kern="1200" dirty="0" err="1"/>
            <a:t>галасу</a:t>
          </a:r>
          <a:r>
            <a:rPr lang="ru-RU" sz="2300" kern="1200" dirty="0"/>
            <a:t>.</a:t>
          </a:r>
          <a:endParaRPr lang="uk-UA" sz="2300" kern="1200" dirty="0"/>
        </a:p>
      </dsp:txBody>
      <dsp:txXfrm rot="10800000">
        <a:off x="1207108" y="1067762"/>
        <a:ext cx="2956662" cy="821331"/>
      </dsp:txXfrm>
    </dsp:sp>
    <dsp:sp modelId="{016BAC87-8D54-48A0-93A6-51FBB10C0A6A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336E57-426C-41FB-9C58-A47C41508D0D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/>
            <a:t>займанщини.</a:t>
          </a:r>
          <a:endParaRPr lang="uk-UA" sz="2300" kern="1200"/>
        </a:p>
      </dsp:txBody>
      <dsp:txXfrm rot="10800000">
        <a:off x="1207108" y="2134266"/>
        <a:ext cx="2956662" cy="821331"/>
      </dsp:txXfrm>
    </dsp:sp>
    <dsp:sp modelId="{F87BECEA-B7D4-40EB-AA35-919B4B322840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969BDC-C75D-4FC6-B3EE-F77A0C0AAC04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/>
            <a:t>виборів.</a:t>
          </a:r>
          <a:endParaRPr lang="uk-UA" sz="2300" kern="1200"/>
        </a:p>
      </dsp:txBody>
      <dsp:txXfrm rot="10800000">
        <a:off x="1207108" y="3200771"/>
        <a:ext cx="2956662" cy="821331"/>
      </dsp:txXfrm>
    </dsp:sp>
    <dsp:sp modelId="{998A63B8-4874-44FB-A18A-37688971913E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967D0C-6D16-4808-85B6-176E444333B5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/>
            <a:t>призначення гетьманом.</a:t>
          </a:r>
          <a:endParaRPr lang="uk-UA" sz="2300" kern="1200"/>
        </a:p>
      </dsp:txBody>
      <dsp:txXfrm rot="10800000">
        <a:off x="1207108" y="1257"/>
        <a:ext cx="2956662" cy="821331"/>
      </dsp:txXfrm>
    </dsp:sp>
    <dsp:sp modelId="{F920B1BC-8F32-45D3-A8BC-6760D60A5BC5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88A04D-2416-4089-8DDF-F16844A2963B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err="1"/>
            <a:t>бойового</a:t>
          </a:r>
          <a:r>
            <a:rPr lang="ru-RU" sz="2300" kern="1200" dirty="0"/>
            <a:t> </a:t>
          </a:r>
          <a:r>
            <a:rPr lang="ru-RU" sz="2300" kern="1200" dirty="0" err="1"/>
            <a:t>галасу</a:t>
          </a:r>
          <a:r>
            <a:rPr lang="ru-RU" sz="2300" kern="1200" dirty="0"/>
            <a:t>.</a:t>
          </a:r>
          <a:endParaRPr lang="uk-UA" sz="2300" kern="1200" dirty="0"/>
        </a:p>
      </dsp:txBody>
      <dsp:txXfrm rot="10800000">
        <a:off x="1207108" y="1067762"/>
        <a:ext cx="2956662" cy="821331"/>
      </dsp:txXfrm>
    </dsp:sp>
    <dsp:sp modelId="{016BAC87-8D54-48A0-93A6-51FBB10C0A6A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336E57-426C-41FB-9C58-A47C41508D0D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/>
            <a:t>займанщини.</a:t>
          </a:r>
          <a:endParaRPr lang="uk-UA" sz="2300" kern="1200"/>
        </a:p>
      </dsp:txBody>
      <dsp:txXfrm rot="10800000">
        <a:off x="1207108" y="2134266"/>
        <a:ext cx="2956662" cy="821331"/>
      </dsp:txXfrm>
    </dsp:sp>
    <dsp:sp modelId="{F87BECEA-B7D4-40EB-AA35-919B4B322840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969BDC-C75D-4FC6-B3EE-F77A0C0AAC04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err="1"/>
            <a:t>виборів</a:t>
          </a:r>
          <a:r>
            <a:rPr lang="ru-RU" sz="2300" kern="1200" dirty="0"/>
            <a:t>.</a:t>
          </a:r>
          <a:endParaRPr lang="uk-UA" sz="2300" kern="1200" dirty="0"/>
        </a:p>
      </dsp:txBody>
      <dsp:txXfrm rot="10800000">
        <a:off x="1207108" y="3200771"/>
        <a:ext cx="2956662" cy="821331"/>
      </dsp:txXfrm>
    </dsp:sp>
    <dsp:sp modelId="{998A63B8-4874-44FB-A18A-37688971913E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42F7AF-4BEE-49ED-A024-D9CE716876B2}">
      <dsp:nvSpPr>
        <dsp:cNvPr id="0" name=""/>
        <dsp:cNvSpPr/>
      </dsp:nvSpPr>
      <dsp:spPr>
        <a:xfrm>
          <a:off x="0" y="89369"/>
          <a:ext cx="475488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300" b="1" i="0" kern="1200"/>
            <a:t>1</a:t>
          </a:r>
          <a:r>
            <a:rPr lang="uk-UA" sz="1300" b="0" i="0" kern="1200"/>
            <a:t>визначати місцезнаходження важливих турецьких опорних пунктів в акваторії Чорного моря.</a:t>
          </a:r>
          <a:endParaRPr lang="uk-UA" sz="1300" kern="1200"/>
        </a:p>
      </dsp:txBody>
      <dsp:txXfrm>
        <a:off x="25245" y="114614"/>
        <a:ext cx="4704390" cy="466650"/>
      </dsp:txXfrm>
    </dsp:sp>
    <dsp:sp modelId="{786F2818-1CA1-468A-967A-507949F6E5FD}">
      <dsp:nvSpPr>
        <dsp:cNvPr id="0" name=""/>
        <dsp:cNvSpPr/>
      </dsp:nvSpPr>
      <dsp:spPr>
        <a:xfrm>
          <a:off x="0" y="643949"/>
          <a:ext cx="475488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300" b="1" i="0" kern="1200" dirty="0"/>
            <a:t>2</a:t>
          </a:r>
          <a:r>
            <a:rPr lang="uk-UA" sz="1300" b="0" i="0" kern="1200" dirty="0"/>
            <a:t>указати напрямки походів запорозьких козаків на чолі з І. Сірком на Крим.</a:t>
          </a:r>
          <a:endParaRPr lang="uk-UA" sz="1300" kern="1200" dirty="0"/>
        </a:p>
      </dsp:txBody>
      <dsp:txXfrm>
        <a:off x="25245" y="669194"/>
        <a:ext cx="4704390" cy="466650"/>
      </dsp:txXfrm>
    </dsp:sp>
    <dsp:sp modelId="{B576833F-F881-4B9C-8FE9-6E962D9C0FF8}">
      <dsp:nvSpPr>
        <dsp:cNvPr id="0" name=""/>
        <dsp:cNvSpPr/>
      </dsp:nvSpPr>
      <dsp:spPr>
        <a:xfrm>
          <a:off x="0" y="1198529"/>
          <a:ext cx="475488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300" b="1" i="0" kern="1200"/>
            <a:t>3</a:t>
          </a:r>
          <a:r>
            <a:rPr lang="uk-UA" sz="1300" b="0" i="0" kern="1200"/>
            <a:t>визначати місця важливих битв польських і козацьких військ з турецьким військом.</a:t>
          </a:r>
          <a:endParaRPr lang="uk-UA" sz="1300" kern="1200"/>
        </a:p>
      </dsp:txBody>
      <dsp:txXfrm>
        <a:off x="25245" y="1223774"/>
        <a:ext cx="4704390" cy="466650"/>
      </dsp:txXfrm>
    </dsp:sp>
    <dsp:sp modelId="{4B89BC93-6321-44B6-B0B5-163F90A79F90}">
      <dsp:nvSpPr>
        <dsp:cNvPr id="0" name=""/>
        <dsp:cNvSpPr/>
      </dsp:nvSpPr>
      <dsp:spPr>
        <a:xfrm>
          <a:off x="0" y="1753110"/>
          <a:ext cx="475488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300" b="1" i="0" kern="1200"/>
            <a:t>4</a:t>
          </a:r>
          <a:r>
            <a:rPr lang="uk-UA" sz="1300" b="0" i="0" kern="1200"/>
            <a:t>указати напрямки Молдавських походів Б. Хмельницького.</a:t>
          </a:r>
          <a:endParaRPr lang="uk-UA" sz="1300" kern="1200"/>
        </a:p>
      </dsp:txBody>
      <dsp:txXfrm>
        <a:off x="25245" y="1778355"/>
        <a:ext cx="4704390" cy="466650"/>
      </dsp:txXfrm>
    </dsp:sp>
    <dsp:sp modelId="{DFDFA9DA-CEC6-4EAE-A0F5-D75F4F7A7586}">
      <dsp:nvSpPr>
        <dsp:cNvPr id="0" name=""/>
        <dsp:cNvSpPr/>
      </dsp:nvSpPr>
      <dsp:spPr>
        <a:xfrm>
          <a:off x="0" y="2307689"/>
          <a:ext cx="475488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300" b="1" i="0" kern="1200"/>
            <a:t>5</a:t>
          </a:r>
          <a:r>
            <a:rPr lang="uk-UA" sz="1300" b="0" i="0" kern="1200"/>
            <a:t>окреслити межі Вольностей (Земель) Війська Запорозького Низового.</a:t>
          </a:r>
          <a:endParaRPr lang="uk-UA" sz="1300" kern="1200"/>
        </a:p>
      </dsp:txBody>
      <dsp:txXfrm>
        <a:off x="25245" y="2332934"/>
        <a:ext cx="4704390" cy="466650"/>
      </dsp:txXfrm>
    </dsp:sp>
    <dsp:sp modelId="{BA3F3C51-38ED-48CD-8541-AD54AD965177}">
      <dsp:nvSpPr>
        <dsp:cNvPr id="0" name=""/>
        <dsp:cNvSpPr/>
      </dsp:nvSpPr>
      <dsp:spPr>
        <a:xfrm>
          <a:off x="0" y="2862270"/>
          <a:ext cx="475488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300" b="1" i="0" kern="1200"/>
            <a:t>6</a:t>
          </a:r>
          <a:r>
            <a:rPr lang="uk-UA" sz="1300" b="0" i="0" kern="1200"/>
            <a:t>указати напрямки походів запорозьких козаків часів «героїчної доби» на турецькі володіння.</a:t>
          </a:r>
          <a:endParaRPr lang="uk-UA" sz="1300" kern="1200"/>
        </a:p>
      </dsp:txBody>
      <dsp:txXfrm>
        <a:off x="25245" y="2887515"/>
        <a:ext cx="4704390" cy="466650"/>
      </dsp:txXfrm>
    </dsp:sp>
    <dsp:sp modelId="{ABC57C8A-7EFF-41E6-9947-B112E61CBE33}">
      <dsp:nvSpPr>
        <dsp:cNvPr id="0" name=""/>
        <dsp:cNvSpPr/>
      </dsp:nvSpPr>
      <dsp:spPr>
        <a:xfrm>
          <a:off x="0" y="3416850"/>
          <a:ext cx="4754880" cy="5171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300" b="1" i="0" kern="1200" dirty="0"/>
            <a:t>7</a:t>
          </a:r>
          <a:r>
            <a:rPr lang="uk-UA" sz="1300" b="0" i="0" kern="1200" dirty="0"/>
            <a:t>указати міста, у яких козакам дозволялося проживати згідно з «Ординацією Війська Запорозького…» (1638 р.).</a:t>
          </a:r>
          <a:endParaRPr lang="uk-UA" sz="1300" kern="1200" dirty="0"/>
        </a:p>
      </dsp:txBody>
      <dsp:txXfrm>
        <a:off x="25245" y="3442095"/>
        <a:ext cx="4704390" cy="466650"/>
      </dsp:txXfrm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73576F-433B-413E-B63E-5BE1A2365AFE}">
      <dsp:nvSpPr>
        <dsp:cNvPr id="0" name=""/>
        <dsp:cNvSpPr/>
      </dsp:nvSpPr>
      <dsp:spPr>
        <a:xfrm>
          <a:off x="0" y="2466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Д. Вишневецького.</a:t>
          </a:r>
          <a:endParaRPr lang="uk-UA" sz="3800" kern="1200"/>
        </a:p>
      </dsp:txBody>
      <dsp:txXfrm>
        <a:off x="44492" y="69152"/>
        <a:ext cx="4665896" cy="822446"/>
      </dsp:txXfrm>
    </dsp:sp>
    <dsp:sp modelId="{70F93AED-A624-41A7-8C4D-DC8E8F8A4DFE}">
      <dsp:nvSpPr>
        <dsp:cNvPr id="0" name=""/>
        <dsp:cNvSpPr/>
      </dsp:nvSpPr>
      <dsp:spPr>
        <a:xfrm>
          <a:off x="0" y="1045530"/>
          <a:ext cx="4754880" cy="911430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П. Сагайдачного.</a:t>
          </a:r>
          <a:endParaRPr lang="uk-UA" sz="3800" kern="1200"/>
        </a:p>
      </dsp:txBody>
      <dsp:txXfrm>
        <a:off x="44492" y="1090022"/>
        <a:ext cx="4665896" cy="822446"/>
      </dsp:txXfrm>
    </dsp:sp>
    <dsp:sp modelId="{E66F5150-9C34-42EA-9CCC-30370304E188}">
      <dsp:nvSpPr>
        <dsp:cNvPr id="0" name=""/>
        <dsp:cNvSpPr/>
      </dsp:nvSpPr>
      <dsp:spPr>
        <a:xfrm>
          <a:off x="0" y="206640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Б. Хмельницького.</a:t>
          </a:r>
          <a:endParaRPr lang="uk-UA" sz="3800" kern="1200"/>
        </a:p>
      </dsp:txBody>
      <dsp:txXfrm>
        <a:off x="44492" y="2110892"/>
        <a:ext cx="4665896" cy="822446"/>
      </dsp:txXfrm>
    </dsp:sp>
    <dsp:sp modelId="{95990450-B33A-4333-9CDC-79F759A5B6A3}">
      <dsp:nvSpPr>
        <dsp:cNvPr id="0" name=""/>
        <dsp:cNvSpPr/>
      </dsp:nvSpPr>
      <dsp:spPr>
        <a:xfrm>
          <a:off x="0" y="308727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П. Дорошенка</a:t>
          </a:r>
          <a:endParaRPr lang="uk-UA" sz="3800" kern="1200"/>
        </a:p>
      </dsp:txBody>
      <dsp:txXfrm>
        <a:off x="44492" y="3131762"/>
        <a:ext cx="4665896" cy="822446"/>
      </dsp:txXfrm>
    </dsp:sp>
  </dsp:spTree>
</dsp:drawing>
</file>

<file path=ppt/diagrams/drawing8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73576F-433B-413E-B63E-5BE1A2365AFE}">
      <dsp:nvSpPr>
        <dsp:cNvPr id="0" name=""/>
        <dsp:cNvSpPr/>
      </dsp:nvSpPr>
      <dsp:spPr>
        <a:xfrm>
          <a:off x="0" y="2466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Д. Вишневецького.</a:t>
          </a:r>
          <a:endParaRPr lang="uk-UA" sz="3800" kern="1200"/>
        </a:p>
      </dsp:txBody>
      <dsp:txXfrm>
        <a:off x="44492" y="69152"/>
        <a:ext cx="4665896" cy="822446"/>
      </dsp:txXfrm>
    </dsp:sp>
    <dsp:sp modelId="{70F93AED-A624-41A7-8C4D-DC8E8F8A4DFE}">
      <dsp:nvSpPr>
        <dsp:cNvPr id="0" name=""/>
        <dsp:cNvSpPr/>
      </dsp:nvSpPr>
      <dsp:spPr>
        <a:xfrm>
          <a:off x="0" y="104553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/>
            <a:t>П. Сагайдачного.</a:t>
          </a:r>
          <a:endParaRPr lang="uk-UA" sz="3800" kern="1200" dirty="0"/>
        </a:p>
      </dsp:txBody>
      <dsp:txXfrm>
        <a:off x="44492" y="1090022"/>
        <a:ext cx="4665896" cy="822446"/>
      </dsp:txXfrm>
    </dsp:sp>
    <dsp:sp modelId="{E66F5150-9C34-42EA-9CCC-30370304E188}">
      <dsp:nvSpPr>
        <dsp:cNvPr id="0" name=""/>
        <dsp:cNvSpPr/>
      </dsp:nvSpPr>
      <dsp:spPr>
        <a:xfrm>
          <a:off x="0" y="206640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Б. Хмельницького.</a:t>
          </a:r>
          <a:endParaRPr lang="uk-UA" sz="3800" kern="1200"/>
        </a:p>
      </dsp:txBody>
      <dsp:txXfrm>
        <a:off x="44492" y="2110892"/>
        <a:ext cx="4665896" cy="822446"/>
      </dsp:txXfrm>
    </dsp:sp>
    <dsp:sp modelId="{95990450-B33A-4333-9CDC-79F759A5B6A3}">
      <dsp:nvSpPr>
        <dsp:cNvPr id="0" name=""/>
        <dsp:cNvSpPr/>
      </dsp:nvSpPr>
      <dsp:spPr>
        <a:xfrm>
          <a:off x="0" y="3087270"/>
          <a:ext cx="4754880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/>
            <a:t>П. Дорошенка</a:t>
          </a:r>
          <a:endParaRPr lang="uk-UA" sz="3800" kern="1200" dirty="0"/>
        </a:p>
      </dsp:txBody>
      <dsp:txXfrm>
        <a:off x="44492" y="3131762"/>
        <a:ext cx="4665896" cy="822446"/>
      </dsp:txXfrm>
    </dsp:sp>
  </dsp:spTree>
</dsp:drawing>
</file>

<file path=ppt/diagrams/drawing8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91A3CB-BB1E-4660-9758-77CBA239D28D}">
      <dsp:nvSpPr>
        <dsp:cNvPr id="0" name=""/>
        <dsp:cNvSpPr/>
      </dsp:nvSpPr>
      <dsp:spPr>
        <a:xfrm>
          <a:off x="0" y="84962"/>
          <a:ext cx="2655916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/>
            <a:t>Д. Вишневецького.</a:t>
          </a:r>
          <a:endParaRPr lang="uk-UA" sz="2300" kern="1200"/>
        </a:p>
      </dsp:txBody>
      <dsp:txXfrm>
        <a:off x="44602" y="129564"/>
        <a:ext cx="2566712" cy="824474"/>
      </dsp:txXfrm>
    </dsp:sp>
    <dsp:sp modelId="{DF0FCCED-CE86-4CD9-8A31-B03B6265BCF8}">
      <dsp:nvSpPr>
        <dsp:cNvPr id="0" name=""/>
        <dsp:cNvSpPr/>
      </dsp:nvSpPr>
      <dsp:spPr>
        <a:xfrm>
          <a:off x="0" y="1064881"/>
          <a:ext cx="2655916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/>
            <a:t>П. Конашевича-Сагайдачного.</a:t>
          </a:r>
          <a:endParaRPr lang="uk-UA" sz="2300" kern="1200" dirty="0"/>
        </a:p>
      </dsp:txBody>
      <dsp:txXfrm>
        <a:off x="44602" y="1109483"/>
        <a:ext cx="2566712" cy="824474"/>
      </dsp:txXfrm>
    </dsp:sp>
    <dsp:sp modelId="{E2F53A7A-F8D2-4E0F-ACDC-C950C9B224EB}">
      <dsp:nvSpPr>
        <dsp:cNvPr id="0" name=""/>
        <dsp:cNvSpPr/>
      </dsp:nvSpPr>
      <dsp:spPr>
        <a:xfrm>
          <a:off x="0" y="2044800"/>
          <a:ext cx="2655916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/>
            <a:t>К. Косинського.</a:t>
          </a:r>
          <a:endParaRPr lang="uk-UA" sz="2300" kern="1200"/>
        </a:p>
      </dsp:txBody>
      <dsp:txXfrm>
        <a:off x="44602" y="2089402"/>
        <a:ext cx="2566712" cy="824474"/>
      </dsp:txXfrm>
    </dsp:sp>
    <dsp:sp modelId="{848A382E-D296-4820-AF74-0AAFA12318A6}">
      <dsp:nvSpPr>
        <dsp:cNvPr id="0" name=""/>
        <dsp:cNvSpPr/>
      </dsp:nvSpPr>
      <dsp:spPr>
        <a:xfrm>
          <a:off x="0" y="3024718"/>
          <a:ext cx="2655916" cy="9136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 dirty="0"/>
            <a:t>С. Наливайка.</a:t>
          </a:r>
          <a:endParaRPr lang="uk-UA" sz="2300" kern="1200" dirty="0"/>
        </a:p>
      </dsp:txBody>
      <dsp:txXfrm>
        <a:off x="44602" y="3069320"/>
        <a:ext cx="2566712" cy="824474"/>
      </dsp:txXfrm>
    </dsp:sp>
  </dsp:spTree>
</dsp:drawing>
</file>

<file path=ppt/diagrams/drawing8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D0EAB3-616C-4EEB-8806-01DB7199E71A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5388A4-4C36-4B85-92FC-42EA03471E8C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i="0" kern="1200"/>
            <a:t>Шведським королівством.</a:t>
          </a:r>
          <a:endParaRPr lang="uk-UA" sz="2100" kern="1200"/>
        </a:p>
      </dsp:txBody>
      <dsp:txXfrm>
        <a:off x="455617" y="309315"/>
        <a:ext cx="4244717" cy="618953"/>
      </dsp:txXfrm>
    </dsp:sp>
    <dsp:sp modelId="{FD44D2D7-9F04-45A5-AC1E-5F4436F6A787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CA306A-98F3-42EC-950F-AF53B5F6F310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i="0" kern="1200" dirty="0" err="1"/>
            <a:t>Османською</a:t>
          </a:r>
          <a:r>
            <a:rPr lang="ru-RU" sz="2100" b="0" i="0" kern="1200" dirty="0"/>
            <a:t> </a:t>
          </a:r>
          <a:r>
            <a:rPr lang="ru-RU" sz="2100" b="0" i="0" kern="1200" dirty="0" err="1"/>
            <a:t>імперією</a:t>
          </a:r>
          <a:r>
            <a:rPr lang="ru-RU" sz="2100" b="0" i="0" kern="1200" dirty="0"/>
            <a:t>.</a:t>
          </a:r>
          <a:endParaRPr lang="uk-UA" sz="2100" kern="1200" dirty="0"/>
        </a:p>
      </dsp:txBody>
      <dsp:txXfrm>
        <a:off x="810477" y="1237907"/>
        <a:ext cx="3889857" cy="618953"/>
      </dsp:txXfrm>
    </dsp:sp>
    <dsp:sp modelId="{B3D9F53A-F95E-41EC-9D2B-3BB4025AEC15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272B0C-373C-47DD-AEBC-AB7B32C08BF1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i="0" kern="1200"/>
            <a:t>Австрійськими Габсбургами.</a:t>
          </a:r>
          <a:endParaRPr lang="uk-UA" sz="2100" kern="1200"/>
        </a:p>
      </dsp:txBody>
      <dsp:txXfrm>
        <a:off x="810477" y="2166498"/>
        <a:ext cx="3889857" cy="618953"/>
      </dsp:txXfrm>
    </dsp:sp>
    <dsp:sp modelId="{A6F8E29A-38AB-446F-943C-13723747717B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E09397-405B-4D0B-A8CD-6719B07DA819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i="0" kern="1200" dirty="0" err="1"/>
            <a:t>Московським</a:t>
          </a:r>
          <a:r>
            <a:rPr lang="ru-RU" sz="2100" b="0" i="0" kern="1200" dirty="0"/>
            <a:t> царством.</a:t>
          </a:r>
          <a:endParaRPr lang="uk-UA" sz="2100" kern="1200" dirty="0"/>
        </a:p>
      </dsp:txBody>
      <dsp:txXfrm>
        <a:off x="455617" y="3095090"/>
        <a:ext cx="4244717" cy="618953"/>
      </dsp:txXfrm>
    </dsp:sp>
    <dsp:sp modelId="{93AB9477-6368-4082-8B9E-95931FB97BCF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D0EAB3-616C-4EEB-8806-01DB7199E71A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5388A4-4C36-4B85-92FC-42EA03471E8C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i="0" kern="1200"/>
            <a:t>Шведським королівством.</a:t>
          </a:r>
          <a:endParaRPr lang="uk-UA" sz="2100" kern="1200"/>
        </a:p>
      </dsp:txBody>
      <dsp:txXfrm>
        <a:off x="455617" y="309315"/>
        <a:ext cx="4244717" cy="618953"/>
      </dsp:txXfrm>
    </dsp:sp>
    <dsp:sp modelId="{FD44D2D7-9F04-45A5-AC1E-5F4436F6A787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CA306A-98F3-42EC-950F-AF53B5F6F310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i="0" kern="1200"/>
            <a:t>Османською імперією.</a:t>
          </a:r>
          <a:endParaRPr lang="uk-UA" sz="2100" kern="1200"/>
        </a:p>
      </dsp:txBody>
      <dsp:txXfrm>
        <a:off x="810477" y="1237907"/>
        <a:ext cx="3889857" cy="618953"/>
      </dsp:txXfrm>
    </dsp:sp>
    <dsp:sp modelId="{B3D9F53A-F95E-41EC-9D2B-3BB4025AEC15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272B0C-373C-47DD-AEBC-AB7B32C08BF1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i="0" kern="1200" dirty="0" err="1"/>
            <a:t>Австрійськими</a:t>
          </a:r>
          <a:r>
            <a:rPr lang="ru-RU" sz="2100" b="0" i="0" kern="1200" dirty="0"/>
            <a:t> Габсбургами.</a:t>
          </a:r>
          <a:endParaRPr lang="uk-UA" sz="2100" kern="1200" dirty="0"/>
        </a:p>
      </dsp:txBody>
      <dsp:txXfrm>
        <a:off x="810477" y="2166498"/>
        <a:ext cx="3889857" cy="618953"/>
      </dsp:txXfrm>
    </dsp:sp>
    <dsp:sp modelId="{A6F8E29A-38AB-446F-943C-13723747717B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E09397-405B-4D0B-A8CD-6719B07DA819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3340" rIns="53340" bIns="5334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b="0" i="0" kern="1200" dirty="0" err="1"/>
            <a:t>Московським</a:t>
          </a:r>
          <a:r>
            <a:rPr lang="ru-RU" sz="2100" b="0" i="0" kern="1200" dirty="0"/>
            <a:t> царством.</a:t>
          </a:r>
          <a:endParaRPr lang="uk-UA" sz="2100" kern="1200" dirty="0"/>
        </a:p>
      </dsp:txBody>
      <dsp:txXfrm>
        <a:off x="455617" y="3095090"/>
        <a:ext cx="4244717" cy="618953"/>
      </dsp:txXfrm>
    </dsp:sp>
    <dsp:sp modelId="{93AB9477-6368-4082-8B9E-95931FB97BCF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9A5D78-F3CD-4A8C-9EBE-B1E0174F6D5C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0" i="0" kern="1200"/>
            <a:t>походів князя Д. Вишневецького.</a:t>
          </a:r>
          <a:endParaRPr lang="uk-UA" sz="1600" kern="1200"/>
        </a:p>
      </dsp:txBody>
      <dsp:txXfrm rot="10800000">
        <a:off x="1207108" y="1257"/>
        <a:ext cx="2956662" cy="821331"/>
      </dsp:txXfrm>
    </dsp:sp>
    <dsp:sp modelId="{26E2A15E-58F5-4ED9-A195-D2948B79273E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47593A-0250-4BF8-83B6-6C3DE034BB18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0" i="0" kern="1200"/>
            <a:t>козацьких повстань 90-х рр. XVI ст.</a:t>
          </a:r>
          <a:endParaRPr lang="uk-UA" sz="1600" kern="1200"/>
        </a:p>
      </dsp:txBody>
      <dsp:txXfrm rot="10800000">
        <a:off x="1207108" y="1067762"/>
        <a:ext cx="2956662" cy="821331"/>
      </dsp:txXfrm>
    </dsp:sp>
    <dsp:sp modelId="{C7D59555-F49D-4A94-A815-8D063989F80C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7824AE-697D-4214-9AFC-C445687F4DA7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0" i="0" kern="1200"/>
            <a:t>козацько-селянських повстань 20–30-х рр. XVIІ ст.</a:t>
          </a:r>
          <a:endParaRPr lang="uk-UA" sz="1600" kern="1200"/>
        </a:p>
      </dsp:txBody>
      <dsp:txXfrm rot="10800000">
        <a:off x="1207108" y="2134266"/>
        <a:ext cx="2956662" cy="821331"/>
      </dsp:txXfrm>
    </dsp:sp>
    <dsp:sp modelId="{19550B6C-D25A-44A6-A25B-ECB8BB07B9C4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CE2243-8915-418D-B24B-A2DF91868BF1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0" i="0" kern="1200"/>
            <a:t>морських походів козаків на початку XVIІ ст.</a:t>
          </a:r>
          <a:endParaRPr lang="uk-UA" sz="1600" kern="1200"/>
        </a:p>
      </dsp:txBody>
      <dsp:txXfrm rot="10800000">
        <a:off x="1207108" y="3200771"/>
        <a:ext cx="2956662" cy="821331"/>
      </dsp:txXfrm>
    </dsp:sp>
    <dsp:sp modelId="{7C418339-7C7E-40C1-A887-8EFA31F9530F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9A5D78-F3CD-4A8C-9EBE-B1E0174F6D5C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0" i="0" kern="1200"/>
            <a:t>походів князя Д. Вишневецького.</a:t>
          </a:r>
          <a:endParaRPr lang="uk-UA" sz="1600" kern="1200"/>
        </a:p>
      </dsp:txBody>
      <dsp:txXfrm rot="10800000">
        <a:off x="1207108" y="1257"/>
        <a:ext cx="2956662" cy="821331"/>
      </dsp:txXfrm>
    </dsp:sp>
    <dsp:sp modelId="{26E2A15E-58F5-4ED9-A195-D2948B79273E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47593A-0250-4BF8-83B6-6C3DE034BB18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0" i="0" kern="1200" dirty="0" err="1"/>
            <a:t>козацьких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повстань</a:t>
          </a:r>
          <a:r>
            <a:rPr lang="ru-RU" sz="1600" b="0" i="0" kern="1200" dirty="0"/>
            <a:t> 90-х </a:t>
          </a:r>
          <a:r>
            <a:rPr lang="ru-RU" sz="1600" b="0" i="0" kern="1200" dirty="0" err="1"/>
            <a:t>рр</a:t>
          </a:r>
          <a:r>
            <a:rPr lang="ru-RU" sz="1600" b="0" i="0" kern="1200" dirty="0"/>
            <a:t>. XVI ст.</a:t>
          </a:r>
          <a:endParaRPr lang="uk-UA" sz="1600" kern="1200" dirty="0"/>
        </a:p>
      </dsp:txBody>
      <dsp:txXfrm rot="10800000">
        <a:off x="1207108" y="1067762"/>
        <a:ext cx="2956662" cy="821331"/>
      </dsp:txXfrm>
    </dsp:sp>
    <dsp:sp modelId="{C7D59555-F49D-4A94-A815-8D063989F80C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7824AE-697D-4214-9AFC-C445687F4DA7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0" i="0" kern="1200" dirty="0" err="1"/>
            <a:t>козацько-селянських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повстань</a:t>
          </a:r>
          <a:r>
            <a:rPr lang="ru-RU" sz="1600" b="0" i="0" kern="1200" dirty="0"/>
            <a:t> 20–30-х </a:t>
          </a:r>
          <a:r>
            <a:rPr lang="ru-RU" sz="1600" b="0" i="0" kern="1200" dirty="0" err="1"/>
            <a:t>рр</a:t>
          </a:r>
          <a:r>
            <a:rPr lang="ru-RU" sz="1600" b="0" i="0" kern="1200" dirty="0"/>
            <a:t>. XVIІ ст.</a:t>
          </a:r>
          <a:endParaRPr lang="uk-UA" sz="1600" kern="1200" dirty="0"/>
        </a:p>
      </dsp:txBody>
      <dsp:txXfrm rot="10800000">
        <a:off x="1207108" y="2134266"/>
        <a:ext cx="2956662" cy="821331"/>
      </dsp:txXfrm>
    </dsp:sp>
    <dsp:sp modelId="{19550B6C-D25A-44A6-A25B-ECB8BB07B9C4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CE2243-8915-418D-B24B-A2DF91868BF1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b="0" i="0" kern="1200" dirty="0" err="1"/>
            <a:t>морських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походів</a:t>
          </a:r>
          <a:r>
            <a:rPr lang="ru-RU" sz="1600" b="0" i="0" kern="1200" dirty="0"/>
            <a:t> </a:t>
          </a:r>
          <a:r>
            <a:rPr lang="ru-RU" sz="1600" b="0" i="0" kern="1200" dirty="0" err="1"/>
            <a:t>козаків</a:t>
          </a:r>
          <a:r>
            <a:rPr lang="ru-RU" sz="1600" b="0" i="0" kern="1200" dirty="0"/>
            <a:t> на початку XVIІ ст.</a:t>
          </a:r>
          <a:endParaRPr lang="uk-UA" sz="1600" kern="1200" dirty="0"/>
        </a:p>
      </dsp:txBody>
      <dsp:txXfrm rot="10800000">
        <a:off x="1207108" y="3200771"/>
        <a:ext cx="2956662" cy="821331"/>
      </dsp:txXfrm>
    </dsp:sp>
    <dsp:sp modelId="{7C418339-7C7E-40C1-A887-8EFA31F9530F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D6911E-7F32-4C4F-8D61-7C1085FAFA54}">
      <dsp:nvSpPr>
        <dsp:cNvPr id="0" name=""/>
        <dsp:cNvSpPr/>
      </dsp:nvSpPr>
      <dsp:spPr>
        <a:xfrm>
          <a:off x="0" y="115730"/>
          <a:ext cx="9720262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/>
            <a:t>визнання гетьманом Петром Дорошенком протекторату Османської імперії</a:t>
          </a:r>
          <a:endParaRPr lang="uk-UA" sz="1500" kern="1200"/>
        </a:p>
      </dsp:txBody>
      <dsp:txXfrm>
        <a:off x="29088" y="144818"/>
        <a:ext cx="9662086" cy="537701"/>
      </dsp:txXfrm>
    </dsp:sp>
    <dsp:sp modelId="{091D5BF0-8332-49FD-8FC9-DA966B31DBB0}">
      <dsp:nvSpPr>
        <dsp:cNvPr id="0" name=""/>
        <dsp:cNvSpPr/>
      </dsp:nvSpPr>
      <dsp:spPr>
        <a:xfrm>
          <a:off x="0" y="754807"/>
          <a:ext cx="9720262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/>
            <a:t>«</a:t>
          </a:r>
          <a:r>
            <a:rPr lang="ru-RU" sz="1500" kern="1200" dirty="0" err="1"/>
            <a:t>козацька</a:t>
          </a:r>
          <a:r>
            <a:rPr lang="ru-RU" sz="1500" kern="1200" dirty="0"/>
            <a:t> реформа» </a:t>
          </a:r>
          <a:r>
            <a:rPr lang="ru-RU" sz="1500" kern="1200" dirty="0" err="1"/>
            <a:t>польського</a:t>
          </a:r>
          <a:r>
            <a:rPr lang="ru-RU" sz="1500" kern="1200" dirty="0"/>
            <a:t> короля Стефана </a:t>
          </a:r>
          <a:r>
            <a:rPr lang="ru-RU" sz="1500" kern="1200" dirty="0" err="1"/>
            <a:t>Баторія</a:t>
          </a:r>
          <a:r>
            <a:rPr lang="ru-RU" sz="1500" kern="1200" dirty="0"/>
            <a:t> та </a:t>
          </a:r>
          <a:r>
            <a:rPr lang="ru-RU" sz="1500" kern="1200" dirty="0" err="1"/>
            <a:t>утворення</a:t>
          </a:r>
          <a:r>
            <a:rPr lang="ru-RU" sz="1500" kern="1200" dirty="0"/>
            <a:t> </a:t>
          </a:r>
          <a:r>
            <a:rPr lang="ru-RU" sz="1500" kern="1200" dirty="0" err="1"/>
            <a:t>реєстрового</a:t>
          </a:r>
          <a:r>
            <a:rPr lang="ru-RU" sz="1500" kern="1200" dirty="0"/>
            <a:t> </a:t>
          </a:r>
          <a:r>
            <a:rPr lang="ru-RU" sz="1500" kern="1200" dirty="0" err="1"/>
            <a:t>козацтва</a:t>
          </a:r>
          <a:endParaRPr lang="uk-UA" sz="1500" kern="1200" dirty="0"/>
        </a:p>
      </dsp:txBody>
      <dsp:txXfrm>
        <a:off x="29088" y="783895"/>
        <a:ext cx="9662086" cy="537701"/>
      </dsp:txXfrm>
    </dsp:sp>
    <dsp:sp modelId="{DC566AED-8F98-4FF7-8EC8-013560E4CACA}">
      <dsp:nvSpPr>
        <dsp:cNvPr id="0" name=""/>
        <dsp:cNvSpPr/>
      </dsp:nvSpPr>
      <dsp:spPr>
        <a:xfrm>
          <a:off x="0" y="1393885"/>
          <a:ext cx="9720262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err="1"/>
            <a:t>вступ</a:t>
          </a:r>
          <a:r>
            <a:rPr lang="ru-RU" sz="1500" kern="1200" dirty="0"/>
            <a:t> </a:t>
          </a:r>
          <a:r>
            <a:rPr lang="ru-RU" sz="1500" kern="1200" dirty="0" err="1"/>
            <a:t>Війська</a:t>
          </a:r>
          <a:r>
            <a:rPr lang="ru-RU" sz="1500" kern="1200" dirty="0"/>
            <a:t> </a:t>
          </a:r>
          <a:r>
            <a:rPr lang="ru-RU" sz="1500" kern="1200" dirty="0" err="1"/>
            <a:t>Запорозького</a:t>
          </a:r>
          <a:r>
            <a:rPr lang="ru-RU" sz="1500" kern="1200" dirty="0"/>
            <a:t> на </a:t>
          </a:r>
          <a:r>
            <a:rPr lang="ru-RU" sz="1500" kern="1200" dirty="0" err="1"/>
            <a:t>чолі</a:t>
          </a:r>
          <a:r>
            <a:rPr lang="ru-RU" sz="1500" kern="1200" dirty="0"/>
            <a:t> з </a:t>
          </a:r>
          <a:r>
            <a:rPr lang="ru-RU" sz="1500" kern="1200" dirty="0" err="1"/>
            <a:t>гетьманом</a:t>
          </a:r>
          <a:r>
            <a:rPr lang="ru-RU" sz="1500" kern="1200" dirty="0"/>
            <a:t> Петром </a:t>
          </a:r>
          <a:r>
            <a:rPr lang="ru-RU" sz="1500" kern="1200" dirty="0" err="1"/>
            <a:t>Сагайдачним</a:t>
          </a:r>
          <a:r>
            <a:rPr lang="ru-RU" sz="1500" kern="1200" dirty="0"/>
            <a:t> до </a:t>
          </a:r>
          <a:r>
            <a:rPr lang="ru-RU" sz="1500" kern="1200" dirty="0" err="1"/>
            <a:t>Київського</a:t>
          </a:r>
          <a:r>
            <a:rPr lang="ru-RU" sz="1500" kern="1200" dirty="0"/>
            <a:t> </a:t>
          </a:r>
          <a:r>
            <a:rPr lang="ru-RU" sz="1500" kern="1200" dirty="0" err="1"/>
            <a:t>Богоявленського</a:t>
          </a:r>
          <a:r>
            <a:rPr lang="ru-RU" sz="1500" kern="1200" dirty="0"/>
            <a:t> православного братства</a:t>
          </a:r>
          <a:endParaRPr lang="uk-UA" sz="1500" kern="1200" dirty="0"/>
        </a:p>
      </dsp:txBody>
      <dsp:txXfrm>
        <a:off x="29088" y="1422973"/>
        <a:ext cx="9662086" cy="537701"/>
      </dsp:txXfrm>
    </dsp:sp>
    <dsp:sp modelId="{3CDA239C-913C-445C-8895-20530116D65D}">
      <dsp:nvSpPr>
        <dsp:cNvPr id="0" name=""/>
        <dsp:cNvSpPr/>
      </dsp:nvSpPr>
      <dsp:spPr>
        <a:xfrm>
          <a:off x="0" y="2032962"/>
          <a:ext cx="9720262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err="1"/>
            <a:t>захоплення</a:t>
          </a:r>
          <a:r>
            <a:rPr lang="ru-RU" sz="1500" kern="1200" dirty="0"/>
            <a:t> та </a:t>
          </a:r>
          <a:r>
            <a:rPr lang="ru-RU" sz="1500" kern="1200" dirty="0" err="1"/>
            <a:t>зруйнування</a:t>
          </a:r>
          <a:r>
            <a:rPr lang="ru-RU" sz="1500" kern="1200" dirty="0"/>
            <a:t> </a:t>
          </a:r>
          <a:r>
            <a:rPr lang="ru-RU" sz="1500" kern="1200" dirty="0" err="1"/>
            <a:t>російськими</a:t>
          </a:r>
          <a:r>
            <a:rPr lang="ru-RU" sz="1500" kern="1200" dirty="0"/>
            <a:t> </a:t>
          </a:r>
          <a:r>
            <a:rPr lang="ru-RU" sz="1500" kern="1200" dirty="0" err="1"/>
            <a:t>військами</a:t>
          </a:r>
          <a:r>
            <a:rPr lang="ru-RU" sz="1500" kern="1200" dirty="0"/>
            <a:t> за наказом царя Петра І </a:t>
          </a:r>
          <a:r>
            <a:rPr lang="ru-RU" sz="1500" kern="1200" dirty="0" err="1"/>
            <a:t>Чортомлицької</a:t>
          </a:r>
          <a:r>
            <a:rPr lang="ru-RU" sz="1500" kern="1200" dirty="0"/>
            <a:t> </a:t>
          </a:r>
          <a:r>
            <a:rPr lang="ru-RU" sz="1500" kern="1200" dirty="0" err="1"/>
            <a:t>Січі</a:t>
          </a:r>
          <a:endParaRPr lang="uk-UA" sz="1500" kern="1200" dirty="0"/>
        </a:p>
      </dsp:txBody>
      <dsp:txXfrm>
        <a:off x="29088" y="2062050"/>
        <a:ext cx="9662086" cy="537701"/>
      </dsp:txXfrm>
    </dsp:sp>
    <dsp:sp modelId="{A8C3FCAD-661B-4ED5-8DEF-F0E2D3FEEAE8}">
      <dsp:nvSpPr>
        <dsp:cNvPr id="0" name=""/>
        <dsp:cNvSpPr/>
      </dsp:nvSpPr>
      <dsp:spPr>
        <a:xfrm>
          <a:off x="0" y="2672039"/>
          <a:ext cx="9720262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err="1"/>
            <a:t>ухвалення</a:t>
          </a:r>
          <a:r>
            <a:rPr lang="ru-RU" sz="1500" kern="1200" dirty="0"/>
            <a:t> </a:t>
          </a:r>
          <a:r>
            <a:rPr lang="ru-RU" sz="1500" kern="1200" dirty="0" err="1"/>
            <a:t>польським</a:t>
          </a:r>
          <a:r>
            <a:rPr lang="ru-RU" sz="1500" kern="1200" dirty="0"/>
            <a:t> сеймом «</a:t>
          </a:r>
          <a:r>
            <a:rPr lang="ru-RU" sz="1500" kern="1200" dirty="0" err="1"/>
            <a:t>Ординації</a:t>
          </a:r>
          <a:r>
            <a:rPr lang="ru-RU" sz="1500" kern="1200" dirty="0"/>
            <a:t> </a:t>
          </a:r>
          <a:r>
            <a:rPr lang="ru-RU" sz="1500" kern="1200" dirty="0" err="1"/>
            <a:t>Війська</a:t>
          </a:r>
          <a:r>
            <a:rPr lang="ru-RU" sz="1500" kern="1200" dirty="0"/>
            <a:t> </a:t>
          </a:r>
          <a:r>
            <a:rPr lang="ru-RU" sz="1500" kern="1200" dirty="0" err="1"/>
            <a:t>Запорозького</a:t>
          </a:r>
          <a:r>
            <a:rPr lang="ru-RU" sz="1500" kern="1200" dirty="0"/>
            <a:t> </a:t>
          </a:r>
          <a:r>
            <a:rPr lang="ru-RU" sz="1500" kern="1200" dirty="0" err="1"/>
            <a:t>реєстрового</a:t>
          </a:r>
          <a:r>
            <a:rPr lang="ru-RU" sz="1500" kern="1200" dirty="0"/>
            <a:t>, </a:t>
          </a:r>
          <a:r>
            <a:rPr lang="ru-RU" sz="1500" kern="1200" dirty="0" err="1"/>
            <a:t>що</a:t>
          </a:r>
          <a:r>
            <a:rPr lang="ru-RU" sz="1500" kern="1200" dirty="0"/>
            <a:t> </a:t>
          </a:r>
          <a:r>
            <a:rPr lang="ru-RU" sz="1500" kern="1200" dirty="0" err="1"/>
            <a:t>перебуває</a:t>
          </a:r>
          <a:r>
            <a:rPr lang="ru-RU" sz="1500" kern="1200" dirty="0"/>
            <a:t> на </a:t>
          </a:r>
          <a:r>
            <a:rPr lang="ru-RU" sz="1500" kern="1200" dirty="0" err="1"/>
            <a:t>службі</a:t>
          </a:r>
          <a:r>
            <a:rPr lang="ru-RU" sz="1500" kern="1200" dirty="0"/>
            <a:t> </a:t>
          </a:r>
          <a:r>
            <a:rPr lang="ru-RU" sz="1500" kern="1200" dirty="0" err="1"/>
            <a:t>Речі</a:t>
          </a:r>
          <a:r>
            <a:rPr lang="ru-RU" sz="1500" kern="1200" dirty="0"/>
            <a:t> </a:t>
          </a:r>
          <a:r>
            <a:rPr lang="ru-RU" sz="1500" kern="1200" dirty="0" err="1"/>
            <a:t>Посполитої</a:t>
          </a:r>
          <a:r>
            <a:rPr lang="ru-RU" sz="1500" kern="1200" dirty="0"/>
            <a:t>»</a:t>
          </a:r>
          <a:endParaRPr lang="uk-UA" sz="1500" kern="1200" dirty="0"/>
        </a:p>
      </dsp:txBody>
      <dsp:txXfrm>
        <a:off x="29088" y="2701127"/>
        <a:ext cx="9662086" cy="537701"/>
      </dsp:txXfrm>
    </dsp:sp>
    <dsp:sp modelId="{EE9FB2B8-6FFD-4933-92DC-C4007993CC41}">
      <dsp:nvSpPr>
        <dsp:cNvPr id="0" name=""/>
        <dsp:cNvSpPr/>
      </dsp:nvSpPr>
      <dsp:spPr>
        <a:xfrm>
          <a:off x="0" y="3311117"/>
          <a:ext cx="9720262" cy="5958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err="1"/>
            <a:t>підпорядкування</a:t>
          </a:r>
          <a:r>
            <a:rPr lang="ru-RU" sz="1500" kern="1200" dirty="0"/>
            <a:t> </a:t>
          </a:r>
          <a:r>
            <a:rPr lang="ru-RU" sz="1500" kern="1200" dirty="0" err="1"/>
            <a:t>Київської</a:t>
          </a:r>
          <a:r>
            <a:rPr lang="ru-RU" sz="1500" kern="1200" dirty="0"/>
            <a:t> </a:t>
          </a:r>
          <a:r>
            <a:rPr lang="ru-RU" sz="1500" kern="1200" dirty="0" err="1"/>
            <a:t>митрополії</a:t>
          </a:r>
          <a:r>
            <a:rPr lang="ru-RU" sz="1500" kern="1200" dirty="0"/>
            <a:t> </a:t>
          </a:r>
          <a:r>
            <a:rPr lang="ru-RU" sz="1500" kern="1200" dirty="0" err="1"/>
            <a:t>Московському</a:t>
          </a:r>
          <a:r>
            <a:rPr lang="ru-RU" sz="1500" kern="1200" dirty="0"/>
            <a:t> </a:t>
          </a:r>
          <a:r>
            <a:rPr lang="ru-RU" sz="1500" kern="1200" dirty="0" err="1"/>
            <a:t>патріархові</a:t>
          </a:r>
          <a:endParaRPr lang="uk-UA" sz="1500" kern="1200" dirty="0"/>
        </a:p>
      </dsp:txBody>
      <dsp:txXfrm>
        <a:off x="29088" y="3340205"/>
        <a:ext cx="9662086" cy="537701"/>
      </dsp:txXfrm>
    </dsp:sp>
  </dsp:spTree>
</dsp:drawing>
</file>

<file path=ppt/diagrams/drawing8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8226A3-F61C-4B69-967A-48B51A457D88}">
      <dsp:nvSpPr>
        <dsp:cNvPr id="0" name=""/>
        <dsp:cNvSpPr/>
      </dsp:nvSpPr>
      <dsp:spPr>
        <a:xfrm>
          <a:off x="0" y="286177"/>
          <a:ext cx="4754880" cy="16909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b="0" i="0" kern="1200"/>
            <a:t>участь козацького війська на чолі з гетьманом П. Сагайдачним у Хотинській війні</a:t>
          </a:r>
          <a:endParaRPr lang="uk-UA" sz="2400" kern="1200"/>
        </a:p>
      </dsp:txBody>
      <dsp:txXfrm>
        <a:off x="82545" y="368722"/>
        <a:ext cx="4589790" cy="1525852"/>
      </dsp:txXfrm>
    </dsp:sp>
    <dsp:sp modelId="{C403C966-B0D5-4854-A368-37774A29A515}">
      <dsp:nvSpPr>
        <dsp:cNvPr id="0" name=""/>
        <dsp:cNvSpPr/>
      </dsp:nvSpPr>
      <dsp:spPr>
        <a:xfrm>
          <a:off x="0" y="2046240"/>
          <a:ext cx="4754880" cy="16909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b="0" i="0" kern="1200" dirty="0"/>
            <a:t>ухвалення польським сеймом «Ординації Війська Запорозького реєстрового, що перебуває на службі Речі Посполитої»</a:t>
          </a:r>
          <a:endParaRPr lang="uk-UA" sz="2400" kern="1200" dirty="0"/>
        </a:p>
      </dsp:txBody>
      <dsp:txXfrm>
        <a:off x="82545" y="2128785"/>
        <a:ext cx="4589790" cy="1525852"/>
      </dsp:txXfrm>
    </dsp:sp>
  </dsp:spTree>
</dsp:drawing>
</file>

<file path=ppt/diagrams/drawing8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EAD7A-6498-490A-895F-193E54B5FAF8}">
      <dsp:nvSpPr>
        <dsp:cNvPr id="0" name=""/>
        <dsp:cNvSpPr/>
      </dsp:nvSpPr>
      <dsp:spPr>
        <a:xfrm>
          <a:off x="0" y="375209"/>
          <a:ext cx="4754880" cy="1594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900" b="0" i="0" kern="1200"/>
            <a:t>розгортання козацько-селянського повстання під проводом К. Косинського</a:t>
          </a:r>
          <a:endParaRPr lang="uk-UA" sz="2900" kern="1200"/>
        </a:p>
      </dsp:txBody>
      <dsp:txXfrm>
        <a:off x="77847" y="453056"/>
        <a:ext cx="4599186" cy="1439016"/>
      </dsp:txXfrm>
    </dsp:sp>
    <dsp:sp modelId="{8953C20E-46C8-422D-813D-AF0865663251}">
      <dsp:nvSpPr>
        <dsp:cNvPr id="0" name=""/>
        <dsp:cNvSpPr/>
      </dsp:nvSpPr>
      <dsp:spPr>
        <a:xfrm>
          <a:off x="0" y="2053440"/>
          <a:ext cx="4754880" cy="15947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900" b="0" i="0" kern="1200" dirty="0"/>
            <a:t>заснування князем Д. Вишневецьким на о. Мала Хортиця першої відомої Січі</a:t>
          </a:r>
          <a:endParaRPr lang="uk-UA" sz="2900" kern="1200" dirty="0"/>
        </a:p>
      </dsp:txBody>
      <dsp:txXfrm>
        <a:off x="77847" y="2131287"/>
        <a:ext cx="4599186" cy="1439016"/>
      </dsp:txXfrm>
    </dsp:sp>
  </dsp:spTree>
</dsp:drawing>
</file>

<file path=ppt/diagrams/drawing9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FF91D4-6FA5-4E40-BDC8-756EBB834D77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2C027F-6EC4-4C30-AA32-9881750F60D5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0" i="0" kern="1200"/>
            <a:t>основних битв часів козацько-селянських повстань 20–30-х рр. </a:t>
          </a:r>
          <a:r>
            <a:rPr lang="en-US" sz="1600" b="0" i="0" kern="1200"/>
            <a:t>XVII </a:t>
          </a:r>
          <a:r>
            <a:rPr lang="uk-UA" sz="1600" b="0" i="0" kern="1200"/>
            <a:t>ст.</a:t>
          </a:r>
          <a:endParaRPr lang="uk-UA" sz="1600" kern="1200"/>
        </a:p>
      </dsp:txBody>
      <dsp:txXfrm>
        <a:off x="455617" y="309315"/>
        <a:ext cx="4244717" cy="618953"/>
      </dsp:txXfrm>
    </dsp:sp>
    <dsp:sp modelId="{7F38BB6A-84CE-4859-99E6-B4A2BCFE6BED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F84E6C-3F42-4275-9A7C-E13D8219D31B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0" i="0" kern="1200"/>
            <a:t>розміщення турецьких фортець у гирлі Дніпра й Південного Бугу.</a:t>
          </a:r>
          <a:endParaRPr lang="uk-UA" sz="1600" kern="1200"/>
        </a:p>
      </dsp:txBody>
      <dsp:txXfrm>
        <a:off x="810477" y="1237907"/>
        <a:ext cx="3889857" cy="618953"/>
      </dsp:txXfrm>
    </dsp:sp>
    <dsp:sp modelId="{5E03C4EE-68D1-4D1E-9573-1B45E44B6C78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3D6A72-D154-480D-AC29-0BF71A441727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0" i="0" kern="1200" dirty="0"/>
            <a:t>формування полків реєстрового козацтва.</a:t>
          </a:r>
          <a:endParaRPr lang="uk-UA" sz="1600" kern="1200" dirty="0"/>
        </a:p>
      </dsp:txBody>
      <dsp:txXfrm>
        <a:off x="810477" y="2166498"/>
        <a:ext cx="3889857" cy="618953"/>
      </dsp:txXfrm>
    </dsp:sp>
    <dsp:sp modelId="{44487A86-F846-44E0-ABA8-4736D6DC6755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05CAA-7E89-46E3-B5B3-36340692FF23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40640" rIns="40640" bIns="4064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b="0" i="0" kern="1200" dirty="0"/>
            <a:t>розміщення Запорозьких Січей.</a:t>
          </a:r>
          <a:endParaRPr lang="uk-UA" sz="1600" kern="1200" dirty="0"/>
        </a:p>
      </dsp:txBody>
      <dsp:txXfrm>
        <a:off x="455617" y="3095090"/>
        <a:ext cx="4244717" cy="618953"/>
      </dsp:txXfrm>
    </dsp:sp>
    <dsp:sp modelId="{CE229310-E140-4BC4-8A40-1CD7AE2B52BF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22F101-4EBF-4E8A-AC3B-2D2510A720FE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/>
            <a:t>«губернія».</a:t>
          </a:r>
          <a:endParaRPr lang="uk-UA" sz="2200" kern="1200"/>
        </a:p>
      </dsp:txBody>
      <dsp:txXfrm rot="10800000">
        <a:off x="1207108" y="1257"/>
        <a:ext cx="2956662" cy="821331"/>
      </dsp:txXfrm>
    </dsp:sp>
    <dsp:sp modelId="{F99DF59D-2745-48FD-91CC-CB1892419449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7B8FF8-D5A1-454E-9518-A9BF5CEE52EE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/>
            <a:t>«воєводство».</a:t>
          </a:r>
          <a:endParaRPr lang="uk-UA" sz="2200" kern="1200"/>
        </a:p>
      </dsp:txBody>
      <dsp:txXfrm rot="10800000">
        <a:off x="1207108" y="1067762"/>
        <a:ext cx="2956662" cy="821331"/>
      </dsp:txXfrm>
    </dsp:sp>
    <dsp:sp modelId="{B7EACC4C-0DC7-4F7E-A8BF-77127673A80F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5C8F0A-0828-4424-B073-F2605FE03706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/>
            <a:t>«князівство».</a:t>
          </a:r>
          <a:endParaRPr lang="uk-UA" sz="2200" kern="1200"/>
        </a:p>
      </dsp:txBody>
      <dsp:txXfrm rot="10800000">
        <a:off x="1207108" y="2134266"/>
        <a:ext cx="2956662" cy="821331"/>
      </dsp:txXfrm>
    </dsp:sp>
    <dsp:sp modelId="{DA7D677E-1C60-455D-9C16-64CC98007B78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8E3404-3621-479E-9B24-B154C3F15A08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/>
            <a:t>«намісництво».</a:t>
          </a:r>
          <a:endParaRPr lang="uk-UA" sz="2200" kern="1200"/>
        </a:p>
      </dsp:txBody>
      <dsp:txXfrm rot="10800000">
        <a:off x="1207108" y="3200771"/>
        <a:ext cx="2956662" cy="821331"/>
      </dsp:txXfrm>
    </dsp:sp>
    <dsp:sp modelId="{0C1C15C4-54C2-4877-BBCA-0E6F240BAFB0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22F101-4EBF-4E8A-AC3B-2D2510A720FE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/>
            <a:t>«губернія».</a:t>
          </a:r>
          <a:endParaRPr lang="uk-UA" sz="2200" kern="1200"/>
        </a:p>
      </dsp:txBody>
      <dsp:txXfrm rot="10800000">
        <a:off x="1207108" y="1257"/>
        <a:ext cx="2956662" cy="821331"/>
      </dsp:txXfrm>
    </dsp:sp>
    <dsp:sp modelId="{F99DF59D-2745-48FD-91CC-CB1892419449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7B8FF8-D5A1-454E-9518-A9BF5CEE52EE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/>
            <a:t>«</a:t>
          </a:r>
          <a:r>
            <a:rPr lang="ru-RU" sz="2200" kern="1200" dirty="0" err="1"/>
            <a:t>воєводство</a:t>
          </a:r>
          <a:r>
            <a:rPr lang="ru-RU" sz="2200" kern="1200" dirty="0"/>
            <a:t>».</a:t>
          </a:r>
          <a:endParaRPr lang="uk-UA" sz="2200" kern="1200" dirty="0"/>
        </a:p>
      </dsp:txBody>
      <dsp:txXfrm rot="10800000">
        <a:off x="1207108" y="1067762"/>
        <a:ext cx="2956662" cy="821331"/>
      </dsp:txXfrm>
    </dsp:sp>
    <dsp:sp modelId="{B7EACC4C-0DC7-4F7E-A8BF-77127673A80F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5C8F0A-0828-4424-B073-F2605FE03706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/>
            <a:t>«князівство».</a:t>
          </a:r>
          <a:endParaRPr lang="uk-UA" sz="2200" kern="1200"/>
        </a:p>
      </dsp:txBody>
      <dsp:txXfrm rot="10800000">
        <a:off x="1207108" y="2134266"/>
        <a:ext cx="2956662" cy="821331"/>
      </dsp:txXfrm>
    </dsp:sp>
    <dsp:sp modelId="{DA7D677E-1C60-455D-9C16-64CC98007B78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8E3404-3621-479E-9B24-B154C3F15A08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/>
            <a:t>«</a:t>
          </a:r>
          <a:r>
            <a:rPr lang="ru-RU" sz="2200" kern="1200" dirty="0" err="1"/>
            <a:t>намісництво</a:t>
          </a:r>
          <a:r>
            <a:rPr lang="ru-RU" sz="2200" kern="1200" dirty="0"/>
            <a:t>».</a:t>
          </a:r>
          <a:endParaRPr lang="uk-UA" sz="2200" kern="1200" dirty="0"/>
        </a:p>
      </dsp:txBody>
      <dsp:txXfrm rot="10800000">
        <a:off x="1207108" y="3200771"/>
        <a:ext cx="2956662" cy="821331"/>
      </dsp:txXfrm>
    </dsp:sp>
    <dsp:sp modelId="{0C1C15C4-54C2-4877-BBCA-0E6F240BAFB0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D8DFFE-BA7E-4435-83BA-D32EAD98208A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err="1"/>
            <a:t>завершення</a:t>
          </a:r>
          <a:r>
            <a:rPr lang="ru-RU" sz="1600" kern="1200" dirty="0"/>
            <a:t> </a:t>
          </a:r>
          <a:r>
            <a:rPr lang="ru-RU" sz="1600" kern="1200" dirty="0" err="1"/>
            <a:t>польсько-українського</a:t>
          </a:r>
          <a:r>
            <a:rPr lang="ru-RU" sz="1600" kern="1200" dirty="0"/>
            <a:t> </a:t>
          </a:r>
          <a:r>
            <a:rPr lang="ru-RU" sz="1600" kern="1200" dirty="0" err="1"/>
            <a:t>протистояння</a:t>
          </a:r>
          <a:r>
            <a:rPr lang="ru-RU" sz="1600" kern="1200" dirty="0"/>
            <a:t>.</a:t>
          </a:r>
          <a:endParaRPr lang="uk-UA" sz="1600" kern="1200" dirty="0"/>
        </a:p>
      </dsp:txBody>
      <dsp:txXfrm rot="10800000">
        <a:off x="1207108" y="1257"/>
        <a:ext cx="2956662" cy="821331"/>
      </dsp:txXfrm>
    </dsp:sp>
    <dsp:sp modelId="{04B80602-B505-4E2C-A4B0-9B2D0BA5EBCB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2A249-88E8-4167-ABD9-D6576AEF06B2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err="1"/>
            <a:t>припинення</a:t>
          </a:r>
          <a:r>
            <a:rPr lang="ru-RU" sz="1600" kern="1200" dirty="0"/>
            <a:t> </a:t>
          </a:r>
          <a:r>
            <a:rPr lang="ru-RU" sz="1600" kern="1200" dirty="0" err="1"/>
            <a:t>масового</a:t>
          </a:r>
          <a:r>
            <a:rPr lang="ru-RU" sz="1600" kern="1200" dirty="0"/>
            <a:t> </a:t>
          </a:r>
          <a:r>
            <a:rPr lang="ru-RU" sz="1600" kern="1200" dirty="0" err="1"/>
            <a:t>покозачення</a:t>
          </a:r>
          <a:r>
            <a:rPr lang="ru-RU" sz="1600" kern="1200" dirty="0"/>
            <a:t> селян і </a:t>
          </a:r>
          <a:r>
            <a:rPr lang="ru-RU" sz="1600" kern="1200" dirty="0" err="1"/>
            <a:t>міщан</a:t>
          </a:r>
          <a:r>
            <a:rPr lang="ru-RU" sz="1600" kern="1200" dirty="0"/>
            <a:t>.</a:t>
          </a:r>
          <a:endParaRPr lang="uk-UA" sz="1600" kern="1200" dirty="0"/>
        </a:p>
      </dsp:txBody>
      <dsp:txXfrm rot="10800000">
        <a:off x="1207108" y="1067762"/>
        <a:ext cx="2956662" cy="821331"/>
      </dsp:txXfrm>
    </dsp:sp>
    <dsp:sp modelId="{4214BE62-DDDF-4EBA-9266-ECC5528381D2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C08070-2E29-4A87-BCE9-F92C0EEDF936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err="1"/>
            <a:t>визнання</a:t>
          </a:r>
          <a:r>
            <a:rPr lang="ru-RU" sz="1600" kern="1200" dirty="0"/>
            <a:t> </a:t>
          </a:r>
          <a:r>
            <a:rPr lang="ru-RU" sz="1600" kern="1200" dirty="0" err="1"/>
            <a:t>козацтва</a:t>
          </a:r>
          <a:r>
            <a:rPr lang="ru-RU" sz="1600" kern="1200" dirty="0"/>
            <a:t> </a:t>
          </a:r>
          <a:r>
            <a:rPr lang="ru-RU" sz="1600" kern="1200" dirty="0" err="1"/>
            <a:t>новим</a:t>
          </a:r>
          <a:r>
            <a:rPr lang="ru-RU" sz="1600" kern="1200" dirty="0"/>
            <a:t> </a:t>
          </a:r>
          <a:r>
            <a:rPr lang="ru-RU" sz="1600" kern="1200" dirty="0" err="1"/>
            <a:t>соціальним</a:t>
          </a:r>
          <a:r>
            <a:rPr lang="ru-RU" sz="1600" kern="1200" dirty="0"/>
            <a:t> станом.</a:t>
          </a:r>
          <a:endParaRPr lang="uk-UA" sz="1600" kern="1200" dirty="0"/>
        </a:p>
      </dsp:txBody>
      <dsp:txXfrm rot="10800000">
        <a:off x="1207108" y="2134266"/>
        <a:ext cx="2956662" cy="821331"/>
      </dsp:txXfrm>
    </dsp:sp>
    <dsp:sp modelId="{922BB74B-D506-471B-B8A7-8D5CCFA4BBFE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201165-7C2E-4849-B91F-3F0A7439CF1B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60960" rIns="113792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err="1"/>
            <a:t>об’єднання</a:t>
          </a:r>
          <a:r>
            <a:rPr lang="ru-RU" sz="1600" kern="1200" dirty="0"/>
            <a:t> </a:t>
          </a:r>
          <a:r>
            <a:rPr lang="ru-RU" sz="1600" kern="1200" dirty="0" err="1"/>
            <a:t>інтересів</a:t>
          </a:r>
          <a:r>
            <a:rPr lang="ru-RU" sz="1600" kern="1200" dirty="0"/>
            <a:t> </a:t>
          </a:r>
          <a:r>
            <a:rPr lang="ru-RU" sz="1600" kern="1200" dirty="0" err="1"/>
            <a:t>польської</a:t>
          </a:r>
          <a:r>
            <a:rPr lang="ru-RU" sz="1600" kern="1200" dirty="0"/>
            <a:t> </a:t>
          </a:r>
          <a:r>
            <a:rPr lang="ru-RU" sz="1600" kern="1200" dirty="0" err="1"/>
            <a:t>шляхти</a:t>
          </a:r>
          <a:r>
            <a:rPr lang="ru-RU" sz="1600" kern="1200" dirty="0"/>
            <a:t> та </a:t>
          </a:r>
          <a:r>
            <a:rPr lang="ru-RU" sz="1600" kern="1200" dirty="0" err="1"/>
            <a:t>козацтва</a:t>
          </a:r>
          <a:r>
            <a:rPr lang="ru-RU" sz="1600" kern="1200" dirty="0"/>
            <a:t>.</a:t>
          </a:r>
          <a:endParaRPr lang="uk-UA" sz="1600" kern="1200" dirty="0"/>
        </a:p>
      </dsp:txBody>
      <dsp:txXfrm rot="10800000">
        <a:off x="1207108" y="3200771"/>
        <a:ext cx="2956662" cy="821331"/>
      </dsp:txXfrm>
    </dsp:sp>
    <dsp:sp modelId="{8DC3A74E-99CA-448A-8CA2-2E34DC83B9BE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077F2E-8908-4336-8C72-33CE1D02A0EB}">
      <dsp:nvSpPr>
        <dsp:cNvPr id="0" name=""/>
        <dsp:cNvSpPr/>
      </dsp:nvSpPr>
      <dsp:spPr>
        <a:xfrm>
          <a:off x="0" y="48284"/>
          <a:ext cx="4754880" cy="1264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err="1"/>
            <a:t>Прагнення</a:t>
          </a:r>
          <a:r>
            <a:rPr lang="ru-RU" sz="2300" kern="1200" dirty="0"/>
            <a:t> </a:t>
          </a:r>
          <a:r>
            <a:rPr lang="ru-RU" sz="2300" kern="1200" dirty="0" err="1"/>
            <a:t>влади</a:t>
          </a:r>
          <a:r>
            <a:rPr lang="ru-RU" sz="2300" kern="1200" dirty="0"/>
            <a:t> </a:t>
          </a:r>
          <a:r>
            <a:rPr lang="ru-RU" sz="2300" kern="1200" dirty="0" err="1"/>
            <a:t>створити</a:t>
          </a:r>
          <a:r>
            <a:rPr lang="ru-RU" sz="2300" kern="1200" dirty="0"/>
            <a:t> </a:t>
          </a:r>
          <a:r>
            <a:rPr lang="ru-RU" sz="2300" kern="1200" dirty="0" err="1"/>
            <a:t>регулярне</a:t>
          </a:r>
          <a:r>
            <a:rPr lang="ru-RU" sz="2300" kern="1200" dirty="0"/>
            <a:t> </a:t>
          </a:r>
          <a:r>
            <a:rPr lang="ru-RU" sz="2300" kern="1200" dirty="0" err="1"/>
            <a:t>військо</a:t>
          </a:r>
          <a:r>
            <a:rPr lang="ru-RU" sz="2300" kern="1200" dirty="0"/>
            <a:t> на </a:t>
          </a:r>
          <a:r>
            <a:rPr lang="ru-RU" sz="2300" kern="1200" dirty="0" err="1"/>
            <a:t>противагу</a:t>
          </a:r>
          <a:r>
            <a:rPr lang="ru-RU" sz="2300" kern="1200" dirty="0"/>
            <a:t> </a:t>
          </a:r>
          <a:r>
            <a:rPr lang="ru-RU" sz="2300" kern="1200" dirty="0" err="1"/>
            <a:t>шляхетському</a:t>
          </a:r>
          <a:r>
            <a:rPr lang="ru-RU" sz="2300" kern="1200" dirty="0"/>
            <a:t> </a:t>
          </a:r>
          <a:r>
            <a:rPr lang="ru-RU" sz="2300" kern="1200" dirty="0" err="1"/>
            <a:t>ополченню</a:t>
          </a:r>
          <a:r>
            <a:rPr lang="ru-RU" sz="2300" kern="1200" dirty="0"/>
            <a:t>.</a:t>
          </a:r>
          <a:endParaRPr lang="uk-UA" sz="2300" kern="1200" dirty="0"/>
        </a:p>
      </dsp:txBody>
      <dsp:txXfrm>
        <a:off x="61741" y="110025"/>
        <a:ext cx="4631398" cy="1141288"/>
      </dsp:txXfrm>
    </dsp:sp>
    <dsp:sp modelId="{DC18A6AE-F33D-4C4E-9C1C-55902F395FF0}">
      <dsp:nvSpPr>
        <dsp:cNvPr id="0" name=""/>
        <dsp:cNvSpPr/>
      </dsp:nvSpPr>
      <dsp:spPr>
        <a:xfrm>
          <a:off x="0" y="1379295"/>
          <a:ext cx="4754880" cy="1264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err="1"/>
            <a:t>Посилення</a:t>
          </a:r>
          <a:r>
            <a:rPr lang="ru-RU" sz="2300" kern="1200" dirty="0"/>
            <a:t> </a:t>
          </a:r>
          <a:r>
            <a:rPr lang="ru-RU" sz="2300" kern="1200" dirty="0" err="1"/>
            <a:t>національного</a:t>
          </a:r>
          <a:r>
            <a:rPr lang="ru-RU" sz="2300" kern="1200" dirty="0"/>
            <a:t>, </a:t>
          </a:r>
          <a:r>
            <a:rPr lang="ru-RU" sz="2300" kern="1200" dirty="0" err="1"/>
            <a:t>соціального</a:t>
          </a:r>
          <a:r>
            <a:rPr lang="ru-RU" sz="2300" kern="1200" dirty="0"/>
            <a:t> та </a:t>
          </a:r>
          <a:r>
            <a:rPr lang="ru-RU" sz="2300" kern="1200" dirty="0" err="1"/>
            <a:t>релігійного</a:t>
          </a:r>
          <a:r>
            <a:rPr lang="ru-RU" sz="2300" kern="1200" dirty="0"/>
            <a:t> </a:t>
          </a:r>
          <a:r>
            <a:rPr lang="ru-RU" sz="2300" kern="1200" dirty="0" err="1"/>
            <a:t>гніту</a:t>
          </a:r>
          <a:r>
            <a:rPr lang="ru-RU" sz="2300" kern="1200" dirty="0"/>
            <a:t> </a:t>
          </a:r>
          <a:r>
            <a:rPr lang="ru-RU" sz="2300" kern="1200" dirty="0" err="1"/>
            <a:t>українського</a:t>
          </a:r>
          <a:r>
            <a:rPr lang="ru-RU" sz="2300" kern="1200" dirty="0"/>
            <a:t> </a:t>
          </a:r>
          <a:r>
            <a:rPr lang="ru-RU" sz="2300" kern="1200" dirty="0" err="1"/>
            <a:t>населення</a:t>
          </a:r>
          <a:r>
            <a:rPr lang="ru-RU" sz="2300" kern="1200" dirty="0"/>
            <a:t>.</a:t>
          </a:r>
          <a:endParaRPr lang="uk-UA" sz="2300" kern="1200" dirty="0"/>
        </a:p>
      </dsp:txBody>
      <dsp:txXfrm>
        <a:off x="61741" y="1441036"/>
        <a:ext cx="4631398" cy="1141288"/>
      </dsp:txXfrm>
    </dsp:sp>
    <dsp:sp modelId="{8D9D1F4F-82E5-4A99-8F82-58CFCD0154A2}">
      <dsp:nvSpPr>
        <dsp:cNvPr id="0" name=""/>
        <dsp:cNvSpPr/>
      </dsp:nvSpPr>
      <dsp:spPr>
        <a:xfrm>
          <a:off x="0" y="2710305"/>
          <a:ext cx="4754880" cy="12647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err="1"/>
            <a:t>Існування</a:t>
          </a:r>
          <a:r>
            <a:rPr lang="ru-RU" sz="2300" kern="1200" dirty="0"/>
            <a:t> </a:t>
          </a:r>
          <a:r>
            <a:rPr lang="ru-RU" sz="2300" kern="1200" dirty="0" err="1"/>
            <a:t>масиву</a:t>
          </a:r>
          <a:r>
            <a:rPr lang="ru-RU" sz="2300" kern="1200" dirty="0"/>
            <a:t> </a:t>
          </a:r>
          <a:r>
            <a:rPr lang="ru-RU" sz="2300" kern="1200" dirty="0" err="1"/>
            <a:t>вільних</a:t>
          </a:r>
          <a:r>
            <a:rPr lang="ru-RU" sz="2300" kern="1200" dirty="0"/>
            <a:t> земель, </a:t>
          </a:r>
          <a:r>
            <a:rPr lang="ru-RU" sz="2300" kern="1200" dirty="0" err="1"/>
            <a:t>освоєння</a:t>
          </a:r>
          <a:r>
            <a:rPr lang="ru-RU" sz="2300" kern="1200" dirty="0"/>
            <a:t> </a:t>
          </a:r>
          <a:r>
            <a:rPr lang="ru-RU" sz="2300" kern="1200" dirty="0" err="1"/>
            <a:t>південних</a:t>
          </a:r>
          <a:r>
            <a:rPr lang="ru-RU" sz="2300" kern="1200" dirty="0"/>
            <a:t> </a:t>
          </a:r>
          <a:r>
            <a:rPr lang="ru-RU" sz="2300" kern="1200" dirty="0" err="1"/>
            <a:t>територій</a:t>
          </a:r>
          <a:r>
            <a:rPr lang="ru-RU" sz="2300" kern="1200" dirty="0"/>
            <a:t> </a:t>
          </a:r>
          <a:r>
            <a:rPr lang="ru-RU" sz="2300" kern="1200" dirty="0" err="1"/>
            <a:t>уходниками</a:t>
          </a:r>
          <a:r>
            <a:rPr lang="ru-RU" sz="2300" kern="1200" dirty="0"/>
            <a:t>.</a:t>
          </a:r>
          <a:endParaRPr lang="uk-UA" sz="2300" kern="1200" dirty="0"/>
        </a:p>
      </dsp:txBody>
      <dsp:txXfrm>
        <a:off x="61741" y="2772046"/>
        <a:ext cx="4631398" cy="1141288"/>
      </dsp:txXfrm>
    </dsp:sp>
  </dsp:spTree>
</dsp:drawing>
</file>

<file path=ppt/diagrams/drawing9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2E7D5C-9B52-4535-AFE6-5DF6E5B8936A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9C0641-E507-455A-8A78-45FB5FF44BC3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/>
            <a:t>1, 2</a:t>
          </a:r>
          <a:endParaRPr lang="uk-UA" sz="3200" kern="1200"/>
        </a:p>
      </dsp:txBody>
      <dsp:txXfrm>
        <a:off x="455617" y="309315"/>
        <a:ext cx="4244717" cy="618953"/>
      </dsp:txXfrm>
    </dsp:sp>
    <dsp:sp modelId="{FB409734-3ECF-48A4-A784-5192B924E3BC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5116BC-6384-40E7-8F9F-34CBF0286A13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/>
            <a:t>1, 3</a:t>
          </a:r>
          <a:endParaRPr lang="uk-UA" sz="3200" kern="1200"/>
        </a:p>
      </dsp:txBody>
      <dsp:txXfrm>
        <a:off x="810477" y="1237907"/>
        <a:ext cx="3889857" cy="618953"/>
      </dsp:txXfrm>
    </dsp:sp>
    <dsp:sp modelId="{45B96043-524F-4662-9F08-C467C236E5FA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A3E8FC-F1F0-4226-B31C-C66367C4E406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/>
            <a:t>2, 3</a:t>
          </a:r>
          <a:endParaRPr lang="uk-UA" sz="3200" kern="1200"/>
        </a:p>
      </dsp:txBody>
      <dsp:txXfrm>
        <a:off x="810477" y="2166498"/>
        <a:ext cx="3889857" cy="618953"/>
      </dsp:txXfrm>
    </dsp:sp>
    <dsp:sp modelId="{6228C448-140A-4CE0-8F1D-AE03EB35CBDE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B52FA2-5F66-445F-A6B8-43E91BFAB89C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/>
            <a:t>1, 2, 3</a:t>
          </a:r>
          <a:endParaRPr lang="uk-UA" sz="3200" kern="1200"/>
        </a:p>
      </dsp:txBody>
      <dsp:txXfrm>
        <a:off x="455617" y="3095090"/>
        <a:ext cx="4244717" cy="618953"/>
      </dsp:txXfrm>
    </dsp:sp>
    <dsp:sp modelId="{875557D4-0E36-4E50-A6EC-79B913D6B88E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2E7D5C-9B52-4535-AFE6-5DF6E5B8936A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9C0641-E507-455A-8A78-45FB5FF44BC3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 dirty="0"/>
            <a:t>1, 2</a:t>
          </a:r>
          <a:endParaRPr lang="uk-UA" sz="3200" kern="1200" dirty="0"/>
        </a:p>
      </dsp:txBody>
      <dsp:txXfrm>
        <a:off x="455617" y="309315"/>
        <a:ext cx="4244717" cy="618953"/>
      </dsp:txXfrm>
    </dsp:sp>
    <dsp:sp modelId="{FB409734-3ECF-48A4-A784-5192B924E3BC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5116BC-6384-40E7-8F9F-34CBF0286A13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/>
            <a:t>1, 3</a:t>
          </a:r>
          <a:endParaRPr lang="uk-UA" sz="3200" kern="1200"/>
        </a:p>
      </dsp:txBody>
      <dsp:txXfrm>
        <a:off x="810477" y="1237907"/>
        <a:ext cx="3889857" cy="618953"/>
      </dsp:txXfrm>
    </dsp:sp>
    <dsp:sp modelId="{45B96043-524F-4662-9F08-C467C236E5FA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A3E8FC-F1F0-4226-B31C-C66367C4E406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/>
            <a:t>2, 3</a:t>
          </a:r>
          <a:endParaRPr lang="uk-UA" sz="3200" kern="1200"/>
        </a:p>
      </dsp:txBody>
      <dsp:txXfrm>
        <a:off x="810477" y="2166498"/>
        <a:ext cx="3889857" cy="618953"/>
      </dsp:txXfrm>
    </dsp:sp>
    <dsp:sp modelId="{6228C448-140A-4CE0-8F1D-AE03EB35CBDE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B52FA2-5F66-445F-A6B8-43E91BFAB89C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81280" rIns="81280" bIns="8128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 dirty="0"/>
            <a:t>1, 2, 3</a:t>
          </a:r>
          <a:endParaRPr lang="uk-UA" sz="3200" kern="1200" dirty="0"/>
        </a:p>
      </dsp:txBody>
      <dsp:txXfrm>
        <a:off x="455617" y="3095090"/>
        <a:ext cx="4244717" cy="618953"/>
      </dsp:txXfrm>
    </dsp:sp>
    <dsp:sp modelId="{875557D4-0E36-4E50-A6EC-79B913D6B88E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DB6AFD-DD8E-4166-BC6D-235B6FB5E91B}">
      <dsp:nvSpPr>
        <dsp:cNvPr id="0" name=""/>
        <dsp:cNvSpPr/>
      </dsp:nvSpPr>
      <dsp:spPr>
        <a:xfrm>
          <a:off x="0" y="0"/>
          <a:ext cx="4754880" cy="935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/>
            <a:t>початок </a:t>
          </a:r>
          <a:r>
            <a:rPr lang="ru-RU" sz="1800" kern="1200" dirty="0" err="1"/>
            <a:t>доби</a:t>
          </a:r>
          <a:r>
            <a:rPr lang="ru-RU" sz="1800" kern="1200" dirty="0"/>
            <a:t> «</a:t>
          </a:r>
          <a:r>
            <a:rPr lang="ru-RU" sz="1800" kern="1200" dirty="0" err="1"/>
            <a:t>героїчних</a:t>
          </a:r>
          <a:r>
            <a:rPr lang="ru-RU" sz="1800" kern="1200" dirty="0"/>
            <a:t> </a:t>
          </a:r>
          <a:r>
            <a:rPr lang="ru-RU" sz="1800" kern="1200" dirty="0" err="1"/>
            <a:t>морських</a:t>
          </a:r>
          <a:r>
            <a:rPr lang="ru-RU" sz="1800" kern="1200" dirty="0"/>
            <a:t> </a:t>
          </a:r>
          <a:r>
            <a:rPr lang="ru-RU" sz="1800" kern="1200" dirty="0" err="1"/>
            <a:t>походів</a:t>
          </a:r>
          <a:r>
            <a:rPr lang="ru-RU" sz="1800" kern="1200" dirty="0"/>
            <a:t>» </a:t>
          </a:r>
          <a:r>
            <a:rPr lang="ru-RU" sz="1800" kern="1200" dirty="0" err="1"/>
            <a:t>козаків</a:t>
          </a:r>
          <a:endParaRPr lang="uk-UA" sz="1800" kern="1200" dirty="0"/>
        </a:p>
      </dsp:txBody>
      <dsp:txXfrm>
        <a:off x="1044487" y="0"/>
        <a:ext cx="3710392" cy="935116"/>
      </dsp:txXfrm>
    </dsp:sp>
    <dsp:sp modelId="{AA80C482-983C-46B0-9E4E-C004B3D45A27}">
      <dsp:nvSpPr>
        <dsp:cNvPr id="0" name=""/>
        <dsp:cNvSpPr/>
      </dsp:nvSpPr>
      <dsp:spPr>
        <a:xfrm>
          <a:off x="93511" y="93511"/>
          <a:ext cx="950976" cy="748093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C8935C-EAC1-4194-8EC2-2736F3BC1AD2}">
      <dsp:nvSpPr>
        <dsp:cNvPr id="0" name=""/>
        <dsp:cNvSpPr/>
      </dsp:nvSpPr>
      <dsp:spPr>
        <a:xfrm>
          <a:off x="0" y="1028628"/>
          <a:ext cx="4754880" cy="935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err="1"/>
            <a:t>заснування</a:t>
          </a:r>
          <a:r>
            <a:rPr lang="ru-RU" sz="1800" kern="1200" dirty="0"/>
            <a:t> </a:t>
          </a:r>
          <a:r>
            <a:rPr lang="ru-RU" sz="1800" kern="1200" dirty="0" err="1"/>
            <a:t>першої</a:t>
          </a:r>
          <a:r>
            <a:rPr lang="ru-RU" sz="1800" kern="1200" dirty="0"/>
            <a:t> </a:t>
          </a:r>
          <a:r>
            <a:rPr lang="ru-RU" sz="1800" kern="1200" dirty="0" err="1"/>
            <a:t>відомої</a:t>
          </a:r>
          <a:r>
            <a:rPr lang="ru-RU" sz="1800" kern="1200" dirty="0"/>
            <a:t> </a:t>
          </a:r>
          <a:r>
            <a:rPr lang="ru-RU" sz="1800" kern="1200" dirty="0" err="1"/>
            <a:t>Січі</a:t>
          </a:r>
          <a:r>
            <a:rPr lang="ru-RU" sz="1800" kern="1200" dirty="0"/>
            <a:t> на </a:t>
          </a:r>
          <a:r>
            <a:rPr lang="ru-RU" sz="1800" kern="1200" dirty="0" err="1"/>
            <a:t>острові</a:t>
          </a:r>
          <a:r>
            <a:rPr lang="ru-RU" sz="1800" kern="1200" dirty="0"/>
            <a:t> Мала </a:t>
          </a:r>
          <a:r>
            <a:rPr lang="ru-RU" sz="1800" kern="1200" dirty="0" err="1"/>
            <a:t>Хортиця</a:t>
          </a:r>
          <a:endParaRPr lang="uk-UA" sz="1800" kern="1200" dirty="0"/>
        </a:p>
      </dsp:txBody>
      <dsp:txXfrm>
        <a:off x="1044487" y="1028628"/>
        <a:ext cx="3710392" cy="935116"/>
      </dsp:txXfrm>
    </dsp:sp>
    <dsp:sp modelId="{4390D1F9-09E7-4EDA-8D84-3C608ACD612C}">
      <dsp:nvSpPr>
        <dsp:cNvPr id="0" name=""/>
        <dsp:cNvSpPr/>
      </dsp:nvSpPr>
      <dsp:spPr>
        <a:xfrm>
          <a:off x="93511" y="1122140"/>
          <a:ext cx="950976" cy="748093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B49DB6-FE92-4C08-AB0B-6C6A32E77E76}">
      <dsp:nvSpPr>
        <dsp:cNvPr id="0" name=""/>
        <dsp:cNvSpPr/>
      </dsp:nvSpPr>
      <dsp:spPr>
        <a:xfrm>
          <a:off x="0" y="2057257"/>
          <a:ext cx="4754880" cy="935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/>
            <a:t>похід козаків під проводом П. Сагайдачного на Московське царство</a:t>
          </a:r>
          <a:endParaRPr lang="uk-UA" sz="1800" kern="1200"/>
        </a:p>
      </dsp:txBody>
      <dsp:txXfrm>
        <a:off x="1044487" y="2057257"/>
        <a:ext cx="3710392" cy="935116"/>
      </dsp:txXfrm>
    </dsp:sp>
    <dsp:sp modelId="{EDF6CF18-A5C2-420B-BCF0-1F287847CC64}">
      <dsp:nvSpPr>
        <dsp:cNvPr id="0" name=""/>
        <dsp:cNvSpPr/>
      </dsp:nvSpPr>
      <dsp:spPr>
        <a:xfrm>
          <a:off x="93511" y="2150768"/>
          <a:ext cx="950976" cy="748093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EFFF89-F630-4F2F-B135-313626A94B74}">
      <dsp:nvSpPr>
        <dsp:cNvPr id="0" name=""/>
        <dsp:cNvSpPr/>
      </dsp:nvSpPr>
      <dsp:spPr>
        <a:xfrm>
          <a:off x="0" y="3085885"/>
          <a:ext cx="4754880" cy="93511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err="1"/>
            <a:t>укладення</a:t>
          </a:r>
          <a:r>
            <a:rPr lang="ru-RU" sz="1800" kern="1200" dirty="0"/>
            <a:t> </a:t>
          </a:r>
          <a:r>
            <a:rPr lang="ru-RU" sz="1800" kern="1200" dirty="0" err="1"/>
            <a:t>козацького</a:t>
          </a:r>
          <a:r>
            <a:rPr lang="ru-RU" sz="1800" kern="1200" dirty="0"/>
            <a:t> </a:t>
          </a:r>
          <a:r>
            <a:rPr lang="ru-RU" sz="1800" kern="1200" dirty="0" err="1"/>
            <a:t>реєстру</a:t>
          </a:r>
          <a:r>
            <a:rPr lang="ru-RU" sz="1800" kern="1200" dirty="0"/>
            <a:t> </a:t>
          </a:r>
          <a:r>
            <a:rPr lang="ru-RU" sz="1800" kern="1200" dirty="0" err="1"/>
            <a:t>польським</a:t>
          </a:r>
          <a:r>
            <a:rPr lang="ru-RU" sz="1800" kern="1200" dirty="0"/>
            <a:t> королем Стефаном </a:t>
          </a:r>
          <a:r>
            <a:rPr lang="ru-RU" sz="1800" kern="1200" dirty="0" err="1"/>
            <a:t>Баторієм</a:t>
          </a:r>
          <a:endParaRPr lang="uk-UA" sz="1800" kern="1200" dirty="0"/>
        </a:p>
      </dsp:txBody>
      <dsp:txXfrm>
        <a:off x="1044487" y="3085885"/>
        <a:ext cx="3710392" cy="935116"/>
      </dsp:txXfrm>
    </dsp:sp>
    <dsp:sp modelId="{6DEC52BC-D492-47A5-82BB-0C9FAAC07C15}">
      <dsp:nvSpPr>
        <dsp:cNvPr id="0" name=""/>
        <dsp:cNvSpPr/>
      </dsp:nvSpPr>
      <dsp:spPr>
        <a:xfrm>
          <a:off x="93511" y="3179397"/>
          <a:ext cx="950976" cy="748093"/>
        </a:xfrm>
        <a:prstGeom prst="roundRect">
          <a:avLst>
            <a:gd name="adj" fmla="val 1000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512D84-EEEE-4E91-BF10-6162DD65860E}">
      <dsp:nvSpPr>
        <dsp:cNvPr id="0" name=""/>
        <dsp:cNvSpPr/>
      </dsp:nvSpPr>
      <dsp:spPr>
        <a:xfrm>
          <a:off x="0" y="784757"/>
          <a:ext cx="475456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04326E-9D45-4721-AF00-EBD629BC316C}">
      <dsp:nvSpPr>
        <dsp:cNvPr id="0" name=""/>
        <dsp:cNvSpPr/>
      </dsp:nvSpPr>
      <dsp:spPr>
        <a:xfrm>
          <a:off x="237728" y="519077"/>
          <a:ext cx="3328193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98" tIns="0" rIns="125798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/>
            <a:t>Д. Вишневецькому</a:t>
          </a:r>
          <a:endParaRPr lang="uk-UA" sz="1800" kern="1200"/>
        </a:p>
      </dsp:txBody>
      <dsp:txXfrm>
        <a:off x="263667" y="545016"/>
        <a:ext cx="3276315" cy="479482"/>
      </dsp:txXfrm>
    </dsp:sp>
    <dsp:sp modelId="{AB8CED73-2BA6-4107-AEDE-07848C08CAC3}">
      <dsp:nvSpPr>
        <dsp:cNvPr id="0" name=""/>
        <dsp:cNvSpPr/>
      </dsp:nvSpPr>
      <dsp:spPr>
        <a:xfrm>
          <a:off x="0" y="1601237"/>
          <a:ext cx="475456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6F607D-AD7B-493B-97E4-09FDA2F9F38F}">
      <dsp:nvSpPr>
        <dsp:cNvPr id="0" name=""/>
        <dsp:cNvSpPr/>
      </dsp:nvSpPr>
      <dsp:spPr>
        <a:xfrm>
          <a:off x="237728" y="1335557"/>
          <a:ext cx="3328193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98" tIns="0" rIns="125798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/>
            <a:t>П. Конашевичу-Сагайдачному</a:t>
          </a:r>
          <a:endParaRPr lang="uk-UA" sz="1800" kern="1200"/>
        </a:p>
      </dsp:txBody>
      <dsp:txXfrm>
        <a:off x="263667" y="1361496"/>
        <a:ext cx="3276315" cy="479482"/>
      </dsp:txXfrm>
    </dsp:sp>
    <dsp:sp modelId="{09617BF2-D054-4950-95E8-8FABAF502BD8}">
      <dsp:nvSpPr>
        <dsp:cNvPr id="0" name=""/>
        <dsp:cNvSpPr/>
      </dsp:nvSpPr>
      <dsp:spPr>
        <a:xfrm>
          <a:off x="0" y="2417717"/>
          <a:ext cx="475456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C2FB12-57DB-4774-B227-ED2E80530A13}">
      <dsp:nvSpPr>
        <dsp:cNvPr id="0" name=""/>
        <dsp:cNvSpPr/>
      </dsp:nvSpPr>
      <dsp:spPr>
        <a:xfrm>
          <a:off x="237728" y="2152037"/>
          <a:ext cx="3328193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98" tIns="0" rIns="125798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/>
            <a:t>В.-К. Острозькому</a:t>
          </a:r>
          <a:endParaRPr lang="uk-UA" sz="1800" kern="1200"/>
        </a:p>
      </dsp:txBody>
      <dsp:txXfrm>
        <a:off x="263667" y="2177976"/>
        <a:ext cx="3276315" cy="479482"/>
      </dsp:txXfrm>
    </dsp:sp>
    <dsp:sp modelId="{A5DEDCAA-337D-4627-A4EE-FA81E77D6DAD}">
      <dsp:nvSpPr>
        <dsp:cNvPr id="0" name=""/>
        <dsp:cNvSpPr/>
      </dsp:nvSpPr>
      <dsp:spPr>
        <a:xfrm>
          <a:off x="0" y="3234197"/>
          <a:ext cx="4754562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31B81B-0625-458F-A308-504E15DFE830}">
      <dsp:nvSpPr>
        <dsp:cNvPr id="0" name=""/>
        <dsp:cNvSpPr/>
      </dsp:nvSpPr>
      <dsp:spPr>
        <a:xfrm>
          <a:off x="237728" y="2968517"/>
          <a:ext cx="3328193" cy="53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98" tIns="0" rIns="125798" bIns="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b="0" i="0" kern="1200" dirty="0"/>
            <a:t>І. </a:t>
          </a:r>
          <a:r>
            <a:rPr lang="ru-RU" sz="1800" b="0" i="0" kern="1200" dirty="0" err="1"/>
            <a:t>Сірку</a:t>
          </a:r>
          <a:endParaRPr lang="uk-UA" sz="1800" kern="1200" dirty="0"/>
        </a:p>
      </dsp:txBody>
      <dsp:txXfrm>
        <a:off x="263667" y="2994456"/>
        <a:ext cx="3276315" cy="479482"/>
      </dsp:txXfrm>
    </dsp:sp>
  </dsp:spTree>
</dsp:drawing>
</file>

<file path=ppt/diagrams/drawing9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62A662-F0C1-4167-99C7-7F3469725588}">
      <dsp:nvSpPr>
        <dsp:cNvPr id="0" name=""/>
        <dsp:cNvSpPr/>
      </dsp:nvSpPr>
      <dsp:spPr>
        <a:xfrm rot="10800000">
          <a:off x="977346" y="27"/>
          <a:ext cx="3027302" cy="859319"/>
        </a:xfrm>
        <a:prstGeom prst="homePlate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936" tIns="64770" rIns="120904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700" b="0" i="0" kern="1200" dirty="0"/>
            <a:t>здобуття запорозькими козаками турецької фортеці Кафи</a:t>
          </a:r>
          <a:endParaRPr lang="uk-UA" sz="1700" kern="1200" dirty="0"/>
        </a:p>
      </dsp:txBody>
      <dsp:txXfrm rot="10800000">
        <a:off x="1192176" y="27"/>
        <a:ext cx="2812472" cy="859319"/>
      </dsp:txXfrm>
    </dsp:sp>
    <dsp:sp modelId="{EDEE9D51-7B6E-4101-90F0-67AE4F94A7B7}">
      <dsp:nvSpPr>
        <dsp:cNvPr id="0" name=""/>
        <dsp:cNvSpPr/>
      </dsp:nvSpPr>
      <dsp:spPr>
        <a:xfrm>
          <a:off x="547686" y="27"/>
          <a:ext cx="859319" cy="859319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t="-6000" b="-6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994DED-09CB-4FEA-A7A1-2FBC33C77585}">
      <dsp:nvSpPr>
        <dsp:cNvPr id="0" name=""/>
        <dsp:cNvSpPr/>
      </dsp:nvSpPr>
      <dsp:spPr>
        <a:xfrm rot="10800000">
          <a:off x="977346" y="1115860"/>
          <a:ext cx="3027302" cy="859319"/>
        </a:xfrm>
        <a:prstGeom prst="homePlate">
          <a:avLst/>
        </a:prstGeom>
        <a:solidFill>
          <a:schemeClr val="accent3">
            <a:alpha val="90000"/>
            <a:hueOff val="0"/>
            <a:satOff val="0"/>
            <a:lumOff val="0"/>
            <a:alphaOff val="-13333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936" tIns="64770" rIns="120904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700" b="0" i="0" kern="1200" dirty="0"/>
            <a:t>зведення на о. Мала Хортиця першої відомої Січі-фортеці</a:t>
          </a:r>
          <a:endParaRPr lang="uk-UA" sz="1700" kern="1200" dirty="0"/>
        </a:p>
      </dsp:txBody>
      <dsp:txXfrm rot="10800000">
        <a:off x="1192176" y="1115860"/>
        <a:ext cx="2812472" cy="859319"/>
      </dsp:txXfrm>
    </dsp:sp>
    <dsp:sp modelId="{77A41F53-BA5A-4264-B5C4-9E2E1D371196}">
      <dsp:nvSpPr>
        <dsp:cNvPr id="0" name=""/>
        <dsp:cNvSpPr/>
      </dsp:nvSpPr>
      <dsp:spPr>
        <a:xfrm>
          <a:off x="547686" y="1115860"/>
          <a:ext cx="859319" cy="859319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 t="-7000" b="-7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4606B0-D561-4ED5-869D-098882651B87}">
      <dsp:nvSpPr>
        <dsp:cNvPr id="0" name=""/>
        <dsp:cNvSpPr/>
      </dsp:nvSpPr>
      <dsp:spPr>
        <a:xfrm rot="10800000">
          <a:off x="977346" y="2231694"/>
          <a:ext cx="3027302" cy="859319"/>
        </a:xfrm>
        <a:prstGeom prst="homePlate">
          <a:avLst/>
        </a:prstGeom>
        <a:solidFill>
          <a:schemeClr val="accent3">
            <a:alpha val="90000"/>
            <a:hueOff val="0"/>
            <a:satOff val="0"/>
            <a:lumOff val="0"/>
            <a:alphaOff val="-26667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936" tIns="64770" rIns="120904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700" b="0" i="0" kern="1200" dirty="0"/>
            <a:t>керівництво українськими козаками під час Хотинської війни</a:t>
          </a:r>
          <a:endParaRPr lang="uk-UA" sz="1700" kern="1200" dirty="0"/>
        </a:p>
      </dsp:txBody>
      <dsp:txXfrm rot="10800000">
        <a:off x="1192176" y="2231694"/>
        <a:ext cx="2812472" cy="859319"/>
      </dsp:txXfrm>
    </dsp:sp>
    <dsp:sp modelId="{169AEF72-4BAC-4368-A327-527EF151A0AE}">
      <dsp:nvSpPr>
        <dsp:cNvPr id="0" name=""/>
        <dsp:cNvSpPr/>
      </dsp:nvSpPr>
      <dsp:spPr>
        <a:xfrm>
          <a:off x="547686" y="2231694"/>
          <a:ext cx="859319" cy="859319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 t="-3000" b="-3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BAD401-1CA9-481E-B88D-F88160DA636A}">
      <dsp:nvSpPr>
        <dsp:cNvPr id="0" name=""/>
        <dsp:cNvSpPr/>
      </dsp:nvSpPr>
      <dsp:spPr>
        <a:xfrm rot="10800000">
          <a:off x="977346" y="3347527"/>
          <a:ext cx="3027302" cy="859319"/>
        </a:xfrm>
        <a:prstGeom prst="homePlate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936" tIns="64770" rIns="120904" bIns="6477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700" b="0" i="0" kern="1200" dirty="0"/>
            <a:t>зруйнування запорозькими козаками польської фортеці Кодак</a:t>
          </a:r>
          <a:endParaRPr lang="uk-UA" sz="1700" kern="1200" dirty="0"/>
        </a:p>
      </dsp:txBody>
      <dsp:txXfrm rot="10800000">
        <a:off x="1192176" y="3347527"/>
        <a:ext cx="2812472" cy="859319"/>
      </dsp:txXfrm>
    </dsp:sp>
    <dsp:sp modelId="{7F3D0BE5-8B28-4E06-B466-01972A622165}">
      <dsp:nvSpPr>
        <dsp:cNvPr id="0" name=""/>
        <dsp:cNvSpPr/>
      </dsp:nvSpPr>
      <dsp:spPr>
        <a:xfrm>
          <a:off x="547686" y="3347527"/>
          <a:ext cx="859319" cy="859319"/>
        </a:xfrm>
        <a:prstGeom prst="ellipse">
          <a:avLst/>
        </a:prstGeom>
        <a:blipFill rotWithShape="1">
          <a:blip xmlns:r="http://schemas.openxmlformats.org/officeDocument/2006/relationships" r:embed="rId4"/>
          <a:srcRect/>
          <a:stretch>
            <a:fillRect t="-4000" b="-4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6A2D75-6397-480B-A953-F42B5E549742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AEC2DD-B443-4DA8-B37C-E360F852CF4B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/>
            <a:t>Османської імперії.</a:t>
          </a:r>
          <a:endParaRPr lang="uk-UA" sz="2000" kern="1200"/>
        </a:p>
      </dsp:txBody>
      <dsp:txXfrm>
        <a:off x="455617" y="309315"/>
        <a:ext cx="4244717" cy="618953"/>
      </dsp:txXfrm>
    </dsp:sp>
    <dsp:sp modelId="{D6A5056D-876A-48B3-A5DC-E5FF6F72E9F6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B7D132-75A8-47A2-88D4-0DBE4181B8A6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/>
            <a:t>Московського царства.</a:t>
          </a:r>
          <a:endParaRPr lang="uk-UA" sz="2000" kern="1200"/>
        </a:p>
      </dsp:txBody>
      <dsp:txXfrm>
        <a:off x="810477" y="1237907"/>
        <a:ext cx="3889857" cy="618953"/>
      </dsp:txXfrm>
    </dsp:sp>
    <dsp:sp modelId="{9B15AD4A-5F4A-48D8-9E7E-C46A31BCACE3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A9374-99D4-4813-B959-0C82DB78FC9A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/>
            <a:t>Польського королівства.</a:t>
          </a:r>
          <a:endParaRPr lang="uk-UA" sz="2000" kern="1200"/>
        </a:p>
      </dsp:txBody>
      <dsp:txXfrm>
        <a:off x="810477" y="2166498"/>
        <a:ext cx="3889857" cy="618953"/>
      </dsp:txXfrm>
    </dsp:sp>
    <dsp:sp modelId="{0B9954DB-CC60-429B-91DF-00D1595DBF9B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A480F2-B8CA-47EC-AC1D-D51A578A39C5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/>
            <a:t>Великого князівства Литовського.</a:t>
          </a:r>
          <a:endParaRPr lang="uk-UA" sz="2000" kern="1200"/>
        </a:p>
      </dsp:txBody>
      <dsp:txXfrm>
        <a:off x="455617" y="3095090"/>
        <a:ext cx="4244717" cy="618953"/>
      </dsp:txXfrm>
    </dsp:sp>
    <dsp:sp modelId="{CD604541-DFCA-4302-ABFE-B6AF94201F89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6A2D75-6397-480B-A953-F42B5E549742}">
      <dsp:nvSpPr>
        <dsp:cNvPr id="0" name=""/>
        <dsp:cNvSpPr/>
      </dsp:nvSpPr>
      <dsp:spPr>
        <a:xfrm>
          <a:off x="-4548356" y="-697417"/>
          <a:ext cx="5418195" cy="5418195"/>
        </a:xfrm>
        <a:prstGeom prst="blockArc">
          <a:avLst>
            <a:gd name="adj1" fmla="val 18900000"/>
            <a:gd name="adj2" fmla="val 2700000"/>
            <a:gd name="adj3" fmla="val 399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AEC2DD-B443-4DA8-B37C-E360F852CF4B}">
      <dsp:nvSpPr>
        <dsp:cNvPr id="0" name=""/>
        <dsp:cNvSpPr/>
      </dsp:nvSpPr>
      <dsp:spPr>
        <a:xfrm>
          <a:off x="455617" y="309315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/>
            <a:t>Османської імперії.</a:t>
          </a:r>
          <a:endParaRPr lang="uk-UA" sz="2000" kern="1200"/>
        </a:p>
      </dsp:txBody>
      <dsp:txXfrm>
        <a:off x="455617" y="309315"/>
        <a:ext cx="4244717" cy="618953"/>
      </dsp:txXfrm>
    </dsp:sp>
    <dsp:sp modelId="{D6A5056D-876A-48B3-A5DC-E5FF6F72E9F6}">
      <dsp:nvSpPr>
        <dsp:cNvPr id="0" name=""/>
        <dsp:cNvSpPr/>
      </dsp:nvSpPr>
      <dsp:spPr>
        <a:xfrm>
          <a:off x="68771" y="231946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B7D132-75A8-47A2-88D4-0DBE4181B8A6}">
      <dsp:nvSpPr>
        <dsp:cNvPr id="0" name=""/>
        <dsp:cNvSpPr/>
      </dsp:nvSpPr>
      <dsp:spPr>
        <a:xfrm>
          <a:off x="810477" y="1237907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/>
            <a:t>Московського царства.</a:t>
          </a:r>
          <a:endParaRPr lang="uk-UA" sz="2000" kern="1200"/>
        </a:p>
      </dsp:txBody>
      <dsp:txXfrm>
        <a:off x="810477" y="1237907"/>
        <a:ext cx="3889857" cy="618953"/>
      </dsp:txXfrm>
    </dsp:sp>
    <dsp:sp modelId="{9B15AD4A-5F4A-48D8-9E7E-C46A31BCACE3}">
      <dsp:nvSpPr>
        <dsp:cNvPr id="0" name=""/>
        <dsp:cNvSpPr/>
      </dsp:nvSpPr>
      <dsp:spPr>
        <a:xfrm>
          <a:off x="423631" y="1160538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1A9374-99D4-4813-B959-0C82DB78FC9A}">
      <dsp:nvSpPr>
        <dsp:cNvPr id="0" name=""/>
        <dsp:cNvSpPr/>
      </dsp:nvSpPr>
      <dsp:spPr>
        <a:xfrm>
          <a:off x="810477" y="2166498"/>
          <a:ext cx="388985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/>
            <a:t>Польського королівства.</a:t>
          </a:r>
          <a:endParaRPr lang="uk-UA" sz="2000" kern="1200"/>
        </a:p>
      </dsp:txBody>
      <dsp:txXfrm>
        <a:off x="810477" y="2166498"/>
        <a:ext cx="3889857" cy="618953"/>
      </dsp:txXfrm>
    </dsp:sp>
    <dsp:sp modelId="{0B9954DB-CC60-429B-91DF-00D1595DBF9B}">
      <dsp:nvSpPr>
        <dsp:cNvPr id="0" name=""/>
        <dsp:cNvSpPr/>
      </dsp:nvSpPr>
      <dsp:spPr>
        <a:xfrm>
          <a:off x="423631" y="2089129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A480F2-B8CA-47EC-AC1D-D51A578A39C5}">
      <dsp:nvSpPr>
        <dsp:cNvPr id="0" name=""/>
        <dsp:cNvSpPr/>
      </dsp:nvSpPr>
      <dsp:spPr>
        <a:xfrm>
          <a:off x="455617" y="3095090"/>
          <a:ext cx="4244717" cy="61895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1295" tIns="50800" rIns="50800" bIns="508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/>
            <a:t>Великого </a:t>
          </a:r>
          <a:r>
            <a:rPr lang="ru-RU" sz="2000" kern="1200" dirty="0" err="1"/>
            <a:t>князівства</a:t>
          </a:r>
          <a:r>
            <a:rPr lang="ru-RU" sz="2000" kern="1200" dirty="0"/>
            <a:t> </a:t>
          </a:r>
          <a:r>
            <a:rPr lang="ru-RU" sz="2000" kern="1200" dirty="0" err="1"/>
            <a:t>Литовського</a:t>
          </a:r>
          <a:r>
            <a:rPr lang="ru-RU" sz="2000" kern="1200" dirty="0"/>
            <a:t>.</a:t>
          </a:r>
          <a:endParaRPr lang="uk-UA" sz="2000" kern="1200" dirty="0"/>
        </a:p>
      </dsp:txBody>
      <dsp:txXfrm>
        <a:off x="455617" y="3095090"/>
        <a:ext cx="4244717" cy="618953"/>
      </dsp:txXfrm>
    </dsp:sp>
    <dsp:sp modelId="{CD604541-DFCA-4302-ABFE-B6AF94201F89}">
      <dsp:nvSpPr>
        <dsp:cNvPr id="0" name=""/>
        <dsp:cNvSpPr/>
      </dsp:nvSpPr>
      <dsp:spPr>
        <a:xfrm>
          <a:off x="68771" y="3017721"/>
          <a:ext cx="773692" cy="77369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2D48CB-2519-415E-9D56-22C4BCEA138D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 err="1"/>
            <a:t>Дмитра</a:t>
          </a:r>
          <a:r>
            <a:rPr lang="ru-RU" sz="2200" kern="1200" dirty="0"/>
            <a:t> (Байду) </a:t>
          </a:r>
          <a:r>
            <a:rPr lang="ru-RU" sz="2200" kern="1200" dirty="0" err="1"/>
            <a:t>Вишневецького</a:t>
          </a:r>
          <a:endParaRPr lang="uk-UA" sz="2200" kern="1200" dirty="0"/>
        </a:p>
      </dsp:txBody>
      <dsp:txXfrm rot="10800000">
        <a:off x="1207108" y="1257"/>
        <a:ext cx="2956662" cy="821331"/>
      </dsp:txXfrm>
    </dsp:sp>
    <dsp:sp modelId="{B0216468-F749-4EA5-AF1F-6C8ED4A9A0E2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BC47E8-D14B-4A5D-A1F5-3C6A612FDF8C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/>
            <a:t>Тараса Федоровича (</a:t>
          </a:r>
          <a:r>
            <a:rPr lang="ru-RU" sz="2200" kern="1200" dirty="0" err="1"/>
            <a:t>Трясила</a:t>
          </a:r>
          <a:r>
            <a:rPr lang="ru-RU" sz="2200" kern="1200" dirty="0"/>
            <a:t>)</a:t>
          </a:r>
          <a:endParaRPr lang="uk-UA" sz="2200" kern="1200" dirty="0"/>
        </a:p>
      </dsp:txBody>
      <dsp:txXfrm rot="10800000">
        <a:off x="1207108" y="1067762"/>
        <a:ext cx="2956662" cy="821331"/>
      </dsp:txXfrm>
    </dsp:sp>
    <dsp:sp modelId="{B49DBA76-5C90-4F61-8AE1-46BD273E5647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03DA88-9E3E-4D4A-BB48-039B964901D0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/>
            <a:t>Богдана </a:t>
          </a:r>
          <a:r>
            <a:rPr lang="ru-RU" sz="2200" kern="1200" dirty="0" err="1"/>
            <a:t>Хмельницького</a:t>
          </a:r>
          <a:endParaRPr lang="uk-UA" sz="2200" kern="1200" dirty="0"/>
        </a:p>
      </dsp:txBody>
      <dsp:txXfrm rot="10800000">
        <a:off x="1207108" y="2134266"/>
        <a:ext cx="2956662" cy="821331"/>
      </dsp:txXfrm>
    </dsp:sp>
    <dsp:sp modelId="{D2A2BC81-A8DB-4C66-95E9-12F49E4E1939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3E4584-78B0-4573-A35A-5CB13FD4642B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/>
            <a:t>Петра Дорошенка</a:t>
          </a:r>
          <a:endParaRPr lang="uk-UA" sz="2200" kern="1200"/>
        </a:p>
      </dsp:txBody>
      <dsp:txXfrm rot="10800000">
        <a:off x="1207108" y="3200771"/>
        <a:ext cx="2956662" cy="821331"/>
      </dsp:txXfrm>
    </dsp:sp>
    <dsp:sp modelId="{082999A5-CBCC-4D1D-A8A2-FF92ED526183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2D48CB-2519-415E-9D56-22C4BCEA138D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/>
            <a:t>Дмитра (Байду) Вишневецького</a:t>
          </a:r>
          <a:endParaRPr lang="uk-UA" sz="2200" kern="1200"/>
        </a:p>
      </dsp:txBody>
      <dsp:txXfrm rot="10800000">
        <a:off x="1207108" y="1257"/>
        <a:ext cx="2956662" cy="821331"/>
      </dsp:txXfrm>
    </dsp:sp>
    <dsp:sp modelId="{B0216468-F749-4EA5-AF1F-6C8ED4A9A0E2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BC47E8-D14B-4A5D-A1F5-3C6A612FDF8C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/>
            <a:t>Тараса Федоровича (</a:t>
          </a:r>
          <a:r>
            <a:rPr lang="ru-RU" sz="2200" kern="1200" dirty="0" err="1"/>
            <a:t>Трясила</a:t>
          </a:r>
          <a:r>
            <a:rPr lang="ru-RU" sz="2200" kern="1200"/>
            <a:t>)</a:t>
          </a:r>
          <a:endParaRPr lang="uk-UA" sz="2200" kern="1200"/>
        </a:p>
      </dsp:txBody>
      <dsp:txXfrm rot="10800000">
        <a:off x="1207108" y="1067762"/>
        <a:ext cx="2956662" cy="821331"/>
      </dsp:txXfrm>
    </dsp:sp>
    <dsp:sp modelId="{B49DBA76-5C90-4F61-8AE1-46BD273E5647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03DA88-9E3E-4D4A-BB48-039B964901D0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/>
            <a:t>Богдана Хмельницького</a:t>
          </a:r>
          <a:endParaRPr lang="uk-UA" sz="2200" kern="1200"/>
        </a:p>
      </dsp:txBody>
      <dsp:txXfrm rot="10800000">
        <a:off x="1207108" y="2134266"/>
        <a:ext cx="2956662" cy="821331"/>
      </dsp:txXfrm>
    </dsp:sp>
    <dsp:sp modelId="{D2A2BC81-A8DB-4C66-95E9-12F49E4E1939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3E4584-78B0-4573-A35A-5CB13FD4642B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3820" rIns="156464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200" kern="1200" dirty="0"/>
            <a:t>Петра Дорошенка</a:t>
          </a:r>
          <a:endParaRPr lang="uk-UA" sz="2200" kern="1200" dirty="0"/>
        </a:p>
      </dsp:txBody>
      <dsp:txXfrm rot="10800000">
        <a:off x="1207108" y="3200771"/>
        <a:ext cx="2956662" cy="821331"/>
      </dsp:txXfrm>
    </dsp:sp>
    <dsp:sp modelId="{082999A5-CBCC-4D1D-A8A2-FF92ED526183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22D494-2E82-482C-9EC7-F372D2E20123}">
      <dsp:nvSpPr>
        <dsp:cNvPr id="0" name=""/>
        <dsp:cNvSpPr/>
      </dsp:nvSpPr>
      <dsp:spPr>
        <a:xfrm>
          <a:off x="0" y="704430"/>
          <a:ext cx="475488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членів магістрату міста.</a:t>
          </a:r>
          <a:endParaRPr lang="uk-UA" sz="2500" kern="1200"/>
        </a:p>
      </dsp:txBody>
      <dsp:txXfrm>
        <a:off x="29271" y="733701"/>
        <a:ext cx="4696338" cy="541083"/>
      </dsp:txXfrm>
    </dsp:sp>
    <dsp:sp modelId="{FB99711F-0B3A-46DD-B948-4EEAC6F6FD74}">
      <dsp:nvSpPr>
        <dsp:cNvPr id="0" name=""/>
        <dsp:cNvSpPr/>
      </dsp:nvSpPr>
      <dsp:spPr>
        <a:xfrm>
          <a:off x="0" y="1376055"/>
          <a:ext cx="4754880" cy="599625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верхівки козацтва.</a:t>
          </a:r>
          <a:endParaRPr lang="uk-UA" sz="2500" kern="1200"/>
        </a:p>
      </dsp:txBody>
      <dsp:txXfrm>
        <a:off x="29271" y="1405326"/>
        <a:ext cx="4696338" cy="541083"/>
      </dsp:txXfrm>
    </dsp:sp>
    <dsp:sp modelId="{04D5E0F0-279F-4B55-B970-ABA0647EE323}">
      <dsp:nvSpPr>
        <dsp:cNvPr id="0" name=""/>
        <dsp:cNvSpPr/>
      </dsp:nvSpPr>
      <dsp:spPr>
        <a:xfrm>
          <a:off x="0" y="2047680"/>
          <a:ext cx="475488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православної шляхти.</a:t>
          </a:r>
          <a:endParaRPr lang="uk-UA" sz="2500" kern="1200"/>
        </a:p>
      </dsp:txBody>
      <dsp:txXfrm>
        <a:off x="29271" y="2076951"/>
        <a:ext cx="4696338" cy="541083"/>
      </dsp:txXfrm>
    </dsp:sp>
    <dsp:sp modelId="{BD65ADA8-9E09-469B-B186-F440D04C8CB7}">
      <dsp:nvSpPr>
        <dsp:cNvPr id="0" name=""/>
        <dsp:cNvSpPr/>
      </dsp:nvSpPr>
      <dsp:spPr>
        <a:xfrm>
          <a:off x="0" y="2719305"/>
          <a:ext cx="475488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греко-католицького духовенства</a:t>
          </a:r>
          <a:endParaRPr lang="uk-UA" sz="2500" kern="1200"/>
        </a:p>
      </dsp:txBody>
      <dsp:txXfrm>
        <a:off x="29271" y="2748576"/>
        <a:ext cx="4696338" cy="541083"/>
      </dsp:txXfrm>
    </dsp:sp>
  </dsp:spTree>
</dsp:drawing>
</file>

<file path=ppt/diagrams/drawing10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22D494-2E82-482C-9EC7-F372D2E20123}">
      <dsp:nvSpPr>
        <dsp:cNvPr id="0" name=""/>
        <dsp:cNvSpPr/>
      </dsp:nvSpPr>
      <dsp:spPr>
        <a:xfrm>
          <a:off x="0" y="704430"/>
          <a:ext cx="475488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членів магістрату міста.</a:t>
          </a:r>
          <a:endParaRPr lang="uk-UA" sz="2500" kern="1200"/>
        </a:p>
      </dsp:txBody>
      <dsp:txXfrm>
        <a:off x="29271" y="733701"/>
        <a:ext cx="4696338" cy="541083"/>
      </dsp:txXfrm>
    </dsp:sp>
    <dsp:sp modelId="{FB99711F-0B3A-46DD-B948-4EEAC6F6FD74}">
      <dsp:nvSpPr>
        <dsp:cNvPr id="0" name=""/>
        <dsp:cNvSpPr/>
      </dsp:nvSpPr>
      <dsp:spPr>
        <a:xfrm>
          <a:off x="0" y="1376055"/>
          <a:ext cx="4754880" cy="599625"/>
        </a:xfrm>
        <a:prstGeom prst="roundRect">
          <a:avLst/>
        </a:prstGeom>
        <a:solidFill>
          <a:schemeClr val="accent1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верхівки козацтва.</a:t>
          </a:r>
          <a:endParaRPr lang="uk-UA" sz="2500" kern="1200"/>
        </a:p>
      </dsp:txBody>
      <dsp:txXfrm>
        <a:off x="29271" y="1405326"/>
        <a:ext cx="4696338" cy="541083"/>
      </dsp:txXfrm>
    </dsp:sp>
    <dsp:sp modelId="{04D5E0F0-279F-4B55-B970-ABA0647EE323}">
      <dsp:nvSpPr>
        <dsp:cNvPr id="0" name=""/>
        <dsp:cNvSpPr/>
      </dsp:nvSpPr>
      <dsp:spPr>
        <a:xfrm>
          <a:off x="0" y="2047680"/>
          <a:ext cx="475488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/>
            <a:t>православної шляхти.</a:t>
          </a:r>
          <a:endParaRPr lang="uk-UA" sz="2500" kern="1200"/>
        </a:p>
      </dsp:txBody>
      <dsp:txXfrm>
        <a:off x="29271" y="2076951"/>
        <a:ext cx="4696338" cy="541083"/>
      </dsp:txXfrm>
    </dsp:sp>
    <dsp:sp modelId="{BD65ADA8-9E09-469B-B186-F440D04C8CB7}">
      <dsp:nvSpPr>
        <dsp:cNvPr id="0" name=""/>
        <dsp:cNvSpPr/>
      </dsp:nvSpPr>
      <dsp:spPr>
        <a:xfrm>
          <a:off x="0" y="2719305"/>
          <a:ext cx="4754880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/>
            <a:t>греко-</a:t>
          </a:r>
          <a:r>
            <a:rPr lang="ru-RU" sz="2500" kern="1200" dirty="0" err="1"/>
            <a:t>католицького</a:t>
          </a:r>
          <a:r>
            <a:rPr lang="ru-RU" sz="2500" kern="1200" dirty="0"/>
            <a:t> духовенства</a:t>
          </a:r>
          <a:endParaRPr lang="uk-UA" sz="2500" kern="1200" dirty="0"/>
        </a:p>
      </dsp:txBody>
      <dsp:txXfrm>
        <a:off x="29271" y="2748576"/>
        <a:ext cx="4696338" cy="541083"/>
      </dsp:txXfrm>
    </dsp:sp>
  </dsp:spTree>
</dsp:drawing>
</file>

<file path=ppt/diagrams/drawing10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967D0C-6D16-4808-85B6-176E444333B5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/>
            <a:t>призначення гетьманом.</a:t>
          </a:r>
          <a:endParaRPr lang="uk-UA" sz="2300" kern="1200"/>
        </a:p>
      </dsp:txBody>
      <dsp:txXfrm rot="10800000">
        <a:off x="1207108" y="1257"/>
        <a:ext cx="2956662" cy="821331"/>
      </dsp:txXfrm>
    </dsp:sp>
    <dsp:sp modelId="{F920B1BC-8F32-45D3-A8BC-6760D60A5BC5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88A04D-2416-4089-8DDF-F16844A2963B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err="1"/>
            <a:t>бойового</a:t>
          </a:r>
          <a:r>
            <a:rPr lang="ru-RU" sz="2300" kern="1200" dirty="0"/>
            <a:t> </a:t>
          </a:r>
          <a:r>
            <a:rPr lang="ru-RU" sz="2300" kern="1200" dirty="0" err="1"/>
            <a:t>галасу</a:t>
          </a:r>
          <a:r>
            <a:rPr lang="ru-RU" sz="2300" kern="1200" dirty="0"/>
            <a:t>.</a:t>
          </a:r>
          <a:endParaRPr lang="uk-UA" sz="2300" kern="1200" dirty="0"/>
        </a:p>
      </dsp:txBody>
      <dsp:txXfrm rot="10800000">
        <a:off x="1207108" y="1067762"/>
        <a:ext cx="2956662" cy="821331"/>
      </dsp:txXfrm>
    </dsp:sp>
    <dsp:sp modelId="{016BAC87-8D54-48A0-93A6-51FBB10C0A6A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336E57-426C-41FB-9C58-A47C41508D0D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/>
            <a:t>займанщини.</a:t>
          </a:r>
          <a:endParaRPr lang="uk-UA" sz="2300" kern="1200"/>
        </a:p>
      </dsp:txBody>
      <dsp:txXfrm rot="10800000">
        <a:off x="1207108" y="2134266"/>
        <a:ext cx="2956662" cy="821331"/>
      </dsp:txXfrm>
    </dsp:sp>
    <dsp:sp modelId="{F87BECEA-B7D4-40EB-AA35-919B4B322840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969BDC-C75D-4FC6-B3EE-F77A0C0AAC04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/>
            <a:t>виборів.</a:t>
          </a:r>
          <a:endParaRPr lang="uk-UA" sz="2300" kern="1200"/>
        </a:p>
      </dsp:txBody>
      <dsp:txXfrm rot="10800000">
        <a:off x="1207108" y="3200771"/>
        <a:ext cx="2956662" cy="821331"/>
      </dsp:txXfrm>
    </dsp:sp>
    <dsp:sp modelId="{998A63B8-4874-44FB-A18A-37688971913E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967D0C-6D16-4808-85B6-176E444333B5}">
      <dsp:nvSpPr>
        <dsp:cNvPr id="0" name=""/>
        <dsp:cNvSpPr/>
      </dsp:nvSpPr>
      <dsp:spPr>
        <a:xfrm rot="10800000">
          <a:off x="1001775" y="1257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/>
            <a:t>призначення гетьманом.</a:t>
          </a:r>
          <a:endParaRPr lang="uk-UA" sz="2300" kern="1200"/>
        </a:p>
      </dsp:txBody>
      <dsp:txXfrm rot="10800000">
        <a:off x="1207108" y="1257"/>
        <a:ext cx="2956662" cy="821331"/>
      </dsp:txXfrm>
    </dsp:sp>
    <dsp:sp modelId="{F920B1BC-8F32-45D3-A8BC-6760D60A5BC5}">
      <dsp:nvSpPr>
        <dsp:cNvPr id="0" name=""/>
        <dsp:cNvSpPr/>
      </dsp:nvSpPr>
      <dsp:spPr>
        <a:xfrm>
          <a:off x="591109" y="1257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88A04D-2416-4089-8DDF-F16844A2963B}">
      <dsp:nvSpPr>
        <dsp:cNvPr id="0" name=""/>
        <dsp:cNvSpPr/>
      </dsp:nvSpPr>
      <dsp:spPr>
        <a:xfrm rot="10800000">
          <a:off x="1001775" y="1067762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err="1"/>
            <a:t>бойового</a:t>
          </a:r>
          <a:r>
            <a:rPr lang="ru-RU" sz="2300" kern="1200" dirty="0"/>
            <a:t> </a:t>
          </a:r>
          <a:r>
            <a:rPr lang="ru-RU" sz="2300" kern="1200" dirty="0" err="1"/>
            <a:t>галасу</a:t>
          </a:r>
          <a:r>
            <a:rPr lang="ru-RU" sz="2300" kern="1200" dirty="0"/>
            <a:t>.</a:t>
          </a:r>
          <a:endParaRPr lang="uk-UA" sz="2300" kern="1200" dirty="0"/>
        </a:p>
      </dsp:txBody>
      <dsp:txXfrm rot="10800000">
        <a:off x="1207108" y="1067762"/>
        <a:ext cx="2956662" cy="821331"/>
      </dsp:txXfrm>
    </dsp:sp>
    <dsp:sp modelId="{016BAC87-8D54-48A0-93A6-51FBB10C0A6A}">
      <dsp:nvSpPr>
        <dsp:cNvPr id="0" name=""/>
        <dsp:cNvSpPr/>
      </dsp:nvSpPr>
      <dsp:spPr>
        <a:xfrm>
          <a:off x="591109" y="1067762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336E57-426C-41FB-9C58-A47C41508D0D}">
      <dsp:nvSpPr>
        <dsp:cNvPr id="0" name=""/>
        <dsp:cNvSpPr/>
      </dsp:nvSpPr>
      <dsp:spPr>
        <a:xfrm rot="10800000">
          <a:off x="1001775" y="2134266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/>
            <a:t>займанщини.</a:t>
          </a:r>
          <a:endParaRPr lang="uk-UA" sz="2300" kern="1200"/>
        </a:p>
      </dsp:txBody>
      <dsp:txXfrm rot="10800000">
        <a:off x="1207108" y="2134266"/>
        <a:ext cx="2956662" cy="821331"/>
      </dsp:txXfrm>
    </dsp:sp>
    <dsp:sp modelId="{F87BECEA-B7D4-40EB-AA35-919B4B322840}">
      <dsp:nvSpPr>
        <dsp:cNvPr id="0" name=""/>
        <dsp:cNvSpPr/>
      </dsp:nvSpPr>
      <dsp:spPr>
        <a:xfrm>
          <a:off x="591109" y="2134266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969BDC-C75D-4FC6-B3EE-F77A0C0AAC04}">
      <dsp:nvSpPr>
        <dsp:cNvPr id="0" name=""/>
        <dsp:cNvSpPr/>
      </dsp:nvSpPr>
      <dsp:spPr>
        <a:xfrm rot="10800000">
          <a:off x="1001775" y="3200771"/>
          <a:ext cx="3161995" cy="821331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84" tIns="87630" rIns="163576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err="1"/>
            <a:t>виборів</a:t>
          </a:r>
          <a:r>
            <a:rPr lang="ru-RU" sz="2300" kern="1200" dirty="0"/>
            <a:t>.</a:t>
          </a:r>
          <a:endParaRPr lang="uk-UA" sz="2300" kern="1200" dirty="0"/>
        </a:p>
      </dsp:txBody>
      <dsp:txXfrm rot="10800000">
        <a:off x="1207108" y="3200771"/>
        <a:ext cx="2956662" cy="821331"/>
      </dsp:txXfrm>
    </dsp:sp>
    <dsp:sp modelId="{998A63B8-4874-44FB-A18A-37688971913E}">
      <dsp:nvSpPr>
        <dsp:cNvPr id="0" name=""/>
        <dsp:cNvSpPr/>
      </dsp:nvSpPr>
      <dsp:spPr>
        <a:xfrm>
          <a:off x="591109" y="3200771"/>
          <a:ext cx="821331" cy="821331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D71114-6A6D-44BE-B370-03A1F0BB7C96}">
      <dsp:nvSpPr>
        <dsp:cNvPr id="0" name=""/>
        <dsp:cNvSpPr/>
      </dsp:nvSpPr>
      <dsp:spPr>
        <a:xfrm>
          <a:off x="0" y="24660"/>
          <a:ext cx="6025066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братських шкіл.</a:t>
          </a:r>
          <a:endParaRPr lang="uk-UA" sz="3800" kern="1200"/>
        </a:p>
      </dsp:txBody>
      <dsp:txXfrm>
        <a:off x="44492" y="69152"/>
        <a:ext cx="5936082" cy="822446"/>
      </dsp:txXfrm>
    </dsp:sp>
    <dsp:sp modelId="{E1C2302B-CCFD-4C40-B681-65B3E1C6D24A}">
      <dsp:nvSpPr>
        <dsp:cNvPr id="0" name=""/>
        <dsp:cNvSpPr/>
      </dsp:nvSpPr>
      <dsp:spPr>
        <a:xfrm>
          <a:off x="0" y="1045530"/>
          <a:ext cx="6025066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цехових майстрів.</a:t>
          </a:r>
          <a:endParaRPr lang="uk-UA" sz="3800" kern="1200"/>
        </a:p>
      </dsp:txBody>
      <dsp:txXfrm>
        <a:off x="44492" y="1090022"/>
        <a:ext cx="5936082" cy="822446"/>
      </dsp:txXfrm>
    </dsp:sp>
    <dsp:sp modelId="{3D48472F-877F-4A6B-8DB4-4F93C0821C18}">
      <dsp:nvSpPr>
        <dsp:cNvPr id="0" name=""/>
        <dsp:cNvSpPr/>
      </dsp:nvSpPr>
      <dsp:spPr>
        <a:xfrm>
          <a:off x="0" y="2066400"/>
          <a:ext cx="6025066" cy="911430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 err="1"/>
            <a:t>козацького</a:t>
          </a:r>
          <a:r>
            <a:rPr lang="ru-RU" sz="3800" kern="1200" dirty="0"/>
            <a:t> </a:t>
          </a:r>
          <a:r>
            <a:rPr lang="ru-RU" sz="3800" kern="1200" dirty="0" err="1"/>
            <a:t>війська</a:t>
          </a:r>
          <a:r>
            <a:rPr lang="ru-RU" sz="3800" kern="1200" dirty="0"/>
            <a:t>.</a:t>
          </a:r>
          <a:endParaRPr lang="uk-UA" sz="3800" kern="1200" dirty="0"/>
        </a:p>
      </dsp:txBody>
      <dsp:txXfrm>
        <a:off x="44492" y="2110892"/>
        <a:ext cx="5936082" cy="822446"/>
      </dsp:txXfrm>
    </dsp:sp>
    <dsp:sp modelId="{1B820657-A38C-446D-B175-721F0E566417}">
      <dsp:nvSpPr>
        <dsp:cNvPr id="0" name=""/>
        <dsp:cNvSpPr/>
      </dsp:nvSpPr>
      <dsp:spPr>
        <a:xfrm>
          <a:off x="0" y="3087270"/>
          <a:ext cx="6025066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міського самоврядування.</a:t>
          </a:r>
          <a:endParaRPr lang="uk-UA" sz="3800" kern="1200"/>
        </a:p>
      </dsp:txBody>
      <dsp:txXfrm>
        <a:off x="44492" y="3131762"/>
        <a:ext cx="5936082" cy="822446"/>
      </dsp:txXfrm>
    </dsp:sp>
  </dsp:spTree>
</dsp:drawing>
</file>

<file path=ppt/diagrams/drawing10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D71114-6A6D-44BE-B370-03A1F0BB7C96}">
      <dsp:nvSpPr>
        <dsp:cNvPr id="0" name=""/>
        <dsp:cNvSpPr/>
      </dsp:nvSpPr>
      <dsp:spPr>
        <a:xfrm>
          <a:off x="0" y="24660"/>
          <a:ext cx="6025066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братських шкіл.</a:t>
          </a:r>
          <a:endParaRPr lang="uk-UA" sz="3800" kern="1200"/>
        </a:p>
      </dsp:txBody>
      <dsp:txXfrm>
        <a:off x="44492" y="69152"/>
        <a:ext cx="5936082" cy="822446"/>
      </dsp:txXfrm>
    </dsp:sp>
    <dsp:sp modelId="{E1C2302B-CCFD-4C40-B681-65B3E1C6D24A}">
      <dsp:nvSpPr>
        <dsp:cNvPr id="0" name=""/>
        <dsp:cNvSpPr/>
      </dsp:nvSpPr>
      <dsp:spPr>
        <a:xfrm>
          <a:off x="0" y="1045530"/>
          <a:ext cx="6025066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цехових майстрів.</a:t>
          </a:r>
          <a:endParaRPr lang="uk-UA" sz="3800" kern="1200"/>
        </a:p>
      </dsp:txBody>
      <dsp:txXfrm>
        <a:off x="44492" y="1090022"/>
        <a:ext cx="5936082" cy="822446"/>
      </dsp:txXfrm>
    </dsp:sp>
    <dsp:sp modelId="{3D48472F-877F-4A6B-8DB4-4F93C0821C18}">
      <dsp:nvSpPr>
        <dsp:cNvPr id="0" name=""/>
        <dsp:cNvSpPr/>
      </dsp:nvSpPr>
      <dsp:spPr>
        <a:xfrm>
          <a:off x="0" y="2066400"/>
          <a:ext cx="6025066" cy="911430"/>
        </a:xfrm>
        <a:prstGeom prst="roundRect">
          <a:avLst/>
        </a:prstGeom>
        <a:solidFill>
          <a:srgbClr val="0070C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 err="1"/>
            <a:t>козацького</a:t>
          </a:r>
          <a:r>
            <a:rPr lang="ru-RU" sz="3800" kern="1200" dirty="0"/>
            <a:t> </a:t>
          </a:r>
          <a:r>
            <a:rPr lang="ru-RU" sz="3800" kern="1200"/>
            <a:t>війська</a:t>
          </a:r>
          <a:r>
            <a:rPr lang="ru-RU" sz="3800" kern="1200" dirty="0"/>
            <a:t>.</a:t>
          </a:r>
          <a:endParaRPr lang="uk-UA" sz="3800" kern="1200" dirty="0"/>
        </a:p>
      </dsp:txBody>
      <dsp:txXfrm>
        <a:off x="44492" y="2110892"/>
        <a:ext cx="5936082" cy="822446"/>
      </dsp:txXfrm>
    </dsp:sp>
    <dsp:sp modelId="{1B820657-A38C-446D-B175-721F0E566417}">
      <dsp:nvSpPr>
        <dsp:cNvPr id="0" name=""/>
        <dsp:cNvSpPr/>
      </dsp:nvSpPr>
      <dsp:spPr>
        <a:xfrm>
          <a:off x="0" y="3087270"/>
          <a:ext cx="6025066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 err="1"/>
            <a:t>міського</a:t>
          </a:r>
          <a:r>
            <a:rPr lang="ru-RU" sz="3800" kern="1200" dirty="0"/>
            <a:t> </a:t>
          </a:r>
          <a:r>
            <a:rPr lang="ru-RU" sz="3800" kern="1200" dirty="0" err="1"/>
            <a:t>самоврядування</a:t>
          </a:r>
          <a:r>
            <a:rPr lang="ru-RU" sz="3800" kern="1200" dirty="0"/>
            <a:t>.</a:t>
          </a:r>
          <a:endParaRPr lang="uk-UA" sz="3800" kern="1200" dirty="0"/>
        </a:p>
      </dsp:txBody>
      <dsp:txXfrm>
        <a:off x="44492" y="3131762"/>
        <a:ext cx="5936082" cy="822446"/>
      </dsp:txXfrm>
    </dsp:sp>
  </dsp:spTree>
</dsp:drawing>
</file>

<file path=ppt/diagrams/drawing1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D71114-6A6D-44BE-B370-03A1F0BB7C96}">
      <dsp:nvSpPr>
        <dsp:cNvPr id="0" name=""/>
        <dsp:cNvSpPr/>
      </dsp:nvSpPr>
      <dsp:spPr>
        <a:xfrm>
          <a:off x="0" y="24660"/>
          <a:ext cx="6025066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/>
            <a:t>братських шкіл.</a:t>
          </a:r>
          <a:endParaRPr lang="uk-UA" sz="3800" kern="1200"/>
        </a:p>
      </dsp:txBody>
      <dsp:txXfrm>
        <a:off x="44492" y="69152"/>
        <a:ext cx="5936082" cy="822446"/>
      </dsp:txXfrm>
    </dsp:sp>
    <dsp:sp modelId="{E1C2302B-CCFD-4C40-B681-65B3E1C6D24A}">
      <dsp:nvSpPr>
        <dsp:cNvPr id="0" name=""/>
        <dsp:cNvSpPr/>
      </dsp:nvSpPr>
      <dsp:spPr>
        <a:xfrm>
          <a:off x="0" y="1045530"/>
          <a:ext cx="6025066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 err="1"/>
            <a:t>цехових</a:t>
          </a:r>
          <a:r>
            <a:rPr lang="ru-RU" sz="3800" kern="1200" dirty="0"/>
            <a:t> </a:t>
          </a:r>
          <a:r>
            <a:rPr lang="ru-RU" sz="3800" kern="1200" dirty="0" err="1"/>
            <a:t>майстрів</a:t>
          </a:r>
          <a:r>
            <a:rPr lang="ru-RU" sz="3800" kern="1200" dirty="0"/>
            <a:t>.</a:t>
          </a:r>
          <a:endParaRPr lang="uk-UA" sz="3800" kern="1200" dirty="0"/>
        </a:p>
      </dsp:txBody>
      <dsp:txXfrm>
        <a:off x="44492" y="1090022"/>
        <a:ext cx="5936082" cy="822446"/>
      </dsp:txXfrm>
    </dsp:sp>
    <dsp:sp modelId="{3D48472F-877F-4A6B-8DB4-4F93C0821C18}">
      <dsp:nvSpPr>
        <dsp:cNvPr id="0" name=""/>
        <dsp:cNvSpPr/>
      </dsp:nvSpPr>
      <dsp:spPr>
        <a:xfrm>
          <a:off x="0" y="2066400"/>
          <a:ext cx="6025066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 err="1"/>
            <a:t>козацького</a:t>
          </a:r>
          <a:r>
            <a:rPr lang="ru-RU" sz="3800" kern="1200" dirty="0"/>
            <a:t> </a:t>
          </a:r>
          <a:r>
            <a:rPr lang="ru-RU" sz="3800" kern="1200"/>
            <a:t>війська</a:t>
          </a:r>
          <a:r>
            <a:rPr lang="ru-RU" sz="3800" kern="1200" dirty="0"/>
            <a:t>.</a:t>
          </a:r>
          <a:endParaRPr lang="uk-UA" sz="3800" kern="1200" dirty="0"/>
        </a:p>
      </dsp:txBody>
      <dsp:txXfrm>
        <a:off x="44492" y="2110892"/>
        <a:ext cx="5936082" cy="822446"/>
      </dsp:txXfrm>
    </dsp:sp>
    <dsp:sp modelId="{1B820657-A38C-446D-B175-721F0E566417}">
      <dsp:nvSpPr>
        <dsp:cNvPr id="0" name=""/>
        <dsp:cNvSpPr/>
      </dsp:nvSpPr>
      <dsp:spPr>
        <a:xfrm>
          <a:off x="0" y="3087270"/>
          <a:ext cx="6025066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kern="1200" dirty="0" err="1"/>
            <a:t>міського</a:t>
          </a:r>
          <a:r>
            <a:rPr lang="ru-RU" sz="3800" kern="1200" dirty="0"/>
            <a:t> </a:t>
          </a:r>
          <a:r>
            <a:rPr lang="ru-RU" sz="3800" kern="1200" dirty="0" err="1"/>
            <a:t>самоврядування</a:t>
          </a:r>
          <a:r>
            <a:rPr lang="ru-RU" sz="3800" kern="1200" dirty="0"/>
            <a:t>.</a:t>
          </a:r>
          <a:endParaRPr lang="uk-UA" sz="3800" kern="1200" dirty="0"/>
        </a:p>
      </dsp:txBody>
      <dsp:txXfrm>
        <a:off x="44492" y="3131762"/>
        <a:ext cx="5936082" cy="8224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85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9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9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97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0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0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0:51.62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1 180 24575,'5972'0'-5704,"-4329"0"6873,0 0 3366,-1529-4-4535,0-4 0,138-29 0,-143 18 0,77-15 0,-69 9 0,201-15 0,123 28 0,-10 11 0,282 4 0,-427 9 0,167 1 0,345-14 0,-644 15 112,-63-4-1589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0:52.26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16 1 24575,'0'1650'0,"0"-1636"-119,1-10 46,-1 0 0,0 0-1,0 0 1,0 0 0,0 0-1,0-1 1,-1 1 0,0 0-1,0 0 1,0 0 0,0 0 0,0-1-1,-1 1 1,0 0 0,0-1-1,-2 4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0:53.32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24575,'3'204'0,"37"266"0,31-18 0,-64-407-455,-2 0 0,-1 57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0:55.23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401 0 24575,'-2'12'0,"0"1"0,-1-1 0,0 0 0,0 0 0,-2-1 0,-8 20 0,4-12 0,-55 136 0,-168 288 0,167-321-1365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0:55.86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 1 24575,'-1'1'0,"1"0"0,0 0 0,-1 0 0,1 0 0,0 0 0,0 0 0,-1 0 0,1 0 0,0 0 0,0 0 0,0 0 0,0 0 0,0 0 0,1 0 0,-1 0 0,0 0 0,0 0 0,1 0 0,-1 0 0,1-1 0,-1 1 0,0 0 0,1 0 0,0 0 0,0 1 0,2 4 0,21 44 0,3 0 0,46 64 0,79 85 0,-1-25 0,200 176 0,-343-343-114,0 1 1,-1-1-1,0 2 0,0-1 0,0 1 1,-1 0-1,-1 0 0,1 0 0,-2 1 1,1 0-1,5 19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0:59.30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 1 24575,'-1'69'0,"-1"-25"0,2 1 0,2-1 0,1 1 0,3-1 0,15 58 0,-16-86 0,11 36 0,41 93 0,-57-144 0,1 0 0,-1 1 0,0-1 0,1 0 0,0 0 0,-1 0 0,1 0 0,0 1 0,-1-1 0,1 0 0,0 0 0,0 0 0,0 0 0,0-1 0,0 1 0,0 0 0,0 0 0,0 0 0,0-1 0,1 1 0,-1-1 0,0 1 0,0-1 0,1 1 0,-1-1 0,0 0 0,1 0 0,-1 1 0,0-1 0,0 0 0,2 0 0,0-2 0,-1 1 0,1 0 0,-1-1 0,0 0 0,0 1 0,0-1 0,0 0 0,0 0 0,0 0 0,0 0 0,-1-1 0,1 1 0,2-5 0,5-12 0,0 1 0,11-40 0,45-159 0,-48 164-96,-14 38-19,2 0-1,-1 0 1,2 0 0,0 1-1,1-1 1,0 2-1,1-1 1,1 1 0,0 0-1,12-12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04.01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24575,'2'47'0,"3"-1"0,14 65 0,-9-60 0,6 84 0,-16 172 95,-1-140-1555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06.06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448 0 24575,'0'9'0,"-5"11"0,-5 2 0,-9 15 0,-7 6 0,-11 7 0,-4 10 0,-4-2 0,2 2 0,0-1 0,2-1 0,4-6 0,9-8 0,4-7 0,-2-1 0,3-2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06.67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24575,'13'26'0,"13"13"0,6 12 0,15 20 0,17 19 0,15 16 0,-2-2 0,-1-1 0,-9-9 0,-16-17 0,-12-12 0,-4-9 0,-4-10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07.60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1 300 24575,'3'94'0,"4"0"0,32 151 0,-25-161 0,2 118 0,-15-195 0,0 0 0,0 1 0,0-1 0,1 0 0,0 0 0,1 0 0,-1 0 0,8 12 0,-10-18 0,1 0 0,0 0 0,-1 0 0,1 0 0,0 0 0,0 0 0,0-1 0,0 1 0,0 0 0,0 0 0,0-1 0,0 1 0,0 0 0,0-1 0,0 1 0,0-1 0,0 0 0,1 1 0,-1-1 0,0 0 0,0 0 0,2 1 0,-1-2 0,1 0 0,-1 1 0,0-1 0,0 0 0,0 0 0,-1 0 0,1-1 0,0 1 0,0 0 0,0-1 0,-1 1 0,1-1 0,-1 0 0,1 1 0,-1-1 0,0 0 0,2-3 0,13-23 0,-2-1 0,-1 0 0,-1-1 0,-2 0 0,9-41 0,6-18 0,26-55-341,6 2 0,7 3-1,103-168 1,-139 263-6485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08.22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24575,'0'1112'-1365,"0"-1073"-5461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09.03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24575,'0'22'0,"0"28"0,0 24 0,0 24 0,0 9 0,0 3 0,0-8 0,0-8 0,0-12 0,0-11 0,0-9 0,0-7 0,0 1 0,0-1 0,0-5 0,0-11-8191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10.97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14.09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14.77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15.24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24575,'0'9'0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15.65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37.60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827 0 24575,'-1'34'0,"-2"0"0,-1 0 0,-2-1 0,-14 46 0,-53 128 0,70-200 0,-203 455 0,134-344 0,-9 20 0,71-121 0,0-1 0,-1 0 0,0-1 0,-23 22 0,20-22 0,1 0 0,0 2 0,-15 24 0,15-21 0,-1 0 0,0-1 0,-2-1 0,0 0 0,0-1 0,-36 27 0,49-42 0,-4 4-105,1-1 0,0 1 0,0 0 0,1 0 0,0 1 0,0 0 0,0 0 0,1 0 0,0 0 0,0 1 0,1-1 0,-5 16 0,7-7-6721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38.0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0 170 24575,'7'-1'0,"1"0"0,-1-1 0,0 0 0,0 0 0,0-1 0,0 0 0,0 0 0,-1-1 0,10-5 0,18-10 0,27-7 0,0 2 0,106-26 0,-112 36-1365,-32 8-5461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38.8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0 510 24575,'0'-4'0,"0"-6"0,0-10 0,0-6 0,0-7 0,4-6 0,2-6 0,-1-4 0,0-1 0,-2-2 0,-1 4 0,-1 6 0,-1 6 0,0 4 0,0 8-8191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0:51.62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1 180 24575,'5972'0'-5704,"-4329"0"6873,0 0 3366,-1529-4-4535,0-4 0,138-29 0,-143 18 0,77-15 0,-69 9 0,201-15 0,123 28 0,-10 11 0,282 4 0,-427 9 0,167 1 0,345-14 0,-644 15 112,-63-4-1589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0:52.26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16 1 24575,'0'1650'0,"0"-1636"-119,1-10 46,-1 0 0,0 0-1,0 0 1,0 0 0,0 0-1,0-1 1,-1 1 0,0 0-1,0 0 1,0 0 0,0 0 0,0-1-1,-1 1 1,0 0 0,0-1-1,-2 4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0:53.32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24575,'3'204'0,"37"266"0,31-18 0,-64-407-455,-2 0 0,-1 57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0:55.23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401 0 24575,'-2'12'0,"0"1"0,-1-1 0,0 0 0,0 0 0,-2-1 0,-8 20 0,4-12 0,-55 136 0,-168 288 0,167-321-1365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0:55.86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3 1 24575,'-1'1'0,"1"0"0,0 0 0,-1 0 0,1 0 0,0 0 0,0 0 0,-1 0 0,1 0 0,0 0 0,0 0 0,0 0 0,0 0 0,0 0 0,1 0 0,-1 0 0,0 0 0,0 0 0,1 0 0,-1 0 0,1-1 0,-1 1 0,0 0 0,1 0 0,0 0 0,0 1 0,2 4 0,21 44 0,3 0 0,46 64 0,79 85 0,-1-25 0,200 176 0,-343-343-114,0 1 1,-1-1-1,0 2 0,0-1 0,0 1 1,-1 0-1,-1 0 0,1 0 0,-2 1 1,1 0-1,5 19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0:59.30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 1 24575,'-1'69'0,"-1"-25"0,2 1 0,2-1 0,1 1 0,3-1 0,15 58 0,-16-86 0,11 36 0,41 93 0,-57-144 0,1 0 0,-1 1 0,0-1 0,1 0 0,0 0 0,-1 0 0,1 0 0,0 1 0,-1-1 0,1 0 0,0 0 0,0 0 0,0 0 0,0-1 0,0 1 0,0 0 0,0 0 0,0 0 0,0-1 0,1 1 0,-1-1 0,0 1 0,0-1 0,1 1 0,-1-1 0,0 0 0,1 0 0,-1 1 0,0-1 0,0 0 0,2 0 0,0-2 0,-1 1 0,1 0 0,-1-1 0,0 0 0,0 1 0,0-1 0,0 0 0,0 0 0,0 0 0,0 0 0,-1-1 0,1 1 0,2-5 0,5-12 0,0 1 0,11-40 0,45-159 0,-48 164-96,-14 38-19,2 0-1,-1 0 1,2 0 0,0 1-1,1-1 1,0 2-1,1-1 1,1 1 0,0 0-1,12-12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04.01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24575,'2'47'0,"3"-1"0,14 65 0,-9-60 0,6 84 0,-16 172 95,-1-140-1555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06.06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448 0 24575,'0'9'0,"-5"11"0,-5 2 0,-9 15 0,-7 6 0,-11 7 0,-4 10 0,-4-2 0,2 2 0,0-1 0,2-1 0,4-6 0,9-8 0,4-7 0,-2-1 0,3-2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06.67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24575,'13'26'0,"13"13"0,6 12 0,15 20 0,17 19 0,15 16 0,-2-2 0,-1-1 0,-9-9 0,-16-17 0,-12-12 0,-4-9 0,-4-10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07.60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1 300 24575,'3'94'0,"4"0"0,32 151 0,-25-161 0,2 118 0,-15-195 0,0 0 0,0 1 0,0-1 0,1 0 0,0 0 0,1 0 0,-1 0 0,8 12 0,-10-18 0,1 0 0,0 0 0,-1 0 0,1 0 0,0 0 0,0 0 0,0-1 0,0 1 0,0 0 0,0 0 0,0-1 0,0 1 0,0 0 0,0-1 0,0 1 0,0-1 0,0 0 0,1 1 0,-1-1 0,0 0 0,0 0 0,2 1 0,-1-2 0,1 0 0,-1 1 0,0-1 0,0 0 0,0 0 0,-1 0 0,1-1 0,0 1 0,0 0 0,0-1 0,-1 1 0,1-1 0,-1 0 0,1 1 0,-1-1 0,0 0 0,2-3 0,13-23 0,-2-1 0,-1 0 0,-1-1 0,-2 0 0,9-41 0,6-18 0,26-55-341,6 2 0,7 3-1,103-168 1,-139 263-6485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08.22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24575,'0'1112'-1365,"0"-1073"-5461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09.03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24575,'0'22'0,"0"28"0,0 24 0,0 24 0,0 9 0,0 3 0,0-8 0,0-8 0,0-12 0,0-11 0,0-9 0,0-7 0,0 1 0,0-1 0,0-5 0,0-11-8191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10.97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14.09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0 1 24575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14.77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15.24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24575,'0'9'0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15.657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0 0 24575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37.60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827 0 24575,'-1'34'0,"-2"0"0,-1 0 0,-2-1 0,-14 46 0,-53 128 0,70-200 0,-203 455 0,134-344 0,-9 20 0,71-121 0,0-1 0,-1 0 0,0-1 0,-23 22 0,20-22 0,1 0 0,0 2 0,-15 24 0,15-21 0,-1 0 0,0-1 0,-2-1 0,0 0 0,0-1 0,-36 27 0,49-42 0,-4 4-105,1-1 0,0 1 0,0 0 0,1 0 0,0 1 0,0 0 0,0 0 0,1 0 0,0 0 0,0 1 0,1-1 0,-5 16 0,7-7-6721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38.05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0 170 24575,'7'-1'0,"1"0"0,-1-1 0,0 0 0,0 0 0,0-1 0,0 0 0,0 0 0,-1-1 0,10-5 0,18-10 0,27-7 0,0 2 0,106-26 0,-112 36-1365,-32 8-5461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2T14:21:38.8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0 510 24575,'0'-4'0,"0"-6"0,0-10 0,0-6 0,0-7 0,4-6 0,2-6 0,-1-4 0,0-1 0,-2-2 0,-1 4 0,-1 6 0,-1 6 0,0 4 0,0 8-8191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DF08D6-F052-4ED4-AB00-F42EA3ADF625}" type="datetimeFigureOut">
              <a:rPr lang="uk-UA" smtClean="0"/>
              <a:t>27.10.2024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B46FF-D050-4CCB-A006-B17D37796D7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75112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BA36E-AD6B-45C4-97A7-924462F40D70}" type="slidenum">
              <a:rPr lang="uk-UA" smtClean="0"/>
              <a:t>22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64435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1BA36E-AD6B-45C4-97A7-924462F40D70}" type="slidenum">
              <a:rPr lang="uk-UA" smtClean="0"/>
              <a:t>23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88304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5D4389C-DC21-4B65-995C-6A8F27B60CCD}" type="datetimeFigureOut">
              <a:rPr lang="uk-UA" smtClean="0"/>
              <a:t>27.10.2024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‹#›</a:t>
            </a:fld>
            <a:endParaRPr lang="uk-UA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22640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27.10.2024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12993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27.10.2024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‹#›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44092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27.10.2024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0843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27.10.2024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566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27.10.2024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2462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27.10.2024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34649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27.10.2024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9026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27.10.2024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‹#›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777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27.10.2024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53760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4389C-DC21-4B65-995C-6A8F27B60CCD}" type="datetimeFigureOut">
              <a:rPr lang="uk-UA" smtClean="0"/>
              <a:t>27.10.2024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E4295-0D90-4896-80AA-553BFCD9789B}" type="slidenum">
              <a:rPr lang="uk-UA" smtClean="0"/>
              <a:t>‹#›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458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5D4389C-DC21-4B65-995C-6A8F27B60CCD}" type="datetimeFigureOut">
              <a:rPr lang="uk-UA" smtClean="0"/>
              <a:t>27.10.2024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02E4295-0D90-4896-80AA-553BFCD9789B}" type="slidenum">
              <a:rPr lang="uk-UA" smtClean="0"/>
              <a:t>‹#›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2276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diagramDrawing" Target="../diagrams/drawing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12" Type="http://schemas.openxmlformats.org/officeDocument/2006/relationships/diagramColors" Target="../diagrams/colors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openxmlformats.org/officeDocument/2006/relationships/diagramQuickStyle" Target="../diagrams/quickStyle2.xml"/><Relationship Id="rId5" Type="http://schemas.openxmlformats.org/officeDocument/2006/relationships/diagramColors" Target="../diagrams/colors1.xml"/><Relationship Id="rId10" Type="http://schemas.openxmlformats.org/officeDocument/2006/relationships/diagramLayout" Target="../diagrams/layout2.xml"/><Relationship Id="rId4" Type="http://schemas.openxmlformats.org/officeDocument/2006/relationships/diagramQuickStyle" Target="../diagrams/quickStyle1.xml"/><Relationship Id="rId9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12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13" Type="http://schemas.openxmlformats.org/officeDocument/2006/relationships/image" Target="../media/image8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7.png"/><Relationship Id="rId12" Type="http://schemas.microsoft.com/office/2007/relationships/diagramDrawing" Target="../diagrams/drawing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11" Type="http://schemas.openxmlformats.org/officeDocument/2006/relationships/diagramColors" Target="../diagrams/colors6.xml"/><Relationship Id="rId5" Type="http://schemas.openxmlformats.org/officeDocument/2006/relationships/diagramColors" Target="../diagrams/colors5.xml"/><Relationship Id="rId10" Type="http://schemas.openxmlformats.org/officeDocument/2006/relationships/diagramQuickStyle" Target="../diagrams/quickStyle6.xml"/><Relationship Id="rId4" Type="http://schemas.openxmlformats.org/officeDocument/2006/relationships/diagramQuickStyle" Target="../diagrams/quickStyle5.xml"/><Relationship Id="rId9" Type="http://schemas.openxmlformats.org/officeDocument/2006/relationships/diagramLayout" Target="../diagrams/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.xml"/><Relationship Id="rId3" Type="http://schemas.openxmlformats.org/officeDocument/2006/relationships/diagramLayout" Target="../diagrams/layout7.xml"/><Relationship Id="rId7" Type="http://schemas.openxmlformats.org/officeDocument/2006/relationships/image" Target="../media/image9.png"/><Relationship Id="rId12" Type="http://schemas.microsoft.com/office/2007/relationships/diagramDrawing" Target="../diagrams/drawing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11" Type="http://schemas.openxmlformats.org/officeDocument/2006/relationships/diagramColors" Target="../diagrams/colors8.xml"/><Relationship Id="rId5" Type="http://schemas.openxmlformats.org/officeDocument/2006/relationships/diagramColors" Target="../diagrams/colors7.xml"/><Relationship Id="rId10" Type="http://schemas.openxmlformats.org/officeDocument/2006/relationships/diagramQuickStyle" Target="../diagrams/quickStyle8.xml"/><Relationship Id="rId4" Type="http://schemas.openxmlformats.org/officeDocument/2006/relationships/diagramQuickStyle" Target="../diagrams/quickStyle7.xml"/><Relationship Id="rId9" Type="http://schemas.openxmlformats.org/officeDocument/2006/relationships/diagramLayout" Target="../diagrams/layout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9.xml"/><Relationship Id="rId7" Type="http://schemas.openxmlformats.org/officeDocument/2006/relationships/image" Target="../media/image10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5.xml"/><Relationship Id="rId13" Type="http://schemas.openxmlformats.org/officeDocument/2006/relationships/diagramData" Target="../diagrams/data16.xml"/><Relationship Id="rId3" Type="http://schemas.openxmlformats.org/officeDocument/2006/relationships/diagramLayout" Target="../diagrams/layout14.xml"/><Relationship Id="rId7" Type="http://schemas.openxmlformats.org/officeDocument/2006/relationships/diagramData" Target="../diagrams/data15.xml"/><Relationship Id="rId12" Type="http://schemas.openxmlformats.org/officeDocument/2006/relationships/image" Target="../media/image12.png"/><Relationship Id="rId17" Type="http://schemas.microsoft.com/office/2007/relationships/diagramDrawing" Target="../diagrams/drawing16.xml"/><Relationship Id="rId2" Type="http://schemas.openxmlformats.org/officeDocument/2006/relationships/diagramData" Target="../diagrams/data14.xml"/><Relationship Id="rId16" Type="http://schemas.openxmlformats.org/officeDocument/2006/relationships/diagramColors" Target="../diagrams/colors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11" Type="http://schemas.microsoft.com/office/2007/relationships/diagramDrawing" Target="../diagrams/drawing15.xml"/><Relationship Id="rId5" Type="http://schemas.openxmlformats.org/officeDocument/2006/relationships/diagramColors" Target="../diagrams/colors14.xml"/><Relationship Id="rId15" Type="http://schemas.openxmlformats.org/officeDocument/2006/relationships/diagramQuickStyle" Target="../diagrams/quickStyle16.xml"/><Relationship Id="rId10" Type="http://schemas.openxmlformats.org/officeDocument/2006/relationships/diagramColors" Target="../diagrams/colors15.xml"/><Relationship Id="rId4" Type="http://schemas.openxmlformats.org/officeDocument/2006/relationships/diagramQuickStyle" Target="../diagrams/quickStyle14.xml"/><Relationship Id="rId9" Type="http://schemas.openxmlformats.org/officeDocument/2006/relationships/diagramQuickStyle" Target="../diagrams/quickStyle15.xml"/><Relationship Id="rId14" Type="http://schemas.openxmlformats.org/officeDocument/2006/relationships/diagramLayout" Target="../diagrams/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0.xml"/><Relationship Id="rId13" Type="http://schemas.openxmlformats.org/officeDocument/2006/relationships/diagramLayout" Target="../diagrams/layout21.xml"/><Relationship Id="rId3" Type="http://schemas.openxmlformats.org/officeDocument/2006/relationships/diagramLayout" Target="../diagrams/layout19.xml"/><Relationship Id="rId7" Type="http://schemas.openxmlformats.org/officeDocument/2006/relationships/diagramData" Target="../diagrams/data20.xml"/><Relationship Id="rId12" Type="http://schemas.openxmlformats.org/officeDocument/2006/relationships/diagramData" Target="../diagrams/data21.xml"/><Relationship Id="rId2" Type="http://schemas.openxmlformats.org/officeDocument/2006/relationships/diagramData" Target="../diagrams/data19.xml"/><Relationship Id="rId16" Type="http://schemas.microsoft.com/office/2007/relationships/diagramDrawing" Target="../diagrams/drawing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11" Type="http://schemas.microsoft.com/office/2007/relationships/diagramDrawing" Target="../diagrams/drawing20.xml"/><Relationship Id="rId5" Type="http://schemas.openxmlformats.org/officeDocument/2006/relationships/diagramColors" Target="../diagrams/colors19.xml"/><Relationship Id="rId15" Type="http://schemas.openxmlformats.org/officeDocument/2006/relationships/diagramColors" Target="../diagrams/colors21.xml"/><Relationship Id="rId10" Type="http://schemas.openxmlformats.org/officeDocument/2006/relationships/diagramColors" Target="../diagrams/colors20.xml"/><Relationship Id="rId4" Type="http://schemas.openxmlformats.org/officeDocument/2006/relationships/diagramQuickStyle" Target="../diagrams/quickStyle19.xml"/><Relationship Id="rId9" Type="http://schemas.openxmlformats.org/officeDocument/2006/relationships/diagramQuickStyle" Target="../diagrams/quickStyle20.xml"/><Relationship Id="rId14" Type="http://schemas.openxmlformats.org/officeDocument/2006/relationships/diagramQuickStyle" Target="../diagrams/quickStyle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3.xml"/><Relationship Id="rId3" Type="http://schemas.openxmlformats.org/officeDocument/2006/relationships/diagramLayout" Target="../diagrams/layout22.xml"/><Relationship Id="rId7" Type="http://schemas.openxmlformats.org/officeDocument/2006/relationships/diagramData" Target="../diagrams/data23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11" Type="http://schemas.microsoft.com/office/2007/relationships/diagramDrawing" Target="../diagrams/drawing23.xml"/><Relationship Id="rId5" Type="http://schemas.openxmlformats.org/officeDocument/2006/relationships/diagramColors" Target="../diagrams/colors22.xml"/><Relationship Id="rId10" Type="http://schemas.openxmlformats.org/officeDocument/2006/relationships/diagramColors" Target="../diagrams/colors23.xml"/><Relationship Id="rId4" Type="http://schemas.openxmlformats.org/officeDocument/2006/relationships/diagramQuickStyle" Target="../diagrams/quickStyle22.xml"/><Relationship Id="rId9" Type="http://schemas.openxmlformats.org/officeDocument/2006/relationships/diagramQuickStyle" Target="../diagrams/quickStyle2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5.xml"/><Relationship Id="rId3" Type="http://schemas.openxmlformats.org/officeDocument/2006/relationships/diagramLayout" Target="../diagrams/layout24.xml"/><Relationship Id="rId7" Type="http://schemas.openxmlformats.org/officeDocument/2006/relationships/diagramData" Target="../diagrams/data25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11" Type="http://schemas.microsoft.com/office/2007/relationships/diagramDrawing" Target="../diagrams/drawing25.xml"/><Relationship Id="rId5" Type="http://schemas.openxmlformats.org/officeDocument/2006/relationships/diagramColors" Target="../diagrams/colors24.xml"/><Relationship Id="rId10" Type="http://schemas.openxmlformats.org/officeDocument/2006/relationships/diagramColors" Target="../diagrams/colors25.xml"/><Relationship Id="rId4" Type="http://schemas.openxmlformats.org/officeDocument/2006/relationships/diagramQuickStyle" Target="../diagrams/quickStyle24.xml"/><Relationship Id="rId9" Type="http://schemas.openxmlformats.org/officeDocument/2006/relationships/diagramQuickStyle" Target="../diagrams/quickStyle25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3" Type="http://schemas.openxmlformats.org/officeDocument/2006/relationships/diagramLayout" Target="../diagrams/layout26.xml"/><Relationship Id="rId7" Type="http://schemas.openxmlformats.org/officeDocument/2006/relationships/diagramData" Target="../diagrams/data27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5" Type="http://schemas.openxmlformats.org/officeDocument/2006/relationships/diagramColors" Target="../diagrams/colors26.xml"/><Relationship Id="rId10" Type="http://schemas.openxmlformats.org/officeDocument/2006/relationships/diagramColors" Target="../diagrams/colors27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9.xml"/><Relationship Id="rId3" Type="http://schemas.openxmlformats.org/officeDocument/2006/relationships/diagramLayout" Target="../diagrams/layout28.xml"/><Relationship Id="rId7" Type="http://schemas.openxmlformats.org/officeDocument/2006/relationships/diagramData" Target="../diagrams/data29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11" Type="http://schemas.microsoft.com/office/2007/relationships/diagramDrawing" Target="../diagrams/drawing29.xml"/><Relationship Id="rId5" Type="http://schemas.openxmlformats.org/officeDocument/2006/relationships/diagramColors" Target="../diagrams/colors28.xml"/><Relationship Id="rId10" Type="http://schemas.openxmlformats.org/officeDocument/2006/relationships/diagramColors" Target="../diagrams/colors29.xml"/><Relationship Id="rId4" Type="http://schemas.openxmlformats.org/officeDocument/2006/relationships/diagramQuickStyle" Target="../diagrams/quickStyle28.xml"/><Relationship Id="rId9" Type="http://schemas.openxmlformats.org/officeDocument/2006/relationships/diagramQuickStyle" Target="../diagrams/quickStyle29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1.xml"/><Relationship Id="rId13" Type="http://schemas.openxmlformats.org/officeDocument/2006/relationships/diagramLayout" Target="../diagrams/layout32.xml"/><Relationship Id="rId3" Type="http://schemas.openxmlformats.org/officeDocument/2006/relationships/diagramLayout" Target="../diagrams/layout30.xml"/><Relationship Id="rId7" Type="http://schemas.openxmlformats.org/officeDocument/2006/relationships/diagramData" Target="../diagrams/data31.xml"/><Relationship Id="rId12" Type="http://schemas.openxmlformats.org/officeDocument/2006/relationships/diagramData" Target="../diagrams/data32.xml"/><Relationship Id="rId2" Type="http://schemas.openxmlformats.org/officeDocument/2006/relationships/diagramData" Target="../diagrams/data30.xml"/><Relationship Id="rId16" Type="http://schemas.microsoft.com/office/2007/relationships/diagramDrawing" Target="../diagrams/drawing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11" Type="http://schemas.microsoft.com/office/2007/relationships/diagramDrawing" Target="../diagrams/drawing31.xml"/><Relationship Id="rId5" Type="http://schemas.openxmlformats.org/officeDocument/2006/relationships/diagramColors" Target="../diagrams/colors30.xml"/><Relationship Id="rId15" Type="http://schemas.openxmlformats.org/officeDocument/2006/relationships/diagramColors" Target="../diagrams/colors32.xml"/><Relationship Id="rId10" Type="http://schemas.openxmlformats.org/officeDocument/2006/relationships/diagramColors" Target="../diagrams/colors31.xml"/><Relationship Id="rId4" Type="http://schemas.openxmlformats.org/officeDocument/2006/relationships/diagramQuickStyle" Target="../diagrams/quickStyle30.xml"/><Relationship Id="rId9" Type="http://schemas.openxmlformats.org/officeDocument/2006/relationships/diagramQuickStyle" Target="../diagrams/quickStyle31.xml"/><Relationship Id="rId14" Type="http://schemas.openxmlformats.org/officeDocument/2006/relationships/diagramQuickStyle" Target="../diagrams/quickStyle3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3.xml"/><Relationship Id="rId7" Type="http://schemas.microsoft.com/office/2007/relationships/diagramDrawing" Target="../diagrams/drawing3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3.xml"/><Relationship Id="rId5" Type="http://schemas.openxmlformats.org/officeDocument/2006/relationships/diagramQuickStyle" Target="../diagrams/quickStyle33.xml"/><Relationship Id="rId4" Type="http://schemas.openxmlformats.org/officeDocument/2006/relationships/diagramLayout" Target="../diagrams/layout3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5.xml"/><Relationship Id="rId3" Type="http://schemas.openxmlformats.org/officeDocument/2006/relationships/diagramData" Target="../diagrams/data34.xml"/><Relationship Id="rId7" Type="http://schemas.microsoft.com/office/2007/relationships/diagramDrawing" Target="../diagrams/drawing34.xml"/><Relationship Id="rId12" Type="http://schemas.microsoft.com/office/2007/relationships/diagramDrawing" Target="../diagrams/drawing3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4.xml"/><Relationship Id="rId11" Type="http://schemas.openxmlformats.org/officeDocument/2006/relationships/diagramColors" Target="../diagrams/colors35.xml"/><Relationship Id="rId5" Type="http://schemas.openxmlformats.org/officeDocument/2006/relationships/diagramQuickStyle" Target="../diagrams/quickStyle34.xml"/><Relationship Id="rId10" Type="http://schemas.openxmlformats.org/officeDocument/2006/relationships/diagramQuickStyle" Target="../diagrams/quickStyle35.xml"/><Relationship Id="rId4" Type="http://schemas.openxmlformats.org/officeDocument/2006/relationships/diagramLayout" Target="../diagrams/layout34.xml"/><Relationship Id="rId9" Type="http://schemas.openxmlformats.org/officeDocument/2006/relationships/diagramLayout" Target="../diagrams/layout3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9.xml"/><Relationship Id="rId3" Type="http://schemas.openxmlformats.org/officeDocument/2006/relationships/diagramLayout" Target="../diagrams/layout38.xml"/><Relationship Id="rId7" Type="http://schemas.openxmlformats.org/officeDocument/2006/relationships/image" Target="../media/image13.png"/><Relationship Id="rId12" Type="http://schemas.microsoft.com/office/2007/relationships/diagramDrawing" Target="../diagrams/drawing39.xml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8.xml"/><Relationship Id="rId11" Type="http://schemas.openxmlformats.org/officeDocument/2006/relationships/diagramColors" Target="../diagrams/colors39.xml"/><Relationship Id="rId5" Type="http://schemas.openxmlformats.org/officeDocument/2006/relationships/diagramColors" Target="../diagrams/colors38.xml"/><Relationship Id="rId10" Type="http://schemas.openxmlformats.org/officeDocument/2006/relationships/diagramQuickStyle" Target="../diagrams/quickStyle39.xml"/><Relationship Id="rId4" Type="http://schemas.openxmlformats.org/officeDocument/2006/relationships/diagramQuickStyle" Target="../diagrams/quickStyle38.xml"/><Relationship Id="rId9" Type="http://schemas.openxmlformats.org/officeDocument/2006/relationships/diagramLayout" Target="../diagrams/layout39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diagramDrawing" Target="../diagrams/drawing41.xml"/><Relationship Id="rId3" Type="http://schemas.openxmlformats.org/officeDocument/2006/relationships/diagramLayout" Target="../diagrams/layout40.xml"/><Relationship Id="rId7" Type="http://schemas.openxmlformats.org/officeDocument/2006/relationships/image" Target="../media/image4.png"/><Relationship Id="rId12" Type="http://schemas.openxmlformats.org/officeDocument/2006/relationships/diagramColors" Target="../diagrams/colors41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0.xml"/><Relationship Id="rId11" Type="http://schemas.openxmlformats.org/officeDocument/2006/relationships/diagramQuickStyle" Target="../diagrams/quickStyle41.xml"/><Relationship Id="rId5" Type="http://schemas.openxmlformats.org/officeDocument/2006/relationships/diagramColors" Target="../diagrams/colors40.xml"/><Relationship Id="rId10" Type="http://schemas.openxmlformats.org/officeDocument/2006/relationships/diagramLayout" Target="../diagrams/layout41.xml"/><Relationship Id="rId4" Type="http://schemas.openxmlformats.org/officeDocument/2006/relationships/diagramQuickStyle" Target="../diagrams/quickStyle40.xml"/><Relationship Id="rId9" Type="http://schemas.openxmlformats.org/officeDocument/2006/relationships/diagramData" Target="../diagrams/data4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3.xml"/><Relationship Id="rId3" Type="http://schemas.openxmlformats.org/officeDocument/2006/relationships/diagramLayout" Target="../diagrams/layout42.xml"/><Relationship Id="rId7" Type="http://schemas.openxmlformats.org/officeDocument/2006/relationships/diagramData" Target="../diagrams/data43.xml"/><Relationship Id="rId12" Type="http://schemas.openxmlformats.org/officeDocument/2006/relationships/image" Target="../media/image6.png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2.xml"/><Relationship Id="rId11" Type="http://schemas.microsoft.com/office/2007/relationships/diagramDrawing" Target="../diagrams/drawing43.xml"/><Relationship Id="rId5" Type="http://schemas.openxmlformats.org/officeDocument/2006/relationships/diagramColors" Target="../diagrams/colors42.xml"/><Relationship Id="rId10" Type="http://schemas.openxmlformats.org/officeDocument/2006/relationships/diagramColors" Target="../diagrams/colors43.xml"/><Relationship Id="rId4" Type="http://schemas.openxmlformats.org/officeDocument/2006/relationships/diagramQuickStyle" Target="../diagrams/quickStyle42.xml"/><Relationship Id="rId9" Type="http://schemas.openxmlformats.org/officeDocument/2006/relationships/diagramQuickStyle" Target="../diagrams/quickStyle4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5.xml"/><Relationship Id="rId13" Type="http://schemas.openxmlformats.org/officeDocument/2006/relationships/image" Target="../media/image8.png"/><Relationship Id="rId3" Type="http://schemas.openxmlformats.org/officeDocument/2006/relationships/diagramLayout" Target="../diagrams/layout44.xml"/><Relationship Id="rId7" Type="http://schemas.openxmlformats.org/officeDocument/2006/relationships/image" Target="../media/image7.png"/><Relationship Id="rId12" Type="http://schemas.microsoft.com/office/2007/relationships/diagramDrawing" Target="../diagrams/drawing45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4.xml"/><Relationship Id="rId11" Type="http://schemas.openxmlformats.org/officeDocument/2006/relationships/diagramColors" Target="../diagrams/colors45.xml"/><Relationship Id="rId5" Type="http://schemas.openxmlformats.org/officeDocument/2006/relationships/diagramColors" Target="../diagrams/colors44.xml"/><Relationship Id="rId10" Type="http://schemas.openxmlformats.org/officeDocument/2006/relationships/diagramQuickStyle" Target="../diagrams/quickStyle45.xml"/><Relationship Id="rId4" Type="http://schemas.openxmlformats.org/officeDocument/2006/relationships/diagramQuickStyle" Target="../diagrams/quickStyle44.xml"/><Relationship Id="rId9" Type="http://schemas.openxmlformats.org/officeDocument/2006/relationships/diagramLayout" Target="../diagrams/layout4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7.xml"/><Relationship Id="rId3" Type="http://schemas.openxmlformats.org/officeDocument/2006/relationships/diagramLayout" Target="../diagrams/layout46.xml"/><Relationship Id="rId7" Type="http://schemas.openxmlformats.org/officeDocument/2006/relationships/image" Target="../media/image9.png"/><Relationship Id="rId12" Type="http://schemas.microsoft.com/office/2007/relationships/diagramDrawing" Target="../diagrams/drawing47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6.xml"/><Relationship Id="rId11" Type="http://schemas.openxmlformats.org/officeDocument/2006/relationships/diagramColors" Target="../diagrams/colors47.xml"/><Relationship Id="rId5" Type="http://schemas.openxmlformats.org/officeDocument/2006/relationships/diagramColors" Target="../diagrams/colors46.xml"/><Relationship Id="rId10" Type="http://schemas.openxmlformats.org/officeDocument/2006/relationships/diagramQuickStyle" Target="../diagrams/quickStyle47.xml"/><Relationship Id="rId4" Type="http://schemas.openxmlformats.org/officeDocument/2006/relationships/diagramQuickStyle" Target="../diagrams/quickStyle46.xml"/><Relationship Id="rId9" Type="http://schemas.openxmlformats.org/officeDocument/2006/relationships/diagramLayout" Target="../diagrams/layout4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8.xml"/><Relationship Id="rId2" Type="http://schemas.openxmlformats.org/officeDocument/2006/relationships/diagramData" Target="../diagrams/data4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8.xml"/><Relationship Id="rId5" Type="http://schemas.openxmlformats.org/officeDocument/2006/relationships/diagramColors" Target="../diagrams/colors48.xml"/><Relationship Id="rId4" Type="http://schemas.openxmlformats.org/officeDocument/2006/relationships/diagramQuickStyle" Target="../diagrams/quickStyle48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0.xml"/><Relationship Id="rId3" Type="http://schemas.openxmlformats.org/officeDocument/2006/relationships/diagramLayout" Target="../diagrams/layout49.xml"/><Relationship Id="rId7" Type="http://schemas.openxmlformats.org/officeDocument/2006/relationships/diagramData" Target="../diagrams/data50.xml"/><Relationship Id="rId2" Type="http://schemas.openxmlformats.org/officeDocument/2006/relationships/diagramData" Target="../diagrams/data4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9.xml"/><Relationship Id="rId11" Type="http://schemas.microsoft.com/office/2007/relationships/diagramDrawing" Target="../diagrams/drawing50.xml"/><Relationship Id="rId5" Type="http://schemas.openxmlformats.org/officeDocument/2006/relationships/diagramColors" Target="../diagrams/colors49.xml"/><Relationship Id="rId10" Type="http://schemas.openxmlformats.org/officeDocument/2006/relationships/diagramColors" Target="../diagrams/colors50.xml"/><Relationship Id="rId4" Type="http://schemas.openxmlformats.org/officeDocument/2006/relationships/diagramQuickStyle" Target="../diagrams/quickStyle49.xml"/><Relationship Id="rId9" Type="http://schemas.openxmlformats.org/officeDocument/2006/relationships/diagramQuickStyle" Target="../diagrams/quickStyle5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1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3.xml"/><Relationship Id="rId3" Type="http://schemas.openxmlformats.org/officeDocument/2006/relationships/diagramLayout" Target="../diagrams/layout52.xml"/><Relationship Id="rId7" Type="http://schemas.openxmlformats.org/officeDocument/2006/relationships/image" Target="../media/image14.jpeg"/><Relationship Id="rId12" Type="http://schemas.microsoft.com/office/2007/relationships/diagramDrawing" Target="../diagrams/drawing53.xml"/><Relationship Id="rId2" Type="http://schemas.openxmlformats.org/officeDocument/2006/relationships/diagramData" Target="../diagrams/data5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2.xml"/><Relationship Id="rId11" Type="http://schemas.openxmlformats.org/officeDocument/2006/relationships/diagramColors" Target="../diagrams/colors53.xml"/><Relationship Id="rId5" Type="http://schemas.openxmlformats.org/officeDocument/2006/relationships/diagramColors" Target="../diagrams/colors52.xml"/><Relationship Id="rId10" Type="http://schemas.openxmlformats.org/officeDocument/2006/relationships/diagramQuickStyle" Target="../diagrams/quickStyle53.xml"/><Relationship Id="rId4" Type="http://schemas.openxmlformats.org/officeDocument/2006/relationships/diagramQuickStyle" Target="../diagrams/quickStyle52.xml"/><Relationship Id="rId9" Type="http://schemas.openxmlformats.org/officeDocument/2006/relationships/diagramLayout" Target="../diagrams/layout5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5.xml"/><Relationship Id="rId3" Type="http://schemas.openxmlformats.org/officeDocument/2006/relationships/diagramLayout" Target="../diagrams/layout54.xml"/><Relationship Id="rId7" Type="http://schemas.openxmlformats.org/officeDocument/2006/relationships/diagramData" Target="../diagrams/data55.xml"/><Relationship Id="rId2" Type="http://schemas.openxmlformats.org/officeDocument/2006/relationships/diagramData" Target="../diagrams/data5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4.xml"/><Relationship Id="rId11" Type="http://schemas.microsoft.com/office/2007/relationships/diagramDrawing" Target="../diagrams/drawing55.xml"/><Relationship Id="rId5" Type="http://schemas.openxmlformats.org/officeDocument/2006/relationships/diagramColors" Target="../diagrams/colors54.xml"/><Relationship Id="rId10" Type="http://schemas.openxmlformats.org/officeDocument/2006/relationships/diagramColors" Target="../diagrams/colors55.xml"/><Relationship Id="rId4" Type="http://schemas.openxmlformats.org/officeDocument/2006/relationships/diagramQuickStyle" Target="../diagrams/quickStyle54.xml"/><Relationship Id="rId9" Type="http://schemas.openxmlformats.org/officeDocument/2006/relationships/diagramQuickStyle" Target="../diagrams/quickStyle5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7.xml"/><Relationship Id="rId13" Type="http://schemas.openxmlformats.org/officeDocument/2006/relationships/diagramLayout" Target="../diagrams/layout58.xml"/><Relationship Id="rId3" Type="http://schemas.openxmlformats.org/officeDocument/2006/relationships/diagramLayout" Target="../diagrams/layout56.xml"/><Relationship Id="rId7" Type="http://schemas.openxmlformats.org/officeDocument/2006/relationships/diagramData" Target="../diagrams/data57.xml"/><Relationship Id="rId12" Type="http://schemas.openxmlformats.org/officeDocument/2006/relationships/diagramData" Target="../diagrams/data58.xml"/><Relationship Id="rId2" Type="http://schemas.openxmlformats.org/officeDocument/2006/relationships/diagramData" Target="../diagrams/data56.xml"/><Relationship Id="rId16" Type="http://schemas.microsoft.com/office/2007/relationships/diagramDrawing" Target="../diagrams/drawing5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6.xml"/><Relationship Id="rId11" Type="http://schemas.microsoft.com/office/2007/relationships/diagramDrawing" Target="../diagrams/drawing57.xml"/><Relationship Id="rId5" Type="http://schemas.openxmlformats.org/officeDocument/2006/relationships/diagramColors" Target="../diagrams/colors56.xml"/><Relationship Id="rId15" Type="http://schemas.openxmlformats.org/officeDocument/2006/relationships/diagramColors" Target="../diagrams/colors58.xml"/><Relationship Id="rId10" Type="http://schemas.openxmlformats.org/officeDocument/2006/relationships/diagramColors" Target="../diagrams/colors57.xml"/><Relationship Id="rId4" Type="http://schemas.openxmlformats.org/officeDocument/2006/relationships/diagramQuickStyle" Target="../diagrams/quickStyle56.xml"/><Relationship Id="rId9" Type="http://schemas.openxmlformats.org/officeDocument/2006/relationships/diagramQuickStyle" Target="../diagrams/quickStyle57.xml"/><Relationship Id="rId14" Type="http://schemas.openxmlformats.org/officeDocument/2006/relationships/diagramQuickStyle" Target="../diagrams/quickStyle58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0.xml"/><Relationship Id="rId3" Type="http://schemas.openxmlformats.org/officeDocument/2006/relationships/diagramLayout" Target="../diagrams/layout59.xml"/><Relationship Id="rId7" Type="http://schemas.openxmlformats.org/officeDocument/2006/relationships/image" Target="../media/image15.png"/><Relationship Id="rId12" Type="http://schemas.microsoft.com/office/2007/relationships/diagramDrawing" Target="../diagrams/drawing60.xml"/><Relationship Id="rId2" Type="http://schemas.openxmlformats.org/officeDocument/2006/relationships/diagramData" Target="../diagrams/data5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9.xml"/><Relationship Id="rId11" Type="http://schemas.openxmlformats.org/officeDocument/2006/relationships/diagramColors" Target="../diagrams/colors60.xml"/><Relationship Id="rId5" Type="http://schemas.openxmlformats.org/officeDocument/2006/relationships/diagramColors" Target="../diagrams/colors59.xml"/><Relationship Id="rId10" Type="http://schemas.openxmlformats.org/officeDocument/2006/relationships/diagramQuickStyle" Target="../diagrams/quickStyle60.xml"/><Relationship Id="rId4" Type="http://schemas.openxmlformats.org/officeDocument/2006/relationships/diagramQuickStyle" Target="../diagrams/quickStyle59.xml"/><Relationship Id="rId9" Type="http://schemas.openxmlformats.org/officeDocument/2006/relationships/diagramLayout" Target="../diagrams/layout6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1.xml"/><Relationship Id="rId2" Type="http://schemas.openxmlformats.org/officeDocument/2006/relationships/diagramData" Target="../diagrams/data6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1.xml"/><Relationship Id="rId5" Type="http://schemas.openxmlformats.org/officeDocument/2006/relationships/diagramColors" Target="../diagrams/colors61.xml"/><Relationship Id="rId4" Type="http://schemas.openxmlformats.org/officeDocument/2006/relationships/diagramQuickStyle" Target="../diagrams/quickStyle6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3.xml"/><Relationship Id="rId3" Type="http://schemas.openxmlformats.org/officeDocument/2006/relationships/diagramLayout" Target="../diagrams/layout62.xml"/><Relationship Id="rId7" Type="http://schemas.openxmlformats.org/officeDocument/2006/relationships/diagramData" Target="../diagrams/data63.xml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2.xml"/><Relationship Id="rId11" Type="http://schemas.microsoft.com/office/2007/relationships/diagramDrawing" Target="../diagrams/drawing63.xml"/><Relationship Id="rId5" Type="http://schemas.openxmlformats.org/officeDocument/2006/relationships/diagramColors" Target="../diagrams/colors62.xml"/><Relationship Id="rId10" Type="http://schemas.openxmlformats.org/officeDocument/2006/relationships/diagramColors" Target="../diagrams/colors63.xml"/><Relationship Id="rId4" Type="http://schemas.openxmlformats.org/officeDocument/2006/relationships/diagramQuickStyle" Target="../diagrams/quickStyle62.xml"/><Relationship Id="rId9" Type="http://schemas.openxmlformats.org/officeDocument/2006/relationships/diagramQuickStyle" Target="../diagrams/quickStyle63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5.xml"/><Relationship Id="rId3" Type="http://schemas.openxmlformats.org/officeDocument/2006/relationships/diagramLayout" Target="../diagrams/layout64.xml"/><Relationship Id="rId7" Type="http://schemas.openxmlformats.org/officeDocument/2006/relationships/diagramData" Target="../diagrams/data65.xml"/><Relationship Id="rId2" Type="http://schemas.openxmlformats.org/officeDocument/2006/relationships/diagramData" Target="../diagrams/data6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4.xml"/><Relationship Id="rId11" Type="http://schemas.microsoft.com/office/2007/relationships/diagramDrawing" Target="../diagrams/drawing65.xml"/><Relationship Id="rId5" Type="http://schemas.openxmlformats.org/officeDocument/2006/relationships/diagramColors" Target="../diagrams/colors64.xml"/><Relationship Id="rId10" Type="http://schemas.openxmlformats.org/officeDocument/2006/relationships/diagramColors" Target="../diagrams/colors65.xml"/><Relationship Id="rId4" Type="http://schemas.openxmlformats.org/officeDocument/2006/relationships/diagramQuickStyle" Target="../diagrams/quickStyle64.xml"/><Relationship Id="rId9" Type="http://schemas.openxmlformats.org/officeDocument/2006/relationships/diagramQuickStyle" Target="../diagrams/quickStyle65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7.xml"/><Relationship Id="rId3" Type="http://schemas.openxmlformats.org/officeDocument/2006/relationships/diagramLayout" Target="../diagrams/layout66.xml"/><Relationship Id="rId7" Type="http://schemas.openxmlformats.org/officeDocument/2006/relationships/diagramData" Target="../diagrams/data67.xml"/><Relationship Id="rId2" Type="http://schemas.openxmlformats.org/officeDocument/2006/relationships/diagramData" Target="../diagrams/data6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6.xml"/><Relationship Id="rId11" Type="http://schemas.microsoft.com/office/2007/relationships/diagramDrawing" Target="../diagrams/drawing67.xml"/><Relationship Id="rId5" Type="http://schemas.openxmlformats.org/officeDocument/2006/relationships/diagramColors" Target="../diagrams/colors66.xml"/><Relationship Id="rId10" Type="http://schemas.openxmlformats.org/officeDocument/2006/relationships/diagramColors" Target="../diagrams/colors67.xml"/><Relationship Id="rId4" Type="http://schemas.openxmlformats.org/officeDocument/2006/relationships/diagramQuickStyle" Target="../diagrams/quickStyle66.xml"/><Relationship Id="rId9" Type="http://schemas.openxmlformats.org/officeDocument/2006/relationships/diagramQuickStyle" Target="../diagrams/quickStyle6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8.xml"/><Relationship Id="rId7" Type="http://schemas.openxmlformats.org/officeDocument/2006/relationships/image" Target="../media/image14.jpeg"/><Relationship Id="rId2" Type="http://schemas.openxmlformats.org/officeDocument/2006/relationships/diagramData" Target="../diagrams/data6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8.xml"/><Relationship Id="rId5" Type="http://schemas.openxmlformats.org/officeDocument/2006/relationships/diagramColors" Target="../diagrams/colors68.xml"/><Relationship Id="rId4" Type="http://schemas.openxmlformats.org/officeDocument/2006/relationships/diagramQuickStyle" Target="../diagrams/quickStyle68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0.xml"/><Relationship Id="rId3" Type="http://schemas.openxmlformats.org/officeDocument/2006/relationships/diagramLayout" Target="../diagrams/layout69.xml"/><Relationship Id="rId7" Type="http://schemas.openxmlformats.org/officeDocument/2006/relationships/diagramData" Target="../diagrams/data70.xml"/><Relationship Id="rId2" Type="http://schemas.openxmlformats.org/officeDocument/2006/relationships/diagramData" Target="../diagrams/data6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9.xml"/><Relationship Id="rId11" Type="http://schemas.microsoft.com/office/2007/relationships/diagramDrawing" Target="../diagrams/drawing70.xml"/><Relationship Id="rId5" Type="http://schemas.openxmlformats.org/officeDocument/2006/relationships/diagramColors" Target="../diagrams/colors69.xml"/><Relationship Id="rId10" Type="http://schemas.openxmlformats.org/officeDocument/2006/relationships/diagramColors" Target="../diagrams/colors70.xml"/><Relationship Id="rId4" Type="http://schemas.openxmlformats.org/officeDocument/2006/relationships/diagramQuickStyle" Target="../diagrams/quickStyle69.xml"/><Relationship Id="rId9" Type="http://schemas.openxmlformats.org/officeDocument/2006/relationships/diagramQuickStyle" Target="../diagrams/quickStyle70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2.xml"/><Relationship Id="rId3" Type="http://schemas.openxmlformats.org/officeDocument/2006/relationships/diagramLayout" Target="../diagrams/layout71.xml"/><Relationship Id="rId7" Type="http://schemas.openxmlformats.org/officeDocument/2006/relationships/diagramData" Target="../diagrams/data72.xml"/><Relationship Id="rId2" Type="http://schemas.openxmlformats.org/officeDocument/2006/relationships/diagramData" Target="../diagrams/data7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1.xml"/><Relationship Id="rId11" Type="http://schemas.microsoft.com/office/2007/relationships/diagramDrawing" Target="../diagrams/drawing72.xml"/><Relationship Id="rId5" Type="http://schemas.openxmlformats.org/officeDocument/2006/relationships/diagramColors" Target="../diagrams/colors71.xml"/><Relationship Id="rId10" Type="http://schemas.openxmlformats.org/officeDocument/2006/relationships/diagramColors" Target="../diagrams/colors72.xml"/><Relationship Id="rId4" Type="http://schemas.openxmlformats.org/officeDocument/2006/relationships/diagramQuickStyle" Target="../diagrams/quickStyle71.xml"/><Relationship Id="rId9" Type="http://schemas.openxmlformats.org/officeDocument/2006/relationships/diagramQuickStyle" Target="../diagrams/quickStyle7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13" Type="http://schemas.openxmlformats.org/officeDocument/2006/relationships/image" Target="../media/image140.png"/><Relationship Id="rId18" Type="http://schemas.openxmlformats.org/officeDocument/2006/relationships/customXml" Target="../ink/ink6.xml"/><Relationship Id="rId26" Type="http://schemas.openxmlformats.org/officeDocument/2006/relationships/customXml" Target="../ink/ink10.xml"/><Relationship Id="rId39" Type="http://schemas.openxmlformats.org/officeDocument/2006/relationships/customXml" Target="../ink/ink18.xml"/><Relationship Id="rId3" Type="http://schemas.openxmlformats.org/officeDocument/2006/relationships/diagramLayout" Target="../diagrams/layout73.xml"/><Relationship Id="rId21" Type="http://schemas.openxmlformats.org/officeDocument/2006/relationships/image" Target="../media/image18.png"/><Relationship Id="rId34" Type="http://schemas.openxmlformats.org/officeDocument/2006/relationships/customXml" Target="../ink/ink14.xml"/><Relationship Id="rId42" Type="http://schemas.openxmlformats.org/officeDocument/2006/relationships/image" Target="../media/image27.png"/><Relationship Id="rId7" Type="http://schemas.openxmlformats.org/officeDocument/2006/relationships/image" Target="../media/image16.png"/><Relationship Id="rId12" Type="http://schemas.openxmlformats.org/officeDocument/2006/relationships/customXml" Target="../ink/ink3.xml"/><Relationship Id="rId17" Type="http://schemas.openxmlformats.org/officeDocument/2006/relationships/image" Target="../media/image160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38" Type="http://schemas.openxmlformats.org/officeDocument/2006/relationships/customXml" Target="../ink/ink17.xml"/><Relationship Id="rId2" Type="http://schemas.openxmlformats.org/officeDocument/2006/relationships/diagramData" Target="../diagrams/data73.xml"/><Relationship Id="rId16" Type="http://schemas.openxmlformats.org/officeDocument/2006/relationships/customXml" Target="../ink/ink5.xml"/><Relationship Id="rId20" Type="http://schemas.openxmlformats.org/officeDocument/2006/relationships/customXml" Target="../ink/ink7.xml"/><Relationship Id="rId29" Type="http://schemas.openxmlformats.org/officeDocument/2006/relationships/image" Target="../media/image22.png"/><Relationship Id="rId41" Type="http://schemas.openxmlformats.org/officeDocument/2006/relationships/customXml" Target="../ink/ink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3.xml"/><Relationship Id="rId11" Type="http://schemas.openxmlformats.org/officeDocument/2006/relationships/image" Target="../media/image130.png"/><Relationship Id="rId24" Type="http://schemas.openxmlformats.org/officeDocument/2006/relationships/customXml" Target="../ink/ink9.xml"/><Relationship Id="rId32" Type="http://schemas.openxmlformats.org/officeDocument/2006/relationships/customXml" Target="../ink/ink13.xml"/><Relationship Id="rId37" Type="http://schemas.openxmlformats.org/officeDocument/2006/relationships/image" Target="../media/image25.png"/><Relationship Id="rId40" Type="http://schemas.openxmlformats.org/officeDocument/2006/relationships/image" Target="../media/image26.png"/><Relationship Id="rId5" Type="http://schemas.openxmlformats.org/officeDocument/2006/relationships/diagramColors" Target="../diagrams/colors73.xml"/><Relationship Id="rId15" Type="http://schemas.openxmlformats.org/officeDocument/2006/relationships/image" Target="../media/image150.png"/><Relationship Id="rId23" Type="http://schemas.openxmlformats.org/officeDocument/2006/relationships/image" Target="../media/image19.png"/><Relationship Id="rId28" Type="http://schemas.openxmlformats.org/officeDocument/2006/relationships/customXml" Target="../ink/ink11.xml"/><Relationship Id="rId36" Type="http://schemas.openxmlformats.org/officeDocument/2006/relationships/customXml" Target="../ink/ink16.xml"/><Relationship Id="rId10" Type="http://schemas.openxmlformats.org/officeDocument/2006/relationships/customXml" Target="../ink/ink2.xml"/><Relationship Id="rId19" Type="http://schemas.openxmlformats.org/officeDocument/2006/relationships/image" Target="../media/image170.png"/><Relationship Id="rId31" Type="http://schemas.openxmlformats.org/officeDocument/2006/relationships/image" Target="../media/image23.png"/><Relationship Id="rId44" Type="http://schemas.openxmlformats.org/officeDocument/2006/relationships/image" Target="../media/image28.png"/><Relationship Id="rId4" Type="http://schemas.openxmlformats.org/officeDocument/2006/relationships/diagramQuickStyle" Target="../diagrams/quickStyle73.xml"/><Relationship Id="rId9" Type="http://schemas.openxmlformats.org/officeDocument/2006/relationships/image" Target="../media/image120.png"/><Relationship Id="rId14" Type="http://schemas.openxmlformats.org/officeDocument/2006/relationships/customXml" Target="../ink/ink4.xml"/><Relationship Id="rId22" Type="http://schemas.openxmlformats.org/officeDocument/2006/relationships/customXml" Target="../ink/ink8.xml"/><Relationship Id="rId27" Type="http://schemas.openxmlformats.org/officeDocument/2006/relationships/image" Target="../media/image21.png"/><Relationship Id="rId30" Type="http://schemas.openxmlformats.org/officeDocument/2006/relationships/customXml" Target="../ink/ink12.xml"/><Relationship Id="rId35" Type="http://schemas.openxmlformats.org/officeDocument/2006/relationships/customXml" Target="../ink/ink15.xml"/><Relationship Id="rId43" Type="http://schemas.openxmlformats.org/officeDocument/2006/relationships/customXml" Target="../ink/ink20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Layout" Target="../diagrams/layout74.xml"/><Relationship Id="rId7" Type="http://schemas.openxmlformats.org/officeDocument/2006/relationships/image" Target="../media/image32.jpeg"/><Relationship Id="rId2" Type="http://schemas.openxmlformats.org/officeDocument/2006/relationships/diagramData" Target="../diagrams/data7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4.xml"/><Relationship Id="rId5" Type="http://schemas.openxmlformats.org/officeDocument/2006/relationships/diagramColors" Target="../diagrams/colors74.xml"/><Relationship Id="rId4" Type="http://schemas.openxmlformats.org/officeDocument/2006/relationships/diagramQuickStyle" Target="../diagrams/quickStyle74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6.xml"/><Relationship Id="rId3" Type="http://schemas.openxmlformats.org/officeDocument/2006/relationships/diagramLayout" Target="../diagrams/layout75.xml"/><Relationship Id="rId7" Type="http://schemas.openxmlformats.org/officeDocument/2006/relationships/image" Target="../media/image33.png"/><Relationship Id="rId12" Type="http://schemas.microsoft.com/office/2007/relationships/diagramDrawing" Target="../diagrams/drawing76.xml"/><Relationship Id="rId2" Type="http://schemas.openxmlformats.org/officeDocument/2006/relationships/diagramData" Target="../diagrams/data7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5.xml"/><Relationship Id="rId11" Type="http://schemas.openxmlformats.org/officeDocument/2006/relationships/diagramColors" Target="../diagrams/colors76.xml"/><Relationship Id="rId5" Type="http://schemas.openxmlformats.org/officeDocument/2006/relationships/diagramColors" Target="../diagrams/colors75.xml"/><Relationship Id="rId10" Type="http://schemas.openxmlformats.org/officeDocument/2006/relationships/diagramQuickStyle" Target="../diagrams/quickStyle76.xml"/><Relationship Id="rId4" Type="http://schemas.openxmlformats.org/officeDocument/2006/relationships/diagramQuickStyle" Target="../diagrams/quickStyle75.xml"/><Relationship Id="rId9" Type="http://schemas.openxmlformats.org/officeDocument/2006/relationships/diagramLayout" Target="../diagrams/layout76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8.xml"/><Relationship Id="rId3" Type="http://schemas.openxmlformats.org/officeDocument/2006/relationships/diagramLayout" Target="../diagrams/layout77.xml"/><Relationship Id="rId7" Type="http://schemas.openxmlformats.org/officeDocument/2006/relationships/image" Target="../media/image34.jpeg"/><Relationship Id="rId12" Type="http://schemas.microsoft.com/office/2007/relationships/diagramDrawing" Target="../diagrams/drawing78.xml"/><Relationship Id="rId2" Type="http://schemas.openxmlformats.org/officeDocument/2006/relationships/diagramData" Target="../diagrams/data7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7.xml"/><Relationship Id="rId11" Type="http://schemas.openxmlformats.org/officeDocument/2006/relationships/diagramColors" Target="../diagrams/colors78.xml"/><Relationship Id="rId5" Type="http://schemas.openxmlformats.org/officeDocument/2006/relationships/diagramColors" Target="../diagrams/colors77.xml"/><Relationship Id="rId10" Type="http://schemas.openxmlformats.org/officeDocument/2006/relationships/diagramQuickStyle" Target="../diagrams/quickStyle78.xml"/><Relationship Id="rId4" Type="http://schemas.openxmlformats.org/officeDocument/2006/relationships/diagramQuickStyle" Target="../diagrams/quickStyle77.xml"/><Relationship Id="rId9" Type="http://schemas.openxmlformats.org/officeDocument/2006/relationships/diagramLayout" Target="../diagrams/layout7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9.xml"/><Relationship Id="rId7" Type="http://schemas.openxmlformats.org/officeDocument/2006/relationships/image" Target="../media/image35.jpeg"/><Relationship Id="rId2" Type="http://schemas.openxmlformats.org/officeDocument/2006/relationships/diagramData" Target="../diagrams/data7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9.xml"/><Relationship Id="rId5" Type="http://schemas.openxmlformats.org/officeDocument/2006/relationships/diagramColors" Target="../diagrams/colors79.xml"/><Relationship Id="rId4" Type="http://schemas.openxmlformats.org/officeDocument/2006/relationships/diagramQuickStyle" Target="../diagrams/quickStyle79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1.xml"/><Relationship Id="rId3" Type="http://schemas.openxmlformats.org/officeDocument/2006/relationships/diagramLayout" Target="../diagrams/layout80.xml"/><Relationship Id="rId7" Type="http://schemas.openxmlformats.org/officeDocument/2006/relationships/image" Target="../media/image36.jpeg"/><Relationship Id="rId12" Type="http://schemas.microsoft.com/office/2007/relationships/diagramDrawing" Target="../diagrams/drawing81.xml"/><Relationship Id="rId2" Type="http://schemas.openxmlformats.org/officeDocument/2006/relationships/diagramData" Target="../diagrams/data8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0.xml"/><Relationship Id="rId11" Type="http://schemas.openxmlformats.org/officeDocument/2006/relationships/diagramColors" Target="../diagrams/colors81.xml"/><Relationship Id="rId5" Type="http://schemas.openxmlformats.org/officeDocument/2006/relationships/diagramColors" Target="../diagrams/colors80.xml"/><Relationship Id="rId10" Type="http://schemas.openxmlformats.org/officeDocument/2006/relationships/diagramQuickStyle" Target="../diagrams/quickStyle81.xml"/><Relationship Id="rId4" Type="http://schemas.openxmlformats.org/officeDocument/2006/relationships/diagramQuickStyle" Target="../diagrams/quickStyle80.xml"/><Relationship Id="rId9" Type="http://schemas.openxmlformats.org/officeDocument/2006/relationships/diagramLayout" Target="../diagrams/layout8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2.xml"/><Relationship Id="rId7" Type="http://schemas.openxmlformats.org/officeDocument/2006/relationships/image" Target="../media/image37.png"/><Relationship Id="rId2" Type="http://schemas.openxmlformats.org/officeDocument/2006/relationships/diagramData" Target="../diagrams/data8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2.xml"/><Relationship Id="rId5" Type="http://schemas.openxmlformats.org/officeDocument/2006/relationships/diagramColors" Target="../diagrams/colors82.xml"/><Relationship Id="rId4" Type="http://schemas.openxmlformats.org/officeDocument/2006/relationships/diagramQuickStyle" Target="../diagrams/quickStyle8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4.xml"/><Relationship Id="rId3" Type="http://schemas.openxmlformats.org/officeDocument/2006/relationships/diagramLayout" Target="../diagrams/layout83.xml"/><Relationship Id="rId7" Type="http://schemas.openxmlformats.org/officeDocument/2006/relationships/diagramData" Target="../diagrams/data84.xml"/><Relationship Id="rId12" Type="http://schemas.openxmlformats.org/officeDocument/2006/relationships/image" Target="../media/image38.png"/><Relationship Id="rId2" Type="http://schemas.openxmlformats.org/officeDocument/2006/relationships/diagramData" Target="../diagrams/data8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3.xml"/><Relationship Id="rId11" Type="http://schemas.microsoft.com/office/2007/relationships/diagramDrawing" Target="../diagrams/drawing84.xml"/><Relationship Id="rId5" Type="http://schemas.openxmlformats.org/officeDocument/2006/relationships/diagramColors" Target="../diagrams/colors83.xml"/><Relationship Id="rId10" Type="http://schemas.openxmlformats.org/officeDocument/2006/relationships/diagramColors" Target="../diagrams/colors84.xml"/><Relationship Id="rId4" Type="http://schemas.openxmlformats.org/officeDocument/2006/relationships/diagramQuickStyle" Target="../diagrams/quickStyle83.xml"/><Relationship Id="rId9" Type="http://schemas.openxmlformats.org/officeDocument/2006/relationships/diagramQuickStyle" Target="../diagrams/quickStyle84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86.xml"/><Relationship Id="rId3" Type="http://schemas.openxmlformats.org/officeDocument/2006/relationships/diagramLayout" Target="../diagrams/layout85.xml"/><Relationship Id="rId7" Type="http://schemas.openxmlformats.org/officeDocument/2006/relationships/image" Target="../media/image39.png"/><Relationship Id="rId12" Type="http://schemas.microsoft.com/office/2007/relationships/diagramDrawing" Target="../diagrams/drawing86.xml"/><Relationship Id="rId2" Type="http://schemas.openxmlformats.org/officeDocument/2006/relationships/diagramData" Target="../diagrams/data8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5.xml"/><Relationship Id="rId11" Type="http://schemas.openxmlformats.org/officeDocument/2006/relationships/diagramColors" Target="../diagrams/colors86.xml"/><Relationship Id="rId5" Type="http://schemas.openxmlformats.org/officeDocument/2006/relationships/diagramColors" Target="../diagrams/colors85.xml"/><Relationship Id="rId10" Type="http://schemas.openxmlformats.org/officeDocument/2006/relationships/diagramQuickStyle" Target="../diagrams/quickStyle86.xml"/><Relationship Id="rId4" Type="http://schemas.openxmlformats.org/officeDocument/2006/relationships/diagramQuickStyle" Target="../diagrams/quickStyle85.xml"/><Relationship Id="rId9" Type="http://schemas.openxmlformats.org/officeDocument/2006/relationships/diagramLayout" Target="../diagrams/layout8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7.xml"/><Relationship Id="rId2" Type="http://schemas.openxmlformats.org/officeDocument/2006/relationships/diagramData" Target="../diagrams/data8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7.xml"/><Relationship Id="rId5" Type="http://schemas.openxmlformats.org/officeDocument/2006/relationships/diagramColors" Target="../diagrams/colors87.xml"/><Relationship Id="rId4" Type="http://schemas.openxmlformats.org/officeDocument/2006/relationships/diagramQuickStyle" Target="../diagrams/quickStyle87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9.xml"/><Relationship Id="rId3" Type="http://schemas.openxmlformats.org/officeDocument/2006/relationships/diagramLayout" Target="../diagrams/layout88.xml"/><Relationship Id="rId7" Type="http://schemas.openxmlformats.org/officeDocument/2006/relationships/diagramData" Target="../diagrams/data89.xml"/><Relationship Id="rId2" Type="http://schemas.openxmlformats.org/officeDocument/2006/relationships/diagramData" Target="../diagrams/data8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8.xml"/><Relationship Id="rId11" Type="http://schemas.microsoft.com/office/2007/relationships/diagramDrawing" Target="../diagrams/drawing89.xml"/><Relationship Id="rId5" Type="http://schemas.openxmlformats.org/officeDocument/2006/relationships/diagramColors" Target="../diagrams/colors88.xml"/><Relationship Id="rId10" Type="http://schemas.openxmlformats.org/officeDocument/2006/relationships/diagramColors" Target="../diagrams/colors89.xml"/><Relationship Id="rId4" Type="http://schemas.openxmlformats.org/officeDocument/2006/relationships/diagramQuickStyle" Target="../diagrams/quickStyle88.xml"/><Relationship Id="rId9" Type="http://schemas.openxmlformats.org/officeDocument/2006/relationships/diagramQuickStyle" Target="../diagrams/quickStyle8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0.xml"/><Relationship Id="rId2" Type="http://schemas.openxmlformats.org/officeDocument/2006/relationships/diagramData" Target="../diagrams/data9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0.xml"/><Relationship Id="rId5" Type="http://schemas.openxmlformats.org/officeDocument/2006/relationships/diagramColors" Target="../diagrams/colors90.xml"/><Relationship Id="rId4" Type="http://schemas.openxmlformats.org/officeDocument/2006/relationships/diagramQuickStyle" Target="../diagrams/quickStyle90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92.xml"/><Relationship Id="rId3" Type="http://schemas.openxmlformats.org/officeDocument/2006/relationships/diagramLayout" Target="../diagrams/layout91.xml"/><Relationship Id="rId7" Type="http://schemas.openxmlformats.org/officeDocument/2006/relationships/image" Target="../media/image14.jpeg"/><Relationship Id="rId12" Type="http://schemas.microsoft.com/office/2007/relationships/diagramDrawing" Target="../diagrams/drawing92.xml"/><Relationship Id="rId2" Type="http://schemas.openxmlformats.org/officeDocument/2006/relationships/diagramData" Target="../diagrams/data9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1.xml"/><Relationship Id="rId11" Type="http://schemas.openxmlformats.org/officeDocument/2006/relationships/diagramColors" Target="../diagrams/colors92.xml"/><Relationship Id="rId5" Type="http://schemas.openxmlformats.org/officeDocument/2006/relationships/diagramColors" Target="../diagrams/colors91.xml"/><Relationship Id="rId10" Type="http://schemas.openxmlformats.org/officeDocument/2006/relationships/diagramQuickStyle" Target="../diagrams/quickStyle92.xml"/><Relationship Id="rId4" Type="http://schemas.openxmlformats.org/officeDocument/2006/relationships/diagramQuickStyle" Target="../diagrams/quickStyle91.xml"/><Relationship Id="rId9" Type="http://schemas.openxmlformats.org/officeDocument/2006/relationships/diagramLayout" Target="../diagrams/layout9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3.xml"/><Relationship Id="rId7" Type="http://schemas.openxmlformats.org/officeDocument/2006/relationships/image" Target="../media/image44.png"/><Relationship Id="rId2" Type="http://schemas.openxmlformats.org/officeDocument/2006/relationships/diagramData" Target="../diagrams/data9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3.xml"/><Relationship Id="rId5" Type="http://schemas.openxmlformats.org/officeDocument/2006/relationships/diagramColors" Target="../diagrams/colors93.xml"/><Relationship Id="rId4" Type="http://schemas.openxmlformats.org/officeDocument/2006/relationships/diagramQuickStyle" Target="../diagrams/quickStyle93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5.xml"/><Relationship Id="rId13" Type="http://schemas.openxmlformats.org/officeDocument/2006/relationships/diagramLayout" Target="../diagrams/layout96.xml"/><Relationship Id="rId3" Type="http://schemas.openxmlformats.org/officeDocument/2006/relationships/diagramLayout" Target="../diagrams/layout94.xml"/><Relationship Id="rId7" Type="http://schemas.openxmlformats.org/officeDocument/2006/relationships/diagramData" Target="../diagrams/data95.xml"/><Relationship Id="rId12" Type="http://schemas.openxmlformats.org/officeDocument/2006/relationships/diagramData" Target="../diagrams/data96.xml"/><Relationship Id="rId2" Type="http://schemas.openxmlformats.org/officeDocument/2006/relationships/diagramData" Target="../diagrams/data94.xml"/><Relationship Id="rId16" Type="http://schemas.microsoft.com/office/2007/relationships/diagramDrawing" Target="../diagrams/drawing9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4.xml"/><Relationship Id="rId11" Type="http://schemas.microsoft.com/office/2007/relationships/diagramDrawing" Target="../diagrams/drawing95.xml"/><Relationship Id="rId5" Type="http://schemas.openxmlformats.org/officeDocument/2006/relationships/diagramColors" Target="../diagrams/colors94.xml"/><Relationship Id="rId15" Type="http://schemas.openxmlformats.org/officeDocument/2006/relationships/diagramColors" Target="../diagrams/colors96.xml"/><Relationship Id="rId10" Type="http://schemas.openxmlformats.org/officeDocument/2006/relationships/diagramColors" Target="../diagrams/colors95.xml"/><Relationship Id="rId4" Type="http://schemas.openxmlformats.org/officeDocument/2006/relationships/diagramQuickStyle" Target="../diagrams/quickStyle94.xml"/><Relationship Id="rId9" Type="http://schemas.openxmlformats.org/officeDocument/2006/relationships/diagramQuickStyle" Target="../diagrams/quickStyle95.xml"/><Relationship Id="rId14" Type="http://schemas.openxmlformats.org/officeDocument/2006/relationships/diagramQuickStyle" Target="../diagrams/quickStyle96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13" Type="http://schemas.openxmlformats.org/officeDocument/2006/relationships/image" Target="../media/image140.png"/><Relationship Id="rId18" Type="http://schemas.openxmlformats.org/officeDocument/2006/relationships/customXml" Target="../ink/ink26.xml"/><Relationship Id="rId26" Type="http://schemas.openxmlformats.org/officeDocument/2006/relationships/customXml" Target="../ink/ink30.xml"/><Relationship Id="rId39" Type="http://schemas.openxmlformats.org/officeDocument/2006/relationships/customXml" Target="../ink/ink38.xml"/><Relationship Id="rId3" Type="http://schemas.openxmlformats.org/officeDocument/2006/relationships/diagramLayout" Target="../diagrams/layout97.xml"/><Relationship Id="rId21" Type="http://schemas.openxmlformats.org/officeDocument/2006/relationships/image" Target="../media/image18.png"/><Relationship Id="rId34" Type="http://schemas.openxmlformats.org/officeDocument/2006/relationships/customXml" Target="../ink/ink34.xml"/><Relationship Id="rId42" Type="http://schemas.openxmlformats.org/officeDocument/2006/relationships/image" Target="../media/image27.png"/><Relationship Id="rId7" Type="http://schemas.openxmlformats.org/officeDocument/2006/relationships/image" Target="../media/image16.png"/><Relationship Id="rId12" Type="http://schemas.openxmlformats.org/officeDocument/2006/relationships/customXml" Target="../ink/ink23.xml"/><Relationship Id="rId17" Type="http://schemas.openxmlformats.org/officeDocument/2006/relationships/image" Target="../media/image160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38" Type="http://schemas.openxmlformats.org/officeDocument/2006/relationships/customXml" Target="../ink/ink37.xml"/><Relationship Id="rId2" Type="http://schemas.openxmlformats.org/officeDocument/2006/relationships/diagramData" Target="../diagrams/data97.xml"/><Relationship Id="rId16" Type="http://schemas.openxmlformats.org/officeDocument/2006/relationships/customXml" Target="../ink/ink25.xml"/><Relationship Id="rId20" Type="http://schemas.openxmlformats.org/officeDocument/2006/relationships/customXml" Target="../ink/ink27.xml"/><Relationship Id="rId29" Type="http://schemas.openxmlformats.org/officeDocument/2006/relationships/image" Target="../media/image22.png"/><Relationship Id="rId41" Type="http://schemas.openxmlformats.org/officeDocument/2006/relationships/customXml" Target="../ink/ink3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7.xml"/><Relationship Id="rId11" Type="http://schemas.openxmlformats.org/officeDocument/2006/relationships/image" Target="../media/image130.png"/><Relationship Id="rId24" Type="http://schemas.openxmlformats.org/officeDocument/2006/relationships/customXml" Target="../ink/ink29.xml"/><Relationship Id="rId32" Type="http://schemas.openxmlformats.org/officeDocument/2006/relationships/customXml" Target="../ink/ink33.xml"/><Relationship Id="rId37" Type="http://schemas.openxmlformats.org/officeDocument/2006/relationships/image" Target="../media/image25.png"/><Relationship Id="rId40" Type="http://schemas.openxmlformats.org/officeDocument/2006/relationships/image" Target="../media/image26.png"/><Relationship Id="rId5" Type="http://schemas.openxmlformats.org/officeDocument/2006/relationships/diagramColors" Target="../diagrams/colors97.xml"/><Relationship Id="rId15" Type="http://schemas.openxmlformats.org/officeDocument/2006/relationships/image" Target="../media/image150.png"/><Relationship Id="rId23" Type="http://schemas.openxmlformats.org/officeDocument/2006/relationships/image" Target="../media/image19.png"/><Relationship Id="rId28" Type="http://schemas.openxmlformats.org/officeDocument/2006/relationships/customXml" Target="../ink/ink31.xml"/><Relationship Id="rId36" Type="http://schemas.openxmlformats.org/officeDocument/2006/relationships/customXml" Target="../ink/ink36.xml"/><Relationship Id="rId10" Type="http://schemas.openxmlformats.org/officeDocument/2006/relationships/customXml" Target="../ink/ink22.xml"/><Relationship Id="rId19" Type="http://schemas.openxmlformats.org/officeDocument/2006/relationships/image" Target="../media/image170.png"/><Relationship Id="rId31" Type="http://schemas.openxmlformats.org/officeDocument/2006/relationships/image" Target="../media/image23.png"/><Relationship Id="rId44" Type="http://schemas.openxmlformats.org/officeDocument/2006/relationships/image" Target="../media/image28.png"/><Relationship Id="rId4" Type="http://schemas.openxmlformats.org/officeDocument/2006/relationships/diagramQuickStyle" Target="../diagrams/quickStyle97.xml"/><Relationship Id="rId9" Type="http://schemas.openxmlformats.org/officeDocument/2006/relationships/image" Target="../media/image120.png"/><Relationship Id="rId14" Type="http://schemas.openxmlformats.org/officeDocument/2006/relationships/customXml" Target="../ink/ink24.xml"/><Relationship Id="rId22" Type="http://schemas.openxmlformats.org/officeDocument/2006/relationships/customXml" Target="../ink/ink28.xml"/><Relationship Id="rId27" Type="http://schemas.openxmlformats.org/officeDocument/2006/relationships/image" Target="../media/image21.png"/><Relationship Id="rId30" Type="http://schemas.openxmlformats.org/officeDocument/2006/relationships/customXml" Target="../ink/ink32.xml"/><Relationship Id="rId35" Type="http://schemas.openxmlformats.org/officeDocument/2006/relationships/customXml" Target="../ink/ink35.xml"/><Relationship Id="rId43" Type="http://schemas.openxmlformats.org/officeDocument/2006/relationships/customXml" Target="../ink/ink4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8.xml"/><Relationship Id="rId2" Type="http://schemas.openxmlformats.org/officeDocument/2006/relationships/diagramData" Target="../diagrams/data9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8.xml"/><Relationship Id="rId5" Type="http://schemas.openxmlformats.org/officeDocument/2006/relationships/diagramColors" Target="../diagrams/colors98.xml"/><Relationship Id="rId4" Type="http://schemas.openxmlformats.org/officeDocument/2006/relationships/diagramQuickStyle" Target="../diagrams/quickStyle98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Layout" Target="../diagrams/layout99.xml"/><Relationship Id="rId7" Type="http://schemas.openxmlformats.org/officeDocument/2006/relationships/image" Target="../media/image32.jpeg"/><Relationship Id="rId2" Type="http://schemas.openxmlformats.org/officeDocument/2006/relationships/diagramData" Target="../diagrams/data9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9.xml"/><Relationship Id="rId5" Type="http://schemas.openxmlformats.org/officeDocument/2006/relationships/diagramColors" Target="../diagrams/colors99.xml"/><Relationship Id="rId4" Type="http://schemas.openxmlformats.org/officeDocument/2006/relationships/diagramQuickStyle" Target="../diagrams/quickStyle99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01.xml"/><Relationship Id="rId3" Type="http://schemas.openxmlformats.org/officeDocument/2006/relationships/diagramLayout" Target="../diagrams/layout100.xml"/><Relationship Id="rId7" Type="http://schemas.openxmlformats.org/officeDocument/2006/relationships/image" Target="../media/image45.png"/><Relationship Id="rId12" Type="http://schemas.microsoft.com/office/2007/relationships/diagramDrawing" Target="../diagrams/drawing101.xml"/><Relationship Id="rId2" Type="http://schemas.openxmlformats.org/officeDocument/2006/relationships/diagramData" Target="../diagrams/data10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0.xml"/><Relationship Id="rId11" Type="http://schemas.openxmlformats.org/officeDocument/2006/relationships/diagramColors" Target="../diagrams/colors101.xml"/><Relationship Id="rId5" Type="http://schemas.openxmlformats.org/officeDocument/2006/relationships/diagramColors" Target="../diagrams/colors100.xml"/><Relationship Id="rId10" Type="http://schemas.openxmlformats.org/officeDocument/2006/relationships/diagramQuickStyle" Target="../diagrams/quickStyle101.xml"/><Relationship Id="rId4" Type="http://schemas.openxmlformats.org/officeDocument/2006/relationships/diagramQuickStyle" Target="../diagrams/quickStyle100.xml"/><Relationship Id="rId9" Type="http://schemas.openxmlformats.org/officeDocument/2006/relationships/diagramLayout" Target="../diagrams/layout101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3.xml"/><Relationship Id="rId3" Type="http://schemas.openxmlformats.org/officeDocument/2006/relationships/diagramLayout" Target="../diagrams/layout102.xml"/><Relationship Id="rId7" Type="http://schemas.openxmlformats.org/officeDocument/2006/relationships/diagramData" Target="../diagrams/data103.xml"/><Relationship Id="rId2" Type="http://schemas.openxmlformats.org/officeDocument/2006/relationships/diagramData" Target="../diagrams/data10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2.xml"/><Relationship Id="rId11" Type="http://schemas.microsoft.com/office/2007/relationships/diagramDrawing" Target="../diagrams/drawing103.xml"/><Relationship Id="rId5" Type="http://schemas.openxmlformats.org/officeDocument/2006/relationships/diagramColors" Target="../diagrams/colors102.xml"/><Relationship Id="rId10" Type="http://schemas.openxmlformats.org/officeDocument/2006/relationships/diagramColors" Target="../diagrams/colors103.xml"/><Relationship Id="rId4" Type="http://schemas.openxmlformats.org/officeDocument/2006/relationships/diagramQuickStyle" Target="../diagrams/quickStyle102.xml"/><Relationship Id="rId9" Type="http://schemas.openxmlformats.org/officeDocument/2006/relationships/diagramQuickStyle" Target="../diagrams/quickStyle103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05.xml"/><Relationship Id="rId3" Type="http://schemas.openxmlformats.org/officeDocument/2006/relationships/diagramLayout" Target="../diagrams/layout104.xml"/><Relationship Id="rId7" Type="http://schemas.openxmlformats.org/officeDocument/2006/relationships/image" Target="../media/image33.png"/><Relationship Id="rId12" Type="http://schemas.microsoft.com/office/2007/relationships/diagramDrawing" Target="../diagrams/drawing105.xml"/><Relationship Id="rId2" Type="http://schemas.openxmlformats.org/officeDocument/2006/relationships/diagramData" Target="../diagrams/data10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4.xml"/><Relationship Id="rId11" Type="http://schemas.openxmlformats.org/officeDocument/2006/relationships/diagramColors" Target="../diagrams/colors105.xml"/><Relationship Id="rId5" Type="http://schemas.openxmlformats.org/officeDocument/2006/relationships/diagramColors" Target="../diagrams/colors104.xml"/><Relationship Id="rId10" Type="http://schemas.openxmlformats.org/officeDocument/2006/relationships/diagramQuickStyle" Target="../diagrams/quickStyle105.xml"/><Relationship Id="rId4" Type="http://schemas.openxmlformats.org/officeDocument/2006/relationships/diagramQuickStyle" Target="../diagrams/quickStyle104.xml"/><Relationship Id="rId9" Type="http://schemas.openxmlformats.org/officeDocument/2006/relationships/diagramLayout" Target="../diagrams/layout105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07.xml"/><Relationship Id="rId3" Type="http://schemas.openxmlformats.org/officeDocument/2006/relationships/diagramLayout" Target="../diagrams/layout106.xml"/><Relationship Id="rId7" Type="http://schemas.openxmlformats.org/officeDocument/2006/relationships/image" Target="../media/image34.jpeg"/><Relationship Id="rId12" Type="http://schemas.microsoft.com/office/2007/relationships/diagramDrawing" Target="../diagrams/drawing107.xml"/><Relationship Id="rId2" Type="http://schemas.openxmlformats.org/officeDocument/2006/relationships/diagramData" Target="../diagrams/data10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6.xml"/><Relationship Id="rId11" Type="http://schemas.openxmlformats.org/officeDocument/2006/relationships/diagramColors" Target="../diagrams/colors107.xml"/><Relationship Id="rId5" Type="http://schemas.openxmlformats.org/officeDocument/2006/relationships/diagramColors" Target="../diagrams/colors106.xml"/><Relationship Id="rId10" Type="http://schemas.openxmlformats.org/officeDocument/2006/relationships/diagramQuickStyle" Target="../diagrams/quickStyle107.xml"/><Relationship Id="rId4" Type="http://schemas.openxmlformats.org/officeDocument/2006/relationships/diagramQuickStyle" Target="../diagrams/quickStyle106.xml"/><Relationship Id="rId9" Type="http://schemas.openxmlformats.org/officeDocument/2006/relationships/diagramLayout" Target="../diagrams/layout107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09.xml"/><Relationship Id="rId13" Type="http://schemas.openxmlformats.org/officeDocument/2006/relationships/diagramData" Target="../diagrams/data110.xml"/><Relationship Id="rId3" Type="http://schemas.openxmlformats.org/officeDocument/2006/relationships/diagramLayout" Target="../diagrams/layout108.xml"/><Relationship Id="rId7" Type="http://schemas.openxmlformats.org/officeDocument/2006/relationships/image" Target="../media/image46.jpeg"/><Relationship Id="rId12" Type="http://schemas.microsoft.com/office/2007/relationships/diagramDrawing" Target="../diagrams/drawing109.xml"/><Relationship Id="rId17" Type="http://schemas.microsoft.com/office/2007/relationships/diagramDrawing" Target="../diagrams/drawing110.xml"/><Relationship Id="rId2" Type="http://schemas.openxmlformats.org/officeDocument/2006/relationships/diagramData" Target="../diagrams/data108.xml"/><Relationship Id="rId16" Type="http://schemas.openxmlformats.org/officeDocument/2006/relationships/diagramColors" Target="../diagrams/colors1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8.xml"/><Relationship Id="rId11" Type="http://schemas.openxmlformats.org/officeDocument/2006/relationships/diagramColors" Target="../diagrams/colors109.xml"/><Relationship Id="rId5" Type="http://schemas.openxmlformats.org/officeDocument/2006/relationships/diagramColors" Target="../diagrams/colors108.xml"/><Relationship Id="rId15" Type="http://schemas.openxmlformats.org/officeDocument/2006/relationships/diagramQuickStyle" Target="../diagrams/quickStyle110.xml"/><Relationship Id="rId10" Type="http://schemas.openxmlformats.org/officeDocument/2006/relationships/diagramQuickStyle" Target="../diagrams/quickStyle109.xml"/><Relationship Id="rId4" Type="http://schemas.openxmlformats.org/officeDocument/2006/relationships/diagramQuickStyle" Target="../diagrams/quickStyle108.xml"/><Relationship Id="rId9" Type="http://schemas.openxmlformats.org/officeDocument/2006/relationships/diagramLayout" Target="../diagrams/layout109.xml"/><Relationship Id="rId14" Type="http://schemas.openxmlformats.org/officeDocument/2006/relationships/diagramLayout" Target="../diagrams/layout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8D54382-068D-4C5C-AAEE-3EE17B569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261104"/>
            <a:ext cx="8229600" cy="2427249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ru-R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Військово-економічне</a:t>
            </a:r>
            <a:r>
              <a:rPr lang="ru-R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життя</a:t>
            </a:r>
            <a:r>
              <a:rPr lang="ru-R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українських</a:t>
            </a:r>
            <a:r>
              <a:rPr lang="ru-R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землі</a:t>
            </a:r>
            <a:r>
              <a:rPr lang="ru-R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у </a:t>
            </a:r>
            <a:r>
              <a:rPr lang="ru-R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складі</a:t>
            </a:r>
            <a:r>
              <a:rPr lang="ru-R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Речі</a:t>
            </a:r>
            <a:r>
              <a:rPr lang="ru-R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Посполитої</a:t>
            </a:r>
            <a:r>
              <a:rPr lang="ru-R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в </a:t>
            </a:r>
            <a:r>
              <a:rPr lang="ru-R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другій</a:t>
            </a:r>
            <a:r>
              <a:rPr lang="ru-R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половині</a:t>
            </a:r>
            <a:r>
              <a:rPr lang="ru-R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XVI – на </a:t>
            </a:r>
            <a:r>
              <a:rPr lang="ru-RU" sz="4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поч</a:t>
            </a:r>
            <a:r>
              <a:rPr lang="ru-R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XVII</a:t>
            </a:r>
            <a:r>
              <a:rPr lang="ru-RU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ст.</a:t>
            </a:r>
            <a:endParaRPr lang="uk-UA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xmlns="" id="{014F1597-2AAE-2D26-F034-C08173527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1600" y="4926886"/>
            <a:ext cx="3200400" cy="1463040"/>
          </a:xfr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uk-UA" dirty="0"/>
              <a:t>Козацтво</a:t>
            </a:r>
          </a:p>
          <a:p>
            <a:r>
              <a:rPr lang="uk-UA" dirty="0"/>
              <a:t>Господарство</a:t>
            </a:r>
          </a:p>
          <a:p>
            <a:r>
              <a:rPr lang="uk-UA" dirty="0"/>
              <a:t>Козацькі повстання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0CC34A1C-4A51-53E9-ACE4-30205A0CFB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316" y="0"/>
            <a:ext cx="8047484" cy="419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21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2E04A67-DD0A-6D27-A7EE-1DB74610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D0CA44E-D2C7-6855-37B1-4F80AB84F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Блок 5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xmlns="" id="{D927EE2C-C2A3-73A3-E79B-56D7930AC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https://forms.gle/UjbdYhW7xv36BySdA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4696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7B1DF4D-8B82-AF21-B677-EE574CE97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DE75036-4C1A-F820-1E11-D816E9CED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541990"/>
            <a:ext cx="10331057" cy="1499616"/>
          </a:xfrm>
        </p:spPr>
        <p:txBody>
          <a:bodyPr>
            <a:noAutofit/>
          </a:bodyPr>
          <a:lstStyle/>
          <a:p>
            <a:r>
              <a:rPr lang="ru-RU" sz="3600" dirty="0" err="1"/>
              <a:t>Упродовж</a:t>
            </a:r>
            <a:r>
              <a:rPr lang="ru-RU" sz="3600" dirty="0"/>
              <a:t> </a:t>
            </a:r>
            <a:r>
              <a:rPr lang="ru-RU" sz="3600" dirty="0" err="1"/>
              <a:t>якого</a:t>
            </a:r>
            <a:r>
              <a:rPr lang="ru-RU" sz="3600" dirty="0"/>
              <a:t> </a:t>
            </a:r>
            <a:r>
              <a:rPr lang="ru-RU" sz="3600" dirty="0" err="1"/>
              <a:t>періоду</a:t>
            </a:r>
            <a:r>
              <a:rPr lang="ru-RU" sz="3600" dirty="0"/>
              <a:t> </a:t>
            </a:r>
            <a:r>
              <a:rPr lang="ru-RU" sz="3600" dirty="0" err="1"/>
              <a:t>тривало</a:t>
            </a:r>
            <a:r>
              <a:rPr lang="ru-RU" sz="3600" dirty="0"/>
              <a:t> </a:t>
            </a:r>
            <a:r>
              <a:rPr lang="ru-RU" sz="3600" dirty="0" err="1"/>
              <a:t>козацько-селянське</a:t>
            </a:r>
            <a:r>
              <a:rPr lang="ru-RU" sz="3600" dirty="0"/>
              <a:t> </a:t>
            </a:r>
            <a:r>
              <a:rPr lang="ru-RU" sz="3600" dirty="0" err="1"/>
              <a:t>повстання</a:t>
            </a:r>
            <a:r>
              <a:rPr lang="ru-RU" sz="3600" dirty="0"/>
              <a:t> </a:t>
            </a:r>
            <a:r>
              <a:rPr lang="ru-RU" sz="3600" dirty="0" err="1"/>
              <a:t>під</a:t>
            </a:r>
            <a:r>
              <a:rPr lang="ru-RU" sz="3600" dirty="0"/>
              <a:t> проводом С. Наливайка?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DE4FFCEE-3542-8A0D-A0E4-22DB4D7CFC8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xmlns="" id="{CB5E6F90-D99A-627F-460D-447774BAD7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096000" y="2084832"/>
            <a:ext cx="4754562" cy="2508790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2ECA894F-F412-A562-E8AF-86E26BD28B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5626" y="4738255"/>
            <a:ext cx="2376851" cy="1840329"/>
          </a:xfrm>
          <a:prstGeom prst="rect">
            <a:avLst/>
          </a:prstGeom>
        </p:spPr>
      </p:pic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xmlns="" id="{093842D8-229A-7BBC-1473-32EC38E59D5A}"/>
              </a:ext>
            </a:extLst>
          </p:cNvPr>
          <p:cNvGraphicFramePr>
            <a:graphicFrameLocks/>
          </p:cNvGraphicFramePr>
          <p:nvPr/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9785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6476373-F08A-F630-A221-257253657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02D4439-6C30-3DDF-87A7-2E365A7FD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Уривок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документа </a:t>
            </a:r>
            <a:r>
              <a:rPr lang="ru-RU" dirty="0" err="1"/>
              <a:t>процитовано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A7436E95-F17F-1E1B-F81F-3D7E22437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347" y="2109770"/>
            <a:ext cx="5280243" cy="2036618"/>
          </a:xfrm>
        </p:spPr>
        <p:txBody>
          <a:bodyPr>
            <a:noAutofit/>
          </a:bodyPr>
          <a:lstStyle/>
          <a:p>
            <a:pPr algn="l"/>
            <a:r>
              <a:rPr lang="ru-RU" sz="1800" b="0" i="1" dirty="0">
                <a:effectLst/>
                <a:latin typeface="Century Gothic" panose="020B0502020202020204" pitchFamily="34" charset="0"/>
              </a:rPr>
              <a:t>«…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Надалі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козаки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повинні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будуть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коритися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виключно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старшому,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якого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самі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собі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оберуть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… Козаки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мусять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скласти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правильні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реєстри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,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які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не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перевищують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6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тисяч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… З [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цього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] числа 1000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або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більше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козаків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, на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розсуд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коронного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гетьмана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і з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відома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їхнього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старшого..,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мусять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перебувати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на Низу за порогами і там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виконувати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свою службу…»?</a:t>
            </a:r>
            <a:endParaRPr lang="ru-RU" sz="1800" b="0" i="0" dirty="0">
              <a:effectLst/>
              <a:latin typeface="Century Gothic" panose="020B0502020202020204" pitchFamily="34" charset="0"/>
            </a:endParaRPr>
          </a:p>
          <a:p>
            <a:endParaRPr lang="uk-UA" sz="1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227EDBEE-2AE6-1546-8F1E-9E76B6D2B1F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Місце для вмісту 4">
            <a:extLst>
              <a:ext uri="{FF2B5EF4-FFF2-40B4-BE49-F238E27FC236}">
                <a16:creationId xmlns:a16="http://schemas.microsoft.com/office/drawing/2014/main" xmlns="" id="{90BC6125-5AA1-A544-F1FD-32BF4C103992}"/>
              </a:ext>
            </a:extLst>
          </p:cNvPr>
          <p:cNvGraphicFramePr>
            <a:graphicFrameLocks/>
          </p:cNvGraphicFramePr>
          <p:nvPr/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D111D4C5-394D-37C7-5BA4-353D8B807B5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8034" y="4297680"/>
            <a:ext cx="3512556" cy="249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65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39C4C26-4E0E-210C-9C0E-805975222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D68AD31-D39E-25A5-7AD0-1A1452DAF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Умови</a:t>
            </a:r>
            <a:r>
              <a:rPr lang="ru-RU" dirty="0"/>
              <a:t> </a:t>
            </a:r>
            <a:r>
              <a:rPr lang="ru-RU" dirty="0" err="1"/>
              <a:t>Куруківської</a:t>
            </a:r>
            <a:r>
              <a:rPr lang="ru-RU" dirty="0"/>
              <a:t> угоди 1625 р. </a:t>
            </a:r>
            <a:r>
              <a:rPr lang="ru-RU" dirty="0" err="1"/>
              <a:t>задовольняли</a:t>
            </a:r>
            <a:r>
              <a:rPr lang="ru-RU" dirty="0"/>
              <a:t> </a:t>
            </a:r>
            <a:r>
              <a:rPr lang="ru-RU" dirty="0" err="1"/>
              <a:t>інтереси</a:t>
            </a:r>
            <a:r>
              <a:rPr lang="ru-RU" dirty="0"/>
              <a:t> </a:t>
            </a:r>
            <a:r>
              <a:rPr lang="ru-RU" dirty="0" err="1"/>
              <a:t>лише</a:t>
            </a:r>
            <a:r>
              <a:rPr lang="ru-RU" dirty="0"/>
              <a:t> </a:t>
            </a:r>
            <a:r>
              <a:rPr lang="ru-RU" dirty="0" err="1"/>
              <a:t>заможної</a:t>
            </a:r>
            <a:r>
              <a:rPr lang="ru-RU" dirty="0"/>
              <a:t> </a:t>
            </a:r>
            <a:r>
              <a:rPr lang="ru-RU" dirty="0" err="1"/>
              <a:t>частини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xmlns="" id="{9AB175A4-6622-02D7-1834-3D7B91864A5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xmlns="" id="{66C2DC37-FA86-14DF-0ED3-A97AEE1B24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256655" y="2084832"/>
            <a:ext cx="3120102" cy="2212064"/>
          </a:xfrm>
        </p:spPr>
      </p:pic>
      <p:graphicFrame>
        <p:nvGraphicFramePr>
          <p:cNvPr id="3" name="Місце для вмісту 6">
            <a:extLst>
              <a:ext uri="{FF2B5EF4-FFF2-40B4-BE49-F238E27FC236}">
                <a16:creationId xmlns:a16="http://schemas.microsoft.com/office/drawing/2014/main" xmlns="" id="{A9739A36-C4AD-E847-1296-EDEB725BD62B}"/>
              </a:ext>
            </a:extLst>
          </p:cNvPr>
          <p:cNvGraphicFramePr>
            <a:graphicFrameLocks/>
          </p:cNvGraphicFramePr>
          <p:nvPr/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CAD4583E-5BC1-CB67-5A8C-0353D604F93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56656" y="4296896"/>
            <a:ext cx="3120101" cy="238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55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2F77317-F1F0-81E2-9406-D0D74F823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FB4D4C4-F826-8549-E41A-6664298F9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провідників</a:t>
            </a:r>
            <a:r>
              <a:rPr lang="ru-RU" dirty="0"/>
              <a:t> </a:t>
            </a:r>
            <a:r>
              <a:rPr lang="ru-RU" dirty="0" err="1"/>
              <a:t>козацько-селянського</a:t>
            </a:r>
            <a:r>
              <a:rPr lang="ru-RU" dirty="0"/>
              <a:t> </a:t>
            </a:r>
            <a:r>
              <a:rPr lang="ru-RU" dirty="0" err="1"/>
              <a:t>повстання</a:t>
            </a:r>
            <a:r>
              <a:rPr lang="ru-RU" dirty="0"/>
              <a:t> 1637–1638 </a:t>
            </a:r>
            <a:r>
              <a:rPr lang="ru-RU" dirty="0" err="1"/>
              <a:t>рр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8E641277-80B8-F7CB-76B0-E14E48144DA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xmlns="" id="{F33AB477-BF1E-F7F9-E56F-F818A3C800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152047" y="2482596"/>
            <a:ext cx="4429743" cy="3629532"/>
          </a:xfrm>
        </p:spPr>
      </p:pic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xmlns="" id="{93345680-5FBC-1B41-2B3D-46A7AE1263C9}"/>
              </a:ext>
            </a:extLst>
          </p:cNvPr>
          <p:cNvGraphicFramePr>
            <a:graphicFrameLocks/>
          </p:cNvGraphicFramePr>
          <p:nvPr/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18667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56BBCFA-EA2D-FD44-1599-C29C86CB5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Хто</a:t>
            </a:r>
            <a:r>
              <a:rPr lang="ru-RU" dirty="0"/>
              <a:t> </a:t>
            </a:r>
            <a:r>
              <a:rPr lang="ru-RU" dirty="0" err="1"/>
              <a:t>очолив</a:t>
            </a:r>
            <a:r>
              <a:rPr lang="ru-RU" dirty="0"/>
              <a:t> </a:t>
            </a:r>
            <a:r>
              <a:rPr lang="ru-RU" dirty="0" err="1"/>
              <a:t>повстання</a:t>
            </a:r>
            <a:r>
              <a:rPr lang="ru-RU" dirty="0"/>
              <a:t>, про яке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67F1B91A-C208-8E7D-E9B2-43F948DBDD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«Року 1637 козаки </a:t>
            </a:r>
            <a:r>
              <a:rPr lang="ru-RU" dirty="0" err="1"/>
              <a:t>зібралися</a:t>
            </a:r>
            <a:r>
              <a:rPr lang="ru-RU" dirty="0"/>
              <a:t>... і </a:t>
            </a:r>
            <a:r>
              <a:rPr lang="ru-RU" dirty="0" err="1"/>
              <a:t>вирушили</a:t>
            </a:r>
            <a:r>
              <a:rPr lang="ru-RU" dirty="0"/>
              <a:t> на </a:t>
            </a:r>
            <a:r>
              <a:rPr lang="ru-RU" dirty="0" err="1"/>
              <a:t>Кумейки</a:t>
            </a:r>
            <a:r>
              <a:rPr lang="ru-RU" dirty="0"/>
              <a:t> </a:t>
            </a:r>
            <a:r>
              <a:rPr lang="ru-RU" dirty="0" err="1"/>
              <a:t>супроти</a:t>
            </a:r>
            <a:r>
              <a:rPr lang="ru-RU" dirty="0"/>
              <a:t> </a:t>
            </a:r>
            <a:r>
              <a:rPr lang="ru-RU" dirty="0" err="1"/>
              <a:t>ляхів</a:t>
            </a:r>
            <a:r>
              <a:rPr lang="ru-RU" dirty="0"/>
              <a:t>, </a:t>
            </a:r>
            <a:r>
              <a:rPr lang="ru-RU" dirty="0" err="1"/>
              <a:t>але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Кумейками</a:t>
            </a:r>
            <a:r>
              <a:rPr lang="ru-RU" dirty="0"/>
              <a:t> </a:t>
            </a:r>
            <a:r>
              <a:rPr lang="ru-RU" dirty="0" err="1"/>
              <a:t>коронний</a:t>
            </a:r>
            <a:r>
              <a:rPr lang="ru-RU" dirty="0"/>
              <a:t> </a:t>
            </a:r>
            <a:r>
              <a:rPr lang="ru-RU" dirty="0" err="1"/>
              <a:t>гетьман</a:t>
            </a:r>
            <a:r>
              <a:rPr lang="ru-RU" dirty="0"/>
              <a:t> </a:t>
            </a:r>
            <a:r>
              <a:rPr lang="ru-RU" dirty="0" err="1"/>
              <a:t>Конецпольський</a:t>
            </a:r>
            <a:r>
              <a:rPr lang="ru-RU" dirty="0"/>
              <a:t>, вдавшись до </a:t>
            </a:r>
            <a:r>
              <a:rPr lang="ru-RU" dirty="0" err="1"/>
              <a:t>підступу</a:t>
            </a:r>
            <a:r>
              <a:rPr lang="ru-RU" dirty="0"/>
              <a:t>, </a:t>
            </a:r>
            <a:r>
              <a:rPr lang="ru-RU" dirty="0" err="1"/>
              <a:t>здолав</a:t>
            </a:r>
            <a:r>
              <a:rPr lang="ru-RU" dirty="0"/>
              <a:t> </a:t>
            </a:r>
            <a:r>
              <a:rPr lang="ru-RU" dirty="0" err="1"/>
              <a:t>козаків</a:t>
            </a:r>
            <a:r>
              <a:rPr lang="ru-RU" dirty="0"/>
              <a:t>...»?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528FDA11-35B1-2A8A-F1E3-621D760A131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389DA32E-1413-107C-9ACA-F1CBF42D62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668" y="4089861"/>
            <a:ext cx="2997899" cy="199570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D0B257AE-9072-9FE9-D72A-0C270DAFA3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9791" y="3858768"/>
            <a:ext cx="1577176" cy="245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776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DE67841-A5CF-E457-C01D-40385F53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Яку роль в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українського</a:t>
            </a:r>
            <a:r>
              <a:rPr lang="ru-RU" dirty="0"/>
              <a:t> народу </a:t>
            </a:r>
            <a:r>
              <a:rPr lang="ru-RU" dirty="0" err="1"/>
              <a:t>відіграли</a:t>
            </a:r>
            <a:r>
              <a:rPr lang="ru-RU" dirty="0"/>
              <a:t> </a:t>
            </a:r>
            <a:r>
              <a:rPr lang="ru-RU" dirty="0" err="1"/>
              <a:t>козацько-селянські</a:t>
            </a:r>
            <a:r>
              <a:rPr lang="ru-RU" dirty="0"/>
              <a:t> </a:t>
            </a:r>
            <a:r>
              <a:rPr lang="ru-RU" dirty="0" err="1"/>
              <a:t>повстання</a:t>
            </a:r>
            <a:r>
              <a:rPr lang="ru-RU" dirty="0"/>
              <a:t> </a:t>
            </a:r>
            <a:r>
              <a:rPr lang="ru-RU" dirty="0" err="1"/>
              <a:t>кінця</a:t>
            </a:r>
            <a:r>
              <a:rPr lang="ru-RU" dirty="0"/>
              <a:t> XVI — початку XVII ст.?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B094018A-553A-3276-9FD2-AF9107D326EB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84B0721C-F952-9A9B-DFCA-D3725D3872C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26738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CF65687-798D-85CF-60E7-9129760AA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Прочитайте </a:t>
            </a:r>
            <a:r>
              <a:rPr lang="ru-RU" sz="4000" dirty="0" err="1"/>
              <a:t>уривок</a:t>
            </a:r>
            <a:r>
              <a:rPr lang="ru-RU" sz="4000" dirty="0"/>
              <a:t> з </a:t>
            </a:r>
            <a:r>
              <a:rPr lang="ru-RU" sz="4000" dirty="0" err="1"/>
              <a:t>історичного</a:t>
            </a:r>
            <a:r>
              <a:rPr lang="ru-RU" sz="4000" dirty="0"/>
              <a:t> </a:t>
            </a:r>
            <a:r>
              <a:rPr lang="ru-RU" sz="4000" dirty="0" err="1"/>
              <a:t>джерела</a:t>
            </a:r>
            <a:r>
              <a:rPr lang="ru-RU" sz="4000" dirty="0"/>
              <a:t> про </a:t>
            </a:r>
            <a:r>
              <a:rPr lang="ru-RU" sz="4000" dirty="0" err="1"/>
              <a:t>козацькі</a:t>
            </a:r>
            <a:r>
              <a:rPr lang="ru-RU" sz="4000" dirty="0"/>
              <a:t> </a:t>
            </a:r>
            <a:r>
              <a:rPr lang="ru-RU" sz="4000" dirty="0" err="1"/>
              <a:t>повстання</a:t>
            </a:r>
            <a:r>
              <a:rPr lang="ru-RU" sz="4000" dirty="0"/>
              <a:t> 1620-х – 1630-х </a:t>
            </a:r>
            <a:r>
              <a:rPr lang="ru-RU" sz="4000" dirty="0" err="1"/>
              <a:t>рр</a:t>
            </a:r>
            <a:r>
              <a:rPr lang="ru-RU" sz="4000" dirty="0"/>
              <a:t>. та </a:t>
            </a:r>
            <a:r>
              <a:rPr lang="ru-RU" sz="4000" dirty="0" err="1"/>
              <a:t>виконайте</a:t>
            </a:r>
            <a:r>
              <a:rPr lang="ru-RU" sz="4000" dirty="0"/>
              <a:t> </a:t>
            </a:r>
            <a:r>
              <a:rPr lang="ru-RU" sz="4000" dirty="0" err="1"/>
              <a:t>завдання</a:t>
            </a:r>
            <a:r>
              <a:rPr lang="ru-RU" sz="4000" dirty="0"/>
              <a:t>.</a:t>
            </a:r>
            <a:endParaRPr lang="uk-UA" sz="40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5D5D749F-EBFD-DEC3-48B3-660972C65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4128" y="2585258"/>
            <a:ext cx="4754880" cy="4023360"/>
          </a:xfrm>
        </p:spPr>
        <p:txBody>
          <a:bodyPr/>
          <a:lstStyle/>
          <a:p>
            <a:r>
              <a:rPr lang="ru-RU" dirty="0"/>
              <a:t>«</a:t>
            </a:r>
            <a:r>
              <a:rPr lang="ru-RU" dirty="0" err="1"/>
              <a:t>Одразу</a:t>
            </a:r>
            <a:r>
              <a:rPr lang="ru-RU" dirty="0"/>
              <a:t> ж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смерті</a:t>
            </a:r>
            <a:r>
              <a:rPr lang="ru-RU" dirty="0"/>
              <a:t> Сагайдачного… [</a:t>
            </a:r>
            <a:r>
              <a:rPr lang="ru-RU" dirty="0" err="1"/>
              <a:t>шляхтичі</a:t>
            </a:r>
            <a:r>
              <a:rPr lang="ru-RU" dirty="0"/>
              <a:t>] починали </a:t>
            </a:r>
            <a:r>
              <a:rPr lang="ru-RU" dirty="0" err="1"/>
              <a:t>чимдуж</a:t>
            </a:r>
            <a:r>
              <a:rPr lang="ru-RU" dirty="0"/>
              <a:t> </a:t>
            </a:r>
            <a:r>
              <a:rPr lang="ru-RU" dirty="0" err="1"/>
              <a:t>церкву</a:t>
            </a:r>
            <a:r>
              <a:rPr lang="ru-RU" dirty="0"/>
              <a:t> </a:t>
            </a:r>
            <a:r>
              <a:rPr lang="ru-RU" dirty="0" err="1"/>
              <a:t>православну</a:t>
            </a:r>
            <a:r>
              <a:rPr lang="ru-RU" dirty="0"/>
              <a:t> до </a:t>
            </a:r>
            <a:r>
              <a:rPr lang="ru-RU" dirty="0" err="1"/>
              <a:t>унії</a:t>
            </a:r>
            <a:r>
              <a:rPr lang="ru-RU" dirty="0"/>
              <a:t> </a:t>
            </a:r>
            <a:r>
              <a:rPr lang="ru-RU" dirty="0" err="1"/>
              <a:t>привертати</a:t>
            </a:r>
            <a:r>
              <a:rPr lang="ru-RU" dirty="0"/>
              <a:t>, а на </a:t>
            </a:r>
            <a:r>
              <a:rPr lang="ru-RU" dirty="0" err="1"/>
              <a:t>своїх</a:t>
            </a:r>
            <a:r>
              <a:rPr lang="ru-RU" dirty="0"/>
              <a:t> </a:t>
            </a:r>
            <a:r>
              <a:rPr lang="ru-RU" dirty="0" err="1"/>
              <a:t>підданих</a:t>
            </a:r>
            <a:r>
              <a:rPr lang="ru-RU" dirty="0"/>
              <a:t> </a:t>
            </a:r>
            <a:r>
              <a:rPr lang="ru-RU" dirty="0" err="1"/>
              <a:t>повинності</a:t>
            </a:r>
            <a:r>
              <a:rPr lang="ru-RU" dirty="0"/>
              <a:t> </a:t>
            </a:r>
            <a:r>
              <a:rPr lang="ru-RU" dirty="0" err="1"/>
              <a:t>накладати</a:t>
            </a:r>
            <a:r>
              <a:rPr lang="ru-RU" dirty="0"/>
              <a:t> та </a:t>
            </a:r>
            <a:r>
              <a:rPr lang="ru-RU" dirty="0" err="1"/>
              <a:t>різними</a:t>
            </a:r>
            <a:r>
              <a:rPr lang="ru-RU" dirty="0"/>
              <a:t> поборами </a:t>
            </a:r>
            <a:r>
              <a:rPr lang="ru-RU" dirty="0" err="1"/>
              <a:t>притісняти</a:t>
            </a:r>
            <a:r>
              <a:rPr lang="ru-RU" dirty="0"/>
              <a:t>…».</a:t>
            </a:r>
          </a:p>
          <a:p>
            <a:r>
              <a:rPr lang="uk-UA" dirty="0"/>
              <a:t>Автор документа вказав на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35A4367A-7513-F040-C167-63F8D681B54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456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82476E6-EF24-745A-A8B5-0F379A670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548640"/>
            <a:ext cx="9720072" cy="1499616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Упродовж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періоду</a:t>
            </a:r>
            <a:r>
              <a:rPr lang="ru-RU" dirty="0"/>
              <a:t> </a:t>
            </a:r>
            <a:r>
              <a:rPr lang="ru-RU" dirty="0" err="1"/>
              <a:t>відбувалися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описані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E8F14F19-6F3D-4F63-2D43-AC56F0DFF3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b="0" i="1" dirty="0">
                <a:effectLst/>
                <a:latin typeface="Century Gothic" panose="020B0502020202020204" pitchFamily="34" charset="0"/>
              </a:rPr>
              <a:t>«...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Хто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ж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затримає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народ, коли в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нього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так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закрутилися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колеса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свавілля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що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їх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ніяким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чином не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можна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стримати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!..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Переконався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я про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це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під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Кумейками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: зимою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знищив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Павлюка, на весну,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незважаючи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такий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великий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розгром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, ожив Острянин.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Розгромив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я Острянина – зразу ж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було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обрано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керівником</a:t>
            </a:r>
            <a:r>
              <a:rPr lang="ru-RU" b="0" i="1" dirty="0">
                <a:effectLst/>
                <a:latin typeface="Century Gothic" panose="020B0502020202020204" pitchFamily="34" charset="0"/>
              </a:rPr>
              <a:t> Гуню, і я </a:t>
            </a:r>
            <a:r>
              <a:rPr lang="ru-RU" b="0" i="1" dirty="0" err="1">
                <a:effectLst/>
                <a:latin typeface="Century Gothic" panose="020B0502020202020204" pitchFamily="34" charset="0"/>
              </a:rPr>
              <a:t>двадцять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 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тижнів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вів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із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 ним 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війну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 та 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ледве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привів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 до послуху 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зброєю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 і 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немалим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пролиттям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effectLst/>
                <a:latin typeface="Century Gothic" panose="020B0502020202020204" pitchFamily="34" charset="0"/>
              </a:rPr>
              <a:t>крові</a:t>
            </a:r>
            <a:r>
              <a:rPr lang="ru-RU" b="0" i="0" dirty="0">
                <a:effectLst/>
                <a:latin typeface="Century Gothic" panose="020B0502020202020204" pitchFamily="34" charset="0"/>
              </a:rPr>
              <a:t>!..»?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BEA369A8-398A-7B51-D43D-1B580B27923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8225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65220DA-7BB4-9661-BFC6-CA1F39AD2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/>
              <a:t>«</a:t>
            </a:r>
            <a:r>
              <a:rPr lang="ru-RU" sz="4000" dirty="0" err="1"/>
              <a:t>Ординацією</a:t>
            </a:r>
            <a:r>
              <a:rPr lang="ru-RU" sz="4000" dirty="0"/>
              <a:t> </a:t>
            </a:r>
            <a:r>
              <a:rPr lang="ru-RU" sz="4000" dirty="0" err="1"/>
              <a:t>Війська</a:t>
            </a:r>
            <a:r>
              <a:rPr lang="ru-RU" sz="4000" dirty="0"/>
              <a:t> </a:t>
            </a:r>
            <a:r>
              <a:rPr lang="ru-RU" sz="4000" dirty="0" err="1"/>
              <a:t>Запорозького</a:t>
            </a:r>
            <a:r>
              <a:rPr lang="ru-RU" sz="4000" dirty="0"/>
              <a:t> </a:t>
            </a:r>
            <a:r>
              <a:rPr lang="ru-RU" sz="4000" dirty="0" err="1"/>
              <a:t>реєстрового</a:t>
            </a:r>
            <a:r>
              <a:rPr lang="ru-RU" sz="4000" dirty="0"/>
              <a:t>, </a:t>
            </a:r>
            <a:r>
              <a:rPr lang="ru-RU" sz="4000" dirty="0" err="1"/>
              <a:t>що</a:t>
            </a:r>
            <a:r>
              <a:rPr lang="ru-RU" sz="4000" dirty="0"/>
              <a:t> </a:t>
            </a:r>
            <a:r>
              <a:rPr lang="ru-RU" sz="4000" dirty="0" err="1"/>
              <a:t>перебуває</a:t>
            </a:r>
            <a:r>
              <a:rPr lang="ru-RU" sz="4000" dirty="0"/>
              <a:t> на </a:t>
            </a:r>
            <a:r>
              <a:rPr lang="ru-RU" sz="4000" dirty="0" err="1"/>
              <a:t>службі</a:t>
            </a:r>
            <a:r>
              <a:rPr lang="ru-RU" sz="4000" dirty="0"/>
              <a:t> </a:t>
            </a:r>
            <a:r>
              <a:rPr lang="ru-RU" sz="4000" dirty="0" err="1"/>
              <a:t>Речі</a:t>
            </a:r>
            <a:r>
              <a:rPr lang="ru-RU" sz="4000" dirty="0"/>
              <a:t> </a:t>
            </a:r>
            <a:r>
              <a:rPr lang="ru-RU" sz="4000" dirty="0" err="1"/>
              <a:t>Посполитої</a:t>
            </a:r>
            <a:r>
              <a:rPr lang="ru-RU" sz="4000" dirty="0"/>
              <a:t>» 1638 р. </a:t>
            </a:r>
            <a:r>
              <a:rPr lang="ru-RU" sz="4000" dirty="0" err="1"/>
              <a:t>було</a:t>
            </a:r>
            <a:r>
              <a:rPr lang="ru-RU" sz="4000" dirty="0"/>
              <a:t> </a:t>
            </a:r>
            <a:r>
              <a:rPr lang="ru-RU" sz="4000" dirty="0" err="1"/>
              <a:t>передбачено</a:t>
            </a:r>
            <a:r>
              <a:rPr lang="ru-RU" sz="4000" dirty="0"/>
              <a:t>:</a:t>
            </a:r>
            <a:endParaRPr lang="uk-UA" sz="40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63DD74DC-CAF3-F488-48AE-616D124C53F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665CE1CB-1E1A-6A93-6A11-46949D89685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AB6AAAFE-9E09-F39D-7003-46F1AB638CC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59164" y="3142210"/>
            <a:ext cx="1255246" cy="1830127"/>
          </a:xfrm>
          <a:prstGeom prst="rect">
            <a:avLst/>
          </a:prstGeom>
        </p:spPr>
      </p:pic>
      <p:graphicFrame>
        <p:nvGraphicFramePr>
          <p:cNvPr id="9" name="Місце для вмісту 5">
            <a:extLst>
              <a:ext uri="{FF2B5EF4-FFF2-40B4-BE49-F238E27FC236}">
                <a16:creationId xmlns:a16="http://schemas.microsoft.com/office/drawing/2014/main" xmlns="" id="{E71AD015-6A4B-211D-5E4F-D91367E53F39}"/>
              </a:ext>
            </a:extLst>
          </p:cNvPr>
          <p:cNvGraphicFramePr>
            <a:graphicFrameLocks/>
          </p:cNvGraphicFramePr>
          <p:nvPr/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2928388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B048463-81F8-7340-21D5-49E17762D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передбачала</a:t>
            </a:r>
            <a:r>
              <a:rPr lang="ru-RU" dirty="0"/>
              <a:t> « </a:t>
            </a:r>
            <a:r>
              <a:rPr lang="ru-RU" dirty="0" err="1"/>
              <a:t>Ординація</a:t>
            </a:r>
            <a:r>
              <a:rPr lang="ru-RU" dirty="0"/>
              <a:t> </a:t>
            </a:r>
            <a:r>
              <a:rPr lang="ru-RU" dirty="0" err="1"/>
              <a:t>Війська</a:t>
            </a:r>
            <a:r>
              <a:rPr lang="ru-RU" dirty="0"/>
              <a:t> </a:t>
            </a:r>
            <a:r>
              <a:rPr lang="ru-RU" dirty="0" err="1"/>
              <a:t>Запорозького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перебуває</a:t>
            </a:r>
            <a:r>
              <a:rPr lang="ru-RU" dirty="0"/>
              <a:t> на </a:t>
            </a:r>
            <a:r>
              <a:rPr lang="ru-RU" dirty="0" err="1"/>
              <a:t>службі</a:t>
            </a:r>
            <a:r>
              <a:rPr lang="ru-RU" dirty="0"/>
              <a:t> </a:t>
            </a:r>
            <a:r>
              <a:rPr lang="ru-RU" dirty="0" err="1"/>
              <a:t>Речі</a:t>
            </a:r>
            <a:r>
              <a:rPr lang="ru-RU" dirty="0"/>
              <a:t> </a:t>
            </a:r>
            <a:r>
              <a:rPr lang="ru-RU" dirty="0" err="1"/>
              <a:t>Посполитої</a:t>
            </a:r>
            <a:r>
              <a:rPr lang="ru-RU" dirty="0"/>
              <a:t>...» (1638 р.)?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xmlns="" id="{05CFD4E8-06CE-17F7-9C77-424BB8A95CE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4128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6411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05BD17AF-DB7A-4E25-881E-1BA55AC3C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козацьких</a:t>
            </a:r>
            <a:r>
              <a:rPr lang="ru-RU" dirty="0"/>
              <a:t> </a:t>
            </a:r>
            <a:r>
              <a:rPr lang="ru-RU" dirty="0" err="1"/>
              <a:t>повстань</a:t>
            </a:r>
            <a:r>
              <a:rPr lang="ru-RU" dirty="0"/>
              <a:t> у </a:t>
            </a:r>
            <a:r>
              <a:rPr lang="ru-RU" dirty="0" err="1"/>
              <a:t>першій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ХVII ст.</a:t>
            </a:r>
            <a:endParaRPr lang="uk-UA" dirty="0"/>
          </a:p>
        </p:txBody>
      </p:sp>
      <p:graphicFrame>
        <p:nvGraphicFramePr>
          <p:cNvPr id="2" name="Місце для вмісту 1">
            <a:extLst>
              <a:ext uri="{FF2B5EF4-FFF2-40B4-BE49-F238E27FC236}">
                <a16:creationId xmlns:a16="http://schemas.microsoft.com/office/drawing/2014/main" xmlns="" id="{8229CBC4-5071-978E-38F7-34EA00BA1DD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xmlns="" id="{FB3A9492-A3D1-E28C-FF4B-0D81F1154B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23343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8D87269-AD0B-92F7-2E44-2F44D05F6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Десятиліття</a:t>
            </a:r>
            <a:r>
              <a:rPr lang="ru-RU" dirty="0"/>
              <a:t> «Золотого спокою» -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період</a:t>
            </a:r>
            <a:r>
              <a:rPr lang="ru-RU" dirty="0"/>
              <a:t> в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Речі</a:t>
            </a:r>
            <a:r>
              <a:rPr lang="ru-RU" dirty="0"/>
              <a:t> </a:t>
            </a:r>
            <a:r>
              <a:rPr lang="ru-RU" dirty="0" err="1"/>
              <a:t>Посполитої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тривав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8CBFEB69-C03D-6C49-4CBE-24B986F18D6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255034A0-5A0D-7AC3-9E70-66FFAAABA7D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Місце для вмісту 5">
            <a:extLst>
              <a:ext uri="{FF2B5EF4-FFF2-40B4-BE49-F238E27FC236}">
                <a16:creationId xmlns:a16="http://schemas.microsoft.com/office/drawing/2014/main" xmlns="" id="{7E1776C2-0A2F-CE3A-CA46-E066B0E32E4F}"/>
              </a:ext>
            </a:extLst>
          </p:cNvPr>
          <p:cNvGraphicFramePr>
            <a:graphicFrameLocks/>
          </p:cNvGraphicFramePr>
          <p:nvPr/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76069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0B37750-3FD8-C392-D8F5-1594469F7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https://forms.gle/x9gzAYhJQXjDx2jA6</a:t>
            </a:r>
            <a:endParaRPr lang="uk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5CDA3C5-BBCB-89F9-2C27-514E9A663ABF}"/>
              </a:ext>
            </a:extLst>
          </p:cNvPr>
          <p:cNvSpPr txBox="1"/>
          <p:nvPr/>
        </p:nvSpPr>
        <p:spPr>
          <a:xfrm>
            <a:off x="1170432" y="1715500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Екстра 1</a:t>
            </a:r>
          </a:p>
        </p:txBody>
      </p:sp>
    </p:spTree>
    <p:extLst>
      <p:ext uri="{BB962C8B-B14F-4D97-AF65-F5344CB8AC3E}">
        <p14:creationId xmlns:p14="http://schemas.microsoft.com/office/powerpoint/2010/main" val="62188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4544B8AF-A95E-3613-4F97-49CACAA80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658FC97-B8BC-758E-2AB6-9E846EB64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Блок 4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xmlns="" id="{2FBB21BA-4752-442E-81D6-1DF5DA73D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https://forms.gle/uvnJ691jmqvCWDBw7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23923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ED430B3-4DCB-4BFE-D4C0-521B410EC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3AF7B0E-89E3-D57D-4BC0-24F915DEB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«</a:t>
            </a:r>
            <a:r>
              <a:rPr lang="ru-RU" dirty="0" err="1"/>
              <a:t>Покозачення</a:t>
            </a:r>
            <a:r>
              <a:rPr lang="ru-RU" dirty="0"/>
              <a:t>» в </a:t>
            </a:r>
            <a:r>
              <a:rPr lang="ru-RU" dirty="0" err="1"/>
              <a:t>другій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XVI – </a:t>
            </a:r>
            <a:r>
              <a:rPr lang="ru-RU" dirty="0" err="1"/>
              <a:t>першій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XVII ст. – </a:t>
            </a:r>
            <a:r>
              <a:rPr lang="ru-RU" dirty="0" err="1"/>
              <a:t>це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xmlns="" id="{839A0CFD-00E9-24B2-3099-01B33AE0D9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4128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Місце для вмісту 3">
            <a:extLst>
              <a:ext uri="{FF2B5EF4-FFF2-40B4-BE49-F238E27FC236}">
                <a16:creationId xmlns:a16="http://schemas.microsoft.com/office/drawing/2014/main" xmlns="" id="{3E7E3B87-3087-EC63-18E6-4AB2DD79FF15}"/>
              </a:ext>
            </a:extLst>
          </p:cNvPr>
          <p:cNvGraphicFramePr>
            <a:graphicFrameLocks/>
          </p:cNvGraphicFramePr>
          <p:nvPr/>
        </p:nvGraphicFramePr>
        <p:xfrm>
          <a:off x="1024127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99020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96552DF-3906-50E4-344A-5C80F1858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48B269C-274A-F857-E767-20E4FFA5B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Узгодьте</a:t>
            </a:r>
            <a:r>
              <a:rPr lang="ru-RU" dirty="0"/>
              <a:t> </a:t>
            </a:r>
            <a:r>
              <a:rPr lang="ru-RU" dirty="0" err="1"/>
              <a:t>поняття</a:t>
            </a:r>
            <a:r>
              <a:rPr lang="ru-RU" dirty="0"/>
              <a:t> (1–4) з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визначенням</a:t>
            </a:r>
            <a:r>
              <a:rPr lang="ru-RU" dirty="0"/>
              <a:t> (А – Д).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7B521A43-9230-4DE3-EC6D-2D74F7ECA79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A735EC06-E37C-E8B1-FD6C-D6EEC0B3DCD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7" name="Групувати 16">
            <a:extLst>
              <a:ext uri="{FF2B5EF4-FFF2-40B4-BE49-F238E27FC236}">
                <a16:creationId xmlns:a16="http://schemas.microsoft.com/office/drawing/2014/main" xmlns="" id="{9C99397A-E31E-A9EC-1695-2FF6BCD1E20E}"/>
              </a:ext>
            </a:extLst>
          </p:cNvPr>
          <p:cNvGrpSpPr/>
          <p:nvPr/>
        </p:nvGrpSpPr>
        <p:grpSpPr>
          <a:xfrm>
            <a:off x="5137265" y="2759825"/>
            <a:ext cx="1479666" cy="3175462"/>
            <a:chOff x="5137265" y="2759825"/>
            <a:chExt cx="1479666" cy="3175462"/>
          </a:xfrm>
        </p:grpSpPr>
        <p:cxnSp>
          <p:nvCxnSpPr>
            <p:cNvPr id="7" name="Пряма зі стрілкою 6">
              <a:extLst>
                <a:ext uri="{FF2B5EF4-FFF2-40B4-BE49-F238E27FC236}">
                  <a16:creationId xmlns:a16="http://schemas.microsoft.com/office/drawing/2014/main" xmlns="" id="{AC044588-0828-CC6D-5911-6BDC6D5681FD}"/>
                </a:ext>
              </a:extLst>
            </p:cNvPr>
            <p:cNvCxnSpPr/>
            <p:nvPr/>
          </p:nvCxnSpPr>
          <p:spPr>
            <a:xfrm>
              <a:off x="5137265" y="2759825"/>
              <a:ext cx="1479666" cy="222781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 зі стрілкою 7">
              <a:extLst>
                <a:ext uri="{FF2B5EF4-FFF2-40B4-BE49-F238E27FC236}">
                  <a16:creationId xmlns:a16="http://schemas.microsoft.com/office/drawing/2014/main" xmlns="" id="{FDEAB667-A9D7-688C-2F5E-E6C35FEF2C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7265" y="2759825"/>
              <a:ext cx="1275730" cy="96427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 зі стрілкою 10">
              <a:extLst>
                <a:ext uri="{FF2B5EF4-FFF2-40B4-BE49-F238E27FC236}">
                  <a16:creationId xmlns:a16="http://schemas.microsoft.com/office/drawing/2014/main" xmlns="" id="{544FDA9E-3F8F-5DB1-8672-9CA7909FAFC8}"/>
                </a:ext>
              </a:extLst>
            </p:cNvPr>
            <p:cNvCxnSpPr>
              <a:cxnSpLocks/>
            </p:cNvCxnSpPr>
            <p:nvPr/>
          </p:nvCxnSpPr>
          <p:spPr>
            <a:xfrm>
              <a:off x="5137265" y="4871258"/>
              <a:ext cx="1275730" cy="93102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 зі стрілкою 13">
              <a:extLst>
                <a:ext uri="{FF2B5EF4-FFF2-40B4-BE49-F238E27FC236}">
                  <a16:creationId xmlns:a16="http://schemas.microsoft.com/office/drawing/2014/main" xmlns="" id="{68830362-2EAA-975C-BD08-1D3F2B68A3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7265" y="3557847"/>
              <a:ext cx="1479666" cy="23774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9812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79F51E3-C60F-AB79-53EC-57766148C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6B5C37-59BA-4608-3980-5DA0B68FE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 err="1"/>
              <a:t>Належність</a:t>
            </a:r>
            <a:r>
              <a:rPr lang="ru-RU" sz="2400" dirty="0"/>
              <a:t> до </a:t>
            </a:r>
            <a:r>
              <a:rPr lang="ru-RU" sz="2400" dirty="0" err="1"/>
              <a:t>якої</a:t>
            </a:r>
            <a:r>
              <a:rPr lang="ru-RU" sz="2400" dirty="0"/>
              <a:t> </a:t>
            </a:r>
            <a:r>
              <a:rPr lang="ru-RU" sz="2400" dirty="0" err="1"/>
              <a:t>релігійної</a:t>
            </a:r>
            <a:r>
              <a:rPr lang="ru-RU" sz="2400" dirty="0"/>
              <a:t> </a:t>
            </a:r>
            <a:r>
              <a:rPr lang="ru-RU" sz="2400" dirty="0" err="1"/>
              <a:t>конфесії</a:t>
            </a:r>
            <a:r>
              <a:rPr lang="ru-RU" sz="2400" dirty="0"/>
              <a:t> </a:t>
            </a:r>
            <a:r>
              <a:rPr lang="ru-RU" sz="2400" dirty="0" err="1"/>
              <a:t>гарантувала</a:t>
            </a:r>
            <a:r>
              <a:rPr lang="ru-RU" sz="2400" dirty="0"/>
              <a:t> </a:t>
            </a:r>
            <a:r>
              <a:rPr lang="ru-RU" sz="2400" dirty="0" err="1"/>
              <a:t>українській</a:t>
            </a:r>
            <a:r>
              <a:rPr lang="ru-RU" sz="2400" dirty="0"/>
              <a:t> </a:t>
            </a:r>
            <a:r>
              <a:rPr lang="ru-RU" sz="2400" dirty="0" err="1"/>
              <a:t>шляхті</a:t>
            </a:r>
            <a:r>
              <a:rPr lang="ru-RU" sz="2400" dirty="0"/>
              <a:t> доступ до посад і </a:t>
            </a:r>
            <a:r>
              <a:rPr lang="ru-RU" sz="2400" dirty="0" err="1"/>
              <a:t>реалізацію</a:t>
            </a:r>
            <a:r>
              <a:rPr lang="ru-RU" sz="2400" dirty="0"/>
              <a:t> прав і </a:t>
            </a:r>
            <a:r>
              <a:rPr lang="ru-RU" sz="2400" dirty="0" err="1"/>
              <a:t>привілеїв</a:t>
            </a:r>
            <a:r>
              <a:rPr lang="ru-RU" sz="2400" dirty="0"/>
              <a:t> у </a:t>
            </a:r>
            <a:r>
              <a:rPr lang="ru-RU" sz="2400" dirty="0" err="1"/>
              <a:t>Речі</a:t>
            </a:r>
            <a:r>
              <a:rPr lang="ru-RU" sz="2400" dirty="0"/>
              <a:t> </a:t>
            </a:r>
            <a:r>
              <a:rPr lang="ru-RU" sz="2400" dirty="0" err="1"/>
              <a:t>Посполитій</a:t>
            </a:r>
            <a:r>
              <a:rPr lang="ru-RU" sz="2400" dirty="0"/>
              <a:t> у </a:t>
            </a:r>
            <a:r>
              <a:rPr lang="ru-RU" sz="2400" dirty="0" err="1"/>
              <a:t>першій</a:t>
            </a:r>
            <a:r>
              <a:rPr lang="ru-RU" sz="2400" dirty="0"/>
              <a:t> </a:t>
            </a:r>
            <a:r>
              <a:rPr lang="ru-RU" sz="2400" dirty="0" err="1"/>
              <a:t>половині</a:t>
            </a:r>
            <a:r>
              <a:rPr lang="ru-RU" sz="2400" dirty="0"/>
              <a:t> </a:t>
            </a:r>
            <a:r>
              <a:rPr lang="en-US" sz="2400" dirty="0"/>
              <a:t>XVII </a:t>
            </a:r>
            <a:r>
              <a:rPr lang="ru-RU" sz="2400" dirty="0"/>
              <a:t>ст.?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20BE2D14-2352-B4C6-C716-A2A97AA829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xmlns="" id="{F3618190-8AE5-EA91-29AB-7E5A02988C4D}"/>
              </a:ext>
            </a:extLst>
          </p:cNvPr>
          <p:cNvGraphicFramePr>
            <a:graphicFrameLocks/>
          </p:cNvGraphicFramePr>
          <p:nvPr/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20632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B412A53-922F-1EDC-D39B-178DC78F5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4C21AD5-2A8F-0E68-0908-3C0545BB8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dirty="0" err="1"/>
              <a:t>Увідповідніть</a:t>
            </a:r>
            <a:r>
              <a:rPr lang="uk-UA" sz="3200" dirty="0"/>
              <a:t> стан суспільства українських земель Х</a:t>
            </a:r>
            <a:r>
              <a:rPr lang="en-US" sz="3200" dirty="0"/>
              <a:t>V-</a:t>
            </a:r>
            <a:r>
              <a:rPr lang="uk-UA" sz="3200" dirty="0"/>
              <a:t>Х</a:t>
            </a:r>
            <a:r>
              <a:rPr lang="en-US" sz="3200" dirty="0"/>
              <a:t>VII </a:t>
            </a:r>
            <a:r>
              <a:rPr lang="uk-UA" sz="3200" dirty="0"/>
              <a:t>ст. з переліком історичних понять і термінів, які дають змогу характеризувати його.</a:t>
            </a:r>
          </a:p>
        </p:txBody>
      </p:sp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xmlns="" id="{A56BB24D-EEDA-FA2A-B00D-BFAB932B74A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B3815C58-8AB7-E109-76B5-2AB228144FD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87661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1CF7F65-7963-CB56-5483-740229BD5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b="0" i="0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Поширення</a:t>
            </a:r>
            <a:r>
              <a:rPr lang="ru-RU" sz="4000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Магдебурзького</a:t>
            </a:r>
            <a:r>
              <a:rPr lang="ru-RU" sz="4000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права в XIV–XVII ст. на </a:t>
            </a:r>
            <a:r>
              <a:rPr lang="ru-RU" sz="4000" b="0" i="0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українських</a:t>
            </a:r>
            <a:r>
              <a:rPr lang="ru-RU" sz="4000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землях </a:t>
            </a:r>
            <a:r>
              <a:rPr lang="ru-RU" sz="4000" b="0" i="0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сприяло</a:t>
            </a:r>
            <a:endParaRPr lang="uk-UA" sz="4000" dirty="0">
              <a:solidFill>
                <a:schemeClr val="tx1"/>
              </a:solidFill>
            </a:endParaRP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BF43917F-20F9-F78D-FC31-129BF220356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79ADAD6F-99C6-5744-5C5E-D538F8B9F4C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xmlns="" id="{FCEC9CB7-1E17-D5CE-638F-95D7EBE5A26B}"/>
              </a:ext>
            </a:extLst>
          </p:cNvPr>
          <p:cNvGraphicFramePr>
            <a:graphicFrameLocks/>
          </p:cNvGraphicFramePr>
          <p:nvPr/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384619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Про яку форму </a:t>
            </a:r>
            <a:r>
              <a:rPr lang="ru-RU" sz="3200" dirty="0" err="1"/>
              <a:t>феодальної</a:t>
            </a:r>
            <a:r>
              <a:rPr lang="ru-RU" sz="3200" dirty="0"/>
              <a:t> </a:t>
            </a:r>
            <a:r>
              <a:rPr lang="ru-RU" sz="3200" dirty="0" err="1"/>
              <a:t>повинності</a:t>
            </a:r>
            <a:r>
              <a:rPr lang="ru-RU" sz="3200" dirty="0"/>
              <a:t> </a:t>
            </a:r>
            <a:r>
              <a:rPr lang="ru-RU" sz="3200" dirty="0" err="1"/>
              <a:t>йдеться</a:t>
            </a:r>
            <a:r>
              <a:rPr lang="ru-RU" sz="3200" dirty="0"/>
              <a:t> в </a:t>
            </a:r>
            <a:r>
              <a:rPr lang="ru-RU" sz="3200" dirty="0" err="1"/>
              <a:t>уривку</a:t>
            </a:r>
            <a:r>
              <a:rPr lang="ru-RU" sz="3200" dirty="0"/>
              <a:t> з </a:t>
            </a:r>
            <a:r>
              <a:rPr lang="ru-RU" sz="3200" dirty="0" err="1"/>
              <a:t>історичного</a:t>
            </a:r>
            <a:r>
              <a:rPr lang="ru-RU" sz="3200" dirty="0"/>
              <a:t> </a:t>
            </a:r>
            <a:r>
              <a:rPr lang="ru-RU" sz="3200" dirty="0" err="1"/>
              <a:t>джерела</a:t>
            </a:r>
            <a:r>
              <a:rPr lang="ru-RU" sz="3200" dirty="0"/>
              <a:t>: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i="1" dirty="0"/>
              <a:t>«Робота </a:t>
            </a:r>
            <a:r>
              <a:rPr lang="ru-RU" i="1" dirty="0" err="1"/>
              <a:t>підданим</a:t>
            </a:r>
            <a:r>
              <a:rPr lang="ru-RU" i="1" dirty="0"/>
              <a:t> через </a:t>
            </a:r>
            <a:r>
              <a:rPr lang="ru-RU" i="1" dirty="0" err="1"/>
              <a:t>війта</a:t>
            </a:r>
            <a:r>
              <a:rPr lang="ru-RU" i="1" dirty="0"/>
              <a:t> </a:t>
            </a:r>
            <a:r>
              <a:rPr lang="ru-RU" i="1" dirty="0" err="1"/>
              <a:t>має</a:t>
            </a:r>
            <a:r>
              <a:rPr lang="ru-RU" i="1" dirty="0"/>
              <a:t> бути </a:t>
            </a:r>
            <a:r>
              <a:rPr lang="ru-RU" i="1" dirty="0" err="1"/>
              <a:t>замовлена</a:t>
            </a:r>
            <a:r>
              <a:rPr lang="ru-RU" i="1" dirty="0"/>
              <a:t> на </a:t>
            </a:r>
            <a:r>
              <a:rPr lang="ru-RU" i="1" dirty="0" err="1"/>
              <a:t>тиждень</a:t>
            </a:r>
            <a:r>
              <a:rPr lang="ru-RU" i="1" dirty="0"/>
              <a:t>, з </a:t>
            </a:r>
            <a:r>
              <a:rPr lang="ru-RU" i="1" dirty="0" err="1"/>
              <a:t>чим</a:t>
            </a:r>
            <a:r>
              <a:rPr lang="ru-RU" i="1" dirty="0"/>
              <a:t> і на </a:t>
            </a:r>
            <a:r>
              <a:rPr lang="ru-RU" i="1" dirty="0" err="1"/>
              <a:t>котрий</a:t>
            </a:r>
            <a:r>
              <a:rPr lang="ru-RU" i="1" dirty="0"/>
              <a:t> день люди до </a:t>
            </a:r>
            <a:r>
              <a:rPr lang="ru-RU" i="1" dirty="0" err="1"/>
              <a:t>роботи</a:t>
            </a:r>
            <a:r>
              <a:rPr lang="ru-RU" i="1" dirty="0"/>
              <a:t> </a:t>
            </a:r>
            <a:r>
              <a:rPr lang="ru-RU" i="1" dirty="0" err="1"/>
              <a:t>мають</a:t>
            </a:r>
            <a:r>
              <a:rPr lang="ru-RU" i="1" dirty="0"/>
              <a:t> прийти, а </a:t>
            </a:r>
            <a:r>
              <a:rPr lang="ru-RU" i="1" dirty="0" err="1"/>
              <a:t>війт</a:t>
            </a:r>
            <a:r>
              <a:rPr lang="ru-RU" i="1" dirty="0"/>
              <a:t> того ж дня людям </a:t>
            </a:r>
            <a:r>
              <a:rPr lang="ru-RU" i="1" dirty="0" err="1"/>
              <a:t>визначить</a:t>
            </a:r>
            <a:r>
              <a:rPr lang="ru-RU" i="1" dirty="0"/>
              <a:t> роботу. </a:t>
            </a:r>
            <a:r>
              <a:rPr lang="ru-RU" i="1" dirty="0" err="1"/>
              <a:t>Якщо</a:t>
            </a:r>
            <a:r>
              <a:rPr lang="ru-RU" i="1" dirty="0"/>
              <a:t> </a:t>
            </a:r>
            <a:r>
              <a:rPr lang="ru-RU" i="1" dirty="0" err="1"/>
              <a:t>котрийсь</a:t>
            </a:r>
            <a:r>
              <a:rPr lang="ru-RU" i="1" dirty="0"/>
              <a:t> </a:t>
            </a:r>
            <a:r>
              <a:rPr lang="ru-RU" i="1" dirty="0" err="1"/>
              <a:t>чоловік</a:t>
            </a:r>
            <a:r>
              <a:rPr lang="ru-RU" i="1" dirty="0"/>
              <a:t> не </a:t>
            </a:r>
            <a:r>
              <a:rPr lang="ru-RU" i="1" dirty="0" err="1"/>
              <a:t>вийде</a:t>
            </a:r>
            <a:r>
              <a:rPr lang="ru-RU" i="1" dirty="0"/>
              <a:t> на роботу, то за перший день прогулу заплатить </a:t>
            </a:r>
            <a:r>
              <a:rPr lang="ru-RU" i="1" dirty="0" err="1"/>
              <a:t>гріш</a:t>
            </a:r>
            <a:r>
              <a:rPr lang="ru-RU" i="1" dirty="0"/>
              <a:t>, а за </a:t>
            </a:r>
            <a:r>
              <a:rPr lang="ru-RU" i="1" dirty="0" err="1"/>
              <a:t>другий</a:t>
            </a:r>
            <a:r>
              <a:rPr lang="ru-RU" i="1" dirty="0"/>
              <a:t> — барана, а </a:t>
            </a:r>
            <a:r>
              <a:rPr lang="ru-RU" i="1" dirty="0" err="1"/>
              <a:t>якщо</a:t>
            </a:r>
            <a:r>
              <a:rPr lang="ru-RU" i="1" dirty="0"/>
              <a:t> й </a:t>
            </a:r>
            <a:r>
              <a:rPr lang="ru-RU" i="1" dirty="0" err="1"/>
              <a:t>третій</a:t>
            </a:r>
            <a:r>
              <a:rPr lang="ru-RU" i="1" dirty="0"/>
              <a:t> раз </a:t>
            </a:r>
            <a:r>
              <a:rPr lang="ru-RU" i="1" dirty="0" err="1"/>
              <a:t>прогуляє</a:t>
            </a:r>
            <a:r>
              <a:rPr lang="ru-RU" i="1" dirty="0"/>
              <a:t>, то </a:t>
            </a:r>
            <a:r>
              <a:rPr lang="ru-RU" i="1" dirty="0" err="1"/>
              <a:t>бичем</a:t>
            </a:r>
            <a:r>
              <a:rPr lang="ru-RU" i="1" dirty="0"/>
              <a:t> на </a:t>
            </a:r>
            <a:r>
              <a:rPr lang="ru-RU" i="1" dirty="0" err="1"/>
              <a:t>лавці</a:t>
            </a:r>
            <a:r>
              <a:rPr lang="ru-RU" i="1" dirty="0"/>
              <a:t> </a:t>
            </a:r>
            <a:r>
              <a:rPr lang="ru-RU" i="1" dirty="0" err="1"/>
              <a:t>скарати</a:t>
            </a:r>
            <a:r>
              <a:rPr lang="ru-RU" i="1" dirty="0"/>
              <a:t>, а </a:t>
            </a:r>
            <a:r>
              <a:rPr lang="ru-RU" i="1" dirty="0" err="1"/>
              <a:t>дні</a:t>
            </a:r>
            <a:r>
              <a:rPr lang="ru-RU" i="1" dirty="0"/>
              <a:t> </a:t>
            </a:r>
            <a:r>
              <a:rPr lang="ru-RU" i="1" dirty="0" err="1"/>
              <a:t>пропущені</a:t>
            </a:r>
            <a:r>
              <a:rPr lang="ru-RU" i="1" dirty="0"/>
              <a:t> </a:t>
            </a:r>
            <a:r>
              <a:rPr lang="ru-RU" i="1" dirty="0" err="1"/>
              <a:t>відробити</a:t>
            </a:r>
            <a:r>
              <a:rPr lang="ru-RU" i="1" dirty="0"/>
              <a:t>…»</a:t>
            </a:r>
            <a:r>
              <a:rPr lang="ru-RU" dirty="0"/>
              <a:t>?</a:t>
            </a:r>
          </a:p>
        </p:txBody>
      </p:sp>
      <p:graphicFrame>
        <p:nvGraphicFramePr>
          <p:cNvPr id="2" name="Місце для вмісту 1">
            <a:extLst>
              <a:ext uri="{FF2B5EF4-FFF2-40B4-BE49-F238E27FC236}">
                <a16:creationId xmlns:a16="http://schemas.microsoft.com/office/drawing/2014/main" xmlns="" id="{FB91EA8D-9C81-3F6C-E973-C04CE9809A6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8580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10259568" cy="1499616"/>
          </a:xfrm>
        </p:spPr>
        <p:txBody>
          <a:bodyPr>
            <a:noAutofit/>
          </a:bodyPr>
          <a:lstStyle/>
          <a:p>
            <a:r>
              <a:rPr lang="ru-RU" sz="2800" dirty="0" err="1"/>
              <a:t>Які</a:t>
            </a:r>
            <a:r>
              <a:rPr lang="ru-RU" sz="2800" dirty="0"/>
              <a:t> </a:t>
            </a:r>
            <a:r>
              <a:rPr lang="ru-RU" sz="2800" dirty="0" err="1"/>
              <a:t>поняття</a:t>
            </a:r>
            <a:r>
              <a:rPr lang="ru-RU" sz="2800" dirty="0"/>
              <a:t> й </a:t>
            </a:r>
            <a:r>
              <a:rPr lang="ru-RU" sz="2800" dirty="0" err="1"/>
              <a:t>терміни</a:t>
            </a:r>
            <a:r>
              <a:rPr lang="ru-RU" sz="2800" dirty="0"/>
              <a:t> </a:t>
            </a:r>
            <a:r>
              <a:rPr lang="ru-RU" sz="2800" dirty="0" err="1"/>
              <a:t>потрібно</a:t>
            </a:r>
            <a:r>
              <a:rPr lang="ru-RU" sz="2800" dirty="0"/>
              <a:t> </a:t>
            </a:r>
            <a:r>
              <a:rPr lang="ru-RU" sz="2800" dirty="0" err="1"/>
              <a:t>використовувати</a:t>
            </a:r>
            <a:r>
              <a:rPr lang="ru-RU" sz="2800" dirty="0"/>
              <a:t>, </a:t>
            </a:r>
            <a:r>
              <a:rPr lang="ru-RU" sz="2800" dirty="0" err="1"/>
              <a:t>характеризуючи</a:t>
            </a:r>
            <a:r>
              <a:rPr lang="ru-RU" sz="2800" dirty="0"/>
              <a:t> </a:t>
            </a:r>
            <a:r>
              <a:rPr lang="ru-RU" sz="2800" dirty="0" err="1"/>
              <a:t>економічний</a:t>
            </a:r>
            <a:r>
              <a:rPr lang="ru-RU" sz="2800" dirty="0"/>
              <a:t> </a:t>
            </a:r>
            <a:r>
              <a:rPr lang="ru-RU" sz="2800" dirty="0" err="1"/>
              <a:t>розвиток</a:t>
            </a:r>
            <a:r>
              <a:rPr lang="ru-RU" sz="2800" dirty="0"/>
              <a:t> </a:t>
            </a:r>
            <a:r>
              <a:rPr lang="ru-RU" sz="2800" dirty="0" err="1"/>
              <a:t>українських</a:t>
            </a:r>
            <a:r>
              <a:rPr lang="ru-RU" sz="2800" dirty="0"/>
              <a:t> земель у </a:t>
            </a:r>
            <a:r>
              <a:rPr lang="ru-RU" sz="2800" dirty="0" err="1"/>
              <a:t>середині</a:t>
            </a:r>
            <a:r>
              <a:rPr lang="ru-RU" sz="2800" dirty="0"/>
              <a:t> XVI — </a:t>
            </a:r>
            <a:r>
              <a:rPr lang="ru-RU" sz="2800" dirty="0" err="1"/>
              <a:t>першій</a:t>
            </a:r>
            <a:r>
              <a:rPr lang="ru-RU" sz="2800" dirty="0"/>
              <a:t> </a:t>
            </a:r>
            <a:r>
              <a:rPr lang="ru-RU" sz="2800" dirty="0" err="1"/>
              <a:t>половині</a:t>
            </a:r>
            <a:r>
              <a:rPr lang="ru-RU" sz="2800" dirty="0"/>
              <a:t> XVII ст.?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B344E792-582A-D3B6-748D-BCDBBD14DC2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DC119EFB-BDBB-57F2-6075-1C526171F6F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787897" y="2275981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5C8FD49-3B02-30A8-4975-8513B5A0EB8B}"/>
              </a:ext>
            </a:extLst>
          </p:cNvPr>
          <p:cNvSpPr txBox="1"/>
          <p:nvPr/>
        </p:nvSpPr>
        <p:spPr>
          <a:xfrm>
            <a:off x="338329" y="2286000"/>
            <a:ext cx="749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7200" dirty="0"/>
              <a:t>1</a:t>
            </a:r>
            <a:endParaRPr lang="uk-U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999E1E0A-6796-A304-DE49-30191AEA87ED}"/>
              </a:ext>
            </a:extLst>
          </p:cNvPr>
          <p:cNvSpPr txBox="1"/>
          <p:nvPr/>
        </p:nvSpPr>
        <p:spPr>
          <a:xfrm>
            <a:off x="438910" y="5219633"/>
            <a:ext cx="749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7200" dirty="0"/>
              <a:t>3</a:t>
            </a:r>
            <a:endParaRPr lang="uk-U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5B223C6-2B6D-72A4-B204-36C260A68CDB}"/>
              </a:ext>
            </a:extLst>
          </p:cNvPr>
          <p:cNvSpPr txBox="1"/>
          <p:nvPr/>
        </p:nvSpPr>
        <p:spPr>
          <a:xfrm>
            <a:off x="384047" y="3687497"/>
            <a:ext cx="749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7200" dirty="0"/>
              <a:t>2</a:t>
            </a:r>
            <a:endParaRPr lang="uk-U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AF5B1694-B5BB-A343-FC04-02EACDD98FDF}"/>
              </a:ext>
            </a:extLst>
          </p:cNvPr>
          <p:cNvSpPr txBox="1"/>
          <p:nvPr/>
        </p:nvSpPr>
        <p:spPr>
          <a:xfrm>
            <a:off x="5721096" y="2286000"/>
            <a:ext cx="749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7200" dirty="0"/>
              <a:t>4</a:t>
            </a:r>
            <a:endParaRPr lang="uk-U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DAC8315-5171-605C-810F-98CA19E022D4}"/>
              </a:ext>
            </a:extLst>
          </p:cNvPr>
          <p:cNvSpPr txBox="1"/>
          <p:nvPr/>
        </p:nvSpPr>
        <p:spPr>
          <a:xfrm>
            <a:off x="5750053" y="3705785"/>
            <a:ext cx="749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7200" dirty="0"/>
              <a:t>5</a:t>
            </a:r>
            <a:endParaRPr lang="uk-UA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566A2903-77D9-6A4E-5650-A0ED032B0CD2}"/>
              </a:ext>
            </a:extLst>
          </p:cNvPr>
          <p:cNvSpPr txBox="1"/>
          <p:nvPr/>
        </p:nvSpPr>
        <p:spPr>
          <a:xfrm>
            <a:off x="5779008" y="5125570"/>
            <a:ext cx="749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7200" dirty="0"/>
              <a:t>6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57535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32ED079-6A31-B9A7-5845-2E4CCF99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Поширення</a:t>
            </a:r>
            <a:r>
              <a:rPr lang="ru-RU" sz="2800" dirty="0"/>
              <a:t> </a:t>
            </a:r>
            <a:r>
              <a:rPr lang="ru-RU" sz="2800" dirty="0" err="1"/>
              <a:t>якої</a:t>
            </a:r>
            <a:r>
              <a:rPr lang="ru-RU" sz="2800" dirty="0"/>
              <a:t> </a:t>
            </a:r>
            <a:r>
              <a:rPr lang="ru-RU" sz="2800" dirty="0" err="1"/>
              <a:t>форми</a:t>
            </a:r>
            <a:r>
              <a:rPr lang="ru-RU" sz="2800" dirty="0"/>
              <a:t> </a:t>
            </a:r>
            <a:r>
              <a:rPr lang="ru-RU" sz="2800" dirty="0" err="1"/>
              <a:t>господарювання</a:t>
            </a:r>
            <a:r>
              <a:rPr lang="ru-RU" sz="2800" dirty="0"/>
              <a:t> в ХVI ст. </a:t>
            </a:r>
            <a:r>
              <a:rPr lang="ru-RU" sz="2800" dirty="0" err="1"/>
              <a:t>спонукало</a:t>
            </a:r>
            <a:r>
              <a:rPr lang="ru-RU" sz="2800" dirty="0"/>
              <a:t> </a:t>
            </a:r>
            <a:r>
              <a:rPr lang="ru-RU" sz="2800" dirty="0" err="1"/>
              <a:t>сучасника</a:t>
            </a:r>
            <a:r>
              <a:rPr lang="ru-RU" sz="2800" dirty="0"/>
              <a:t> </a:t>
            </a:r>
            <a:r>
              <a:rPr lang="ru-RU" sz="2800" dirty="0" err="1"/>
              <a:t>зробити</a:t>
            </a:r>
            <a:r>
              <a:rPr lang="ru-RU" sz="2800" dirty="0"/>
              <a:t> </a:t>
            </a:r>
            <a:r>
              <a:rPr lang="ru-RU" sz="2800" dirty="0" err="1"/>
              <a:t>такий</a:t>
            </a:r>
            <a:r>
              <a:rPr lang="ru-RU" sz="2800" dirty="0"/>
              <a:t> </a:t>
            </a:r>
            <a:r>
              <a:rPr lang="ru-RU" sz="2800" dirty="0" err="1"/>
              <a:t>висновок</a:t>
            </a:r>
            <a:r>
              <a:rPr lang="ru-RU" sz="2800" dirty="0"/>
              <a:t>:</a:t>
            </a:r>
            <a:endParaRPr lang="uk-UA" sz="2800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2C47F58D-CCCE-EBFE-1DA4-D629BC292F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Братія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шляхетська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побачивши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перед собою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родючі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українські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землі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думала не про татар та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козаків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а про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нову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здобич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для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польського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плуга»?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EAC12001-A886-9F3C-34EF-E44194495CB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3098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8BC20EB-2B96-E49C-3DAA-5E367032A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Який</a:t>
            </a:r>
            <a:r>
              <a:rPr lang="ru-RU" sz="3200" dirty="0"/>
              <a:t> </a:t>
            </a:r>
            <a:r>
              <a:rPr lang="ru-RU" sz="3200" dirty="0" err="1"/>
              <a:t>термін</a:t>
            </a:r>
            <a:r>
              <a:rPr lang="ru-RU" sz="3200" dirty="0"/>
              <a:t> </a:t>
            </a:r>
            <a:r>
              <a:rPr lang="ru-RU" sz="3200" dirty="0" err="1"/>
              <a:t>потрібно</a:t>
            </a:r>
            <a:r>
              <a:rPr lang="ru-RU" sz="3200" dirty="0"/>
              <a:t> </a:t>
            </a:r>
            <a:r>
              <a:rPr lang="ru-RU" sz="3200" dirty="0" err="1"/>
              <a:t>використовувати</a:t>
            </a:r>
            <a:r>
              <a:rPr lang="ru-RU" sz="3200" dirty="0"/>
              <a:t>, </a:t>
            </a:r>
            <a:r>
              <a:rPr lang="ru-RU" sz="3200" dirty="0" err="1"/>
              <a:t>характеризуючи</a:t>
            </a:r>
            <a:r>
              <a:rPr lang="ru-RU" sz="3200" dirty="0"/>
              <a:t> </a:t>
            </a:r>
            <a:r>
              <a:rPr lang="ru-RU" sz="3200" dirty="0" err="1"/>
              <a:t>фільваркове</a:t>
            </a:r>
            <a:r>
              <a:rPr lang="ru-RU" sz="3200" dirty="0"/>
              <a:t> </a:t>
            </a:r>
            <a:r>
              <a:rPr lang="ru-RU" sz="3200" dirty="0" err="1"/>
              <a:t>господарство</a:t>
            </a:r>
            <a:r>
              <a:rPr lang="ru-RU" sz="3200" dirty="0"/>
              <a:t>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B8BAB93D-5DBE-3451-0DEB-E5427B54C17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906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стало приводом до </a:t>
            </a:r>
            <a:r>
              <a:rPr lang="ru-RU" dirty="0" err="1"/>
              <a:t>козацького</a:t>
            </a:r>
            <a:r>
              <a:rPr lang="ru-RU" dirty="0"/>
              <a:t> </a:t>
            </a:r>
            <a:r>
              <a:rPr lang="ru-RU" dirty="0" err="1"/>
              <a:t>повстання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проводом К. </a:t>
            </a:r>
            <a:r>
              <a:rPr lang="ru-RU" dirty="0" err="1"/>
              <a:t>Косинського</a:t>
            </a:r>
            <a:r>
              <a:rPr lang="ru-RU" dirty="0"/>
              <a:t>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B7FDB419-89F0-4E98-9F3B-4463CCADC206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3937" y="2286000"/>
          <a:ext cx="728350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xmlns="" id="{AF5069A0-2EC3-B5DC-CB64-ACD9F50277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8473698" y="2682648"/>
            <a:ext cx="3543795" cy="3229426"/>
          </a:xfrm>
        </p:spPr>
      </p:pic>
      <p:graphicFrame>
        <p:nvGraphicFramePr>
          <p:cNvPr id="7" name="Місце для вмісту 4">
            <a:extLst>
              <a:ext uri="{FF2B5EF4-FFF2-40B4-BE49-F238E27FC236}">
                <a16:creationId xmlns:a16="http://schemas.microsoft.com/office/drawing/2014/main" xmlns="" id="{09E6138B-6901-DC08-D13D-7510376F43CA}"/>
              </a:ext>
            </a:extLst>
          </p:cNvPr>
          <p:cNvGraphicFramePr>
            <a:graphicFrameLocks/>
          </p:cNvGraphicFramePr>
          <p:nvPr/>
        </p:nvGraphicFramePr>
        <p:xfrm>
          <a:off x="1023936" y="2285999"/>
          <a:ext cx="7283505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53713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E4F464A-999E-E7B9-A36E-F3B267870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541990"/>
            <a:ext cx="10331057" cy="1499616"/>
          </a:xfrm>
        </p:spPr>
        <p:txBody>
          <a:bodyPr>
            <a:noAutofit/>
          </a:bodyPr>
          <a:lstStyle/>
          <a:p>
            <a:r>
              <a:rPr lang="ru-RU" sz="3600" dirty="0" err="1"/>
              <a:t>Упродовж</a:t>
            </a:r>
            <a:r>
              <a:rPr lang="ru-RU" sz="3600" dirty="0"/>
              <a:t> </a:t>
            </a:r>
            <a:r>
              <a:rPr lang="ru-RU" sz="3600" dirty="0" err="1"/>
              <a:t>якого</a:t>
            </a:r>
            <a:r>
              <a:rPr lang="ru-RU" sz="3600" dirty="0"/>
              <a:t> </a:t>
            </a:r>
            <a:r>
              <a:rPr lang="ru-RU" sz="3600" dirty="0" err="1"/>
              <a:t>періоду</a:t>
            </a:r>
            <a:r>
              <a:rPr lang="ru-RU" sz="3600" dirty="0"/>
              <a:t> </a:t>
            </a:r>
            <a:r>
              <a:rPr lang="ru-RU" sz="3600" dirty="0" err="1"/>
              <a:t>тривало</a:t>
            </a:r>
            <a:r>
              <a:rPr lang="ru-RU" sz="3600" dirty="0"/>
              <a:t> </a:t>
            </a:r>
            <a:r>
              <a:rPr lang="ru-RU" sz="3600" dirty="0" err="1"/>
              <a:t>козацько-селянське</a:t>
            </a:r>
            <a:r>
              <a:rPr lang="ru-RU" sz="3600" dirty="0"/>
              <a:t> </a:t>
            </a:r>
            <a:r>
              <a:rPr lang="ru-RU" sz="3600" dirty="0" err="1"/>
              <a:t>повстання</a:t>
            </a:r>
            <a:r>
              <a:rPr lang="ru-RU" sz="3600" dirty="0"/>
              <a:t> </a:t>
            </a:r>
            <a:r>
              <a:rPr lang="ru-RU" sz="3600" dirty="0" err="1"/>
              <a:t>під</a:t>
            </a:r>
            <a:r>
              <a:rPr lang="ru-RU" sz="3600" dirty="0"/>
              <a:t> проводом С. Наливайка?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A38CB5D3-F1DF-F632-07D4-8F141586F04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xmlns="" id="{7A58A9F7-D790-B1A1-AE5D-F5AEE30BCB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096000" y="2084832"/>
            <a:ext cx="4754562" cy="2508790"/>
          </a:xfr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2C03821A-5249-5488-10EC-AAA9E3EF0A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5626" y="4738255"/>
            <a:ext cx="2376851" cy="1840329"/>
          </a:xfrm>
          <a:prstGeom prst="rect">
            <a:avLst/>
          </a:prstGeom>
        </p:spPr>
      </p:pic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xmlns="" id="{7BA20B67-A2ED-0D1C-9668-61D21D9E78BD}"/>
              </a:ext>
            </a:extLst>
          </p:cNvPr>
          <p:cNvGraphicFramePr>
            <a:graphicFrameLocks/>
          </p:cNvGraphicFramePr>
          <p:nvPr/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3253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0FBB6C9-0E81-0D47-5261-4B05ECE82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Уривок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документа </a:t>
            </a:r>
            <a:r>
              <a:rPr lang="ru-RU" dirty="0" err="1"/>
              <a:t>процитовано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41CBD5AB-16E7-2A19-4712-C495E860E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0347" y="2109770"/>
            <a:ext cx="5280243" cy="2036618"/>
          </a:xfrm>
        </p:spPr>
        <p:txBody>
          <a:bodyPr>
            <a:noAutofit/>
          </a:bodyPr>
          <a:lstStyle/>
          <a:p>
            <a:pPr algn="l"/>
            <a:r>
              <a:rPr lang="ru-RU" sz="1800" b="0" i="1" dirty="0">
                <a:effectLst/>
                <a:latin typeface="Century Gothic" panose="020B0502020202020204" pitchFamily="34" charset="0"/>
              </a:rPr>
              <a:t>«…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Надалі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козаки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повинні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будуть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коритися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виключно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старшому,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якого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самі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собі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оберуть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… Козаки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мусять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скласти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правильні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реєстри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,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які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не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перевищують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6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тисяч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… З [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цього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] числа 1000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або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більше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козаків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, на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розсуд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коронного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гетьмана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і з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відома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їхнього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старшого..,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мусять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перебувати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на Низу за порогами і там </a:t>
            </a:r>
            <a:r>
              <a:rPr lang="ru-RU" sz="1800" b="0" i="1" dirty="0" err="1">
                <a:effectLst/>
                <a:latin typeface="Century Gothic" panose="020B0502020202020204" pitchFamily="34" charset="0"/>
              </a:rPr>
              <a:t>виконувати</a:t>
            </a:r>
            <a:r>
              <a:rPr lang="ru-RU" sz="1800" b="0" i="1" dirty="0">
                <a:effectLst/>
                <a:latin typeface="Century Gothic" panose="020B0502020202020204" pitchFamily="34" charset="0"/>
              </a:rPr>
              <a:t> свою службу…»?</a:t>
            </a:r>
            <a:endParaRPr lang="ru-RU" sz="1800" b="0" i="0" dirty="0">
              <a:effectLst/>
              <a:latin typeface="Century Gothic" panose="020B0502020202020204" pitchFamily="34" charset="0"/>
            </a:endParaRPr>
          </a:p>
          <a:p>
            <a:endParaRPr lang="uk-UA" sz="1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132BA248-039A-D3B4-DE85-1A6BDC8D2A1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Місце для вмісту 4">
            <a:extLst>
              <a:ext uri="{FF2B5EF4-FFF2-40B4-BE49-F238E27FC236}">
                <a16:creationId xmlns:a16="http://schemas.microsoft.com/office/drawing/2014/main" xmlns="" id="{5D452158-F41C-4747-0A8F-D60A3DFDACCD}"/>
              </a:ext>
            </a:extLst>
          </p:cNvPr>
          <p:cNvGraphicFramePr>
            <a:graphicFrameLocks/>
          </p:cNvGraphicFramePr>
          <p:nvPr/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D3CEA3B4-CB26-6BAB-9F9E-96320A08DF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8034" y="4297680"/>
            <a:ext cx="3512556" cy="249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084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3B846FA-1097-512F-9EFB-B1F1A34B0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Умови</a:t>
            </a:r>
            <a:r>
              <a:rPr lang="ru-RU" dirty="0"/>
              <a:t> </a:t>
            </a:r>
            <a:r>
              <a:rPr lang="ru-RU" dirty="0" err="1"/>
              <a:t>Куруківської</a:t>
            </a:r>
            <a:r>
              <a:rPr lang="ru-RU" dirty="0"/>
              <a:t> угоди 1625 р. </a:t>
            </a:r>
            <a:r>
              <a:rPr lang="ru-RU" dirty="0" err="1"/>
              <a:t>задовольняли</a:t>
            </a:r>
            <a:r>
              <a:rPr lang="ru-RU" dirty="0"/>
              <a:t> </a:t>
            </a:r>
            <a:r>
              <a:rPr lang="ru-RU" dirty="0" err="1"/>
              <a:t>інтереси</a:t>
            </a:r>
            <a:r>
              <a:rPr lang="ru-RU" dirty="0"/>
              <a:t> </a:t>
            </a:r>
            <a:r>
              <a:rPr lang="ru-RU" dirty="0" err="1"/>
              <a:t>лише</a:t>
            </a:r>
            <a:r>
              <a:rPr lang="ru-RU" dirty="0"/>
              <a:t> </a:t>
            </a:r>
            <a:r>
              <a:rPr lang="ru-RU" dirty="0" err="1"/>
              <a:t>заможної</a:t>
            </a:r>
            <a:r>
              <a:rPr lang="ru-RU" dirty="0"/>
              <a:t> </a:t>
            </a:r>
            <a:r>
              <a:rPr lang="ru-RU" dirty="0" err="1"/>
              <a:t>частини</a:t>
            </a:r>
            <a:endParaRPr lang="uk-UA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xmlns="" id="{F3793E18-7CF5-3857-F74A-911C3601C98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xmlns="" id="{11797458-B166-556C-4AEC-39E357B6144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256655" y="2084832"/>
            <a:ext cx="3120102" cy="2212064"/>
          </a:xfrm>
        </p:spPr>
      </p:pic>
      <p:graphicFrame>
        <p:nvGraphicFramePr>
          <p:cNvPr id="3" name="Місце для вмісту 6">
            <a:extLst>
              <a:ext uri="{FF2B5EF4-FFF2-40B4-BE49-F238E27FC236}">
                <a16:creationId xmlns:a16="http://schemas.microsoft.com/office/drawing/2014/main" xmlns="" id="{1D81330B-60CD-1DE4-1B3F-14C10AA9E438}"/>
              </a:ext>
            </a:extLst>
          </p:cNvPr>
          <p:cNvGraphicFramePr>
            <a:graphicFrameLocks/>
          </p:cNvGraphicFramePr>
          <p:nvPr/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B2557A72-BA98-137D-2D03-2CC7115D266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56656" y="4296896"/>
            <a:ext cx="3120101" cy="238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434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провідників</a:t>
            </a:r>
            <a:r>
              <a:rPr lang="ru-RU" dirty="0"/>
              <a:t> </a:t>
            </a:r>
            <a:r>
              <a:rPr lang="ru-RU" dirty="0" err="1"/>
              <a:t>козацько-селянського</a:t>
            </a:r>
            <a:r>
              <a:rPr lang="ru-RU" dirty="0"/>
              <a:t> </a:t>
            </a:r>
            <a:r>
              <a:rPr lang="ru-RU" dirty="0" err="1"/>
              <a:t>повстання</a:t>
            </a:r>
            <a:r>
              <a:rPr lang="ru-RU" dirty="0"/>
              <a:t> 1637–1638 </a:t>
            </a:r>
            <a:r>
              <a:rPr lang="ru-RU" dirty="0" err="1"/>
              <a:t>рр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C0E07FB9-7659-6F0B-AE70-74DDF82B59FA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xmlns="" id="{6DB1A6D0-4257-10A2-15E4-7FA70B308E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152047" y="2482596"/>
            <a:ext cx="4429743" cy="3629532"/>
          </a:xfrm>
        </p:spPr>
      </p:pic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xmlns="" id="{D7BD7B5A-101F-2921-A972-8426CB81A774}"/>
              </a:ext>
            </a:extLst>
          </p:cNvPr>
          <p:cNvGraphicFramePr>
            <a:graphicFrameLocks/>
          </p:cNvGraphicFramePr>
          <p:nvPr/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90380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BE1A8DE-80D9-0117-8F5F-B9E27804B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02858D2-18C0-FB51-F8BC-B19A0D628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https://forms.gle/NnBXCSEgEuytvM3p8</a:t>
            </a:r>
            <a:endParaRPr lang="uk-U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239C37C-DB04-3A84-4D81-AFDCFC9325E3}"/>
              </a:ext>
            </a:extLst>
          </p:cNvPr>
          <p:cNvSpPr txBox="1"/>
          <p:nvPr/>
        </p:nvSpPr>
        <p:spPr>
          <a:xfrm>
            <a:off x="1170432" y="1715500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Екстра 2</a:t>
            </a:r>
          </a:p>
        </p:txBody>
      </p:sp>
    </p:spTree>
    <p:extLst>
      <p:ext uri="{BB962C8B-B14F-4D97-AF65-F5344CB8AC3E}">
        <p14:creationId xmlns:p14="http://schemas.microsoft.com/office/powerpoint/2010/main" val="2704748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39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5731CA78-45D4-F147-3CD2-BD63E7A7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20E4F0C-E073-5213-92D3-D531456FB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Блок 3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xmlns="" id="{FD5C3693-9B7D-9F02-7886-9C0D0A7FD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Https://forms.Gle/rmmss9x7m571zysf7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396703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CE8FECD-27D4-AE7D-5F16-3E3C40E68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65BB2B8-D0CB-927C-FE18-7C763CB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</a:t>
            </a:r>
            <a:r>
              <a:rPr lang="ru-RU" dirty="0" err="1"/>
              <a:t>суспільно-політичного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відбулися</a:t>
            </a:r>
            <a:r>
              <a:rPr lang="ru-RU" dirty="0"/>
              <a:t> в </a:t>
            </a:r>
            <a:r>
              <a:rPr lang="ru-RU" dirty="0" err="1"/>
              <a:t>другій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XVI — </a:t>
            </a:r>
            <a:r>
              <a:rPr lang="ru-RU" dirty="0" err="1"/>
              <a:t>першій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XVII ст.?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0C5BBEFA-E0D8-BBD5-67E8-0F78AC8D6C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6524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0A78426-FBE2-AB30-A4F0-66095A4C0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16FA134-4E9C-1B8D-0EDD-59D2BDEC1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суспільно-політичних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XVI —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XVII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D8350BC1-4327-7B19-EB1F-6397802C7E2E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EEFC6E97-B70E-C2EB-9172-4743A3B4917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81011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62AE761-CB19-1224-DCD4-6B6C15A78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04A4469-2D6D-767D-AD3F-78D914E97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Географічні назви Базавлук, Микитин Ріг, Чортомлик, Олешки пов’язані з місцями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6030B4D1-0F02-154A-E80A-7590AE2058C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xmlns="" id="{6E12A280-CE6A-432C-80D5-1F22DCEFDB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10897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9DE86C6-DFB1-589A-C07D-3FDB0A918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F6CB52B-52BB-9207-6404-A4D2533E0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Адміністративно-територіальна</a:t>
            </a:r>
            <a:r>
              <a:rPr lang="ru-RU" sz="2800" dirty="0"/>
              <a:t> </a:t>
            </a:r>
            <a:r>
              <a:rPr lang="ru-RU" sz="2800" dirty="0" err="1"/>
              <a:t>одиниця</a:t>
            </a:r>
            <a:r>
              <a:rPr lang="ru-RU" sz="2800" dirty="0"/>
              <a:t> на </a:t>
            </a:r>
            <a:r>
              <a:rPr lang="ru-RU" sz="2800" dirty="0" err="1"/>
              <a:t>українських</a:t>
            </a:r>
            <a:r>
              <a:rPr lang="ru-RU" sz="2800" dirty="0"/>
              <a:t> землях у </a:t>
            </a:r>
            <a:r>
              <a:rPr lang="ru-RU" sz="2800" dirty="0" err="1"/>
              <a:t>складі</a:t>
            </a:r>
            <a:r>
              <a:rPr lang="ru-RU" sz="2800" dirty="0"/>
              <a:t> Великого </a:t>
            </a:r>
            <a:r>
              <a:rPr lang="ru-RU" sz="2800" dirty="0" err="1"/>
              <a:t>князівства</a:t>
            </a:r>
            <a:r>
              <a:rPr lang="ru-RU" sz="2800" dirty="0"/>
              <a:t> </a:t>
            </a:r>
            <a:r>
              <a:rPr lang="ru-RU" sz="2800" dirty="0" err="1"/>
              <a:t>Литовського</a:t>
            </a:r>
            <a:r>
              <a:rPr lang="ru-RU" sz="2800" dirty="0"/>
              <a:t> та </a:t>
            </a:r>
            <a:r>
              <a:rPr lang="ru-RU" sz="2800" dirty="0" err="1"/>
              <a:t>Корони</a:t>
            </a:r>
            <a:r>
              <a:rPr lang="ru-RU" sz="2800" dirty="0"/>
              <a:t> </a:t>
            </a:r>
            <a:r>
              <a:rPr lang="ru-RU" sz="2800" dirty="0" err="1"/>
              <a:t>Польської</a:t>
            </a:r>
            <a:r>
              <a:rPr lang="ru-RU" sz="2800" dirty="0"/>
              <a:t> в XV–XVIII ст. – 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BF272259-ABFC-8969-52DF-3ED7BDB9376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F57BA719-0B6F-F181-5BEB-0525E3FA353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6931" y="1871776"/>
            <a:ext cx="6282485" cy="464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Місце для вмісту 5">
            <a:extLst>
              <a:ext uri="{FF2B5EF4-FFF2-40B4-BE49-F238E27FC236}">
                <a16:creationId xmlns:a16="http://schemas.microsoft.com/office/drawing/2014/main" xmlns="" id="{3F0DA7EE-FC0D-58E8-02A9-BB7FB320A9D2}"/>
              </a:ext>
            </a:extLst>
          </p:cNvPr>
          <p:cNvGraphicFramePr>
            <a:graphicFrameLocks/>
          </p:cNvGraphicFramePr>
          <p:nvPr/>
        </p:nvGraphicFramePr>
        <p:xfrm>
          <a:off x="1003496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803603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Фільварок</a:t>
            </a:r>
            <a:r>
              <a:rPr lang="ru-RU" dirty="0"/>
              <a:t> — </a:t>
            </a:r>
            <a:r>
              <a:rPr lang="ru-RU" dirty="0" err="1"/>
              <a:t>це</a:t>
            </a:r>
            <a:endParaRPr lang="ru-RU" dirty="0"/>
          </a:p>
        </p:txBody>
      </p:sp>
      <p:graphicFrame>
        <p:nvGraphicFramePr>
          <p:cNvPr id="18" name="Місце для вмісту 17">
            <a:extLst>
              <a:ext uri="{FF2B5EF4-FFF2-40B4-BE49-F238E27FC236}">
                <a16:creationId xmlns:a16="http://schemas.microsoft.com/office/drawing/2014/main" xmlns="" id="{C45CBC4E-C5DB-37F2-2F96-29B91503B4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1712422"/>
          <a:ext cx="9720072" cy="4596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Місце для вмісту 17">
            <a:extLst>
              <a:ext uri="{FF2B5EF4-FFF2-40B4-BE49-F238E27FC236}">
                <a16:creationId xmlns:a16="http://schemas.microsoft.com/office/drawing/2014/main" xmlns="" id="{7B2C4439-1C5A-28D1-E771-5ABBE76EF0CB}"/>
              </a:ext>
            </a:extLst>
          </p:cNvPr>
          <p:cNvGraphicFramePr>
            <a:graphicFrameLocks/>
          </p:cNvGraphicFramePr>
          <p:nvPr/>
        </p:nvGraphicFramePr>
        <p:xfrm>
          <a:off x="1023748" y="1712422"/>
          <a:ext cx="9720072" cy="4596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54533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6C7894E-C2CB-E596-76DE-E3A4ED4C6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«Панщина» — це</a:t>
            </a:r>
            <a:br>
              <a:rPr lang="uk-UA" dirty="0"/>
            </a:b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CAE21ABA-E0FC-765B-5917-10B0C778BF0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F1815162-62F3-3C81-6427-55041870BCB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xmlns="" id="{520C65C2-C7DC-8BB9-66D2-1EBADBA10293}"/>
              </a:ext>
            </a:extLst>
          </p:cNvPr>
          <p:cNvGraphicFramePr>
            <a:graphicFrameLocks/>
          </p:cNvGraphicFramePr>
          <p:nvPr/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189631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E02A527-E94A-9FB1-AB56-FE19F33C5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000" dirty="0" err="1"/>
              <a:t>Поява</a:t>
            </a:r>
            <a:r>
              <a:rPr lang="ru-RU" sz="4000" dirty="0"/>
              <a:t> та </a:t>
            </a:r>
            <a:r>
              <a:rPr lang="ru-RU" sz="4000" dirty="0" err="1"/>
              <a:t>поширення</a:t>
            </a:r>
            <a:r>
              <a:rPr lang="ru-RU" sz="4000" dirty="0"/>
              <a:t> в XV–XVI ст. </a:t>
            </a:r>
            <a:r>
              <a:rPr lang="ru-RU" sz="4000" dirty="0" err="1"/>
              <a:t>фільваркового</a:t>
            </a:r>
            <a:r>
              <a:rPr lang="ru-RU" sz="4000" dirty="0"/>
              <a:t> </a:t>
            </a:r>
            <a:r>
              <a:rPr lang="ru-RU" sz="4000" dirty="0" err="1"/>
              <a:t>господарства</a:t>
            </a:r>
            <a:r>
              <a:rPr lang="ru-RU" sz="4000" dirty="0"/>
              <a:t> на </a:t>
            </a:r>
            <a:r>
              <a:rPr lang="ru-RU" sz="4000" dirty="0" err="1"/>
              <a:t>українських</a:t>
            </a:r>
            <a:r>
              <a:rPr lang="ru-RU" sz="4000" dirty="0"/>
              <a:t> землях </a:t>
            </a:r>
            <a:r>
              <a:rPr lang="ru-RU" sz="4000" dirty="0" err="1"/>
              <a:t>було</a:t>
            </a:r>
            <a:r>
              <a:rPr lang="ru-RU" sz="4000" dirty="0"/>
              <a:t> </a:t>
            </a:r>
            <a:r>
              <a:rPr lang="ru-RU" sz="4000" dirty="0" err="1"/>
              <a:t>зумовлено</a:t>
            </a:r>
            <a:endParaRPr lang="uk-UA" sz="4000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xmlns="" id="{6CE29E18-21C1-47B2-75FC-6D0AB944A98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9" name="Місце для вмісту 18">
            <a:extLst>
              <a:ext uri="{FF2B5EF4-FFF2-40B4-BE49-F238E27FC236}">
                <a16:creationId xmlns:a16="http://schemas.microsoft.com/office/drawing/2014/main" xmlns="" id="{1B519106-B5B7-632A-508F-F4DBA2C0A05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7312638" y="2662035"/>
            <a:ext cx="2591162" cy="2905530"/>
          </a:xfrm>
        </p:spPr>
      </p:pic>
      <p:graphicFrame>
        <p:nvGraphicFramePr>
          <p:cNvPr id="3" name="Місце для вмісту 3">
            <a:extLst>
              <a:ext uri="{FF2B5EF4-FFF2-40B4-BE49-F238E27FC236}">
                <a16:creationId xmlns:a16="http://schemas.microsoft.com/office/drawing/2014/main" xmlns="" id="{466582AE-47E4-0626-0966-E79557422520}"/>
              </a:ext>
            </a:extLst>
          </p:cNvPr>
          <p:cNvGraphicFramePr>
            <a:graphicFrameLocks/>
          </p:cNvGraphicFramePr>
          <p:nvPr/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9929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FE23674-ED2E-2684-5034-ECB4AFCBF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Фільварок</a:t>
            </a:r>
            <a:r>
              <a:rPr lang="ru-RU" dirty="0"/>
              <a:t> — </a:t>
            </a:r>
            <a:r>
              <a:rPr lang="ru-RU" dirty="0" err="1"/>
              <a:t>це</a:t>
            </a:r>
            <a:r>
              <a:rPr lang="ru-RU" dirty="0"/>
              <a:t> форма </a:t>
            </a:r>
            <a:r>
              <a:rPr lang="ru-RU" dirty="0" err="1"/>
              <a:t>господарювання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xmlns="" id="{E561F0AA-E5BB-7B2F-31B5-61D75E9E47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955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23B4141-685F-1AB1-FEF2-B30DA9669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соціально-економічний</a:t>
            </a:r>
            <a:r>
              <a:rPr lang="ru-RU" dirty="0"/>
              <a:t> </a:t>
            </a:r>
            <a:r>
              <a:rPr lang="ru-RU" dirty="0" err="1"/>
              <a:t>процес</a:t>
            </a:r>
            <a:r>
              <a:rPr lang="ru-RU" dirty="0"/>
              <a:t> </a:t>
            </a:r>
            <a:r>
              <a:rPr lang="ru-RU" dirty="0" err="1"/>
              <a:t>ідеться</a:t>
            </a:r>
            <a:r>
              <a:rPr lang="ru-RU" dirty="0"/>
              <a:t> в </a:t>
            </a:r>
            <a:r>
              <a:rPr lang="ru-RU" dirty="0" err="1"/>
              <a:t>Литовському</a:t>
            </a:r>
            <a:r>
              <a:rPr lang="ru-RU" dirty="0"/>
              <a:t> </a:t>
            </a:r>
            <a:r>
              <a:rPr lang="ru-RU" dirty="0" err="1"/>
              <a:t>статуті</a:t>
            </a:r>
            <a:r>
              <a:rPr lang="ru-RU" dirty="0"/>
              <a:t> 1588 р.?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B0340C7C-0707-05BB-7F8E-EC74C2534D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Якби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якийсь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вотчинний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підданий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або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селянин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пішов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котрогось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боярина, не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переходячи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іншого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[боярина], і той,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якого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піде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не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шукав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би того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підданого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або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селянина десять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років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 —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надалі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йому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до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нього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нема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діла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»</a:t>
            </a:r>
            <a:r>
              <a:rPr lang="ru-RU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graphicFrame>
        <p:nvGraphicFramePr>
          <p:cNvPr id="18" name="Місце для вмісту 17">
            <a:extLst>
              <a:ext uri="{FF2B5EF4-FFF2-40B4-BE49-F238E27FC236}">
                <a16:creationId xmlns:a16="http://schemas.microsoft.com/office/drawing/2014/main" xmlns="" id="{0D1DF220-9BB0-9A20-9630-6D5B0222A26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Місце для вмісту 17">
            <a:extLst>
              <a:ext uri="{FF2B5EF4-FFF2-40B4-BE49-F238E27FC236}">
                <a16:creationId xmlns:a16="http://schemas.microsoft.com/office/drawing/2014/main" xmlns="" id="{8734E0F4-6DA9-74C2-675C-44E133771C74}"/>
              </a:ext>
            </a:extLst>
          </p:cNvPr>
          <p:cNvGraphicFramePr>
            <a:graphicFrameLocks/>
          </p:cNvGraphicFramePr>
          <p:nvPr/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202478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AA58B98-E4A2-416B-6330-64B09C171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«</a:t>
            </a:r>
            <a:r>
              <a:rPr lang="ru-RU" dirty="0" err="1"/>
              <a:t>Покозачення</a:t>
            </a:r>
            <a:r>
              <a:rPr lang="ru-RU" dirty="0"/>
              <a:t>» в </a:t>
            </a:r>
            <a:r>
              <a:rPr lang="ru-RU" dirty="0" err="1"/>
              <a:t>другій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XVI – </a:t>
            </a:r>
            <a:r>
              <a:rPr lang="ru-RU" dirty="0" err="1"/>
              <a:t>першій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XVII ст. – </a:t>
            </a:r>
            <a:r>
              <a:rPr lang="ru-RU" dirty="0" err="1"/>
              <a:t>це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xmlns="" id="{451403F0-0EEA-3C5D-5FE1-05B601A8BCD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4128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Місце для вмісту 3">
            <a:extLst>
              <a:ext uri="{FF2B5EF4-FFF2-40B4-BE49-F238E27FC236}">
                <a16:creationId xmlns:a16="http://schemas.microsoft.com/office/drawing/2014/main" xmlns="" id="{8D63FA60-9A2D-598C-FC46-B375AE91F04A}"/>
              </a:ext>
            </a:extLst>
          </p:cNvPr>
          <p:cNvGraphicFramePr>
            <a:graphicFrameLocks/>
          </p:cNvGraphicFramePr>
          <p:nvPr/>
        </p:nvGraphicFramePr>
        <p:xfrm>
          <a:off x="1024127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458604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3BECC3C-013C-9313-BBC4-DA575C40C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Узгодьте</a:t>
            </a:r>
            <a:r>
              <a:rPr lang="ru-RU" dirty="0"/>
              <a:t> </a:t>
            </a:r>
            <a:r>
              <a:rPr lang="ru-RU" dirty="0" err="1"/>
              <a:t>поняття</a:t>
            </a:r>
            <a:r>
              <a:rPr lang="ru-RU" dirty="0"/>
              <a:t> (1–4) з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визначенням</a:t>
            </a:r>
            <a:r>
              <a:rPr lang="ru-RU" dirty="0"/>
              <a:t> (А – Д).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9FF38CAF-A1B1-4455-75DC-DEC12887102C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1CC41466-0674-054B-857C-A5838069397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17" name="Групувати 16">
            <a:extLst>
              <a:ext uri="{FF2B5EF4-FFF2-40B4-BE49-F238E27FC236}">
                <a16:creationId xmlns:a16="http://schemas.microsoft.com/office/drawing/2014/main" xmlns="" id="{D35C323B-CFFC-2155-3179-C44CCEF07C23}"/>
              </a:ext>
            </a:extLst>
          </p:cNvPr>
          <p:cNvGrpSpPr/>
          <p:nvPr/>
        </p:nvGrpSpPr>
        <p:grpSpPr>
          <a:xfrm>
            <a:off x="5137265" y="2759825"/>
            <a:ext cx="1479666" cy="3175462"/>
            <a:chOff x="5137265" y="2759825"/>
            <a:chExt cx="1479666" cy="3175462"/>
          </a:xfrm>
        </p:grpSpPr>
        <p:cxnSp>
          <p:nvCxnSpPr>
            <p:cNvPr id="7" name="Пряма зі стрілкою 6">
              <a:extLst>
                <a:ext uri="{FF2B5EF4-FFF2-40B4-BE49-F238E27FC236}">
                  <a16:creationId xmlns:a16="http://schemas.microsoft.com/office/drawing/2014/main" xmlns="" id="{87C2A634-AB14-C9C3-D86F-1A939FF4D178}"/>
                </a:ext>
              </a:extLst>
            </p:cNvPr>
            <p:cNvCxnSpPr/>
            <p:nvPr/>
          </p:nvCxnSpPr>
          <p:spPr>
            <a:xfrm>
              <a:off x="5137265" y="2759825"/>
              <a:ext cx="1479666" cy="222781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 зі стрілкою 7">
              <a:extLst>
                <a:ext uri="{FF2B5EF4-FFF2-40B4-BE49-F238E27FC236}">
                  <a16:creationId xmlns:a16="http://schemas.microsoft.com/office/drawing/2014/main" xmlns="" id="{852E05F0-0A12-CC46-4BE4-396BC1D225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7265" y="2759825"/>
              <a:ext cx="1275730" cy="96427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 зі стрілкою 10">
              <a:extLst>
                <a:ext uri="{FF2B5EF4-FFF2-40B4-BE49-F238E27FC236}">
                  <a16:creationId xmlns:a16="http://schemas.microsoft.com/office/drawing/2014/main" xmlns="" id="{82478ED0-3A30-885D-DE9B-F075D5F813D6}"/>
                </a:ext>
              </a:extLst>
            </p:cNvPr>
            <p:cNvCxnSpPr>
              <a:cxnSpLocks/>
            </p:cNvCxnSpPr>
            <p:nvPr/>
          </p:nvCxnSpPr>
          <p:spPr>
            <a:xfrm>
              <a:off x="5137265" y="4871258"/>
              <a:ext cx="1275730" cy="93102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 зі стрілкою 13">
              <a:extLst>
                <a:ext uri="{FF2B5EF4-FFF2-40B4-BE49-F238E27FC236}">
                  <a16:creationId xmlns:a16="http://schemas.microsoft.com/office/drawing/2014/main" xmlns="" id="{21C4FD02-9149-3E3C-4A12-6C5968FA7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7265" y="3557847"/>
              <a:ext cx="1479666" cy="237744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7025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723FC32-69EB-75F0-F749-4C4DB92C8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У </a:t>
            </a:r>
            <a:r>
              <a:rPr lang="ru-RU" sz="3600" dirty="0" err="1"/>
              <a:t>складі</a:t>
            </a:r>
            <a:r>
              <a:rPr lang="ru-RU" sz="3600" dirty="0"/>
              <a:t> Руського та </a:t>
            </a:r>
            <a:r>
              <a:rPr lang="ru-RU" sz="3600" dirty="0" err="1"/>
              <a:t>Брацлавського</a:t>
            </a:r>
            <a:r>
              <a:rPr lang="ru-RU" sz="3600" dirty="0"/>
              <a:t> </a:t>
            </a:r>
            <a:r>
              <a:rPr lang="ru-RU" sz="3600" dirty="0" err="1"/>
              <a:t>воєводств</a:t>
            </a:r>
            <a:r>
              <a:rPr lang="ru-RU" sz="3600" dirty="0"/>
              <a:t> </a:t>
            </a:r>
            <a:r>
              <a:rPr lang="ru-RU" sz="3600" dirty="0" err="1"/>
              <a:t>Речі</a:t>
            </a:r>
            <a:r>
              <a:rPr lang="ru-RU" sz="3600" dirty="0"/>
              <a:t> </a:t>
            </a:r>
            <a:r>
              <a:rPr lang="ru-RU" sz="3600" dirty="0" err="1"/>
              <a:t>Посполитої</a:t>
            </a:r>
            <a:r>
              <a:rPr lang="ru-RU" sz="3600" dirty="0"/>
              <a:t> в </a:t>
            </a:r>
            <a:r>
              <a:rPr lang="ru-RU" sz="3600" dirty="0" err="1"/>
              <a:t>другій</a:t>
            </a:r>
            <a:r>
              <a:rPr lang="ru-RU" sz="3600" dirty="0"/>
              <a:t> </a:t>
            </a:r>
            <a:r>
              <a:rPr lang="ru-RU" sz="3600" dirty="0" err="1"/>
              <a:t>половині</a:t>
            </a:r>
            <a:r>
              <a:rPr lang="ru-RU" sz="3600" dirty="0"/>
              <a:t> XVI – </a:t>
            </a:r>
            <a:r>
              <a:rPr lang="ru-RU" sz="3600" dirty="0" err="1"/>
              <a:t>першій</a:t>
            </a:r>
            <a:r>
              <a:rPr lang="ru-RU" sz="3600" dirty="0"/>
              <a:t> </a:t>
            </a:r>
            <a:r>
              <a:rPr lang="ru-RU" sz="3600" dirty="0" err="1"/>
              <a:t>половині</a:t>
            </a:r>
            <a:r>
              <a:rPr lang="ru-RU" sz="3600" dirty="0"/>
              <a:t> XVII ст. </a:t>
            </a:r>
            <a:r>
              <a:rPr lang="ru-RU" sz="3600" dirty="0" err="1"/>
              <a:t>перебували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499586B9-7059-8930-3C1B-21A222000E8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39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98F969B3-8A42-1603-0AC4-E18B9A161FB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556" y="2716212"/>
            <a:ext cx="4276725" cy="316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3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 err="1"/>
              <a:t>Належність</a:t>
            </a:r>
            <a:r>
              <a:rPr lang="ru-RU" sz="2400" dirty="0"/>
              <a:t> до </a:t>
            </a:r>
            <a:r>
              <a:rPr lang="ru-RU" sz="2400" dirty="0" err="1"/>
              <a:t>якої</a:t>
            </a:r>
            <a:r>
              <a:rPr lang="ru-RU" sz="2400" dirty="0"/>
              <a:t> </a:t>
            </a:r>
            <a:r>
              <a:rPr lang="ru-RU" sz="2400" dirty="0" err="1"/>
              <a:t>релігійної</a:t>
            </a:r>
            <a:r>
              <a:rPr lang="ru-RU" sz="2400" dirty="0"/>
              <a:t> </a:t>
            </a:r>
            <a:r>
              <a:rPr lang="ru-RU" sz="2400" dirty="0" err="1"/>
              <a:t>конфесії</a:t>
            </a:r>
            <a:r>
              <a:rPr lang="ru-RU" sz="2400" dirty="0"/>
              <a:t> </a:t>
            </a:r>
            <a:r>
              <a:rPr lang="ru-RU" sz="2400" dirty="0" err="1"/>
              <a:t>гарантувала</a:t>
            </a:r>
            <a:r>
              <a:rPr lang="ru-RU" sz="2400" dirty="0"/>
              <a:t> </a:t>
            </a:r>
            <a:r>
              <a:rPr lang="ru-RU" sz="2400" dirty="0" err="1"/>
              <a:t>українській</a:t>
            </a:r>
            <a:r>
              <a:rPr lang="ru-RU" sz="2400" dirty="0"/>
              <a:t> </a:t>
            </a:r>
            <a:r>
              <a:rPr lang="ru-RU" sz="2400" dirty="0" err="1"/>
              <a:t>шляхті</a:t>
            </a:r>
            <a:r>
              <a:rPr lang="ru-RU" sz="2400" dirty="0"/>
              <a:t> доступ до посад і </a:t>
            </a:r>
            <a:r>
              <a:rPr lang="ru-RU" sz="2400" dirty="0" err="1"/>
              <a:t>реалізацію</a:t>
            </a:r>
            <a:r>
              <a:rPr lang="ru-RU" sz="2400" dirty="0"/>
              <a:t> прав і </a:t>
            </a:r>
            <a:r>
              <a:rPr lang="ru-RU" sz="2400" dirty="0" err="1"/>
              <a:t>привілеїв</a:t>
            </a:r>
            <a:r>
              <a:rPr lang="ru-RU" sz="2400" dirty="0"/>
              <a:t> у </a:t>
            </a:r>
            <a:r>
              <a:rPr lang="ru-RU" sz="2400" dirty="0" err="1"/>
              <a:t>Речі</a:t>
            </a:r>
            <a:r>
              <a:rPr lang="ru-RU" sz="2400" dirty="0"/>
              <a:t> </a:t>
            </a:r>
            <a:r>
              <a:rPr lang="ru-RU" sz="2400" dirty="0" err="1"/>
              <a:t>Посполитій</a:t>
            </a:r>
            <a:r>
              <a:rPr lang="ru-RU" sz="2400" dirty="0"/>
              <a:t> у </a:t>
            </a:r>
            <a:r>
              <a:rPr lang="ru-RU" sz="2400" dirty="0" err="1"/>
              <a:t>першій</a:t>
            </a:r>
            <a:r>
              <a:rPr lang="ru-RU" sz="2400" dirty="0"/>
              <a:t> </a:t>
            </a:r>
            <a:r>
              <a:rPr lang="ru-RU" sz="2400" dirty="0" err="1"/>
              <a:t>половині</a:t>
            </a:r>
            <a:r>
              <a:rPr lang="ru-RU" sz="2400" dirty="0"/>
              <a:t> </a:t>
            </a:r>
            <a:r>
              <a:rPr lang="en-US" sz="2400" dirty="0"/>
              <a:t>XVII </a:t>
            </a:r>
            <a:r>
              <a:rPr lang="ru-RU" sz="2400" dirty="0"/>
              <a:t>ст.?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8FBA47D9-FE0C-7D3A-0633-377718FE1D9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xmlns="" id="{C2AB7D7C-97A6-AB3A-E2F2-47BA435FBBBB}"/>
              </a:ext>
            </a:extLst>
          </p:cNvPr>
          <p:cNvGraphicFramePr>
            <a:graphicFrameLocks/>
          </p:cNvGraphicFramePr>
          <p:nvPr/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813867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2AA724F-166C-D1E8-53D2-6179C46F4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dirty="0" err="1"/>
              <a:t>Увідповідніть</a:t>
            </a:r>
            <a:r>
              <a:rPr lang="uk-UA" sz="3200" dirty="0"/>
              <a:t> стан суспільства українських земель Х</a:t>
            </a:r>
            <a:r>
              <a:rPr lang="en-US" sz="3200" dirty="0"/>
              <a:t>V-</a:t>
            </a:r>
            <a:r>
              <a:rPr lang="uk-UA" sz="3200" dirty="0"/>
              <a:t>Х</a:t>
            </a:r>
            <a:r>
              <a:rPr lang="en-US" sz="3200" dirty="0"/>
              <a:t>VII </a:t>
            </a:r>
            <a:r>
              <a:rPr lang="uk-UA" sz="3200" dirty="0"/>
              <a:t>ст. з переліком історичних понять і термінів, які дають змогу характеризувати його.</a:t>
            </a:r>
          </a:p>
        </p:txBody>
      </p:sp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xmlns="" id="{AF972E78-619A-E11D-6A4C-174BB0F3230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F8B82787-7519-B2C9-B2B9-4D9A88A5970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21314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AE6E94A8-6E57-24AC-D209-18FD8223A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1D11250-118D-0C17-1FA7-9C08EB4C0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Блок 2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xmlns="" id="{F4C7D566-EF38-A527-C05F-398A84FAA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https://forms.gle/dM3kLTkRMZKZLpRF7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846330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2E8A63D-2103-7F99-DC86-55220FB6D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4C001605-F7DC-4F95-FA08-59A38972E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Яка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ru-RU" dirty="0" err="1"/>
              <a:t>відбулася</a:t>
            </a:r>
            <a:r>
              <a:rPr lang="ru-RU" dirty="0"/>
              <a:t> в 1556 р.?</a:t>
            </a:r>
          </a:p>
        </p:txBody>
      </p:sp>
      <p:graphicFrame>
        <p:nvGraphicFramePr>
          <p:cNvPr id="18" name="Місце для вмісту 17">
            <a:extLst>
              <a:ext uri="{FF2B5EF4-FFF2-40B4-BE49-F238E27FC236}">
                <a16:creationId xmlns:a16="http://schemas.microsoft.com/office/drawing/2014/main" xmlns="" id="{11B82088-BCE8-2E54-DE71-49DEE7876F7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9" name="Місце для вмісту 18">
            <a:extLst>
              <a:ext uri="{FF2B5EF4-FFF2-40B4-BE49-F238E27FC236}">
                <a16:creationId xmlns:a16="http://schemas.microsoft.com/office/drawing/2014/main" xmlns="" id="{0EDA4AFC-58CF-014F-2E7E-3D8417156B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291390" y="2084832"/>
            <a:ext cx="4754562" cy="3042595"/>
          </a:xfrm>
          <a:prstGeom prst="rect">
            <a:avLst/>
          </a:prstGeom>
        </p:spPr>
      </p:pic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xmlns="" id="{3C0D608F-1019-6A2A-516B-C90EADABD510}"/>
              </a:ext>
            </a:extLst>
          </p:cNvPr>
          <p:cNvGrpSpPr/>
          <p:nvPr/>
        </p:nvGrpSpPr>
        <p:grpSpPr>
          <a:xfrm>
            <a:off x="5979024" y="5605056"/>
            <a:ext cx="5661720" cy="989280"/>
            <a:chOff x="5979024" y="5605056"/>
            <a:chExt cx="5661720" cy="98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Рукописні дані 19">
                  <a:extLst>
                    <a:ext uri="{FF2B5EF4-FFF2-40B4-BE49-F238E27FC236}">
                      <a16:creationId xmlns:a16="http://schemas.microsoft.com/office/drawing/2014/main" xmlns="" id="{D3A393B6-DD37-1886-0909-58661CBAAC7F}"/>
                    </a:ext>
                  </a:extLst>
                </p14:cNvPr>
                <p14:cNvContentPartPr/>
                <p14:nvPr/>
              </p14:nvContentPartPr>
              <p14:xfrm>
                <a:off x="6583104" y="6317496"/>
                <a:ext cx="4980960" cy="65160"/>
              </p14:xfrm>
            </p:contentPart>
          </mc:Choice>
          <mc:Fallback xmlns="">
            <p:pic>
              <p:nvPicPr>
                <p:cNvPr id="20" name="Рукописні дані 19">
                  <a:extLst>
                    <a:ext uri="{FF2B5EF4-FFF2-40B4-BE49-F238E27FC236}">
                      <a16:creationId xmlns:a16="http://schemas.microsoft.com/office/drawing/2014/main" id="{3004F34E-8DE6-B364-1344-20CF7FEDB7A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47464" y="6281496"/>
                  <a:ext cx="50526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Рукописні дані 20">
                  <a:extLst>
                    <a:ext uri="{FF2B5EF4-FFF2-40B4-BE49-F238E27FC236}">
                      <a16:creationId xmlns:a16="http://schemas.microsoft.com/office/drawing/2014/main" xmlns="" id="{16C2DEC2-701F-1B77-2A47-6B090338FEEB}"/>
                    </a:ext>
                  </a:extLst>
                </p14:cNvPr>
                <p14:cNvContentPartPr/>
                <p14:nvPr/>
              </p14:nvContentPartPr>
              <p14:xfrm>
                <a:off x="11634624" y="5970456"/>
                <a:ext cx="6120" cy="623880"/>
              </p14:xfrm>
            </p:contentPart>
          </mc:Choice>
          <mc:Fallback xmlns="">
            <p:pic>
              <p:nvPicPr>
                <p:cNvPr id="21" name="Рукописні дані 20">
                  <a:extLst>
                    <a:ext uri="{FF2B5EF4-FFF2-40B4-BE49-F238E27FC236}">
                      <a16:creationId xmlns:a16="http://schemas.microsoft.com/office/drawing/2014/main" id="{FEB9612C-42E9-4A4E-FFE8-B796EF16A00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598984" y="5934816"/>
                  <a:ext cx="7776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Рукописні дані 21">
                  <a:extLst>
                    <a:ext uri="{FF2B5EF4-FFF2-40B4-BE49-F238E27FC236}">
                      <a16:creationId xmlns:a16="http://schemas.microsoft.com/office/drawing/2014/main" xmlns="" id="{D9BACBAF-BBEE-F2B5-BFCD-95112A2D3C8B}"/>
                    </a:ext>
                  </a:extLst>
                </p14:cNvPr>
                <p14:cNvContentPartPr/>
                <p14:nvPr/>
              </p14:nvContentPartPr>
              <p14:xfrm>
                <a:off x="6510384" y="6080256"/>
                <a:ext cx="46800" cy="474840"/>
              </p14:xfrm>
            </p:contentPart>
          </mc:Choice>
          <mc:Fallback xmlns="">
            <p:pic>
              <p:nvPicPr>
                <p:cNvPr id="22" name="Рукописні дані 21">
                  <a:extLst>
                    <a:ext uri="{FF2B5EF4-FFF2-40B4-BE49-F238E27FC236}">
                      <a16:creationId xmlns:a16="http://schemas.microsoft.com/office/drawing/2014/main" id="{E5CF4A9F-E214-95B2-6412-636AF5B2EEF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474384" y="6044616"/>
                  <a:ext cx="11844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Рукописні дані 23">
                  <a:extLst>
                    <a:ext uri="{FF2B5EF4-FFF2-40B4-BE49-F238E27FC236}">
                      <a16:creationId xmlns:a16="http://schemas.microsoft.com/office/drawing/2014/main" xmlns="" id="{259D5CEC-1D64-C809-045D-7FF74C7CE8D0}"/>
                    </a:ext>
                  </a:extLst>
                </p14:cNvPr>
                <p14:cNvContentPartPr/>
                <p14:nvPr/>
              </p14:nvContentPartPr>
              <p14:xfrm>
                <a:off x="6000264" y="5605056"/>
                <a:ext cx="144720" cy="303480"/>
              </p14:xfrm>
            </p:contentPart>
          </mc:Choice>
          <mc:Fallback xmlns="">
            <p:pic>
              <p:nvPicPr>
                <p:cNvPr id="24" name="Рукописні дані 23">
                  <a:extLst>
                    <a:ext uri="{FF2B5EF4-FFF2-40B4-BE49-F238E27FC236}">
                      <a16:creationId xmlns:a16="http://schemas.microsoft.com/office/drawing/2014/main" id="{1A8EE24C-5D0D-E38D-3632-7D547BD9F20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64264" y="5569056"/>
                  <a:ext cx="21636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Рукописні дані 24">
                  <a:extLst>
                    <a:ext uri="{FF2B5EF4-FFF2-40B4-BE49-F238E27FC236}">
                      <a16:creationId xmlns:a16="http://schemas.microsoft.com/office/drawing/2014/main" xmlns="" id="{22BFD60E-8CB5-DA1E-7525-A28D4B853553}"/>
                    </a:ext>
                  </a:extLst>
                </p14:cNvPr>
                <p14:cNvContentPartPr/>
                <p14:nvPr/>
              </p14:nvContentPartPr>
              <p14:xfrm>
                <a:off x="5979024" y="5614056"/>
                <a:ext cx="312480" cy="393840"/>
              </p14:xfrm>
            </p:contentPart>
          </mc:Choice>
          <mc:Fallback xmlns="">
            <p:pic>
              <p:nvPicPr>
                <p:cNvPr id="25" name="Рукописні дані 24">
                  <a:extLst>
                    <a:ext uri="{FF2B5EF4-FFF2-40B4-BE49-F238E27FC236}">
                      <a16:creationId xmlns:a16="http://schemas.microsoft.com/office/drawing/2014/main" id="{38BC45F7-9914-423F-D386-878C87320DE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43024" y="5578416"/>
                  <a:ext cx="38412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Рукописні дані 25">
                  <a:extLst>
                    <a:ext uri="{FF2B5EF4-FFF2-40B4-BE49-F238E27FC236}">
                      <a16:creationId xmlns:a16="http://schemas.microsoft.com/office/drawing/2014/main" xmlns="" id="{ADC9C95C-3FC3-1D5B-308C-DB94A7941254}"/>
                    </a:ext>
                  </a:extLst>
                </p14:cNvPr>
                <p14:cNvContentPartPr/>
                <p14:nvPr/>
              </p14:nvContentPartPr>
              <p14:xfrm>
                <a:off x="6307704" y="5659776"/>
                <a:ext cx="136440" cy="227160"/>
              </p14:xfrm>
            </p:contentPart>
          </mc:Choice>
          <mc:Fallback xmlns="">
            <p:pic>
              <p:nvPicPr>
                <p:cNvPr id="26" name="Рукописні дані 25">
                  <a:extLst>
                    <a:ext uri="{FF2B5EF4-FFF2-40B4-BE49-F238E27FC236}">
                      <a16:creationId xmlns:a16="http://schemas.microsoft.com/office/drawing/2014/main" id="{F2014A17-0D8E-9D5B-8564-E0A83372FC3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72064" y="5624136"/>
                  <a:ext cx="208080" cy="29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" name="Рукописні дані 27">
                <a:extLst>
                  <a:ext uri="{FF2B5EF4-FFF2-40B4-BE49-F238E27FC236}">
                    <a16:creationId xmlns:a16="http://schemas.microsoft.com/office/drawing/2014/main" xmlns="" id="{96ADC629-E0F3-802A-EA71-5A626F759155}"/>
                  </a:ext>
                </a:extLst>
              </p14:cNvPr>
              <p14:cNvContentPartPr/>
              <p14:nvPr/>
            </p14:nvContentPartPr>
            <p14:xfrm>
              <a:off x="6601464" y="5614056"/>
              <a:ext cx="19440" cy="311400"/>
            </p14:xfrm>
          </p:contentPart>
        </mc:Choice>
        <mc:Fallback xmlns="">
          <p:pic>
            <p:nvPicPr>
              <p:cNvPr id="28" name="Рукописні дані 27">
                <a:extLst>
                  <a:ext uri="{FF2B5EF4-FFF2-40B4-BE49-F238E27FC236}">
                    <a16:creationId xmlns:a16="http://schemas.microsoft.com/office/drawing/2014/main" id="{C9AB364F-16B2-409B-3052-B0CD80ECA45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65824" y="5578416"/>
                <a:ext cx="91080" cy="38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Групувати 33">
            <a:extLst>
              <a:ext uri="{FF2B5EF4-FFF2-40B4-BE49-F238E27FC236}">
                <a16:creationId xmlns:a16="http://schemas.microsoft.com/office/drawing/2014/main" xmlns="" id="{E92A7BE2-9F58-800E-CE11-D3939DE368C3}"/>
              </a:ext>
            </a:extLst>
          </p:cNvPr>
          <p:cNvGrpSpPr/>
          <p:nvPr/>
        </p:nvGrpSpPr>
        <p:grpSpPr>
          <a:xfrm>
            <a:off x="11246904" y="5441976"/>
            <a:ext cx="786600" cy="504720"/>
            <a:chOff x="11246904" y="5441976"/>
            <a:chExt cx="786600" cy="50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Рукописні дані 28">
                  <a:extLst>
                    <a:ext uri="{FF2B5EF4-FFF2-40B4-BE49-F238E27FC236}">
                      <a16:creationId xmlns:a16="http://schemas.microsoft.com/office/drawing/2014/main" xmlns="" id="{A5CFFBCB-ACE0-FED1-8C2D-9C2C1FCC0FC5}"/>
                    </a:ext>
                  </a:extLst>
                </p14:cNvPr>
                <p14:cNvContentPartPr/>
                <p14:nvPr/>
              </p14:nvContentPartPr>
              <p14:xfrm>
                <a:off x="11332584" y="5577696"/>
                <a:ext cx="161640" cy="244440"/>
              </p14:xfrm>
            </p:contentPart>
          </mc:Choice>
          <mc:Fallback xmlns="">
            <p:pic>
              <p:nvPicPr>
                <p:cNvPr id="29" name="Рукописні дані 28">
                  <a:extLst>
                    <a:ext uri="{FF2B5EF4-FFF2-40B4-BE49-F238E27FC236}">
                      <a16:creationId xmlns:a16="http://schemas.microsoft.com/office/drawing/2014/main" id="{44FB2625-F7E7-098A-8167-D6D5BFBB105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296584" y="5541696"/>
                  <a:ext cx="2332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0" name="Рукописні дані 29">
                  <a:extLst>
                    <a:ext uri="{FF2B5EF4-FFF2-40B4-BE49-F238E27FC236}">
                      <a16:creationId xmlns:a16="http://schemas.microsoft.com/office/drawing/2014/main" xmlns="" id="{4775465F-CEBB-9C36-2611-E3BC77863FF2}"/>
                    </a:ext>
                  </a:extLst>
                </p14:cNvPr>
                <p14:cNvContentPartPr/>
                <p14:nvPr/>
              </p14:nvContentPartPr>
              <p14:xfrm>
                <a:off x="11246904" y="5577696"/>
                <a:ext cx="229320" cy="334440"/>
              </p14:xfrm>
            </p:contentPart>
          </mc:Choice>
          <mc:Fallback xmlns="">
            <p:pic>
              <p:nvPicPr>
                <p:cNvPr id="30" name="Рукописні дані 29">
                  <a:extLst>
                    <a:ext uri="{FF2B5EF4-FFF2-40B4-BE49-F238E27FC236}">
                      <a16:creationId xmlns:a16="http://schemas.microsoft.com/office/drawing/2014/main" id="{94DF7CC8-E70A-8FD5-4418-E2BE92E7F2A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210904" y="5541696"/>
                  <a:ext cx="30096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1" name="Рукописні дані 30">
                  <a:extLst>
                    <a:ext uri="{FF2B5EF4-FFF2-40B4-BE49-F238E27FC236}">
                      <a16:creationId xmlns:a16="http://schemas.microsoft.com/office/drawing/2014/main" xmlns="" id="{9DC6FF1F-6C78-FC6A-9191-11620EF29366}"/>
                    </a:ext>
                  </a:extLst>
                </p14:cNvPr>
                <p14:cNvContentPartPr/>
                <p14:nvPr/>
              </p14:nvContentPartPr>
              <p14:xfrm>
                <a:off x="11603304" y="5441976"/>
                <a:ext cx="228960" cy="399600"/>
              </p14:xfrm>
            </p:contentPart>
          </mc:Choice>
          <mc:Fallback xmlns="">
            <p:pic>
              <p:nvPicPr>
                <p:cNvPr id="31" name="Рукописні дані 30">
                  <a:extLst>
                    <a:ext uri="{FF2B5EF4-FFF2-40B4-BE49-F238E27FC236}">
                      <a16:creationId xmlns:a16="http://schemas.microsoft.com/office/drawing/2014/main" id="{F3CC00EE-7E3E-9FB6-C7BC-185400FEEFA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7664" y="5406336"/>
                  <a:ext cx="30060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2" name="Рукописні дані 31">
                  <a:extLst>
                    <a:ext uri="{FF2B5EF4-FFF2-40B4-BE49-F238E27FC236}">
                      <a16:creationId xmlns:a16="http://schemas.microsoft.com/office/drawing/2014/main" xmlns="" id="{63C65BF4-AEEC-6641-9EA7-EF3A0354BF71}"/>
                    </a:ext>
                  </a:extLst>
                </p14:cNvPr>
                <p14:cNvContentPartPr/>
                <p14:nvPr/>
              </p14:nvContentPartPr>
              <p14:xfrm>
                <a:off x="11877984" y="5485896"/>
                <a:ext cx="360" cy="415080"/>
              </p14:xfrm>
            </p:contentPart>
          </mc:Choice>
          <mc:Fallback xmlns="">
            <p:pic>
              <p:nvPicPr>
                <p:cNvPr id="32" name="Рукописні дані 31">
                  <a:extLst>
                    <a:ext uri="{FF2B5EF4-FFF2-40B4-BE49-F238E27FC236}">
                      <a16:creationId xmlns:a16="http://schemas.microsoft.com/office/drawing/2014/main" id="{285954C4-67CD-C6AC-5D3B-61399C3AAB0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841984" y="5450256"/>
                  <a:ext cx="7200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3" name="Рукописні дані 32">
                  <a:extLst>
                    <a:ext uri="{FF2B5EF4-FFF2-40B4-BE49-F238E27FC236}">
                      <a16:creationId xmlns:a16="http://schemas.microsoft.com/office/drawing/2014/main" xmlns="" id="{FD5E3275-E19E-76F4-B9BB-3A8ADCD8B94D}"/>
                    </a:ext>
                  </a:extLst>
                </p14:cNvPr>
                <p14:cNvContentPartPr/>
                <p14:nvPr/>
              </p14:nvContentPartPr>
              <p14:xfrm>
                <a:off x="12033144" y="5540976"/>
                <a:ext cx="360" cy="405720"/>
              </p14:xfrm>
            </p:contentPart>
          </mc:Choice>
          <mc:Fallback xmlns="">
            <p:pic>
              <p:nvPicPr>
                <p:cNvPr id="33" name="Рукописні дані 32">
                  <a:extLst>
                    <a:ext uri="{FF2B5EF4-FFF2-40B4-BE49-F238E27FC236}">
                      <a16:creationId xmlns:a16="http://schemas.microsoft.com/office/drawing/2014/main" id="{C79C8E75-2609-AF32-6033-3018FAA9072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997144" y="5504976"/>
                  <a:ext cx="72000" cy="47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5" name="Рукописні дані 34">
                <a:extLst>
                  <a:ext uri="{FF2B5EF4-FFF2-40B4-BE49-F238E27FC236}">
                    <a16:creationId xmlns:a16="http://schemas.microsoft.com/office/drawing/2014/main" xmlns="" id="{DF1391DD-1925-6834-FC46-B79ECC6685E9}"/>
                  </a:ext>
                </a:extLst>
              </p14:cNvPr>
              <p14:cNvContentPartPr/>
              <p14:nvPr/>
            </p14:nvContentPartPr>
            <p14:xfrm>
              <a:off x="8896824" y="5961456"/>
              <a:ext cx="360" cy="360"/>
            </p14:xfrm>
          </p:contentPart>
        </mc:Choice>
        <mc:Fallback xmlns="">
          <p:pic>
            <p:nvPicPr>
              <p:cNvPr id="35" name="Рукописні дані 34">
                <a:extLst>
                  <a:ext uri="{FF2B5EF4-FFF2-40B4-BE49-F238E27FC236}">
                    <a16:creationId xmlns:a16="http://schemas.microsoft.com/office/drawing/2014/main" id="{D85BF213-AC11-E1F5-0345-8EFE6939EBE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860824" y="5925816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9" name="Рукописні дані 38">
                <a:extLst>
                  <a:ext uri="{FF2B5EF4-FFF2-40B4-BE49-F238E27FC236}">
                    <a16:creationId xmlns:a16="http://schemas.microsoft.com/office/drawing/2014/main" xmlns="" id="{95080C5E-978E-42DC-54F3-9B6C67A723D4}"/>
                  </a:ext>
                </a:extLst>
              </p14:cNvPr>
              <p14:cNvContentPartPr/>
              <p14:nvPr/>
            </p14:nvContentPartPr>
            <p14:xfrm>
              <a:off x="8915184" y="6135336"/>
              <a:ext cx="360" cy="360"/>
            </p14:xfrm>
          </p:contentPart>
        </mc:Choice>
        <mc:Fallback xmlns="">
          <p:pic>
            <p:nvPicPr>
              <p:cNvPr id="39" name="Рукописні дані 38">
                <a:extLst>
                  <a:ext uri="{FF2B5EF4-FFF2-40B4-BE49-F238E27FC236}">
                    <a16:creationId xmlns:a16="http://schemas.microsoft.com/office/drawing/2014/main" id="{00A352F9-313C-AD37-B995-B81D33491AE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879184" y="6099696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0" name="Рукописні дані 39">
                <a:extLst>
                  <a:ext uri="{FF2B5EF4-FFF2-40B4-BE49-F238E27FC236}">
                    <a16:creationId xmlns:a16="http://schemas.microsoft.com/office/drawing/2014/main" xmlns="" id="{9AB2736C-9565-7F22-F9DF-0FC49B791F46}"/>
                  </a:ext>
                </a:extLst>
              </p14:cNvPr>
              <p14:cNvContentPartPr/>
              <p14:nvPr/>
            </p14:nvContentPartPr>
            <p14:xfrm>
              <a:off x="8924184" y="6336576"/>
              <a:ext cx="360" cy="360"/>
            </p14:xfrm>
          </p:contentPart>
        </mc:Choice>
        <mc:Fallback xmlns="">
          <p:pic>
            <p:nvPicPr>
              <p:cNvPr id="40" name="Рукописні дані 39">
                <a:extLst>
                  <a:ext uri="{FF2B5EF4-FFF2-40B4-BE49-F238E27FC236}">
                    <a16:creationId xmlns:a16="http://schemas.microsoft.com/office/drawing/2014/main" id="{A3A41585-6C75-1838-F8E6-46FCBA717A3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888544" y="6300576"/>
                <a:ext cx="72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Групувати 42">
            <a:extLst>
              <a:ext uri="{FF2B5EF4-FFF2-40B4-BE49-F238E27FC236}">
                <a16:creationId xmlns:a16="http://schemas.microsoft.com/office/drawing/2014/main" xmlns="" id="{C4940BAC-2A12-8215-46A0-BE08E5DA4CFA}"/>
              </a:ext>
            </a:extLst>
          </p:cNvPr>
          <p:cNvGrpSpPr/>
          <p:nvPr/>
        </p:nvGrpSpPr>
        <p:grpSpPr>
          <a:xfrm>
            <a:off x="8896824" y="6528456"/>
            <a:ext cx="27720" cy="146880"/>
            <a:chOff x="8896824" y="6528456"/>
            <a:chExt cx="27720" cy="14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1" name="Рукописні дані 40">
                  <a:extLst>
                    <a:ext uri="{FF2B5EF4-FFF2-40B4-BE49-F238E27FC236}">
                      <a16:creationId xmlns:a16="http://schemas.microsoft.com/office/drawing/2014/main" xmlns="" id="{B7F540A1-A826-B5D7-8EA3-42D4F3909E30}"/>
                    </a:ext>
                  </a:extLst>
                </p14:cNvPr>
                <p14:cNvContentPartPr/>
                <p14:nvPr/>
              </p14:nvContentPartPr>
              <p14:xfrm>
                <a:off x="8924184" y="6528456"/>
                <a:ext cx="360" cy="3600"/>
              </p14:xfrm>
            </p:contentPart>
          </mc:Choice>
          <mc:Fallback xmlns="">
            <p:pic>
              <p:nvPicPr>
                <p:cNvPr id="41" name="Рукописні дані 40">
                  <a:extLst>
                    <a:ext uri="{FF2B5EF4-FFF2-40B4-BE49-F238E27FC236}">
                      <a16:creationId xmlns:a16="http://schemas.microsoft.com/office/drawing/2014/main" id="{56DF9DBD-4B31-9559-3464-483B94DD87B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88544" y="6492456"/>
                  <a:ext cx="720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2" name="Рукописні дані 41">
                  <a:extLst>
                    <a:ext uri="{FF2B5EF4-FFF2-40B4-BE49-F238E27FC236}">
                      <a16:creationId xmlns:a16="http://schemas.microsoft.com/office/drawing/2014/main" xmlns="" id="{CC28A333-1C6F-B5A6-86D7-26EEC4719832}"/>
                    </a:ext>
                  </a:extLst>
                </p14:cNvPr>
                <p14:cNvContentPartPr/>
                <p14:nvPr/>
              </p14:nvContentPartPr>
              <p14:xfrm>
                <a:off x="8896824" y="6674976"/>
                <a:ext cx="360" cy="360"/>
              </p14:xfrm>
            </p:contentPart>
          </mc:Choice>
          <mc:Fallback xmlns="">
            <p:pic>
              <p:nvPicPr>
                <p:cNvPr id="42" name="Рукописні дані 41">
                  <a:extLst>
                    <a:ext uri="{FF2B5EF4-FFF2-40B4-BE49-F238E27FC236}">
                      <a16:creationId xmlns:a16="http://schemas.microsoft.com/office/drawing/2014/main" id="{855CB077-9A9A-D437-17AD-6B24BB2809B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860824" y="6638976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Групувати 50">
            <a:extLst>
              <a:ext uri="{FF2B5EF4-FFF2-40B4-BE49-F238E27FC236}">
                <a16:creationId xmlns:a16="http://schemas.microsoft.com/office/drawing/2014/main" xmlns="" id="{C2C9BAD9-91F9-BCA5-0B97-9A5C08B8226A}"/>
              </a:ext>
            </a:extLst>
          </p:cNvPr>
          <p:cNvGrpSpPr/>
          <p:nvPr/>
        </p:nvGrpSpPr>
        <p:grpSpPr>
          <a:xfrm>
            <a:off x="9193464" y="5751216"/>
            <a:ext cx="297720" cy="580320"/>
            <a:chOff x="9193464" y="5751216"/>
            <a:chExt cx="297720" cy="58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8" name="Рукописні дані 47">
                  <a:extLst>
                    <a:ext uri="{FF2B5EF4-FFF2-40B4-BE49-F238E27FC236}">
                      <a16:creationId xmlns:a16="http://schemas.microsoft.com/office/drawing/2014/main" xmlns="" id="{9CABEE88-ADDB-255B-1078-B1B7D7E09B90}"/>
                    </a:ext>
                  </a:extLst>
                </p14:cNvPr>
                <p14:cNvContentPartPr/>
                <p14:nvPr/>
              </p14:nvContentPartPr>
              <p14:xfrm>
                <a:off x="9193464" y="5751216"/>
                <a:ext cx="297720" cy="580320"/>
              </p14:xfrm>
            </p:contentPart>
          </mc:Choice>
          <mc:Fallback xmlns="">
            <p:pic>
              <p:nvPicPr>
                <p:cNvPr id="48" name="Рукописні дані 47">
                  <a:extLst>
                    <a:ext uri="{FF2B5EF4-FFF2-40B4-BE49-F238E27FC236}">
                      <a16:creationId xmlns:a16="http://schemas.microsoft.com/office/drawing/2014/main" id="{7942280B-88BD-2907-8B18-2434C75E2D8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184824" y="5742216"/>
                  <a:ext cx="31536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9" name="Рукописні дані 48">
                  <a:extLst>
                    <a:ext uri="{FF2B5EF4-FFF2-40B4-BE49-F238E27FC236}">
                      <a16:creationId xmlns:a16="http://schemas.microsoft.com/office/drawing/2014/main" xmlns="" id="{676B26F3-1463-477F-991B-D631EB6625AB}"/>
                    </a:ext>
                  </a:extLst>
                </p14:cNvPr>
                <p14:cNvContentPartPr/>
                <p14:nvPr/>
              </p14:nvContentPartPr>
              <p14:xfrm>
                <a:off x="9226224" y="6266016"/>
                <a:ext cx="173160" cy="61560"/>
              </p14:xfrm>
            </p:contentPart>
          </mc:Choice>
          <mc:Fallback xmlns="">
            <p:pic>
              <p:nvPicPr>
                <p:cNvPr id="49" name="Рукописні дані 48">
                  <a:extLst>
                    <a:ext uri="{FF2B5EF4-FFF2-40B4-BE49-F238E27FC236}">
                      <a16:creationId xmlns:a16="http://schemas.microsoft.com/office/drawing/2014/main" id="{7CCE91EB-AA95-B110-87DF-96EB16D6B16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217224" y="6257376"/>
                  <a:ext cx="1908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0" name="Рукописні дані 49">
                  <a:extLst>
                    <a:ext uri="{FF2B5EF4-FFF2-40B4-BE49-F238E27FC236}">
                      <a16:creationId xmlns:a16="http://schemas.microsoft.com/office/drawing/2014/main" xmlns="" id="{C4C7FA46-0FDE-E9B8-50D3-81012B59569E}"/>
                    </a:ext>
                  </a:extLst>
                </p14:cNvPr>
                <p14:cNvContentPartPr/>
                <p14:nvPr/>
              </p14:nvContentPartPr>
              <p14:xfrm>
                <a:off x="9207864" y="6079896"/>
                <a:ext cx="9720" cy="183960"/>
              </p14:xfrm>
            </p:contentPart>
          </mc:Choice>
          <mc:Fallback xmlns="">
            <p:pic>
              <p:nvPicPr>
                <p:cNvPr id="50" name="Рукописні дані 49">
                  <a:extLst>
                    <a:ext uri="{FF2B5EF4-FFF2-40B4-BE49-F238E27FC236}">
                      <a16:creationId xmlns:a16="http://schemas.microsoft.com/office/drawing/2014/main" id="{94F3AEA5-D2A0-F5D8-5D58-7C80CF208FF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198864" y="6070896"/>
                  <a:ext cx="27360" cy="201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8649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9647F00-0309-1A6F-CEDF-35343EBFC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F0F8DD90-743F-1BBC-477D-3C9950383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14250"/>
            <a:ext cx="10570670" cy="1499616"/>
          </a:xfrm>
        </p:spPr>
        <p:txBody>
          <a:bodyPr>
            <a:noAutofit/>
          </a:bodyPr>
          <a:lstStyle/>
          <a:p>
            <a:r>
              <a:rPr lang="ru-RU" sz="4000" b="0" i="0" dirty="0">
                <a:effectLst/>
                <a:latin typeface="Century Gothic" panose="020B0502020202020204" pitchFamily="34" charset="0"/>
              </a:rPr>
              <a:t>Яка </a:t>
            </a:r>
            <a:r>
              <a:rPr lang="ru-RU" sz="4000" b="0" i="0" dirty="0" err="1">
                <a:effectLst/>
                <a:latin typeface="Century Gothic" panose="020B0502020202020204" pitchFamily="34" charset="0"/>
              </a:rPr>
              <a:t>подія</a:t>
            </a:r>
            <a:r>
              <a:rPr lang="ru-RU" sz="4000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effectLst/>
                <a:latin typeface="Century Gothic" panose="020B0502020202020204" pitchFamily="34" charset="0"/>
              </a:rPr>
              <a:t>пов’язана</a:t>
            </a:r>
            <a:r>
              <a:rPr lang="ru-RU" sz="4000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effectLst/>
                <a:latin typeface="Century Gothic" panose="020B0502020202020204" pitchFamily="34" charset="0"/>
              </a:rPr>
              <a:t>із</a:t>
            </a:r>
            <a:r>
              <a:rPr lang="ru-RU" sz="4000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effectLst/>
                <a:latin typeface="Century Gothic" panose="020B0502020202020204" pitchFamily="34" charset="0"/>
              </a:rPr>
              <a:t>зображеним</a:t>
            </a:r>
            <a:r>
              <a:rPr lang="ru-RU" sz="4000" b="0" i="0" dirty="0">
                <a:effectLst/>
                <a:latin typeface="Century Gothic" panose="020B0502020202020204" pitchFamily="34" charset="0"/>
              </a:rPr>
              <a:t> на </a:t>
            </a:r>
            <a:r>
              <a:rPr lang="ru-RU" sz="4000" b="0" i="0" dirty="0" err="1">
                <a:effectLst/>
                <a:latin typeface="Century Gothic" panose="020B0502020202020204" pitchFamily="34" charset="0"/>
              </a:rPr>
              <a:t>ілюстрації</a:t>
            </a:r>
            <a:r>
              <a:rPr lang="ru-RU" sz="4000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effectLst/>
                <a:latin typeface="Century Gothic" panose="020B0502020202020204" pitchFamily="34" charset="0"/>
              </a:rPr>
              <a:t>діячем</a:t>
            </a:r>
            <a:r>
              <a:rPr lang="ru-RU" sz="4000" b="0" i="0" dirty="0"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graphicFrame>
        <p:nvGraphicFramePr>
          <p:cNvPr id="9" name="Місце для вмісту 8">
            <a:extLst>
              <a:ext uri="{FF2B5EF4-FFF2-40B4-BE49-F238E27FC236}">
                <a16:creationId xmlns:a16="http://schemas.microsoft.com/office/drawing/2014/main" xmlns="" id="{B6053657-D16E-39D4-BDFA-6BAAF249478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-1" y="2119518"/>
          <a:ext cx="4552335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D83FB8F5-DD2E-A531-FB53-D93F49D179A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53198" y="2371262"/>
            <a:ext cx="2641600" cy="3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xmlns="" id="{89A7F020-6DDB-0AD2-C503-C2444880D5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1198" y="2753858"/>
            <a:ext cx="4270053" cy="273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1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18820F5-DEEE-5BE0-B532-BBECD0935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88E0931-7D2E-8B3A-EE78-E18876EA7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Поняття</a:t>
            </a:r>
            <a:r>
              <a:rPr lang="ru-RU" dirty="0"/>
              <a:t> «старшина» </a:t>
            </a:r>
            <a:r>
              <a:rPr lang="ru-RU" dirty="0" err="1"/>
              <a:t>доречно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стосовно</a:t>
            </a:r>
            <a:endParaRPr lang="ru-RU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xmlns="" id="{CD446E2C-9576-39F1-A8BD-F91F31E3F0D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xmlns="" id="{E8851537-EFB7-4DC2-DB96-3BBEA0B0CB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294942" y="2820781"/>
            <a:ext cx="4143953" cy="2953162"/>
          </a:xfrm>
        </p:spPr>
      </p:pic>
      <p:graphicFrame>
        <p:nvGraphicFramePr>
          <p:cNvPr id="8" name="Місце для вмісту 6">
            <a:extLst>
              <a:ext uri="{FF2B5EF4-FFF2-40B4-BE49-F238E27FC236}">
                <a16:creationId xmlns:a16="http://schemas.microsoft.com/office/drawing/2014/main" xmlns="" id="{C9D3A7A0-4866-9CF0-73C1-7542879E5513}"/>
              </a:ext>
            </a:extLst>
          </p:cNvPr>
          <p:cNvGraphicFramePr>
            <a:graphicFrameLocks/>
          </p:cNvGraphicFramePr>
          <p:nvPr/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38436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DA5D6A4-C2C7-3143-A933-86F44B614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7F84B93-53A0-6AB5-DC84-DE8AF4C09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7" y="585216"/>
            <a:ext cx="10829821" cy="1499616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Формування</a:t>
            </a:r>
            <a:r>
              <a:rPr lang="ru-RU" dirty="0"/>
              <a:t> </a:t>
            </a:r>
            <a:r>
              <a:rPr lang="ru-RU" dirty="0" err="1"/>
              <a:t>козацькоі</a:t>
            </a:r>
            <a:r>
              <a:rPr lang="ru-RU" dirty="0"/>
              <a:t>̈ </a:t>
            </a:r>
            <a:r>
              <a:rPr lang="ru-RU" dirty="0" err="1"/>
              <a:t>старшини</a:t>
            </a:r>
            <a:r>
              <a:rPr lang="ru-RU" dirty="0"/>
              <a:t> на </a:t>
            </a:r>
            <a:r>
              <a:rPr lang="ru-RU" dirty="0" err="1"/>
              <a:t>Запорозькіи</a:t>
            </a:r>
            <a:r>
              <a:rPr lang="ru-RU" dirty="0"/>
              <a:t>̆ </a:t>
            </a:r>
            <a:r>
              <a:rPr lang="ru-RU" dirty="0" err="1"/>
              <a:t>Січі</a:t>
            </a:r>
            <a:r>
              <a:rPr lang="ru-RU" dirty="0"/>
              <a:t> в ХVІ — на початку ХVІІ ст. </a:t>
            </a:r>
            <a:r>
              <a:rPr lang="ru-RU" dirty="0" err="1"/>
              <a:t>відбувалося</a:t>
            </a:r>
            <a:r>
              <a:rPr lang="ru-RU" dirty="0"/>
              <a:t> шляхом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64F03C6D-A1AC-ED58-BA40-7181E5A6DB3B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✙ 9 лютого. Цей день в історії: Богдана Хмельницького обрали Гетьманом  України || Волинь UA ✙">
            <a:extLst>
              <a:ext uri="{FF2B5EF4-FFF2-40B4-BE49-F238E27FC236}">
                <a16:creationId xmlns:a16="http://schemas.microsoft.com/office/drawing/2014/main" xmlns="" id="{450240D0-967A-E26D-0B71-82DB42CA3F0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38" y="2514402"/>
            <a:ext cx="4754562" cy="3565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4">
            <a:extLst>
              <a:ext uri="{FF2B5EF4-FFF2-40B4-BE49-F238E27FC236}">
                <a16:creationId xmlns:a16="http://schemas.microsoft.com/office/drawing/2014/main" xmlns="" id="{238E6A31-810B-E065-53AB-2204DA34A621}"/>
              </a:ext>
            </a:extLst>
          </p:cNvPr>
          <p:cNvGraphicFramePr>
            <a:graphicFrameLocks/>
          </p:cNvGraphicFramePr>
          <p:nvPr/>
        </p:nvGraphicFramePr>
        <p:xfrm>
          <a:off x="1024127" y="2285682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436944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BB7A3C1-1494-6D9C-57D0-3D0094115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Проаналізуйте зображену картосхему</a:t>
            </a:r>
          </a:p>
        </p:txBody>
      </p:sp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xmlns="" id="{C9AAD56E-E44A-A06A-E298-2C17534FD52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BC9BFB1A-51BA-032A-2698-BD60E6D2BD8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128" y="2286000"/>
            <a:ext cx="4434691" cy="4335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24796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10680192" cy="1499616"/>
          </a:xfrm>
        </p:spPr>
        <p:txBody>
          <a:bodyPr>
            <a:noAutofit/>
          </a:bodyPr>
          <a:lstStyle/>
          <a:p>
            <a:r>
              <a:rPr lang="ru-RU" sz="4000" dirty="0" err="1"/>
              <a:t>Спираючись</a:t>
            </a:r>
            <a:r>
              <a:rPr lang="ru-RU" sz="4000" dirty="0"/>
              <a:t> на </a:t>
            </a:r>
            <a:r>
              <a:rPr lang="ru-RU" sz="4000" dirty="0" err="1"/>
              <a:t>подану</a:t>
            </a:r>
            <a:r>
              <a:rPr lang="ru-RU" sz="4000" dirty="0"/>
              <a:t> карту, </a:t>
            </a:r>
            <a:r>
              <a:rPr lang="ru-RU" sz="4000" dirty="0" err="1"/>
              <a:t>можна</a:t>
            </a:r>
            <a:r>
              <a:rPr lang="ru-RU" sz="4000" dirty="0"/>
              <a:t> </a:t>
            </a:r>
            <a:r>
              <a:rPr lang="ru-RU" sz="4000" dirty="0" err="1"/>
              <a:t>схарактеризувати</a:t>
            </a:r>
            <a:r>
              <a:rPr lang="ru-RU" sz="4000" dirty="0"/>
              <a:t> </a:t>
            </a:r>
            <a:r>
              <a:rPr lang="ru-RU" sz="4000" dirty="0" err="1"/>
              <a:t>зовнішньополітичну</a:t>
            </a:r>
            <a:r>
              <a:rPr lang="ru-RU" sz="4000" dirty="0"/>
              <a:t> </a:t>
            </a:r>
            <a:r>
              <a:rPr lang="ru-RU" sz="4000" dirty="0" err="1"/>
              <a:t>діяльність</a:t>
            </a:r>
            <a:r>
              <a:rPr lang="ru-RU" sz="4000" dirty="0"/>
              <a:t> </a:t>
            </a:r>
            <a:r>
              <a:rPr lang="ru-RU" sz="4000" dirty="0" err="1"/>
              <a:t>гетьмана</a:t>
            </a:r>
            <a:endParaRPr lang="ru-RU" sz="4000" dirty="0"/>
          </a:p>
        </p:txBody>
      </p:sp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xmlns="" id="{1525902A-9303-7565-AC1E-9E61006D5CA4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https://zno.osvita.ua/doc/images/znotest/9/921/3_2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0582" y="2190404"/>
            <a:ext cx="42035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Місце для вмісту 2">
            <a:extLst>
              <a:ext uri="{FF2B5EF4-FFF2-40B4-BE49-F238E27FC236}">
                <a16:creationId xmlns:a16="http://schemas.microsoft.com/office/drawing/2014/main" xmlns="" id="{B46586AB-1341-799A-5C97-942735E81B6E}"/>
              </a:ext>
            </a:extLst>
          </p:cNvPr>
          <p:cNvGraphicFramePr>
            <a:graphicFrameLocks/>
          </p:cNvGraphicFramePr>
          <p:nvPr/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4227276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410B3B2-C764-F4D9-09E7-2229BFE79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Спираючись</a:t>
            </a:r>
            <a:r>
              <a:rPr lang="ru-RU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на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зображені</a:t>
            </a:r>
            <a:r>
              <a:rPr lang="ru-RU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гравюри</a:t>
            </a:r>
            <a:r>
              <a:rPr lang="ru-RU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можна</a:t>
            </a:r>
            <a:r>
              <a:rPr lang="ru-RU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характеризувати</a:t>
            </a:r>
            <a:r>
              <a:rPr lang="ru-RU" b="0" i="0" dirty="0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0" dirty="0" err="1">
                <a:solidFill>
                  <a:schemeClr val="tx1"/>
                </a:solidFill>
                <a:effectLst/>
                <a:latin typeface="Century Gothic" panose="020B0502020202020204" pitchFamily="34" charset="0"/>
              </a:rPr>
              <a:t>діяльність</a:t>
            </a:r>
            <a:endParaRPr lang="uk-UA" dirty="0">
              <a:solidFill>
                <a:schemeClr val="tx1"/>
              </a:solidFill>
            </a:endParaRPr>
          </a:p>
        </p:txBody>
      </p:sp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xmlns="" id="{5EF9BB0C-FCA1-A3AF-36F1-BC8C03C8D252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9264535" y="2285682"/>
          <a:ext cx="2655916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B8CCCE7F-EE6B-69A3-6E96-577F6F9D7EE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99" y="2678104"/>
            <a:ext cx="8466708" cy="3415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90516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03614E1-3890-956F-D145-2396EAFCA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err="1"/>
              <a:t>Морські</a:t>
            </a:r>
            <a:r>
              <a:rPr lang="ru-RU" sz="3600" dirty="0"/>
              <a:t> походи </a:t>
            </a:r>
            <a:r>
              <a:rPr lang="ru-RU" sz="3600" dirty="0" err="1"/>
              <a:t>запорозьких</a:t>
            </a:r>
            <a:r>
              <a:rPr lang="ru-RU" sz="3600" dirty="0"/>
              <a:t> </a:t>
            </a:r>
            <a:r>
              <a:rPr lang="ru-RU" sz="3600" dirty="0" err="1"/>
              <a:t>козаків</a:t>
            </a:r>
            <a:r>
              <a:rPr lang="ru-RU" sz="3600" dirty="0"/>
              <a:t> на початку XVII ст. </a:t>
            </a:r>
            <a:r>
              <a:rPr lang="ru-RU" sz="3600" dirty="0" err="1"/>
              <a:t>загострювали</a:t>
            </a:r>
            <a:r>
              <a:rPr lang="ru-RU" sz="3600" dirty="0"/>
              <a:t> </a:t>
            </a:r>
            <a:r>
              <a:rPr lang="ru-RU" sz="3600" dirty="0" err="1"/>
              <a:t>стосунки</a:t>
            </a:r>
            <a:r>
              <a:rPr lang="ru-RU" sz="3600" dirty="0"/>
              <a:t> </a:t>
            </a:r>
            <a:r>
              <a:rPr lang="ru-RU" sz="3600" dirty="0" err="1"/>
              <a:t>Речі</a:t>
            </a:r>
            <a:r>
              <a:rPr lang="ru-RU" sz="3600" dirty="0"/>
              <a:t> </a:t>
            </a:r>
            <a:r>
              <a:rPr lang="ru-RU" sz="3600" dirty="0" err="1"/>
              <a:t>Посполитої</a:t>
            </a:r>
            <a:r>
              <a:rPr lang="ru-RU" sz="3600" dirty="0"/>
              <a:t> з</a:t>
            </a:r>
            <a:endParaRPr lang="uk-UA" sz="36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2CE042B7-05D6-A6B0-19F4-7BDE3A06F2C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Місце для вмісту 4">
            <a:extLst>
              <a:ext uri="{FF2B5EF4-FFF2-40B4-BE49-F238E27FC236}">
                <a16:creationId xmlns:a16="http://schemas.microsoft.com/office/drawing/2014/main" xmlns="" id="{B0AE5E83-852B-B3A0-1F14-E581B3332E36}"/>
              </a:ext>
            </a:extLst>
          </p:cNvPr>
          <p:cNvGraphicFramePr>
            <a:graphicFrameLocks/>
          </p:cNvGraphicFramePr>
          <p:nvPr/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6" name="Місце для вмісту 15">
            <a:extLst>
              <a:ext uri="{FF2B5EF4-FFF2-40B4-BE49-F238E27FC236}">
                <a16:creationId xmlns:a16="http://schemas.microsoft.com/office/drawing/2014/main" xmlns="" id="{7847DF72-6E96-42EC-37A9-9143AC6CB4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4" t="2739" r="2541"/>
          <a:stretch/>
        </p:blipFill>
        <p:spPr>
          <a:xfrm>
            <a:off x="4854633" y="1961804"/>
            <a:ext cx="6866312" cy="4896196"/>
          </a:xfrm>
        </p:spPr>
      </p:pic>
    </p:spTree>
    <p:extLst>
      <p:ext uri="{BB962C8B-B14F-4D97-AF65-F5344CB8AC3E}">
        <p14:creationId xmlns:p14="http://schemas.microsoft.com/office/powerpoint/2010/main" val="83225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C2F6F51-8A8E-B174-A3BD-C10967FBF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 </a:t>
            </a:r>
            <a:r>
              <a:rPr lang="ru-RU" dirty="0" err="1"/>
              <a:t>народній</a:t>
            </a:r>
            <a:r>
              <a:rPr lang="ru-RU" dirty="0"/>
              <a:t> </a:t>
            </a:r>
            <a:r>
              <a:rPr lang="ru-RU" dirty="0" err="1"/>
              <a:t>пісні</a:t>
            </a:r>
            <a:r>
              <a:rPr lang="ru-RU" dirty="0"/>
              <a:t>: </a:t>
            </a:r>
            <a:r>
              <a:rPr lang="ru-RU" dirty="0" err="1"/>
              <a:t>уславлено</a:t>
            </a:r>
            <a:r>
              <a:rPr lang="ru-RU" dirty="0"/>
              <a:t> </a:t>
            </a:r>
            <a:r>
              <a:rPr lang="ru-RU" dirty="0" err="1"/>
              <a:t>часи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038A3544-A4BF-9980-2433-E553DE4EF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4524" y="2495481"/>
            <a:ext cx="5562876" cy="4023360"/>
          </a:xfrm>
        </p:spPr>
        <p:txBody>
          <a:bodyPr>
            <a:normAutofit/>
          </a:bodyPr>
          <a:lstStyle/>
          <a:p>
            <a:r>
              <a:rPr lang="ru-RU" sz="3200" dirty="0"/>
              <a:t>«…</a:t>
            </a:r>
            <a:r>
              <a:rPr lang="ru-RU" sz="3200" dirty="0" err="1"/>
              <a:t>Була</a:t>
            </a:r>
            <a:r>
              <a:rPr lang="ru-RU" sz="3200" dirty="0"/>
              <a:t> Варна </a:t>
            </a:r>
            <a:r>
              <a:rPr lang="ru-RU" sz="3200" dirty="0" err="1"/>
              <a:t>здавна</a:t>
            </a:r>
            <a:r>
              <a:rPr lang="ru-RU" sz="3200" dirty="0"/>
              <a:t> славна – </a:t>
            </a:r>
          </a:p>
          <a:p>
            <a:r>
              <a:rPr lang="ru-RU" sz="3200" dirty="0" err="1"/>
              <a:t>Славнiшiї</a:t>
            </a:r>
            <a:r>
              <a:rPr lang="ru-RU" sz="3200" dirty="0"/>
              <a:t> </a:t>
            </a:r>
            <a:r>
              <a:rPr lang="ru-RU" sz="3200" dirty="0" err="1"/>
              <a:t>козаченьки</a:t>
            </a:r>
            <a:r>
              <a:rPr lang="ru-RU" sz="3200" dirty="0"/>
              <a:t>, </a:t>
            </a:r>
          </a:p>
          <a:p>
            <a:r>
              <a:rPr lang="ru-RU" sz="3200" dirty="0" err="1"/>
              <a:t>Що</a:t>
            </a:r>
            <a:r>
              <a:rPr lang="ru-RU" sz="3200" dirty="0"/>
              <a:t> тую Варну </a:t>
            </a:r>
            <a:r>
              <a:rPr lang="ru-RU" sz="3200" dirty="0" err="1"/>
              <a:t>дістали</a:t>
            </a:r>
            <a:r>
              <a:rPr lang="ru-RU" sz="3200" dirty="0"/>
              <a:t>, </a:t>
            </a:r>
          </a:p>
          <a:p>
            <a:r>
              <a:rPr lang="ru-RU" sz="3200" dirty="0"/>
              <a:t>I в </a:t>
            </a:r>
            <a:r>
              <a:rPr lang="ru-RU" sz="3200" dirty="0" err="1"/>
              <a:t>нiй</a:t>
            </a:r>
            <a:r>
              <a:rPr lang="ru-RU" sz="3200" dirty="0"/>
              <a:t> </a:t>
            </a:r>
            <a:r>
              <a:rPr lang="ru-RU" sz="3200" dirty="0" err="1"/>
              <a:t>турків</a:t>
            </a:r>
            <a:r>
              <a:rPr lang="ru-RU" sz="3200" dirty="0"/>
              <a:t> забрали…»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1ED74109-2666-793E-BF59-5542D0B738B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A92D765C-CD1E-F891-39FC-9233CDC270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4288" y="4928688"/>
            <a:ext cx="1485604" cy="1799634"/>
          </a:xfrm>
          <a:prstGeom prst="rect">
            <a:avLst/>
          </a:prstGeom>
        </p:spPr>
      </p:pic>
      <p:graphicFrame>
        <p:nvGraphicFramePr>
          <p:cNvPr id="7" name="Місце для вмісту 4">
            <a:extLst>
              <a:ext uri="{FF2B5EF4-FFF2-40B4-BE49-F238E27FC236}">
                <a16:creationId xmlns:a16="http://schemas.microsoft.com/office/drawing/2014/main" xmlns="" id="{2126F55E-127A-E30B-F7AE-6DF265BCE431}"/>
              </a:ext>
            </a:extLst>
          </p:cNvPr>
          <p:cNvGraphicFramePr>
            <a:graphicFrameLocks/>
          </p:cNvGraphicFramePr>
          <p:nvPr/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353434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/>
            </a:r>
            <a:br>
              <a:rPr lang="ru-RU" dirty="0"/>
            </a:br>
            <a:r>
              <a:rPr lang="ru-RU" dirty="0" err="1"/>
              <a:t>Укажіть</a:t>
            </a:r>
            <a:r>
              <a:rPr lang="ru-RU" dirty="0"/>
              <a:t> портрет </a:t>
            </a:r>
            <a:r>
              <a:rPr lang="ru-RU" dirty="0" err="1"/>
              <a:t>гетьмана</a:t>
            </a:r>
            <a:r>
              <a:rPr lang="ru-RU" dirty="0"/>
              <a:t> Петра Конашевича-</a:t>
            </a:r>
            <a:r>
              <a:rPr lang="ru-RU" dirty="0" err="1"/>
              <a:t>Сагайдачного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pic>
        <p:nvPicPr>
          <p:cNvPr id="2050" name="Picture 2" descr="https://zno.osvita.ua/doc/images/znotest/15/1588/10_1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963" y="2591594"/>
            <a:ext cx="226060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zno.osvita.ua/doc/images/znotest/15/1588/10_2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3866" y="2566194"/>
            <a:ext cx="2374900" cy="287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s://zno.osvita.ua/doc/images/znotest/15/1588/10_3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6354" y="2556458"/>
            <a:ext cx="2046830" cy="280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s://zno.osvita.ua/doc/images/znotest/15/1588/10_4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7995" y="2556458"/>
            <a:ext cx="2419183" cy="2972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1872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</a:t>
            </a:r>
            <a:r>
              <a:rPr lang="ru-RU" dirty="0" err="1"/>
              <a:t>суспільно-політичного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відбулися</a:t>
            </a:r>
            <a:r>
              <a:rPr lang="ru-RU" dirty="0"/>
              <a:t> в </a:t>
            </a:r>
            <a:r>
              <a:rPr lang="ru-RU" dirty="0" err="1"/>
              <a:t>другій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XVI — </a:t>
            </a:r>
            <a:r>
              <a:rPr lang="ru-RU" dirty="0" err="1"/>
              <a:t>першій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XVII ст.?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366EC3F0-4800-B395-0E82-8E6AF6B589F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44357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A7824F-DDC2-4B6F-0BD1-CD41FEBF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суспільно-політичних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XVI —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XVII ст.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72248F74-015C-68F3-6430-97C5DDB62FB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7231B3FD-6A01-6AD6-1B87-37B56823D5D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2824645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9E20B26-61F0-E3C5-0B35-F637C4411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Географічні назви Базавлук, Микитин Ріг, Чортомлик, Олешки пов’язані з місцями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C2025D88-A3BE-AB5D-5124-B694D92C662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xmlns="" id="{4E4B6FD1-B7A8-7369-0137-F4A9A75EC7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63856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Адміністративно-територіальна</a:t>
            </a:r>
            <a:r>
              <a:rPr lang="ru-RU" sz="2800" dirty="0"/>
              <a:t> </a:t>
            </a:r>
            <a:r>
              <a:rPr lang="ru-RU" sz="2800" dirty="0" err="1"/>
              <a:t>одиниця</a:t>
            </a:r>
            <a:r>
              <a:rPr lang="ru-RU" sz="2800" dirty="0"/>
              <a:t> на </a:t>
            </a:r>
            <a:r>
              <a:rPr lang="ru-RU" sz="2800" dirty="0" err="1"/>
              <a:t>українських</a:t>
            </a:r>
            <a:r>
              <a:rPr lang="ru-RU" sz="2800" dirty="0"/>
              <a:t> землях у </a:t>
            </a:r>
            <a:r>
              <a:rPr lang="ru-RU" sz="2800" dirty="0" err="1"/>
              <a:t>складі</a:t>
            </a:r>
            <a:r>
              <a:rPr lang="ru-RU" sz="2800" dirty="0"/>
              <a:t> Великого </a:t>
            </a:r>
            <a:r>
              <a:rPr lang="ru-RU" sz="2800" dirty="0" err="1"/>
              <a:t>князівства</a:t>
            </a:r>
            <a:r>
              <a:rPr lang="ru-RU" sz="2800" dirty="0"/>
              <a:t> </a:t>
            </a:r>
            <a:r>
              <a:rPr lang="ru-RU" sz="2800" dirty="0" err="1"/>
              <a:t>Литовського</a:t>
            </a:r>
            <a:r>
              <a:rPr lang="ru-RU" sz="2800" dirty="0"/>
              <a:t> та </a:t>
            </a:r>
            <a:r>
              <a:rPr lang="ru-RU" sz="2800" dirty="0" err="1"/>
              <a:t>Корони</a:t>
            </a:r>
            <a:r>
              <a:rPr lang="ru-RU" sz="2800" dirty="0"/>
              <a:t> </a:t>
            </a:r>
            <a:r>
              <a:rPr lang="ru-RU" sz="2800" dirty="0" err="1"/>
              <a:t>Польської</a:t>
            </a:r>
            <a:r>
              <a:rPr lang="ru-RU" sz="2800" dirty="0"/>
              <a:t> в XV–XVIII ст. – 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20E8E307-9B77-BF9C-3881-23975FD11DB3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0AAB88C0-E05A-DC7D-7384-C4EFCF63256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6931" y="1871776"/>
            <a:ext cx="6282485" cy="4645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Місце для вмісту 5">
            <a:extLst>
              <a:ext uri="{FF2B5EF4-FFF2-40B4-BE49-F238E27FC236}">
                <a16:creationId xmlns:a16="http://schemas.microsoft.com/office/drawing/2014/main" xmlns="" id="{76A0BB61-3732-2EAB-1984-4D4E87815B5E}"/>
              </a:ext>
            </a:extLst>
          </p:cNvPr>
          <p:cNvGraphicFramePr>
            <a:graphicFrameLocks/>
          </p:cNvGraphicFramePr>
          <p:nvPr/>
        </p:nvGraphicFramePr>
        <p:xfrm>
          <a:off x="1003496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418005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5531497-DD24-810C-B015-44D9DDC7C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Блок 1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xmlns="" id="{431F5A84-7081-3FAE-8D03-B3FB64478B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https://forms.gle/KDGxkDZT5ad8SGMv9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594789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err="1"/>
              <a:t>Затвердження</a:t>
            </a:r>
            <a:r>
              <a:rPr lang="ru-RU" sz="3600" dirty="0"/>
              <a:t> в 70-х </a:t>
            </a:r>
            <a:r>
              <a:rPr lang="ru-RU" sz="3600" dirty="0" err="1"/>
              <a:t>рр</a:t>
            </a:r>
            <a:r>
              <a:rPr lang="ru-RU" sz="3600" dirty="0"/>
              <a:t>. ХVІ ст. урядом </a:t>
            </a:r>
            <a:r>
              <a:rPr lang="ru-RU" sz="3600" dirty="0" err="1"/>
              <a:t>Речі</a:t>
            </a:r>
            <a:r>
              <a:rPr lang="ru-RU" sz="3600" dirty="0"/>
              <a:t> </a:t>
            </a:r>
            <a:r>
              <a:rPr lang="ru-RU" sz="3600" dirty="0" err="1"/>
              <a:t>Посполитої</a:t>
            </a:r>
            <a:r>
              <a:rPr lang="ru-RU" sz="3600" dirty="0"/>
              <a:t> </a:t>
            </a:r>
            <a:r>
              <a:rPr lang="ru-RU" sz="3600" dirty="0" err="1"/>
              <a:t>створення</a:t>
            </a:r>
            <a:r>
              <a:rPr lang="ru-RU" sz="3600" dirty="0"/>
              <a:t> </a:t>
            </a:r>
            <a:r>
              <a:rPr lang="ru-RU" sz="3600" dirty="0" err="1"/>
              <a:t>реєстрового</a:t>
            </a:r>
            <a:r>
              <a:rPr lang="ru-RU" sz="3600" dirty="0"/>
              <a:t> </a:t>
            </a:r>
            <a:r>
              <a:rPr lang="ru-RU" sz="3600" dirty="0" err="1"/>
              <a:t>війська</a:t>
            </a:r>
            <a:r>
              <a:rPr lang="ru-RU" sz="3600" dirty="0"/>
              <a:t> стало </a:t>
            </a:r>
            <a:r>
              <a:rPr lang="ru-RU" sz="3600" dirty="0" err="1"/>
              <a:t>політичним</a:t>
            </a:r>
            <a:r>
              <a:rPr lang="ru-RU" sz="3600" dirty="0"/>
              <a:t> і </a:t>
            </a:r>
            <a:r>
              <a:rPr lang="ru-RU" sz="3600" dirty="0" err="1"/>
              <a:t>правовим</a:t>
            </a:r>
            <a:r>
              <a:rPr lang="ru-RU" sz="3600" dirty="0"/>
              <a:t> актом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51B74EA3-5274-4830-9F37-8ED400D3A2D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xmlns="" id="{96BCFB9E-DFD3-DB27-3A4E-A5F4CDE632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823653" y="2977966"/>
            <a:ext cx="3086531" cy="2638793"/>
          </a:xfrm>
        </p:spPr>
      </p:pic>
    </p:spTree>
    <p:extLst>
      <p:ext uri="{BB962C8B-B14F-4D97-AF65-F5344CB8AC3E}">
        <p14:creationId xmlns:p14="http://schemas.microsoft.com/office/powerpoint/2010/main" val="33464089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чинники</a:t>
            </a:r>
            <a:r>
              <a:rPr lang="ru-RU" dirty="0"/>
              <a:t> </a:t>
            </a:r>
            <a:r>
              <a:rPr lang="ru-RU" dirty="0" err="1"/>
              <a:t>зумовили</a:t>
            </a:r>
            <a:r>
              <a:rPr lang="ru-RU" dirty="0"/>
              <a:t> </a:t>
            </a:r>
            <a:r>
              <a:rPr lang="ru-RU" dirty="0" err="1"/>
              <a:t>виникнення</a:t>
            </a:r>
            <a:r>
              <a:rPr lang="ru-RU" dirty="0"/>
              <a:t> </a:t>
            </a:r>
            <a:r>
              <a:rPr lang="ru-RU" dirty="0" err="1"/>
              <a:t>українського</a:t>
            </a:r>
            <a:r>
              <a:rPr lang="ru-RU" dirty="0"/>
              <a:t> </a:t>
            </a:r>
            <a:r>
              <a:rPr lang="ru-RU" dirty="0" err="1"/>
              <a:t>козацтва</a:t>
            </a:r>
            <a:r>
              <a:rPr lang="ru-RU" dirty="0"/>
              <a:t> в XV–XVI ст.?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71AEBDF3-BF09-6CC4-0E26-A58291BE281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4CB92410-FF13-E11E-61F4-0983F75EEEF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95144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Місце для вмісту 4">
            <a:extLst>
              <a:ext uri="{FF2B5EF4-FFF2-40B4-BE49-F238E27FC236}">
                <a16:creationId xmlns:a16="http://schemas.microsoft.com/office/drawing/2014/main" xmlns="" id="{2C7DC969-8513-AB0B-A3AB-6BA4319E8ECA}"/>
              </a:ext>
            </a:extLst>
          </p:cNvPr>
          <p:cNvGraphicFramePr>
            <a:graphicFrameLocks/>
          </p:cNvGraphicFramePr>
          <p:nvPr/>
        </p:nvGraphicFramePr>
        <p:xfrm>
          <a:off x="5989320" y="2295144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4045434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Яка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ru-RU" dirty="0" err="1"/>
              <a:t>відбулася</a:t>
            </a:r>
            <a:r>
              <a:rPr lang="ru-RU" dirty="0"/>
              <a:t> в 1556 р.?</a:t>
            </a:r>
          </a:p>
        </p:txBody>
      </p:sp>
      <p:graphicFrame>
        <p:nvGraphicFramePr>
          <p:cNvPr id="18" name="Місце для вмісту 17">
            <a:extLst>
              <a:ext uri="{FF2B5EF4-FFF2-40B4-BE49-F238E27FC236}">
                <a16:creationId xmlns:a16="http://schemas.microsoft.com/office/drawing/2014/main" xmlns="" id="{7DC8BE1E-A54F-AF0F-7667-84B21B80F20D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9" name="Місце для вмісту 18">
            <a:extLst>
              <a:ext uri="{FF2B5EF4-FFF2-40B4-BE49-F238E27FC236}">
                <a16:creationId xmlns:a16="http://schemas.microsoft.com/office/drawing/2014/main" xmlns="" id="{4F4B42B2-1DA2-DC56-3D3A-4DEE904062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291390" y="2084832"/>
            <a:ext cx="4754562" cy="3042595"/>
          </a:xfrm>
          <a:prstGeom prst="rect">
            <a:avLst/>
          </a:prstGeom>
        </p:spPr>
      </p:pic>
      <p:grpSp>
        <p:nvGrpSpPr>
          <p:cNvPr id="27" name="Групувати 26">
            <a:extLst>
              <a:ext uri="{FF2B5EF4-FFF2-40B4-BE49-F238E27FC236}">
                <a16:creationId xmlns:a16="http://schemas.microsoft.com/office/drawing/2014/main" xmlns="" id="{6B6F54EC-F8C4-3C90-5BF6-CFCE9FCCB473}"/>
              </a:ext>
            </a:extLst>
          </p:cNvPr>
          <p:cNvGrpSpPr/>
          <p:nvPr/>
        </p:nvGrpSpPr>
        <p:grpSpPr>
          <a:xfrm>
            <a:off x="5979024" y="5605056"/>
            <a:ext cx="5661720" cy="989280"/>
            <a:chOff x="5979024" y="5605056"/>
            <a:chExt cx="5661720" cy="98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0" name="Рукописні дані 19">
                  <a:extLst>
                    <a:ext uri="{FF2B5EF4-FFF2-40B4-BE49-F238E27FC236}">
                      <a16:creationId xmlns:a16="http://schemas.microsoft.com/office/drawing/2014/main" xmlns="" id="{3004F34E-8DE6-B364-1344-20CF7FEDB7A9}"/>
                    </a:ext>
                  </a:extLst>
                </p14:cNvPr>
                <p14:cNvContentPartPr/>
                <p14:nvPr/>
              </p14:nvContentPartPr>
              <p14:xfrm>
                <a:off x="6583104" y="6317496"/>
                <a:ext cx="4980960" cy="65160"/>
              </p14:xfrm>
            </p:contentPart>
          </mc:Choice>
          <mc:Fallback xmlns="">
            <p:pic>
              <p:nvPicPr>
                <p:cNvPr id="20" name="Рукописні дані 19">
                  <a:extLst>
                    <a:ext uri="{FF2B5EF4-FFF2-40B4-BE49-F238E27FC236}">
                      <a16:creationId xmlns:a16="http://schemas.microsoft.com/office/drawing/2014/main" id="{3004F34E-8DE6-B364-1344-20CF7FEDB7A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547464" y="6281496"/>
                  <a:ext cx="50526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1" name="Рукописні дані 20">
                  <a:extLst>
                    <a:ext uri="{FF2B5EF4-FFF2-40B4-BE49-F238E27FC236}">
                      <a16:creationId xmlns:a16="http://schemas.microsoft.com/office/drawing/2014/main" xmlns="" id="{FEB9612C-42E9-4A4E-FFE8-B796EF16A009}"/>
                    </a:ext>
                  </a:extLst>
                </p14:cNvPr>
                <p14:cNvContentPartPr/>
                <p14:nvPr/>
              </p14:nvContentPartPr>
              <p14:xfrm>
                <a:off x="11634624" y="5970456"/>
                <a:ext cx="6120" cy="623880"/>
              </p14:xfrm>
            </p:contentPart>
          </mc:Choice>
          <mc:Fallback xmlns="">
            <p:pic>
              <p:nvPicPr>
                <p:cNvPr id="21" name="Рукописні дані 20">
                  <a:extLst>
                    <a:ext uri="{FF2B5EF4-FFF2-40B4-BE49-F238E27FC236}">
                      <a16:creationId xmlns:a16="http://schemas.microsoft.com/office/drawing/2014/main" id="{FEB9612C-42E9-4A4E-FFE8-B796EF16A00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598984" y="5934816"/>
                  <a:ext cx="7776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Рукописні дані 21">
                  <a:extLst>
                    <a:ext uri="{FF2B5EF4-FFF2-40B4-BE49-F238E27FC236}">
                      <a16:creationId xmlns:a16="http://schemas.microsoft.com/office/drawing/2014/main" xmlns="" id="{E5CF4A9F-E214-95B2-6412-636AF5B2EEF8}"/>
                    </a:ext>
                  </a:extLst>
                </p14:cNvPr>
                <p14:cNvContentPartPr/>
                <p14:nvPr/>
              </p14:nvContentPartPr>
              <p14:xfrm>
                <a:off x="6510384" y="6080256"/>
                <a:ext cx="46800" cy="474840"/>
              </p14:xfrm>
            </p:contentPart>
          </mc:Choice>
          <mc:Fallback xmlns="">
            <p:pic>
              <p:nvPicPr>
                <p:cNvPr id="22" name="Рукописні дані 21">
                  <a:extLst>
                    <a:ext uri="{FF2B5EF4-FFF2-40B4-BE49-F238E27FC236}">
                      <a16:creationId xmlns:a16="http://schemas.microsoft.com/office/drawing/2014/main" id="{E5CF4A9F-E214-95B2-6412-636AF5B2EEF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474384" y="6044616"/>
                  <a:ext cx="11844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Рукописні дані 23">
                  <a:extLst>
                    <a:ext uri="{FF2B5EF4-FFF2-40B4-BE49-F238E27FC236}">
                      <a16:creationId xmlns:a16="http://schemas.microsoft.com/office/drawing/2014/main" xmlns="" id="{1A8EE24C-5D0D-E38D-3632-7D547BD9F205}"/>
                    </a:ext>
                  </a:extLst>
                </p14:cNvPr>
                <p14:cNvContentPartPr/>
                <p14:nvPr/>
              </p14:nvContentPartPr>
              <p14:xfrm>
                <a:off x="6000264" y="5605056"/>
                <a:ext cx="144720" cy="303480"/>
              </p14:xfrm>
            </p:contentPart>
          </mc:Choice>
          <mc:Fallback xmlns="">
            <p:pic>
              <p:nvPicPr>
                <p:cNvPr id="24" name="Рукописні дані 23">
                  <a:extLst>
                    <a:ext uri="{FF2B5EF4-FFF2-40B4-BE49-F238E27FC236}">
                      <a16:creationId xmlns:a16="http://schemas.microsoft.com/office/drawing/2014/main" id="{1A8EE24C-5D0D-E38D-3632-7D547BD9F20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964264" y="5569056"/>
                  <a:ext cx="21636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Рукописні дані 24">
                  <a:extLst>
                    <a:ext uri="{FF2B5EF4-FFF2-40B4-BE49-F238E27FC236}">
                      <a16:creationId xmlns:a16="http://schemas.microsoft.com/office/drawing/2014/main" xmlns="" id="{38BC45F7-9914-423F-D386-878C87320DEA}"/>
                    </a:ext>
                  </a:extLst>
                </p14:cNvPr>
                <p14:cNvContentPartPr/>
                <p14:nvPr/>
              </p14:nvContentPartPr>
              <p14:xfrm>
                <a:off x="5979024" y="5614056"/>
                <a:ext cx="312480" cy="393840"/>
              </p14:xfrm>
            </p:contentPart>
          </mc:Choice>
          <mc:Fallback xmlns="">
            <p:pic>
              <p:nvPicPr>
                <p:cNvPr id="25" name="Рукописні дані 24">
                  <a:extLst>
                    <a:ext uri="{FF2B5EF4-FFF2-40B4-BE49-F238E27FC236}">
                      <a16:creationId xmlns:a16="http://schemas.microsoft.com/office/drawing/2014/main" id="{38BC45F7-9914-423F-D386-878C87320DE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943024" y="5578416"/>
                  <a:ext cx="38412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Рукописні дані 25">
                  <a:extLst>
                    <a:ext uri="{FF2B5EF4-FFF2-40B4-BE49-F238E27FC236}">
                      <a16:creationId xmlns:a16="http://schemas.microsoft.com/office/drawing/2014/main" xmlns="" id="{F2014A17-0D8E-9D5B-8564-E0A83372FC30}"/>
                    </a:ext>
                  </a:extLst>
                </p14:cNvPr>
                <p14:cNvContentPartPr/>
                <p14:nvPr/>
              </p14:nvContentPartPr>
              <p14:xfrm>
                <a:off x="6307704" y="5659776"/>
                <a:ext cx="136440" cy="227160"/>
              </p14:xfrm>
            </p:contentPart>
          </mc:Choice>
          <mc:Fallback xmlns="">
            <p:pic>
              <p:nvPicPr>
                <p:cNvPr id="26" name="Рукописні дані 25">
                  <a:extLst>
                    <a:ext uri="{FF2B5EF4-FFF2-40B4-BE49-F238E27FC236}">
                      <a16:creationId xmlns:a16="http://schemas.microsoft.com/office/drawing/2014/main" id="{F2014A17-0D8E-9D5B-8564-E0A83372FC3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72064" y="5624136"/>
                  <a:ext cx="208080" cy="29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8" name="Рукописні дані 27">
                <a:extLst>
                  <a:ext uri="{FF2B5EF4-FFF2-40B4-BE49-F238E27FC236}">
                    <a16:creationId xmlns:a16="http://schemas.microsoft.com/office/drawing/2014/main" xmlns="" id="{C9AB364F-16B2-409B-3052-B0CD80ECA457}"/>
                  </a:ext>
                </a:extLst>
              </p14:cNvPr>
              <p14:cNvContentPartPr/>
              <p14:nvPr/>
            </p14:nvContentPartPr>
            <p14:xfrm>
              <a:off x="6601464" y="5614056"/>
              <a:ext cx="19440" cy="311400"/>
            </p14:xfrm>
          </p:contentPart>
        </mc:Choice>
        <mc:Fallback xmlns="">
          <p:pic>
            <p:nvPicPr>
              <p:cNvPr id="28" name="Рукописні дані 27">
                <a:extLst>
                  <a:ext uri="{FF2B5EF4-FFF2-40B4-BE49-F238E27FC236}">
                    <a16:creationId xmlns:a16="http://schemas.microsoft.com/office/drawing/2014/main" id="{C9AB364F-16B2-409B-3052-B0CD80ECA45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565824" y="5578416"/>
                <a:ext cx="91080" cy="38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Групувати 33">
            <a:extLst>
              <a:ext uri="{FF2B5EF4-FFF2-40B4-BE49-F238E27FC236}">
                <a16:creationId xmlns:a16="http://schemas.microsoft.com/office/drawing/2014/main" xmlns="" id="{7A422584-F023-29FC-5156-A99A98F57B4E}"/>
              </a:ext>
            </a:extLst>
          </p:cNvPr>
          <p:cNvGrpSpPr/>
          <p:nvPr/>
        </p:nvGrpSpPr>
        <p:grpSpPr>
          <a:xfrm>
            <a:off x="11246904" y="5441976"/>
            <a:ext cx="786600" cy="504720"/>
            <a:chOff x="11246904" y="5441976"/>
            <a:chExt cx="786600" cy="50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Рукописні дані 28">
                  <a:extLst>
                    <a:ext uri="{FF2B5EF4-FFF2-40B4-BE49-F238E27FC236}">
                      <a16:creationId xmlns:a16="http://schemas.microsoft.com/office/drawing/2014/main" xmlns="" id="{44FB2625-F7E7-098A-8167-D6D5BFBB1051}"/>
                    </a:ext>
                  </a:extLst>
                </p14:cNvPr>
                <p14:cNvContentPartPr/>
                <p14:nvPr/>
              </p14:nvContentPartPr>
              <p14:xfrm>
                <a:off x="11332584" y="5577696"/>
                <a:ext cx="161640" cy="244440"/>
              </p14:xfrm>
            </p:contentPart>
          </mc:Choice>
          <mc:Fallback xmlns="">
            <p:pic>
              <p:nvPicPr>
                <p:cNvPr id="29" name="Рукописні дані 28">
                  <a:extLst>
                    <a:ext uri="{FF2B5EF4-FFF2-40B4-BE49-F238E27FC236}">
                      <a16:creationId xmlns:a16="http://schemas.microsoft.com/office/drawing/2014/main" id="{44FB2625-F7E7-098A-8167-D6D5BFBB105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296584" y="5541696"/>
                  <a:ext cx="2332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0" name="Рукописні дані 29">
                  <a:extLst>
                    <a:ext uri="{FF2B5EF4-FFF2-40B4-BE49-F238E27FC236}">
                      <a16:creationId xmlns:a16="http://schemas.microsoft.com/office/drawing/2014/main" xmlns="" id="{94DF7CC8-E70A-8FD5-4418-E2BE92E7F2AD}"/>
                    </a:ext>
                  </a:extLst>
                </p14:cNvPr>
                <p14:cNvContentPartPr/>
                <p14:nvPr/>
              </p14:nvContentPartPr>
              <p14:xfrm>
                <a:off x="11246904" y="5577696"/>
                <a:ext cx="229320" cy="334440"/>
              </p14:xfrm>
            </p:contentPart>
          </mc:Choice>
          <mc:Fallback xmlns="">
            <p:pic>
              <p:nvPicPr>
                <p:cNvPr id="30" name="Рукописні дані 29">
                  <a:extLst>
                    <a:ext uri="{FF2B5EF4-FFF2-40B4-BE49-F238E27FC236}">
                      <a16:creationId xmlns:a16="http://schemas.microsoft.com/office/drawing/2014/main" id="{94DF7CC8-E70A-8FD5-4418-E2BE92E7F2A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210904" y="5541696"/>
                  <a:ext cx="30096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1" name="Рукописні дані 30">
                  <a:extLst>
                    <a:ext uri="{FF2B5EF4-FFF2-40B4-BE49-F238E27FC236}">
                      <a16:creationId xmlns:a16="http://schemas.microsoft.com/office/drawing/2014/main" xmlns="" id="{F3CC00EE-7E3E-9FB6-C7BC-185400FEEFAF}"/>
                    </a:ext>
                  </a:extLst>
                </p14:cNvPr>
                <p14:cNvContentPartPr/>
                <p14:nvPr/>
              </p14:nvContentPartPr>
              <p14:xfrm>
                <a:off x="11603304" y="5441976"/>
                <a:ext cx="228960" cy="399600"/>
              </p14:xfrm>
            </p:contentPart>
          </mc:Choice>
          <mc:Fallback xmlns="">
            <p:pic>
              <p:nvPicPr>
                <p:cNvPr id="31" name="Рукописні дані 30">
                  <a:extLst>
                    <a:ext uri="{FF2B5EF4-FFF2-40B4-BE49-F238E27FC236}">
                      <a16:creationId xmlns:a16="http://schemas.microsoft.com/office/drawing/2014/main" id="{F3CC00EE-7E3E-9FB6-C7BC-185400FEEFA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567664" y="5406336"/>
                  <a:ext cx="30060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2" name="Рукописні дані 31">
                  <a:extLst>
                    <a:ext uri="{FF2B5EF4-FFF2-40B4-BE49-F238E27FC236}">
                      <a16:creationId xmlns:a16="http://schemas.microsoft.com/office/drawing/2014/main" xmlns="" id="{285954C4-67CD-C6AC-5D3B-61399C3AAB06}"/>
                    </a:ext>
                  </a:extLst>
                </p14:cNvPr>
                <p14:cNvContentPartPr/>
                <p14:nvPr/>
              </p14:nvContentPartPr>
              <p14:xfrm>
                <a:off x="11877984" y="5485896"/>
                <a:ext cx="360" cy="415080"/>
              </p14:xfrm>
            </p:contentPart>
          </mc:Choice>
          <mc:Fallback xmlns="">
            <p:pic>
              <p:nvPicPr>
                <p:cNvPr id="32" name="Рукописні дані 31">
                  <a:extLst>
                    <a:ext uri="{FF2B5EF4-FFF2-40B4-BE49-F238E27FC236}">
                      <a16:creationId xmlns:a16="http://schemas.microsoft.com/office/drawing/2014/main" id="{285954C4-67CD-C6AC-5D3B-61399C3AAB0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841984" y="5450256"/>
                  <a:ext cx="7200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3" name="Рукописні дані 32">
                  <a:extLst>
                    <a:ext uri="{FF2B5EF4-FFF2-40B4-BE49-F238E27FC236}">
                      <a16:creationId xmlns:a16="http://schemas.microsoft.com/office/drawing/2014/main" xmlns="" id="{C79C8E75-2609-AF32-6033-3018FAA9072E}"/>
                    </a:ext>
                  </a:extLst>
                </p14:cNvPr>
                <p14:cNvContentPartPr/>
                <p14:nvPr/>
              </p14:nvContentPartPr>
              <p14:xfrm>
                <a:off x="12033144" y="5540976"/>
                <a:ext cx="360" cy="405720"/>
              </p14:xfrm>
            </p:contentPart>
          </mc:Choice>
          <mc:Fallback xmlns="">
            <p:pic>
              <p:nvPicPr>
                <p:cNvPr id="33" name="Рукописні дані 32">
                  <a:extLst>
                    <a:ext uri="{FF2B5EF4-FFF2-40B4-BE49-F238E27FC236}">
                      <a16:creationId xmlns:a16="http://schemas.microsoft.com/office/drawing/2014/main" id="{C79C8E75-2609-AF32-6033-3018FAA9072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997144" y="5504976"/>
                  <a:ext cx="72000" cy="47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5" name="Рукописні дані 34">
                <a:extLst>
                  <a:ext uri="{FF2B5EF4-FFF2-40B4-BE49-F238E27FC236}">
                    <a16:creationId xmlns:a16="http://schemas.microsoft.com/office/drawing/2014/main" xmlns="" id="{D85BF213-AC11-E1F5-0345-8EFE6939EBE2}"/>
                  </a:ext>
                </a:extLst>
              </p14:cNvPr>
              <p14:cNvContentPartPr/>
              <p14:nvPr/>
            </p14:nvContentPartPr>
            <p14:xfrm>
              <a:off x="8896824" y="5961456"/>
              <a:ext cx="360" cy="360"/>
            </p14:xfrm>
          </p:contentPart>
        </mc:Choice>
        <mc:Fallback xmlns="">
          <p:pic>
            <p:nvPicPr>
              <p:cNvPr id="35" name="Рукописні дані 34">
                <a:extLst>
                  <a:ext uri="{FF2B5EF4-FFF2-40B4-BE49-F238E27FC236}">
                    <a16:creationId xmlns:a16="http://schemas.microsoft.com/office/drawing/2014/main" id="{D85BF213-AC11-E1F5-0345-8EFE6939EBE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860824" y="5925816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9" name="Рукописні дані 38">
                <a:extLst>
                  <a:ext uri="{FF2B5EF4-FFF2-40B4-BE49-F238E27FC236}">
                    <a16:creationId xmlns:a16="http://schemas.microsoft.com/office/drawing/2014/main" xmlns="" id="{00A352F9-313C-AD37-B995-B81D33491AEF}"/>
                  </a:ext>
                </a:extLst>
              </p14:cNvPr>
              <p14:cNvContentPartPr/>
              <p14:nvPr/>
            </p14:nvContentPartPr>
            <p14:xfrm>
              <a:off x="8915184" y="6135336"/>
              <a:ext cx="360" cy="360"/>
            </p14:xfrm>
          </p:contentPart>
        </mc:Choice>
        <mc:Fallback xmlns="">
          <p:pic>
            <p:nvPicPr>
              <p:cNvPr id="39" name="Рукописні дані 38">
                <a:extLst>
                  <a:ext uri="{FF2B5EF4-FFF2-40B4-BE49-F238E27FC236}">
                    <a16:creationId xmlns:a16="http://schemas.microsoft.com/office/drawing/2014/main" id="{00A352F9-313C-AD37-B995-B81D33491AEF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879184" y="6099696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0" name="Рукописні дані 39">
                <a:extLst>
                  <a:ext uri="{FF2B5EF4-FFF2-40B4-BE49-F238E27FC236}">
                    <a16:creationId xmlns:a16="http://schemas.microsoft.com/office/drawing/2014/main" xmlns="" id="{A3A41585-6C75-1838-F8E6-46FCBA717A3D}"/>
                  </a:ext>
                </a:extLst>
              </p14:cNvPr>
              <p14:cNvContentPartPr/>
              <p14:nvPr/>
            </p14:nvContentPartPr>
            <p14:xfrm>
              <a:off x="8924184" y="6336576"/>
              <a:ext cx="360" cy="360"/>
            </p14:xfrm>
          </p:contentPart>
        </mc:Choice>
        <mc:Fallback xmlns="">
          <p:pic>
            <p:nvPicPr>
              <p:cNvPr id="40" name="Рукописні дані 39">
                <a:extLst>
                  <a:ext uri="{FF2B5EF4-FFF2-40B4-BE49-F238E27FC236}">
                    <a16:creationId xmlns:a16="http://schemas.microsoft.com/office/drawing/2014/main" id="{A3A41585-6C75-1838-F8E6-46FCBA717A3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888544" y="6300576"/>
                <a:ext cx="72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Групувати 42">
            <a:extLst>
              <a:ext uri="{FF2B5EF4-FFF2-40B4-BE49-F238E27FC236}">
                <a16:creationId xmlns:a16="http://schemas.microsoft.com/office/drawing/2014/main" xmlns="" id="{FC2F1705-414E-5A0B-5684-BF58F9AC781C}"/>
              </a:ext>
            </a:extLst>
          </p:cNvPr>
          <p:cNvGrpSpPr/>
          <p:nvPr/>
        </p:nvGrpSpPr>
        <p:grpSpPr>
          <a:xfrm>
            <a:off x="8896824" y="6528456"/>
            <a:ext cx="27720" cy="146880"/>
            <a:chOff x="8896824" y="6528456"/>
            <a:chExt cx="27720" cy="14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1" name="Рукописні дані 40">
                  <a:extLst>
                    <a:ext uri="{FF2B5EF4-FFF2-40B4-BE49-F238E27FC236}">
                      <a16:creationId xmlns:a16="http://schemas.microsoft.com/office/drawing/2014/main" xmlns="" id="{56DF9DBD-4B31-9559-3464-483B94DD87BE}"/>
                    </a:ext>
                  </a:extLst>
                </p14:cNvPr>
                <p14:cNvContentPartPr/>
                <p14:nvPr/>
              </p14:nvContentPartPr>
              <p14:xfrm>
                <a:off x="8924184" y="6528456"/>
                <a:ext cx="360" cy="3600"/>
              </p14:xfrm>
            </p:contentPart>
          </mc:Choice>
          <mc:Fallback xmlns="">
            <p:pic>
              <p:nvPicPr>
                <p:cNvPr id="41" name="Рукописні дані 40">
                  <a:extLst>
                    <a:ext uri="{FF2B5EF4-FFF2-40B4-BE49-F238E27FC236}">
                      <a16:creationId xmlns:a16="http://schemas.microsoft.com/office/drawing/2014/main" id="{56DF9DBD-4B31-9559-3464-483B94DD87B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88544" y="6492456"/>
                  <a:ext cx="720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2" name="Рукописні дані 41">
                  <a:extLst>
                    <a:ext uri="{FF2B5EF4-FFF2-40B4-BE49-F238E27FC236}">
                      <a16:creationId xmlns:a16="http://schemas.microsoft.com/office/drawing/2014/main" xmlns="" id="{855CB077-9A9A-D437-17AD-6B24BB2809B4}"/>
                    </a:ext>
                  </a:extLst>
                </p14:cNvPr>
                <p14:cNvContentPartPr/>
                <p14:nvPr/>
              </p14:nvContentPartPr>
              <p14:xfrm>
                <a:off x="8896824" y="6674976"/>
                <a:ext cx="360" cy="360"/>
              </p14:xfrm>
            </p:contentPart>
          </mc:Choice>
          <mc:Fallback xmlns="">
            <p:pic>
              <p:nvPicPr>
                <p:cNvPr id="42" name="Рукописні дані 41">
                  <a:extLst>
                    <a:ext uri="{FF2B5EF4-FFF2-40B4-BE49-F238E27FC236}">
                      <a16:creationId xmlns:a16="http://schemas.microsoft.com/office/drawing/2014/main" id="{855CB077-9A9A-D437-17AD-6B24BB2809B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860824" y="6638976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Групувати 50">
            <a:extLst>
              <a:ext uri="{FF2B5EF4-FFF2-40B4-BE49-F238E27FC236}">
                <a16:creationId xmlns:a16="http://schemas.microsoft.com/office/drawing/2014/main" xmlns="" id="{F76342B3-8A38-6ED9-B00D-D55D979D2BCE}"/>
              </a:ext>
            </a:extLst>
          </p:cNvPr>
          <p:cNvGrpSpPr/>
          <p:nvPr/>
        </p:nvGrpSpPr>
        <p:grpSpPr>
          <a:xfrm>
            <a:off x="9193464" y="5751216"/>
            <a:ext cx="297720" cy="580320"/>
            <a:chOff x="9193464" y="5751216"/>
            <a:chExt cx="297720" cy="58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8" name="Рукописні дані 47">
                  <a:extLst>
                    <a:ext uri="{FF2B5EF4-FFF2-40B4-BE49-F238E27FC236}">
                      <a16:creationId xmlns:a16="http://schemas.microsoft.com/office/drawing/2014/main" xmlns="" id="{7942280B-88BD-2907-8B18-2434C75E2D8E}"/>
                    </a:ext>
                  </a:extLst>
                </p14:cNvPr>
                <p14:cNvContentPartPr/>
                <p14:nvPr/>
              </p14:nvContentPartPr>
              <p14:xfrm>
                <a:off x="9193464" y="5751216"/>
                <a:ext cx="297720" cy="580320"/>
              </p14:xfrm>
            </p:contentPart>
          </mc:Choice>
          <mc:Fallback xmlns="">
            <p:pic>
              <p:nvPicPr>
                <p:cNvPr id="48" name="Рукописні дані 47">
                  <a:extLst>
                    <a:ext uri="{FF2B5EF4-FFF2-40B4-BE49-F238E27FC236}">
                      <a16:creationId xmlns:a16="http://schemas.microsoft.com/office/drawing/2014/main" id="{7942280B-88BD-2907-8B18-2434C75E2D8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184824" y="5742216"/>
                  <a:ext cx="315360" cy="59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9" name="Рукописні дані 48">
                  <a:extLst>
                    <a:ext uri="{FF2B5EF4-FFF2-40B4-BE49-F238E27FC236}">
                      <a16:creationId xmlns:a16="http://schemas.microsoft.com/office/drawing/2014/main" xmlns="" id="{7CCE91EB-AA95-B110-87DF-96EB16D6B16D}"/>
                    </a:ext>
                  </a:extLst>
                </p14:cNvPr>
                <p14:cNvContentPartPr/>
                <p14:nvPr/>
              </p14:nvContentPartPr>
              <p14:xfrm>
                <a:off x="9226224" y="6266016"/>
                <a:ext cx="173160" cy="61560"/>
              </p14:xfrm>
            </p:contentPart>
          </mc:Choice>
          <mc:Fallback xmlns="">
            <p:pic>
              <p:nvPicPr>
                <p:cNvPr id="49" name="Рукописні дані 48">
                  <a:extLst>
                    <a:ext uri="{FF2B5EF4-FFF2-40B4-BE49-F238E27FC236}">
                      <a16:creationId xmlns:a16="http://schemas.microsoft.com/office/drawing/2014/main" id="{7CCE91EB-AA95-B110-87DF-96EB16D6B16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217224" y="6257376"/>
                  <a:ext cx="1908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0" name="Рукописні дані 49">
                  <a:extLst>
                    <a:ext uri="{FF2B5EF4-FFF2-40B4-BE49-F238E27FC236}">
                      <a16:creationId xmlns:a16="http://schemas.microsoft.com/office/drawing/2014/main" xmlns="" id="{94F3AEA5-D2A0-F5D8-5D58-7C80CF208FF4}"/>
                    </a:ext>
                  </a:extLst>
                </p14:cNvPr>
                <p14:cNvContentPartPr/>
                <p14:nvPr/>
              </p14:nvContentPartPr>
              <p14:xfrm>
                <a:off x="9207864" y="6079896"/>
                <a:ext cx="9720" cy="183960"/>
              </p14:xfrm>
            </p:contentPart>
          </mc:Choice>
          <mc:Fallback xmlns="">
            <p:pic>
              <p:nvPicPr>
                <p:cNvPr id="50" name="Рукописні дані 49">
                  <a:extLst>
                    <a:ext uri="{FF2B5EF4-FFF2-40B4-BE49-F238E27FC236}">
                      <a16:creationId xmlns:a16="http://schemas.microsoft.com/office/drawing/2014/main" id="{94F3AEA5-D2A0-F5D8-5D58-7C80CF208FF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198864" y="6070896"/>
                  <a:ext cx="27360" cy="201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134505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0ED0938-965C-3B42-323F-C89AF895C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Кому з діячів, на думку вчених, </a:t>
            </a:r>
          </a:p>
        </p:txBody>
      </p:sp>
      <p:graphicFrame>
        <p:nvGraphicFramePr>
          <p:cNvPr id="18" name="Місце для вмісту 17">
            <a:extLst>
              <a:ext uri="{FF2B5EF4-FFF2-40B4-BE49-F238E27FC236}">
                <a16:creationId xmlns:a16="http://schemas.microsoft.com/office/drawing/2014/main" xmlns="" id="{593EDFF1-7C58-083F-6BCD-8A81A54889E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xmlns="" id="{8685D092-91D5-2988-98FA-67B04E1CAA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800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«...</a:t>
            </a:r>
            <a:r>
              <a:rPr lang="ru-RU" sz="2800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випала</a:t>
            </a:r>
            <a:r>
              <a:rPr lang="ru-RU" sz="2800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доля “</a:t>
            </a:r>
            <a:r>
              <a:rPr lang="ru-RU" sz="2800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степового</a:t>
            </a:r>
            <a:r>
              <a:rPr lang="ru-RU" sz="2800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короля” — </a:t>
            </a:r>
            <a:r>
              <a:rPr lang="ru-RU" sz="2800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людини</a:t>
            </a:r>
            <a:r>
              <a:rPr lang="ru-RU" sz="2800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яка </a:t>
            </a:r>
            <a:r>
              <a:rPr lang="ru-RU" sz="2800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надала</a:t>
            </a:r>
            <a:r>
              <a:rPr lang="ru-RU" sz="2800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перших</a:t>
            </a:r>
            <a:r>
              <a:rPr lang="ru-RU" sz="2800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організаційних</a:t>
            </a:r>
            <a:r>
              <a:rPr lang="ru-RU" sz="2800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форм </a:t>
            </a:r>
            <a:r>
              <a:rPr lang="ru-RU" sz="2800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козаччині</a:t>
            </a:r>
            <a:r>
              <a:rPr lang="ru-RU" sz="2800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не </a:t>
            </a:r>
            <a:r>
              <a:rPr lang="ru-RU" sz="2800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підозрюючи</a:t>
            </a:r>
            <a:r>
              <a:rPr lang="ru-RU" sz="2800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2800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2800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через </a:t>
            </a:r>
            <a:r>
              <a:rPr lang="ru-RU" sz="2800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неповні</a:t>
            </a:r>
            <a:r>
              <a:rPr lang="ru-RU" sz="2800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сто </a:t>
            </a:r>
            <a:r>
              <a:rPr lang="ru-RU" sz="2800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літ</a:t>
            </a:r>
            <a:r>
              <a:rPr lang="ru-RU" sz="2800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його</a:t>
            </a:r>
            <a:r>
              <a:rPr lang="ru-RU" sz="2800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творіння</a:t>
            </a:r>
            <a:r>
              <a:rPr lang="ru-RU" sz="2800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захитає</a:t>
            </a:r>
            <a:r>
              <a:rPr lang="ru-RU" sz="2800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підвалини</a:t>
            </a:r>
            <a:r>
              <a:rPr lang="ru-RU" sz="2800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Речі</a:t>
            </a:r>
            <a:r>
              <a:rPr lang="ru-RU" sz="2800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800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Посполитої</a:t>
            </a:r>
            <a:r>
              <a:rPr lang="ru-RU" sz="2800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»</a:t>
            </a:r>
            <a:r>
              <a:rPr lang="ru-RU" sz="2800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?</a:t>
            </a:r>
            <a:endParaRPr lang="uk-UA" sz="2800" dirty="0"/>
          </a:p>
        </p:txBody>
      </p:sp>
    </p:spTree>
    <p:extLst>
      <p:ext uri="{BB962C8B-B14F-4D97-AF65-F5344CB8AC3E}">
        <p14:creationId xmlns:p14="http://schemas.microsoft.com/office/powerpoint/2010/main" val="165788449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xmlns="" id="{16BC5A7C-4B87-3064-29E3-EE12B583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14250"/>
            <a:ext cx="10570670" cy="1499616"/>
          </a:xfrm>
        </p:spPr>
        <p:txBody>
          <a:bodyPr>
            <a:noAutofit/>
          </a:bodyPr>
          <a:lstStyle/>
          <a:p>
            <a:r>
              <a:rPr lang="ru-RU" sz="4000" b="0" i="0" dirty="0">
                <a:effectLst/>
                <a:latin typeface="Century Gothic" panose="020B0502020202020204" pitchFamily="34" charset="0"/>
              </a:rPr>
              <a:t>Яка </a:t>
            </a:r>
            <a:r>
              <a:rPr lang="ru-RU" sz="4000" b="0" i="0" dirty="0" err="1">
                <a:effectLst/>
                <a:latin typeface="Century Gothic" panose="020B0502020202020204" pitchFamily="34" charset="0"/>
              </a:rPr>
              <a:t>подія</a:t>
            </a:r>
            <a:r>
              <a:rPr lang="ru-RU" sz="4000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effectLst/>
                <a:latin typeface="Century Gothic" panose="020B0502020202020204" pitchFamily="34" charset="0"/>
              </a:rPr>
              <a:t>пов’язана</a:t>
            </a:r>
            <a:r>
              <a:rPr lang="ru-RU" sz="4000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effectLst/>
                <a:latin typeface="Century Gothic" panose="020B0502020202020204" pitchFamily="34" charset="0"/>
              </a:rPr>
              <a:t>із</a:t>
            </a:r>
            <a:r>
              <a:rPr lang="ru-RU" sz="4000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effectLst/>
                <a:latin typeface="Century Gothic" panose="020B0502020202020204" pitchFamily="34" charset="0"/>
              </a:rPr>
              <a:t>зображеним</a:t>
            </a:r>
            <a:r>
              <a:rPr lang="ru-RU" sz="4000" b="0" i="0" dirty="0">
                <a:effectLst/>
                <a:latin typeface="Century Gothic" panose="020B0502020202020204" pitchFamily="34" charset="0"/>
              </a:rPr>
              <a:t> на </a:t>
            </a:r>
            <a:r>
              <a:rPr lang="ru-RU" sz="4000" b="0" i="0" dirty="0" err="1">
                <a:effectLst/>
                <a:latin typeface="Century Gothic" panose="020B0502020202020204" pitchFamily="34" charset="0"/>
              </a:rPr>
              <a:t>ілюстрації</a:t>
            </a:r>
            <a:r>
              <a:rPr lang="ru-RU" sz="4000" b="0" i="0" dirty="0">
                <a:effectLst/>
                <a:latin typeface="Century Gothic" panose="020B0502020202020204" pitchFamily="34" charset="0"/>
              </a:rPr>
              <a:t> </a:t>
            </a:r>
            <a:r>
              <a:rPr lang="ru-RU" sz="4000" b="0" i="0" dirty="0" err="1">
                <a:effectLst/>
                <a:latin typeface="Century Gothic" panose="020B0502020202020204" pitchFamily="34" charset="0"/>
              </a:rPr>
              <a:t>діячем</a:t>
            </a:r>
            <a:r>
              <a:rPr lang="ru-RU" sz="4000" b="0" i="0" dirty="0">
                <a:effectLst/>
                <a:latin typeface="Century Gothic" panose="020B0502020202020204" pitchFamily="34" charset="0"/>
              </a:rPr>
              <a:t>?</a:t>
            </a:r>
            <a:endParaRPr lang="uk-UA" sz="4000" dirty="0"/>
          </a:p>
        </p:txBody>
      </p:sp>
      <p:graphicFrame>
        <p:nvGraphicFramePr>
          <p:cNvPr id="9" name="Місце для вмісту 8">
            <a:extLst>
              <a:ext uri="{FF2B5EF4-FFF2-40B4-BE49-F238E27FC236}">
                <a16:creationId xmlns:a16="http://schemas.microsoft.com/office/drawing/2014/main" xmlns="" id="{8375FB08-444E-8C22-488E-06EEE1CF0D8A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-1" y="2119518"/>
          <a:ext cx="4552335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9709CC84-D330-C164-D716-ABB93955B19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53198" y="2371262"/>
            <a:ext cx="2641600" cy="317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xmlns="" id="{D01B5AEC-4622-FB32-7E57-81E0F01844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1198" y="2753858"/>
            <a:ext cx="4270053" cy="273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738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Першу </a:t>
            </a:r>
            <a:r>
              <a:rPr lang="ru-RU" dirty="0" err="1"/>
              <a:t>Запорозьку</a:t>
            </a:r>
            <a:r>
              <a:rPr lang="ru-RU" dirty="0"/>
              <a:t> </a:t>
            </a:r>
            <a:r>
              <a:rPr lang="ru-RU" dirty="0" err="1"/>
              <a:t>Січ</a:t>
            </a:r>
            <a:r>
              <a:rPr lang="ru-RU" dirty="0"/>
              <a:t> </a:t>
            </a:r>
            <a:r>
              <a:rPr lang="ru-RU" dirty="0" err="1"/>
              <a:t>утворено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перебували</a:t>
            </a:r>
            <a:r>
              <a:rPr lang="ru-RU" dirty="0"/>
              <a:t> у </a:t>
            </a:r>
            <a:r>
              <a:rPr lang="ru-RU" dirty="0" err="1"/>
              <a:t>складі</a:t>
            </a:r>
            <a:endParaRPr lang="ru-RU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xmlns="" id="{B7BDDEDC-F5D7-65D5-6EB8-3C72667D0840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xmlns="" id="{3B5A37E2-8B6E-9E08-3F91-CC32192C9BB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5989638" y="2772563"/>
            <a:ext cx="4754562" cy="3049598"/>
          </a:xfrm>
        </p:spPr>
      </p:pic>
      <p:graphicFrame>
        <p:nvGraphicFramePr>
          <p:cNvPr id="8" name="Місце для вмісту 6">
            <a:extLst>
              <a:ext uri="{FF2B5EF4-FFF2-40B4-BE49-F238E27FC236}">
                <a16:creationId xmlns:a16="http://schemas.microsoft.com/office/drawing/2014/main" xmlns="" id="{D6FB7993-A628-FDB6-0BE0-7DBD3C844659}"/>
              </a:ext>
            </a:extLst>
          </p:cNvPr>
          <p:cNvGraphicFramePr>
            <a:graphicFrameLocks/>
          </p:cNvGraphicFramePr>
          <p:nvPr/>
        </p:nvGraphicFramePr>
        <p:xfrm>
          <a:off x="1039506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90881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Прочитайте </a:t>
            </a:r>
            <a:r>
              <a:rPr lang="ru-RU" dirty="0" err="1"/>
              <a:t>уривок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. Про кого з </a:t>
            </a:r>
            <a:r>
              <a:rPr lang="ru-RU" dirty="0" err="1"/>
              <a:t>гетьманів</a:t>
            </a:r>
            <a:r>
              <a:rPr lang="ru-RU" dirty="0"/>
              <a:t> </a:t>
            </a:r>
            <a:r>
              <a:rPr lang="ru-RU" dirty="0" err="1"/>
              <a:t>ідеться</a:t>
            </a:r>
            <a:r>
              <a:rPr lang="ru-RU" dirty="0"/>
              <a:t>?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ru-RU" i="1" dirty="0" err="1"/>
              <a:t>Його</a:t>
            </a:r>
            <a:r>
              <a:rPr lang="ru-RU" i="1" dirty="0"/>
              <a:t>… скинули з </a:t>
            </a:r>
            <a:r>
              <a:rPr lang="ru-RU" i="1" dirty="0" err="1"/>
              <a:t>вежі</a:t>
            </a:r>
            <a:r>
              <a:rPr lang="ru-RU" i="1" dirty="0"/>
              <a:t> на гаки, </a:t>
            </a:r>
            <a:r>
              <a:rPr lang="ru-RU" i="1" dirty="0" err="1"/>
              <a:t>умуровані</a:t>
            </a:r>
            <a:r>
              <a:rPr lang="ru-RU" i="1" dirty="0"/>
              <a:t> в </a:t>
            </a:r>
            <a:r>
              <a:rPr lang="ru-RU" i="1" dirty="0" err="1"/>
              <a:t>стіни</a:t>
            </a:r>
            <a:r>
              <a:rPr lang="ru-RU" i="1" dirty="0"/>
              <a:t> </a:t>
            </a:r>
            <a:r>
              <a:rPr lang="ru-RU" i="1" dirty="0" err="1"/>
              <a:t>біля</a:t>
            </a:r>
            <a:r>
              <a:rPr lang="ru-RU" i="1" dirty="0"/>
              <a:t> </a:t>
            </a:r>
            <a:r>
              <a:rPr lang="ru-RU" i="1" dirty="0" err="1"/>
              <a:t>морської</a:t>
            </a:r>
            <a:r>
              <a:rPr lang="ru-RU" i="1" dirty="0"/>
              <a:t> затоки дорогою з Константинополя до </a:t>
            </a:r>
            <a:r>
              <a:rPr lang="ru-RU" i="1" dirty="0" err="1"/>
              <a:t>Галати</a:t>
            </a:r>
            <a:r>
              <a:rPr lang="ru-RU" i="1" dirty="0"/>
              <a:t>. </a:t>
            </a:r>
            <a:r>
              <a:rPr lang="ru-RU" i="1" dirty="0" err="1"/>
              <a:t>Зачепившись</a:t>
            </a:r>
            <a:r>
              <a:rPr lang="ru-RU" i="1" dirty="0"/>
              <a:t> ребром за гак, жив у такому </a:t>
            </a:r>
            <a:r>
              <a:rPr lang="ru-RU" i="1" dirty="0" err="1"/>
              <a:t>стані</a:t>
            </a:r>
            <a:r>
              <a:rPr lang="ru-RU" i="1" dirty="0"/>
              <a:t> три </a:t>
            </a:r>
            <a:r>
              <a:rPr lang="ru-RU" i="1" dirty="0" err="1"/>
              <a:t>дні</a:t>
            </a:r>
            <a:r>
              <a:rPr lang="ru-RU" i="1" dirty="0"/>
              <a:t>, </a:t>
            </a:r>
            <a:r>
              <a:rPr lang="ru-RU" i="1" dirty="0" err="1"/>
              <a:t>поки</a:t>
            </a:r>
            <a:r>
              <a:rPr lang="ru-RU" i="1" dirty="0"/>
              <a:t> турки не вбили </a:t>
            </a:r>
            <a:r>
              <a:rPr lang="ru-RU" i="1" dirty="0" err="1"/>
              <a:t>його</a:t>
            </a:r>
            <a:r>
              <a:rPr lang="ru-RU" i="1" dirty="0"/>
              <a:t> з лука за те, </a:t>
            </a:r>
            <a:r>
              <a:rPr lang="ru-RU" i="1" dirty="0" err="1"/>
              <a:t>що</a:t>
            </a:r>
            <a:r>
              <a:rPr lang="ru-RU" i="1" dirty="0"/>
              <a:t> </a:t>
            </a:r>
            <a:r>
              <a:rPr lang="ru-RU" i="1" dirty="0" err="1"/>
              <a:t>ганив</a:t>
            </a:r>
            <a:r>
              <a:rPr lang="ru-RU" i="1" dirty="0"/>
              <a:t> </a:t>
            </a:r>
            <a:r>
              <a:rPr lang="ru-RU" i="1" dirty="0" err="1"/>
              <a:t>їхню</a:t>
            </a:r>
            <a:r>
              <a:rPr lang="ru-RU" i="1" dirty="0"/>
              <a:t> </a:t>
            </a:r>
            <a:r>
              <a:rPr lang="ru-RU" i="1" dirty="0" err="1"/>
              <a:t>віру</a:t>
            </a:r>
            <a:r>
              <a:rPr lang="ru-RU" i="1" dirty="0"/>
              <a:t>…</a:t>
            </a:r>
            <a:r>
              <a:rPr lang="ru-RU" dirty="0"/>
              <a:t>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0FBDFB7A-6E45-28D3-B1F4-D7E0A29398B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989320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4">
            <a:extLst>
              <a:ext uri="{FF2B5EF4-FFF2-40B4-BE49-F238E27FC236}">
                <a16:creationId xmlns:a16="http://schemas.microsoft.com/office/drawing/2014/main" xmlns="" id="{2C4FD2A0-3D8F-40E2-DEE7-8F7C5161ED2B}"/>
              </a:ext>
            </a:extLst>
          </p:cNvPr>
          <p:cNvGraphicFramePr>
            <a:graphicFrameLocks/>
          </p:cNvGraphicFramePr>
          <p:nvPr/>
        </p:nvGraphicFramePr>
        <p:xfrm>
          <a:off x="5989320" y="2286831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88662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Поняття</a:t>
            </a:r>
            <a:r>
              <a:rPr lang="ru-RU" dirty="0"/>
              <a:t> «старшина» </a:t>
            </a:r>
            <a:r>
              <a:rPr lang="ru-RU" dirty="0" err="1"/>
              <a:t>доречно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стосовно</a:t>
            </a:r>
            <a:endParaRPr lang="ru-RU" dirty="0"/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xmlns="" id="{F2ED36F8-E802-9214-FB32-EA1B1F5C7F2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xmlns="" id="{B202FDAE-6B4E-4E4F-9E25-9730DB611C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294942" y="2820781"/>
            <a:ext cx="4143953" cy="2953162"/>
          </a:xfrm>
        </p:spPr>
      </p:pic>
      <p:graphicFrame>
        <p:nvGraphicFramePr>
          <p:cNvPr id="8" name="Місце для вмісту 6">
            <a:extLst>
              <a:ext uri="{FF2B5EF4-FFF2-40B4-BE49-F238E27FC236}">
                <a16:creationId xmlns:a16="http://schemas.microsoft.com/office/drawing/2014/main" xmlns="" id="{D17386DD-4699-4526-CE29-D3F824312DD1}"/>
              </a:ext>
            </a:extLst>
          </p:cNvPr>
          <p:cNvGraphicFramePr>
            <a:graphicFrameLocks/>
          </p:cNvGraphicFramePr>
          <p:nvPr/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908042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24127" y="585216"/>
            <a:ext cx="10829821" cy="1499616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Формування</a:t>
            </a:r>
            <a:r>
              <a:rPr lang="ru-RU" dirty="0"/>
              <a:t> </a:t>
            </a:r>
            <a:r>
              <a:rPr lang="ru-RU" dirty="0" err="1"/>
              <a:t>козацькоі</a:t>
            </a:r>
            <a:r>
              <a:rPr lang="ru-RU" dirty="0"/>
              <a:t>̈ </a:t>
            </a:r>
            <a:r>
              <a:rPr lang="ru-RU" dirty="0" err="1"/>
              <a:t>старшини</a:t>
            </a:r>
            <a:r>
              <a:rPr lang="ru-RU" dirty="0"/>
              <a:t> на </a:t>
            </a:r>
            <a:r>
              <a:rPr lang="ru-RU" dirty="0" err="1"/>
              <a:t>Запорозькіи</a:t>
            </a:r>
            <a:r>
              <a:rPr lang="ru-RU" dirty="0"/>
              <a:t>̆ </a:t>
            </a:r>
            <a:r>
              <a:rPr lang="ru-RU" dirty="0" err="1"/>
              <a:t>Січі</a:t>
            </a:r>
            <a:r>
              <a:rPr lang="ru-RU" dirty="0"/>
              <a:t> в ХVІ — на початку ХVІІ ст. </a:t>
            </a:r>
            <a:r>
              <a:rPr lang="ru-RU" dirty="0" err="1"/>
              <a:t>відбувалося</a:t>
            </a:r>
            <a:r>
              <a:rPr lang="ru-RU" dirty="0"/>
              <a:t> шляхом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C10C58DF-10EF-184C-B56C-630DBE0ECCBF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✙ 9 лютого. Цей день в історії: Богдана Хмельницького обрали Гетьманом  України || Волинь UA ✙">
            <a:extLst>
              <a:ext uri="{FF2B5EF4-FFF2-40B4-BE49-F238E27FC236}">
                <a16:creationId xmlns:a16="http://schemas.microsoft.com/office/drawing/2014/main" xmlns="" id="{CE3BC744-F752-65B8-3E0C-A884DCD6267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638" y="2514402"/>
            <a:ext cx="4754562" cy="3565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4">
            <a:extLst>
              <a:ext uri="{FF2B5EF4-FFF2-40B4-BE49-F238E27FC236}">
                <a16:creationId xmlns:a16="http://schemas.microsoft.com/office/drawing/2014/main" xmlns="" id="{F4F4AD78-CCE8-13F0-2FA2-361A8143AE03}"/>
              </a:ext>
            </a:extLst>
          </p:cNvPr>
          <p:cNvGraphicFramePr>
            <a:graphicFrameLocks/>
          </p:cNvGraphicFramePr>
          <p:nvPr/>
        </p:nvGraphicFramePr>
        <p:xfrm>
          <a:off x="1024127" y="2285682"/>
          <a:ext cx="475488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85607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фото </a:t>
            </a:r>
            <a:r>
              <a:rPr lang="ru-RU" dirty="0" err="1"/>
              <a:t>зображено</a:t>
            </a:r>
            <a:r>
              <a:rPr lang="ru-RU" dirty="0"/>
              <a:t> </a:t>
            </a:r>
            <a:r>
              <a:rPr lang="ru-RU" dirty="0" err="1"/>
              <a:t>символи</a:t>
            </a:r>
            <a:endParaRPr lang="ru-RU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xmlns="" id="{B52305E1-96C0-7C33-ACD7-3AC00A289435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024127" y="2286000"/>
          <a:ext cx="6025066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218" name="Picture 2" descr="https://zno.osvita.ua/doc/images/znotest/183/18385/39.jpg"/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01" r="21714"/>
          <a:stretch/>
        </p:blipFill>
        <p:spPr bwMode="auto">
          <a:xfrm>
            <a:off x="7617081" y="1737018"/>
            <a:ext cx="3752105" cy="2302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s://zno.osvita.ua/doc/images/znotest/183/18385/39.jpg">
            <a:extLst>
              <a:ext uri="{FF2B5EF4-FFF2-40B4-BE49-F238E27FC236}">
                <a16:creationId xmlns:a16="http://schemas.microsoft.com/office/drawing/2014/main" xmlns="" id="{0144F049-2E59-609A-0B55-574FA93261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098"/>
          <a:stretch/>
        </p:blipFill>
        <p:spPr bwMode="auto">
          <a:xfrm>
            <a:off x="7617081" y="4167202"/>
            <a:ext cx="1985791" cy="2612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https://zno.osvita.ua/doc/images/znotest/183/18385/39.jpg">
            <a:extLst>
              <a:ext uri="{FF2B5EF4-FFF2-40B4-BE49-F238E27FC236}">
                <a16:creationId xmlns:a16="http://schemas.microsoft.com/office/drawing/2014/main" xmlns="" id="{30A5BEDF-E873-7E87-244C-F5A673097D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86"/>
          <a:stretch/>
        </p:blipFill>
        <p:spPr bwMode="auto">
          <a:xfrm>
            <a:off x="9948939" y="4206611"/>
            <a:ext cx="1705505" cy="257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Місце для вмісту 3">
            <a:extLst>
              <a:ext uri="{FF2B5EF4-FFF2-40B4-BE49-F238E27FC236}">
                <a16:creationId xmlns:a16="http://schemas.microsoft.com/office/drawing/2014/main" xmlns="" id="{3A3378E0-D5B0-E77D-89B6-E3A71E34071B}"/>
              </a:ext>
            </a:extLst>
          </p:cNvPr>
          <p:cNvGraphicFramePr>
            <a:graphicFrameLocks/>
          </p:cNvGraphicFramePr>
          <p:nvPr/>
        </p:nvGraphicFramePr>
        <p:xfrm>
          <a:off x="1024127" y="2286000"/>
          <a:ext cx="6025066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8" name="Місце для вмісту 3">
            <a:extLst>
              <a:ext uri="{FF2B5EF4-FFF2-40B4-BE49-F238E27FC236}">
                <a16:creationId xmlns:a16="http://schemas.microsoft.com/office/drawing/2014/main" xmlns="" id="{BE2CE4F5-E18C-AA2E-92E0-B74E8C4EE330}"/>
              </a:ext>
            </a:extLst>
          </p:cNvPr>
          <p:cNvGraphicFramePr>
            <a:graphicFrameLocks/>
          </p:cNvGraphicFramePr>
          <p:nvPr/>
        </p:nvGraphicFramePr>
        <p:xfrm>
          <a:off x="1024127" y="2286000"/>
          <a:ext cx="6025066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  <p:extLst>
      <p:ext uri="{BB962C8B-B14F-4D97-AF65-F5344CB8AC3E}">
        <p14:creationId xmlns:p14="http://schemas.microsoft.com/office/powerpoint/2010/main" val="2263193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Інтеграл">
  <a:themeElements>
    <a:clrScheme name="Інтеграл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Інтеграл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І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3939</Words>
  <Application>Microsoft Office PowerPoint</Application>
  <PresentationFormat>Произвольный</PresentationFormat>
  <Paragraphs>562</Paragraphs>
  <Slides>72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72</vt:i4>
      </vt:variant>
    </vt:vector>
  </HeadingPairs>
  <TitlesOfParts>
    <vt:vector size="73" baseType="lpstr">
      <vt:lpstr>Інтеграл</vt:lpstr>
      <vt:lpstr>Військово-економічне життя українських землі у складі Речі Посполитої в другій половині XVI – на поч. XVII ст.</vt:lpstr>
      <vt:lpstr>Блок 5</vt:lpstr>
      <vt:lpstr>Упродовж якого періоду тривало козацько-селянське повстання під проводом С. Наливайка?</vt:lpstr>
      <vt:lpstr>Уривок із якого документа процитовано</vt:lpstr>
      <vt:lpstr>Умови Куруківської угоди 1625 р. задовольняли інтереси лише заможної частини</vt:lpstr>
      <vt:lpstr>Укажіть провідників козацько-селянського повстання 1637–1638 рр</vt:lpstr>
      <vt:lpstr>Хто очолив повстання, про яке йдеться в уривку з історичного джерела:</vt:lpstr>
      <vt:lpstr>Яку роль в історії українського народу відіграли козацько-селянські повстання кінця XVI — початку XVII ст.?</vt:lpstr>
      <vt:lpstr>Прочитайте уривок з історичного джерела про козацькі повстання 1620-х – 1630-х рр. та виконайте завдання.</vt:lpstr>
      <vt:lpstr>Упродовж якого періоду відбувалися події, описані в уривку з історичного джерела:</vt:lpstr>
      <vt:lpstr>«Ординацією Війська Запорозького реєстрового, що перебуває на службі Речі Посполитої» 1638 р. було передбачено:</vt:lpstr>
      <vt:lpstr>Що передбачала « Ординація Війська Запорозького, що перебуває на службі Речі Посполитої...» (1638 р.)?</vt:lpstr>
      <vt:lpstr>Установіть послідовність козацьких повстань у першій половині ХVII ст.</vt:lpstr>
      <vt:lpstr>Десятиліття «Золотого спокою» - це період в історії Речі Посполитої, що тривав</vt:lpstr>
      <vt:lpstr>https://forms.gle/x9gzAYhJQXjDx2jA6</vt:lpstr>
      <vt:lpstr>Блок 4</vt:lpstr>
      <vt:lpstr>«Покозачення» в другій половині XVI – першій половині XVII ст. – це</vt:lpstr>
      <vt:lpstr>Узгодьте поняття (1–4) з його визначенням (А – Д).</vt:lpstr>
      <vt:lpstr>Належність до якої релігійної конфесії гарантувала українській шляхті доступ до посад і реалізацію прав і привілеїв у Речі Посполитій у першій половині XVII ст.?</vt:lpstr>
      <vt:lpstr>Увідповідніть стан суспільства українських земель ХV-ХVII ст. з переліком історичних понять і термінів, які дають змогу характеризувати його.</vt:lpstr>
      <vt:lpstr>Поширення Магдебурзького права в XIV–XVII ст. на українських землях сприяло</vt:lpstr>
      <vt:lpstr>Про яку форму феодальної повинності йдеться в уривку з історичного джерела:</vt:lpstr>
      <vt:lpstr>Які поняття й терміни потрібно використовувати, характеризуючи економічний розвиток українських земель у середині XVI — першій половині XVII ст.?</vt:lpstr>
      <vt:lpstr>Поширення якої форми господарювання в ХVI ст. спонукало сучасника зробити такий висновок:</vt:lpstr>
      <vt:lpstr>Який термін потрібно використовувати, характеризуючи фільваркове господарство?</vt:lpstr>
      <vt:lpstr>Що стало приводом до козацького повстання під проводом К. Косинського?</vt:lpstr>
      <vt:lpstr>Упродовж якого періоду тривало козацько-селянське повстання під проводом С. Наливайка?</vt:lpstr>
      <vt:lpstr>Уривок із якого документа процитовано</vt:lpstr>
      <vt:lpstr>Умови Куруківської угоди 1625 р. задовольняли інтереси лише заможної частини</vt:lpstr>
      <vt:lpstr>Укажіть провідників козацько-селянського повстання 1637–1638 рр</vt:lpstr>
      <vt:lpstr>https://forms.gle/NnBXCSEgEuytvM3p8</vt:lpstr>
      <vt:lpstr>Блок 3</vt:lpstr>
      <vt:lpstr>Які події суспільно-політичного життя відбулися в другій половині XVI — першій половині XVII ст.?</vt:lpstr>
      <vt:lpstr>Установіть послідовність суспільно-політичних подій другої половини XVI — першої половини XVII ст.</vt:lpstr>
      <vt:lpstr>Географічні назви Базавлук, Микитин Ріг, Чортомлик, Олешки пов’язані з місцями</vt:lpstr>
      <vt:lpstr>Адміністративно-територіальна одиниця на українських землях у складі Великого князівства Литовського та Корони Польської в XV–XVIII ст. – </vt:lpstr>
      <vt:lpstr>Фільварок — це</vt:lpstr>
      <vt:lpstr>«Панщина» — це </vt:lpstr>
      <vt:lpstr>Поява та поширення в XV–XVI ст. фільваркового господарства на українських землях було зумовлено</vt:lpstr>
      <vt:lpstr>Фільварок — це форма господарювання</vt:lpstr>
      <vt:lpstr>Про який соціально-економічний процес ідеться в Литовському статуті 1588 р.?</vt:lpstr>
      <vt:lpstr>«Покозачення» в другій половині XVI – першій половині XVII ст. – це</vt:lpstr>
      <vt:lpstr>Узгодьте поняття (1–4) з його визначенням (А – Д).</vt:lpstr>
      <vt:lpstr>У складі Руського та Брацлавського воєводств Речі Посполитої в другій половині XVI – першій половині XVII ст. перебували</vt:lpstr>
      <vt:lpstr>Належність до якої релігійної конфесії гарантувала українській шляхті доступ до посад і реалізацію прав і привілеїв у Речі Посполитій у першій половині XVII ст.?</vt:lpstr>
      <vt:lpstr>Увідповідніть стан суспільства українських земель ХV-ХVII ст. з переліком історичних понять і термінів, які дають змогу характеризувати його.</vt:lpstr>
      <vt:lpstr>Блок 2</vt:lpstr>
      <vt:lpstr>Яка подія відбулася в 1556 р.?</vt:lpstr>
      <vt:lpstr>Яка подія пов’язана із зображеним на ілюстрації діячем?</vt:lpstr>
      <vt:lpstr>Поняття «старшина» доречно використовувати стосовно</vt:lpstr>
      <vt:lpstr>Формування козацької старшини на Запорозькій Січі в ХVІ — на початку ХVІІ ст. відбувалося шляхом</vt:lpstr>
      <vt:lpstr>Проаналізуйте зображену картосхему</vt:lpstr>
      <vt:lpstr>Спираючись на подану карту, можна схарактеризувати зовнішньополітичну діяльність гетьмана</vt:lpstr>
      <vt:lpstr>Спираючись на зображені гравюри, можна характеризувати діяльність</vt:lpstr>
      <vt:lpstr>Морські походи запорозьких козаків на початку XVII ст. загострювали стосунки Речі Посполитої з</vt:lpstr>
      <vt:lpstr>У народній пісні: уславлено часи</vt:lpstr>
      <vt:lpstr> Укажіть портрет гетьмана Петра Конашевича-Сагайдачного </vt:lpstr>
      <vt:lpstr>Які події суспільно-політичного життя відбулися в другій половині XVI — першій половині XVII ст.?</vt:lpstr>
      <vt:lpstr>Установіть послідовність суспільно-політичних подій другої половини XVI — першої половини XVII ст.</vt:lpstr>
      <vt:lpstr>Географічні назви Базавлук, Микитин Ріг, Чортомлик, Олешки пов’язані з місцями</vt:lpstr>
      <vt:lpstr>Адміністративно-територіальна одиниця на українських землях у складі Великого князівства Литовського та Корони Польської в XV–XVIII ст. – </vt:lpstr>
      <vt:lpstr>Блок 1</vt:lpstr>
      <vt:lpstr>Затвердження в 70-х рр. ХVІ ст. урядом Речі Посполитої створення реєстрового війська стало політичним і правовим актом</vt:lpstr>
      <vt:lpstr>Які чинники зумовили виникнення українського козацтва в XV–XVI ст.?</vt:lpstr>
      <vt:lpstr>Яка подія відбулася в 1556 р.?</vt:lpstr>
      <vt:lpstr>Кому з діячів, на думку вчених, </vt:lpstr>
      <vt:lpstr>Яка подія пов’язана із зображеним на ілюстрації діячем?</vt:lpstr>
      <vt:lpstr>Першу Запорозьку Січ утворено на українських землях, що перебували у складі</vt:lpstr>
      <vt:lpstr>Прочитайте уривок джерела. Про кого з гетьманів ідеться?</vt:lpstr>
      <vt:lpstr>Поняття «старшина» доречно використовувати стосовно</vt:lpstr>
      <vt:lpstr>Формування козацької старшини на Запорозькій Січі в ХVІ — на початку ХVІІ ст. відбувалося шляхом</vt:lpstr>
      <vt:lpstr>На фото зображено символи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Військово-економічне життя українських землі у складі Речі Посполитої в другій половині XVI – на поч. XVII ст.</dc:title>
  <dc:creator>Сергей Корниенко</dc:creator>
  <cp:lastModifiedBy>LenovoG570</cp:lastModifiedBy>
  <cp:revision>6</cp:revision>
  <dcterms:created xsi:type="dcterms:W3CDTF">2024-10-27T08:44:43Z</dcterms:created>
  <dcterms:modified xsi:type="dcterms:W3CDTF">2024-10-27T14:19:56Z</dcterms:modified>
</cp:coreProperties>
</file>