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6" r:id="rId4"/>
    <p:sldId id="266" r:id="rId5"/>
    <p:sldId id="269" r:id="rId6"/>
    <p:sldId id="286" r:id="rId7"/>
    <p:sldId id="299" r:id="rId8"/>
    <p:sldId id="305" r:id="rId9"/>
    <p:sldId id="307" r:id="rId10"/>
    <p:sldId id="259" r:id="rId11"/>
    <p:sldId id="280" r:id="rId12"/>
    <p:sldId id="296" r:id="rId13"/>
    <p:sldId id="297" r:id="rId14"/>
    <p:sldId id="285" r:id="rId15"/>
    <p:sldId id="262" r:id="rId16"/>
    <p:sldId id="273" r:id="rId17"/>
    <p:sldId id="274" r:id="rId18"/>
    <p:sldId id="267" r:id="rId19"/>
    <p:sldId id="270" r:id="rId20"/>
    <p:sldId id="281" r:id="rId21"/>
    <p:sldId id="288" r:id="rId22"/>
    <p:sldId id="279" r:id="rId23"/>
    <p:sldId id="257" r:id="rId24"/>
    <p:sldId id="263" r:id="rId25"/>
    <p:sldId id="295" r:id="rId26"/>
    <p:sldId id="284" r:id="rId27"/>
    <p:sldId id="287" r:id="rId28"/>
    <p:sldId id="278" r:id="rId29"/>
    <p:sldId id="291" r:id="rId30"/>
    <p:sldId id="260" r:id="rId31"/>
    <p:sldId id="292" r:id="rId32"/>
    <p:sldId id="300" r:id="rId33"/>
    <p:sldId id="271" r:id="rId34"/>
    <p:sldId id="272" r:id="rId35"/>
    <p:sldId id="268" r:id="rId36"/>
    <p:sldId id="289" r:id="rId37"/>
    <p:sldId id="294" r:id="rId38"/>
    <p:sldId id="298" r:id="rId39"/>
    <p:sldId id="290" r:id="rId40"/>
    <p:sldId id="261" r:id="rId41"/>
    <p:sldId id="264" r:id="rId42"/>
    <p:sldId id="275" r:id="rId43"/>
    <p:sldId id="301" r:id="rId44"/>
    <p:sldId id="302" r:id="rId45"/>
    <p:sldId id="303" r:id="rId46"/>
    <p:sldId id="277" r:id="rId47"/>
    <p:sldId id="293" r:id="rId48"/>
    <p:sldId id="282" r:id="rId49"/>
    <p:sldId id="304" r:id="rId50"/>
    <p:sldId id="283" r:id="rId51"/>
    <p:sldId id="306" r:id="rId52"/>
    <p:sldId id="308" r:id="rId53"/>
    <p:sldId id="265" r:id="rId54"/>
    <p:sldId id="309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E55D6A0B-D1CB-4EED-B0A7-1632D185E823}">
          <p14:sldIdLst>
            <p14:sldId id="256"/>
          </p14:sldIdLst>
        </p14:section>
        <p14:section name="Передумови" id="{FCADE15C-88B6-4FDB-B7C5-F5AA1F178192}">
          <p14:sldIdLst>
            <p14:sldId id="258"/>
            <p14:sldId id="276"/>
            <p14:sldId id="266"/>
            <p14:sldId id="269"/>
            <p14:sldId id="286"/>
            <p14:sldId id="299"/>
            <p14:sldId id="305"/>
            <p14:sldId id="307"/>
          </p14:sldIdLst>
        </p14:section>
        <p14:section name="Перебіг" id="{FC89F7ED-33E2-445D-ACA6-4AE599DCE603}">
          <p14:sldIdLst>
            <p14:sldId id="259"/>
            <p14:sldId id="280"/>
            <p14:sldId id="296"/>
            <p14:sldId id="297"/>
            <p14:sldId id="285"/>
            <p14:sldId id="262"/>
            <p14:sldId id="273"/>
            <p14:sldId id="274"/>
            <p14:sldId id="267"/>
            <p14:sldId id="270"/>
            <p14:sldId id="281"/>
            <p14:sldId id="288"/>
            <p14:sldId id="279"/>
            <p14:sldId id="257"/>
            <p14:sldId id="263"/>
            <p14:sldId id="295"/>
            <p14:sldId id="284"/>
            <p14:sldId id="287"/>
            <p14:sldId id="278"/>
            <p14:sldId id="291"/>
          </p14:sldIdLst>
        </p14:section>
        <p14:section name="Політико-військові організації" id="{EB94BED9-6107-44C2-BF5C-FFE2D0362A2E}">
          <p14:sldIdLst>
            <p14:sldId id="260"/>
            <p14:sldId id="292"/>
            <p14:sldId id="300"/>
            <p14:sldId id="271"/>
            <p14:sldId id="272"/>
            <p14:sldId id="268"/>
            <p14:sldId id="289"/>
            <p14:sldId id="294"/>
            <p14:sldId id="298"/>
            <p14:sldId id="290"/>
            <p14:sldId id="261"/>
            <p14:sldId id="264"/>
            <p14:sldId id="275"/>
            <p14:sldId id="301"/>
            <p14:sldId id="302"/>
            <p14:sldId id="303"/>
            <p14:sldId id="277"/>
            <p14:sldId id="293"/>
            <p14:sldId id="282"/>
            <p14:sldId id="304"/>
            <p14:sldId id="283"/>
            <p14:sldId id="306"/>
            <p14:sldId id="308"/>
            <p14:sldId id="265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993D73-A7BB-4D2C-9613-1FBD3261CA8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4C7AE5C-5D5D-4B71-9249-17E60720D29C}">
      <dgm:prSet/>
      <dgm:spPr/>
      <dgm:t>
        <a:bodyPr/>
        <a:lstStyle/>
        <a:p>
          <a:r>
            <a:rPr lang="uk-UA" b="0" i="0"/>
            <a:t>Росії та Румунії.</a:t>
          </a:r>
          <a:endParaRPr lang="uk-UA"/>
        </a:p>
      </dgm:t>
    </dgm:pt>
    <dgm:pt modelId="{77B938D7-50C1-4E8F-B2DA-19DEF5001A74}" type="parTrans" cxnId="{22BAC19E-3900-49B1-AD06-CE41EDB21036}">
      <dgm:prSet/>
      <dgm:spPr/>
      <dgm:t>
        <a:bodyPr/>
        <a:lstStyle/>
        <a:p>
          <a:endParaRPr lang="uk-UA"/>
        </a:p>
      </dgm:t>
    </dgm:pt>
    <dgm:pt modelId="{DAB25073-D342-4973-AFD7-5317AB58570B}" type="sibTrans" cxnId="{22BAC19E-3900-49B1-AD06-CE41EDB21036}">
      <dgm:prSet/>
      <dgm:spPr/>
      <dgm:t>
        <a:bodyPr/>
        <a:lstStyle/>
        <a:p>
          <a:endParaRPr lang="uk-UA"/>
        </a:p>
      </dgm:t>
    </dgm:pt>
    <dgm:pt modelId="{1DD4A3C7-59BB-4CE6-8435-BEAA1F345504}">
      <dgm:prSet/>
      <dgm:spPr/>
      <dgm:t>
        <a:bodyPr/>
        <a:lstStyle/>
        <a:p>
          <a:r>
            <a:rPr lang="uk-UA" b="0" i="0"/>
            <a:t>Румунії та Польщі.</a:t>
          </a:r>
          <a:endParaRPr lang="uk-UA"/>
        </a:p>
      </dgm:t>
    </dgm:pt>
    <dgm:pt modelId="{2D9BE396-D3D1-4134-8F27-5CB01222A594}" type="parTrans" cxnId="{297C4B1E-2421-4F20-98A9-B95A517BD229}">
      <dgm:prSet/>
      <dgm:spPr/>
      <dgm:t>
        <a:bodyPr/>
        <a:lstStyle/>
        <a:p>
          <a:endParaRPr lang="uk-UA"/>
        </a:p>
      </dgm:t>
    </dgm:pt>
    <dgm:pt modelId="{06270570-D476-42A6-8309-F3F69FAF2A62}" type="sibTrans" cxnId="{297C4B1E-2421-4F20-98A9-B95A517BD229}">
      <dgm:prSet/>
      <dgm:spPr/>
      <dgm:t>
        <a:bodyPr/>
        <a:lstStyle/>
        <a:p>
          <a:endParaRPr lang="uk-UA"/>
        </a:p>
      </dgm:t>
    </dgm:pt>
    <dgm:pt modelId="{223E887C-BAFA-4772-8E35-8F7780A9B15A}">
      <dgm:prSet/>
      <dgm:spPr/>
      <dgm:t>
        <a:bodyPr/>
        <a:lstStyle/>
        <a:p>
          <a:r>
            <a:rPr lang="uk-UA" b="0" i="0"/>
            <a:t>Польщі та Австро-Угорщини.</a:t>
          </a:r>
          <a:endParaRPr lang="uk-UA"/>
        </a:p>
      </dgm:t>
    </dgm:pt>
    <dgm:pt modelId="{AF8EA5C0-5CA9-4529-9D9A-FADE104F0062}" type="parTrans" cxnId="{F6BF9A86-ACA5-49D5-87AC-FD4A96FF96DF}">
      <dgm:prSet/>
      <dgm:spPr/>
      <dgm:t>
        <a:bodyPr/>
        <a:lstStyle/>
        <a:p>
          <a:endParaRPr lang="uk-UA"/>
        </a:p>
      </dgm:t>
    </dgm:pt>
    <dgm:pt modelId="{D1A8A160-F3C4-4469-BF86-9AE8C28683D0}" type="sibTrans" cxnId="{F6BF9A86-ACA5-49D5-87AC-FD4A96FF96DF}">
      <dgm:prSet/>
      <dgm:spPr/>
      <dgm:t>
        <a:bodyPr/>
        <a:lstStyle/>
        <a:p>
          <a:endParaRPr lang="uk-UA"/>
        </a:p>
      </dgm:t>
    </dgm:pt>
    <dgm:pt modelId="{2FB6D047-C46C-4FA3-98AC-3CE8FE2439A6}">
      <dgm:prSet/>
      <dgm:spPr/>
      <dgm:t>
        <a:bodyPr/>
        <a:lstStyle/>
        <a:p>
          <a:r>
            <a:rPr lang="uk-UA" b="0" i="0"/>
            <a:t>Австро-Угорщини та Росії.</a:t>
          </a:r>
          <a:endParaRPr lang="uk-UA"/>
        </a:p>
      </dgm:t>
    </dgm:pt>
    <dgm:pt modelId="{3A094A67-5E5B-4A51-9A25-F8DED86E8E38}" type="parTrans" cxnId="{91452859-D762-4CC5-B25C-E786BB047568}">
      <dgm:prSet/>
      <dgm:spPr/>
      <dgm:t>
        <a:bodyPr/>
        <a:lstStyle/>
        <a:p>
          <a:endParaRPr lang="uk-UA"/>
        </a:p>
      </dgm:t>
    </dgm:pt>
    <dgm:pt modelId="{166F44DC-657B-46F3-965B-4751F344FCA8}" type="sibTrans" cxnId="{91452859-D762-4CC5-B25C-E786BB047568}">
      <dgm:prSet/>
      <dgm:spPr/>
      <dgm:t>
        <a:bodyPr/>
        <a:lstStyle/>
        <a:p>
          <a:endParaRPr lang="uk-UA"/>
        </a:p>
      </dgm:t>
    </dgm:pt>
    <dgm:pt modelId="{C9067C1B-E7B0-4912-8989-9DD19ED2B64E}" type="pres">
      <dgm:prSet presAssocID="{36993D73-A7BB-4D2C-9613-1FBD3261CA8E}" presName="linear" presStyleCnt="0">
        <dgm:presLayoutVars>
          <dgm:animLvl val="lvl"/>
          <dgm:resizeHandles val="exact"/>
        </dgm:presLayoutVars>
      </dgm:prSet>
      <dgm:spPr/>
    </dgm:pt>
    <dgm:pt modelId="{BF5385D8-6977-483E-B71D-EF7525C4D707}" type="pres">
      <dgm:prSet presAssocID="{D4C7AE5C-5D5D-4B71-9249-17E60720D2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D621EE1-F7CB-473D-B30B-13F15E51561A}" type="pres">
      <dgm:prSet presAssocID="{DAB25073-D342-4973-AFD7-5317AB58570B}" presName="spacer" presStyleCnt="0"/>
      <dgm:spPr/>
    </dgm:pt>
    <dgm:pt modelId="{391289B5-9476-41B8-ACCB-C9884017F5AF}" type="pres">
      <dgm:prSet presAssocID="{1DD4A3C7-59BB-4CE6-8435-BEAA1F34550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FAC180-3E09-4A88-A865-C2BEDA3E741B}" type="pres">
      <dgm:prSet presAssocID="{06270570-D476-42A6-8309-F3F69FAF2A62}" presName="spacer" presStyleCnt="0"/>
      <dgm:spPr/>
    </dgm:pt>
    <dgm:pt modelId="{B02F01E3-EE6D-4A95-806C-D9CDF8C974EB}" type="pres">
      <dgm:prSet presAssocID="{223E887C-BAFA-4772-8E35-8F7780A9B15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45F5CCF-0CE7-454D-BC5B-2BFA652845B3}" type="pres">
      <dgm:prSet presAssocID="{D1A8A160-F3C4-4469-BF86-9AE8C28683D0}" presName="spacer" presStyleCnt="0"/>
      <dgm:spPr/>
    </dgm:pt>
    <dgm:pt modelId="{409CA169-1B0B-4FB8-B899-8A22D4F4860A}" type="pres">
      <dgm:prSet presAssocID="{2FB6D047-C46C-4FA3-98AC-3CE8FE2439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97C4B1E-2421-4F20-98A9-B95A517BD229}" srcId="{36993D73-A7BB-4D2C-9613-1FBD3261CA8E}" destId="{1DD4A3C7-59BB-4CE6-8435-BEAA1F345504}" srcOrd="1" destOrd="0" parTransId="{2D9BE396-D3D1-4134-8F27-5CB01222A594}" sibTransId="{06270570-D476-42A6-8309-F3F69FAF2A62}"/>
    <dgm:cxn modelId="{342B1628-C91F-40DC-9745-2AA3262B4666}" type="presOf" srcId="{36993D73-A7BB-4D2C-9613-1FBD3261CA8E}" destId="{C9067C1B-E7B0-4912-8989-9DD19ED2B64E}" srcOrd="0" destOrd="0" presId="urn:microsoft.com/office/officeart/2005/8/layout/vList2"/>
    <dgm:cxn modelId="{CBA36129-19A7-4612-BDC4-34E070DC3853}" type="presOf" srcId="{1DD4A3C7-59BB-4CE6-8435-BEAA1F345504}" destId="{391289B5-9476-41B8-ACCB-C9884017F5AF}" srcOrd="0" destOrd="0" presId="urn:microsoft.com/office/officeart/2005/8/layout/vList2"/>
    <dgm:cxn modelId="{30596832-97C3-45D4-8478-5707B799FBD3}" type="presOf" srcId="{223E887C-BAFA-4772-8E35-8F7780A9B15A}" destId="{B02F01E3-EE6D-4A95-806C-D9CDF8C974EB}" srcOrd="0" destOrd="0" presId="urn:microsoft.com/office/officeart/2005/8/layout/vList2"/>
    <dgm:cxn modelId="{2FF59362-540D-4C89-A8A5-C9F5CB563557}" type="presOf" srcId="{2FB6D047-C46C-4FA3-98AC-3CE8FE2439A6}" destId="{409CA169-1B0B-4FB8-B899-8A22D4F4860A}" srcOrd="0" destOrd="0" presId="urn:microsoft.com/office/officeart/2005/8/layout/vList2"/>
    <dgm:cxn modelId="{91452859-D762-4CC5-B25C-E786BB047568}" srcId="{36993D73-A7BB-4D2C-9613-1FBD3261CA8E}" destId="{2FB6D047-C46C-4FA3-98AC-3CE8FE2439A6}" srcOrd="3" destOrd="0" parTransId="{3A094A67-5E5B-4A51-9A25-F8DED86E8E38}" sibTransId="{166F44DC-657B-46F3-965B-4751F344FCA8}"/>
    <dgm:cxn modelId="{F6BF9A86-ACA5-49D5-87AC-FD4A96FF96DF}" srcId="{36993D73-A7BB-4D2C-9613-1FBD3261CA8E}" destId="{223E887C-BAFA-4772-8E35-8F7780A9B15A}" srcOrd="2" destOrd="0" parTransId="{AF8EA5C0-5CA9-4529-9D9A-FADE104F0062}" sibTransId="{D1A8A160-F3C4-4469-BF86-9AE8C28683D0}"/>
    <dgm:cxn modelId="{22BAC19E-3900-49B1-AD06-CE41EDB21036}" srcId="{36993D73-A7BB-4D2C-9613-1FBD3261CA8E}" destId="{D4C7AE5C-5D5D-4B71-9249-17E60720D29C}" srcOrd="0" destOrd="0" parTransId="{77B938D7-50C1-4E8F-B2DA-19DEF5001A74}" sibTransId="{DAB25073-D342-4973-AFD7-5317AB58570B}"/>
    <dgm:cxn modelId="{72B862D7-F896-480F-AAB6-AD7459A34D8B}" type="presOf" srcId="{D4C7AE5C-5D5D-4B71-9249-17E60720D29C}" destId="{BF5385D8-6977-483E-B71D-EF7525C4D707}" srcOrd="0" destOrd="0" presId="urn:microsoft.com/office/officeart/2005/8/layout/vList2"/>
    <dgm:cxn modelId="{6F58490B-6F17-403B-AF04-246C7E7CEBF4}" type="presParOf" srcId="{C9067C1B-E7B0-4912-8989-9DD19ED2B64E}" destId="{BF5385D8-6977-483E-B71D-EF7525C4D707}" srcOrd="0" destOrd="0" presId="urn:microsoft.com/office/officeart/2005/8/layout/vList2"/>
    <dgm:cxn modelId="{63D6C4D5-77BF-49B0-AD6C-EF3FC7846E6C}" type="presParOf" srcId="{C9067C1B-E7B0-4912-8989-9DD19ED2B64E}" destId="{ED621EE1-F7CB-473D-B30B-13F15E51561A}" srcOrd="1" destOrd="0" presId="urn:microsoft.com/office/officeart/2005/8/layout/vList2"/>
    <dgm:cxn modelId="{CF5BC0C4-FF30-451D-A32C-A6EFFA67707F}" type="presParOf" srcId="{C9067C1B-E7B0-4912-8989-9DD19ED2B64E}" destId="{391289B5-9476-41B8-ACCB-C9884017F5AF}" srcOrd="2" destOrd="0" presId="urn:microsoft.com/office/officeart/2005/8/layout/vList2"/>
    <dgm:cxn modelId="{6E9677B8-37D2-43A3-B0E1-A505DCC38FFA}" type="presParOf" srcId="{C9067C1B-E7B0-4912-8989-9DD19ED2B64E}" destId="{B6FAC180-3E09-4A88-A865-C2BEDA3E741B}" srcOrd="3" destOrd="0" presId="urn:microsoft.com/office/officeart/2005/8/layout/vList2"/>
    <dgm:cxn modelId="{CA543FAA-5ABB-4D82-AC3E-68835CCB9DC3}" type="presParOf" srcId="{C9067C1B-E7B0-4912-8989-9DD19ED2B64E}" destId="{B02F01E3-EE6D-4A95-806C-D9CDF8C974EB}" srcOrd="4" destOrd="0" presId="urn:microsoft.com/office/officeart/2005/8/layout/vList2"/>
    <dgm:cxn modelId="{A9C76B4B-C34D-431B-B453-6914469F0E37}" type="presParOf" srcId="{C9067C1B-E7B0-4912-8989-9DD19ED2B64E}" destId="{745F5CCF-0CE7-454D-BC5B-2BFA652845B3}" srcOrd="5" destOrd="0" presId="urn:microsoft.com/office/officeart/2005/8/layout/vList2"/>
    <dgm:cxn modelId="{7D89E378-4AE8-45D1-AB2B-E8A41D9776F3}" type="presParOf" srcId="{C9067C1B-E7B0-4912-8989-9DD19ED2B64E}" destId="{409CA169-1B0B-4FB8-B899-8A22D4F4860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A16DCA-A624-4072-A2EE-04EDDD364B7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5E4CF7C-2F30-427F-AFD8-FE0E2FC93B9F}">
      <dgm:prSet/>
      <dgm:spPr/>
      <dgm:t>
        <a:bodyPr/>
        <a:lstStyle/>
        <a:p>
          <a:r>
            <a:rPr lang="uk-UA" b="0" i="0"/>
            <a:t>Росія</a:t>
          </a:r>
          <a:endParaRPr lang="uk-UA"/>
        </a:p>
      </dgm:t>
    </dgm:pt>
    <dgm:pt modelId="{B7292EC5-26C5-4164-B367-4C9A34F241F0}" type="parTrans" cxnId="{437BC553-9720-428B-B37D-719125A06ACE}">
      <dgm:prSet/>
      <dgm:spPr/>
      <dgm:t>
        <a:bodyPr/>
        <a:lstStyle/>
        <a:p>
          <a:endParaRPr lang="uk-UA"/>
        </a:p>
      </dgm:t>
    </dgm:pt>
    <dgm:pt modelId="{B4F6C3DC-42FC-4E39-A186-5BE3D4DC46BE}" type="sibTrans" cxnId="{437BC553-9720-428B-B37D-719125A06ACE}">
      <dgm:prSet/>
      <dgm:spPr/>
      <dgm:t>
        <a:bodyPr/>
        <a:lstStyle/>
        <a:p>
          <a:endParaRPr lang="uk-UA"/>
        </a:p>
      </dgm:t>
    </dgm:pt>
    <dgm:pt modelId="{33E50297-366E-498F-A12A-00283E7CBF33}">
      <dgm:prSet/>
      <dgm:spPr/>
      <dgm:t>
        <a:bodyPr/>
        <a:lstStyle/>
        <a:p>
          <a:r>
            <a:rPr lang="uk-UA" b="0" i="0"/>
            <a:t>Румунія</a:t>
          </a:r>
          <a:endParaRPr lang="uk-UA"/>
        </a:p>
      </dgm:t>
    </dgm:pt>
    <dgm:pt modelId="{A67AFA58-0E29-4FB2-B92D-9CDB994A75E7}" type="parTrans" cxnId="{5FA0BCB8-0C2A-4B5C-8908-21FB4161865E}">
      <dgm:prSet/>
      <dgm:spPr/>
      <dgm:t>
        <a:bodyPr/>
        <a:lstStyle/>
        <a:p>
          <a:endParaRPr lang="uk-UA"/>
        </a:p>
      </dgm:t>
    </dgm:pt>
    <dgm:pt modelId="{0DA30035-CF68-4116-A3AD-BF264D8011C6}" type="sibTrans" cxnId="{5FA0BCB8-0C2A-4B5C-8908-21FB4161865E}">
      <dgm:prSet/>
      <dgm:spPr/>
      <dgm:t>
        <a:bodyPr/>
        <a:lstStyle/>
        <a:p>
          <a:endParaRPr lang="uk-UA"/>
        </a:p>
      </dgm:t>
    </dgm:pt>
    <dgm:pt modelId="{198C6825-4B84-48A3-B4A2-3531B4BBC44C}">
      <dgm:prSet/>
      <dgm:spPr/>
      <dgm:t>
        <a:bodyPr/>
        <a:lstStyle/>
        <a:p>
          <a:r>
            <a:rPr lang="uk-UA" b="0" i="0"/>
            <a:t>Німеччина</a:t>
          </a:r>
          <a:endParaRPr lang="uk-UA"/>
        </a:p>
      </dgm:t>
    </dgm:pt>
    <dgm:pt modelId="{4DDA52A3-82D7-460F-9CAC-4950F490E613}" type="parTrans" cxnId="{61FC84C2-D8C4-4747-9E11-DC8C37CBF911}">
      <dgm:prSet/>
      <dgm:spPr/>
      <dgm:t>
        <a:bodyPr/>
        <a:lstStyle/>
        <a:p>
          <a:endParaRPr lang="uk-UA"/>
        </a:p>
      </dgm:t>
    </dgm:pt>
    <dgm:pt modelId="{7F805E39-FF6D-43DE-A95B-09C56E6CBF21}" type="sibTrans" cxnId="{61FC84C2-D8C4-4747-9E11-DC8C37CBF911}">
      <dgm:prSet/>
      <dgm:spPr/>
      <dgm:t>
        <a:bodyPr/>
        <a:lstStyle/>
        <a:p>
          <a:endParaRPr lang="uk-UA"/>
        </a:p>
      </dgm:t>
    </dgm:pt>
    <dgm:pt modelId="{9034F7A4-4286-4F77-BE15-E2DD77E7BB45}">
      <dgm:prSet/>
      <dgm:spPr/>
      <dgm:t>
        <a:bodyPr/>
        <a:lstStyle/>
        <a:p>
          <a:r>
            <a:rPr lang="uk-UA" b="0" i="0"/>
            <a:t>Австро-Угорщина</a:t>
          </a:r>
          <a:endParaRPr lang="uk-UA"/>
        </a:p>
      </dgm:t>
    </dgm:pt>
    <dgm:pt modelId="{80A24C0C-A22F-49C5-B672-95AC798DCE75}" type="parTrans" cxnId="{AFD08AA0-F58D-406A-9E14-40A337DA150C}">
      <dgm:prSet/>
      <dgm:spPr/>
      <dgm:t>
        <a:bodyPr/>
        <a:lstStyle/>
        <a:p>
          <a:endParaRPr lang="uk-UA"/>
        </a:p>
      </dgm:t>
    </dgm:pt>
    <dgm:pt modelId="{E5CEC75A-B76C-41EC-8A59-0ABC7FEF188B}" type="sibTrans" cxnId="{AFD08AA0-F58D-406A-9E14-40A337DA150C}">
      <dgm:prSet/>
      <dgm:spPr/>
      <dgm:t>
        <a:bodyPr/>
        <a:lstStyle/>
        <a:p>
          <a:endParaRPr lang="uk-UA"/>
        </a:p>
      </dgm:t>
    </dgm:pt>
    <dgm:pt modelId="{C4DC3D2D-751A-4AB9-B344-F0BD1613E495}" type="pres">
      <dgm:prSet presAssocID="{E4A16DCA-A624-4072-A2EE-04EDDD364B7D}" presName="matrix" presStyleCnt="0">
        <dgm:presLayoutVars>
          <dgm:chMax val="1"/>
          <dgm:dir/>
          <dgm:resizeHandles val="exact"/>
        </dgm:presLayoutVars>
      </dgm:prSet>
      <dgm:spPr/>
    </dgm:pt>
    <dgm:pt modelId="{2757224B-3E33-47EE-8E24-83D4924D8DE4}" type="pres">
      <dgm:prSet presAssocID="{E4A16DCA-A624-4072-A2EE-04EDDD364B7D}" presName="diamond" presStyleLbl="bgShp" presStyleIdx="0" presStyleCnt="1"/>
      <dgm:spPr/>
    </dgm:pt>
    <dgm:pt modelId="{A3D79B1C-B843-4361-A153-6BB972615BAC}" type="pres">
      <dgm:prSet presAssocID="{E4A16DCA-A624-4072-A2EE-04EDDD364B7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05A34A3-84A2-44F4-858F-79F5FF18336E}" type="pres">
      <dgm:prSet presAssocID="{E4A16DCA-A624-4072-A2EE-04EDDD364B7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7D5610C-1B6B-42A8-9EAC-93C36A0DBC3B}" type="pres">
      <dgm:prSet presAssocID="{E4A16DCA-A624-4072-A2EE-04EDDD364B7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E145E74-C599-40E4-8121-A2AF205AA8B2}" type="pres">
      <dgm:prSet presAssocID="{E4A16DCA-A624-4072-A2EE-04EDDD364B7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7091317-71CB-4882-A3CA-5E45ABCE88F1}" type="presOf" srcId="{55E4CF7C-2F30-427F-AFD8-FE0E2FC93B9F}" destId="{A3D79B1C-B843-4361-A153-6BB972615BAC}" srcOrd="0" destOrd="0" presId="urn:microsoft.com/office/officeart/2005/8/layout/matrix3"/>
    <dgm:cxn modelId="{D6916362-113B-4F91-A638-ECCA9BE00D7B}" type="presOf" srcId="{33E50297-366E-498F-A12A-00283E7CBF33}" destId="{105A34A3-84A2-44F4-858F-79F5FF18336E}" srcOrd="0" destOrd="0" presId="urn:microsoft.com/office/officeart/2005/8/layout/matrix3"/>
    <dgm:cxn modelId="{437BC553-9720-428B-B37D-719125A06ACE}" srcId="{E4A16DCA-A624-4072-A2EE-04EDDD364B7D}" destId="{55E4CF7C-2F30-427F-AFD8-FE0E2FC93B9F}" srcOrd="0" destOrd="0" parTransId="{B7292EC5-26C5-4164-B367-4C9A34F241F0}" sibTransId="{B4F6C3DC-42FC-4E39-A186-5BE3D4DC46BE}"/>
    <dgm:cxn modelId="{540FD286-EFC3-426E-8D00-690B2DD93EFD}" type="presOf" srcId="{E4A16DCA-A624-4072-A2EE-04EDDD364B7D}" destId="{C4DC3D2D-751A-4AB9-B344-F0BD1613E495}" srcOrd="0" destOrd="0" presId="urn:microsoft.com/office/officeart/2005/8/layout/matrix3"/>
    <dgm:cxn modelId="{AFD08AA0-F58D-406A-9E14-40A337DA150C}" srcId="{E4A16DCA-A624-4072-A2EE-04EDDD364B7D}" destId="{9034F7A4-4286-4F77-BE15-E2DD77E7BB45}" srcOrd="3" destOrd="0" parTransId="{80A24C0C-A22F-49C5-B672-95AC798DCE75}" sibTransId="{E5CEC75A-B76C-41EC-8A59-0ABC7FEF188B}"/>
    <dgm:cxn modelId="{5FA0BCB8-0C2A-4B5C-8908-21FB4161865E}" srcId="{E4A16DCA-A624-4072-A2EE-04EDDD364B7D}" destId="{33E50297-366E-498F-A12A-00283E7CBF33}" srcOrd="1" destOrd="0" parTransId="{A67AFA58-0E29-4FB2-B92D-9CDB994A75E7}" sibTransId="{0DA30035-CF68-4116-A3AD-BF264D8011C6}"/>
    <dgm:cxn modelId="{61FC84C2-D8C4-4747-9E11-DC8C37CBF911}" srcId="{E4A16DCA-A624-4072-A2EE-04EDDD364B7D}" destId="{198C6825-4B84-48A3-B4A2-3531B4BBC44C}" srcOrd="2" destOrd="0" parTransId="{4DDA52A3-82D7-460F-9CAC-4950F490E613}" sibTransId="{7F805E39-FF6D-43DE-A95B-09C56E6CBF21}"/>
    <dgm:cxn modelId="{72B877EC-BFA8-449B-A36A-9230E8E46B5B}" type="presOf" srcId="{198C6825-4B84-48A3-B4A2-3531B4BBC44C}" destId="{B7D5610C-1B6B-42A8-9EAC-93C36A0DBC3B}" srcOrd="0" destOrd="0" presId="urn:microsoft.com/office/officeart/2005/8/layout/matrix3"/>
    <dgm:cxn modelId="{92D24FF3-B9AC-4D22-9A4D-B27DC586B7F4}" type="presOf" srcId="{9034F7A4-4286-4F77-BE15-E2DD77E7BB45}" destId="{7E145E74-C599-40E4-8121-A2AF205AA8B2}" srcOrd="0" destOrd="0" presId="urn:microsoft.com/office/officeart/2005/8/layout/matrix3"/>
    <dgm:cxn modelId="{E0C66FB4-57BF-45DF-930A-30E99BEDB7FD}" type="presParOf" srcId="{C4DC3D2D-751A-4AB9-B344-F0BD1613E495}" destId="{2757224B-3E33-47EE-8E24-83D4924D8DE4}" srcOrd="0" destOrd="0" presId="urn:microsoft.com/office/officeart/2005/8/layout/matrix3"/>
    <dgm:cxn modelId="{267DA6BA-B109-4AF6-A406-AF0880E7F9A4}" type="presParOf" srcId="{C4DC3D2D-751A-4AB9-B344-F0BD1613E495}" destId="{A3D79B1C-B843-4361-A153-6BB972615BAC}" srcOrd="1" destOrd="0" presId="urn:microsoft.com/office/officeart/2005/8/layout/matrix3"/>
    <dgm:cxn modelId="{28DD097C-3A9C-4E7B-A484-4C8854E73698}" type="presParOf" srcId="{C4DC3D2D-751A-4AB9-B344-F0BD1613E495}" destId="{105A34A3-84A2-44F4-858F-79F5FF18336E}" srcOrd="2" destOrd="0" presId="urn:microsoft.com/office/officeart/2005/8/layout/matrix3"/>
    <dgm:cxn modelId="{72BE16E6-A594-44BB-879D-227D75F66072}" type="presParOf" srcId="{C4DC3D2D-751A-4AB9-B344-F0BD1613E495}" destId="{B7D5610C-1B6B-42A8-9EAC-93C36A0DBC3B}" srcOrd="3" destOrd="0" presId="urn:microsoft.com/office/officeart/2005/8/layout/matrix3"/>
    <dgm:cxn modelId="{9086AB2C-0C3A-4326-AC33-07D4B027D968}" type="presParOf" srcId="{C4DC3D2D-751A-4AB9-B344-F0BD1613E495}" destId="{7E145E74-C599-40E4-8121-A2AF205AA8B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4882CD-31DE-46F0-995E-1B56349A50B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35BEED-60AD-4CE2-AA86-62FD50A0F014}">
      <dgm:prSet/>
      <dgm:spPr/>
      <dgm:t>
        <a:bodyPr/>
        <a:lstStyle/>
        <a:p>
          <a:r>
            <a:rPr lang="uk-UA" b="0" i="0"/>
            <a:t>Волинню та Поділлям.</a:t>
          </a:r>
          <a:endParaRPr lang="uk-UA"/>
        </a:p>
      </dgm:t>
    </dgm:pt>
    <dgm:pt modelId="{9E5C4F4C-53AE-418E-9AEA-4BFCBE69EBD9}" type="parTrans" cxnId="{706FF813-D6BF-4038-8255-BFE64B1BAA7A}">
      <dgm:prSet/>
      <dgm:spPr/>
      <dgm:t>
        <a:bodyPr/>
        <a:lstStyle/>
        <a:p>
          <a:endParaRPr lang="uk-UA"/>
        </a:p>
      </dgm:t>
    </dgm:pt>
    <dgm:pt modelId="{2F80E199-2F38-4672-91F6-43C5CD7A67E2}" type="sibTrans" cxnId="{706FF813-D6BF-4038-8255-BFE64B1BAA7A}">
      <dgm:prSet/>
      <dgm:spPr/>
      <dgm:t>
        <a:bodyPr/>
        <a:lstStyle/>
        <a:p>
          <a:endParaRPr lang="uk-UA"/>
        </a:p>
      </dgm:t>
    </dgm:pt>
    <dgm:pt modelId="{97EF3434-57EB-4DF7-828C-8AF020C73A40}">
      <dgm:prSet/>
      <dgm:spPr/>
      <dgm:t>
        <a:bodyPr/>
        <a:lstStyle/>
        <a:p>
          <a:r>
            <a:rPr lang="uk-UA" b="0" i="0"/>
            <a:t>Донбасом і Придніпров’ям.</a:t>
          </a:r>
          <a:endParaRPr lang="uk-UA"/>
        </a:p>
      </dgm:t>
    </dgm:pt>
    <dgm:pt modelId="{EB1EC306-4F6D-4A11-B723-67896ECC41D6}" type="parTrans" cxnId="{3896A03F-DB95-4159-95A4-576EF11BE307}">
      <dgm:prSet/>
      <dgm:spPr/>
      <dgm:t>
        <a:bodyPr/>
        <a:lstStyle/>
        <a:p>
          <a:endParaRPr lang="uk-UA"/>
        </a:p>
      </dgm:t>
    </dgm:pt>
    <dgm:pt modelId="{7F16E6FB-1584-4CC0-9860-18CF72E33C78}" type="sibTrans" cxnId="{3896A03F-DB95-4159-95A4-576EF11BE307}">
      <dgm:prSet/>
      <dgm:spPr/>
      <dgm:t>
        <a:bodyPr/>
        <a:lstStyle/>
        <a:p>
          <a:endParaRPr lang="uk-UA"/>
        </a:p>
      </dgm:t>
    </dgm:pt>
    <dgm:pt modelId="{96CCEB75-0B0B-4DA5-A118-3328B92C4734}">
      <dgm:prSet/>
      <dgm:spPr/>
      <dgm:t>
        <a:bodyPr/>
        <a:lstStyle/>
        <a:p>
          <a:r>
            <a:rPr lang="uk-UA" b="0" i="0"/>
            <a:t>Північною Буковиною та Бессарабією.</a:t>
          </a:r>
          <a:endParaRPr lang="uk-UA"/>
        </a:p>
      </dgm:t>
    </dgm:pt>
    <dgm:pt modelId="{8482D49E-1931-4E1E-BA1C-6FB7A080B882}" type="parTrans" cxnId="{7234769C-A4DC-4557-8100-89D8A645C31A}">
      <dgm:prSet/>
      <dgm:spPr/>
      <dgm:t>
        <a:bodyPr/>
        <a:lstStyle/>
        <a:p>
          <a:endParaRPr lang="uk-UA"/>
        </a:p>
      </dgm:t>
    </dgm:pt>
    <dgm:pt modelId="{12D3FF43-E096-4E3D-85C2-64055E8B1647}" type="sibTrans" cxnId="{7234769C-A4DC-4557-8100-89D8A645C31A}">
      <dgm:prSet/>
      <dgm:spPr/>
      <dgm:t>
        <a:bodyPr/>
        <a:lstStyle/>
        <a:p>
          <a:endParaRPr lang="uk-UA"/>
        </a:p>
      </dgm:t>
    </dgm:pt>
    <dgm:pt modelId="{FB56AB5F-935E-4A2D-8F94-B6ECAAFBAA9F}">
      <dgm:prSet/>
      <dgm:spPr/>
      <dgm:t>
        <a:bodyPr/>
        <a:lstStyle/>
        <a:p>
          <a:r>
            <a:rPr lang="uk-UA" b="0" i="0"/>
            <a:t>Східною Галичиною та Північною Буковиною.</a:t>
          </a:r>
          <a:endParaRPr lang="uk-UA"/>
        </a:p>
      </dgm:t>
    </dgm:pt>
    <dgm:pt modelId="{998D09E1-51C4-426C-8B6A-4DFB5C36B409}" type="parTrans" cxnId="{557FDF3B-5A0C-4700-B407-FB4A2F38A4A4}">
      <dgm:prSet/>
      <dgm:spPr/>
      <dgm:t>
        <a:bodyPr/>
        <a:lstStyle/>
        <a:p>
          <a:endParaRPr lang="uk-UA"/>
        </a:p>
      </dgm:t>
    </dgm:pt>
    <dgm:pt modelId="{7EBA172B-FC3C-49FA-883E-7CC97F7CA76C}" type="sibTrans" cxnId="{557FDF3B-5A0C-4700-B407-FB4A2F38A4A4}">
      <dgm:prSet/>
      <dgm:spPr/>
      <dgm:t>
        <a:bodyPr/>
        <a:lstStyle/>
        <a:p>
          <a:endParaRPr lang="uk-UA"/>
        </a:p>
      </dgm:t>
    </dgm:pt>
    <dgm:pt modelId="{817C18D6-CA41-496D-841B-F8FBC691ADF5}" type="pres">
      <dgm:prSet presAssocID="{974882CD-31DE-46F0-995E-1B56349A50B4}" presName="Name0" presStyleCnt="0">
        <dgm:presLayoutVars>
          <dgm:chMax val="7"/>
          <dgm:chPref val="7"/>
          <dgm:dir/>
        </dgm:presLayoutVars>
      </dgm:prSet>
      <dgm:spPr/>
    </dgm:pt>
    <dgm:pt modelId="{DF208A1D-1AB9-40F6-B687-ED3FDFE44724}" type="pres">
      <dgm:prSet presAssocID="{974882CD-31DE-46F0-995E-1B56349A50B4}" presName="Name1" presStyleCnt="0"/>
      <dgm:spPr/>
    </dgm:pt>
    <dgm:pt modelId="{5D4D15A6-65A8-47A6-A557-9BAFBC292278}" type="pres">
      <dgm:prSet presAssocID="{974882CD-31DE-46F0-995E-1B56349A50B4}" presName="cycle" presStyleCnt="0"/>
      <dgm:spPr/>
    </dgm:pt>
    <dgm:pt modelId="{014A098B-8277-46FE-A1BE-2EA7CA10F707}" type="pres">
      <dgm:prSet presAssocID="{974882CD-31DE-46F0-995E-1B56349A50B4}" presName="srcNode" presStyleLbl="node1" presStyleIdx="0" presStyleCnt="4"/>
      <dgm:spPr/>
    </dgm:pt>
    <dgm:pt modelId="{49EB3F69-7578-4046-91F1-3CF26AC3B3F1}" type="pres">
      <dgm:prSet presAssocID="{974882CD-31DE-46F0-995E-1B56349A50B4}" presName="conn" presStyleLbl="parChTrans1D2" presStyleIdx="0" presStyleCnt="1"/>
      <dgm:spPr/>
    </dgm:pt>
    <dgm:pt modelId="{28C76876-C3E0-4BA8-BB18-766EB76F1594}" type="pres">
      <dgm:prSet presAssocID="{974882CD-31DE-46F0-995E-1B56349A50B4}" presName="extraNode" presStyleLbl="node1" presStyleIdx="0" presStyleCnt="4"/>
      <dgm:spPr/>
    </dgm:pt>
    <dgm:pt modelId="{4924A1D8-ED30-4264-978B-C9C21116FD2A}" type="pres">
      <dgm:prSet presAssocID="{974882CD-31DE-46F0-995E-1B56349A50B4}" presName="dstNode" presStyleLbl="node1" presStyleIdx="0" presStyleCnt="4"/>
      <dgm:spPr/>
    </dgm:pt>
    <dgm:pt modelId="{C6334678-A79A-44D7-9840-683B203213A8}" type="pres">
      <dgm:prSet presAssocID="{6235BEED-60AD-4CE2-AA86-62FD50A0F014}" presName="text_1" presStyleLbl="node1" presStyleIdx="0" presStyleCnt="4">
        <dgm:presLayoutVars>
          <dgm:bulletEnabled val="1"/>
        </dgm:presLayoutVars>
      </dgm:prSet>
      <dgm:spPr/>
    </dgm:pt>
    <dgm:pt modelId="{ED164310-985C-470B-92E6-0808878DF1B4}" type="pres">
      <dgm:prSet presAssocID="{6235BEED-60AD-4CE2-AA86-62FD50A0F014}" presName="accent_1" presStyleCnt="0"/>
      <dgm:spPr/>
    </dgm:pt>
    <dgm:pt modelId="{9D3971BD-501B-4420-A3B2-D4822606EE69}" type="pres">
      <dgm:prSet presAssocID="{6235BEED-60AD-4CE2-AA86-62FD50A0F014}" presName="accentRepeatNode" presStyleLbl="solidFgAcc1" presStyleIdx="0" presStyleCnt="4"/>
      <dgm:spPr/>
    </dgm:pt>
    <dgm:pt modelId="{0803D14D-7B57-4743-9AF1-DEB3EB28B8A9}" type="pres">
      <dgm:prSet presAssocID="{97EF3434-57EB-4DF7-828C-8AF020C73A40}" presName="text_2" presStyleLbl="node1" presStyleIdx="1" presStyleCnt="4">
        <dgm:presLayoutVars>
          <dgm:bulletEnabled val="1"/>
        </dgm:presLayoutVars>
      </dgm:prSet>
      <dgm:spPr/>
    </dgm:pt>
    <dgm:pt modelId="{0F40B271-3DA5-4637-B9C3-F235A52452D7}" type="pres">
      <dgm:prSet presAssocID="{97EF3434-57EB-4DF7-828C-8AF020C73A40}" presName="accent_2" presStyleCnt="0"/>
      <dgm:spPr/>
    </dgm:pt>
    <dgm:pt modelId="{CD7CC00B-6440-4F0D-8500-CBB97896C50B}" type="pres">
      <dgm:prSet presAssocID="{97EF3434-57EB-4DF7-828C-8AF020C73A40}" presName="accentRepeatNode" presStyleLbl="solidFgAcc1" presStyleIdx="1" presStyleCnt="4"/>
      <dgm:spPr/>
    </dgm:pt>
    <dgm:pt modelId="{170ABD87-BD7C-4734-860B-739FA375EE92}" type="pres">
      <dgm:prSet presAssocID="{96CCEB75-0B0B-4DA5-A118-3328B92C4734}" presName="text_3" presStyleLbl="node1" presStyleIdx="2" presStyleCnt="4">
        <dgm:presLayoutVars>
          <dgm:bulletEnabled val="1"/>
        </dgm:presLayoutVars>
      </dgm:prSet>
      <dgm:spPr/>
    </dgm:pt>
    <dgm:pt modelId="{9C61D335-E5A8-486C-8348-9D846902E202}" type="pres">
      <dgm:prSet presAssocID="{96CCEB75-0B0B-4DA5-A118-3328B92C4734}" presName="accent_3" presStyleCnt="0"/>
      <dgm:spPr/>
    </dgm:pt>
    <dgm:pt modelId="{4949B79D-81B9-4F63-AC05-422965AD251D}" type="pres">
      <dgm:prSet presAssocID="{96CCEB75-0B0B-4DA5-A118-3328B92C4734}" presName="accentRepeatNode" presStyleLbl="solidFgAcc1" presStyleIdx="2" presStyleCnt="4"/>
      <dgm:spPr/>
    </dgm:pt>
    <dgm:pt modelId="{1CC95C9F-D448-4BAB-BBC5-011B9B882F91}" type="pres">
      <dgm:prSet presAssocID="{FB56AB5F-935E-4A2D-8F94-B6ECAAFBAA9F}" presName="text_4" presStyleLbl="node1" presStyleIdx="3" presStyleCnt="4">
        <dgm:presLayoutVars>
          <dgm:bulletEnabled val="1"/>
        </dgm:presLayoutVars>
      </dgm:prSet>
      <dgm:spPr/>
    </dgm:pt>
    <dgm:pt modelId="{20D55DB9-462F-4149-BFB6-EA2868EB0D40}" type="pres">
      <dgm:prSet presAssocID="{FB56AB5F-935E-4A2D-8F94-B6ECAAFBAA9F}" presName="accent_4" presStyleCnt="0"/>
      <dgm:spPr/>
    </dgm:pt>
    <dgm:pt modelId="{2C342211-B83A-44A5-83BC-13C198C5CB03}" type="pres">
      <dgm:prSet presAssocID="{FB56AB5F-935E-4A2D-8F94-B6ECAAFBAA9F}" presName="accentRepeatNode" presStyleLbl="solidFgAcc1" presStyleIdx="3" presStyleCnt="4"/>
      <dgm:spPr/>
    </dgm:pt>
  </dgm:ptLst>
  <dgm:cxnLst>
    <dgm:cxn modelId="{661F8405-2358-44C0-AB51-75BC9B1705A4}" type="presOf" srcId="{97EF3434-57EB-4DF7-828C-8AF020C73A40}" destId="{0803D14D-7B57-4743-9AF1-DEB3EB28B8A9}" srcOrd="0" destOrd="0" presId="urn:microsoft.com/office/officeart/2008/layout/VerticalCurvedList"/>
    <dgm:cxn modelId="{57C8E20B-0B18-45A9-8F88-62C0CBD027C4}" type="presOf" srcId="{2F80E199-2F38-4672-91F6-43C5CD7A67E2}" destId="{49EB3F69-7578-4046-91F1-3CF26AC3B3F1}" srcOrd="0" destOrd="0" presId="urn:microsoft.com/office/officeart/2008/layout/VerticalCurvedList"/>
    <dgm:cxn modelId="{706FF813-D6BF-4038-8255-BFE64B1BAA7A}" srcId="{974882CD-31DE-46F0-995E-1B56349A50B4}" destId="{6235BEED-60AD-4CE2-AA86-62FD50A0F014}" srcOrd="0" destOrd="0" parTransId="{9E5C4F4C-53AE-418E-9AEA-4BFCBE69EBD9}" sibTransId="{2F80E199-2F38-4672-91F6-43C5CD7A67E2}"/>
    <dgm:cxn modelId="{557FDF3B-5A0C-4700-B407-FB4A2F38A4A4}" srcId="{974882CD-31DE-46F0-995E-1B56349A50B4}" destId="{FB56AB5F-935E-4A2D-8F94-B6ECAAFBAA9F}" srcOrd="3" destOrd="0" parTransId="{998D09E1-51C4-426C-8B6A-4DFB5C36B409}" sibTransId="{7EBA172B-FC3C-49FA-883E-7CC97F7CA76C}"/>
    <dgm:cxn modelId="{9D6E2F3D-DC9A-4FB3-891B-952EC3698C12}" type="presOf" srcId="{6235BEED-60AD-4CE2-AA86-62FD50A0F014}" destId="{C6334678-A79A-44D7-9840-683B203213A8}" srcOrd="0" destOrd="0" presId="urn:microsoft.com/office/officeart/2008/layout/VerticalCurvedList"/>
    <dgm:cxn modelId="{3896A03F-DB95-4159-95A4-576EF11BE307}" srcId="{974882CD-31DE-46F0-995E-1B56349A50B4}" destId="{97EF3434-57EB-4DF7-828C-8AF020C73A40}" srcOrd="1" destOrd="0" parTransId="{EB1EC306-4F6D-4A11-B723-67896ECC41D6}" sibTransId="{7F16E6FB-1584-4CC0-9860-18CF72E33C78}"/>
    <dgm:cxn modelId="{352BDC5A-749B-46A8-85AD-AA04318DF68A}" type="presOf" srcId="{FB56AB5F-935E-4A2D-8F94-B6ECAAFBAA9F}" destId="{1CC95C9F-D448-4BAB-BBC5-011B9B882F91}" srcOrd="0" destOrd="0" presId="urn:microsoft.com/office/officeart/2008/layout/VerticalCurvedList"/>
    <dgm:cxn modelId="{E0F97090-B19F-4E34-B4CF-F1E1F7BF9DC2}" type="presOf" srcId="{96CCEB75-0B0B-4DA5-A118-3328B92C4734}" destId="{170ABD87-BD7C-4734-860B-739FA375EE92}" srcOrd="0" destOrd="0" presId="urn:microsoft.com/office/officeart/2008/layout/VerticalCurvedList"/>
    <dgm:cxn modelId="{7234769C-A4DC-4557-8100-89D8A645C31A}" srcId="{974882CD-31DE-46F0-995E-1B56349A50B4}" destId="{96CCEB75-0B0B-4DA5-A118-3328B92C4734}" srcOrd="2" destOrd="0" parTransId="{8482D49E-1931-4E1E-BA1C-6FB7A080B882}" sibTransId="{12D3FF43-E096-4E3D-85C2-64055E8B1647}"/>
    <dgm:cxn modelId="{4F7E7CCD-016E-4D4E-B235-E9A5852AD07B}" type="presOf" srcId="{974882CD-31DE-46F0-995E-1B56349A50B4}" destId="{817C18D6-CA41-496D-841B-F8FBC691ADF5}" srcOrd="0" destOrd="0" presId="urn:microsoft.com/office/officeart/2008/layout/VerticalCurvedList"/>
    <dgm:cxn modelId="{352E5BBB-8DA6-47E5-A603-D70C307AC020}" type="presParOf" srcId="{817C18D6-CA41-496D-841B-F8FBC691ADF5}" destId="{DF208A1D-1AB9-40F6-B687-ED3FDFE44724}" srcOrd="0" destOrd="0" presId="urn:microsoft.com/office/officeart/2008/layout/VerticalCurvedList"/>
    <dgm:cxn modelId="{FA311B7B-7A73-44A3-A2F8-F46659C2C70A}" type="presParOf" srcId="{DF208A1D-1AB9-40F6-B687-ED3FDFE44724}" destId="{5D4D15A6-65A8-47A6-A557-9BAFBC292278}" srcOrd="0" destOrd="0" presId="urn:microsoft.com/office/officeart/2008/layout/VerticalCurvedList"/>
    <dgm:cxn modelId="{BCF3EC6C-9E3F-41A0-BDBA-8DD3D3809D5A}" type="presParOf" srcId="{5D4D15A6-65A8-47A6-A557-9BAFBC292278}" destId="{014A098B-8277-46FE-A1BE-2EA7CA10F707}" srcOrd="0" destOrd="0" presId="urn:microsoft.com/office/officeart/2008/layout/VerticalCurvedList"/>
    <dgm:cxn modelId="{87F127BB-4562-49FA-90EE-9E72E01F7208}" type="presParOf" srcId="{5D4D15A6-65A8-47A6-A557-9BAFBC292278}" destId="{49EB3F69-7578-4046-91F1-3CF26AC3B3F1}" srcOrd="1" destOrd="0" presId="urn:microsoft.com/office/officeart/2008/layout/VerticalCurvedList"/>
    <dgm:cxn modelId="{78A582A9-C6D3-4FB0-88AA-BC7BABAEF098}" type="presParOf" srcId="{5D4D15A6-65A8-47A6-A557-9BAFBC292278}" destId="{28C76876-C3E0-4BA8-BB18-766EB76F1594}" srcOrd="2" destOrd="0" presId="urn:microsoft.com/office/officeart/2008/layout/VerticalCurvedList"/>
    <dgm:cxn modelId="{40D51AE5-FC62-4E0D-BDDC-AC4987F57EBB}" type="presParOf" srcId="{5D4D15A6-65A8-47A6-A557-9BAFBC292278}" destId="{4924A1D8-ED30-4264-978B-C9C21116FD2A}" srcOrd="3" destOrd="0" presId="urn:microsoft.com/office/officeart/2008/layout/VerticalCurvedList"/>
    <dgm:cxn modelId="{1F62038E-05CB-4384-9FE8-911452EB6532}" type="presParOf" srcId="{DF208A1D-1AB9-40F6-B687-ED3FDFE44724}" destId="{C6334678-A79A-44D7-9840-683B203213A8}" srcOrd="1" destOrd="0" presId="urn:microsoft.com/office/officeart/2008/layout/VerticalCurvedList"/>
    <dgm:cxn modelId="{B6611B1B-3312-4C8E-9D3A-64C102BC901B}" type="presParOf" srcId="{DF208A1D-1AB9-40F6-B687-ED3FDFE44724}" destId="{ED164310-985C-470B-92E6-0808878DF1B4}" srcOrd="2" destOrd="0" presId="urn:microsoft.com/office/officeart/2008/layout/VerticalCurvedList"/>
    <dgm:cxn modelId="{EF181BF9-3C19-4537-A89B-517D4000379F}" type="presParOf" srcId="{ED164310-985C-470B-92E6-0808878DF1B4}" destId="{9D3971BD-501B-4420-A3B2-D4822606EE69}" srcOrd="0" destOrd="0" presId="urn:microsoft.com/office/officeart/2008/layout/VerticalCurvedList"/>
    <dgm:cxn modelId="{76BD10AD-6F9B-4DF2-B820-2D72966586C8}" type="presParOf" srcId="{DF208A1D-1AB9-40F6-B687-ED3FDFE44724}" destId="{0803D14D-7B57-4743-9AF1-DEB3EB28B8A9}" srcOrd="3" destOrd="0" presId="urn:microsoft.com/office/officeart/2008/layout/VerticalCurvedList"/>
    <dgm:cxn modelId="{CFDFCD77-2292-40DA-A890-0A712FE6627F}" type="presParOf" srcId="{DF208A1D-1AB9-40F6-B687-ED3FDFE44724}" destId="{0F40B271-3DA5-4637-B9C3-F235A52452D7}" srcOrd="4" destOrd="0" presId="urn:microsoft.com/office/officeart/2008/layout/VerticalCurvedList"/>
    <dgm:cxn modelId="{71B9BA75-1831-4985-8C43-7DB9CECE07DB}" type="presParOf" srcId="{0F40B271-3DA5-4637-B9C3-F235A52452D7}" destId="{CD7CC00B-6440-4F0D-8500-CBB97896C50B}" srcOrd="0" destOrd="0" presId="urn:microsoft.com/office/officeart/2008/layout/VerticalCurvedList"/>
    <dgm:cxn modelId="{C64F7845-3775-414E-BD25-DF27C0462055}" type="presParOf" srcId="{DF208A1D-1AB9-40F6-B687-ED3FDFE44724}" destId="{170ABD87-BD7C-4734-860B-739FA375EE92}" srcOrd="5" destOrd="0" presId="urn:microsoft.com/office/officeart/2008/layout/VerticalCurvedList"/>
    <dgm:cxn modelId="{26F3BBA9-B740-46DE-A851-9A961D94575F}" type="presParOf" srcId="{DF208A1D-1AB9-40F6-B687-ED3FDFE44724}" destId="{9C61D335-E5A8-486C-8348-9D846902E202}" srcOrd="6" destOrd="0" presId="urn:microsoft.com/office/officeart/2008/layout/VerticalCurvedList"/>
    <dgm:cxn modelId="{0003DCC2-C77D-4E4E-9140-417F1D2D49F7}" type="presParOf" srcId="{9C61D335-E5A8-486C-8348-9D846902E202}" destId="{4949B79D-81B9-4F63-AC05-422965AD251D}" srcOrd="0" destOrd="0" presId="urn:microsoft.com/office/officeart/2008/layout/VerticalCurvedList"/>
    <dgm:cxn modelId="{941A3C0D-2274-45B7-8280-DF4EB3297E22}" type="presParOf" srcId="{DF208A1D-1AB9-40F6-B687-ED3FDFE44724}" destId="{1CC95C9F-D448-4BAB-BBC5-011B9B882F91}" srcOrd="7" destOrd="0" presId="urn:microsoft.com/office/officeart/2008/layout/VerticalCurvedList"/>
    <dgm:cxn modelId="{30A63664-3BB9-4FA5-A9CF-7751BE4CB132}" type="presParOf" srcId="{DF208A1D-1AB9-40F6-B687-ED3FDFE44724}" destId="{20D55DB9-462F-4149-BFB6-EA2868EB0D40}" srcOrd="8" destOrd="0" presId="urn:microsoft.com/office/officeart/2008/layout/VerticalCurvedList"/>
    <dgm:cxn modelId="{3923DFB8-3EFB-452D-A7B6-7FAAD3251784}" type="presParOf" srcId="{20D55DB9-462F-4149-BFB6-EA2868EB0D40}" destId="{2C342211-B83A-44A5-83BC-13C198C5CB0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06D933-F592-4BDB-BBC5-DEFA8099923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D39293-A955-4D3A-A9F0-512D10C3595D}">
      <dgm:prSet/>
      <dgm:spPr/>
      <dgm:t>
        <a:bodyPr/>
        <a:lstStyle/>
        <a:p>
          <a:r>
            <a:rPr lang="uk-UA" b="0" i="0"/>
            <a:t>балканських війн 1912–1913 рр.</a:t>
          </a:r>
          <a:endParaRPr lang="uk-UA"/>
        </a:p>
      </dgm:t>
    </dgm:pt>
    <dgm:pt modelId="{D0BF45AA-5A05-4065-BEE9-14A07530F5A4}" type="parTrans" cxnId="{6CDF8BD5-0D81-44A7-9C64-44E6014FBDB5}">
      <dgm:prSet/>
      <dgm:spPr/>
      <dgm:t>
        <a:bodyPr/>
        <a:lstStyle/>
        <a:p>
          <a:endParaRPr lang="uk-UA"/>
        </a:p>
      </dgm:t>
    </dgm:pt>
    <dgm:pt modelId="{AA10A8C6-E6FA-4DD0-B941-43323365EDD8}" type="sibTrans" cxnId="{6CDF8BD5-0D81-44A7-9C64-44E6014FBDB5}">
      <dgm:prSet/>
      <dgm:spPr/>
      <dgm:t>
        <a:bodyPr/>
        <a:lstStyle/>
        <a:p>
          <a:endParaRPr lang="uk-UA"/>
        </a:p>
      </dgm:t>
    </dgm:pt>
    <dgm:pt modelId="{7EF7B69B-126C-4443-B201-299B03AC10DF}">
      <dgm:prSet/>
      <dgm:spPr/>
      <dgm:t>
        <a:bodyPr/>
        <a:lstStyle/>
        <a:p>
          <a:r>
            <a:rPr lang="uk-UA" b="0" i="0"/>
            <a:t>Першої світової війни 1914–1918 рр.</a:t>
          </a:r>
          <a:endParaRPr lang="uk-UA"/>
        </a:p>
      </dgm:t>
    </dgm:pt>
    <dgm:pt modelId="{7C2A1CDD-7CB5-4EE1-A878-98CF2CCBBD0D}" type="parTrans" cxnId="{A87CD90B-7060-472F-906E-76F87F201549}">
      <dgm:prSet/>
      <dgm:spPr/>
      <dgm:t>
        <a:bodyPr/>
        <a:lstStyle/>
        <a:p>
          <a:endParaRPr lang="uk-UA"/>
        </a:p>
      </dgm:t>
    </dgm:pt>
    <dgm:pt modelId="{77CA54EB-E63F-4610-9BE5-8D4D0359A1F8}" type="sibTrans" cxnId="{A87CD90B-7060-472F-906E-76F87F201549}">
      <dgm:prSet/>
      <dgm:spPr/>
      <dgm:t>
        <a:bodyPr/>
        <a:lstStyle/>
        <a:p>
          <a:endParaRPr lang="uk-UA"/>
        </a:p>
      </dgm:t>
    </dgm:pt>
    <dgm:pt modelId="{EE50FE2C-017E-43CC-AEB2-59990D93A06E}">
      <dgm:prSet/>
      <dgm:spPr/>
      <dgm:t>
        <a:bodyPr/>
        <a:lstStyle/>
        <a:p>
          <a:r>
            <a:rPr lang="uk-UA" b="0" i="0"/>
            <a:t>першої війни радянської Росії з УНР 1917–1918 рр.</a:t>
          </a:r>
          <a:endParaRPr lang="uk-UA"/>
        </a:p>
      </dgm:t>
    </dgm:pt>
    <dgm:pt modelId="{03A217B5-5AA2-4D35-A7CA-DACCC564EC1F}" type="parTrans" cxnId="{C051EEA9-7496-4050-A261-3F275F4F2ADA}">
      <dgm:prSet/>
      <dgm:spPr/>
      <dgm:t>
        <a:bodyPr/>
        <a:lstStyle/>
        <a:p>
          <a:endParaRPr lang="uk-UA"/>
        </a:p>
      </dgm:t>
    </dgm:pt>
    <dgm:pt modelId="{28E88410-72C5-4121-9E3B-8CA323F42677}" type="sibTrans" cxnId="{C051EEA9-7496-4050-A261-3F275F4F2ADA}">
      <dgm:prSet/>
      <dgm:spPr/>
      <dgm:t>
        <a:bodyPr/>
        <a:lstStyle/>
        <a:p>
          <a:endParaRPr lang="uk-UA"/>
        </a:p>
      </dgm:t>
    </dgm:pt>
    <dgm:pt modelId="{4F93F3F7-2431-4B4F-93EC-905E5E144180}">
      <dgm:prSet/>
      <dgm:spPr/>
      <dgm:t>
        <a:bodyPr/>
        <a:lstStyle/>
        <a:p>
          <a:r>
            <a:rPr lang="uk-UA" b="0" i="0"/>
            <a:t>польсько-радянської війни 1920–1921 рр.</a:t>
          </a:r>
          <a:endParaRPr lang="uk-UA"/>
        </a:p>
      </dgm:t>
    </dgm:pt>
    <dgm:pt modelId="{F4A84A0A-4565-46EB-A134-627614A8AAA9}" type="parTrans" cxnId="{A99E0C47-E080-470D-9004-8A0D4A7BEAD0}">
      <dgm:prSet/>
      <dgm:spPr/>
      <dgm:t>
        <a:bodyPr/>
        <a:lstStyle/>
        <a:p>
          <a:endParaRPr lang="uk-UA"/>
        </a:p>
      </dgm:t>
    </dgm:pt>
    <dgm:pt modelId="{FA183443-D002-44A6-A3C6-C96E883E9832}" type="sibTrans" cxnId="{A99E0C47-E080-470D-9004-8A0D4A7BEAD0}">
      <dgm:prSet/>
      <dgm:spPr/>
      <dgm:t>
        <a:bodyPr/>
        <a:lstStyle/>
        <a:p>
          <a:endParaRPr lang="uk-UA"/>
        </a:p>
      </dgm:t>
    </dgm:pt>
    <dgm:pt modelId="{1CC39DCA-C826-4DAC-83D0-4BA4487D6D1C}" type="pres">
      <dgm:prSet presAssocID="{B806D933-F592-4BDB-BBC5-DEFA8099923B}" presName="linearFlow" presStyleCnt="0">
        <dgm:presLayoutVars>
          <dgm:dir/>
          <dgm:resizeHandles val="exact"/>
        </dgm:presLayoutVars>
      </dgm:prSet>
      <dgm:spPr/>
    </dgm:pt>
    <dgm:pt modelId="{902CD36F-11D5-4702-817E-2E75CB523D38}" type="pres">
      <dgm:prSet presAssocID="{37D39293-A955-4D3A-A9F0-512D10C3595D}" presName="composite" presStyleCnt="0"/>
      <dgm:spPr/>
    </dgm:pt>
    <dgm:pt modelId="{903FF903-69CC-4336-B8C8-47CD078A03F2}" type="pres">
      <dgm:prSet presAssocID="{37D39293-A955-4D3A-A9F0-512D10C3595D}" presName="imgShp" presStyleLbl="fgImgPlace1" presStyleIdx="0" presStyleCnt="4"/>
      <dgm:spPr/>
    </dgm:pt>
    <dgm:pt modelId="{F5F6005F-7077-4605-81E9-6441A22D7A31}" type="pres">
      <dgm:prSet presAssocID="{37D39293-A955-4D3A-A9F0-512D10C3595D}" presName="txShp" presStyleLbl="node1" presStyleIdx="0" presStyleCnt="4">
        <dgm:presLayoutVars>
          <dgm:bulletEnabled val="1"/>
        </dgm:presLayoutVars>
      </dgm:prSet>
      <dgm:spPr/>
    </dgm:pt>
    <dgm:pt modelId="{33719709-B883-4F3B-9DA5-678F2627E009}" type="pres">
      <dgm:prSet presAssocID="{AA10A8C6-E6FA-4DD0-B941-43323365EDD8}" presName="spacing" presStyleCnt="0"/>
      <dgm:spPr/>
    </dgm:pt>
    <dgm:pt modelId="{07F2D850-70C6-46CE-A286-2032B44990E8}" type="pres">
      <dgm:prSet presAssocID="{7EF7B69B-126C-4443-B201-299B03AC10DF}" presName="composite" presStyleCnt="0"/>
      <dgm:spPr/>
    </dgm:pt>
    <dgm:pt modelId="{0FB9DC92-FCD5-48CF-A8CE-414A18255A56}" type="pres">
      <dgm:prSet presAssocID="{7EF7B69B-126C-4443-B201-299B03AC10DF}" presName="imgShp" presStyleLbl="fgImgPlace1" presStyleIdx="1" presStyleCnt="4"/>
      <dgm:spPr/>
    </dgm:pt>
    <dgm:pt modelId="{6711FEF9-758C-4783-B3F1-8530E8F5409C}" type="pres">
      <dgm:prSet presAssocID="{7EF7B69B-126C-4443-B201-299B03AC10DF}" presName="txShp" presStyleLbl="node1" presStyleIdx="1" presStyleCnt="4">
        <dgm:presLayoutVars>
          <dgm:bulletEnabled val="1"/>
        </dgm:presLayoutVars>
      </dgm:prSet>
      <dgm:spPr/>
    </dgm:pt>
    <dgm:pt modelId="{344162C0-CCE9-4665-BE17-F169CC2A2823}" type="pres">
      <dgm:prSet presAssocID="{77CA54EB-E63F-4610-9BE5-8D4D0359A1F8}" presName="spacing" presStyleCnt="0"/>
      <dgm:spPr/>
    </dgm:pt>
    <dgm:pt modelId="{29A12646-4F59-4597-8992-720097D8E12B}" type="pres">
      <dgm:prSet presAssocID="{EE50FE2C-017E-43CC-AEB2-59990D93A06E}" presName="composite" presStyleCnt="0"/>
      <dgm:spPr/>
    </dgm:pt>
    <dgm:pt modelId="{A477DE8A-0851-4A32-903D-C7D43A2A5A97}" type="pres">
      <dgm:prSet presAssocID="{EE50FE2C-017E-43CC-AEB2-59990D93A06E}" presName="imgShp" presStyleLbl="fgImgPlace1" presStyleIdx="2" presStyleCnt="4"/>
      <dgm:spPr/>
    </dgm:pt>
    <dgm:pt modelId="{969A9795-E6FD-4E4C-B4FE-253D193F8C7F}" type="pres">
      <dgm:prSet presAssocID="{EE50FE2C-017E-43CC-AEB2-59990D93A06E}" presName="txShp" presStyleLbl="node1" presStyleIdx="2" presStyleCnt="4">
        <dgm:presLayoutVars>
          <dgm:bulletEnabled val="1"/>
        </dgm:presLayoutVars>
      </dgm:prSet>
      <dgm:spPr/>
    </dgm:pt>
    <dgm:pt modelId="{8DBB4A55-3718-4B52-A312-658504E446A1}" type="pres">
      <dgm:prSet presAssocID="{28E88410-72C5-4121-9E3B-8CA323F42677}" presName="spacing" presStyleCnt="0"/>
      <dgm:spPr/>
    </dgm:pt>
    <dgm:pt modelId="{D87EEAD5-F06A-4672-99C6-620254C82FCC}" type="pres">
      <dgm:prSet presAssocID="{4F93F3F7-2431-4B4F-93EC-905E5E144180}" presName="composite" presStyleCnt="0"/>
      <dgm:spPr/>
    </dgm:pt>
    <dgm:pt modelId="{39295F62-5A86-4D3E-A12A-B93579481D97}" type="pres">
      <dgm:prSet presAssocID="{4F93F3F7-2431-4B4F-93EC-905E5E144180}" presName="imgShp" presStyleLbl="fgImgPlace1" presStyleIdx="3" presStyleCnt="4"/>
      <dgm:spPr/>
    </dgm:pt>
    <dgm:pt modelId="{53B7B57C-4B13-4BC5-9B5E-5AF351EFE3C4}" type="pres">
      <dgm:prSet presAssocID="{4F93F3F7-2431-4B4F-93EC-905E5E144180}" presName="txShp" presStyleLbl="node1" presStyleIdx="3" presStyleCnt="4">
        <dgm:presLayoutVars>
          <dgm:bulletEnabled val="1"/>
        </dgm:presLayoutVars>
      </dgm:prSet>
      <dgm:spPr/>
    </dgm:pt>
  </dgm:ptLst>
  <dgm:cxnLst>
    <dgm:cxn modelId="{A87CD90B-7060-472F-906E-76F87F201549}" srcId="{B806D933-F592-4BDB-BBC5-DEFA8099923B}" destId="{7EF7B69B-126C-4443-B201-299B03AC10DF}" srcOrd="1" destOrd="0" parTransId="{7C2A1CDD-7CB5-4EE1-A878-98CF2CCBBD0D}" sibTransId="{77CA54EB-E63F-4610-9BE5-8D4D0359A1F8}"/>
    <dgm:cxn modelId="{007A460F-D7BC-425A-87FB-B23B9F00C6B1}" type="presOf" srcId="{B806D933-F592-4BDB-BBC5-DEFA8099923B}" destId="{1CC39DCA-C826-4DAC-83D0-4BA4487D6D1C}" srcOrd="0" destOrd="0" presId="urn:microsoft.com/office/officeart/2005/8/layout/vList3"/>
    <dgm:cxn modelId="{13498B15-3AC2-42EF-AAFF-43BD8238F60E}" type="presOf" srcId="{7EF7B69B-126C-4443-B201-299B03AC10DF}" destId="{6711FEF9-758C-4783-B3F1-8530E8F5409C}" srcOrd="0" destOrd="0" presId="urn:microsoft.com/office/officeart/2005/8/layout/vList3"/>
    <dgm:cxn modelId="{C54CC11D-3994-4351-BF1F-76C81F9D2A2D}" type="presOf" srcId="{37D39293-A955-4D3A-A9F0-512D10C3595D}" destId="{F5F6005F-7077-4605-81E9-6441A22D7A31}" srcOrd="0" destOrd="0" presId="urn:microsoft.com/office/officeart/2005/8/layout/vList3"/>
    <dgm:cxn modelId="{A9D60536-F5BF-4443-9F3C-74CD6F53DA55}" type="presOf" srcId="{EE50FE2C-017E-43CC-AEB2-59990D93A06E}" destId="{969A9795-E6FD-4E4C-B4FE-253D193F8C7F}" srcOrd="0" destOrd="0" presId="urn:microsoft.com/office/officeart/2005/8/layout/vList3"/>
    <dgm:cxn modelId="{A99E0C47-E080-470D-9004-8A0D4A7BEAD0}" srcId="{B806D933-F592-4BDB-BBC5-DEFA8099923B}" destId="{4F93F3F7-2431-4B4F-93EC-905E5E144180}" srcOrd="3" destOrd="0" parTransId="{F4A84A0A-4565-46EB-A134-627614A8AAA9}" sibTransId="{FA183443-D002-44A6-A3C6-C96E883E9832}"/>
    <dgm:cxn modelId="{6EFCBF6C-EF43-4EA7-AC24-B61C44CF630F}" type="presOf" srcId="{4F93F3F7-2431-4B4F-93EC-905E5E144180}" destId="{53B7B57C-4B13-4BC5-9B5E-5AF351EFE3C4}" srcOrd="0" destOrd="0" presId="urn:microsoft.com/office/officeart/2005/8/layout/vList3"/>
    <dgm:cxn modelId="{C051EEA9-7496-4050-A261-3F275F4F2ADA}" srcId="{B806D933-F592-4BDB-BBC5-DEFA8099923B}" destId="{EE50FE2C-017E-43CC-AEB2-59990D93A06E}" srcOrd="2" destOrd="0" parTransId="{03A217B5-5AA2-4D35-A7CA-DACCC564EC1F}" sibTransId="{28E88410-72C5-4121-9E3B-8CA323F42677}"/>
    <dgm:cxn modelId="{6CDF8BD5-0D81-44A7-9C64-44E6014FBDB5}" srcId="{B806D933-F592-4BDB-BBC5-DEFA8099923B}" destId="{37D39293-A955-4D3A-A9F0-512D10C3595D}" srcOrd="0" destOrd="0" parTransId="{D0BF45AA-5A05-4065-BEE9-14A07530F5A4}" sibTransId="{AA10A8C6-E6FA-4DD0-B941-43323365EDD8}"/>
    <dgm:cxn modelId="{8D66B8A4-46C9-4751-A488-9BD2815516BF}" type="presParOf" srcId="{1CC39DCA-C826-4DAC-83D0-4BA4487D6D1C}" destId="{902CD36F-11D5-4702-817E-2E75CB523D38}" srcOrd="0" destOrd="0" presId="urn:microsoft.com/office/officeart/2005/8/layout/vList3"/>
    <dgm:cxn modelId="{08F6236C-BC05-4D9E-A1D1-10DE8035B7E6}" type="presParOf" srcId="{902CD36F-11D5-4702-817E-2E75CB523D38}" destId="{903FF903-69CC-4336-B8C8-47CD078A03F2}" srcOrd="0" destOrd="0" presId="urn:microsoft.com/office/officeart/2005/8/layout/vList3"/>
    <dgm:cxn modelId="{D561579C-98AE-4AE8-B5B3-12CD2243C9C3}" type="presParOf" srcId="{902CD36F-11D5-4702-817E-2E75CB523D38}" destId="{F5F6005F-7077-4605-81E9-6441A22D7A31}" srcOrd="1" destOrd="0" presId="urn:microsoft.com/office/officeart/2005/8/layout/vList3"/>
    <dgm:cxn modelId="{717A3B38-5D16-4CA4-886F-EB7D46CCFA00}" type="presParOf" srcId="{1CC39DCA-C826-4DAC-83D0-4BA4487D6D1C}" destId="{33719709-B883-4F3B-9DA5-678F2627E009}" srcOrd="1" destOrd="0" presId="urn:microsoft.com/office/officeart/2005/8/layout/vList3"/>
    <dgm:cxn modelId="{FD1E75B2-A04F-4F7F-A35F-D0D4547AADF2}" type="presParOf" srcId="{1CC39DCA-C826-4DAC-83D0-4BA4487D6D1C}" destId="{07F2D850-70C6-46CE-A286-2032B44990E8}" srcOrd="2" destOrd="0" presId="urn:microsoft.com/office/officeart/2005/8/layout/vList3"/>
    <dgm:cxn modelId="{4EA06CE3-C356-4BE4-9739-315B62ACA7F6}" type="presParOf" srcId="{07F2D850-70C6-46CE-A286-2032B44990E8}" destId="{0FB9DC92-FCD5-48CF-A8CE-414A18255A56}" srcOrd="0" destOrd="0" presId="urn:microsoft.com/office/officeart/2005/8/layout/vList3"/>
    <dgm:cxn modelId="{00B40230-BE98-430C-A728-3D2E5EEDE1A4}" type="presParOf" srcId="{07F2D850-70C6-46CE-A286-2032B44990E8}" destId="{6711FEF9-758C-4783-B3F1-8530E8F5409C}" srcOrd="1" destOrd="0" presId="urn:microsoft.com/office/officeart/2005/8/layout/vList3"/>
    <dgm:cxn modelId="{8DAFD3DD-021B-4ADF-8FE2-88CF2F50727C}" type="presParOf" srcId="{1CC39DCA-C826-4DAC-83D0-4BA4487D6D1C}" destId="{344162C0-CCE9-4665-BE17-F169CC2A2823}" srcOrd="3" destOrd="0" presId="urn:microsoft.com/office/officeart/2005/8/layout/vList3"/>
    <dgm:cxn modelId="{565226BA-7C22-4C8D-8B79-8353B32BB052}" type="presParOf" srcId="{1CC39DCA-C826-4DAC-83D0-4BA4487D6D1C}" destId="{29A12646-4F59-4597-8992-720097D8E12B}" srcOrd="4" destOrd="0" presId="urn:microsoft.com/office/officeart/2005/8/layout/vList3"/>
    <dgm:cxn modelId="{F2232331-2068-4381-A847-FD76E3A5AF20}" type="presParOf" srcId="{29A12646-4F59-4597-8992-720097D8E12B}" destId="{A477DE8A-0851-4A32-903D-C7D43A2A5A97}" srcOrd="0" destOrd="0" presId="urn:microsoft.com/office/officeart/2005/8/layout/vList3"/>
    <dgm:cxn modelId="{6F5F37BC-C33D-4F05-8076-0C3E3CC0D9BF}" type="presParOf" srcId="{29A12646-4F59-4597-8992-720097D8E12B}" destId="{969A9795-E6FD-4E4C-B4FE-253D193F8C7F}" srcOrd="1" destOrd="0" presId="urn:microsoft.com/office/officeart/2005/8/layout/vList3"/>
    <dgm:cxn modelId="{D7D006E6-DDE9-476C-AC84-963B49CDDB09}" type="presParOf" srcId="{1CC39DCA-C826-4DAC-83D0-4BA4487D6D1C}" destId="{8DBB4A55-3718-4B52-A312-658504E446A1}" srcOrd="5" destOrd="0" presId="urn:microsoft.com/office/officeart/2005/8/layout/vList3"/>
    <dgm:cxn modelId="{389F0EA5-706C-493B-AB95-6A466486A428}" type="presParOf" srcId="{1CC39DCA-C826-4DAC-83D0-4BA4487D6D1C}" destId="{D87EEAD5-F06A-4672-99C6-620254C82FCC}" srcOrd="6" destOrd="0" presId="urn:microsoft.com/office/officeart/2005/8/layout/vList3"/>
    <dgm:cxn modelId="{6CB48A10-CB59-491E-A8FD-1BD8CB727CAF}" type="presParOf" srcId="{D87EEAD5-F06A-4672-99C6-620254C82FCC}" destId="{39295F62-5A86-4D3E-A12A-B93579481D97}" srcOrd="0" destOrd="0" presId="urn:microsoft.com/office/officeart/2005/8/layout/vList3"/>
    <dgm:cxn modelId="{1023DDC5-66B8-4B9C-BFCD-1C87B0B9916C}" type="presParOf" srcId="{D87EEAD5-F06A-4672-99C6-620254C82FCC}" destId="{53B7B57C-4B13-4BC5-9B5E-5AF351EFE3C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0516D7-2D34-4F48-8764-57319887284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BA7CCD0-0508-4085-AF5F-272541BCF272}">
      <dgm:prSet/>
      <dgm:spPr/>
      <dgm:t>
        <a:bodyPr/>
        <a:lstStyle/>
        <a:p>
          <a:r>
            <a:rPr lang="ru-RU" b="0" i="0"/>
            <a:t>економічна криза 1900–1903 рр.</a:t>
          </a:r>
          <a:endParaRPr lang="uk-UA"/>
        </a:p>
      </dgm:t>
    </dgm:pt>
    <dgm:pt modelId="{0AB1026D-4B11-47D1-9C81-C1FEB6DAEFC9}" type="parTrans" cxnId="{783BCF21-6153-41FD-B89F-719E792725EB}">
      <dgm:prSet/>
      <dgm:spPr/>
      <dgm:t>
        <a:bodyPr/>
        <a:lstStyle/>
        <a:p>
          <a:endParaRPr lang="uk-UA"/>
        </a:p>
      </dgm:t>
    </dgm:pt>
    <dgm:pt modelId="{13F51B0E-9C52-4554-B65E-619E51C2E734}" type="sibTrans" cxnId="{783BCF21-6153-41FD-B89F-719E792725EB}">
      <dgm:prSet/>
      <dgm:spPr/>
      <dgm:t>
        <a:bodyPr/>
        <a:lstStyle/>
        <a:p>
          <a:endParaRPr lang="uk-UA"/>
        </a:p>
      </dgm:t>
    </dgm:pt>
    <dgm:pt modelId="{3B080CB5-9B2C-4316-A2CD-AD50D1BB293B}">
      <dgm:prSet/>
      <dgm:spPr/>
      <dgm:t>
        <a:bodyPr/>
        <a:lstStyle/>
        <a:p>
          <a:r>
            <a:rPr lang="ru-RU" b="0" i="0"/>
            <a:t>революція 1905–1907 рр.</a:t>
          </a:r>
          <a:endParaRPr lang="uk-UA"/>
        </a:p>
      </dgm:t>
    </dgm:pt>
    <dgm:pt modelId="{C89E2330-E261-417A-9188-01D0E56E8FE6}" type="parTrans" cxnId="{FFBE287D-7C86-4D8A-82B8-E5CB6BB4BA74}">
      <dgm:prSet/>
      <dgm:spPr/>
      <dgm:t>
        <a:bodyPr/>
        <a:lstStyle/>
        <a:p>
          <a:endParaRPr lang="uk-UA"/>
        </a:p>
      </dgm:t>
    </dgm:pt>
    <dgm:pt modelId="{BD7685AD-B35F-4A72-BE48-91FC2777A199}" type="sibTrans" cxnId="{FFBE287D-7C86-4D8A-82B8-E5CB6BB4BA74}">
      <dgm:prSet/>
      <dgm:spPr/>
      <dgm:t>
        <a:bodyPr/>
        <a:lstStyle/>
        <a:p>
          <a:endParaRPr lang="uk-UA"/>
        </a:p>
      </dgm:t>
    </dgm:pt>
    <dgm:pt modelId="{5C3DE6D1-78D8-437E-9764-7855B8662D20}">
      <dgm:prSet/>
      <dgm:spPr/>
      <dgm:t>
        <a:bodyPr/>
        <a:lstStyle/>
        <a:p>
          <a:r>
            <a:rPr lang="ru-RU" b="0" i="0"/>
            <a:t>Столипінська реформа 1906–1911 рр.</a:t>
          </a:r>
          <a:endParaRPr lang="uk-UA"/>
        </a:p>
      </dgm:t>
    </dgm:pt>
    <dgm:pt modelId="{36FB5CD5-2DAA-4BC4-B88F-7D0C150B321A}" type="parTrans" cxnId="{0ECE1E5D-0B7D-4279-934D-1BF0BE4D03CA}">
      <dgm:prSet/>
      <dgm:spPr/>
      <dgm:t>
        <a:bodyPr/>
        <a:lstStyle/>
        <a:p>
          <a:endParaRPr lang="uk-UA"/>
        </a:p>
      </dgm:t>
    </dgm:pt>
    <dgm:pt modelId="{4CF3E9CA-B12E-45D3-B4C1-52352DD1FB36}" type="sibTrans" cxnId="{0ECE1E5D-0B7D-4279-934D-1BF0BE4D03CA}">
      <dgm:prSet/>
      <dgm:spPr/>
      <dgm:t>
        <a:bodyPr/>
        <a:lstStyle/>
        <a:p>
          <a:endParaRPr lang="uk-UA"/>
        </a:p>
      </dgm:t>
    </dgm:pt>
    <dgm:pt modelId="{2C8D3DD2-5891-4BD4-9F97-83B894549DF4}">
      <dgm:prSet/>
      <dgm:spPr/>
      <dgm:t>
        <a:bodyPr/>
        <a:lstStyle/>
        <a:p>
          <a:r>
            <a:rPr lang="ru-RU" b="0" i="0"/>
            <a:t>Перша світова війна 1914–1918 рр.</a:t>
          </a:r>
          <a:endParaRPr lang="uk-UA"/>
        </a:p>
      </dgm:t>
    </dgm:pt>
    <dgm:pt modelId="{A4750F96-1EEA-4FB5-BCEF-B8EDFE15533A}" type="parTrans" cxnId="{EA01E9FF-1539-4D9D-A704-601C4907FE24}">
      <dgm:prSet/>
      <dgm:spPr/>
      <dgm:t>
        <a:bodyPr/>
        <a:lstStyle/>
        <a:p>
          <a:endParaRPr lang="uk-UA"/>
        </a:p>
      </dgm:t>
    </dgm:pt>
    <dgm:pt modelId="{BB535118-B907-446C-80B3-4D5ECF2F2307}" type="sibTrans" cxnId="{EA01E9FF-1539-4D9D-A704-601C4907FE24}">
      <dgm:prSet/>
      <dgm:spPr/>
      <dgm:t>
        <a:bodyPr/>
        <a:lstStyle/>
        <a:p>
          <a:endParaRPr lang="uk-UA"/>
        </a:p>
      </dgm:t>
    </dgm:pt>
    <dgm:pt modelId="{11C204C2-0B69-4CD8-B3FA-39B6B96084E1}" type="pres">
      <dgm:prSet presAssocID="{DD0516D7-2D34-4F48-8764-57319887284D}" presName="linearFlow" presStyleCnt="0">
        <dgm:presLayoutVars>
          <dgm:dir/>
          <dgm:resizeHandles val="exact"/>
        </dgm:presLayoutVars>
      </dgm:prSet>
      <dgm:spPr/>
    </dgm:pt>
    <dgm:pt modelId="{8F8D7FB6-637A-4A27-AD1E-166D9F699940}" type="pres">
      <dgm:prSet presAssocID="{DBA7CCD0-0508-4085-AF5F-272541BCF272}" presName="composite" presStyleCnt="0"/>
      <dgm:spPr/>
    </dgm:pt>
    <dgm:pt modelId="{366B2CED-8031-4EBD-9A77-9F47EC1FCF2C}" type="pres">
      <dgm:prSet presAssocID="{DBA7CCD0-0508-4085-AF5F-272541BCF272}" presName="imgShp" presStyleLbl="fgImgPlace1" presStyleIdx="0" presStyleCnt="4"/>
      <dgm:spPr/>
    </dgm:pt>
    <dgm:pt modelId="{E6E2E748-AE23-47D6-8FDA-3F9E00E13611}" type="pres">
      <dgm:prSet presAssocID="{DBA7CCD0-0508-4085-AF5F-272541BCF272}" presName="txShp" presStyleLbl="node1" presStyleIdx="0" presStyleCnt="4">
        <dgm:presLayoutVars>
          <dgm:bulletEnabled val="1"/>
        </dgm:presLayoutVars>
      </dgm:prSet>
      <dgm:spPr/>
    </dgm:pt>
    <dgm:pt modelId="{AE17934F-C96F-4839-98A1-794E4934BA8D}" type="pres">
      <dgm:prSet presAssocID="{13F51B0E-9C52-4554-B65E-619E51C2E734}" presName="spacing" presStyleCnt="0"/>
      <dgm:spPr/>
    </dgm:pt>
    <dgm:pt modelId="{AA37E54F-0A4F-460E-8FEC-D55497C27BDE}" type="pres">
      <dgm:prSet presAssocID="{3B080CB5-9B2C-4316-A2CD-AD50D1BB293B}" presName="composite" presStyleCnt="0"/>
      <dgm:spPr/>
    </dgm:pt>
    <dgm:pt modelId="{BCDAA261-1055-4ED4-8A1B-29745D5C53E3}" type="pres">
      <dgm:prSet presAssocID="{3B080CB5-9B2C-4316-A2CD-AD50D1BB293B}" presName="imgShp" presStyleLbl="fgImgPlace1" presStyleIdx="1" presStyleCnt="4"/>
      <dgm:spPr/>
    </dgm:pt>
    <dgm:pt modelId="{11D7363A-2995-4633-A134-36B3AC7ABDDA}" type="pres">
      <dgm:prSet presAssocID="{3B080CB5-9B2C-4316-A2CD-AD50D1BB293B}" presName="txShp" presStyleLbl="node1" presStyleIdx="1" presStyleCnt="4">
        <dgm:presLayoutVars>
          <dgm:bulletEnabled val="1"/>
        </dgm:presLayoutVars>
      </dgm:prSet>
      <dgm:spPr/>
    </dgm:pt>
    <dgm:pt modelId="{C57FAA5E-6E97-4FA5-9AF7-AF6E5E721CF7}" type="pres">
      <dgm:prSet presAssocID="{BD7685AD-B35F-4A72-BE48-91FC2777A199}" presName="spacing" presStyleCnt="0"/>
      <dgm:spPr/>
    </dgm:pt>
    <dgm:pt modelId="{BB44EF2E-08BC-497B-A941-3B4D20CAC073}" type="pres">
      <dgm:prSet presAssocID="{5C3DE6D1-78D8-437E-9764-7855B8662D20}" presName="composite" presStyleCnt="0"/>
      <dgm:spPr/>
    </dgm:pt>
    <dgm:pt modelId="{873B3CEA-0F76-402F-A3ED-B1EA38CF6599}" type="pres">
      <dgm:prSet presAssocID="{5C3DE6D1-78D8-437E-9764-7855B8662D20}" presName="imgShp" presStyleLbl="fgImgPlace1" presStyleIdx="2" presStyleCnt="4"/>
      <dgm:spPr/>
    </dgm:pt>
    <dgm:pt modelId="{D4DE64A3-FA00-476E-8AED-4145AAC6B860}" type="pres">
      <dgm:prSet presAssocID="{5C3DE6D1-78D8-437E-9764-7855B8662D20}" presName="txShp" presStyleLbl="node1" presStyleIdx="2" presStyleCnt="4">
        <dgm:presLayoutVars>
          <dgm:bulletEnabled val="1"/>
        </dgm:presLayoutVars>
      </dgm:prSet>
      <dgm:spPr/>
    </dgm:pt>
    <dgm:pt modelId="{93179F9F-8D3E-4280-ADBB-B2D35F74686C}" type="pres">
      <dgm:prSet presAssocID="{4CF3E9CA-B12E-45D3-B4C1-52352DD1FB36}" presName="spacing" presStyleCnt="0"/>
      <dgm:spPr/>
    </dgm:pt>
    <dgm:pt modelId="{3CD7BBF5-AFC9-4A6E-96D3-247329927ECB}" type="pres">
      <dgm:prSet presAssocID="{2C8D3DD2-5891-4BD4-9F97-83B894549DF4}" presName="composite" presStyleCnt="0"/>
      <dgm:spPr/>
    </dgm:pt>
    <dgm:pt modelId="{542D761A-1E22-4D26-B664-F3FCAA54F890}" type="pres">
      <dgm:prSet presAssocID="{2C8D3DD2-5891-4BD4-9F97-83B894549DF4}" presName="imgShp" presStyleLbl="fgImgPlace1" presStyleIdx="3" presStyleCnt="4"/>
      <dgm:spPr/>
    </dgm:pt>
    <dgm:pt modelId="{694B0B7F-29C1-44D4-B1FB-9DC859969992}" type="pres">
      <dgm:prSet presAssocID="{2C8D3DD2-5891-4BD4-9F97-83B894549DF4}" presName="txShp" presStyleLbl="node1" presStyleIdx="3" presStyleCnt="4">
        <dgm:presLayoutVars>
          <dgm:bulletEnabled val="1"/>
        </dgm:presLayoutVars>
      </dgm:prSet>
      <dgm:spPr/>
    </dgm:pt>
  </dgm:ptLst>
  <dgm:cxnLst>
    <dgm:cxn modelId="{C1EA8605-A41C-485A-A104-1439F4ED93E0}" type="presOf" srcId="{5C3DE6D1-78D8-437E-9764-7855B8662D20}" destId="{D4DE64A3-FA00-476E-8AED-4145AAC6B860}" srcOrd="0" destOrd="0" presId="urn:microsoft.com/office/officeart/2005/8/layout/vList3"/>
    <dgm:cxn modelId="{02790609-0F20-4529-AC7D-6F7DC3BD9586}" type="presOf" srcId="{3B080CB5-9B2C-4316-A2CD-AD50D1BB293B}" destId="{11D7363A-2995-4633-A134-36B3AC7ABDDA}" srcOrd="0" destOrd="0" presId="urn:microsoft.com/office/officeart/2005/8/layout/vList3"/>
    <dgm:cxn modelId="{783BCF21-6153-41FD-B89F-719E792725EB}" srcId="{DD0516D7-2D34-4F48-8764-57319887284D}" destId="{DBA7CCD0-0508-4085-AF5F-272541BCF272}" srcOrd="0" destOrd="0" parTransId="{0AB1026D-4B11-47D1-9C81-C1FEB6DAEFC9}" sibTransId="{13F51B0E-9C52-4554-B65E-619E51C2E734}"/>
    <dgm:cxn modelId="{0ECE1E5D-0B7D-4279-934D-1BF0BE4D03CA}" srcId="{DD0516D7-2D34-4F48-8764-57319887284D}" destId="{5C3DE6D1-78D8-437E-9764-7855B8662D20}" srcOrd="2" destOrd="0" parTransId="{36FB5CD5-2DAA-4BC4-B88F-7D0C150B321A}" sibTransId="{4CF3E9CA-B12E-45D3-B4C1-52352DD1FB36}"/>
    <dgm:cxn modelId="{FFBE287D-7C86-4D8A-82B8-E5CB6BB4BA74}" srcId="{DD0516D7-2D34-4F48-8764-57319887284D}" destId="{3B080CB5-9B2C-4316-A2CD-AD50D1BB293B}" srcOrd="1" destOrd="0" parTransId="{C89E2330-E261-417A-9188-01D0E56E8FE6}" sibTransId="{BD7685AD-B35F-4A72-BE48-91FC2777A199}"/>
    <dgm:cxn modelId="{2642717E-2B68-41D7-9C8E-D6112CF5C1CC}" type="presOf" srcId="{DBA7CCD0-0508-4085-AF5F-272541BCF272}" destId="{E6E2E748-AE23-47D6-8FDA-3F9E00E13611}" srcOrd="0" destOrd="0" presId="urn:microsoft.com/office/officeart/2005/8/layout/vList3"/>
    <dgm:cxn modelId="{DC06C4A5-8B17-490B-8A84-3FA1A248590A}" type="presOf" srcId="{2C8D3DD2-5891-4BD4-9F97-83B894549DF4}" destId="{694B0B7F-29C1-44D4-B1FB-9DC859969992}" srcOrd="0" destOrd="0" presId="urn:microsoft.com/office/officeart/2005/8/layout/vList3"/>
    <dgm:cxn modelId="{06EEC4AF-7365-40A6-984E-CD52284506A9}" type="presOf" srcId="{DD0516D7-2D34-4F48-8764-57319887284D}" destId="{11C204C2-0B69-4CD8-B3FA-39B6B96084E1}" srcOrd="0" destOrd="0" presId="urn:microsoft.com/office/officeart/2005/8/layout/vList3"/>
    <dgm:cxn modelId="{EA01E9FF-1539-4D9D-A704-601C4907FE24}" srcId="{DD0516D7-2D34-4F48-8764-57319887284D}" destId="{2C8D3DD2-5891-4BD4-9F97-83B894549DF4}" srcOrd="3" destOrd="0" parTransId="{A4750F96-1EEA-4FB5-BCEF-B8EDFE15533A}" sibTransId="{BB535118-B907-446C-80B3-4D5ECF2F2307}"/>
    <dgm:cxn modelId="{745A8910-D640-4C9F-9584-83DF4F6DA429}" type="presParOf" srcId="{11C204C2-0B69-4CD8-B3FA-39B6B96084E1}" destId="{8F8D7FB6-637A-4A27-AD1E-166D9F699940}" srcOrd="0" destOrd="0" presId="urn:microsoft.com/office/officeart/2005/8/layout/vList3"/>
    <dgm:cxn modelId="{961EEB2A-D642-4B37-9E1B-D359490EA0FA}" type="presParOf" srcId="{8F8D7FB6-637A-4A27-AD1E-166D9F699940}" destId="{366B2CED-8031-4EBD-9A77-9F47EC1FCF2C}" srcOrd="0" destOrd="0" presId="urn:microsoft.com/office/officeart/2005/8/layout/vList3"/>
    <dgm:cxn modelId="{BDF9AFAC-02B2-432B-92E0-008C7AB04836}" type="presParOf" srcId="{8F8D7FB6-637A-4A27-AD1E-166D9F699940}" destId="{E6E2E748-AE23-47D6-8FDA-3F9E00E13611}" srcOrd="1" destOrd="0" presId="urn:microsoft.com/office/officeart/2005/8/layout/vList3"/>
    <dgm:cxn modelId="{C1C9F18E-8B30-41B0-BD47-F7ADF4F77E7B}" type="presParOf" srcId="{11C204C2-0B69-4CD8-B3FA-39B6B96084E1}" destId="{AE17934F-C96F-4839-98A1-794E4934BA8D}" srcOrd="1" destOrd="0" presId="urn:microsoft.com/office/officeart/2005/8/layout/vList3"/>
    <dgm:cxn modelId="{3546BC25-8377-45AE-81AC-D36B8CC612BE}" type="presParOf" srcId="{11C204C2-0B69-4CD8-B3FA-39B6B96084E1}" destId="{AA37E54F-0A4F-460E-8FEC-D55497C27BDE}" srcOrd="2" destOrd="0" presId="urn:microsoft.com/office/officeart/2005/8/layout/vList3"/>
    <dgm:cxn modelId="{E8F2EC96-71D2-40C5-A39E-894B47661E65}" type="presParOf" srcId="{AA37E54F-0A4F-460E-8FEC-D55497C27BDE}" destId="{BCDAA261-1055-4ED4-8A1B-29745D5C53E3}" srcOrd="0" destOrd="0" presId="urn:microsoft.com/office/officeart/2005/8/layout/vList3"/>
    <dgm:cxn modelId="{850C3D0D-6363-4441-B7D7-6580BD8FA5CE}" type="presParOf" srcId="{AA37E54F-0A4F-460E-8FEC-D55497C27BDE}" destId="{11D7363A-2995-4633-A134-36B3AC7ABDDA}" srcOrd="1" destOrd="0" presId="urn:microsoft.com/office/officeart/2005/8/layout/vList3"/>
    <dgm:cxn modelId="{EA3FCE83-871D-4ACF-9E9C-662C5EAA6205}" type="presParOf" srcId="{11C204C2-0B69-4CD8-B3FA-39B6B96084E1}" destId="{C57FAA5E-6E97-4FA5-9AF7-AF6E5E721CF7}" srcOrd="3" destOrd="0" presId="urn:microsoft.com/office/officeart/2005/8/layout/vList3"/>
    <dgm:cxn modelId="{EB7069B6-B593-43AE-A74A-3758102AFB8C}" type="presParOf" srcId="{11C204C2-0B69-4CD8-B3FA-39B6B96084E1}" destId="{BB44EF2E-08BC-497B-A941-3B4D20CAC073}" srcOrd="4" destOrd="0" presId="urn:microsoft.com/office/officeart/2005/8/layout/vList3"/>
    <dgm:cxn modelId="{C563938C-DA0A-434F-993E-1ADCC9203EE4}" type="presParOf" srcId="{BB44EF2E-08BC-497B-A941-3B4D20CAC073}" destId="{873B3CEA-0F76-402F-A3ED-B1EA38CF6599}" srcOrd="0" destOrd="0" presId="urn:microsoft.com/office/officeart/2005/8/layout/vList3"/>
    <dgm:cxn modelId="{6ADE17AC-7DE2-41BA-9AA1-83E1546E382A}" type="presParOf" srcId="{BB44EF2E-08BC-497B-A941-3B4D20CAC073}" destId="{D4DE64A3-FA00-476E-8AED-4145AAC6B860}" srcOrd="1" destOrd="0" presId="urn:microsoft.com/office/officeart/2005/8/layout/vList3"/>
    <dgm:cxn modelId="{DB296628-B26B-4A13-BBDD-F1890BC1676E}" type="presParOf" srcId="{11C204C2-0B69-4CD8-B3FA-39B6B96084E1}" destId="{93179F9F-8D3E-4280-ADBB-B2D35F74686C}" srcOrd="5" destOrd="0" presId="urn:microsoft.com/office/officeart/2005/8/layout/vList3"/>
    <dgm:cxn modelId="{21DD8910-92DC-4D22-B62F-C15EDD7E4E47}" type="presParOf" srcId="{11C204C2-0B69-4CD8-B3FA-39B6B96084E1}" destId="{3CD7BBF5-AFC9-4A6E-96D3-247329927ECB}" srcOrd="6" destOrd="0" presId="urn:microsoft.com/office/officeart/2005/8/layout/vList3"/>
    <dgm:cxn modelId="{CAF84715-758D-4179-B298-6397E9C602E7}" type="presParOf" srcId="{3CD7BBF5-AFC9-4A6E-96D3-247329927ECB}" destId="{542D761A-1E22-4D26-B664-F3FCAA54F890}" srcOrd="0" destOrd="0" presId="urn:microsoft.com/office/officeart/2005/8/layout/vList3"/>
    <dgm:cxn modelId="{79EF5873-E0A2-4388-8ED5-EBEB35A33CC4}" type="presParOf" srcId="{3CD7BBF5-AFC9-4A6E-96D3-247329927ECB}" destId="{694B0B7F-29C1-44D4-B1FB-9DC85996999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3AAA992-63F1-4970-B871-9EB8259572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E4E83AD-3124-49C2-9E65-4F2C030BE35C}">
      <dgm:prSet/>
      <dgm:spPr/>
      <dgm:t>
        <a:bodyPr/>
        <a:lstStyle/>
        <a:p>
          <a:r>
            <a:rPr lang="uk-UA" b="0" i="0"/>
            <a:t>повалення самодержавства, розпад Російської імперії, Українська революція</a:t>
          </a:r>
          <a:endParaRPr lang="uk-UA"/>
        </a:p>
      </dgm:t>
    </dgm:pt>
    <dgm:pt modelId="{E3FF05FF-CBA9-48FA-98B7-94A2EF1948BC}" type="parTrans" cxnId="{7949F47A-30ED-4158-9756-5545F679C7BF}">
      <dgm:prSet/>
      <dgm:spPr/>
      <dgm:t>
        <a:bodyPr/>
        <a:lstStyle/>
        <a:p>
          <a:endParaRPr lang="uk-UA"/>
        </a:p>
      </dgm:t>
    </dgm:pt>
    <dgm:pt modelId="{25088944-FC41-4FAC-9FB2-B65C26E73924}" type="sibTrans" cxnId="{7949F47A-30ED-4158-9756-5545F679C7BF}">
      <dgm:prSet/>
      <dgm:spPr/>
      <dgm:t>
        <a:bodyPr/>
        <a:lstStyle/>
        <a:p>
          <a:endParaRPr lang="uk-UA"/>
        </a:p>
      </dgm:t>
    </dgm:pt>
    <dgm:pt modelId="{64E9F2D6-3934-497A-96A3-B9038EDC7C97}">
      <dgm:prSet/>
      <dgm:spPr/>
      <dgm:t>
        <a:bodyPr/>
        <a:lstStyle/>
        <a:p>
          <a:r>
            <a:rPr lang="uk-UA" b="0" i="0"/>
            <a:t>посилення концентрації виробництва, зростання питомої ваги України в економіці Російської імперії</a:t>
          </a:r>
          <a:endParaRPr lang="uk-UA"/>
        </a:p>
      </dgm:t>
    </dgm:pt>
    <dgm:pt modelId="{397AB138-37A5-45A2-8BB8-060D5CA4DADC}" type="parTrans" cxnId="{13E883EE-C34E-4DD6-AE4A-557344F29173}">
      <dgm:prSet/>
      <dgm:spPr/>
      <dgm:t>
        <a:bodyPr/>
        <a:lstStyle/>
        <a:p>
          <a:endParaRPr lang="uk-UA"/>
        </a:p>
      </dgm:t>
    </dgm:pt>
    <dgm:pt modelId="{F6B7F801-0A33-45AB-870C-54F7CB26FD77}" type="sibTrans" cxnId="{13E883EE-C34E-4DD6-AE4A-557344F29173}">
      <dgm:prSet/>
      <dgm:spPr/>
      <dgm:t>
        <a:bodyPr/>
        <a:lstStyle/>
        <a:p>
          <a:endParaRPr lang="uk-UA"/>
        </a:p>
      </dgm:t>
    </dgm:pt>
    <dgm:pt modelId="{C710A94A-157F-4101-9E55-55C9AA7023D3}">
      <dgm:prSet/>
      <dgm:spPr/>
      <dgm:t>
        <a:bodyPr/>
        <a:lstStyle/>
        <a:p>
          <a:r>
            <a:rPr lang="uk-UA" b="0" i="0"/>
            <a:t>руйнування селянської общини, перетворення Наддніпрянської України в одного з основних експортерів хліба до Європи</a:t>
          </a:r>
          <a:endParaRPr lang="uk-UA"/>
        </a:p>
      </dgm:t>
    </dgm:pt>
    <dgm:pt modelId="{44C86260-0558-4455-ABF7-660E04B717A4}" type="parTrans" cxnId="{7579F387-C365-477A-9CD1-2C1465F125C4}">
      <dgm:prSet/>
      <dgm:spPr/>
      <dgm:t>
        <a:bodyPr/>
        <a:lstStyle/>
        <a:p>
          <a:endParaRPr lang="uk-UA"/>
        </a:p>
      </dgm:t>
    </dgm:pt>
    <dgm:pt modelId="{FBA38302-1AFC-492B-B6A8-211DCD93A27B}" type="sibTrans" cxnId="{7579F387-C365-477A-9CD1-2C1465F125C4}">
      <dgm:prSet/>
      <dgm:spPr/>
      <dgm:t>
        <a:bodyPr/>
        <a:lstStyle/>
        <a:p>
          <a:endParaRPr lang="uk-UA"/>
        </a:p>
      </dgm:t>
    </dgm:pt>
    <dgm:pt modelId="{147D228D-73AE-44BA-928B-B8A37465E114}">
      <dgm:prSet/>
      <dgm:spPr/>
      <dgm:t>
        <a:bodyPr/>
        <a:lstStyle/>
        <a:p>
          <a:r>
            <a:rPr lang="uk-UA" b="0" i="0"/>
            <a:t>втрата чинності Емського указу, легалізація діяльності українських політичних партій, створення українських думських громад</a:t>
          </a:r>
          <a:endParaRPr lang="uk-UA"/>
        </a:p>
      </dgm:t>
    </dgm:pt>
    <dgm:pt modelId="{C767A3B3-C125-4CD0-8646-9A719D8D92AC}" type="parTrans" cxnId="{A0D41A8D-0B70-4B92-94C7-2D6EFC644CF9}">
      <dgm:prSet/>
      <dgm:spPr/>
      <dgm:t>
        <a:bodyPr/>
        <a:lstStyle/>
        <a:p>
          <a:endParaRPr lang="uk-UA"/>
        </a:p>
      </dgm:t>
    </dgm:pt>
    <dgm:pt modelId="{2B79ADC6-70A4-4398-9CCF-9BFD9E61DC2E}" type="sibTrans" cxnId="{A0D41A8D-0B70-4B92-94C7-2D6EFC644CF9}">
      <dgm:prSet/>
      <dgm:spPr/>
      <dgm:t>
        <a:bodyPr/>
        <a:lstStyle/>
        <a:p>
          <a:endParaRPr lang="uk-UA"/>
        </a:p>
      </dgm:t>
    </dgm:pt>
    <dgm:pt modelId="{22926497-5BF3-4312-96EF-6E109D523707}">
      <dgm:prSet/>
      <dgm:spPr/>
      <dgm:t>
        <a:bodyPr/>
        <a:lstStyle/>
        <a:p>
          <a:r>
            <a:rPr lang="uk-UA" b="0" i="0"/>
            <a:t>скасування панщини та особистої залежності селян, надання селянам громадянських прав</a:t>
          </a:r>
          <a:endParaRPr lang="uk-UA"/>
        </a:p>
      </dgm:t>
    </dgm:pt>
    <dgm:pt modelId="{DB39B8A2-2685-4627-BF8B-CDB166F94D9D}" type="parTrans" cxnId="{35F32A28-BB76-4E9E-B883-C5E29BD98C2A}">
      <dgm:prSet/>
      <dgm:spPr/>
      <dgm:t>
        <a:bodyPr/>
        <a:lstStyle/>
        <a:p>
          <a:endParaRPr lang="uk-UA"/>
        </a:p>
      </dgm:t>
    </dgm:pt>
    <dgm:pt modelId="{5173F25B-3C91-4C0C-9A08-2DDDB04B3C1A}" type="sibTrans" cxnId="{35F32A28-BB76-4E9E-B883-C5E29BD98C2A}">
      <dgm:prSet/>
      <dgm:spPr/>
      <dgm:t>
        <a:bodyPr/>
        <a:lstStyle/>
        <a:p>
          <a:endParaRPr lang="uk-UA"/>
        </a:p>
      </dgm:t>
    </dgm:pt>
    <dgm:pt modelId="{DE0883DF-8D54-4FB9-A5C3-8238316DE69A}" type="pres">
      <dgm:prSet presAssocID="{A3AAA992-63F1-4970-B871-9EB825957297}" presName="linear" presStyleCnt="0">
        <dgm:presLayoutVars>
          <dgm:animLvl val="lvl"/>
          <dgm:resizeHandles val="exact"/>
        </dgm:presLayoutVars>
      </dgm:prSet>
      <dgm:spPr/>
    </dgm:pt>
    <dgm:pt modelId="{9D6A5007-9975-4634-A001-BCAFD0B817C6}" type="pres">
      <dgm:prSet presAssocID="{8E4E83AD-3124-49C2-9E65-4F2C030BE35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1F27AB2-7DD1-4BDC-820E-C31AAA18B7F8}" type="pres">
      <dgm:prSet presAssocID="{25088944-FC41-4FAC-9FB2-B65C26E73924}" presName="spacer" presStyleCnt="0"/>
      <dgm:spPr/>
    </dgm:pt>
    <dgm:pt modelId="{35A22D5B-2D75-466C-BE97-4DA3E24DE4B4}" type="pres">
      <dgm:prSet presAssocID="{64E9F2D6-3934-497A-96A3-B9038EDC7C9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E08617B-EB7A-4526-813C-4F163AD66EB9}" type="pres">
      <dgm:prSet presAssocID="{F6B7F801-0A33-45AB-870C-54F7CB26FD77}" presName="spacer" presStyleCnt="0"/>
      <dgm:spPr/>
    </dgm:pt>
    <dgm:pt modelId="{9A52A866-6E3A-46A2-8DCC-7CA7E6AD0CE3}" type="pres">
      <dgm:prSet presAssocID="{C710A94A-157F-4101-9E55-55C9AA7023D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EC215FD-1952-4869-ABF6-C6C847FCA0D3}" type="pres">
      <dgm:prSet presAssocID="{FBA38302-1AFC-492B-B6A8-211DCD93A27B}" presName="spacer" presStyleCnt="0"/>
      <dgm:spPr/>
    </dgm:pt>
    <dgm:pt modelId="{29979D3E-A470-4145-A5DC-6BE650203D46}" type="pres">
      <dgm:prSet presAssocID="{147D228D-73AE-44BA-928B-B8A37465E11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E4E4525-5E30-42EA-A779-CA17B1DB74E2}" type="pres">
      <dgm:prSet presAssocID="{2B79ADC6-70A4-4398-9CCF-9BFD9E61DC2E}" presName="spacer" presStyleCnt="0"/>
      <dgm:spPr/>
    </dgm:pt>
    <dgm:pt modelId="{BEA047FA-70AD-4A52-965F-5146F29BA9DA}" type="pres">
      <dgm:prSet presAssocID="{22926497-5BF3-4312-96EF-6E109D52370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5F32A28-BB76-4E9E-B883-C5E29BD98C2A}" srcId="{A3AAA992-63F1-4970-B871-9EB825957297}" destId="{22926497-5BF3-4312-96EF-6E109D523707}" srcOrd="4" destOrd="0" parTransId="{DB39B8A2-2685-4627-BF8B-CDB166F94D9D}" sibTransId="{5173F25B-3C91-4C0C-9A08-2DDDB04B3C1A}"/>
    <dgm:cxn modelId="{84F1FA3B-AB77-4955-A481-75DC110820B6}" type="presOf" srcId="{147D228D-73AE-44BA-928B-B8A37465E114}" destId="{29979D3E-A470-4145-A5DC-6BE650203D46}" srcOrd="0" destOrd="0" presId="urn:microsoft.com/office/officeart/2005/8/layout/vList2"/>
    <dgm:cxn modelId="{32BBD143-5B06-4EC1-A63C-EE535C5F0CA1}" type="presOf" srcId="{22926497-5BF3-4312-96EF-6E109D523707}" destId="{BEA047FA-70AD-4A52-965F-5146F29BA9DA}" srcOrd="0" destOrd="0" presId="urn:microsoft.com/office/officeart/2005/8/layout/vList2"/>
    <dgm:cxn modelId="{7949F47A-30ED-4158-9756-5545F679C7BF}" srcId="{A3AAA992-63F1-4970-B871-9EB825957297}" destId="{8E4E83AD-3124-49C2-9E65-4F2C030BE35C}" srcOrd="0" destOrd="0" parTransId="{E3FF05FF-CBA9-48FA-98B7-94A2EF1948BC}" sibTransId="{25088944-FC41-4FAC-9FB2-B65C26E73924}"/>
    <dgm:cxn modelId="{7579F387-C365-477A-9CD1-2C1465F125C4}" srcId="{A3AAA992-63F1-4970-B871-9EB825957297}" destId="{C710A94A-157F-4101-9E55-55C9AA7023D3}" srcOrd="2" destOrd="0" parTransId="{44C86260-0558-4455-ABF7-660E04B717A4}" sibTransId="{FBA38302-1AFC-492B-B6A8-211DCD93A27B}"/>
    <dgm:cxn modelId="{A0D41A8D-0B70-4B92-94C7-2D6EFC644CF9}" srcId="{A3AAA992-63F1-4970-B871-9EB825957297}" destId="{147D228D-73AE-44BA-928B-B8A37465E114}" srcOrd="3" destOrd="0" parTransId="{C767A3B3-C125-4CD0-8646-9A719D8D92AC}" sibTransId="{2B79ADC6-70A4-4398-9CCF-9BFD9E61DC2E}"/>
    <dgm:cxn modelId="{C593449F-AA1E-4967-91E6-189043C0C4E7}" type="presOf" srcId="{A3AAA992-63F1-4970-B871-9EB825957297}" destId="{DE0883DF-8D54-4FB9-A5C3-8238316DE69A}" srcOrd="0" destOrd="0" presId="urn:microsoft.com/office/officeart/2005/8/layout/vList2"/>
    <dgm:cxn modelId="{00AC9AA4-60DE-44AF-9A3C-32B3A344CFF5}" type="presOf" srcId="{8E4E83AD-3124-49C2-9E65-4F2C030BE35C}" destId="{9D6A5007-9975-4634-A001-BCAFD0B817C6}" srcOrd="0" destOrd="0" presId="urn:microsoft.com/office/officeart/2005/8/layout/vList2"/>
    <dgm:cxn modelId="{90C0FDB4-A87D-42BB-BF19-8F23D4A515A0}" type="presOf" srcId="{C710A94A-157F-4101-9E55-55C9AA7023D3}" destId="{9A52A866-6E3A-46A2-8DCC-7CA7E6AD0CE3}" srcOrd="0" destOrd="0" presId="urn:microsoft.com/office/officeart/2005/8/layout/vList2"/>
    <dgm:cxn modelId="{13E883EE-C34E-4DD6-AE4A-557344F29173}" srcId="{A3AAA992-63F1-4970-B871-9EB825957297}" destId="{64E9F2D6-3934-497A-96A3-B9038EDC7C97}" srcOrd="1" destOrd="0" parTransId="{397AB138-37A5-45A2-8BB8-060D5CA4DADC}" sibTransId="{F6B7F801-0A33-45AB-870C-54F7CB26FD77}"/>
    <dgm:cxn modelId="{29C400EF-42D2-430A-B705-6FD4F8F383F3}" type="presOf" srcId="{64E9F2D6-3934-497A-96A3-B9038EDC7C97}" destId="{35A22D5B-2D75-466C-BE97-4DA3E24DE4B4}" srcOrd="0" destOrd="0" presId="urn:microsoft.com/office/officeart/2005/8/layout/vList2"/>
    <dgm:cxn modelId="{0A94D031-F583-46A7-AE47-8CFCC25BA226}" type="presParOf" srcId="{DE0883DF-8D54-4FB9-A5C3-8238316DE69A}" destId="{9D6A5007-9975-4634-A001-BCAFD0B817C6}" srcOrd="0" destOrd="0" presId="urn:microsoft.com/office/officeart/2005/8/layout/vList2"/>
    <dgm:cxn modelId="{DDAB36C4-DA96-4F31-947C-43E2921D739F}" type="presParOf" srcId="{DE0883DF-8D54-4FB9-A5C3-8238316DE69A}" destId="{E1F27AB2-7DD1-4BDC-820E-C31AAA18B7F8}" srcOrd="1" destOrd="0" presId="urn:microsoft.com/office/officeart/2005/8/layout/vList2"/>
    <dgm:cxn modelId="{57F69A6F-FB11-4BB7-BDB6-DB2DA8864384}" type="presParOf" srcId="{DE0883DF-8D54-4FB9-A5C3-8238316DE69A}" destId="{35A22D5B-2D75-466C-BE97-4DA3E24DE4B4}" srcOrd="2" destOrd="0" presId="urn:microsoft.com/office/officeart/2005/8/layout/vList2"/>
    <dgm:cxn modelId="{B9A733B5-6826-49CB-B126-C0B606DEF8FF}" type="presParOf" srcId="{DE0883DF-8D54-4FB9-A5C3-8238316DE69A}" destId="{AE08617B-EB7A-4526-813C-4F163AD66EB9}" srcOrd="3" destOrd="0" presId="urn:microsoft.com/office/officeart/2005/8/layout/vList2"/>
    <dgm:cxn modelId="{7D164AA2-0D21-4528-B812-A4605CC147E1}" type="presParOf" srcId="{DE0883DF-8D54-4FB9-A5C3-8238316DE69A}" destId="{9A52A866-6E3A-46A2-8DCC-7CA7E6AD0CE3}" srcOrd="4" destOrd="0" presId="urn:microsoft.com/office/officeart/2005/8/layout/vList2"/>
    <dgm:cxn modelId="{81DFB970-9021-4E51-8F85-732AD7DBDAB8}" type="presParOf" srcId="{DE0883DF-8D54-4FB9-A5C3-8238316DE69A}" destId="{5EC215FD-1952-4869-ABF6-C6C847FCA0D3}" srcOrd="5" destOrd="0" presId="urn:microsoft.com/office/officeart/2005/8/layout/vList2"/>
    <dgm:cxn modelId="{09CFF749-6828-4080-A39E-85034712E2D5}" type="presParOf" srcId="{DE0883DF-8D54-4FB9-A5C3-8238316DE69A}" destId="{29979D3E-A470-4145-A5DC-6BE650203D46}" srcOrd="6" destOrd="0" presId="urn:microsoft.com/office/officeart/2005/8/layout/vList2"/>
    <dgm:cxn modelId="{D0789A83-B01D-42B7-9087-FDA39C941019}" type="presParOf" srcId="{DE0883DF-8D54-4FB9-A5C3-8238316DE69A}" destId="{6E4E4525-5E30-42EA-A779-CA17B1DB74E2}" srcOrd="7" destOrd="0" presId="urn:microsoft.com/office/officeart/2005/8/layout/vList2"/>
    <dgm:cxn modelId="{E0B26399-0238-43B2-8A65-2D31072B265A}" type="presParOf" srcId="{DE0883DF-8D54-4FB9-A5C3-8238316DE69A}" destId="{BEA047FA-70AD-4A52-965F-5146F29BA9D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9DB4409-36E6-4D8E-87DF-2A8DA94F833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92C0D7-D4CB-40A9-982D-4AC9D1D629F8}">
      <dgm:prSet/>
      <dgm:spPr/>
      <dgm:t>
        <a:bodyPr/>
        <a:lstStyle/>
        <a:p>
          <a:r>
            <a:rPr lang="ru-RU" b="0" i="0"/>
            <a:t>економічна криза 1900-1903 рр.</a:t>
          </a:r>
          <a:endParaRPr lang="uk-UA"/>
        </a:p>
      </dgm:t>
    </dgm:pt>
    <dgm:pt modelId="{37159821-5935-4B4F-B8A5-4E07EAC557CB}" type="parTrans" cxnId="{802C9212-42CC-42BB-A048-B27DCEC3DD57}">
      <dgm:prSet/>
      <dgm:spPr/>
      <dgm:t>
        <a:bodyPr/>
        <a:lstStyle/>
        <a:p>
          <a:endParaRPr lang="uk-UA"/>
        </a:p>
      </dgm:t>
    </dgm:pt>
    <dgm:pt modelId="{34C45E56-DF65-46AD-9CD2-6134BECFC94C}" type="sibTrans" cxnId="{802C9212-42CC-42BB-A048-B27DCEC3DD57}">
      <dgm:prSet/>
      <dgm:spPr/>
      <dgm:t>
        <a:bodyPr/>
        <a:lstStyle/>
        <a:p>
          <a:endParaRPr lang="uk-UA"/>
        </a:p>
      </dgm:t>
    </dgm:pt>
    <dgm:pt modelId="{D08ADB1F-52F4-43E2-904D-597FC08E86F2}">
      <dgm:prSet/>
      <dgm:spPr/>
      <dgm:t>
        <a:bodyPr/>
        <a:lstStyle/>
        <a:p>
          <a:r>
            <a:rPr lang="ru-RU" b="0" i="0"/>
            <a:t>революція 1905-1907 рр.</a:t>
          </a:r>
          <a:endParaRPr lang="uk-UA"/>
        </a:p>
      </dgm:t>
    </dgm:pt>
    <dgm:pt modelId="{DE821DC6-6C14-4BB8-ADF8-BCFDF0D00B8B}" type="parTrans" cxnId="{51AE6088-473B-4445-A3D1-C598FE58E9BB}">
      <dgm:prSet/>
      <dgm:spPr/>
      <dgm:t>
        <a:bodyPr/>
        <a:lstStyle/>
        <a:p>
          <a:endParaRPr lang="uk-UA"/>
        </a:p>
      </dgm:t>
    </dgm:pt>
    <dgm:pt modelId="{A577E8FC-547B-4B06-9831-B3EED20BFD55}" type="sibTrans" cxnId="{51AE6088-473B-4445-A3D1-C598FE58E9BB}">
      <dgm:prSet/>
      <dgm:spPr/>
      <dgm:t>
        <a:bodyPr/>
        <a:lstStyle/>
        <a:p>
          <a:endParaRPr lang="uk-UA"/>
        </a:p>
      </dgm:t>
    </dgm:pt>
    <dgm:pt modelId="{F7B67824-6D67-427A-96B0-BCC32EE63C4D}">
      <dgm:prSet/>
      <dgm:spPr/>
      <dgm:t>
        <a:bodyPr/>
        <a:lstStyle/>
        <a:p>
          <a:r>
            <a:rPr lang="ru-RU" b="0" i="0"/>
            <a:t>Столипінська реформа 1906-1911 рр.</a:t>
          </a:r>
          <a:endParaRPr lang="uk-UA"/>
        </a:p>
      </dgm:t>
    </dgm:pt>
    <dgm:pt modelId="{7B404A89-C34C-40D7-99AE-13291B1FA63C}" type="parTrans" cxnId="{89C69496-4D11-48D1-B737-AA2C3975632F}">
      <dgm:prSet/>
      <dgm:spPr/>
      <dgm:t>
        <a:bodyPr/>
        <a:lstStyle/>
        <a:p>
          <a:endParaRPr lang="uk-UA"/>
        </a:p>
      </dgm:t>
    </dgm:pt>
    <dgm:pt modelId="{6283A6FC-DC67-4AC3-9428-0A5D03E2F4B7}" type="sibTrans" cxnId="{89C69496-4D11-48D1-B737-AA2C3975632F}">
      <dgm:prSet/>
      <dgm:spPr/>
      <dgm:t>
        <a:bodyPr/>
        <a:lstStyle/>
        <a:p>
          <a:endParaRPr lang="uk-UA"/>
        </a:p>
      </dgm:t>
    </dgm:pt>
    <dgm:pt modelId="{D7567EFF-60C2-4654-B78B-D53566FB46B7}">
      <dgm:prSet/>
      <dgm:spPr/>
      <dgm:t>
        <a:bodyPr/>
        <a:lstStyle/>
        <a:p>
          <a:r>
            <a:rPr lang="ru-RU" b="0" i="0"/>
            <a:t>Перша світова війна</a:t>
          </a:r>
          <a:endParaRPr lang="uk-UA"/>
        </a:p>
      </dgm:t>
    </dgm:pt>
    <dgm:pt modelId="{B9CCE431-907F-4034-9DA4-0CA50D707DB2}" type="parTrans" cxnId="{F2CB7211-E1BF-4E90-9207-C6537F0D5015}">
      <dgm:prSet/>
      <dgm:spPr/>
      <dgm:t>
        <a:bodyPr/>
        <a:lstStyle/>
        <a:p>
          <a:endParaRPr lang="uk-UA"/>
        </a:p>
      </dgm:t>
    </dgm:pt>
    <dgm:pt modelId="{B84A2E27-7DF6-4576-88F8-894E6221AA04}" type="sibTrans" cxnId="{F2CB7211-E1BF-4E90-9207-C6537F0D5015}">
      <dgm:prSet/>
      <dgm:spPr/>
      <dgm:t>
        <a:bodyPr/>
        <a:lstStyle/>
        <a:p>
          <a:endParaRPr lang="uk-UA"/>
        </a:p>
      </dgm:t>
    </dgm:pt>
    <dgm:pt modelId="{68B7B621-6A7B-4A63-92A1-26B14C9390DA}" type="pres">
      <dgm:prSet presAssocID="{A9DB4409-36E6-4D8E-87DF-2A8DA94F8335}" presName="linearFlow" presStyleCnt="0">
        <dgm:presLayoutVars>
          <dgm:dir/>
          <dgm:resizeHandles val="exact"/>
        </dgm:presLayoutVars>
      </dgm:prSet>
      <dgm:spPr/>
    </dgm:pt>
    <dgm:pt modelId="{46F7565E-D51E-4239-BF1D-396C4D7F9910}" type="pres">
      <dgm:prSet presAssocID="{6392C0D7-D4CB-40A9-982D-4AC9D1D629F8}" presName="composite" presStyleCnt="0"/>
      <dgm:spPr/>
    </dgm:pt>
    <dgm:pt modelId="{EB3570A3-C892-4D44-859C-5F6A609330B9}" type="pres">
      <dgm:prSet presAssocID="{6392C0D7-D4CB-40A9-982D-4AC9D1D629F8}" presName="imgShp" presStyleLbl="fgImgPlace1" presStyleIdx="0" presStyleCnt="4"/>
      <dgm:spPr/>
    </dgm:pt>
    <dgm:pt modelId="{67B8C60D-EF05-440E-89E0-C98A992C8444}" type="pres">
      <dgm:prSet presAssocID="{6392C0D7-D4CB-40A9-982D-4AC9D1D629F8}" presName="txShp" presStyleLbl="node1" presStyleIdx="0" presStyleCnt="4">
        <dgm:presLayoutVars>
          <dgm:bulletEnabled val="1"/>
        </dgm:presLayoutVars>
      </dgm:prSet>
      <dgm:spPr/>
    </dgm:pt>
    <dgm:pt modelId="{CE64C5F0-1AF1-4BF5-AC72-0E4A9FD928EC}" type="pres">
      <dgm:prSet presAssocID="{34C45E56-DF65-46AD-9CD2-6134BECFC94C}" presName="spacing" presStyleCnt="0"/>
      <dgm:spPr/>
    </dgm:pt>
    <dgm:pt modelId="{460B3653-8637-4CFC-8D85-34E9590E68C5}" type="pres">
      <dgm:prSet presAssocID="{D08ADB1F-52F4-43E2-904D-597FC08E86F2}" presName="composite" presStyleCnt="0"/>
      <dgm:spPr/>
    </dgm:pt>
    <dgm:pt modelId="{B1787BC2-A756-4EA0-89A3-A69255FFD671}" type="pres">
      <dgm:prSet presAssocID="{D08ADB1F-52F4-43E2-904D-597FC08E86F2}" presName="imgShp" presStyleLbl="fgImgPlace1" presStyleIdx="1" presStyleCnt="4"/>
      <dgm:spPr/>
    </dgm:pt>
    <dgm:pt modelId="{4089F1E3-6D00-4658-8923-B7164AE88A63}" type="pres">
      <dgm:prSet presAssocID="{D08ADB1F-52F4-43E2-904D-597FC08E86F2}" presName="txShp" presStyleLbl="node1" presStyleIdx="1" presStyleCnt="4">
        <dgm:presLayoutVars>
          <dgm:bulletEnabled val="1"/>
        </dgm:presLayoutVars>
      </dgm:prSet>
      <dgm:spPr/>
    </dgm:pt>
    <dgm:pt modelId="{96A1E100-7F77-46EA-9864-819DD03417BA}" type="pres">
      <dgm:prSet presAssocID="{A577E8FC-547B-4B06-9831-B3EED20BFD55}" presName="spacing" presStyleCnt="0"/>
      <dgm:spPr/>
    </dgm:pt>
    <dgm:pt modelId="{8E1CA636-8CD4-440A-BCD0-E5A20EDDA62C}" type="pres">
      <dgm:prSet presAssocID="{F7B67824-6D67-427A-96B0-BCC32EE63C4D}" presName="composite" presStyleCnt="0"/>
      <dgm:spPr/>
    </dgm:pt>
    <dgm:pt modelId="{0CD72DA6-5D05-4189-B086-F410AF312676}" type="pres">
      <dgm:prSet presAssocID="{F7B67824-6D67-427A-96B0-BCC32EE63C4D}" presName="imgShp" presStyleLbl="fgImgPlace1" presStyleIdx="2" presStyleCnt="4"/>
      <dgm:spPr/>
    </dgm:pt>
    <dgm:pt modelId="{81E8DFF7-B5D2-4DED-9103-27154A81A3CF}" type="pres">
      <dgm:prSet presAssocID="{F7B67824-6D67-427A-96B0-BCC32EE63C4D}" presName="txShp" presStyleLbl="node1" presStyleIdx="2" presStyleCnt="4">
        <dgm:presLayoutVars>
          <dgm:bulletEnabled val="1"/>
        </dgm:presLayoutVars>
      </dgm:prSet>
      <dgm:spPr/>
    </dgm:pt>
    <dgm:pt modelId="{3E2B9000-BB01-4A56-B172-232151E29942}" type="pres">
      <dgm:prSet presAssocID="{6283A6FC-DC67-4AC3-9428-0A5D03E2F4B7}" presName="spacing" presStyleCnt="0"/>
      <dgm:spPr/>
    </dgm:pt>
    <dgm:pt modelId="{543A818E-4D63-40A7-906D-5F65E46DFF61}" type="pres">
      <dgm:prSet presAssocID="{D7567EFF-60C2-4654-B78B-D53566FB46B7}" presName="composite" presStyleCnt="0"/>
      <dgm:spPr/>
    </dgm:pt>
    <dgm:pt modelId="{02D713A7-2E6D-4448-B37F-F3194947DCA0}" type="pres">
      <dgm:prSet presAssocID="{D7567EFF-60C2-4654-B78B-D53566FB46B7}" presName="imgShp" presStyleLbl="fgImgPlace1" presStyleIdx="3" presStyleCnt="4"/>
      <dgm:spPr/>
    </dgm:pt>
    <dgm:pt modelId="{13D9EC92-0E3D-43F8-8C78-1B0FD93FCF7F}" type="pres">
      <dgm:prSet presAssocID="{D7567EFF-60C2-4654-B78B-D53566FB46B7}" presName="txShp" presStyleLbl="node1" presStyleIdx="3" presStyleCnt="4">
        <dgm:presLayoutVars>
          <dgm:bulletEnabled val="1"/>
        </dgm:presLayoutVars>
      </dgm:prSet>
      <dgm:spPr/>
    </dgm:pt>
  </dgm:ptLst>
  <dgm:cxnLst>
    <dgm:cxn modelId="{B42D1211-5171-4312-AB28-9BCC19B8ADEE}" type="presOf" srcId="{A9DB4409-36E6-4D8E-87DF-2A8DA94F8335}" destId="{68B7B621-6A7B-4A63-92A1-26B14C9390DA}" srcOrd="0" destOrd="0" presId="urn:microsoft.com/office/officeart/2005/8/layout/vList3"/>
    <dgm:cxn modelId="{F2CB7211-E1BF-4E90-9207-C6537F0D5015}" srcId="{A9DB4409-36E6-4D8E-87DF-2A8DA94F8335}" destId="{D7567EFF-60C2-4654-B78B-D53566FB46B7}" srcOrd="3" destOrd="0" parTransId="{B9CCE431-907F-4034-9DA4-0CA50D707DB2}" sibTransId="{B84A2E27-7DF6-4576-88F8-894E6221AA04}"/>
    <dgm:cxn modelId="{802C9212-42CC-42BB-A048-B27DCEC3DD57}" srcId="{A9DB4409-36E6-4D8E-87DF-2A8DA94F8335}" destId="{6392C0D7-D4CB-40A9-982D-4AC9D1D629F8}" srcOrd="0" destOrd="0" parTransId="{37159821-5935-4B4F-B8A5-4E07EAC557CB}" sibTransId="{34C45E56-DF65-46AD-9CD2-6134BECFC94C}"/>
    <dgm:cxn modelId="{3DE6B216-65EC-4689-B92C-5E9776132C46}" type="presOf" srcId="{D7567EFF-60C2-4654-B78B-D53566FB46B7}" destId="{13D9EC92-0E3D-43F8-8C78-1B0FD93FCF7F}" srcOrd="0" destOrd="0" presId="urn:microsoft.com/office/officeart/2005/8/layout/vList3"/>
    <dgm:cxn modelId="{5A25A126-41DA-4261-8DD3-841B5D25B117}" type="presOf" srcId="{6392C0D7-D4CB-40A9-982D-4AC9D1D629F8}" destId="{67B8C60D-EF05-440E-89E0-C98A992C8444}" srcOrd="0" destOrd="0" presId="urn:microsoft.com/office/officeart/2005/8/layout/vList3"/>
    <dgm:cxn modelId="{BD2ADB5C-0EEB-45AC-811E-223938B248B1}" type="presOf" srcId="{F7B67824-6D67-427A-96B0-BCC32EE63C4D}" destId="{81E8DFF7-B5D2-4DED-9103-27154A81A3CF}" srcOrd="0" destOrd="0" presId="urn:microsoft.com/office/officeart/2005/8/layout/vList3"/>
    <dgm:cxn modelId="{2BB27B5A-5F18-4597-A8D8-5608587B107B}" type="presOf" srcId="{D08ADB1F-52F4-43E2-904D-597FC08E86F2}" destId="{4089F1E3-6D00-4658-8923-B7164AE88A63}" srcOrd="0" destOrd="0" presId="urn:microsoft.com/office/officeart/2005/8/layout/vList3"/>
    <dgm:cxn modelId="{51AE6088-473B-4445-A3D1-C598FE58E9BB}" srcId="{A9DB4409-36E6-4D8E-87DF-2A8DA94F8335}" destId="{D08ADB1F-52F4-43E2-904D-597FC08E86F2}" srcOrd="1" destOrd="0" parTransId="{DE821DC6-6C14-4BB8-ADF8-BCFDF0D00B8B}" sibTransId="{A577E8FC-547B-4B06-9831-B3EED20BFD55}"/>
    <dgm:cxn modelId="{89C69496-4D11-48D1-B737-AA2C3975632F}" srcId="{A9DB4409-36E6-4D8E-87DF-2A8DA94F8335}" destId="{F7B67824-6D67-427A-96B0-BCC32EE63C4D}" srcOrd="2" destOrd="0" parTransId="{7B404A89-C34C-40D7-99AE-13291B1FA63C}" sibTransId="{6283A6FC-DC67-4AC3-9428-0A5D03E2F4B7}"/>
    <dgm:cxn modelId="{B03A2DE6-324D-4130-A5E0-2484CAE06E20}" type="presParOf" srcId="{68B7B621-6A7B-4A63-92A1-26B14C9390DA}" destId="{46F7565E-D51E-4239-BF1D-396C4D7F9910}" srcOrd="0" destOrd="0" presId="urn:microsoft.com/office/officeart/2005/8/layout/vList3"/>
    <dgm:cxn modelId="{0470847C-B56D-46BC-8076-0D82D213B8AA}" type="presParOf" srcId="{46F7565E-D51E-4239-BF1D-396C4D7F9910}" destId="{EB3570A3-C892-4D44-859C-5F6A609330B9}" srcOrd="0" destOrd="0" presId="urn:microsoft.com/office/officeart/2005/8/layout/vList3"/>
    <dgm:cxn modelId="{EAC13BD7-CAB3-4EF5-939C-E256DB786711}" type="presParOf" srcId="{46F7565E-D51E-4239-BF1D-396C4D7F9910}" destId="{67B8C60D-EF05-440E-89E0-C98A992C8444}" srcOrd="1" destOrd="0" presId="urn:microsoft.com/office/officeart/2005/8/layout/vList3"/>
    <dgm:cxn modelId="{C405AF84-0469-4443-8C60-529640882A7A}" type="presParOf" srcId="{68B7B621-6A7B-4A63-92A1-26B14C9390DA}" destId="{CE64C5F0-1AF1-4BF5-AC72-0E4A9FD928EC}" srcOrd="1" destOrd="0" presId="urn:microsoft.com/office/officeart/2005/8/layout/vList3"/>
    <dgm:cxn modelId="{1734067C-60E5-4A97-AA67-A922DEBB9F70}" type="presParOf" srcId="{68B7B621-6A7B-4A63-92A1-26B14C9390DA}" destId="{460B3653-8637-4CFC-8D85-34E9590E68C5}" srcOrd="2" destOrd="0" presId="urn:microsoft.com/office/officeart/2005/8/layout/vList3"/>
    <dgm:cxn modelId="{49066AA1-7743-4680-ADCD-C1A14381EB90}" type="presParOf" srcId="{460B3653-8637-4CFC-8D85-34E9590E68C5}" destId="{B1787BC2-A756-4EA0-89A3-A69255FFD671}" srcOrd="0" destOrd="0" presId="urn:microsoft.com/office/officeart/2005/8/layout/vList3"/>
    <dgm:cxn modelId="{062079C7-1B59-41E3-92A0-831D9FBDC909}" type="presParOf" srcId="{460B3653-8637-4CFC-8D85-34E9590E68C5}" destId="{4089F1E3-6D00-4658-8923-B7164AE88A63}" srcOrd="1" destOrd="0" presId="urn:microsoft.com/office/officeart/2005/8/layout/vList3"/>
    <dgm:cxn modelId="{46EAF08A-A10D-4447-85E9-D030F584BE72}" type="presParOf" srcId="{68B7B621-6A7B-4A63-92A1-26B14C9390DA}" destId="{96A1E100-7F77-46EA-9864-819DD03417BA}" srcOrd="3" destOrd="0" presId="urn:microsoft.com/office/officeart/2005/8/layout/vList3"/>
    <dgm:cxn modelId="{4F93C3E2-1B90-4F34-8496-760946E17439}" type="presParOf" srcId="{68B7B621-6A7B-4A63-92A1-26B14C9390DA}" destId="{8E1CA636-8CD4-440A-BCD0-E5A20EDDA62C}" srcOrd="4" destOrd="0" presId="urn:microsoft.com/office/officeart/2005/8/layout/vList3"/>
    <dgm:cxn modelId="{BA4267AD-E25D-4509-B1D5-388B584E17A4}" type="presParOf" srcId="{8E1CA636-8CD4-440A-BCD0-E5A20EDDA62C}" destId="{0CD72DA6-5D05-4189-B086-F410AF312676}" srcOrd="0" destOrd="0" presId="urn:microsoft.com/office/officeart/2005/8/layout/vList3"/>
    <dgm:cxn modelId="{0383A87B-BFBA-4CC2-9DAA-B3F672E971D4}" type="presParOf" srcId="{8E1CA636-8CD4-440A-BCD0-E5A20EDDA62C}" destId="{81E8DFF7-B5D2-4DED-9103-27154A81A3CF}" srcOrd="1" destOrd="0" presId="urn:microsoft.com/office/officeart/2005/8/layout/vList3"/>
    <dgm:cxn modelId="{C29C0870-2FFF-43FD-8EFD-210CBBBCA45E}" type="presParOf" srcId="{68B7B621-6A7B-4A63-92A1-26B14C9390DA}" destId="{3E2B9000-BB01-4A56-B172-232151E29942}" srcOrd="5" destOrd="0" presId="urn:microsoft.com/office/officeart/2005/8/layout/vList3"/>
    <dgm:cxn modelId="{3B2F0964-370D-43F1-80F5-C73FEB168A74}" type="presParOf" srcId="{68B7B621-6A7B-4A63-92A1-26B14C9390DA}" destId="{543A818E-4D63-40A7-906D-5F65E46DFF61}" srcOrd="6" destOrd="0" presId="urn:microsoft.com/office/officeart/2005/8/layout/vList3"/>
    <dgm:cxn modelId="{9B6465C5-4AA7-4F98-9B2B-989A1A129FBA}" type="presParOf" srcId="{543A818E-4D63-40A7-906D-5F65E46DFF61}" destId="{02D713A7-2E6D-4448-B37F-F3194947DCA0}" srcOrd="0" destOrd="0" presId="urn:microsoft.com/office/officeart/2005/8/layout/vList3"/>
    <dgm:cxn modelId="{647B164D-5ABA-4969-B49D-FABA60A4F920}" type="presParOf" srcId="{543A818E-4D63-40A7-906D-5F65E46DFF61}" destId="{13D9EC92-0E3D-43F8-8C78-1B0FD93FCF7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905E723-2BA7-40D5-AE7C-4E9D922022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9005C71-71ED-426E-8D86-2CCA94B03E69}">
      <dgm:prSet/>
      <dgm:spPr/>
      <dgm:t>
        <a:bodyPr/>
        <a:lstStyle/>
        <a:p>
          <a:r>
            <a:rPr lang="uk-UA" b="0" i="0"/>
            <a:t>скасування панщини й особистої залежності селян, надання селянам громадянських прав</a:t>
          </a:r>
          <a:endParaRPr lang="uk-UA"/>
        </a:p>
      </dgm:t>
    </dgm:pt>
    <dgm:pt modelId="{053CAFD1-D86E-4785-9F17-489DF269B9BE}" type="parTrans" cxnId="{B1960D82-1DCA-48F7-AD12-CAD16114183F}">
      <dgm:prSet/>
      <dgm:spPr/>
      <dgm:t>
        <a:bodyPr/>
        <a:lstStyle/>
        <a:p>
          <a:endParaRPr lang="uk-UA"/>
        </a:p>
      </dgm:t>
    </dgm:pt>
    <dgm:pt modelId="{9B48275E-F7E8-42E1-B9A6-F56C594DDD7B}" type="sibTrans" cxnId="{B1960D82-1DCA-48F7-AD12-CAD16114183F}">
      <dgm:prSet/>
      <dgm:spPr/>
      <dgm:t>
        <a:bodyPr/>
        <a:lstStyle/>
        <a:p>
          <a:endParaRPr lang="uk-UA"/>
        </a:p>
      </dgm:t>
    </dgm:pt>
    <dgm:pt modelId="{74A52D04-14E1-4AB0-8B42-A704A33B25B9}">
      <dgm:prSet/>
      <dgm:spPr/>
      <dgm:t>
        <a:bodyPr/>
        <a:lstStyle/>
        <a:p>
          <a:r>
            <a:rPr lang="uk-UA" b="0" i="0" dirty="0"/>
            <a:t>руйнування селянської общини, перетворення Наддніпрянської України на одного з основних експортерів хліба в Європу</a:t>
          </a:r>
          <a:endParaRPr lang="uk-UA" dirty="0"/>
        </a:p>
      </dgm:t>
    </dgm:pt>
    <dgm:pt modelId="{85876BFE-9B00-43C4-A0E9-A37E34AB063E}" type="parTrans" cxnId="{F950BBD0-3BFE-4C1B-B413-6EF06F36F4AD}">
      <dgm:prSet/>
      <dgm:spPr/>
      <dgm:t>
        <a:bodyPr/>
        <a:lstStyle/>
        <a:p>
          <a:endParaRPr lang="uk-UA"/>
        </a:p>
      </dgm:t>
    </dgm:pt>
    <dgm:pt modelId="{19567C79-48B6-4E87-AA17-FA480BAB89E8}" type="sibTrans" cxnId="{F950BBD0-3BFE-4C1B-B413-6EF06F36F4AD}">
      <dgm:prSet/>
      <dgm:spPr/>
      <dgm:t>
        <a:bodyPr/>
        <a:lstStyle/>
        <a:p>
          <a:endParaRPr lang="uk-UA"/>
        </a:p>
      </dgm:t>
    </dgm:pt>
    <dgm:pt modelId="{91A1A4B8-AD39-4A24-ACA2-036F2E503A4F}">
      <dgm:prSet/>
      <dgm:spPr/>
      <dgm:t>
        <a:bodyPr/>
        <a:lstStyle/>
        <a:p>
          <a:r>
            <a:rPr lang="uk-UA" b="0" i="0"/>
            <a:t>посилення концентрації виробництва, зростання питомої ваги українських земель в економіці Російської імперії</a:t>
          </a:r>
          <a:endParaRPr lang="uk-UA"/>
        </a:p>
      </dgm:t>
    </dgm:pt>
    <dgm:pt modelId="{D7DAF027-FF79-4F91-9A85-A76DA3BBD7B5}" type="parTrans" cxnId="{63088128-2D5F-4931-B5B9-A60F958D1099}">
      <dgm:prSet/>
      <dgm:spPr/>
      <dgm:t>
        <a:bodyPr/>
        <a:lstStyle/>
        <a:p>
          <a:endParaRPr lang="uk-UA"/>
        </a:p>
      </dgm:t>
    </dgm:pt>
    <dgm:pt modelId="{04A4A7C2-ED72-4EC3-B91F-12F15B8A1A69}" type="sibTrans" cxnId="{63088128-2D5F-4931-B5B9-A60F958D1099}">
      <dgm:prSet/>
      <dgm:spPr/>
      <dgm:t>
        <a:bodyPr/>
        <a:lstStyle/>
        <a:p>
          <a:endParaRPr lang="uk-UA"/>
        </a:p>
      </dgm:t>
    </dgm:pt>
    <dgm:pt modelId="{B2FC3BB0-D88E-4F5C-8EB0-8BB601EF0A65}">
      <dgm:prSet/>
      <dgm:spPr/>
      <dgm:t>
        <a:bodyPr/>
        <a:lstStyle/>
        <a:p>
          <a:r>
            <a:rPr lang="uk-UA" b="0" i="0"/>
            <a:t>утрата чинності Емського указу, легалізація діяльності українських політичних партій, створення українських думських громад</a:t>
          </a:r>
          <a:endParaRPr lang="uk-UA"/>
        </a:p>
      </dgm:t>
    </dgm:pt>
    <dgm:pt modelId="{A56634EA-3D26-441E-8862-31AA9A22778D}" type="parTrans" cxnId="{818235A4-9E13-4BEB-8EE2-1F4411E0CFDA}">
      <dgm:prSet/>
      <dgm:spPr/>
      <dgm:t>
        <a:bodyPr/>
        <a:lstStyle/>
        <a:p>
          <a:endParaRPr lang="uk-UA"/>
        </a:p>
      </dgm:t>
    </dgm:pt>
    <dgm:pt modelId="{7EFD3F11-FC8E-4344-92CF-168ABBB7E5FA}" type="sibTrans" cxnId="{818235A4-9E13-4BEB-8EE2-1F4411E0CFDA}">
      <dgm:prSet/>
      <dgm:spPr/>
      <dgm:t>
        <a:bodyPr/>
        <a:lstStyle/>
        <a:p>
          <a:endParaRPr lang="uk-UA"/>
        </a:p>
      </dgm:t>
    </dgm:pt>
    <dgm:pt modelId="{7A399792-031E-40F0-A07D-FDB8DBB1C6A5}">
      <dgm:prSet/>
      <dgm:spPr/>
      <dgm:t>
        <a:bodyPr/>
        <a:lstStyle/>
        <a:p>
          <a:r>
            <a:rPr lang="uk-UA" b="0" i="0"/>
            <a:t>повалення самодержавства, розпад Російської імперії, Українська революція</a:t>
          </a:r>
          <a:endParaRPr lang="uk-UA"/>
        </a:p>
      </dgm:t>
    </dgm:pt>
    <dgm:pt modelId="{429DDF11-90EB-44F4-932F-93B3AF9994C3}" type="parTrans" cxnId="{1E00BF85-4D4A-4047-BD7C-CBB95B6614DF}">
      <dgm:prSet/>
      <dgm:spPr/>
      <dgm:t>
        <a:bodyPr/>
        <a:lstStyle/>
        <a:p>
          <a:endParaRPr lang="uk-UA"/>
        </a:p>
      </dgm:t>
    </dgm:pt>
    <dgm:pt modelId="{B8E49349-2C5D-4494-BE16-7B046332BD65}" type="sibTrans" cxnId="{1E00BF85-4D4A-4047-BD7C-CBB95B6614DF}">
      <dgm:prSet/>
      <dgm:spPr/>
      <dgm:t>
        <a:bodyPr/>
        <a:lstStyle/>
        <a:p>
          <a:endParaRPr lang="uk-UA"/>
        </a:p>
      </dgm:t>
    </dgm:pt>
    <dgm:pt modelId="{2CC257BD-4A7F-4A2E-972F-20383C235AE9}" type="pres">
      <dgm:prSet presAssocID="{9905E723-2BA7-40D5-AE7C-4E9D92202237}" presName="linear" presStyleCnt="0">
        <dgm:presLayoutVars>
          <dgm:animLvl val="lvl"/>
          <dgm:resizeHandles val="exact"/>
        </dgm:presLayoutVars>
      </dgm:prSet>
      <dgm:spPr/>
    </dgm:pt>
    <dgm:pt modelId="{ABCCBE1D-854F-4002-8288-079AE45AB4B0}" type="pres">
      <dgm:prSet presAssocID="{29005C71-71ED-426E-8D86-2CCA94B03E6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9F09F7D-E318-4AC4-9C05-20EB0624996B}" type="pres">
      <dgm:prSet presAssocID="{9B48275E-F7E8-42E1-B9A6-F56C594DDD7B}" presName="spacer" presStyleCnt="0"/>
      <dgm:spPr/>
    </dgm:pt>
    <dgm:pt modelId="{A2E28A7E-284A-4BCC-AFD8-950304E2D47F}" type="pres">
      <dgm:prSet presAssocID="{74A52D04-14E1-4AB0-8B42-A704A33B25B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E65F02D-95E7-46C9-8E0C-FF4705454B5F}" type="pres">
      <dgm:prSet presAssocID="{19567C79-48B6-4E87-AA17-FA480BAB89E8}" presName="spacer" presStyleCnt="0"/>
      <dgm:spPr/>
    </dgm:pt>
    <dgm:pt modelId="{65C371C5-130E-4D27-B02E-E008BF8559C5}" type="pres">
      <dgm:prSet presAssocID="{91A1A4B8-AD39-4A24-ACA2-036F2E503A4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2FE7B3F-C57F-4D83-85E1-E2B75035FC45}" type="pres">
      <dgm:prSet presAssocID="{04A4A7C2-ED72-4EC3-B91F-12F15B8A1A69}" presName="spacer" presStyleCnt="0"/>
      <dgm:spPr/>
    </dgm:pt>
    <dgm:pt modelId="{6C024A1A-883A-4B26-9741-6F48B3BA7E9A}" type="pres">
      <dgm:prSet presAssocID="{B2FC3BB0-D88E-4F5C-8EB0-8BB601EF0A6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B4838B-E38B-4295-A35A-40ABC16F3AC7}" type="pres">
      <dgm:prSet presAssocID="{7EFD3F11-FC8E-4344-92CF-168ABBB7E5FA}" presName="spacer" presStyleCnt="0"/>
      <dgm:spPr/>
    </dgm:pt>
    <dgm:pt modelId="{61FEFE81-75F5-42D8-A526-C26D054B0D06}" type="pres">
      <dgm:prSet presAssocID="{7A399792-031E-40F0-A07D-FDB8DBB1C6A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6971F27-E531-4349-A700-988E3228A4AA}" type="presOf" srcId="{91A1A4B8-AD39-4A24-ACA2-036F2E503A4F}" destId="{65C371C5-130E-4D27-B02E-E008BF8559C5}" srcOrd="0" destOrd="0" presId="urn:microsoft.com/office/officeart/2005/8/layout/vList2"/>
    <dgm:cxn modelId="{63088128-2D5F-4931-B5B9-A60F958D1099}" srcId="{9905E723-2BA7-40D5-AE7C-4E9D92202237}" destId="{91A1A4B8-AD39-4A24-ACA2-036F2E503A4F}" srcOrd="2" destOrd="0" parTransId="{D7DAF027-FF79-4F91-9A85-A76DA3BBD7B5}" sibTransId="{04A4A7C2-ED72-4EC3-B91F-12F15B8A1A69}"/>
    <dgm:cxn modelId="{AAB1CD6D-88AC-4B14-AA93-7259174BB368}" type="presOf" srcId="{9905E723-2BA7-40D5-AE7C-4E9D92202237}" destId="{2CC257BD-4A7F-4A2E-972F-20383C235AE9}" srcOrd="0" destOrd="0" presId="urn:microsoft.com/office/officeart/2005/8/layout/vList2"/>
    <dgm:cxn modelId="{C1CC4E80-1582-41D8-952A-81A63A76F834}" type="presOf" srcId="{29005C71-71ED-426E-8D86-2CCA94B03E69}" destId="{ABCCBE1D-854F-4002-8288-079AE45AB4B0}" srcOrd="0" destOrd="0" presId="urn:microsoft.com/office/officeart/2005/8/layout/vList2"/>
    <dgm:cxn modelId="{B1960D82-1DCA-48F7-AD12-CAD16114183F}" srcId="{9905E723-2BA7-40D5-AE7C-4E9D92202237}" destId="{29005C71-71ED-426E-8D86-2CCA94B03E69}" srcOrd="0" destOrd="0" parTransId="{053CAFD1-D86E-4785-9F17-489DF269B9BE}" sibTransId="{9B48275E-F7E8-42E1-B9A6-F56C594DDD7B}"/>
    <dgm:cxn modelId="{1E00BF85-4D4A-4047-BD7C-CBB95B6614DF}" srcId="{9905E723-2BA7-40D5-AE7C-4E9D92202237}" destId="{7A399792-031E-40F0-A07D-FDB8DBB1C6A5}" srcOrd="4" destOrd="0" parTransId="{429DDF11-90EB-44F4-932F-93B3AF9994C3}" sibTransId="{B8E49349-2C5D-4494-BE16-7B046332BD65}"/>
    <dgm:cxn modelId="{E55A5C8C-156A-44C5-BC98-23E84881A02F}" type="presOf" srcId="{74A52D04-14E1-4AB0-8B42-A704A33B25B9}" destId="{A2E28A7E-284A-4BCC-AFD8-950304E2D47F}" srcOrd="0" destOrd="0" presId="urn:microsoft.com/office/officeart/2005/8/layout/vList2"/>
    <dgm:cxn modelId="{818235A4-9E13-4BEB-8EE2-1F4411E0CFDA}" srcId="{9905E723-2BA7-40D5-AE7C-4E9D92202237}" destId="{B2FC3BB0-D88E-4F5C-8EB0-8BB601EF0A65}" srcOrd="3" destOrd="0" parTransId="{A56634EA-3D26-441E-8862-31AA9A22778D}" sibTransId="{7EFD3F11-FC8E-4344-92CF-168ABBB7E5FA}"/>
    <dgm:cxn modelId="{F950BBD0-3BFE-4C1B-B413-6EF06F36F4AD}" srcId="{9905E723-2BA7-40D5-AE7C-4E9D92202237}" destId="{74A52D04-14E1-4AB0-8B42-A704A33B25B9}" srcOrd="1" destOrd="0" parTransId="{85876BFE-9B00-43C4-A0E9-A37E34AB063E}" sibTransId="{19567C79-48B6-4E87-AA17-FA480BAB89E8}"/>
    <dgm:cxn modelId="{BE98EBE2-732D-45E2-A294-EB829C7A67D3}" type="presOf" srcId="{B2FC3BB0-D88E-4F5C-8EB0-8BB601EF0A65}" destId="{6C024A1A-883A-4B26-9741-6F48B3BA7E9A}" srcOrd="0" destOrd="0" presId="urn:microsoft.com/office/officeart/2005/8/layout/vList2"/>
    <dgm:cxn modelId="{391D65F2-A827-4D31-84ED-EF5160E28D0E}" type="presOf" srcId="{7A399792-031E-40F0-A07D-FDB8DBB1C6A5}" destId="{61FEFE81-75F5-42D8-A526-C26D054B0D06}" srcOrd="0" destOrd="0" presId="urn:microsoft.com/office/officeart/2005/8/layout/vList2"/>
    <dgm:cxn modelId="{7E1466E7-4866-4FBD-8C4A-C8B430325F6B}" type="presParOf" srcId="{2CC257BD-4A7F-4A2E-972F-20383C235AE9}" destId="{ABCCBE1D-854F-4002-8288-079AE45AB4B0}" srcOrd="0" destOrd="0" presId="urn:microsoft.com/office/officeart/2005/8/layout/vList2"/>
    <dgm:cxn modelId="{D4A9FCE2-B350-442E-891E-7C2DAA471230}" type="presParOf" srcId="{2CC257BD-4A7F-4A2E-972F-20383C235AE9}" destId="{D9F09F7D-E318-4AC4-9C05-20EB0624996B}" srcOrd="1" destOrd="0" presId="urn:microsoft.com/office/officeart/2005/8/layout/vList2"/>
    <dgm:cxn modelId="{859197E9-9B43-4B21-970E-F99CF6776CD4}" type="presParOf" srcId="{2CC257BD-4A7F-4A2E-972F-20383C235AE9}" destId="{A2E28A7E-284A-4BCC-AFD8-950304E2D47F}" srcOrd="2" destOrd="0" presId="urn:microsoft.com/office/officeart/2005/8/layout/vList2"/>
    <dgm:cxn modelId="{5A7CD3D5-AC0F-4824-B79D-EE911358436E}" type="presParOf" srcId="{2CC257BD-4A7F-4A2E-972F-20383C235AE9}" destId="{CE65F02D-95E7-46C9-8E0C-FF4705454B5F}" srcOrd="3" destOrd="0" presId="urn:microsoft.com/office/officeart/2005/8/layout/vList2"/>
    <dgm:cxn modelId="{63CF6F20-5CB0-4B46-A71C-B2BF5EEBD83A}" type="presParOf" srcId="{2CC257BD-4A7F-4A2E-972F-20383C235AE9}" destId="{65C371C5-130E-4D27-B02E-E008BF8559C5}" srcOrd="4" destOrd="0" presId="urn:microsoft.com/office/officeart/2005/8/layout/vList2"/>
    <dgm:cxn modelId="{FE1696D7-D5C3-456C-B824-EAFBCAC9B0A9}" type="presParOf" srcId="{2CC257BD-4A7F-4A2E-972F-20383C235AE9}" destId="{A2FE7B3F-C57F-4D83-85E1-E2B75035FC45}" srcOrd="5" destOrd="0" presId="urn:microsoft.com/office/officeart/2005/8/layout/vList2"/>
    <dgm:cxn modelId="{D5E439C5-9072-4D86-8A2C-4771A5524915}" type="presParOf" srcId="{2CC257BD-4A7F-4A2E-972F-20383C235AE9}" destId="{6C024A1A-883A-4B26-9741-6F48B3BA7E9A}" srcOrd="6" destOrd="0" presId="urn:microsoft.com/office/officeart/2005/8/layout/vList2"/>
    <dgm:cxn modelId="{3E74E73C-8086-4F0E-B27F-2DC9F9A1D8DE}" type="presParOf" srcId="{2CC257BD-4A7F-4A2E-972F-20383C235AE9}" destId="{F1B4838B-E38B-4295-A35A-40ABC16F3AC7}" srcOrd="7" destOrd="0" presId="urn:microsoft.com/office/officeart/2005/8/layout/vList2"/>
    <dgm:cxn modelId="{4114CAF7-9467-4872-AFF5-3ECC441E1BF5}" type="presParOf" srcId="{2CC257BD-4A7F-4A2E-972F-20383C235AE9}" destId="{61FEFE81-75F5-42D8-A526-C26D054B0D0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899F09-F44E-4229-9F4F-B4B145D495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37AFFE-433D-410D-8CDB-DC5B8CEA0E75}">
      <dgm:prSet/>
      <dgm:spPr/>
      <dgm:t>
        <a:bodyPr/>
        <a:lstStyle/>
        <a:p>
          <a:r>
            <a:rPr lang="uk-UA" b="0" i="0"/>
            <a:t>загарбання Данцига та контроль над узбережжям Балтійського моря</a:t>
          </a:r>
          <a:endParaRPr lang="uk-UA"/>
        </a:p>
      </dgm:t>
    </dgm:pt>
    <dgm:pt modelId="{9B60B203-78EF-47BC-82A7-0DDA627FAA5E}" type="parTrans" cxnId="{13435248-1102-4DEF-9289-C252029DF964}">
      <dgm:prSet/>
      <dgm:spPr/>
      <dgm:t>
        <a:bodyPr/>
        <a:lstStyle/>
        <a:p>
          <a:endParaRPr lang="uk-UA"/>
        </a:p>
      </dgm:t>
    </dgm:pt>
    <dgm:pt modelId="{BA1C117B-6F33-45BE-86B8-17072BFD0FC5}" type="sibTrans" cxnId="{13435248-1102-4DEF-9289-C252029DF964}">
      <dgm:prSet/>
      <dgm:spPr/>
      <dgm:t>
        <a:bodyPr/>
        <a:lstStyle/>
        <a:p>
          <a:endParaRPr lang="uk-UA"/>
        </a:p>
      </dgm:t>
    </dgm:pt>
    <dgm:pt modelId="{1F1E22D3-72BB-4E84-BD0F-4B528F911863}">
      <dgm:prSet/>
      <dgm:spPr/>
      <dgm:t>
        <a:bodyPr/>
        <a:lstStyle/>
        <a:p>
          <a:r>
            <a:rPr lang="uk-UA" b="0" i="0"/>
            <a:t>приєднання Бессарабії та контроль над дельтою Дунаю</a:t>
          </a:r>
          <a:endParaRPr lang="uk-UA"/>
        </a:p>
      </dgm:t>
    </dgm:pt>
    <dgm:pt modelId="{4947CCA3-E74A-4661-B5EF-8F00C4FF0193}" type="parTrans" cxnId="{6140AEC7-263E-45E0-B63F-B8B769A723C7}">
      <dgm:prSet/>
      <dgm:spPr/>
      <dgm:t>
        <a:bodyPr/>
        <a:lstStyle/>
        <a:p>
          <a:endParaRPr lang="uk-UA"/>
        </a:p>
      </dgm:t>
    </dgm:pt>
    <dgm:pt modelId="{A0B81614-2F54-4AC6-B173-6F6950549018}" type="sibTrans" cxnId="{6140AEC7-263E-45E0-B63F-B8B769A723C7}">
      <dgm:prSet/>
      <dgm:spPr/>
      <dgm:t>
        <a:bodyPr/>
        <a:lstStyle/>
        <a:p>
          <a:endParaRPr lang="uk-UA"/>
        </a:p>
      </dgm:t>
    </dgm:pt>
    <dgm:pt modelId="{5610FACF-D44E-4B86-A979-F75E57D23C0E}">
      <dgm:prSet/>
      <dgm:spPr/>
      <dgm:t>
        <a:bodyPr/>
        <a:lstStyle/>
        <a:p>
          <a:r>
            <a:rPr lang="uk-UA" b="0" i="0"/>
            <a:t>контроль над нафтовими родовищами Румунії</a:t>
          </a:r>
          <a:endParaRPr lang="uk-UA"/>
        </a:p>
      </dgm:t>
    </dgm:pt>
    <dgm:pt modelId="{5958AD6C-A0D7-409B-9463-E5DF56C7C9EF}" type="parTrans" cxnId="{0B35256E-91E6-4405-92D8-4315172556A2}">
      <dgm:prSet/>
      <dgm:spPr/>
      <dgm:t>
        <a:bodyPr/>
        <a:lstStyle/>
        <a:p>
          <a:endParaRPr lang="uk-UA"/>
        </a:p>
      </dgm:t>
    </dgm:pt>
    <dgm:pt modelId="{C086559B-5835-4DC2-8157-E1324C425D42}" type="sibTrans" cxnId="{0B35256E-91E6-4405-92D8-4315172556A2}">
      <dgm:prSet/>
      <dgm:spPr/>
      <dgm:t>
        <a:bodyPr/>
        <a:lstStyle/>
        <a:p>
          <a:endParaRPr lang="uk-UA"/>
        </a:p>
      </dgm:t>
    </dgm:pt>
    <dgm:pt modelId="{B098BF52-46C3-414C-8869-3CBCC4A120ED}">
      <dgm:prSet/>
      <dgm:spPr/>
      <dgm:t>
        <a:bodyPr/>
        <a:lstStyle/>
        <a:p>
          <a:r>
            <a:rPr lang="uk-UA" b="0" i="0"/>
            <a:t>приєднання Закарпаття, Північної Буковини та Східної Галичини</a:t>
          </a:r>
          <a:endParaRPr lang="uk-UA"/>
        </a:p>
      </dgm:t>
    </dgm:pt>
    <dgm:pt modelId="{31B9D042-DDB3-493A-AF46-EC367C792D33}" type="parTrans" cxnId="{37E07C38-0EBC-46E9-B6D3-14DD7CD0BCC8}">
      <dgm:prSet/>
      <dgm:spPr/>
      <dgm:t>
        <a:bodyPr/>
        <a:lstStyle/>
        <a:p>
          <a:endParaRPr lang="uk-UA"/>
        </a:p>
      </dgm:t>
    </dgm:pt>
    <dgm:pt modelId="{D5F93445-C921-4D1E-9984-DF4B333BF2D0}" type="sibTrans" cxnId="{37E07C38-0EBC-46E9-B6D3-14DD7CD0BCC8}">
      <dgm:prSet/>
      <dgm:spPr/>
      <dgm:t>
        <a:bodyPr/>
        <a:lstStyle/>
        <a:p>
          <a:endParaRPr lang="uk-UA"/>
        </a:p>
      </dgm:t>
    </dgm:pt>
    <dgm:pt modelId="{313F4714-0BD0-4E77-ADAB-C866029D9198}" type="pres">
      <dgm:prSet presAssocID="{CF899F09-F44E-4229-9F4F-B4B145D49560}" presName="linear" presStyleCnt="0">
        <dgm:presLayoutVars>
          <dgm:animLvl val="lvl"/>
          <dgm:resizeHandles val="exact"/>
        </dgm:presLayoutVars>
      </dgm:prSet>
      <dgm:spPr/>
    </dgm:pt>
    <dgm:pt modelId="{B7166865-6D10-4186-B507-3BF6BF01C10A}" type="pres">
      <dgm:prSet presAssocID="{D837AFFE-433D-410D-8CDB-DC5B8CEA0E7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99928C4-962A-4AA9-B86A-F668E17D9FC0}" type="pres">
      <dgm:prSet presAssocID="{BA1C117B-6F33-45BE-86B8-17072BFD0FC5}" presName="spacer" presStyleCnt="0"/>
      <dgm:spPr/>
    </dgm:pt>
    <dgm:pt modelId="{A90A7B53-01DE-4E36-8BA6-A7E428201445}" type="pres">
      <dgm:prSet presAssocID="{1F1E22D3-72BB-4E84-BD0F-4B528F91186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879C21-2B0B-415E-9F3E-42B7BFEE3137}" type="pres">
      <dgm:prSet presAssocID="{A0B81614-2F54-4AC6-B173-6F6950549018}" presName="spacer" presStyleCnt="0"/>
      <dgm:spPr/>
    </dgm:pt>
    <dgm:pt modelId="{5416154C-38D2-47DC-A2E0-5EF77BC665F0}" type="pres">
      <dgm:prSet presAssocID="{5610FACF-D44E-4B86-A979-F75E57D23C0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66915AB-C433-4DF5-8FE2-FA37EED32463}" type="pres">
      <dgm:prSet presAssocID="{C086559B-5835-4DC2-8157-E1324C425D42}" presName="spacer" presStyleCnt="0"/>
      <dgm:spPr/>
    </dgm:pt>
    <dgm:pt modelId="{4C50D61C-2E6C-4684-B681-387B45BDB1CD}" type="pres">
      <dgm:prSet presAssocID="{B098BF52-46C3-414C-8869-3CBCC4A120E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E0CED0B-5D8B-4C24-BA60-B63E48B739CD}" type="presOf" srcId="{B098BF52-46C3-414C-8869-3CBCC4A120ED}" destId="{4C50D61C-2E6C-4684-B681-387B45BDB1CD}" srcOrd="0" destOrd="0" presId="urn:microsoft.com/office/officeart/2005/8/layout/vList2"/>
    <dgm:cxn modelId="{39031317-F2A5-4BE6-BE7B-B7664EB0B60F}" type="presOf" srcId="{CF899F09-F44E-4229-9F4F-B4B145D49560}" destId="{313F4714-0BD0-4E77-ADAB-C866029D9198}" srcOrd="0" destOrd="0" presId="urn:microsoft.com/office/officeart/2005/8/layout/vList2"/>
    <dgm:cxn modelId="{37E07C38-0EBC-46E9-B6D3-14DD7CD0BCC8}" srcId="{CF899F09-F44E-4229-9F4F-B4B145D49560}" destId="{B098BF52-46C3-414C-8869-3CBCC4A120ED}" srcOrd="3" destOrd="0" parTransId="{31B9D042-DDB3-493A-AF46-EC367C792D33}" sibTransId="{D5F93445-C921-4D1E-9984-DF4B333BF2D0}"/>
    <dgm:cxn modelId="{13435248-1102-4DEF-9289-C252029DF964}" srcId="{CF899F09-F44E-4229-9F4F-B4B145D49560}" destId="{D837AFFE-433D-410D-8CDB-DC5B8CEA0E75}" srcOrd="0" destOrd="0" parTransId="{9B60B203-78EF-47BC-82A7-0DDA627FAA5E}" sibTransId="{BA1C117B-6F33-45BE-86B8-17072BFD0FC5}"/>
    <dgm:cxn modelId="{0B35256E-91E6-4405-92D8-4315172556A2}" srcId="{CF899F09-F44E-4229-9F4F-B4B145D49560}" destId="{5610FACF-D44E-4B86-A979-F75E57D23C0E}" srcOrd="2" destOrd="0" parTransId="{5958AD6C-A0D7-409B-9463-E5DF56C7C9EF}" sibTransId="{C086559B-5835-4DC2-8157-E1324C425D42}"/>
    <dgm:cxn modelId="{040ED44E-D918-4732-956C-6DDD5AAB17CD}" type="presOf" srcId="{D837AFFE-433D-410D-8CDB-DC5B8CEA0E75}" destId="{B7166865-6D10-4186-B507-3BF6BF01C10A}" srcOrd="0" destOrd="0" presId="urn:microsoft.com/office/officeart/2005/8/layout/vList2"/>
    <dgm:cxn modelId="{24C24396-5F7A-49FD-B23F-B5B00DFF15E5}" type="presOf" srcId="{1F1E22D3-72BB-4E84-BD0F-4B528F911863}" destId="{A90A7B53-01DE-4E36-8BA6-A7E428201445}" srcOrd="0" destOrd="0" presId="urn:microsoft.com/office/officeart/2005/8/layout/vList2"/>
    <dgm:cxn modelId="{B1A0A39D-9F07-4F07-B163-F05D5D379809}" type="presOf" srcId="{5610FACF-D44E-4B86-A979-F75E57D23C0E}" destId="{5416154C-38D2-47DC-A2E0-5EF77BC665F0}" srcOrd="0" destOrd="0" presId="urn:microsoft.com/office/officeart/2005/8/layout/vList2"/>
    <dgm:cxn modelId="{6140AEC7-263E-45E0-B63F-B8B769A723C7}" srcId="{CF899F09-F44E-4229-9F4F-B4B145D49560}" destId="{1F1E22D3-72BB-4E84-BD0F-4B528F911863}" srcOrd="1" destOrd="0" parTransId="{4947CCA3-E74A-4661-B5EF-8F00C4FF0193}" sibTransId="{A0B81614-2F54-4AC6-B173-6F6950549018}"/>
    <dgm:cxn modelId="{F365A63F-501D-484E-BC29-2565FD00877D}" type="presParOf" srcId="{313F4714-0BD0-4E77-ADAB-C866029D9198}" destId="{B7166865-6D10-4186-B507-3BF6BF01C10A}" srcOrd="0" destOrd="0" presId="urn:microsoft.com/office/officeart/2005/8/layout/vList2"/>
    <dgm:cxn modelId="{30C3EE2E-A8A4-475A-AF52-BAB3B3171865}" type="presParOf" srcId="{313F4714-0BD0-4E77-ADAB-C866029D9198}" destId="{799928C4-962A-4AA9-B86A-F668E17D9FC0}" srcOrd="1" destOrd="0" presId="urn:microsoft.com/office/officeart/2005/8/layout/vList2"/>
    <dgm:cxn modelId="{EA57D487-0BE6-4BF4-BED2-A4D3E23F6E14}" type="presParOf" srcId="{313F4714-0BD0-4E77-ADAB-C866029D9198}" destId="{A90A7B53-01DE-4E36-8BA6-A7E428201445}" srcOrd="2" destOrd="0" presId="urn:microsoft.com/office/officeart/2005/8/layout/vList2"/>
    <dgm:cxn modelId="{8D973BCA-860B-4138-B4D7-7C93B2591657}" type="presParOf" srcId="{313F4714-0BD0-4E77-ADAB-C866029D9198}" destId="{7B879C21-2B0B-415E-9F3E-42B7BFEE3137}" srcOrd="3" destOrd="0" presId="urn:microsoft.com/office/officeart/2005/8/layout/vList2"/>
    <dgm:cxn modelId="{B0D8B0F6-3EC4-443F-A27A-AC86C7ABEA31}" type="presParOf" srcId="{313F4714-0BD0-4E77-ADAB-C866029D9198}" destId="{5416154C-38D2-47DC-A2E0-5EF77BC665F0}" srcOrd="4" destOrd="0" presId="urn:microsoft.com/office/officeart/2005/8/layout/vList2"/>
    <dgm:cxn modelId="{4495F187-6D7A-4D74-89E5-3E9E52FFDF9B}" type="presParOf" srcId="{313F4714-0BD0-4E77-ADAB-C866029D9198}" destId="{B66915AB-C433-4DF5-8FE2-FA37EED32463}" srcOrd="5" destOrd="0" presId="urn:microsoft.com/office/officeart/2005/8/layout/vList2"/>
    <dgm:cxn modelId="{5C0EBAAA-31E6-4D99-B2BD-65422348DD68}" type="presParOf" srcId="{313F4714-0BD0-4E77-ADAB-C866029D9198}" destId="{4C50D61C-2E6C-4684-B681-387B45BDB1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2001EE2-04EB-4081-B288-7E50ADF1AE6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714865-1D71-441D-9EAC-40EF814A4973}">
      <dgm:prSet/>
      <dgm:spPr/>
      <dgm:t>
        <a:bodyPr/>
        <a:lstStyle/>
        <a:p>
          <a:r>
            <a:rPr lang="ru-RU" b="0" i="0"/>
            <a:t>Польща</a:t>
          </a:r>
          <a:endParaRPr lang="uk-UA"/>
        </a:p>
      </dgm:t>
    </dgm:pt>
    <dgm:pt modelId="{DFE8A6DA-707C-4C7D-8C34-B37ABFB8268C}" type="parTrans" cxnId="{D7B917F6-501D-48B3-A06B-C011078EBA4C}">
      <dgm:prSet/>
      <dgm:spPr/>
      <dgm:t>
        <a:bodyPr/>
        <a:lstStyle/>
        <a:p>
          <a:endParaRPr lang="uk-UA"/>
        </a:p>
      </dgm:t>
    </dgm:pt>
    <dgm:pt modelId="{F388B5A8-425E-4A61-92C6-52FA0A95E85F}" type="sibTrans" cxnId="{D7B917F6-501D-48B3-A06B-C011078EBA4C}">
      <dgm:prSet/>
      <dgm:spPr/>
      <dgm:t>
        <a:bodyPr/>
        <a:lstStyle/>
        <a:p>
          <a:endParaRPr lang="uk-UA"/>
        </a:p>
      </dgm:t>
    </dgm:pt>
    <dgm:pt modelId="{6B9A86BD-3E17-4B81-B617-6E218A47ADF4}">
      <dgm:prSet/>
      <dgm:spPr/>
      <dgm:t>
        <a:bodyPr/>
        <a:lstStyle/>
        <a:p>
          <a:r>
            <a:rPr lang="ru-RU" b="0" i="0"/>
            <a:t>Велика Британія</a:t>
          </a:r>
          <a:endParaRPr lang="uk-UA"/>
        </a:p>
      </dgm:t>
    </dgm:pt>
    <dgm:pt modelId="{655FB401-C11B-4DE3-8AF1-E456DCC16820}" type="parTrans" cxnId="{6D17D249-DFC7-4FD7-98D9-C5F77A2E77F1}">
      <dgm:prSet/>
      <dgm:spPr/>
      <dgm:t>
        <a:bodyPr/>
        <a:lstStyle/>
        <a:p>
          <a:endParaRPr lang="uk-UA"/>
        </a:p>
      </dgm:t>
    </dgm:pt>
    <dgm:pt modelId="{A28A02A9-9073-48E6-9047-79021D1985DE}" type="sibTrans" cxnId="{6D17D249-DFC7-4FD7-98D9-C5F77A2E77F1}">
      <dgm:prSet/>
      <dgm:spPr/>
      <dgm:t>
        <a:bodyPr/>
        <a:lstStyle/>
        <a:p>
          <a:endParaRPr lang="uk-UA"/>
        </a:p>
      </dgm:t>
    </dgm:pt>
    <dgm:pt modelId="{68E03A0B-F3C8-4B4A-880E-02081F5E618F}">
      <dgm:prSet/>
      <dgm:spPr/>
      <dgm:t>
        <a:bodyPr/>
        <a:lstStyle/>
        <a:p>
          <a:r>
            <a:rPr lang="ru-RU" b="0" i="0"/>
            <a:t>Австро-Угорщина</a:t>
          </a:r>
          <a:endParaRPr lang="uk-UA"/>
        </a:p>
      </dgm:t>
    </dgm:pt>
    <dgm:pt modelId="{15FBC535-F534-44C1-9F6C-706B160AC47B}" type="parTrans" cxnId="{28658198-4E8D-4D20-9144-3A4ACF91F37B}">
      <dgm:prSet/>
      <dgm:spPr/>
      <dgm:t>
        <a:bodyPr/>
        <a:lstStyle/>
        <a:p>
          <a:endParaRPr lang="uk-UA"/>
        </a:p>
      </dgm:t>
    </dgm:pt>
    <dgm:pt modelId="{7B861383-1E48-451E-9B9C-F9E5E501D301}" type="sibTrans" cxnId="{28658198-4E8D-4D20-9144-3A4ACF91F37B}">
      <dgm:prSet/>
      <dgm:spPr/>
      <dgm:t>
        <a:bodyPr/>
        <a:lstStyle/>
        <a:p>
          <a:endParaRPr lang="uk-UA"/>
        </a:p>
      </dgm:t>
    </dgm:pt>
    <dgm:pt modelId="{E7EA5796-9110-4087-8EA2-D811E59B070B}">
      <dgm:prSet/>
      <dgm:spPr/>
      <dgm:t>
        <a:bodyPr/>
        <a:lstStyle/>
        <a:p>
          <a:r>
            <a:rPr lang="ru-RU" b="0" i="0"/>
            <a:t>Румуні</a:t>
          </a:r>
          <a:endParaRPr lang="uk-UA"/>
        </a:p>
      </dgm:t>
    </dgm:pt>
    <dgm:pt modelId="{42FBA19F-C8AD-4E50-BE50-4AAC0F49943C}" type="parTrans" cxnId="{14B3D5F0-AD4D-4BC1-B918-8A5E8A330ACC}">
      <dgm:prSet/>
      <dgm:spPr/>
      <dgm:t>
        <a:bodyPr/>
        <a:lstStyle/>
        <a:p>
          <a:endParaRPr lang="uk-UA"/>
        </a:p>
      </dgm:t>
    </dgm:pt>
    <dgm:pt modelId="{5F79CA50-3D02-4EBE-9BE4-C2D3CBA49571}" type="sibTrans" cxnId="{14B3D5F0-AD4D-4BC1-B918-8A5E8A330ACC}">
      <dgm:prSet/>
      <dgm:spPr/>
      <dgm:t>
        <a:bodyPr/>
        <a:lstStyle/>
        <a:p>
          <a:endParaRPr lang="uk-UA"/>
        </a:p>
      </dgm:t>
    </dgm:pt>
    <dgm:pt modelId="{9A350EB6-FEDE-4681-8ED5-83159996A6F2}" type="pres">
      <dgm:prSet presAssocID="{52001EE2-04EB-4081-B288-7E50ADF1AE62}" presName="linearFlow" presStyleCnt="0">
        <dgm:presLayoutVars>
          <dgm:dir/>
          <dgm:resizeHandles val="exact"/>
        </dgm:presLayoutVars>
      </dgm:prSet>
      <dgm:spPr/>
    </dgm:pt>
    <dgm:pt modelId="{AB1F0E29-5F4F-4D85-8B75-CCC9F110C5DA}" type="pres">
      <dgm:prSet presAssocID="{FD714865-1D71-441D-9EAC-40EF814A4973}" presName="composite" presStyleCnt="0"/>
      <dgm:spPr/>
    </dgm:pt>
    <dgm:pt modelId="{49863073-FA73-440C-9B06-5FFBD8ABB7A6}" type="pres">
      <dgm:prSet presAssocID="{FD714865-1D71-441D-9EAC-40EF814A4973}" presName="imgShp" presStyleLbl="fgImgPlace1" presStyleIdx="0" presStyleCnt="4"/>
      <dgm:spPr/>
    </dgm:pt>
    <dgm:pt modelId="{1D8AEEE0-9591-4EBA-96DD-E138441EE5E7}" type="pres">
      <dgm:prSet presAssocID="{FD714865-1D71-441D-9EAC-40EF814A4973}" presName="txShp" presStyleLbl="node1" presStyleIdx="0" presStyleCnt="4">
        <dgm:presLayoutVars>
          <dgm:bulletEnabled val="1"/>
        </dgm:presLayoutVars>
      </dgm:prSet>
      <dgm:spPr/>
    </dgm:pt>
    <dgm:pt modelId="{3D08AEC9-32CE-4F48-90AF-CEB87E40DED7}" type="pres">
      <dgm:prSet presAssocID="{F388B5A8-425E-4A61-92C6-52FA0A95E85F}" presName="spacing" presStyleCnt="0"/>
      <dgm:spPr/>
    </dgm:pt>
    <dgm:pt modelId="{EBB0CDCA-9409-4D4D-968D-95F9453033E6}" type="pres">
      <dgm:prSet presAssocID="{6B9A86BD-3E17-4B81-B617-6E218A47ADF4}" presName="composite" presStyleCnt="0"/>
      <dgm:spPr/>
    </dgm:pt>
    <dgm:pt modelId="{14EDC690-D8BE-4427-B54A-6B1CE483D91B}" type="pres">
      <dgm:prSet presAssocID="{6B9A86BD-3E17-4B81-B617-6E218A47ADF4}" presName="imgShp" presStyleLbl="fgImgPlace1" presStyleIdx="1" presStyleCnt="4"/>
      <dgm:spPr/>
    </dgm:pt>
    <dgm:pt modelId="{8E42150A-ADF2-4C8C-972A-DD943944425D}" type="pres">
      <dgm:prSet presAssocID="{6B9A86BD-3E17-4B81-B617-6E218A47ADF4}" presName="txShp" presStyleLbl="node1" presStyleIdx="1" presStyleCnt="4">
        <dgm:presLayoutVars>
          <dgm:bulletEnabled val="1"/>
        </dgm:presLayoutVars>
      </dgm:prSet>
      <dgm:spPr/>
    </dgm:pt>
    <dgm:pt modelId="{14B4DFA3-CDB7-4668-B12E-40F616901AB3}" type="pres">
      <dgm:prSet presAssocID="{A28A02A9-9073-48E6-9047-79021D1985DE}" presName="spacing" presStyleCnt="0"/>
      <dgm:spPr/>
    </dgm:pt>
    <dgm:pt modelId="{78265155-7583-45FF-94A5-B59729BCB898}" type="pres">
      <dgm:prSet presAssocID="{68E03A0B-F3C8-4B4A-880E-02081F5E618F}" presName="composite" presStyleCnt="0"/>
      <dgm:spPr/>
    </dgm:pt>
    <dgm:pt modelId="{3B58588A-F674-4CA5-9C97-E1C30F848044}" type="pres">
      <dgm:prSet presAssocID="{68E03A0B-F3C8-4B4A-880E-02081F5E618F}" presName="imgShp" presStyleLbl="fgImgPlace1" presStyleIdx="2" presStyleCnt="4"/>
      <dgm:spPr/>
    </dgm:pt>
    <dgm:pt modelId="{A30169E0-BC04-44AA-8A38-B03EC470F2D3}" type="pres">
      <dgm:prSet presAssocID="{68E03A0B-F3C8-4B4A-880E-02081F5E618F}" presName="txShp" presStyleLbl="node1" presStyleIdx="2" presStyleCnt="4">
        <dgm:presLayoutVars>
          <dgm:bulletEnabled val="1"/>
        </dgm:presLayoutVars>
      </dgm:prSet>
      <dgm:spPr/>
    </dgm:pt>
    <dgm:pt modelId="{8AC190B1-8565-49CE-AAB6-9DADD19F75FC}" type="pres">
      <dgm:prSet presAssocID="{7B861383-1E48-451E-9B9C-F9E5E501D301}" presName="spacing" presStyleCnt="0"/>
      <dgm:spPr/>
    </dgm:pt>
    <dgm:pt modelId="{8A0B4BDD-65EF-4D7A-BA21-155A1C6FBD57}" type="pres">
      <dgm:prSet presAssocID="{E7EA5796-9110-4087-8EA2-D811E59B070B}" presName="composite" presStyleCnt="0"/>
      <dgm:spPr/>
    </dgm:pt>
    <dgm:pt modelId="{25CB82A5-98A6-47E8-97AB-888E512323FF}" type="pres">
      <dgm:prSet presAssocID="{E7EA5796-9110-4087-8EA2-D811E59B070B}" presName="imgShp" presStyleLbl="fgImgPlace1" presStyleIdx="3" presStyleCnt="4"/>
      <dgm:spPr/>
    </dgm:pt>
    <dgm:pt modelId="{93C694FF-6E52-44FF-AE7A-B0A490B77464}" type="pres">
      <dgm:prSet presAssocID="{E7EA5796-9110-4087-8EA2-D811E59B070B}" presName="txShp" presStyleLbl="node1" presStyleIdx="3" presStyleCnt="4">
        <dgm:presLayoutVars>
          <dgm:bulletEnabled val="1"/>
        </dgm:presLayoutVars>
      </dgm:prSet>
      <dgm:spPr/>
    </dgm:pt>
  </dgm:ptLst>
  <dgm:cxnLst>
    <dgm:cxn modelId="{B193D329-03D0-4906-BECD-07FBB3167029}" type="presOf" srcId="{52001EE2-04EB-4081-B288-7E50ADF1AE62}" destId="{9A350EB6-FEDE-4681-8ED5-83159996A6F2}" srcOrd="0" destOrd="0" presId="urn:microsoft.com/office/officeart/2005/8/layout/vList3"/>
    <dgm:cxn modelId="{6D17D249-DFC7-4FD7-98D9-C5F77A2E77F1}" srcId="{52001EE2-04EB-4081-B288-7E50ADF1AE62}" destId="{6B9A86BD-3E17-4B81-B617-6E218A47ADF4}" srcOrd="1" destOrd="0" parTransId="{655FB401-C11B-4DE3-8AF1-E456DCC16820}" sibTransId="{A28A02A9-9073-48E6-9047-79021D1985DE}"/>
    <dgm:cxn modelId="{39B1E358-69BA-4D44-8EE0-1B5C8305144B}" type="presOf" srcId="{FD714865-1D71-441D-9EAC-40EF814A4973}" destId="{1D8AEEE0-9591-4EBA-96DD-E138441EE5E7}" srcOrd="0" destOrd="0" presId="urn:microsoft.com/office/officeart/2005/8/layout/vList3"/>
    <dgm:cxn modelId="{28658198-4E8D-4D20-9144-3A4ACF91F37B}" srcId="{52001EE2-04EB-4081-B288-7E50ADF1AE62}" destId="{68E03A0B-F3C8-4B4A-880E-02081F5E618F}" srcOrd="2" destOrd="0" parTransId="{15FBC535-F534-44C1-9F6C-706B160AC47B}" sibTransId="{7B861383-1E48-451E-9B9C-F9E5E501D301}"/>
    <dgm:cxn modelId="{BB1B34B6-9621-4A83-B516-B275272AF245}" type="presOf" srcId="{E7EA5796-9110-4087-8EA2-D811E59B070B}" destId="{93C694FF-6E52-44FF-AE7A-B0A490B77464}" srcOrd="0" destOrd="0" presId="urn:microsoft.com/office/officeart/2005/8/layout/vList3"/>
    <dgm:cxn modelId="{B264FEC2-2214-4C3D-B4B9-BAD176EF6E69}" type="presOf" srcId="{6B9A86BD-3E17-4B81-B617-6E218A47ADF4}" destId="{8E42150A-ADF2-4C8C-972A-DD943944425D}" srcOrd="0" destOrd="0" presId="urn:microsoft.com/office/officeart/2005/8/layout/vList3"/>
    <dgm:cxn modelId="{A03A44C7-97A0-451F-9726-3019732B7A16}" type="presOf" srcId="{68E03A0B-F3C8-4B4A-880E-02081F5E618F}" destId="{A30169E0-BC04-44AA-8A38-B03EC470F2D3}" srcOrd="0" destOrd="0" presId="urn:microsoft.com/office/officeart/2005/8/layout/vList3"/>
    <dgm:cxn modelId="{14B3D5F0-AD4D-4BC1-B918-8A5E8A330ACC}" srcId="{52001EE2-04EB-4081-B288-7E50ADF1AE62}" destId="{E7EA5796-9110-4087-8EA2-D811E59B070B}" srcOrd="3" destOrd="0" parTransId="{42FBA19F-C8AD-4E50-BE50-4AAC0F49943C}" sibTransId="{5F79CA50-3D02-4EBE-9BE4-C2D3CBA49571}"/>
    <dgm:cxn modelId="{D7B917F6-501D-48B3-A06B-C011078EBA4C}" srcId="{52001EE2-04EB-4081-B288-7E50ADF1AE62}" destId="{FD714865-1D71-441D-9EAC-40EF814A4973}" srcOrd="0" destOrd="0" parTransId="{DFE8A6DA-707C-4C7D-8C34-B37ABFB8268C}" sibTransId="{F388B5A8-425E-4A61-92C6-52FA0A95E85F}"/>
    <dgm:cxn modelId="{E35B90D5-3D50-439B-A5EF-7381A275786E}" type="presParOf" srcId="{9A350EB6-FEDE-4681-8ED5-83159996A6F2}" destId="{AB1F0E29-5F4F-4D85-8B75-CCC9F110C5DA}" srcOrd="0" destOrd="0" presId="urn:microsoft.com/office/officeart/2005/8/layout/vList3"/>
    <dgm:cxn modelId="{435E4107-43CE-46A9-931A-CAE3308F1E91}" type="presParOf" srcId="{AB1F0E29-5F4F-4D85-8B75-CCC9F110C5DA}" destId="{49863073-FA73-440C-9B06-5FFBD8ABB7A6}" srcOrd="0" destOrd="0" presId="urn:microsoft.com/office/officeart/2005/8/layout/vList3"/>
    <dgm:cxn modelId="{C21DE622-D714-4BAF-A9F2-2F1146AEA2C1}" type="presParOf" srcId="{AB1F0E29-5F4F-4D85-8B75-CCC9F110C5DA}" destId="{1D8AEEE0-9591-4EBA-96DD-E138441EE5E7}" srcOrd="1" destOrd="0" presId="urn:microsoft.com/office/officeart/2005/8/layout/vList3"/>
    <dgm:cxn modelId="{94D20FAE-4666-41FC-A8E2-0404AEFCD84A}" type="presParOf" srcId="{9A350EB6-FEDE-4681-8ED5-83159996A6F2}" destId="{3D08AEC9-32CE-4F48-90AF-CEB87E40DED7}" srcOrd="1" destOrd="0" presId="urn:microsoft.com/office/officeart/2005/8/layout/vList3"/>
    <dgm:cxn modelId="{9DCC9DE4-86A2-423B-AAF7-18ACF906FFDB}" type="presParOf" srcId="{9A350EB6-FEDE-4681-8ED5-83159996A6F2}" destId="{EBB0CDCA-9409-4D4D-968D-95F9453033E6}" srcOrd="2" destOrd="0" presId="urn:microsoft.com/office/officeart/2005/8/layout/vList3"/>
    <dgm:cxn modelId="{1BD7B90F-6E2C-4A90-8A9F-9A8FFE8997ED}" type="presParOf" srcId="{EBB0CDCA-9409-4D4D-968D-95F9453033E6}" destId="{14EDC690-D8BE-4427-B54A-6B1CE483D91B}" srcOrd="0" destOrd="0" presId="urn:microsoft.com/office/officeart/2005/8/layout/vList3"/>
    <dgm:cxn modelId="{FBED4C5E-AA4D-4B36-9F79-A62E7B6D939F}" type="presParOf" srcId="{EBB0CDCA-9409-4D4D-968D-95F9453033E6}" destId="{8E42150A-ADF2-4C8C-972A-DD943944425D}" srcOrd="1" destOrd="0" presId="urn:microsoft.com/office/officeart/2005/8/layout/vList3"/>
    <dgm:cxn modelId="{7EA6F1AD-A13B-4BFD-AEE7-5FA8A81F30A4}" type="presParOf" srcId="{9A350EB6-FEDE-4681-8ED5-83159996A6F2}" destId="{14B4DFA3-CDB7-4668-B12E-40F616901AB3}" srcOrd="3" destOrd="0" presId="urn:microsoft.com/office/officeart/2005/8/layout/vList3"/>
    <dgm:cxn modelId="{1A973084-3560-439F-926C-FA3DB71F09D4}" type="presParOf" srcId="{9A350EB6-FEDE-4681-8ED5-83159996A6F2}" destId="{78265155-7583-45FF-94A5-B59729BCB898}" srcOrd="4" destOrd="0" presId="urn:microsoft.com/office/officeart/2005/8/layout/vList3"/>
    <dgm:cxn modelId="{70A159C0-A610-49AA-A3BB-E3B72A2AC9FC}" type="presParOf" srcId="{78265155-7583-45FF-94A5-B59729BCB898}" destId="{3B58588A-F674-4CA5-9C97-E1C30F848044}" srcOrd="0" destOrd="0" presId="urn:microsoft.com/office/officeart/2005/8/layout/vList3"/>
    <dgm:cxn modelId="{677FC926-28C6-43AA-9FD1-CF3265041AA5}" type="presParOf" srcId="{78265155-7583-45FF-94A5-B59729BCB898}" destId="{A30169E0-BC04-44AA-8A38-B03EC470F2D3}" srcOrd="1" destOrd="0" presId="urn:microsoft.com/office/officeart/2005/8/layout/vList3"/>
    <dgm:cxn modelId="{069D1C22-8404-479A-A12A-62E977990EB7}" type="presParOf" srcId="{9A350EB6-FEDE-4681-8ED5-83159996A6F2}" destId="{8AC190B1-8565-49CE-AAB6-9DADD19F75FC}" srcOrd="5" destOrd="0" presId="urn:microsoft.com/office/officeart/2005/8/layout/vList3"/>
    <dgm:cxn modelId="{89097D09-FAD1-4E92-8C7B-0B1C61765F66}" type="presParOf" srcId="{9A350EB6-FEDE-4681-8ED5-83159996A6F2}" destId="{8A0B4BDD-65EF-4D7A-BA21-155A1C6FBD57}" srcOrd="6" destOrd="0" presId="urn:microsoft.com/office/officeart/2005/8/layout/vList3"/>
    <dgm:cxn modelId="{F89940E5-1265-4EC8-B6E7-2366BDA6A746}" type="presParOf" srcId="{8A0B4BDD-65EF-4D7A-BA21-155A1C6FBD57}" destId="{25CB82A5-98A6-47E8-97AB-888E512323FF}" srcOrd="0" destOrd="0" presId="urn:microsoft.com/office/officeart/2005/8/layout/vList3"/>
    <dgm:cxn modelId="{64B22383-CE30-4A37-A448-5DEFA5C65408}" type="presParOf" srcId="{8A0B4BDD-65EF-4D7A-BA21-155A1C6FBD57}" destId="{93C694FF-6E52-44FF-AE7A-B0A490B7746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51262B5-699F-4497-9AE1-79AC718D00E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7DADBE6-9E02-4DCB-8B07-0EB822A73698}">
      <dgm:prSet/>
      <dgm:spPr/>
      <dgm:t>
        <a:bodyPr/>
        <a:lstStyle/>
        <a:p>
          <a:r>
            <a:rPr lang="uk-UA" b="0" i="0"/>
            <a:t>Австро-Угорщина</a:t>
          </a:r>
          <a:endParaRPr lang="uk-UA"/>
        </a:p>
      </dgm:t>
    </dgm:pt>
    <dgm:pt modelId="{EF5791A9-FCB7-4E1C-B20E-7F5CA01E35D4}" type="parTrans" cxnId="{BF7A645F-3FF5-4C97-BCE6-57F2BD2E247B}">
      <dgm:prSet/>
      <dgm:spPr/>
      <dgm:t>
        <a:bodyPr/>
        <a:lstStyle/>
        <a:p>
          <a:endParaRPr lang="uk-UA"/>
        </a:p>
      </dgm:t>
    </dgm:pt>
    <dgm:pt modelId="{150C4B31-62FC-4E5B-97B0-3780E102FE74}" type="sibTrans" cxnId="{BF7A645F-3FF5-4C97-BCE6-57F2BD2E247B}">
      <dgm:prSet/>
      <dgm:spPr/>
      <dgm:t>
        <a:bodyPr/>
        <a:lstStyle/>
        <a:p>
          <a:endParaRPr lang="uk-UA"/>
        </a:p>
      </dgm:t>
    </dgm:pt>
    <dgm:pt modelId="{DA99A11A-08B9-4FDF-BE2B-7008ECD0203E}">
      <dgm:prSet/>
      <dgm:spPr/>
      <dgm:t>
        <a:bodyPr/>
        <a:lstStyle/>
        <a:p>
          <a:r>
            <a:rPr lang="uk-UA" b="0" i="0"/>
            <a:t>Румунія</a:t>
          </a:r>
          <a:endParaRPr lang="uk-UA"/>
        </a:p>
      </dgm:t>
    </dgm:pt>
    <dgm:pt modelId="{C22A473A-00D6-4B47-BF67-075611DDF44F}" type="parTrans" cxnId="{B4CF6E85-6A3B-4B2D-93C0-4098E88FC53C}">
      <dgm:prSet/>
      <dgm:spPr/>
      <dgm:t>
        <a:bodyPr/>
        <a:lstStyle/>
        <a:p>
          <a:endParaRPr lang="uk-UA"/>
        </a:p>
      </dgm:t>
    </dgm:pt>
    <dgm:pt modelId="{A4B74203-BCCC-4779-8330-C8869AA7652D}" type="sibTrans" cxnId="{B4CF6E85-6A3B-4B2D-93C0-4098E88FC53C}">
      <dgm:prSet/>
      <dgm:spPr/>
      <dgm:t>
        <a:bodyPr/>
        <a:lstStyle/>
        <a:p>
          <a:endParaRPr lang="uk-UA"/>
        </a:p>
      </dgm:t>
    </dgm:pt>
    <dgm:pt modelId="{56B6B488-550F-446D-AF76-5CE3F240581F}">
      <dgm:prSet/>
      <dgm:spPr/>
      <dgm:t>
        <a:bodyPr/>
        <a:lstStyle/>
        <a:p>
          <a:r>
            <a:rPr lang="uk-UA" b="0" i="0"/>
            <a:t>Німеччина</a:t>
          </a:r>
          <a:endParaRPr lang="uk-UA"/>
        </a:p>
      </dgm:t>
    </dgm:pt>
    <dgm:pt modelId="{ABF7191A-4878-4905-96A4-7994F45FF066}" type="parTrans" cxnId="{F5B1315D-9D03-4747-A675-DE427DCE65F8}">
      <dgm:prSet/>
      <dgm:spPr/>
      <dgm:t>
        <a:bodyPr/>
        <a:lstStyle/>
        <a:p>
          <a:endParaRPr lang="uk-UA"/>
        </a:p>
      </dgm:t>
    </dgm:pt>
    <dgm:pt modelId="{2224F165-2818-4F1C-9949-4956D3D9DD22}" type="sibTrans" cxnId="{F5B1315D-9D03-4747-A675-DE427DCE65F8}">
      <dgm:prSet/>
      <dgm:spPr/>
      <dgm:t>
        <a:bodyPr/>
        <a:lstStyle/>
        <a:p>
          <a:endParaRPr lang="uk-UA"/>
        </a:p>
      </dgm:t>
    </dgm:pt>
    <dgm:pt modelId="{F124E7F7-2002-4EBC-B183-4CC9BF4A9124}">
      <dgm:prSet/>
      <dgm:spPr/>
      <dgm:t>
        <a:bodyPr/>
        <a:lstStyle/>
        <a:p>
          <a:r>
            <a:rPr lang="uk-UA" b="0" i="0"/>
            <a:t>Росія</a:t>
          </a:r>
          <a:endParaRPr lang="uk-UA"/>
        </a:p>
      </dgm:t>
    </dgm:pt>
    <dgm:pt modelId="{80D5216D-4B9E-4913-90A9-F5F02E07C23D}" type="parTrans" cxnId="{BAECE0CD-3C5E-4983-9FC7-D1F069CC83B0}">
      <dgm:prSet/>
      <dgm:spPr/>
      <dgm:t>
        <a:bodyPr/>
        <a:lstStyle/>
        <a:p>
          <a:endParaRPr lang="uk-UA"/>
        </a:p>
      </dgm:t>
    </dgm:pt>
    <dgm:pt modelId="{5F7CFB92-19DD-47BD-94B3-DF9D31E26424}" type="sibTrans" cxnId="{BAECE0CD-3C5E-4983-9FC7-D1F069CC83B0}">
      <dgm:prSet/>
      <dgm:spPr/>
      <dgm:t>
        <a:bodyPr/>
        <a:lstStyle/>
        <a:p>
          <a:endParaRPr lang="uk-UA"/>
        </a:p>
      </dgm:t>
    </dgm:pt>
    <dgm:pt modelId="{C966436E-77FD-46C0-A420-8ABD9BF2E313}" type="pres">
      <dgm:prSet presAssocID="{451262B5-699F-4497-9AE1-79AC718D00E8}" presName="linearFlow" presStyleCnt="0">
        <dgm:presLayoutVars>
          <dgm:dir/>
          <dgm:resizeHandles val="exact"/>
        </dgm:presLayoutVars>
      </dgm:prSet>
      <dgm:spPr/>
    </dgm:pt>
    <dgm:pt modelId="{63006853-3A81-4743-B9DA-B747433F6527}" type="pres">
      <dgm:prSet presAssocID="{97DADBE6-9E02-4DCB-8B07-0EB822A73698}" presName="composite" presStyleCnt="0"/>
      <dgm:spPr/>
    </dgm:pt>
    <dgm:pt modelId="{D3AEE8F3-5C48-4D3D-98CC-A95817126EAF}" type="pres">
      <dgm:prSet presAssocID="{97DADBE6-9E02-4DCB-8B07-0EB822A73698}" presName="imgShp" presStyleLbl="fgImgPlace1" presStyleIdx="0" presStyleCnt="4"/>
      <dgm:spPr/>
    </dgm:pt>
    <dgm:pt modelId="{61DA69D8-2CEF-4306-AFF1-DF2E0604C107}" type="pres">
      <dgm:prSet presAssocID="{97DADBE6-9E02-4DCB-8B07-0EB822A73698}" presName="txShp" presStyleLbl="node1" presStyleIdx="0" presStyleCnt="4">
        <dgm:presLayoutVars>
          <dgm:bulletEnabled val="1"/>
        </dgm:presLayoutVars>
      </dgm:prSet>
      <dgm:spPr/>
    </dgm:pt>
    <dgm:pt modelId="{6A2810B7-FC32-45D9-AC24-7CD804663BD7}" type="pres">
      <dgm:prSet presAssocID="{150C4B31-62FC-4E5B-97B0-3780E102FE74}" presName="spacing" presStyleCnt="0"/>
      <dgm:spPr/>
    </dgm:pt>
    <dgm:pt modelId="{1CDFD310-C7AA-4069-841D-C854A8EE34E1}" type="pres">
      <dgm:prSet presAssocID="{DA99A11A-08B9-4FDF-BE2B-7008ECD0203E}" presName="composite" presStyleCnt="0"/>
      <dgm:spPr/>
    </dgm:pt>
    <dgm:pt modelId="{0180FEF9-F19E-4712-A6EC-991A16609386}" type="pres">
      <dgm:prSet presAssocID="{DA99A11A-08B9-4FDF-BE2B-7008ECD0203E}" presName="imgShp" presStyleLbl="fgImgPlace1" presStyleIdx="1" presStyleCnt="4"/>
      <dgm:spPr/>
    </dgm:pt>
    <dgm:pt modelId="{B65A3F0D-7E52-4A07-B0B4-6BEEEFD23D83}" type="pres">
      <dgm:prSet presAssocID="{DA99A11A-08B9-4FDF-BE2B-7008ECD0203E}" presName="txShp" presStyleLbl="node1" presStyleIdx="1" presStyleCnt="4">
        <dgm:presLayoutVars>
          <dgm:bulletEnabled val="1"/>
        </dgm:presLayoutVars>
      </dgm:prSet>
      <dgm:spPr/>
    </dgm:pt>
    <dgm:pt modelId="{C5FFE83F-BB8C-415E-9AE4-128AAD9B6F68}" type="pres">
      <dgm:prSet presAssocID="{A4B74203-BCCC-4779-8330-C8869AA7652D}" presName="spacing" presStyleCnt="0"/>
      <dgm:spPr/>
    </dgm:pt>
    <dgm:pt modelId="{081DA78D-F6EC-4604-B7BB-9B945A9AB51D}" type="pres">
      <dgm:prSet presAssocID="{56B6B488-550F-446D-AF76-5CE3F240581F}" presName="composite" presStyleCnt="0"/>
      <dgm:spPr/>
    </dgm:pt>
    <dgm:pt modelId="{09C068D7-1079-46F4-AC74-77657C3A7072}" type="pres">
      <dgm:prSet presAssocID="{56B6B488-550F-446D-AF76-5CE3F240581F}" presName="imgShp" presStyleLbl="fgImgPlace1" presStyleIdx="2" presStyleCnt="4"/>
      <dgm:spPr/>
    </dgm:pt>
    <dgm:pt modelId="{C7D9C1BE-542B-45BE-869B-1EE5DF2BD383}" type="pres">
      <dgm:prSet presAssocID="{56B6B488-550F-446D-AF76-5CE3F240581F}" presName="txShp" presStyleLbl="node1" presStyleIdx="2" presStyleCnt="4">
        <dgm:presLayoutVars>
          <dgm:bulletEnabled val="1"/>
        </dgm:presLayoutVars>
      </dgm:prSet>
      <dgm:spPr/>
    </dgm:pt>
    <dgm:pt modelId="{8414E2D3-21DA-4CE2-99BB-1DDC22B579B6}" type="pres">
      <dgm:prSet presAssocID="{2224F165-2818-4F1C-9949-4956D3D9DD22}" presName="spacing" presStyleCnt="0"/>
      <dgm:spPr/>
    </dgm:pt>
    <dgm:pt modelId="{C476F4E6-6F38-4932-B309-B096DCA495A2}" type="pres">
      <dgm:prSet presAssocID="{F124E7F7-2002-4EBC-B183-4CC9BF4A9124}" presName="composite" presStyleCnt="0"/>
      <dgm:spPr/>
    </dgm:pt>
    <dgm:pt modelId="{0A14C3E2-3FE0-4516-B467-96EC77CD4F22}" type="pres">
      <dgm:prSet presAssocID="{F124E7F7-2002-4EBC-B183-4CC9BF4A9124}" presName="imgShp" presStyleLbl="fgImgPlace1" presStyleIdx="3" presStyleCnt="4"/>
      <dgm:spPr/>
    </dgm:pt>
    <dgm:pt modelId="{12B2B540-4EAE-4DF2-8542-B95BE9C65527}" type="pres">
      <dgm:prSet presAssocID="{F124E7F7-2002-4EBC-B183-4CC9BF4A9124}" presName="txShp" presStyleLbl="node1" presStyleIdx="3" presStyleCnt="4">
        <dgm:presLayoutVars>
          <dgm:bulletEnabled val="1"/>
        </dgm:presLayoutVars>
      </dgm:prSet>
      <dgm:spPr/>
    </dgm:pt>
  </dgm:ptLst>
  <dgm:cxnLst>
    <dgm:cxn modelId="{8E683005-0CDD-43FE-A969-DAE01D56328B}" type="presOf" srcId="{56B6B488-550F-446D-AF76-5CE3F240581F}" destId="{C7D9C1BE-542B-45BE-869B-1EE5DF2BD383}" srcOrd="0" destOrd="0" presId="urn:microsoft.com/office/officeart/2005/8/layout/vList3"/>
    <dgm:cxn modelId="{31FEC410-9089-4C7A-9C1F-663FD8749B73}" type="presOf" srcId="{97DADBE6-9E02-4DCB-8B07-0EB822A73698}" destId="{61DA69D8-2CEF-4306-AFF1-DF2E0604C107}" srcOrd="0" destOrd="0" presId="urn:microsoft.com/office/officeart/2005/8/layout/vList3"/>
    <dgm:cxn modelId="{F5B1315D-9D03-4747-A675-DE427DCE65F8}" srcId="{451262B5-699F-4497-9AE1-79AC718D00E8}" destId="{56B6B488-550F-446D-AF76-5CE3F240581F}" srcOrd="2" destOrd="0" parTransId="{ABF7191A-4878-4905-96A4-7994F45FF066}" sibTransId="{2224F165-2818-4F1C-9949-4956D3D9DD22}"/>
    <dgm:cxn modelId="{BF7A645F-3FF5-4C97-BCE6-57F2BD2E247B}" srcId="{451262B5-699F-4497-9AE1-79AC718D00E8}" destId="{97DADBE6-9E02-4DCB-8B07-0EB822A73698}" srcOrd="0" destOrd="0" parTransId="{EF5791A9-FCB7-4E1C-B20E-7F5CA01E35D4}" sibTransId="{150C4B31-62FC-4E5B-97B0-3780E102FE74}"/>
    <dgm:cxn modelId="{25182D62-C29E-4683-9F43-C1972A326BE9}" type="presOf" srcId="{451262B5-699F-4497-9AE1-79AC718D00E8}" destId="{C966436E-77FD-46C0-A420-8ABD9BF2E313}" srcOrd="0" destOrd="0" presId="urn:microsoft.com/office/officeart/2005/8/layout/vList3"/>
    <dgm:cxn modelId="{B4CF6E85-6A3B-4B2D-93C0-4098E88FC53C}" srcId="{451262B5-699F-4497-9AE1-79AC718D00E8}" destId="{DA99A11A-08B9-4FDF-BE2B-7008ECD0203E}" srcOrd="1" destOrd="0" parTransId="{C22A473A-00D6-4B47-BF67-075611DDF44F}" sibTransId="{A4B74203-BCCC-4779-8330-C8869AA7652D}"/>
    <dgm:cxn modelId="{4877DB87-9E1C-4257-8D04-BD94B14BE871}" type="presOf" srcId="{F124E7F7-2002-4EBC-B183-4CC9BF4A9124}" destId="{12B2B540-4EAE-4DF2-8542-B95BE9C65527}" srcOrd="0" destOrd="0" presId="urn:microsoft.com/office/officeart/2005/8/layout/vList3"/>
    <dgm:cxn modelId="{BAECE0CD-3C5E-4983-9FC7-D1F069CC83B0}" srcId="{451262B5-699F-4497-9AE1-79AC718D00E8}" destId="{F124E7F7-2002-4EBC-B183-4CC9BF4A9124}" srcOrd="3" destOrd="0" parTransId="{80D5216D-4B9E-4913-90A9-F5F02E07C23D}" sibTransId="{5F7CFB92-19DD-47BD-94B3-DF9D31E26424}"/>
    <dgm:cxn modelId="{C3DD66D8-44D4-425E-8B18-EE0E5BE07000}" type="presOf" srcId="{DA99A11A-08B9-4FDF-BE2B-7008ECD0203E}" destId="{B65A3F0D-7E52-4A07-B0B4-6BEEEFD23D83}" srcOrd="0" destOrd="0" presId="urn:microsoft.com/office/officeart/2005/8/layout/vList3"/>
    <dgm:cxn modelId="{8D864030-556C-4980-AB19-97A9E1D09BD4}" type="presParOf" srcId="{C966436E-77FD-46C0-A420-8ABD9BF2E313}" destId="{63006853-3A81-4743-B9DA-B747433F6527}" srcOrd="0" destOrd="0" presId="urn:microsoft.com/office/officeart/2005/8/layout/vList3"/>
    <dgm:cxn modelId="{C55A8A21-E58C-4F84-9DC1-0FD6EFE336BD}" type="presParOf" srcId="{63006853-3A81-4743-B9DA-B747433F6527}" destId="{D3AEE8F3-5C48-4D3D-98CC-A95817126EAF}" srcOrd="0" destOrd="0" presId="urn:microsoft.com/office/officeart/2005/8/layout/vList3"/>
    <dgm:cxn modelId="{E32B91FF-3CF7-456A-8DC1-9EC093160323}" type="presParOf" srcId="{63006853-3A81-4743-B9DA-B747433F6527}" destId="{61DA69D8-2CEF-4306-AFF1-DF2E0604C107}" srcOrd="1" destOrd="0" presId="urn:microsoft.com/office/officeart/2005/8/layout/vList3"/>
    <dgm:cxn modelId="{EB845929-CAE4-4F3D-90B9-0C4BBE901024}" type="presParOf" srcId="{C966436E-77FD-46C0-A420-8ABD9BF2E313}" destId="{6A2810B7-FC32-45D9-AC24-7CD804663BD7}" srcOrd="1" destOrd="0" presId="urn:microsoft.com/office/officeart/2005/8/layout/vList3"/>
    <dgm:cxn modelId="{33F20061-591D-47C6-A96C-B757D4F337AF}" type="presParOf" srcId="{C966436E-77FD-46C0-A420-8ABD9BF2E313}" destId="{1CDFD310-C7AA-4069-841D-C854A8EE34E1}" srcOrd="2" destOrd="0" presId="urn:microsoft.com/office/officeart/2005/8/layout/vList3"/>
    <dgm:cxn modelId="{CA9C508B-A320-4C91-BAFF-7E42CA59C915}" type="presParOf" srcId="{1CDFD310-C7AA-4069-841D-C854A8EE34E1}" destId="{0180FEF9-F19E-4712-A6EC-991A16609386}" srcOrd="0" destOrd="0" presId="urn:microsoft.com/office/officeart/2005/8/layout/vList3"/>
    <dgm:cxn modelId="{BAEADD9D-1BBD-4835-8345-03FC046AB00D}" type="presParOf" srcId="{1CDFD310-C7AA-4069-841D-C854A8EE34E1}" destId="{B65A3F0D-7E52-4A07-B0B4-6BEEEFD23D83}" srcOrd="1" destOrd="0" presId="urn:microsoft.com/office/officeart/2005/8/layout/vList3"/>
    <dgm:cxn modelId="{C709AB4B-5A49-4923-B11E-7E6527DD30B2}" type="presParOf" srcId="{C966436E-77FD-46C0-A420-8ABD9BF2E313}" destId="{C5FFE83F-BB8C-415E-9AE4-128AAD9B6F68}" srcOrd="3" destOrd="0" presId="urn:microsoft.com/office/officeart/2005/8/layout/vList3"/>
    <dgm:cxn modelId="{A1365DE9-7F6B-4AF1-A38D-9ACA69A2070C}" type="presParOf" srcId="{C966436E-77FD-46C0-A420-8ABD9BF2E313}" destId="{081DA78D-F6EC-4604-B7BB-9B945A9AB51D}" srcOrd="4" destOrd="0" presId="urn:microsoft.com/office/officeart/2005/8/layout/vList3"/>
    <dgm:cxn modelId="{DCB4764E-4068-476E-B305-1B7955ABCAEF}" type="presParOf" srcId="{081DA78D-F6EC-4604-B7BB-9B945A9AB51D}" destId="{09C068D7-1079-46F4-AC74-77657C3A7072}" srcOrd="0" destOrd="0" presId="urn:microsoft.com/office/officeart/2005/8/layout/vList3"/>
    <dgm:cxn modelId="{5BE0E195-7B77-4C7F-BFF2-EDEC931ED74F}" type="presParOf" srcId="{081DA78D-F6EC-4604-B7BB-9B945A9AB51D}" destId="{C7D9C1BE-542B-45BE-869B-1EE5DF2BD383}" srcOrd="1" destOrd="0" presId="urn:microsoft.com/office/officeart/2005/8/layout/vList3"/>
    <dgm:cxn modelId="{840C8CFF-9F3E-4E17-AA8E-27A0D0BA05EF}" type="presParOf" srcId="{C966436E-77FD-46C0-A420-8ABD9BF2E313}" destId="{8414E2D3-21DA-4CE2-99BB-1DDC22B579B6}" srcOrd="5" destOrd="0" presId="urn:microsoft.com/office/officeart/2005/8/layout/vList3"/>
    <dgm:cxn modelId="{8E8942B0-4254-4208-AA5C-61B73FEADD56}" type="presParOf" srcId="{C966436E-77FD-46C0-A420-8ABD9BF2E313}" destId="{C476F4E6-6F38-4932-B309-B096DCA495A2}" srcOrd="6" destOrd="0" presId="urn:microsoft.com/office/officeart/2005/8/layout/vList3"/>
    <dgm:cxn modelId="{1C86E1F8-520E-4A62-B8FB-B28FAD206047}" type="presParOf" srcId="{C476F4E6-6F38-4932-B309-B096DCA495A2}" destId="{0A14C3E2-3FE0-4516-B467-96EC77CD4F22}" srcOrd="0" destOrd="0" presId="urn:microsoft.com/office/officeart/2005/8/layout/vList3"/>
    <dgm:cxn modelId="{366871FA-21DA-432A-A8F2-6A2571667409}" type="presParOf" srcId="{C476F4E6-6F38-4932-B309-B096DCA495A2}" destId="{12B2B540-4EAE-4DF2-8542-B95BE9C6552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CF96A76-C595-4AA1-88D8-3E1C20BBE90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8A048C0-633A-4857-B092-78EACB30406B}">
      <dgm:prSet/>
      <dgm:spPr/>
      <dgm:t>
        <a:bodyPr/>
        <a:lstStyle/>
        <a:p>
          <a:r>
            <a:rPr lang="ru-RU" b="0" i="0"/>
            <a:t>1914 р.</a:t>
          </a:r>
          <a:endParaRPr lang="uk-UA"/>
        </a:p>
      </dgm:t>
    </dgm:pt>
    <dgm:pt modelId="{C0B1F0DA-6882-48D0-BF69-B1434DD5896E}" type="parTrans" cxnId="{56E1E725-B801-46D9-B67D-3459B4C20B5A}">
      <dgm:prSet/>
      <dgm:spPr/>
      <dgm:t>
        <a:bodyPr/>
        <a:lstStyle/>
        <a:p>
          <a:endParaRPr lang="uk-UA"/>
        </a:p>
      </dgm:t>
    </dgm:pt>
    <dgm:pt modelId="{AFA4A620-8421-4E4D-A690-BA5CC16ACEE5}" type="sibTrans" cxnId="{56E1E725-B801-46D9-B67D-3459B4C20B5A}">
      <dgm:prSet/>
      <dgm:spPr/>
      <dgm:t>
        <a:bodyPr/>
        <a:lstStyle/>
        <a:p>
          <a:endParaRPr lang="uk-UA"/>
        </a:p>
      </dgm:t>
    </dgm:pt>
    <dgm:pt modelId="{AAAEF14C-392E-4178-860B-0CDBF40B6B68}">
      <dgm:prSet/>
      <dgm:spPr/>
      <dgm:t>
        <a:bodyPr/>
        <a:lstStyle/>
        <a:p>
          <a:r>
            <a:rPr lang="ru-RU" b="0" i="0"/>
            <a:t>1915 р.</a:t>
          </a:r>
          <a:endParaRPr lang="uk-UA"/>
        </a:p>
      </dgm:t>
    </dgm:pt>
    <dgm:pt modelId="{A563147B-E03F-420A-9157-1123A374CAC9}" type="parTrans" cxnId="{33B5C1F8-87BA-4344-9E30-2692D9575857}">
      <dgm:prSet/>
      <dgm:spPr/>
      <dgm:t>
        <a:bodyPr/>
        <a:lstStyle/>
        <a:p>
          <a:endParaRPr lang="uk-UA"/>
        </a:p>
      </dgm:t>
    </dgm:pt>
    <dgm:pt modelId="{8B3F7CA3-2B9F-449E-B67F-ADF4736B1A21}" type="sibTrans" cxnId="{33B5C1F8-87BA-4344-9E30-2692D9575857}">
      <dgm:prSet/>
      <dgm:spPr/>
      <dgm:t>
        <a:bodyPr/>
        <a:lstStyle/>
        <a:p>
          <a:endParaRPr lang="uk-UA"/>
        </a:p>
      </dgm:t>
    </dgm:pt>
    <dgm:pt modelId="{633802CB-3376-4E60-8FFA-CB74D82090F7}">
      <dgm:prSet/>
      <dgm:spPr/>
      <dgm:t>
        <a:bodyPr/>
        <a:lstStyle/>
        <a:p>
          <a:r>
            <a:rPr lang="ru-RU" b="0" i="0"/>
            <a:t>1916 р.</a:t>
          </a:r>
          <a:endParaRPr lang="uk-UA"/>
        </a:p>
      </dgm:t>
    </dgm:pt>
    <dgm:pt modelId="{A815C078-E9B4-4700-890C-B0E8DE067CDF}" type="parTrans" cxnId="{DEB15BA3-BFC4-469A-8C52-7B67FEAC470B}">
      <dgm:prSet/>
      <dgm:spPr/>
      <dgm:t>
        <a:bodyPr/>
        <a:lstStyle/>
        <a:p>
          <a:endParaRPr lang="uk-UA"/>
        </a:p>
      </dgm:t>
    </dgm:pt>
    <dgm:pt modelId="{A94FFD88-A2D8-426B-85C3-21956115D75E}" type="sibTrans" cxnId="{DEB15BA3-BFC4-469A-8C52-7B67FEAC470B}">
      <dgm:prSet/>
      <dgm:spPr/>
      <dgm:t>
        <a:bodyPr/>
        <a:lstStyle/>
        <a:p>
          <a:endParaRPr lang="uk-UA"/>
        </a:p>
      </dgm:t>
    </dgm:pt>
    <dgm:pt modelId="{952D6280-8824-4D2B-885B-92E93F3B07DB}">
      <dgm:prSet/>
      <dgm:spPr/>
      <dgm:t>
        <a:bodyPr/>
        <a:lstStyle/>
        <a:p>
          <a:r>
            <a:rPr lang="ru-RU" b="0" i="0"/>
            <a:t>1917 р.</a:t>
          </a:r>
          <a:endParaRPr lang="uk-UA"/>
        </a:p>
      </dgm:t>
    </dgm:pt>
    <dgm:pt modelId="{E6A2F01C-F77B-4330-9BD5-D46926DEE781}" type="parTrans" cxnId="{E2BD7DF2-079D-479A-A9EC-D719B40E2E30}">
      <dgm:prSet/>
      <dgm:spPr/>
      <dgm:t>
        <a:bodyPr/>
        <a:lstStyle/>
        <a:p>
          <a:endParaRPr lang="uk-UA"/>
        </a:p>
      </dgm:t>
    </dgm:pt>
    <dgm:pt modelId="{D6D79B67-CDD6-4742-B601-E7D2396EDBF8}" type="sibTrans" cxnId="{E2BD7DF2-079D-479A-A9EC-D719B40E2E30}">
      <dgm:prSet/>
      <dgm:spPr/>
      <dgm:t>
        <a:bodyPr/>
        <a:lstStyle/>
        <a:p>
          <a:endParaRPr lang="uk-UA"/>
        </a:p>
      </dgm:t>
    </dgm:pt>
    <dgm:pt modelId="{F7CD565E-BAC1-46A1-8026-4C0C323F323D}" type="pres">
      <dgm:prSet presAssocID="{3CF96A76-C595-4AA1-88D8-3E1C20BBE90E}" presName="linear" presStyleCnt="0">
        <dgm:presLayoutVars>
          <dgm:animLvl val="lvl"/>
          <dgm:resizeHandles val="exact"/>
        </dgm:presLayoutVars>
      </dgm:prSet>
      <dgm:spPr/>
    </dgm:pt>
    <dgm:pt modelId="{DE22D2B2-C93A-419B-A77B-A06303869EFF}" type="pres">
      <dgm:prSet presAssocID="{68A048C0-633A-4857-B092-78EACB30406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0CD2D93-0F66-41A9-A2B6-4F8EFEA8372F}" type="pres">
      <dgm:prSet presAssocID="{AFA4A620-8421-4E4D-A690-BA5CC16ACEE5}" presName="spacer" presStyleCnt="0"/>
      <dgm:spPr/>
    </dgm:pt>
    <dgm:pt modelId="{8C8DA368-7674-46B0-ACF6-9E59D40811E4}" type="pres">
      <dgm:prSet presAssocID="{AAAEF14C-392E-4178-860B-0CDBF40B6B6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83805F8-685B-4205-B3F2-F3FCE0BDC43F}" type="pres">
      <dgm:prSet presAssocID="{8B3F7CA3-2B9F-449E-B67F-ADF4736B1A21}" presName="spacer" presStyleCnt="0"/>
      <dgm:spPr/>
    </dgm:pt>
    <dgm:pt modelId="{D037A152-514B-4CB7-A2ED-61D65FC34121}" type="pres">
      <dgm:prSet presAssocID="{633802CB-3376-4E60-8FFA-CB74D82090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109C549-9630-49EB-A2B9-0DC17C2042A2}" type="pres">
      <dgm:prSet presAssocID="{A94FFD88-A2D8-426B-85C3-21956115D75E}" presName="spacer" presStyleCnt="0"/>
      <dgm:spPr/>
    </dgm:pt>
    <dgm:pt modelId="{AB4CC9C5-B477-40C5-8844-9295E1C6B9D6}" type="pres">
      <dgm:prSet presAssocID="{952D6280-8824-4D2B-885B-92E93F3B07D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36FDA1B-5B03-4DED-BB94-6B9D9297FE8D}" type="presOf" srcId="{952D6280-8824-4D2B-885B-92E93F3B07DB}" destId="{AB4CC9C5-B477-40C5-8844-9295E1C6B9D6}" srcOrd="0" destOrd="0" presId="urn:microsoft.com/office/officeart/2005/8/layout/vList2"/>
    <dgm:cxn modelId="{56E1E725-B801-46D9-B67D-3459B4C20B5A}" srcId="{3CF96A76-C595-4AA1-88D8-3E1C20BBE90E}" destId="{68A048C0-633A-4857-B092-78EACB30406B}" srcOrd="0" destOrd="0" parTransId="{C0B1F0DA-6882-48D0-BF69-B1434DD5896E}" sibTransId="{AFA4A620-8421-4E4D-A690-BA5CC16ACEE5}"/>
    <dgm:cxn modelId="{E8F7716D-5673-42E7-8292-D4BCC10DF440}" type="presOf" srcId="{3CF96A76-C595-4AA1-88D8-3E1C20BBE90E}" destId="{F7CD565E-BAC1-46A1-8026-4C0C323F323D}" srcOrd="0" destOrd="0" presId="urn:microsoft.com/office/officeart/2005/8/layout/vList2"/>
    <dgm:cxn modelId="{EA409782-EE67-47B4-8556-E9E1DA824A17}" type="presOf" srcId="{AAAEF14C-392E-4178-860B-0CDBF40B6B68}" destId="{8C8DA368-7674-46B0-ACF6-9E59D40811E4}" srcOrd="0" destOrd="0" presId="urn:microsoft.com/office/officeart/2005/8/layout/vList2"/>
    <dgm:cxn modelId="{C7707DA0-0B4F-48E3-B101-04F83D2E56E1}" type="presOf" srcId="{68A048C0-633A-4857-B092-78EACB30406B}" destId="{DE22D2B2-C93A-419B-A77B-A06303869EFF}" srcOrd="0" destOrd="0" presId="urn:microsoft.com/office/officeart/2005/8/layout/vList2"/>
    <dgm:cxn modelId="{DEB15BA3-BFC4-469A-8C52-7B67FEAC470B}" srcId="{3CF96A76-C595-4AA1-88D8-3E1C20BBE90E}" destId="{633802CB-3376-4E60-8FFA-CB74D82090F7}" srcOrd="2" destOrd="0" parTransId="{A815C078-E9B4-4700-890C-B0E8DE067CDF}" sibTransId="{A94FFD88-A2D8-426B-85C3-21956115D75E}"/>
    <dgm:cxn modelId="{453AA5D8-3078-487D-A1B3-8EEE741F230B}" type="presOf" srcId="{633802CB-3376-4E60-8FFA-CB74D82090F7}" destId="{D037A152-514B-4CB7-A2ED-61D65FC34121}" srcOrd="0" destOrd="0" presId="urn:microsoft.com/office/officeart/2005/8/layout/vList2"/>
    <dgm:cxn modelId="{E2BD7DF2-079D-479A-A9EC-D719B40E2E30}" srcId="{3CF96A76-C595-4AA1-88D8-3E1C20BBE90E}" destId="{952D6280-8824-4D2B-885B-92E93F3B07DB}" srcOrd="3" destOrd="0" parTransId="{E6A2F01C-F77B-4330-9BD5-D46926DEE781}" sibTransId="{D6D79B67-CDD6-4742-B601-E7D2396EDBF8}"/>
    <dgm:cxn modelId="{33B5C1F8-87BA-4344-9E30-2692D9575857}" srcId="{3CF96A76-C595-4AA1-88D8-3E1C20BBE90E}" destId="{AAAEF14C-392E-4178-860B-0CDBF40B6B68}" srcOrd="1" destOrd="0" parTransId="{A563147B-E03F-420A-9157-1123A374CAC9}" sibTransId="{8B3F7CA3-2B9F-449E-B67F-ADF4736B1A21}"/>
    <dgm:cxn modelId="{3156FE7C-2466-4CF2-92C7-5C7E53B2B5C2}" type="presParOf" srcId="{F7CD565E-BAC1-46A1-8026-4C0C323F323D}" destId="{DE22D2B2-C93A-419B-A77B-A06303869EFF}" srcOrd="0" destOrd="0" presId="urn:microsoft.com/office/officeart/2005/8/layout/vList2"/>
    <dgm:cxn modelId="{F04A2CAA-F845-427C-9408-4D7818231FE1}" type="presParOf" srcId="{F7CD565E-BAC1-46A1-8026-4C0C323F323D}" destId="{50CD2D93-0F66-41A9-A2B6-4F8EFEA8372F}" srcOrd="1" destOrd="0" presId="urn:microsoft.com/office/officeart/2005/8/layout/vList2"/>
    <dgm:cxn modelId="{D0D67943-FA35-42BF-846C-E39255569294}" type="presParOf" srcId="{F7CD565E-BAC1-46A1-8026-4C0C323F323D}" destId="{8C8DA368-7674-46B0-ACF6-9E59D40811E4}" srcOrd="2" destOrd="0" presId="urn:microsoft.com/office/officeart/2005/8/layout/vList2"/>
    <dgm:cxn modelId="{F1CEF407-5A80-45F9-92E4-5DE26BD90E9D}" type="presParOf" srcId="{F7CD565E-BAC1-46A1-8026-4C0C323F323D}" destId="{A83805F8-685B-4205-B3F2-F3FCE0BDC43F}" srcOrd="3" destOrd="0" presId="urn:microsoft.com/office/officeart/2005/8/layout/vList2"/>
    <dgm:cxn modelId="{F9ABFB32-1625-490A-9A97-2B168EA0B087}" type="presParOf" srcId="{F7CD565E-BAC1-46A1-8026-4C0C323F323D}" destId="{D037A152-514B-4CB7-A2ED-61D65FC34121}" srcOrd="4" destOrd="0" presId="urn:microsoft.com/office/officeart/2005/8/layout/vList2"/>
    <dgm:cxn modelId="{3050B1F7-8F52-45F1-9244-6F98752D73C8}" type="presParOf" srcId="{F7CD565E-BAC1-46A1-8026-4C0C323F323D}" destId="{5109C549-9630-49EB-A2B9-0DC17C2042A2}" srcOrd="5" destOrd="0" presId="urn:microsoft.com/office/officeart/2005/8/layout/vList2"/>
    <dgm:cxn modelId="{0EE8FE35-C624-4825-B82B-8E776E245C82}" type="presParOf" srcId="{F7CD565E-BAC1-46A1-8026-4C0C323F323D}" destId="{AB4CC9C5-B477-40C5-8844-9295E1C6B9D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034AB86-3301-45CA-BF25-6C22DED9AC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CA647D0-B7CC-4E8C-8B9D-DFD554DA1D12}">
      <dgm:prSet/>
      <dgm:spPr/>
      <dgm:t>
        <a:bodyPr/>
        <a:lstStyle/>
        <a:p>
          <a:r>
            <a:rPr lang="ru-RU" b="0" i="0"/>
            <a:t>капітуляція Австро-Угорщини та проголошення ЗУНР</a:t>
          </a:r>
          <a:endParaRPr lang="uk-UA"/>
        </a:p>
      </dgm:t>
    </dgm:pt>
    <dgm:pt modelId="{92BCB6F0-078B-4971-9697-41B88B3A37F7}" type="parTrans" cxnId="{C5EC27CC-328B-41C1-A582-6C4E4B47F808}">
      <dgm:prSet/>
      <dgm:spPr/>
      <dgm:t>
        <a:bodyPr/>
        <a:lstStyle/>
        <a:p>
          <a:endParaRPr lang="uk-UA"/>
        </a:p>
      </dgm:t>
    </dgm:pt>
    <dgm:pt modelId="{B3C26642-82CD-4B37-9D32-D3E9C9CB0428}" type="sibTrans" cxnId="{C5EC27CC-328B-41C1-A582-6C4E4B47F808}">
      <dgm:prSet/>
      <dgm:spPr/>
      <dgm:t>
        <a:bodyPr/>
        <a:lstStyle/>
        <a:p>
          <a:endParaRPr lang="uk-UA"/>
        </a:p>
      </dgm:t>
    </dgm:pt>
    <dgm:pt modelId="{454F23AF-FA11-4D58-B3AE-1B8142CF659C}">
      <dgm:prSet/>
      <dgm:spPr/>
      <dgm:t>
        <a:bodyPr/>
        <a:lstStyle/>
        <a:p>
          <a:r>
            <a:rPr lang="ru-RU" b="0" i="0"/>
            <a:t>вступ у світову війну Німеччини на боці Австро-Угорщини</a:t>
          </a:r>
          <a:endParaRPr lang="uk-UA"/>
        </a:p>
      </dgm:t>
    </dgm:pt>
    <dgm:pt modelId="{0ED3214F-314F-4AB8-A600-05B8B29EB977}" type="parTrans" cxnId="{5A84A4CE-135B-4D8F-9F26-72FA66FB2D51}">
      <dgm:prSet/>
      <dgm:spPr/>
      <dgm:t>
        <a:bodyPr/>
        <a:lstStyle/>
        <a:p>
          <a:endParaRPr lang="uk-UA"/>
        </a:p>
      </dgm:t>
    </dgm:pt>
    <dgm:pt modelId="{EC550CB9-2432-49A8-995E-F4D8E4A97A4F}" type="sibTrans" cxnId="{5A84A4CE-135B-4D8F-9F26-72FA66FB2D51}">
      <dgm:prSet/>
      <dgm:spPr/>
      <dgm:t>
        <a:bodyPr/>
        <a:lstStyle/>
        <a:p>
          <a:endParaRPr lang="uk-UA"/>
        </a:p>
      </dgm:t>
    </dgm:pt>
    <dgm:pt modelId="{8E8821C9-EE1A-43B2-99B7-3DC650645A2D}">
      <dgm:prSet/>
      <dgm:spPr/>
      <dgm:t>
        <a:bodyPr/>
        <a:lstStyle/>
        <a:p>
          <a:r>
            <a:rPr lang="ru-RU" b="0" i="0"/>
            <a:t>демократична революція та повалення самодержавства в Росії</a:t>
          </a:r>
          <a:endParaRPr lang="uk-UA"/>
        </a:p>
      </dgm:t>
    </dgm:pt>
    <dgm:pt modelId="{B4854142-F87A-45B3-BF35-16F1CA4EC04F}" type="parTrans" cxnId="{D79E1EDE-4FE3-45EC-A0B7-D51A19629E1E}">
      <dgm:prSet/>
      <dgm:spPr/>
      <dgm:t>
        <a:bodyPr/>
        <a:lstStyle/>
        <a:p>
          <a:endParaRPr lang="uk-UA"/>
        </a:p>
      </dgm:t>
    </dgm:pt>
    <dgm:pt modelId="{5B57E8EE-DD54-4A64-9E19-2614CB5D95AF}" type="sibTrans" cxnId="{D79E1EDE-4FE3-45EC-A0B7-D51A19629E1E}">
      <dgm:prSet/>
      <dgm:spPr/>
      <dgm:t>
        <a:bodyPr/>
        <a:lstStyle/>
        <a:p>
          <a:endParaRPr lang="uk-UA"/>
        </a:p>
      </dgm:t>
    </dgm:pt>
    <dgm:pt modelId="{95E556EC-E915-4AD7-AA1A-A5D76F8C302A}">
      <dgm:prSet/>
      <dgm:spPr/>
      <dgm:t>
        <a:bodyPr/>
        <a:lstStyle/>
        <a:p>
          <a:r>
            <a:rPr lang="ru-RU" b="0" i="0"/>
            <a:t>створення Галицько-Буковинського генерал-губернаторства</a:t>
          </a:r>
          <a:endParaRPr lang="uk-UA"/>
        </a:p>
      </dgm:t>
    </dgm:pt>
    <dgm:pt modelId="{8DFC147E-07A8-436A-A7B1-B61FFDCCDFE7}" type="parTrans" cxnId="{E62D834E-CFBB-4871-B530-C60F07BF1E87}">
      <dgm:prSet/>
      <dgm:spPr/>
      <dgm:t>
        <a:bodyPr/>
        <a:lstStyle/>
        <a:p>
          <a:endParaRPr lang="uk-UA"/>
        </a:p>
      </dgm:t>
    </dgm:pt>
    <dgm:pt modelId="{DA8DADE2-7954-40F2-A23B-04EE41EE8A96}" type="sibTrans" cxnId="{E62D834E-CFBB-4871-B530-C60F07BF1E87}">
      <dgm:prSet/>
      <dgm:spPr/>
      <dgm:t>
        <a:bodyPr/>
        <a:lstStyle/>
        <a:p>
          <a:endParaRPr lang="uk-UA"/>
        </a:p>
      </dgm:t>
    </dgm:pt>
    <dgm:pt modelId="{5FB6092A-7607-415F-ACBC-8BEBD5D80BF2}" type="pres">
      <dgm:prSet presAssocID="{F034AB86-3301-45CA-BF25-6C22DED9AC8D}" presName="linear" presStyleCnt="0">
        <dgm:presLayoutVars>
          <dgm:animLvl val="lvl"/>
          <dgm:resizeHandles val="exact"/>
        </dgm:presLayoutVars>
      </dgm:prSet>
      <dgm:spPr/>
    </dgm:pt>
    <dgm:pt modelId="{063CAFEF-633F-4EC9-A52C-BB3782394BE1}" type="pres">
      <dgm:prSet presAssocID="{7CA647D0-B7CC-4E8C-8B9D-DFD554DA1D1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6B36386-8E7A-43EB-9E64-E1646600154D}" type="pres">
      <dgm:prSet presAssocID="{B3C26642-82CD-4B37-9D32-D3E9C9CB0428}" presName="spacer" presStyleCnt="0"/>
      <dgm:spPr/>
    </dgm:pt>
    <dgm:pt modelId="{40A04963-51DA-45E9-BBB3-BBDC8227239F}" type="pres">
      <dgm:prSet presAssocID="{454F23AF-FA11-4D58-B3AE-1B8142CF659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D4F172-AF40-4767-B229-3BB64C259245}" type="pres">
      <dgm:prSet presAssocID="{EC550CB9-2432-49A8-995E-F4D8E4A97A4F}" presName="spacer" presStyleCnt="0"/>
      <dgm:spPr/>
    </dgm:pt>
    <dgm:pt modelId="{79597250-479A-4EC1-B812-10107EC67BFA}" type="pres">
      <dgm:prSet presAssocID="{8E8821C9-EE1A-43B2-99B7-3DC650645A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57E6272-5043-4BC4-B8AD-863A3F928A68}" type="pres">
      <dgm:prSet presAssocID="{5B57E8EE-DD54-4A64-9E19-2614CB5D95AF}" presName="spacer" presStyleCnt="0"/>
      <dgm:spPr/>
    </dgm:pt>
    <dgm:pt modelId="{990F2779-4F03-444F-A4D2-94B635B6A820}" type="pres">
      <dgm:prSet presAssocID="{95E556EC-E915-4AD7-AA1A-A5D76F8C302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5C54C12-0EFB-4FA2-80C5-76F6E30CE9B2}" type="presOf" srcId="{454F23AF-FA11-4D58-B3AE-1B8142CF659C}" destId="{40A04963-51DA-45E9-BBB3-BBDC8227239F}" srcOrd="0" destOrd="0" presId="urn:microsoft.com/office/officeart/2005/8/layout/vList2"/>
    <dgm:cxn modelId="{9D5EF317-FE46-4CA1-BD36-32CF338B7CAE}" type="presOf" srcId="{95E556EC-E915-4AD7-AA1A-A5D76F8C302A}" destId="{990F2779-4F03-444F-A4D2-94B635B6A820}" srcOrd="0" destOrd="0" presId="urn:microsoft.com/office/officeart/2005/8/layout/vList2"/>
    <dgm:cxn modelId="{E62D834E-CFBB-4871-B530-C60F07BF1E87}" srcId="{F034AB86-3301-45CA-BF25-6C22DED9AC8D}" destId="{95E556EC-E915-4AD7-AA1A-A5D76F8C302A}" srcOrd="3" destOrd="0" parTransId="{8DFC147E-07A8-436A-A7B1-B61FFDCCDFE7}" sibTransId="{DA8DADE2-7954-40F2-A23B-04EE41EE8A96}"/>
    <dgm:cxn modelId="{08B26DB0-0577-48AD-9BBC-FE99331D376B}" type="presOf" srcId="{7CA647D0-B7CC-4E8C-8B9D-DFD554DA1D12}" destId="{063CAFEF-633F-4EC9-A52C-BB3782394BE1}" srcOrd="0" destOrd="0" presId="urn:microsoft.com/office/officeart/2005/8/layout/vList2"/>
    <dgm:cxn modelId="{C5EC27CC-328B-41C1-A582-6C4E4B47F808}" srcId="{F034AB86-3301-45CA-BF25-6C22DED9AC8D}" destId="{7CA647D0-B7CC-4E8C-8B9D-DFD554DA1D12}" srcOrd="0" destOrd="0" parTransId="{92BCB6F0-078B-4971-9697-41B88B3A37F7}" sibTransId="{B3C26642-82CD-4B37-9D32-D3E9C9CB0428}"/>
    <dgm:cxn modelId="{5A84A4CE-135B-4D8F-9F26-72FA66FB2D51}" srcId="{F034AB86-3301-45CA-BF25-6C22DED9AC8D}" destId="{454F23AF-FA11-4D58-B3AE-1B8142CF659C}" srcOrd="1" destOrd="0" parTransId="{0ED3214F-314F-4AB8-A600-05B8B29EB977}" sibTransId="{EC550CB9-2432-49A8-995E-F4D8E4A97A4F}"/>
    <dgm:cxn modelId="{68E1CDD1-E385-4006-9F8A-273F705AB354}" type="presOf" srcId="{F034AB86-3301-45CA-BF25-6C22DED9AC8D}" destId="{5FB6092A-7607-415F-ACBC-8BEBD5D80BF2}" srcOrd="0" destOrd="0" presId="urn:microsoft.com/office/officeart/2005/8/layout/vList2"/>
    <dgm:cxn modelId="{D79E1EDE-4FE3-45EC-A0B7-D51A19629E1E}" srcId="{F034AB86-3301-45CA-BF25-6C22DED9AC8D}" destId="{8E8821C9-EE1A-43B2-99B7-3DC650645A2D}" srcOrd="2" destOrd="0" parTransId="{B4854142-F87A-45B3-BF35-16F1CA4EC04F}" sibTransId="{5B57E8EE-DD54-4A64-9E19-2614CB5D95AF}"/>
    <dgm:cxn modelId="{7D7C56E4-3977-4CED-873B-6838D86E5DA1}" type="presOf" srcId="{8E8821C9-EE1A-43B2-99B7-3DC650645A2D}" destId="{79597250-479A-4EC1-B812-10107EC67BFA}" srcOrd="0" destOrd="0" presId="urn:microsoft.com/office/officeart/2005/8/layout/vList2"/>
    <dgm:cxn modelId="{482F8179-DB13-4735-A160-0B141D0CBD7F}" type="presParOf" srcId="{5FB6092A-7607-415F-ACBC-8BEBD5D80BF2}" destId="{063CAFEF-633F-4EC9-A52C-BB3782394BE1}" srcOrd="0" destOrd="0" presId="urn:microsoft.com/office/officeart/2005/8/layout/vList2"/>
    <dgm:cxn modelId="{C2C2B3A6-55E5-4788-8FA9-EB7091D3DF47}" type="presParOf" srcId="{5FB6092A-7607-415F-ACBC-8BEBD5D80BF2}" destId="{D6B36386-8E7A-43EB-9E64-E1646600154D}" srcOrd="1" destOrd="0" presId="urn:microsoft.com/office/officeart/2005/8/layout/vList2"/>
    <dgm:cxn modelId="{A815AB0A-1D4C-479F-8459-B1186090366B}" type="presParOf" srcId="{5FB6092A-7607-415F-ACBC-8BEBD5D80BF2}" destId="{40A04963-51DA-45E9-BBB3-BBDC8227239F}" srcOrd="2" destOrd="0" presId="urn:microsoft.com/office/officeart/2005/8/layout/vList2"/>
    <dgm:cxn modelId="{F0A5C6AB-5F6C-490E-9BDD-7066D932A9B1}" type="presParOf" srcId="{5FB6092A-7607-415F-ACBC-8BEBD5D80BF2}" destId="{1FD4F172-AF40-4767-B229-3BB64C259245}" srcOrd="3" destOrd="0" presId="urn:microsoft.com/office/officeart/2005/8/layout/vList2"/>
    <dgm:cxn modelId="{F8A006AB-E13B-4496-8C2C-4191D08E2549}" type="presParOf" srcId="{5FB6092A-7607-415F-ACBC-8BEBD5D80BF2}" destId="{79597250-479A-4EC1-B812-10107EC67BFA}" srcOrd="4" destOrd="0" presId="urn:microsoft.com/office/officeart/2005/8/layout/vList2"/>
    <dgm:cxn modelId="{53411939-5EC2-4AAB-840E-20973486EB43}" type="presParOf" srcId="{5FB6092A-7607-415F-ACBC-8BEBD5D80BF2}" destId="{757E6272-5043-4BC4-B8AD-863A3F928A68}" srcOrd="5" destOrd="0" presId="urn:microsoft.com/office/officeart/2005/8/layout/vList2"/>
    <dgm:cxn modelId="{007414A4-7C31-4CFC-9D5F-CCDE8F0A542B}" type="presParOf" srcId="{5FB6092A-7607-415F-ACBC-8BEBD5D80BF2}" destId="{990F2779-4F03-444F-A4D2-94B635B6A8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3FE246B-C7B5-4FAB-8BBB-8580B16314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FDCF0AD-AF39-4920-A15B-9A36A052E178}">
      <dgm:prSet/>
      <dgm:spPr/>
      <dgm:t>
        <a:bodyPr/>
        <a:lstStyle/>
        <a:p>
          <a:r>
            <a:rPr lang="uk-UA" b="0" i="0"/>
            <a:t>Холмщину, Західну Волинь</a:t>
          </a:r>
          <a:endParaRPr lang="uk-UA"/>
        </a:p>
      </dgm:t>
    </dgm:pt>
    <dgm:pt modelId="{C7348DC9-9185-4777-A039-DBC18C5D7296}" type="parTrans" cxnId="{86CA37B3-9DD2-4374-AFE6-4C5BBFC0616A}">
      <dgm:prSet/>
      <dgm:spPr/>
      <dgm:t>
        <a:bodyPr/>
        <a:lstStyle/>
        <a:p>
          <a:endParaRPr lang="uk-UA"/>
        </a:p>
      </dgm:t>
    </dgm:pt>
    <dgm:pt modelId="{452959DA-C9F9-47E0-9C9C-A6321B005EEB}" type="sibTrans" cxnId="{86CA37B3-9DD2-4374-AFE6-4C5BBFC0616A}">
      <dgm:prSet/>
      <dgm:spPr/>
      <dgm:t>
        <a:bodyPr/>
        <a:lstStyle/>
        <a:p>
          <a:endParaRPr lang="uk-UA"/>
        </a:p>
      </dgm:t>
    </dgm:pt>
    <dgm:pt modelId="{6FE07AE5-4AC2-408F-80DE-01FB9C31E3DA}">
      <dgm:prSet/>
      <dgm:spPr/>
      <dgm:t>
        <a:bodyPr/>
        <a:lstStyle/>
        <a:p>
          <a:r>
            <a:rPr lang="uk-UA" b="0" i="0"/>
            <a:t>Східну Галичину, Північну Буковину</a:t>
          </a:r>
          <a:endParaRPr lang="uk-UA"/>
        </a:p>
      </dgm:t>
    </dgm:pt>
    <dgm:pt modelId="{62EB85E9-DC67-4AEC-8153-8FD80E024CBC}" type="parTrans" cxnId="{441A3C6B-55F7-4F3D-9F52-5AAD98337BB8}">
      <dgm:prSet/>
      <dgm:spPr/>
      <dgm:t>
        <a:bodyPr/>
        <a:lstStyle/>
        <a:p>
          <a:endParaRPr lang="uk-UA"/>
        </a:p>
      </dgm:t>
    </dgm:pt>
    <dgm:pt modelId="{CF204496-8AB3-4BDA-99AE-07A1C3C56119}" type="sibTrans" cxnId="{441A3C6B-55F7-4F3D-9F52-5AAD98337BB8}">
      <dgm:prSet/>
      <dgm:spPr/>
      <dgm:t>
        <a:bodyPr/>
        <a:lstStyle/>
        <a:p>
          <a:endParaRPr lang="uk-UA"/>
        </a:p>
      </dgm:t>
    </dgm:pt>
    <dgm:pt modelId="{594DE254-94D1-4925-821C-5859CC48E82D}">
      <dgm:prSet/>
      <dgm:spPr/>
      <dgm:t>
        <a:bodyPr/>
        <a:lstStyle/>
        <a:p>
          <a:r>
            <a:rPr lang="uk-UA" b="0" i="0"/>
            <a:t>Західне Поділля, Східну Волинь</a:t>
          </a:r>
          <a:endParaRPr lang="uk-UA"/>
        </a:p>
      </dgm:t>
    </dgm:pt>
    <dgm:pt modelId="{46F0E8B3-6E3C-4F61-B5AA-3653E0F64C0D}" type="parTrans" cxnId="{39056F65-AA7D-4357-9334-E4B343900D8A}">
      <dgm:prSet/>
      <dgm:spPr/>
      <dgm:t>
        <a:bodyPr/>
        <a:lstStyle/>
        <a:p>
          <a:endParaRPr lang="uk-UA"/>
        </a:p>
      </dgm:t>
    </dgm:pt>
    <dgm:pt modelId="{3A504353-B4C1-4D6B-AC7C-5F76041865A8}" type="sibTrans" cxnId="{39056F65-AA7D-4357-9334-E4B343900D8A}">
      <dgm:prSet/>
      <dgm:spPr/>
      <dgm:t>
        <a:bodyPr/>
        <a:lstStyle/>
        <a:p>
          <a:endParaRPr lang="uk-UA"/>
        </a:p>
      </dgm:t>
    </dgm:pt>
    <dgm:pt modelId="{B3505376-0861-433E-8B7E-4E7FC51B3B10}">
      <dgm:prSet/>
      <dgm:spPr/>
      <dgm:t>
        <a:bodyPr/>
        <a:lstStyle/>
        <a:p>
          <a:r>
            <a:rPr lang="uk-UA" b="0" i="0"/>
            <a:t>Закарпаття, Марморощину</a:t>
          </a:r>
          <a:endParaRPr lang="uk-UA"/>
        </a:p>
      </dgm:t>
    </dgm:pt>
    <dgm:pt modelId="{B884AA45-A598-4D62-909C-5BD000F5678F}" type="parTrans" cxnId="{9B48B7C5-4026-477B-91F3-60407BE088D9}">
      <dgm:prSet/>
      <dgm:spPr/>
      <dgm:t>
        <a:bodyPr/>
        <a:lstStyle/>
        <a:p>
          <a:endParaRPr lang="uk-UA"/>
        </a:p>
      </dgm:t>
    </dgm:pt>
    <dgm:pt modelId="{6D101EDC-56A4-4FC8-AE66-9394437CD312}" type="sibTrans" cxnId="{9B48B7C5-4026-477B-91F3-60407BE088D9}">
      <dgm:prSet/>
      <dgm:spPr/>
      <dgm:t>
        <a:bodyPr/>
        <a:lstStyle/>
        <a:p>
          <a:endParaRPr lang="uk-UA"/>
        </a:p>
      </dgm:t>
    </dgm:pt>
    <dgm:pt modelId="{171927DC-AE03-4814-82D3-DD8610347439}" type="pres">
      <dgm:prSet presAssocID="{F3FE246B-C7B5-4FAB-8BBB-8580B16314AC}" presName="linear" presStyleCnt="0">
        <dgm:presLayoutVars>
          <dgm:animLvl val="lvl"/>
          <dgm:resizeHandles val="exact"/>
        </dgm:presLayoutVars>
      </dgm:prSet>
      <dgm:spPr/>
    </dgm:pt>
    <dgm:pt modelId="{5B10D68D-0772-4520-9741-8F51865EBFD8}" type="pres">
      <dgm:prSet presAssocID="{1FDCF0AD-AF39-4920-A15B-9A36A052E17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9C1DE8B-95DA-40D9-85E2-7C1306F8DF5E}" type="pres">
      <dgm:prSet presAssocID="{452959DA-C9F9-47E0-9C9C-A6321B005EEB}" presName="spacer" presStyleCnt="0"/>
      <dgm:spPr/>
    </dgm:pt>
    <dgm:pt modelId="{61BD514F-BFA1-48D1-9396-E8FC014C033A}" type="pres">
      <dgm:prSet presAssocID="{6FE07AE5-4AC2-408F-80DE-01FB9C31E3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1B3E3A3-8006-4340-A912-BD233346A506}" type="pres">
      <dgm:prSet presAssocID="{CF204496-8AB3-4BDA-99AE-07A1C3C56119}" presName="spacer" presStyleCnt="0"/>
      <dgm:spPr/>
    </dgm:pt>
    <dgm:pt modelId="{9BE88822-544F-4034-A403-2236D64F5EC5}" type="pres">
      <dgm:prSet presAssocID="{594DE254-94D1-4925-821C-5859CC48E8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CA50A40-5E92-48DF-BB79-C2FFD4A11B31}" type="pres">
      <dgm:prSet presAssocID="{3A504353-B4C1-4D6B-AC7C-5F76041865A8}" presName="spacer" presStyleCnt="0"/>
      <dgm:spPr/>
    </dgm:pt>
    <dgm:pt modelId="{AA09E76D-394B-409D-9BE3-16A82EE2E1D8}" type="pres">
      <dgm:prSet presAssocID="{B3505376-0861-433E-8B7E-4E7FC51B3B1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05011D-7794-4A99-AB26-92E274366EC2}" type="presOf" srcId="{594DE254-94D1-4925-821C-5859CC48E82D}" destId="{9BE88822-544F-4034-A403-2236D64F5EC5}" srcOrd="0" destOrd="0" presId="urn:microsoft.com/office/officeart/2005/8/layout/vList2"/>
    <dgm:cxn modelId="{282CD43B-5DD2-48F3-A8E8-D92F66AE6E90}" type="presOf" srcId="{1FDCF0AD-AF39-4920-A15B-9A36A052E178}" destId="{5B10D68D-0772-4520-9741-8F51865EBFD8}" srcOrd="0" destOrd="0" presId="urn:microsoft.com/office/officeart/2005/8/layout/vList2"/>
    <dgm:cxn modelId="{39056F65-AA7D-4357-9334-E4B343900D8A}" srcId="{F3FE246B-C7B5-4FAB-8BBB-8580B16314AC}" destId="{594DE254-94D1-4925-821C-5859CC48E82D}" srcOrd="2" destOrd="0" parTransId="{46F0E8B3-6E3C-4F61-B5AA-3653E0F64C0D}" sibTransId="{3A504353-B4C1-4D6B-AC7C-5F76041865A8}"/>
    <dgm:cxn modelId="{441A3C6B-55F7-4F3D-9F52-5AAD98337BB8}" srcId="{F3FE246B-C7B5-4FAB-8BBB-8580B16314AC}" destId="{6FE07AE5-4AC2-408F-80DE-01FB9C31E3DA}" srcOrd="1" destOrd="0" parTransId="{62EB85E9-DC67-4AEC-8153-8FD80E024CBC}" sibTransId="{CF204496-8AB3-4BDA-99AE-07A1C3C56119}"/>
    <dgm:cxn modelId="{86CA37B3-9DD2-4374-AFE6-4C5BBFC0616A}" srcId="{F3FE246B-C7B5-4FAB-8BBB-8580B16314AC}" destId="{1FDCF0AD-AF39-4920-A15B-9A36A052E178}" srcOrd="0" destOrd="0" parTransId="{C7348DC9-9185-4777-A039-DBC18C5D7296}" sibTransId="{452959DA-C9F9-47E0-9C9C-A6321B005EEB}"/>
    <dgm:cxn modelId="{008693BF-79B9-48AD-AC56-E15C4C4988A7}" type="presOf" srcId="{B3505376-0861-433E-8B7E-4E7FC51B3B10}" destId="{AA09E76D-394B-409D-9BE3-16A82EE2E1D8}" srcOrd="0" destOrd="0" presId="urn:microsoft.com/office/officeart/2005/8/layout/vList2"/>
    <dgm:cxn modelId="{9B48B7C5-4026-477B-91F3-60407BE088D9}" srcId="{F3FE246B-C7B5-4FAB-8BBB-8580B16314AC}" destId="{B3505376-0861-433E-8B7E-4E7FC51B3B10}" srcOrd="3" destOrd="0" parTransId="{B884AA45-A598-4D62-909C-5BD000F5678F}" sibTransId="{6D101EDC-56A4-4FC8-AE66-9394437CD312}"/>
    <dgm:cxn modelId="{20AE0FDE-B95A-4459-9AFE-002A589B51A6}" type="presOf" srcId="{6FE07AE5-4AC2-408F-80DE-01FB9C31E3DA}" destId="{61BD514F-BFA1-48D1-9396-E8FC014C033A}" srcOrd="0" destOrd="0" presId="urn:microsoft.com/office/officeart/2005/8/layout/vList2"/>
    <dgm:cxn modelId="{E8A5B3F8-9F0B-4831-9BA2-EB3340340612}" type="presOf" srcId="{F3FE246B-C7B5-4FAB-8BBB-8580B16314AC}" destId="{171927DC-AE03-4814-82D3-DD8610347439}" srcOrd="0" destOrd="0" presId="urn:microsoft.com/office/officeart/2005/8/layout/vList2"/>
    <dgm:cxn modelId="{16FCF0D8-1898-43E1-814E-E855751228E8}" type="presParOf" srcId="{171927DC-AE03-4814-82D3-DD8610347439}" destId="{5B10D68D-0772-4520-9741-8F51865EBFD8}" srcOrd="0" destOrd="0" presId="urn:microsoft.com/office/officeart/2005/8/layout/vList2"/>
    <dgm:cxn modelId="{3F15973C-FA2B-49F1-978B-260D8A2BD4D9}" type="presParOf" srcId="{171927DC-AE03-4814-82D3-DD8610347439}" destId="{B9C1DE8B-95DA-40D9-85E2-7C1306F8DF5E}" srcOrd="1" destOrd="0" presId="urn:microsoft.com/office/officeart/2005/8/layout/vList2"/>
    <dgm:cxn modelId="{4CEDFCA4-BC78-4137-890F-672196195DB9}" type="presParOf" srcId="{171927DC-AE03-4814-82D3-DD8610347439}" destId="{61BD514F-BFA1-48D1-9396-E8FC014C033A}" srcOrd="2" destOrd="0" presId="urn:microsoft.com/office/officeart/2005/8/layout/vList2"/>
    <dgm:cxn modelId="{9F3F4554-A638-4144-A1FF-3435493524CC}" type="presParOf" srcId="{171927DC-AE03-4814-82D3-DD8610347439}" destId="{41B3E3A3-8006-4340-A912-BD233346A506}" srcOrd="3" destOrd="0" presId="urn:microsoft.com/office/officeart/2005/8/layout/vList2"/>
    <dgm:cxn modelId="{50AFF606-FA47-4EC2-8485-1ECBBA87F377}" type="presParOf" srcId="{171927DC-AE03-4814-82D3-DD8610347439}" destId="{9BE88822-544F-4034-A403-2236D64F5EC5}" srcOrd="4" destOrd="0" presId="urn:microsoft.com/office/officeart/2005/8/layout/vList2"/>
    <dgm:cxn modelId="{C44312B0-C27D-4778-B615-062A95CE7040}" type="presParOf" srcId="{171927DC-AE03-4814-82D3-DD8610347439}" destId="{CCA50A40-5E92-48DF-BB79-C2FFD4A11B31}" srcOrd="5" destOrd="0" presId="urn:microsoft.com/office/officeart/2005/8/layout/vList2"/>
    <dgm:cxn modelId="{A486B94A-BDEF-40C0-9229-61CEA857FE04}" type="presParOf" srcId="{171927DC-AE03-4814-82D3-DD8610347439}" destId="{AA09E76D-394B-409D-9BE3-16A82EE2E1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E511FD8-90BD-489A-BD18-E7B09CBC9E5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152A36F-78B9-4D26-AAFB-3D56A449DE02}">
      <dgm:prSet/>
      <dgm:spPr/>
      <dgm:t>
        <a:bodyPr/>
        <a:lstStyle/>
        <a:p>
          <a:r>
            <a:rPr lang="ru-RU" b="0" i="0"/>
            <a:t>1914 р.</a:t>
          </a:r>
          <a:endParaRPr lang="uk-UA"/>
        </a:p>
      </dgm:t>
    </dgm:pt>
    <dgm:pt modelId="{0B43264C-BDC0-4735-8BD5-421A46D6A9FD}" type="parTrans" cxnId="{5BCBAE80-49D4-499A-B7F5-C049E91BC8DA}">
      <dgm:prSet/>
      <dgm:spPr/>
      <dgm:t>
        <a:bodyPr/>
        <a:lstStyle/>
        <a:p>
          <a:endParaRPr lang="uk-UA"/>
        </a:p>
      </dgm:t>
    </dgm:pt>
    <dgm:pt modelId="{37EC52F2-1489-4A96-A58F-414387B3B4EC}" type="sibTrans" cxnId="{5BCBAE80-49D4-499A-B7F5-C049E91BC8DA}">
      <dgm:prSet/>
      <dgm:spPr/>
      <dgm:t>
        <a:bodyPr/>
        <a:lstStyle/>
        <a:p>
          <a:endParaRPr lang="uk-UA"/>
        </a:p>
      </dgm:t>
    </dgm:pt>
    <dgm:pt modelId="{76EACC60-BCF6-491F-B724-49F8330E7D53}">
      <dgm:prSet/>
      <dgm:spPr/>
      <dgm:t>
        <a:bodyPr/>
        <a:lstStyle/>
        <a:p>
          <a:r>
            <a:rPr lang="ru-RU" b="0" i="0"/>
            <a:t>1915 р.</a:t>
          </a:r>
          <a:endParaRPr lang="uk-UA"/>
        </a:p>
      </dgm:t>
    </dgm:pt>
    <dgm:pt modelId="{11199813-A649-48E7-80DD-0A6943C3712B}" type="parTrans" cxnId="{2A607EE5-ABCF-401D-9655-365E781AE23C}">
      <dgm:prSet/>
      <dgm:spPr/>
      <dgm:t>
        <a:bodyPr/>
        <a:lstStyle/>
        <a:p>
          <a:endParaRPr lang="uk-UA"/>
        </a:p>
      </dgm:t>
    </dgm:pt>
    <dgm:pt modelId="{DA5EC221-41E2-49AF-852D-16272330A257}" type="sibTrans" cxnId="{2A607EE5-ABCF-401D-9655-365E781AE23C}">
      <dgm:prSet/>
      <dgm:spPr/>
      <dgm:t>
        <a:bodyPr/>
        <a:lstStyle/>
        <a:p>
          <a:endParaRPr lang="uk-UA"/>
        </a:p>
      </dgm:t>
    </dgm:pt>
    <dgm:pt modelId="{57E39C49-25BA-4140-9BDF-6A2D09A86AF8}">
      <dgm:prSet/>
      <dgm:spPr/>
      <dgm:t>
        <a:bodyPr/>
        <a:lstStyle/>
        <a:p>
          <a:r>
            <a:rPr lang="ru-RU" b="0" i="0"/>
            <a:t>1916 р.</a:t>
          </a:r>
          <a:endParaRPr lang="uk-UA"/>
        </a:p>
      </dgm:t>
    </dgm:pt>
    <dgm:pt modelId="{4DDC405F-CC51-4017-A65B-48D656D7C933}" type="parTrans" cxnId="{4C1FBE8D-2D1C-40C2-9A98-62F15763AFD5}">
      <dgm:prSet/>
      <dgm:spPr/>
      <dgm:t>
        <a:bodyPr/>
        <a:lstStyle/>
        <a:p>
          <a:endParaRPr lang="uk-UA"/>
        </a:p>
      </dgm:t>
    </dgm:pt>
    <dgm:pt modelId="{0A812E03-842F-4CB9-9525-5F2C96AFD7C9}" type="sibTrans" cxnId="{4C1FBE8D-2D1C-40C2-9A98-62F15763AFD5}">
      <dgm:prSet/>
      <dgm:spPr/>
      <dgm:t>
        <a:bodyPr/>
        <a:lstStyle/>
        <a:p>
          <a:endParaRPr lang="uk-UA"/>
        </a:p>
      </dgm:t>
    </dgm:pt>
    <dgm:pt modelId="{3A6B8F1E-1343-4DD9-9C62-68A1389EB3F5}">
      <dgm:prSet/>
      <dgm:spPr/>
      <dgm:t>
        <a:bodyPr/>
        <a:lstStyle/>
        <a:p>
          <a:r>
            <a:rPr lang="ru-RU" b="0" i="0"/>
            <a:t>1917 р.</a:t>
          </a:r>
          <a:endParaRPr lang="uk-UA"/>
        </a:p>
      </dgm:t>
    </dgm:pt>
    <dgm:pt modelId="{3F9D986F-66ED-49DD-B57D-3564EAFE7C16}" type="parTrans" cxnId="{67A885AE-A61A-4493-BF20-DBDB06BB97D5}">
      <dgm:prSet/>
      <dgm:spPr/>
      <dgm:t>
        <a:bodyPr/>
        <a:lstStyle/>
        <a:p>
          <a:endParaRPr lang="uk-UA"/>
        </a:p>
      </dgm:t>
    </dgm:pt>
    <dgm:pt modelId="{D23B872A-1974-49E2-A294-2819953E6212}" type="sibTrans" cxnId="{67A885AE-A61A-4493-BF20-DBDB06BB97D5}">
      <dgm:prSet/>
      <dgm:spPr/>
      <dgm:t>
        <a:bodyPr/>
        <a:lstStyle/>
        <a:p>
          <a:endParaRPr lang="uk-UA"/>
        </a:p>
      </dgm:t>
    </dgm:pt>
    <dgm:pt modelId="{3DBEDD60-ACB1-437F-948B-C4B11589C8C1}" type="pres">
      <dgm:prSet presAssocID="{CE511FD8-90BD-489A-BD18-E7B09CBC9E5A}" presName="matrix" presStyleCnt="0">
        <dgm:presLayoutVars>
          <dgm:chMax val="1"/>
          <dgm:dir/>
          <dgm:resizeHandles val="exact"/>
        </dgm:presLayoutVars>
      </dgm:prSet>
      <dgm:spPr/>
    </dgm:pt>
    <dgm:pt modelId="{7383CC80-3EE5-4596-81AF-8AE6A2DCB8EC}" type="pres">
      <dgm:prSet presAssocID="{CE511FD8-90BD-489A-BD18-E7B09CBC9E5A}" presName="diamond" presStyleLbl="bgShp" presStyleIdx="0" presStyleCnt="1"/>
      <dgm:spPr/>
    </dgm:pt>
    <dgm:pt modelId="{097EF4E5-9A4F-49B2-A09C-C38DF1DCA15D}" type="pres">
      <dgm:prSet presAssocID="{CE511FD8-90BD-489A-BD18-E7B09CBC9E5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A4EBD8E-1CBC-4B4D-88F1-8FC42CD8E125}" type="pres">
      <dgm:prSet presAssocID="{CE511FD8-90BD-489A-BD18-E7B09CBC9E5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E67F026-F2E3-4A1E-96E7-31A5B080E636}" type="pres">
      <dgm:prSet presAssocID="{CE511FD8-90BD-489A-BD18-E7B09CBC9E5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1613750-484E-4FA9-9BCF-7DECDF9FAE5A}" type="pres">
      <dgm:prSet presAssocID="{CE511FD8-90BD-489A-BD18-E7B09CBC9E5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07D861C-8B3F-436B-A151-A538D4112BA0}" type="presOf" srcId="{76EACC60-BCF6-491F-B724-49F8330E7D53}" destId="{FA4EBD8E-1CBC-4B4D-88F1-8FC42CD8E125}" srcOrd="0" destOrd="0" presId="urn:microsoft.com/office/officeart/2005/8/layout/matrix3"/>
    <dgm:cxn modelId="{E8A7ED75-8185-421C-AF78-5EFB4CD39DA7}" type="presOf" srcId="{3A6B8F1E-1343-4DD9-9C62-68A1389EB3F5}" destId="{11613750-484E-4FA9-9BCF-7DECDF9FAE5A}" srcOrd="0" destOrd="0" presId="urn:microsoft.com/office/officeart/2005/8/layout/matrix3"/>
    <dgm:cxn modelId="{5BCBAE80-49D4-499A-B7F5-C049E91BC8DA}" srcId="{CE511FD8-90BD-489A-BD18-E7B09CBC9E5A}" destId="{6152A36F-78B9-4D26-AAFB-3D56A449DE02}" srcOrd="0" destOrd="0" parTransId="{0B43264C-BDC0-4735-8BD5-421A46D6A9FD}" sibTransId="{37EC52F2-1489-4A96-A58F-414387B3B4EC}"/>
    <dgm:cxn modelId="{4C1FBE8D-2D1C-40C2-9A98-62F15763AFD5}" srcId="{CE511FD8-90BD-489A-BD18-E7B09CBC9E5A}" destId="{57E39C49-25BA-4140-9BDF-6A2D09A86AF8}" srcOrd="2" destOrd="0" parTransId="{4DDC405F-CC51-4017-A65B-48D656D7C933}" sibTransId="{0A812E03-842F-4CB9-9525-5F2C96AFD7C9}"/>
    <dgm:cxn modelId="{B1A184AC-4433-457E-B6C8-97367B744199}" type="presOf" srcId="{57E39C49-25BA-4140-9BDF-6A2D09A86AF8}" destId="{5E67F026-F2E3-4A1E-96E7-31A5B080E636}" srcOrd="0" destOrd="0" presId="urn:microsoft.com/office/officeart/2005/8/layout/matrix3"/>
    <dgm:cxn modelId="{C9291DAD-B93E-40EF-B48B-1985B3A2C873}" type="presOf" srcId="{6152A36F-78B9-4D26-AAFB-3D56A449DE02}" destId="{097EF4E5-9A4F-49B2-A09C-C38DF1DCA15D}" srcOrd="0" destOrd="0" presId="urn:microsoft.com/office/officeart/2005/8/layout/matrix3"/>
    <dgm:cxn modelId="{67A885AE-A61A-4493-BF20-DBDB06BB97D5}" srcId="{CE511FD8-90BD-489A-BD18-E7B09CBC9E5A}" destId="{3A6B8F1E-1343-4DD9-9C62-68A1389EB3F5}" srcOrd="3" destOrd="0" parTransId="{3F9D986F-66ED-49DD-B57D-3564EAFE7C16}" sibTransId="{D23B872A-1974-49E2-A294-2819953E6212}"/>
    <dgm:cxn modelId="{DBC125B2-718D-4A6A-A669-3B4B2BF54C7C}" type="presOf" srcId="{CE511FD8-90BD-489A-BD18-E7B09CBC9E5A}" destId="{3DBEDD60-ACB1-437F-948B-C4B11589C8C1}" srcOrd="0" destOrd="0" presId="urn:microsoft.com/office/officeart/2005/8/layout/matrix3"/>
    <dgm:cxn modelId="{2A607EE5-ABCF-401D-9655-365E781AE23C}" srcId="{CE511FD8-90BD-489A-BD18-E7B09CBC9E5A}" destId="{76EACC60-BCF6-491F-B724-49F8330E7D53}" srcOrd="1" destOrd="0" parTransId="{11199813-A649-48E7-80DD-0A6943C3712B}" sibTransId="{DA5EC221-41E2-49AF-852D-16272330A257}"/>
    <dgm:cxn modelId="{D64437FB-4C68-4D08-B6DC-4E9FC6C24794}" type="presParOf" srcId="{3DBEDD60-ACB1-437F-948B-C4B11589C8C1}" destId="{7383CC80-3EE5-4596-81AF-8AE6A2DCB8EC}" srcOrd="0" destOrd="0" presId="urn:microsoft.com/office/officeart/2005/8/layout/matrix3"/>
    <dgm:cxn modelId="{4D3555B5-C4A8-495C-AC9E-C10A81F8C778}" type="presParOf" srcId="{3DBEDD60-ACB1-437F-948B-C4B11589C8C1}" destId="{097EF4E5-9A4F-49B2-A09C-C38DF1DCA15D}" srcOrd="1" destOrd="0" presId="urn:microsoft.com/office/officeart/2005/8/layout/matrix3"/>
    <dgm:cxn modelId="{72D4D0C1-9F06-4C08-B536-C3B0EB594B44}" type="presParOf" srcId="{3DBEDD60-ACB1-437F-948B-C4B11589C8C1}" destId="{FA4EBD8E-1CBC-4B4D-88F1-8FC42CD8E125}" srcOrd="2" destOrd="0" presId="urn:microsoft.com/office/officeart/2005/8/layout/matrix3"/>
    <dgm:cxn modelId="{F7F01EF1-6539-4E97-8826-8256221C9B5D}" type="presParOf" srcId="{3DBEDD60-ACB1-437F-948B-C4B11589C8C1}" destId="{5E67F026-F2E3-4A1E-96E7-31A5B080E636}" srcOrd="3" destOrd="0" presId="urn:microsoft.com/office/officeart/2005/8/layout/matrix3"/>
    <dgm:cxn modelId="{6D39C320-83E3-436A-B6C9-EA8772DD0CED}" type="presParOf" srcId="{3DBEDD60-ACB1-437F-948B-C4B11589C8C1}" destId="{11613750-484E-4FA9-9BCF-7DECDF9FAE5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FFC74F3-1AC2-424C-8789-61D813F2A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D1FE42-8FF8-454B-BD12-C29D45E2A994}">
      <dgm:prSet/>
      <dgm:spPr/>
      <dgm:t>
        <a:bodyPr/>
        <a:lstStyle/>
        <a:p>
          <a:r>
            <a:rPr lang="uk-UA" b="0" i="0"/>
            <a:t>владою Австро-Угорщини на початку Першої світової війни на вимогу Головної української ради та Союзу визволення України.</a:t>
          </a:r>
          <a:endParaRPr lang="uk-UA"/>
        </a:p>
      </dgm:t>
    </dgm:pt>
    <dgm:pt modelId="{0A50E3AB-B65B-4FA5-ABB5-C6168FA91F39}" type="parTrans" cxnId="{79FF869B-C4BC-4D37-A17D-494E4DDBE3A4}">
      <dgm:prSet/>
      <dgm:spPr/>
      <dgm:t>
        <a:bodyPr/>
        <a:lstStyle/>
        <a:p>
          <a:endParaRPr lang="uk-UA"/>
        </a:p>
      </dgm:t>
    </dgm:pt>
    <dgm:pt modelId="{0767AA03-418D-48A8-A0B4-58014AE79C27}" type="sibTrans" cxnId="{79FF869B-C4BC-4D37-A17D-494E4DDBE3A4}">
      <dgm:prSet/>
      <dgm:spPr/>
      <dgm:t>
        <a:bodyPr/>
        <a:lstStyle/>
        <a:p>
          <a:endParaRPr lang="uk-UA"/>
        </a:p>
      </dgm:t>
    </dgm:pt>
    <dgm:pt modelId="{2B9B30AF-E489-45AE-AE9C-8FCEB339B095}">
      <dgm:prSet/>
      <dgm:spPr/>
      <dgm:t>
        <a:bodyPr/>
        <a:lstStyle/>
        <a:p>
          <a:r>
            <a:rPr lang="uk-UA" b="0" i="0"/>
            <a:t>урядом Російської імперії для управління окупованими російською армією під час Першої світової війни землями Австро-Угорщини.</a:t>
          </a:r>
          <a:endParaRPr lang="uk-UA"/>
        </a:p>
      </dgm:t>
    </dgm:pt>
    <dgm:pt modelId="{7737F729-DD7D-4527-BA35-BE26E0714CB2}" type="parTrans" cxnId="{AA0FE855-85AF-42B5-B9B7-AB3AEEC86423}">
      <dgm:prSet/>
      <dgm:spPr/>
      <dgm:t>
        <a:bodyPr/>
        <a:lstStyle/>
        <a:p>
          <a:endParaRPr lang="uk-UA"/>
        </a:p>
      </dgm:t>
    </dgm:pt>
    <dgm:pt modelId="{A241950E-F921-471E-818E-F5BDB13F9EF7}" type="sibTrans" cxnId="{AA0FE855-85AF-42B5-B9B7-AB3AEEC86423}">
      <dgm:prSet/>
      <dgm:spPr/>
      <dgm:t>
        <a:bodyPr/>
        <a:lstStyle/>
        <a:p>
          <a:endParaRPr lang="uk-UA"/>
        </a:p>
      </dgm:t>
    </dgm:pt>
    <dgm:pt modelId="{7C6717AA-41B4-4CE6-A2D3-8DA3CEF46F7C}" type="pres">
      <dgm:prSet presAssocID="{6FFC74F3-1AC2-424C-8789-61D813F2AC79}" presName="linear" presStyleCnt="0">
        <dgm:presLayoutVars>
          <dgm:animLvl val="lvl"/>
          <dgm:resizeHandles val="exact"/>
        </dgm:presLayoutVars>
      </dgm:prSet>
      <dgm:spPr/>
    </dgm:pt>
    <dgm:pt modelId="{1460FC3E-5ABE-4750-ADCC-4C3687F0F712}" type="pres">
      <dgm:prSet presAssocID="{72D1FE42-8FF8-454B-BD12-C29D45E2A99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3753D09-0F24-4146-A1F8-73D114A9B54F}" type="pres">
      <dgm:prSet presAssocID="{0767AA03-418D-48A8-A0B4-58014AE79C27}" presName="spacer" presStyleCnt="0"/>
      <dgm:spPr/>
    </dgm:pt>
    <dgm:pt modelId="{726B7180-B62A-4961-A2B4-BD91828B3EF9}" type="pres">
      <dgm:prSet presAssocID="{2B9B30AF-E489-45AE-AE9C-8FCEB339B09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DC0B101-BC90-4E45-89DE-A390B4E8B0AA}" type="presOf" srcId="{6FFC74F3-1AC2-424C-8789-61D813F2AC79}" destId="{7C6717AA-41B4-4CE6-A2D3-8DA3CEF46F7C}" srcOrd="0" destOrd="0" presId="urn:microsoft.com/office/officeart/2005/8/layout/vList2"/>
    <dgm:cxn modelId="{AA0FE855-85AF-42B5-B9B7-AB3AEEC86423}" srcId="{6FFC74F3-1AC2-424C-8789-61D813F2AC79}" destId="{2B9B30AF-E489-45AE-AE9C-8FCEB339B095}" srcOrd="1" destOrd="0" parTransId="{7737F729-DD7D-4527-BA35-BE26E0714CB2}" sibTransId="{A241950E-F921-471E-818E-F5BDB13F9EF7}"/>
    <dgm:cxn modelId="{79FF869B-C4BC-4D37-A17D-494E4DDBE3A4}" srcId="{6FFC74F3-1AC2-424C-8789-61D813F2AC79}" destId="{72D1FE42-8FF8-454B-BD12-C29D45E2A994}" srcOrd="0" destOrd="0" parTransId="{0A50E3AB-B65B-4FA5-ABB5-C6168FA91F39}" sibTransId="{0767AA03-418D-48A8-A0B4-58014AE79C27}"/>
    <dgm:cxn modelId="{28DC51D3-C175-468F-90B0-98BF4507D800}" type="presOf" srcId="{2B9B30AF-E489-45AE-AE9C-8FCEB339B095}" destId="{726B7180-B62A-4961-A2B4-BD91828B3EF9}" srcOrd="0" destOrd="0" presId="urn:microsoft.com/office/officeart/2005/8/layout/vList2"/>
    <dgm:cxn modelId="{09B74CE0-ABF1-4BC0-87C7-CED83A492458}" type="presOf" srcId="{72D1FE42-8FF8-454B-BD12-C29D45E2A994}" destId="{1460FC3E-5ABE-4750-ADCC-4C3687F0F712}" srcOrd="0" destOrd="0" presId="urn:microsoft.com/office/officeart/2005/8/layout/vList2"/>
    <dgm:cxn modelId="{6488AB30-8A54-4752-8D9E-3C33FB352813}" type="presParOf" srcId="{7C6717AA-41B4-4CE6-A2D3-8DA3CEF46F7C}" destId="{1460FC3E-5ABE-4750-ADCC-4C3687F0F712}" srcOrd="0" destOrd="0" presId="urn:microsoft.com/office/officeart/2005/8/layout/vList2"/>
    <dgm:cxn modelId="{9477501A-AC59-40C8-B54C-6C639E0ADAAB}" type="presParOf" srcId="{7C6717AA-41B4-4CE6-A2D3-8DA3CEF46F7C}" destId="{E3753D09-0F24-4146-A1F8-73D114A9B54F}" srcOrd="1" destOrd="0" presId="urn:microsoft.com/office/officeart/2005/8/layout/vList2"/>
    <dgm:cxn modelId="{67F95538-7CF9-4CA3-8044-361693E4300F}" type="presParOf" srcId="{7C6717AA-41B4-4CE6-A2D3-8DA3CEF46F7C}" destId="{726B7180-B62A-4961-A2B4-BD91828B3EF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E0ED300-71A6-45A9-AF62-ADEF977D284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6051F78-7357-4D6E-A4D0-861332E9716E}">
      <dgm:prSet/>
      <dgm:spPr/>
      <dgm:t>
        <a:bodyPr/>
        <a:lstStyle/>
        <a:p>
          <a:r>
            <a:rPr lang="uk-UA" b="0" i="0"/>
            <a:t>командуванням Німеччини та Австро-Угорщини, оборона якої в роки Першої світової війни покладалася на Українських січових стрільців.</a:t>
          </a:r>
          <a:endParaRPr lang="uk-UA"/>
        </a:p>
      </dgm:t>
    </dgm:pt>
    <dgm:pt modelId="{4B68B5EC-F569-4555-99A7-2D5B6970DD78}" type="parTrans" cxnId="{78B81922-DB50-4634-8E9D-46F6ACA4B4AC}">
      <dgm:prSet/>
      <dgm:spPr/>
      <dgm:t>
        <a:bodyPr/>
        <a:lstStyle/>
        <a:p>
          <a:endParaRPr lang="uk-UA"/>
        </a:p>
      </dgm:t>
    </dgm:pt>
    <dgm:pt modelId="{246AEB0C-F1B7-40CA-922B-DCB50EF1EEB2}" type="sibTrans" cxnId="{78B81922-DB50-4634-8E9D-46F6ACA4B4AC}">
      <dgm:prSet/>
      <dgm:spPr/>
      <dgm:t>
        <a:bodyPr/>
        <a:lstStyle/>
        <a:p>
          <a:endParaRPr lang="uk-UA"/>
        </a:p>
      </dgm:t>
    </dgm:pt>
    <dgm:pt modelId="{E0F6D048-71AA-4191-B6C3-FE2020A6A7CF}">
      <dgm:prSet/>
      <dgm:spPr/>
      <dgm:t>
        <a:bodyPr/>
        <a:lstStyle/>
        <a:p>
          <a:r>
            <a:rPr lang="uk-UA" b="0" i="0" dirty="0"/>
            <a:t>урядом Німеччини на українських землях Австро-Угорської та Російської імперій після завершення Першої світової війни.</a:t>
          </a:r>
          <a:endParaRPr lang="uk-UA" dirty="0"/>
        </a:p>
      </dgm:t>
    </dgm:pt>
    <dgm:pt modelId="{38550E59-A3D0-498B-9B5A-AC7F8AA6F2EF}" type="parTrans" cxnId="{346851E8-016A-4A17-B305-735A754E9C21}">
      <dgm:prSet/>
      <dgm:spPr/>
      <dgm:t>
        <a:bodyPr/>
        <a:lstStyle/>
        <a:p>
          <a:endParaRPr lang="uk-UA"/>
        </a:p>
      </dgm:t>
    </dgm:pt>
    <dgm:pt modelId="{EA2E362C-CB53-46D2-AA7D-8083C4885DC1}" type="sibTrans" cxnId="{346851E8-016A-4A17-B305-735A754E9C21}">
      <dgm:prSet/>
      <dgm:spPr/>
      <dgm:t>
        <a:bodyPr/>
        <a:lstStyle/>
        <a:p>
          <a:endParaRPr lang="uk-UA"/>
        </a:p>
      </dgm:t>
    </dgm:pt>
    <dgm:pt modelId="{F29E1D92-979B-4A55-B186-8D9D229308FB}" type="pres">
      <dgm:prSet presAssocID="{8E0ED300-71A6-45A9-AF62-ADEF977D2843}" presName="linear" presStyleCnt="0">
        <dgm:presLayoutVars>
          <dgm:animLvl val="lvl"/>
          <dgm:resizeHandles val="exact"/>
        </dgm:presLayoutVars>
      </dgm:prSet>
      <dgm:spPr/>
    </dgm:pt>
    <dgm:pt modelId="{93F83E60-A8B4-41C7-82E9-D0834D1BF6B1}" type="pres">
      <dgm:prSet presAssocID="{86051F78-7357-4D6E-A4D0-861332E9716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5E59005-217B-431D-AE2F-12F4C711A033}" type="pres">
      <dgm:prSet presAssocID="{246AEB0C-F1B7-40CA-922B-DCB50EF1EEB2}" presName="spacer" presStyleCnt="0"/>
      <dgm:spPr/>
    </dgm:pt>
    <dgm:pt modelId="{7735748B-9DD6-49EE-A88C-27966E6B8810}" type="pres">
      <dgm:prSet presAssocID="{E0F6D048-71AA-4191-B6C3-FE2020A6A7C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F84C010-AEE7-4BC9-AF12-D6FFD99CAB16}" type="presOf" srcId="{86051F78-7357-4D6E-A4D0-861332E9716E}" destId="{93F83E60-A8B4-41C7-82E9-D0834D1BF6B1}" srcOrd="0" destOrd="0" presId="urn:microsoft.com/office/officeart/2005/8/layout/vList2"/>
    <dgm:cxn modelId="{78B81922-DB50-4634-8E9D-46F6ACA4B4AC}" srcId="{8E0ED300-71A6-45A9-AF62-ADEF977D2843}" destId="{86051F78-7357-4D6E-A4D0-861332E9716E}" srcOrd="0" destOrd="0" parTransId="{4B68B5EC-F569-4555-99A7-2D5B6970DD78}" sibTransId="{246AEB0C-F1B7-40CA-922B-DCB50EF1EEB2}"/>
    <dgm:cxn modelId="{3586E3A2-D741-4837-A7ED-1E8761C85B1E}" type="presOf" srcId="{E0F6D048-71AA-4191-B6C3-FE2020A6A7CF}" destId="{7735748B-9DD6-49EE-A88C-27966E6B8810}" srcOrd="0" destOrd="0" presId="urn:microsoft.com/office/officeart/2005/8/layout/vList2"/>
    <dgm:cxn modelId="{FECD3AC0-83C2-44C5-9927-0657F57DA875}" type="presOf" srcId="{8E0ED300-71A6-45A9-AF62-ADEF977D2843}" destId="{F29E1D92-979B-4A55-B186-8D9D229308FB}" srcOrd="0" destOrd="0" presId="urn:microsoft.com/office/officeart/2005/8/layout/vList2"/>
    <dgm:cxn modelId="{346851E8-016A-4A17-B305-735A754E9C21}" srcId="{8E0ED300-71A6-45A9-AF62-ADEF977D2843}" destId="{E0F6D048-71AA-4191-B6C3-FE2020A6A7CF}" srcOrd="1" destOrd="0" parTransId="{38550E59-A3D0-498B-9B5A-AC7F8AA6F2EF}" sibTransId="{EA2E362C-CB53-46D2-AA7D-8083C4885DC1}"/>
    <dgm:cxn modelId="{560A61AD-5936-4FCE-992A-0260EA9FD214}" type="presParOf" srcId="{F29E1D92-979B-4A55-B186-8D9D229308FB}" destId="{93F83E60-A8B4-41C7-82E9-D0834D1BF6B1}" srcOrd="0" destOrd="0" presId="urn:microsoft.com/office/officeart/2005/8/layout/vList2"/>
    <dgm:cxn modelId="{7105D6E8-C207-40D0-999D-0E7DD80F73D1}" type="presParOf" srcId="{F29E1D92-979B-4A55-B186-8D9D229308FB}" destId="{75E59005-217B-431D-AE2F-12F4C711A033}" srcOrd="1" destOrd="0" presId="urn:microsoft.com/office/officeart/2005/8/layout/vList2"/>
    <dgm:cxn modelId="{5EEF394A-599B-4F0F-A8B6-7303D6D30C01}" type="presParOf" srcId="{F29E1D92-979B-4A55-B186-8D9D229308FB}" destId="{7735748B-9DD6-49EE-A88C-27966E6B881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55256AF-1157-4C1D-BE9D-93CFE709A87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4A8CEF1-AA1C-4E17-9B38-5CA0AFB81135}">
      <dgm:prSet/>
      <dgm:spPr/>
      <dgm:t>
        <a:bodyPr/>
        <a:lstStyle/>
        <a:p>
          <a:r>
            <a:rPr lang="ru-RU" b="0" i="0"/>
            <a:t>1905—1907 рр.</a:t>
          </a:r>
          <a:endParaRPr lang="uk-UA"/>
        </a:p>
      </dgm:t>
    </dgm:pt>
    <dgm:pt modelId="{C8302C10-B395-40FB-982E-71F9E8366243}" type="parTrans" cxnId="{FEFFBA09-BB7B-4D09-9841-AEB601B1648E}">
      <dgm:prSet/>
      <dgm:spPr/>
      <dgm:t>
        <a:bodyPr/>
        <a:lstStyle/>
        <a:p>
          <a:endParaRPr lang="uk-UA"/>
        </a:p>
      </dgm:t>
    </dgm:pt>
    <dgm:pt modelId="{816A9C2A-47F8-486D-BA59-05E9D7FE3082}" type="sibTrans" cxnId="{FEFFBA09-BB7B-4D09-9841-AEB601B1648E}">
      <dgm:prSet/>
      <dgm:spPr/>
      <dgm:t>
        <a:bodyPr/>
        <a:lstStyle/>
        <a:p>
          <a:endParaRPr lang="uk-UA"/>
        </a:p>
      </dgm:t>
    </dgm:pt>
    <dgm:pt modelId="{16BCF5F7-AB76-4E75-B4CD-0288AE906125}">
      <dgm:prSet/>
      <dgm:spPr/>
      <dgm:t>
        <a:bodyPr/>
        <a:lstStyle/>
        <a:p>
          <a:r>
            <a:rPr lang="ru-RU" b="0" i="0"/>
            <a:t>1908—1913 рр.</a:t>
          </a:r>
          <a:endParaRPr lang="uk-UA"/>
        </a:p>
      </dgm:t>
    </dgm:pt>
    <dgm:pt modelId="{CB111C9B-BBF8-47B1-9439-8E5CB03FCA26}" type="parTrans" cxnId="{17568517-B173-4C37-9220-5EB91CE366C1}">
      <dgm:prSet/>
      <dgm:spPr/>
      <dgm:t>
        <a:bodyPr/>
        <a:lstStyle/>
        <a:p>
          <a:endParaRPr lang="uk-UA"/>
        </a:p>
      </dgm:t>
    </dgm:pt>
    <dgm:pt modelId="{D981DCA4-1585-45D4-85D8-65E1DE441966}" type="sibTrans" cxnId="{17568517-B173-4C37-9220-5EB91CE366C1}">
      <dgm:prSet/>
      <dgm:spPr/>
      <dgm:t>
        <a:bodyPr/>
        <a:lstStyle/>
        <a:p>
          <a:endParaRPr lang="uk-UA"/>
        </a:p>
      </dgm:t>
    </dgm:pt>
    <dgm:pt modelId="{69ECB619-8BD8-4B5A-BC08-84112AFF1999}">
      <dgm:prSet/>
      <dgm:spPr/>
      <dgm:t>
        <a:bodyPr/>
        <a:lstStyle/>
        <a:p>
          <a:r>
            <a:rPr lang="ru-RU" b="0" i="0"/>
            <a:t>1914—1915 рр.</a:t>
          </a:r>
          <a:endParaRPr lang="uk-UA"/>
        </a:p>
      </dgm:t>
    </dgm:pt>
    <dgm:pt modelId="{B081353C-5343-4D39-96DB-8B1C7A1A212A}" type="parTrans" cxnId="{F0C07534-9155-4AD6-BF5C-695B8BE062BB}">
      <dgm:prSet/>
      <dgm:spPr/>
      <dgm:t>
        <a:bodyPr/>
        <a:lstStyle/>
        <a:p>
          <a:endParaRPr lang="uk-UA"/>
        </a:p>
      </dgm:t>
    </dgm:pt>
    <dgm:pt modelId="{7CE64CA3-CC96-463E-A142-15DB26D86133}" type="sibTrans" cxnId="{F0C07534-9155-4AD6-BF5C-695B8BE062BB}">
      <dgm:prSet/>
      <dgm:spPr/>
      <dgm:t>
        <a:bodyPr/>
        <a:lstStyle/>
        <a:p>
          <a:endParaRPr lang="uk-UA"/>
        </a:p>
      </dgm:t>
    </dgm:pt>
    <dgm:pt modelId="{776F5B8B-8E68-4148-AA5A-EFB838DEAF75}">
      <dgm:prSet/>
      <dgm:spPr/>
      <dgm:t>
        <a:bodyPr/>
        <a:lstStyle/>
        <a:p>
          <a:r>
            <a:rPr lang="ru-RU" b="0" i="0"/>
            <a:t>1916—1917 рр.</a:t>
          </a:r>
          <a:endParaRPr lang="uk-UA"/>
        </a:p>
      </dgm:t>
    </dgm:pt>
    <dgm:pt modelId="{C6ADDD64-BA62-4B27-9917-13F21243EBDD}" type="parTrans" cxnId="{73BE3FDA-EE9D-4671-8810-64E1D0F30D57}">
      <dgm:prSet/>
      <dgm:spPr/>
      <dgm:t>
        <a:bodyPr/>
        <a:lstStyle/>
        <a:p>
          <a:endParaRPr lang="uk-UA"/>
        </a:p>
      </dgm:t>
    </dgm:pt>
    <dgm:pt modelId="{7D23A08C-5D38-4C61-80C4-1AEF9B348814}" type="sibTrans" cxnId="{73BE3FDA-EE9D-4671-8810-64E1D0F30D57}">
      <dgm:prSet/>
      <dgm:spPr/>
      <dgm:t>
        <a:bodyPr/>
        <a:lstStyle/>
        <a:p>
          <a:endParaRPr lang="uk-UA"/>
        </a:p>
      </dgm:t>
    </dgm:pt>
    <dgm:pt modelId="{153AD25D-F662-4B54-8BCB-859EB9C638C7}" type="pres">
      <dgm:prSet presAssocID="{155256AF-1157-4C1D-BE9D-93CFE709A874}" presName="linearFlow" presStyleCnt="0">
        <dgm:presLayoutVars>
          <dgm:dir/>
          <dgm:resizeHandles val="exact"/>
        </dgm:presLayoutVars>
      </dgm:prSet>
      <dgm:spPr/>
    </dgm:pt>
    <dgm:pt modelId="{56D462E5-4FA0-4233-B150-BC7514E908E0}" type="pres">
      <dgm:prSet presAssocID="{C4A8CEF1-AA1C-4E17-9B38-5CA0AFB81135}" presName="composite" presStyleCnt="0"/>
      <dgm:spPr/>
    </dgm:pt>
    <dgm:pt modelId="{A481D5BA-9195-4830-8E03-AD61DA1494B8}" type="pres">
      <dgm:prSet presAssocID="{C4A8CEF1-AA1C-4E17-9B38-5CA0AFB81135}" presName="imgShp" presStyleLbl="fgImgPlace1" presStyleIdx="0" presStyleCnt="4"/>
      <dgm:spPr/>
    </dgm:pt>
    <dgm:pt modelId="{485EC42E-2EAA-4DD0-9A06-EB71E5EB7479}" type="pres">
      <dgm:prSet presAssocID="{C4A8CEF1-AA1C-4E17-9B38-5CA0AFB81135}" presName="txShp" presStyleLbl="node1" presStyleIdx="0" presStyleCnt="4">
        <dgm:presLayoutVars>
          <dgm:bulletEnabled val="1"/>
        </dgm:presLayoutVars>
      </dgm:prSet>
      <dgm:spPr/>
    </dgm:pt>
    <dgm:pt modelId="{DE3780E8-5CBB-4A46-B80A-E1B05F19AB82}" type="pres">
      <dgm:prSet presAssocID="{816A9C2A-47F8-486D-BA59-05E9D7FE3082}" presName="spacing" presStyleCnt="0"/>
      <dgm:spPr/>
    </dgm:pt>
    <dgm:pt modelId="{C5BEFC78-7E4F-4837-B71E-1ADD8B076337}" type="pres">
      <dgm:prSet presAssocID="{16BCF5F7-AB76-4E75-B4CD-0288AE906125}" presName="composite" presStyleCnt="0"/>
      <dgm:spPr/>
    </dgm:pt>
    <dgm:pt modelId="{5E847410-2477-46E3-BD6D-8455E2618E92}" type="pres">
      <dgm:prSet presAssocID="{16BCF5F7-AB76-4E75-B4CD-0288AE906125}" presName="imgShp" presStyleLbl="fgImgPlace1" presStyleIdx="1" presStyleCnt="4"/>
      <dgm:spPr/>
    </dgm:pt>
    <dgm:pt modelId="{BAA71B28-AFA9-4E0A-B372-2E7A7323558F}" type="pres">
      <dgm:prSet presAssocID="{16BCF5F7-AB76-4E75-B4CD-0288AE906125}" presName="txShp" presStyleLbl="node1" presStyleIdx="1" presStyleCnt="4">
        <dgm:presLayoutVars>
          <dgm:bulletEnabled val="1"/>
        </dgm:presLayoutVars>
      </dgm:prSet>
      <dgm:spPr/>
    </dgm:pt>
    <dgm:pt modelId="{434DD783-C5FB-4EBF-A4BC-37B20B88D1B2}" type="pres">
      <dgm:prSet presAssocID="{D981DCA4-1585-45D4-85D8-65E1DE441966}" presName="spacing" presStyleCnt="0"/>
      <dgm:spPr/>
    </dgm:pt>
    <dgm:pt modelId="{A59FE5BB-94CA-4FD0-B80D-3EC8D901937D}" type="pres">
      <dgm:prSet presAssocID="{69ECB619-8BD8-4B5A-BC08-84112AFF1999}" presName="composite" presStyleCnt="0"/>
      <dgm:spPr/>
    </dgm:pt>
    <dgm:pt modelId="{F6FAFACF-C9AC-4BC5-AC36-4D9975077720}" type="pres">
      <dgm:prSet presAssocID="{69ECB619-8BD8-4B5A-BC08-84112AFF1999}" presName="imgShp" presStyleLbl="fgImgPlace1" presStyleIdx="2" presStyleCnt="4"/>
      <dgm:spPr/>
    </dgm:pt>
    <dgm:pt modelId="{3BD30F2F-D215-49D5-92C7-09F083A70103}" type="pres">
      <dgm:prSet presAssocID="{69ECB619-8BD8-4B5A-BC08-84112AFF1999}" presName="txShp" presStyleLbl="node1" presStyleIdx="2" presStyleCnt="4">
        <dgm:presLayoutVars>
          <dgm:bulletEnabled val="1"/>
        </dgm:presLayoutVars>
      </dgm:prSet>
      <dgm:spPr/>
    </dgm:pt>
    <dgm:pt modelId="{EE19DEEE-92D7-4AA5-8CCE-8BA96CAF92A0}" type="pres">
      <dgm:prSet presAssocID="{7CE64CA3-CC96-463E-A142-15DB26D86133}" presName="spacing" presStyleCnt="0"/>
      <dgm:spPr/>
    </dgm:pt>
    <dgm:pt modelId="{9180FBC8-5A31-4BAC-B740-FA5CCE53E55E}" type="pres">
      <dgm:prSet presAssocID="{776F5B8B-8E68-4148-AA5A-EFB838DEAF75}" presName="composite" presStyleCnt="0"/>
      <dgm:spPr/>
    </dgm:pt>
    <dgm:pt modelId="{829B96FC-5ED0-49DF-AD4D-AA684B9B7980}" type="pres">
      <dgm:prSet presAssocID="{776F5B8B-8E68-4148-AA5A-EFB838DEAF75}" presName="imgShp" presStyleLbl="fgImgPlace1" presStyleIdx="3" presStyleCnt="4"/>
      <dgm:spPr/>
    </dgm:pt>
    <dgm:pt modelId="{645471BF-62CA-479D-A58A-C0916769CB91}" type="pres">
      <dgm:prSet presAssocID="{776F5B8B-8E68-4148-AA5A-EFB838DEAF75}" presName="txShp" presStyleLbl="node1" presStyleIdx="3" presStyleCnt="4">
        <dgm:presLayoutVars>
          <dgm:bulletEnabled val="1"/>
        </dgm:presLayoutVars>
      </dgm:prSet>
      <dgm:spPr/>
    </dgm:pt>
  </dgm:ptLst>
  <dgm:cxnLst>
    <dgm:cxn modelId="{FEFFBA09-BB7B-4D09-9841-AEB601B1648E}" srcId="{155256AF-1157-4C1D-BE9D-93CFE709A874}" destId="{C4A8CEF1-AA1C-4E17-9B38-5CA0AFB81135}" srcOrd="0" destOrd="0" parTransId="{C8302C10-B395-40FB-982E-71F9E8366243}" sibTransId="{816A9C2A-47F8-486D-BA59-05E9D7FE3082}"/>
    <dgm:cxn modelId="{17568517-B173-4C37-9220-5EB91CE366C1}" srcId="{155256AF-1157-4C1D-BE9D-93CFE709A874}" destId="{16BCF5F7-AB76-4E75-B4CD-0288AE906125}" srcOrd="1" destOrd="0" parTransId="{CB111C9B-BBF8-47B1-9439-8E5CB03FCA26}" sibTransId="{D981DCA4-1585-45D4-85D8-65E1DE441966}"/>
    <dgm:cxn modelId="{F0C07534-9155-4AD6-BF5C-695B8BE062BB}" srcId="{155256AF-1157-4C1D-BE9D-93CFE709A874}" destId="{69ECB619-8BD8-4B5A-BC08-84112AFF1999}" srcOrd="2" destOrd="0" parTransId="{B081353C-5343-4D39-96DB-8B1C7A1A212A}" sibTransId="{7CE64CA3-CC96-463E-A142-15DB26D86133}"/>
    <dgm:cxn modelId="{2AB8C444-5BC1-4485-A56F-2DA9A37A18B9}" type="presOf" srcId="{16BCF5F7-AB76-4E75-B4CD-0288AE906125}" destId="{BAA71B28-AFA9-4E0A-B372-2E7A7323558F}" srcOrd="0" destOrd="0" presId="urn:microsoft.com/office/officeart/2005/8/layout/vList3"/>
    <dgm:cxn modelId="{23214468-BD4C-455B-997C-038AFB965D3E}" type="presOf" srcId="{C4A8CEF1-AA1C-4E17-9B38-5CA0AFB81135}" destId="{485EC42E-2EAA-4DD0-9A06-EB71E5EB7479}" srcOrd="0" destOrd="0" presId="urn:microsoft.com/office/officeart/2005/8/layout/vList3"/>
    <dgm:cxn modelId="{9079528A-EC36-4461-B6D3-ADD12631AC00}" type="presOf" srcId="{69ECB619-8BD8-4B5A-BC08-84112AFF1999}" destId="{3BD30F2F-D215-49D5-92C7-09F083A70103}" srcOrd="0" destOrd="0" presId="urn:microsoft.com/office/officeart/2005/8/layout/vList3"/>
    <dgm:cxn modelId="{73BE3FDA-EE9D-4671-8810-64E1D0F30D57}" srcId="{155256AF-1157-4C1D-BE9D-93CFE709A874}" destId="{776F5B8B-8E68-4148-AA5A-EFB838DEAF75}" srcOrd="3" destOrd="0" parTransId="{C6ADDD64-BA62-4B27-9917-13F21243EBDD}" sibTransId="{7D23A08C-5D38-4C61-80C4-1AEF9B348814}"/>
    <dgm:cxn modelId="{6DFC41F4-B26E-41A2-A422-33549BFA1C80}" type="presOf" srcId="{155256AF-1157-4C1D-BE9D-93CFE709A874}" destId="{153AD25D-F662-4B54-8BCB-859EB9C638C7}" srcOrd="0" destOrd="0" presId="urn:microsoft.com/office/officeart/2005/8/layout/vList3"/>
    <dgm:cxn modelId="{BB40AAFC-964C-4A47-9373-91B0A1868CBD}" type="presOf" srcId="{776F5B8B-8E68-4148-AA5A-EFB838DEAF75}" destId="{645471BF-62CA-479D-A58A-C0916769CB91}" srcOrd="0" destOrd="0" presId="urn:microsoft.com/office/officeart/2005/8/layout/vList3"/>
    <dgm:cxn modelId="{BDC2427B-765E-4848-BD7F-06874F75610A}" type="presParOf" srcId="{153AD25D-F662-4B54-8BCB-859EB9C638C7}" destId="{56D462E5-4FA0-4233-B150-BC7514E908E0}" srcOrd="0" destOrd="0" presId="urn:microsoft.com/office/officeart/2005/8/layout/vList3"/>
    <dgm:cxn modelId="{70C7C336-8264-4655-9D15-43E29D8FDB97}" type="presParOf" srcId="{56D462E5-4FA0-4233-B150-BC7514E908E0}" destId="{A481D5BA-9195-4830-8E03-AD61DA1494B8}" srcOrd="0" destOrd="0" presId="urn:microsoft.com/office/officeart/2005/8/layout/vList3"/>
    <dgm:cxn modelId="{8B5575AF-A454-43DA-9B7A-7CF4C497DAD1}" type="presParOf" srcId="{56D462E5-4FA0-4233-B150-BC7514E908E0}" destId="{485EC42E-2EAA-4DD0-9A06-EB71E5EB7479}" srcOrd="1" destOrd="0" presId="urn:microsoft.com/office/officeart/2005/8/layout/vList3"/>
    <dgm:cxn modelId="{7FC19D20-4FF3-443A-8BCD-1E699D9A5CA8}" type="presParOf" srcId="{153AD25D-F662-4B54-8BCB-859EB9C638C7}" destId="{DE3780E8-5CBB-4A46-B80A-E1B05F19AB82}" srcOrd="1" destOrd="0" presId="urn:microsoft.com/office/officeart/2005/8/layout/vList3"/>
    <dgm:cxn modelId="{83EBC768-4F39-4EE8-AEDB-2FAA48C49EAA}" type="presParOf" srcId="{153AD25D-F662-4B54-8BCB-859EB9C638C7}" destId="{C5BEFC78-7E4F-4837-B71E-1ADD8B076337}" srcOrd="2" destOrd="0" presId="urn:microsoft.com/office/officeart/2005/8/layout/vList3"/>
    <dgm:cxn modelId="{9A5EC6FE-0D78-42C1-B863-46051C9DE943}" type="presParOf" srcId="{C5BEFC78-7E4F-4837-B71E-1ADD8B076337}" destId="{5E847410-2477-46E3-BD6D-8455E2618E92}" srcOrd="0" destOrd="0" presId="urn:microsoft.com/office/officeart/2005/8/layout/vList3"/>
    <dgm:cxn modelId="{4528F436-9AFA-4CFC-B299-092DDDE1F46E}" type="presParOf" srcId="{C5BEFC78-7E4F-4837-B71E-1ADD8B076337}" destId="{BAA71B28-AFA9-4E0A-B372-2E7A7323558F}" srcOrd="1" destOrd="0" presId="urn:microsoft.com/office/officeart/2005/8/layout/vList3"/>
    <dgm:cxn modelId="{0F6D260A-9ED3-40C4-94C3-0C5AAD690874}" type="presParOf" srcId="{153AD25D-F662-4B54-8BCB-859EB9C638C7}" destId="{434DD783-C5FB-4EBF-A4BC-37B20B88D1B2}" srcOrd="3" destOrd="0" presId="urn:microsoft.com/office/officeart/2005/8/layout/vList3"/>
    <dgm:cxn modelId="{F700E0DE-EF94-4AEB-B677-480D403E9DBB}" type="presParOf" srcId="{153AD25D-F662-4B54-8BCB-859EB9C638C7}" destId="{A59FE5BB-94CA-4FD0-B80D-3EC8D901937D}" srcOrd="4" destOrd="0" presId="urn:microsoft.com/office/officeart/2005/8/layout/vList3"/>
    <dgm:cxn modelId="{6A342F9A-34F7-487D-84FC-A4E33C622F12}" type="presParOf" srcId="{A59FE5BB-94CA-4FD0-B80D-3EC8D901937D}" destId="{F6FAFACF-C9AC-4BC5-AC36-4D9975077720}" srcOrd="0" destOrd="0" presId="urn:microsoft.com/office/officeart/2005/8/layout/vList3"/>
    <dgm:cxn modelId="{2F91A2D3-7EE2-488F-93AA-DE27869FF7B0}" type="presParOf" srcId="{A59FE5BB-94CA-4FD0-B80D-3EC8D901937D}" destId="{3BD30F2F-D215-49D5-92C7-09F083A70103}" srcOrd="1" destOrd="0" presId="urn:microsoft.com/office/officeart/2005/8/layout/vList3"/>
    <dgm:cxn modelId="{94F080D6-21FB-45B8-BD49-6C8E2E2969ED}" type="presParOf" srcId="{153AD25D-F662-4B54-8BCB-859EB9C638C7}" destId="{EE19DEEE-92D7-4AA5-8CCE-8BA96CAF92A0}" srcOrd="5" destOrd="0" presId="urn:microsoft.com/office/officeart/2005/8/layout/vList3"/>
    <dgm:cxn modelId="{E0919528-4E67-48D0-A421-5AE156E5E0FC}" type="presParOf" srcId="{153AD25D-F662-4B54-8BCB-859EB9C638C7}" destId="{9180FBC8-5A31-4BAC-B740-FA5CCE53E55E}" srcOrd="6" destOrd="0" presId="urn:microsoft.com/office/officeart/2005/8/layout/vList3"/>
    <dgm:cxn modelId="{D1290DFC-3197-450C-A54B-635197084B40}" type="presParOf" srcId="{9180FBC8-5A31-4BAC-B740-FA5CCE53E55E}" destId="{829B96FC-5ED0-49DF-AD4D-AA684B9B7980}" srcOrd="0" destOrd="0" presId="urn:microsoft.com/office/officeart/2005/8/layout/vList3"/>
    <dgm:cxn modelId="{07701E78-C37A-46E0-92B7-BA94AA82FC11}" type="presParOf" srcId="{9180FBC8-5A31-4BAC-B740-FA5CCE53E55E}" destId="{645471BF-62CA-479D-A58A-C0916769CB9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8378090-C1BD-4552-8B63-19697AB34F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0DF2AF-81D3-462F-A39C-4F97BBB6CBE6}">
      <dgm:prSet/>
      <dgm:spPr/>
      <dgm:t>
        <a:bodyPr/>
        <a:lstStyle/>
        <a:p>
          <a:r>
            <a:rPr lang="ru-RU" b="0" i="0"/>
            <a:t>серпень 1914 р. – червень 1915 р.</a:t>
          </a:r>
          <a:endParaRPr lang="uk-UA"/>
        </a:p>
      </dgm:t>
    </dgm:pt>
    <dgm:pt modelId="{CD77C94A-FEDD-4BF4-9047-1762A1E6C74D}" type="parTrans" cxnId="{F02F3C8D-2DE6-48AD-8A74-5E1B66A42C12}">
      <dgm:prSet/>
      <dgm:spPr/>
      <dgm:t>
        <a:bodyPr/>
        <a:lstStyle/>
        <a:p>
          <a:endParaRPr lang="uk-UA"/>
        </a:p>
      </dgm:t>
    </dgm:pt>
    <dgm:pt modelId="{06C2A138-38FA-4736-82D1-057F48577E1C}" type="sibTrans" cxnId="{F02F3C8D-2DE6-48AD-8A74-5E1B66A42C12}">
      <dgm:prSet/>
      <dgm:spPr/>
      <dgm:t>
        <a:bodyPr/>
        <a:lstStyle/>
        <a:p>
          <a:endParaRPr lang="uk-UA"/>
        </a:p>
      </dgm:t>
    </dgm:pt>
    <dgm:pt modelId="{0DB898F0-1F9E-4071-80B5-0B157DE0DD53}">
      <dgm:prSet/>
      <dgm:spPr/>
      <dgm:t>
        <a:bodyPr/>
        <a:lstStyle/>
        <a:p>
          <a:r>
            <a:rPr lang="ru-RU" b="0" i="0"/>
            <a:t>серпень 1915 р. – липень 1916 р.</a:t>
          </a:r>
          <a:endParaRPr lang="uk-UA"/>
        </a:p>
      </dgm:t>
    </dgm:pt>
    <dgm:pt modelId="{D616E578-97C5-438E-A6E2-0EBAD9545FD0}" type="parTrans" cxnId="{FFB5162A-5078-4969-9AED-F6CAF75B1DF8}">
      <dgm:prSet/>
      <dgm:spPr/>
      <dgm:t>
        <a:bodyPr/>
        <a:lstStyle/>
        <a:p>
          <a:endParaRPr lang="uk-UA"/>
        </a:p>
      </dgm:t>
    </dgm:pt>
    <dgm:pt modelId="{6994574F-B441-4F86-9F2E-8AEA01EB9685}" type="sibTrans" cxnId="{FFB5162A-5078-4969-9AED-F6CAF75B1DF8}">
      <dgm:prSet/>
      <dgm:spPr/>
      <dgm:t>
        <a:bodyPr/>
        <a:lstStyle/>
        <a:p>
          <a:endParaRPr lang="uk-UA"/>
        </a:p>
      </dgm:t>
    </dgm:pt>
    <dgm:pt modelId="{3F8756FB-0213-4E34-A208-BF2529613558}">
      <dgm:prSet/>
      <dgm:spPr/>
      <dgm:t>
        <a:bodyPr/>
        <a:lstStyle/>
        <a:p>
          <a:r>
            <a:rPr lang="ru-RU" b="0" i="0"/>
            <a:t>липень 1916 р. – лютий 1917 р.</a:t>
          </a:r>
          <a:endParaRPr lang="uk-UA"/>
        </a:p>
      </dgm:t>
    </dgm:pt>
    <dgm:pt modelId="{1CFFADF2-5238-40AE-9BDF-45433916B580}" type="parTrans" cxnId="{A5B43EF6-7B2A-44B9-9F21-B002B6315BA2}">
      <dgm:prSet/>
      <dgm:spPr/>
      <dgm:t>
        <a:bodyPr/>
        <a:lstStyle/>
        <a:p>
          <a:endParaRPr lang="uk-UA"/>
        </a:p>
      </dgm:t>
    </dgm:pt>
    <dgm:pt modelId="{47043561-F771-4CAE-A605-01C5428588E6}" type="sibTrans" cxnId="{A5B43EF6-7B2A-44B9-9F21-B002B6315BA2}">
      <dgm:prSet/>
      <dgm:spPr/>
      <dgm:t>
        <a:bodyPr/>
        <a:lstStyle/>
        <a:p>
          <a:endParaRPr lang="uk-UA"/>
        </a:p>
      </dgm:t>
    </dgm:pt>
    <dgm:pt modelId="{CA8A806A-CDA5-400F-8596-41871E008146}">
      <dgm:prSet/>
      <dgm:spPr/>
      <dgm:t>
        <a:bodyPr/>
        <a:lstStyle/>
        <a:p>
          <a:r>
            <a:rPr lang="ru-RU" b="0" i="0"/>
            <a:t>березень 1917 р. – квітень 1918 р.</a:t>
          </a:r>
          <a:endParaRPr lang="uk-UA"/>
        </a:p>
      </dgm:t>
    </dgm:pt>
    <dgm:pt modelId="{D8A51CCD-3EDA-4F11-AFDA-B64612AA4DD1}" type="parTrans" cxnId="{3A512ACC-EE7F-4168-A6C4-F1F2C136A21B}">
      <dgm:prSet/>
      <dgm:spPr/>
      <dgm:t>
        <a:bodyPr/>
        <a:lstStyle/>
        <a:p>
          <a:endParaRPr lang="uk-UA"/>
        </a:p>
      </dgm:t>
    </dgm:pt>
    <dgm:pt modelId="{530E2314-DDF2-4792-83A3-F46E9059F217}" type="sibTrans" cxnId="{3A512ACC-EE7F-4168-A6C4-F1F2C136A21B}">
      <dgm:prSet/>
      <dgm:spPr/>
      <dgm:t>
        <a:bodyPr/>
        <a:lstStyle/>
        <a:p>
          <a:endParaRPr lang="uk-UA"/>
        </a:p>
      </dgm:t>
    </dgm:pt>
    <dgm:pt modelId="{F9D54083-4878-45E2-B12C-BA85D3B73415}" type="pres">
      <dgm:prSet presAssocID="{98378090-C1BD-4552-8B63-19697AB34FC8}" presName="linear" presStyleCnt="0">
        <dgm:presLayoutVars>
          <dgm:animLvl val="lvl"/>
          <dgm:resizeHandles val="exact"/>
        </dgm:presLayoutVars>
      </dgm:prSet>
      <dgm:spPr/>
    </dgm:pt>
    <dgm:pt modelId="{EE386CC2-ECC2-4E8E-8CD0-85B7D24B9544}" type="pres">
      <dgm:prSet presAssocID="{9D0DF2AF-81D3-462F-A39C-4F97BBB6CB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CE71545-52E5-4DDC-8190-4BE9D432B346}" type="pres">
      <dgm:prSet presAssocID="{06C2A138-38FA-4736-82D1-057F48577E1C}" presName="spacer" presStyleCnt="0"/>
      <dgm:spPr/>
    </dgm:pt>
    <dgm:pt modelId="{A383A6C9-9131-432A-83E6-1579C905ADD9}" type="pres">
      <dgm:prSet presAssocID="{0DB898F0-1F9E-4071-80B5-0B157DE0DD5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5BA7B75-B5B4-4F33-A4C5-7F126EF7ABCF}" type="pres">
      <dgm:prSet presAssocID="{6994574F-B441-4F86-9F2E-8AEA01EB9685}" presName="spacer" presStyleCnt="0"/>
      <dgm:spPr/>
    </dgm:pt>
    <dgm:pt modelId="{CC4A8FC5-1B4C-44CD-8536-74A98A17AA87}" type="pres">
      <dgm:prSet presAssocID="{3F8756FB-0213-4E34-A208-BF252961355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C16DF82-41EC-4F0A-8BEA-98CF88F7B29E}" type="pres">
      <dgm:prSet presAssocID="{47043561-F771-4CAE-A605-01C5428588E6}" presName="spacer" presStyleCnt="0"/>
      <dgm:spPr/>
    </dgm:pt>
    <dgm:pt modelId="{E4EFC017-3D19-4FEF-A918-D40BA8D6AB46}" type="pres">
      <dgm:prSet presAssocID="{CA8A806A-CDA5-400F-8596-41871E00814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44200E-C875-4E57-8BBA-6A4DBF246DB9}" type="presOf" srcId="{3F8756FB-0213-4E34-A208-BF2529613558}" destId="{CC4A8FC5-1B4C-44CD-8536-74A98A17AA87}" srcOrd="0" destOrd="0" presId="urn:microsoft.com/office/officeart/2005/8/layout/vList2"/>
    <dgm:cxn modelId="{FFB5162A-5078-4969-9AED-F6CAF75B1DF8}" srcId="{98378090-C1BD-4552-8B63-19697AB34FC8}" destId="{0DB898F0-1F9E-4071-80B5-0B157DE0DD53}" srcOrd="1" destOrd="0" parTransId="{D616E578-97C5-438E-A6E2-0EBAD9545FD0}" sibTransId="{6994574F-B441-4F86-9F2E-8AEA01EB9685}"/>
    <dgm:cxn modelId="{2CE72F53-93E8-4636-89CF-7C72690E236C}" type="presOf" srcId="{98378090-C1BD-4552-8B63-19697AB34FC8}" destId="{F9D54083-4878-45E2-B12C-BA85D3B73415}" srcOrd="0" destOrd="0" presId="urn:microsoft.com/office/officeart/2005/8/layout/vList2"/>
    <dgm:cxn modelId="{BB6A8E5A-E14E-4FF9-AC98-5C28BE1FE028}" type="presOf" srcId="{0DB898F0-1F9E-4071-80B5-0B157DE0DD53}" destId="{A383A6C9-9131-432A-83E6-1579C905ADD9}" srcOrd="0" destOrd="0" presId="urn:microsoft.com/office/officeart/2005/8/layout/vList2"/>
    <dgm:cxn modelId="{D9758289-C012-4EA8-8920-C1175FD82C1F}" type="presOf" srcId="{CA8A806A-CDA5-400F-8596-41871E008146}" destId="{E4EFC017-3D19-4FEF-A918-D40BA8D6AB46}" srcOrd="0" destOrd="0" presId="urn:microsoft.com/office/officeart/2005/8/layout/vList2"/>
    <dgm:cxn modelId="{F02F3C8D-2DE6-48AD-8A74-5E1B66A42C12}" srcId="{98378090-C1BD-4552-8B63-19697AB34FC8}" destId="{9D0DF2AF-81D3-462F-A39C-4F97BBB6CBE6}" srcOrd="0" destOrd="0" parTransId="{CD77C94A-FEDD-4BF4-9047-1762A1E6C74D}" sibTransId="{06C2A138-38FA-4736-82D1-057F48577E1C}"/>
    <dgm:cxn modelId="{3A512ACC-EE7F-4168-A6C4-F1F2C136A21B}" srcId="{98378090-C1BD-4552-8B63-19697AB34FC8}" destId="{CA8A806A-CDA5-400F-8596-41871E008146}" srcOrd="3" destOrd="0" parTransId="{D8A51CCD-3EDA-4F11-AFDA-B64612AA4DD1}" sibTransId="{530E2314-DDF2-4792-83A3-F46E9059F217}"/>
    <dgm:cxn modelId="{D46237D9-D29C-4A71-A70F-D997D7A1123F}" type="presOf" srcId="{9D0DF2AF-81D3-462F-A39C-4F97BBB6CBE6}" destId="{EE386CC2-ECC2-4E8E-8CD0-85B7D24B9544}" srcOrd="0" destOrd="0" presId="urn:microsoft.com/office/officeart/2005/8/layout/vList2"/>
    <dgm:cxn modelId="{A5B43EF6-7B2A-44B9-9F21-B002B6315BA2}" srcId="{98378090-C1BD-4552-8B63-19697AB34FC8}" destId="{3F8756FB-0213-4E34-A208-BF2529613558}" srcOrd="2" destOrd="0" parTransId="{1CFFADF2-5238-40AE-9BDF-45433916B580}" sibTransId="{47043561-F771-4CAE-A605-01C5428588E6}"/>
    <dgm:cxn modelId="{EE3E2DEB-D619-485D-8656-B3479E2211EE}" type="presParOf" srcId="{F9D54083-4878-45E2-B12C-BA85D3B73415}" destId="{EE386CC2-ECC2-4E8E-8CD0-85B7D24B9544}" srcOrd="0" destOrd="0" presId="urn:microsoft.com/office/officeart/2005/8/layout/vList2"/>
    <dgm:cxn modelId="{CC2401AB-FFD5-4868-8A57-CF1249AAC883}" type="presParOf" srcId="{F9D54083-4878-45E2-B12C-BA85D3B73415}" destId="{8CE71545-52E5-4DDC-8190-4BE9D432B346}" srcOrd="1" destOrd="0" presId="urn:microsoft.com/office/officeart/2005/8/layout/vList2"/>
    <dgm:cxn modelId="{BBAED8B7-B5FC-4329-8F00-4A934B286B33}" type="presParOf" srcId="{F9D54083-4878-45E2-B12C-BA85D3B73415}" destId="{A383A6C9-9131-432A-83E6-1579C905ADD9}" srcOrd="2" destOrd="0" presId="urn:microsoft.com/office/officeart/2005/8/layout/vList2"/>
    <dgm:cxn modelId="{0B9B7C20-DE02-46BB-8DF1-0FDF7A2B8B48}" type="presParOf" srcId="{F9D54083-4878-45E2-B12C-BA85D3B73415}" destId="{F5BA7B75-B5B4-4F33-A4C5-7F126EF7ABCF}" srcOrd="3" destOrd="0" presId="urn:microsoft.com/office/officeart/2005/8/layout/vList2"/>
    <dgm:cxn modelId="{AAB703D1-00A2-4BCE-BFDA-1B637AE3DC25}" type="presParOf" srcId="{F9D54083-4878-45E2-B12C-BA85D3B73415}" destId="{CC4A8FC5-1B4C-44CD-8536-74A98A17AA87}" srcOrd="4" destOrd="0" presId="urn:microsoft.com/office/officeart/2005/8/layout/vList2"/>
    <dgm:cxn modelId="{EC980C0E-2038-4384-A2CD-97FF639461A4}" type="presParOf" srcId="{F9D54083-4878-45E2-B12C-BA85D3B73415}" destId="{9C16DF82-41EC-4F0A-8BEA-98CF88F7B29E}" srcOrd="5" destOrd="0" presId="urn:microsoft.com/office/officeart/2005/8/layout/vList2"/>
    <dgm:cxn modelId="{B833635B-D882-4CD0-8794-F08ACB396455}" type="presParOf" srcId="{F9D54083-4878-45E2-B12C-BA85D3B73415}" destId="{E4EFC017-3D19-4FEF-A918-D40BA8D6AB4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D02B8DD-9DE1-4B9F-B3CA-295921A8D9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E4550AA-D876-4E77-B13D-D2DBF51CD308}">
      <dgm:prSet/>
      <dgm:spPr/>
      <dgm:t>
        <a:bodyPr/>
        <a:lstStyle/>
        <a:p>
          <a:r>
            <a:rPr lang="uk-UA" b="0" i="0"/>
            <a:t>Галицької битви</a:t>
          </a:r>
          <a:endParaRPr lang="uk-UA"/>
        </a:p>
      </dgm:t>
    </dgm:pt>
    <dgm:pt modelId="{D60B0AD7-A2AE-4D13-B564-454493CA9EE5}" type="parTrans" cxnId="{561F8B16-0E97-4AED-B5F7-E5A885455AE8}">
      <dgm:prSet/>
      <dgm:spPr/>
      <dgm:t>
        <a:bodyPr/>
        <a:lstStyle/>
        <a:p>
          <a:endParaRPr lang="uk-UA"/>
        </a:p>
      </dgm:t>
    </dgm:pt>
    <dgm:pt modelId="{AEB0DCAF-CFE8-4020-827E-CFA2C17F338D}" type="sibTrans" cxnId="{561F8B16-0E97-4AED-B5F7-E5A885455AE8}">
      <dgm:prSet/>
      <dgm:spPr/>
      <dgm:t>
        <a:bodyPr/>
        <a:lstStyle/>
        <a:p>
          <a:endParaRPr lang="uk-UA"/>
        </a:p>
      </dgm:t>
    </dgm:pt>
    <dgm:pt modelId="{01C384C6-F1D1-4B71-93A6-780A3C8F9A65}">
      <dgm:prSet/>
      <dgm:spPr/>
      <dgm:t>
        <a:bodyPr/>
        <a:lstStyle/>
        <a:p>
          <a:r>
            <a:rPr lang="uk-UA" b="0" i="0"/>
            <a:t>Карпатської операції</a:t>
          </a:r>
          <a:endParaRPr lang="uk-UA"/>
        </a:p>
      </dgm:t>
    </dgm:pt>
    <dgm:pt modelId="{0A2375AF-8BE2-4281-93CC-DF2C90BEE283}" type="parTrans" cxnId="{894FA01E-12BC-48D7-9995-D078970B1505}">
      <dgm:prSet/>
      <dgm:spPr/>
      <dgm:t>
        <a:bodyPr/>
        <a:lstStyle/>
        <a:p>
          <a:endParaRPr lang="uk-UA"/>
        </a:p>
      </dgm:t>
    </dgm:pt>
    <dgm:pt modelId="{77E7171F-01AC-422E-B4C1-263A30F1530F}" type="sibTrans" cxnId="{894FA01E-12BC-48D7-9995-D078970B1505}">
      <dgm:prSet/>
      <dgm:spPr/>
      <dgm:t>
        <a:bodyPr/>
        <a:lstStyle/>
        <a:p>
          <a:endParaRPr lang="uk-UA"/>
        </a:p>
      </dgm:t>
    </dgm:pt>
    <dgm:pt modelId="{DAC3112F-80F8-482E-9600-CDB5AB9175A1}">
      <dgm:prSet/>
      <dgm:spPr/>
      <dgm:t>
        <a:bodyPr/>
        <a:lstStyle/>
        <a:p>
          <a:r>
            <a:rPr lang="uk-UA" b="0" i="0"/>
            <a:t>Ґорліцького прориву</a:t>
          </a:r>
          <a:endParaRPr lang="uk-UA"/>
        </a:p>
      </dgm:t>
    </dgm:pt>
    <dgm:pt modelId="{8F10C8F8-31DF-4EE7-AD44-A1AE5DBC235A}" type="parTrans" cxnId="{381ADC28-0D1A-4584-BF5D-9D7B20EB5E8B}">
      <dgm:prSet/>
      <dgm:spPr/>
      <dgm:t>
        <a:bodyPr/>
        <a:lstStyle/>
        <a:p>
          <a:endParaRPr lang="uk-UA"/>
        </a:p>
      </dgm:t>
    </dgm:pt>
    <dgm:pt modelId="{17FB5C24-D2B4-4C9C-B4D2-1BA83DBB2764}" type="sibTrans" cxnId="{381ADC28-0D1A-4584-BF5D-9D7B20EB5E8B}">
      <dgm:prSet/>
      <dgm:spPr/>
      <dgm:t>
        <a:bodyPr/>
        <a:lstStyle/>
        <a:p>
          <a:endParaRPr lang="uk-UA"/>
        </a:p>
      </dgm:t>
    </dgm:pt>
    <dgm:pt modelId="{1F15C3A6-B78D-40A3-80FA-57D265F9DB03}">
      <dgm:prSet/>
      <dgm:spPr/>
      <dgm:t>
        <a:bodyPr/>
        <a:lstStyle/>
        <a:p>
          <a:r>
            <a:rPr lang="uk-UA" b="0" i="0"/>
            <a:t>Брусиловського прориву</a:t>
          </a:r>
          <a:endParaRPr lang="uk-UA"/>
        </a:p>
      </dgm:t>
    </dgm:pt>
    <dgm:pt modelId="{23AE5DE0-A401-4826-9B7E-469BB2BE01F9}" type="parTrans" cxnId="{F9775DBA-2718-4B84-81C4-F8EA9A94275B}">
      <dgm:prSet/>
      <dgm:spPr/>
      <dgm:t>
        <a:bodyPr/>
        <a:lstStyle/>
        <a:p>
          <a:endParaRPr lang="uk-UA"/>
        </a:p>
      </dgm:t>
    </dgm:pt>
    <dgm:pt modelId="{D3574C3F-EC4B-47F6-B65D-B635B677F07F}" type="sibTrans" cxnId="{F9775DBA-2718-4B84-81C4-F8EA9A94275B}">
      <dgm:prSet/>
      <dgm:spPr/>
      <dgm:t>
        <a:bodyPr/>
        <a:lstStyle/>
        <a:p>
          <a:endParaRPr lang="uk-UA"/>
        </a:p>
      </dgm:t>
    </dgm:pt>
    <dgm:pt modelId="{936F5D8D-1A05-46B7-8846-069BB9405898}" type="pres">
      <dgm:prSet presAssocID="{2D02B8DD-9DE1-4B9F-B3CA-295921A8D94F}" presName="linear" presStyleCnt="0">
        <dgm:presLayoutVars>
          <dgm:animLvl val="lvl"/>
          <dgm:resizeHandles val="exact"/>
        </dgm:presLayoutVars>
      </dgm:prSet>
      <dgm:spPr/>
    </dgm:pt>
    <dgm:pt modelId="{29E11E6E-4A59-4145-AA7A-58CD478AB7DC}" type="pres">
      <dgm:prSet presAssocID="{BE4550AA-D876-4E77-B13D-D2DBF51CD30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DE1C333-DCA1-4268-A7A2-E643310E2C93}" type="pres">
      <dgm:prSet presAssocID="{AEB0DCAF-CFE8-4020-827E-CFA2C17F338D}" presName="spacer" presStyleCnt="0"/>
      <dgm:spPr/>
    </dgm:pt>
    <dgm:pt modelId="{A9C4674C-B53B-455E-90E2-852528DAF899}" type="pres">
      <dgm:prSet presAssocID="{01C384C6-F1D1-4B71-93A6-780A3C8F9A6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42FBE97-35A7-4E2C-80D9-1CE774850D22}" type="pres">
      <dgm:prSet presAssocID="{77E7171F-01AC-422E-B4C1-263A30F1530F}" presName="spacer" presStyleCnt="0"/>
      <dgm:spPr/>
    </dgm:pt>
    <dgm:pt modelId="{5A7B1D43-6266-4C99-9414-E73C4D9353C8}" type="pres">
      <dgm:prSet presAssocID="{DAC3112F-80F8-482E-9600-CDB5AB9175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E6A4455-1224-45D0-B557-0D606A7E6C7C}" type="pres">
      <dgm:prSet presAssocID="{17FB5C24-D2B4-4C9C-B4D2-1BA83DBB2764}" presName="spacer" presStyleCnt="0"/>
      <dgm:spPr/>
    </dgm:pt>
    <dgm:pt modelId="{D0B6EC7A-AF9E-4742-BA32-3E4735A37A7F}" type="pres">
      <dgm:prSet presAssocID="{1F15C3A6-B78D-40A3-80FA-57D265F9DB0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61F8B16-0E97-4AED-B5F7-E5A885455AE8}" srcId="{2D02B8DD-9DE1-4B9F-B3CA-295921A8D94F}" destId="{BE4550AA-D876-4E77-B13D-D2DBF51CD308}" srcOrd="0" destOrd="0" parTransId="{D60B0AD7-A2AE-4D13-B564-454493CA9EE5}" sibTransId="{AEB0DCAF-CFE8-4020-827E-CFA2C17F338D}"/>
    <dgm:cxn modelId="{894FA01E-12BC-48D7-9995-D078970B1505}" srcId="{2D02B8DD-9DE1-4B9F-B3CA-295921A8D94F}" destId="{01C384C6-F1D1-4B71-93A6-780A3C8F9A65}" srcOrd="1" destOrd="0" parTransId="{0A2375AF-8BE2-4281-93CC-DF2C90BEE283}" sibTransId="{77E7171F-01AC-422E-B4C1-263A30F1530F}"/>
    <dgm:cxn modelId="{381ADC28-0D1A-4584-BF5D-9D7B20EB5E8B}" srcId="{2D02B8DD-9DE1-4B9F-B3CA-295921A8D94F}" destId="{DAC3112F-80F8-482E-9600-CDB5AB9175A1}" srcOrd="2" destOrd="0" parTransId="{8F10C8F8-31DF-4EE7-AD44-A1AE5DBC235A}" sibTransId="{17FB5C24-D2B4-4C9C-B4D2-1BA83DBB2764}"/>
    <dgm:cxn modelId="{9EDD3E3A-ECAA-41DC-88C5-C52BF5960BCD}" type="presOf" srcId="{1F15C3A6-B78D-40A3-80FA-57D265F9DB03}" destId="{D0B6EC7A-AF9E-4742-BA32-3E4735A37A7F}" srcOrd="0" destOrd="0" presId="urn:microsoft.com/office/officeart/2005/8/layout/vList2"/>
    <dgm:cxn modelId="{3EFEA85E-2870-4AA2-8F91-89270C6A97AC}" type="presOf" srcId="{2D02B8DD-9DE1-4B9F-B3CA-295921A8D94F}" destId="{936F5D8D-1A05-46B7-8846-069BB9405898}" srcOrd="0" destOrd="0" presId="urn:microsoft.com/office/officeart/2005/8/layout/vList2"/>
    <dgm:cxn modelId="{E5385549-382B-49AF-8CDF-EEB72F03A305}" type="presOf" srcId="{BE4550AA-D876-4E77-B13D-D2DBF51CD308}" destId="{29E11E6E-4A59-4145-AA7A-58CD478AB7DC}" srcOrd="0" destOrd="0" presId="urn:microsoft.com/office/officeart/2005/8/layout/vList2"/>
    <dgm:cxn modelId="{C39DCFB1-F5BF-4173-B46C-6789F7E47D6D}" type="presOf" srcId="{01C384C6-F1D1-4B71-93A6-780A3C8F9A65}" destId="{A9C4674C-B53B-455E-90E2-852528DAF899}" srcOrd="0" destOrd="0" presId="urn:microsoft.com/office/officeart/2005/8/layout/vList2"/>
    <dgm:cxn modelId="{F9775DBA-2718-4B84-81C4-F8EA9A94275B}" srcId="{2D02B8DD-9DE1-4B9F-B3CA-295921A8D94F}" destId="{1F15C3A6-B78D-40A3-80FA-57D265F9DB03}" srcOrd="3" destOrd="0" parTransId="{23AE5DE0-A401-4826-9B7E-469BB2BE01F9}" sibTransId="{D3574C3F-EC4B-47F6-B65D-B635B677F07F}"/>
    <dgm:cxn modelId="{0C9EF2EE-83FC-4F9E-B48E-2CAACCDF5C6E}" type="presOf" srcId="{DAC3112F-80F8-482E-9600-CDB5AB9175A1}" destId="{5A7B1D43-6266-4C99-9414-E73C4D9353C8}" srcOrd="0" destOrd="0" presId="urn:microsoft.com/office/officeart/2005/8/layout/vList2"/>
    <dgm:cxn modelId="{AE4D3350-BBF0-4891-814C-485E64547EF1}" type="presParOf" srcId="{936F5D8D-1A05-46B7-8846-069BB9405898}" destId="{29E11E6E-4A59-4145-AA7A-58CD478AB7DC}" srcOrd="0" destOrd="0" presId="urn:microsoft.com/office/officeart/2005/8/layout/vList2"/>
    <dgm:cxn modelId="{364A3B9B-40E9-457D-A958-633A2F86BEA2}" type="presParOf" srcId="{936F5D8D-1A05-46B7-8846-069BB9405898}" destId="{DDE1C333-DCA1-4268-A7A2-E643310E2C93}" srcOrd="1" destOrd="0" presId="urn:microsoft.com/office/officeart/2005/8/layout/vList2"/>
    <dgm:cxn modelId="{E89925A2-1B76-4D28-B98D-7B8865D99F97}" type="presParOf" srcId="{936F5D8D-1A05-46B7-8846-069BB9405898}" destId="{A9C4674C-B53B-455E-90E2-852528DAF899}" srcOrd="2" destOrd="0" presId="urn:microsoft.com/office/officeart/2005/8/layout/vList2"/>
    <dgm:cxn modelId="{A08575A6-D334-4F7A-B16D-0EC889B519C5}" type="presParOf" srcId="{936F5D8D-1A05-46B7-8846-069BB9405898}" destId="{C42FBE97-35A7-4E2C-80D9-1CE774850D22}" srcOrd="3" destOrd="0" presId="urn:microsoft.com/office/officeart/2005/8/layout/vList2"/>
    <dgm:cxn modelId="{212A9150-A6C1-4273-835A-E2DD17A11083}" type="presParOf" srcId="{936F5D8D-1A05-46B7-8846-069BB9405898}" destId="{5A7B1D43-6266-4C99-9414-E73C4D9353C8}" srcOrd="4" destOrd="0" presId="urn:microsoft.com/office/officeart/2005/8/layout/vList2"/>
    <dgm:cxn modelId="{777C7D96-3166-40F0-8C8B-E2E5339B9572}" type="presParOf" srcId="{936F5D8D-1A05-46B7-8846-069BB9405898}" destId="{CE6A4455-1224-45D0-B557-0D606A7E6C7C}" srcOrd="5" destOrd="0" presId="urn:microsoft.com/office/officeart/2005/8/layout/vList2"/>
    <dgm:cxn modelId="{E8474E9B-AB8F-4CFF-B4E6-76E0F581D515}" type="presParOf" srcId="{936F5D8D-1A05-46B7-8846-069BB9405898}" destId="{D0B6EC7A-AF9E-4742-BA32-3E4735A37A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405D750-F71A-4B90-A3D2-4BD73DE8DA3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ADDFC5A-6616-45EC-847A-BD72CF0D98FE}">
      <dgm:prSet/>
      <dgm:spPr/>
      <dgm:t>
        <a:bodyPr/>
        <a:lstStyle/>
        <a:p>
          <a:r>
            <a:rPr lang="ru-RU" b="0" i="0"/>
            <a:t>вересень 1914 р.</a:t>
          </a:r>
          <a:endParaRPr lang="uk-UA"/>
        </a:p>
      </dgm:t>
    </dgm:pt>
    <dgm:pt modelId="{97ED69F9-FE3B-4037-950F-4E79FB2F425E}" type="parTrans" cxnId="{914E3209-9E4A-4A57-BEE0-D0CC0143308A}">
      <dgm:prSet/>
      <dgm:spPr/>
      <dgm:t>
        <a:bodyPr/>
        <a:lstStyle/>
        <a:p>
          <a:endParaRPr lang="uk-UA"/>
        </a:p>
      </dgm:t>
    </dgm:pt>
    <dgm:pt modelId="{824DD7A4-1D56-418C-9305-4D23F35A6E9F}" type="sibTrans" cxnId="{914E3209-9E4A-4A57-BEE0-D0CC0143308A}">
      <dgm:prSet/>
      <dgm:spPr/>
      <dgm:t>
        <a:bodyPr/>
        <a:lstStyle/>
        <a:p>
          <a:endParaRPr lang="uk-UA"/>
        </a:p>
      </dgm:t>
    </dgm:pt>
    <dgm:pt modelId="{A9F946FD-8035-4E9D-9C4E-D3621F15F89A}">
      <dgm:prSet/>
      <dgm:spPr/>
      <dgm:t>
        <a:bodyPr/>
        <a:lstStyle/>
        <a:p>
          <a:r>
            <a:rPr lang="ru-RU" b="0" i="0"/>
            <a:t>травень 1915 р.</a:t>
          </a:r>
          <a:endParaRPr lang="uk-UA"/>
        </a:p>
      </dgm:t>
    </dgm:pt>
    <dgm:pt modelId="{68FBAB6C-AC88-4366-B1E2-D415ECB13BAE}" type="parTrans" cxnId="{B331437C-7018-4D6E-8553-F8CF5551F8E1}">
      <dgm:prSet/>
      <dgm:spPr/>
      <dgm:t>
        <a:bodyPr/>
        <a:lstStyle/>
        <a:p>
          <a:endParaRPr lang="uk-UA"/>
        </a:p>
      </dgm:t>
    </dgm:pt>
    <dgm:pt modelId="{126EEEBE-40DB-4CF0-A55A-B131EDB2F6B8}" type="sibTrans" cxnId="{B331437C-7018-4D6E-8553-F8CF5551F8E1}">
      <dgm:prSet/>
      <dgm:spPr/>
      <dgm:t>
        <a:bodyPr/>
        <a:lstStyle/>
        <a:p>
          <a:endParaRPr lang="uk-UA"/>
        </a:p>
      </dgm:t>
    </dgm:pt>
    <dgm:pt modelId="{6754CE73-254D-484A-B8F5-BC11256FD0D3}">
      <dgm:prSet/>
      <dgm:spPr/>
      <dgm:t>
        <a:bodyPr/>
        <a:lstStyle/>
        <a:p>
          <a:r>
            <a:rPr lang="ru-RU" b="0" i="0"/>
            <a:t>червень 1916 р.</a:t>
          </a:r>
          <a:endParaRPr lang="uk-UA"/>
        </a:p>
      </dgm:t>
    </dgm:pt>
    <dgm:pt modelId="{A390C0FB-8977-4786-A9EC-5F42DC2C91D7}" type="parTrans" cxnId="{8CD09395-C789-4A83-9E9D-B4C334E44F51}">
      <dgm:prSet/>
      <dgm:spPr/>
      <dgm:t>
        <a:bodyPr/>
        <a:lstStyle/>
        <a:p>
          <a:endParaRPr lang="uk-UA"/>
        </a:p>
      </dgm:t>
    </dgm:pt>
    <dgm:pt modelId="{A553ED2E-65B6-4806-B6E4-B2D9039FE654}" type="sibTrans" cxnId="{8CD09395-C789-4A83-9E9D-B4C334E44F51}">
      <dgm:prSet/>
      <dgm:spPr/>
      <dgm:t>
        <a:bodyPr/>
        <a:lstStyle/>
        <a:p>
          <a:endParaRPr lang="uk-UA"/>
        </a:p>
      </dgm:t>
    </dgm:pt>
    <dgm:pt modelId="{9BD2ABB7-1CA4-4840-A963-6A0FD14EE239}">
      <dgm:prSet/>
      <dgm:spPr/>
      <dgm:t>
        <a:bodyPr/>
        <a:lstStyle/>
        <a:p>
          <a:r>
            <a:rPr lang="ru-RU" b="0" i="0"/>
            <a:t>серпень 1917 р.</a:t>
          </a:r>
          <a:endParaRPr lang="uk-UA"/>
        </a:p>
      </dgm:t>
    </dgm:pt>
    <dgm:pt modelId="{4F35904C-EBC4-452C-A792-A9870C506E7F}" type="parTrans" cxnId="{BA154EA2-416E-408F-B8E6-8DA733BE3296}">
      <dgm:prSet/>
      <dgm:spPr/>
      <dgm:t>
        <a:bodyPr/>
        <a:lstStyle/>
        <a:p>
          <a:endParaRPr lang="uk-UA"/>
        </a:p>
      </dgm:t>
    </dgm:pt>
    <dgm:pt modelId="{F25ABFD5-A1ED-4FE0-8A59-D805F5707831}" type="sibTrans" cxnId="{BA154EA2-416E-408F-B8E6-8DA733BE3296}">
      <dgm:prSet/>
      <dgm:spPr/>
      <dgm:t>
        <a:bodyPr/>
        <a:lstStyle/>
        <a:p>
          <a:endParaRPr lang="uk-UA"/>
        </a:p>
      </dgm:t>
    </dgm:pt>
    <dgm:pt modelId="{4B6115F4-6429-4FFC-A46A-F3A16BD1ADD1}" type="pres">
      <dgm:prSet presAssocID="{E405D750-F71A-4B90-A3D2-4BD73DE8DA3F}" presName="linearFlow" presStyleCnt="0">
        <dgm:presLayoutVars>
          <dgm:dir/>
          <dgm:resizeHandles val="exact"/>
        </dgm:presLayoutVars>
      </dgm:prSet>
      <dgm:spPr/>
    </dgm:pt>
    <dgm:pt modelId="{246477F6-D1FD-4353-A4CE-850C4CE95FED}" type="pres">
      <dgm:prSet presAssocID="{CADDFC5A-6616-45EC-847A-BD72CF0D98FE}" presName="composite" presStyleCnt="0"/>
      <dgm:spPr/>
    </dgm:pt>
    <dgm:pt modelId="{DDB61F2E-D457-4BA8-B72B-E56DE4D7D06A}" type="pres">
      <dgm:prSet presAssocID="{CADDFC5A-6616-45EC-847A-BD72CF0D98FE}" presName="imgShp" presStyleLbl="fgImgPlace1" presStyleIdx="0" presStyleCnt="4"/>
      <dgm:spPr/>
    </dgm:pt>
    <dgm:pt modelId="{A26711D3-05C4-45E2-B76D-9B03CFA22282}" type="pres">
      <dgm:prSet presAssocID="{CADDFC5A-6616-45EC-847A-BD72CF0D98FE}" presName="txShp" presStyleLbl="node1" presStyleIdx="0" presStyleCnt="4">
        <dgm:presLayoutVars>
          <dgm:bulletEnabled val="1"/>
        </dgm:presLayoutVars>
      </dgm:prSet>
      <dgm:spPr/>
    </dgm:pt>
    <dgm:pt modelId="{DBB4B949-BC52-40AD-AB72-52D85B219F69}" type="pres">
      <dgm:prSet presAssocID="{824DD7A4-1D56-418C-9305-4D23F35A6E9F}" presName="spacing" presStyleCnt="0"/>
      <dgm:spPr/>
    </dgm:pt>
    <dgm:pt modelId="{EB44D86B-232E-4B8D-A1ED-A39B6B7D2B73}" type="pres">
      <dgm:prSet presAssocID="{A9F946FD-8035-4E9D-9C4E-D3621F15F89A}" presName="composite" presStyleCnt="0"/>
      <dgm:spPr/>
    </dgm:pt>
    <dgm:pt modelId="{89A0564E-0D35-4362-83D7-80C70C1A5172}" type="pres">
      <dgm:prSet presAssocID="{A9F946FD-8035-4E9D-9C4E-D3621F15F89A}" presName="imgShp" presStyleLbl="fgImgPlace1" presStyleIdx="1" presStyleCnt="4"/>
      <dgm:spPr/>
    </dgm:pt>
    <dgm:pt modelId="{551F664A-DC05-44C2-9C20-8D010B210122}" type="pres">
      <dgm:prSet presAssocID="{A9F946FD-8035-4E9D-9C4E-D3621F15F89A}" presName="txShp" presStyleLbl="node1" presStyleIdx="1" presStyleCnt="4">
        <dgm:presLayoutVars>
          <dgm:bulletEnabled val="1"/>
        </dgm:presLayoutVars>
      </dgm:prSet>
      <dgm:spPr/>
    </dgm:pt>
    <dgm:pt modelId="{05EBF651-9897-4F12-940E-6EAF14055C58}" type="pres">
      <dgm:prSet presAssocID="{126EEEBE-40DB-4CF0-A55A-B131EDB2F6B8}" presName="spacing" presStyleCnt="0"/>
      <dgm:spPr/>
    </dgm:pt>
    <dgm:pt modelId="{36920D08-8DCE-4615-B27C-C2A7282DED21}" type="pres">
      <dgm:prSet presAssocID="{6754CE73-254D-484A-B8F5-BC11256FD0D3}" presName="composite" presStyleCnt="0"/>
      <dgm:spPr/>
    </dgm:pt>
    <dgm:pt modelId="{471061B8-1FDB-47E3-AB17-49B8046119CF}" type="pres">
      <dgm:prSet presAssocID="{6754CE73-254D-484A-B8F5-BC11256FD0D3}" presName="imgShp" presStyleLbl="fgImgPlace1" presStyleIdx="2" presStyleCnt="4"/>
      <dgm:spPr/>
    </dgm:pt>
    <dgm:pt modelId="{BC38248D-64AF-42AF-B15D-3D8563232587}" type="pres">
      <dgm:prSet presAssocID="{6754CE73-254D-484A-B8F5-BC11256FD0D3}" presName="txShp" presStyleLbl="node1" presStyleIdx="2" presStyleCnt="4">
        <dgm:presLayoutVars>
          <dgm:bulletEnabled val="1"/>
        </dgm:presLayoutVars>
      </dgm:prSet>
      <dgm:spPr/>
    </dgm:pt>
    <dgm:pt modelId="{6454CE2F-7D56-4DEB-9B8C-68ACC5155193}" type="pres">
      <dgm:prSet presAssocID="{A553ED2E-65B6-4806-B6E4-B2D9039FE654}" presName="spacing" presStyleCnt="0"/>
      <dgm:spPr/>
    </dgm:pt>
    <dgm:pt modelId="{40A2FD36-1138-4BE2-BB17-B01530182F7E}" type="pres">
      <dgm:prSet presAssocID="{9BD2ABB7-1CA4-4840-A963-6A0FD14EE239}" presName="composite" presStyleCnt="0"/>
      <dgm:spPr/>
    </dgm:pt>
    <dgm:pt modelId="{B77CD787-508C-4167-8286-AA24919B8B80}" type="pres">
      <dgm:prSet presAssocID="{9BD2ABB7-1CA4-4840-A963-6A0FD14EE239}" presName="imgShp" presStyleLbl="fgImgPlace1" presStyleIdx="3" presStyleCnt="4"/>
      <dgm:spPr/>
    </dgm:pt>
    <dgm:pt modelId="{6C3F2D13-BF60-4012-A5E0-D437DE9B6EF4}" type="pres">
      <dgm:prSet presAssocID="{9BD2ABB7-1CA4-4840-A963-6A0FD14EE239}" presName="txShp" presStyleLbl="node1" presStyleIdx="3" presStyleCnt="4">
        <dgm:presLayoutVars>
          <dgm:bulletEnabled val="1"/>
        </dgm:presLayoutVars>
      </dgm:prSet>
      <dgm:spPr/>
    </dgm:pt>
  </dgm:ptLst>
  <dgm:cxnLst>
    <dgm:cxn modelId="{914E3209-9E4A-4A57-BEE0-D0CC0143308A}" srcId="{E405D750-F71A-4B90-A3D2-4BD73DE8DA3F}" destId="{CADDFC5A-6616-45EC-847A-BD72CF0D98FE}" srcOrd="0" destOrd="0" parTransId="{97ED69F9-FE3B-4037-950F-4E79FB2F425E}" sibTransId="{824DD7A4-1D56-418C-9305-4D23F35A6E9F}"/>
    <dgm:cxn modelId="{5B524937-4AFC-46BB-997C-39E9754C5A36}" type="presOf" srcId="{E405D750-F71A-4B90-A3D2-4BD73DE8DA3F}" destId="{4B6115F4-6429-4FFC-A46A-F3A16BD1ADD1}" srcOrd="0" destOrd="0" presId="urn:microsoft.com/office/officeart/2005/8/layout/vList3"/>
    <dgm:cxn modelId="{39DF6F5C-FF47-4994-BB26-4E23E3FFCA2E}" type="presOf" srcId="{9BD2ABB7-1CA4-4840-A963-6A0FD14EE239}" destId="{6C3F2D13-BF60-4012-A5E0-D437DE9B6EF4}" srcOrd="0" destOrd="0" presId="urn:microsoft.com/office/officeart/2005/8/layout/vList3"/>
    <dgm:cxn modelId="{E7E7B463-05AD-4E6C-9430-DD44BA6B3D55}" type="presOf" srcId="{CADDFC5A-6616-45EC-847A-BD72CF0D98FE}" destId="{A26711D3-05C4-45E2-B76D-9B03CFA22282}" srcOrd="0" destOrd="0" presId="urn:microsoft.com/office/officeart/2005/8/layout/vList3"/>
    <dgm:cxn modelId="{B331437C-7018-4D6E-8553-F8CF5551F8E1}" srcId="{E405D750-F71A-4B90-A3D2-4BD73DE8DA3F}" destId="{A9F946FD-8035-4E9D-9C4E-D3621F15F89A}" srcOrd="1" destOrd="0" parTransId="{68FBAB6C-AC88-4366-B1E2-D415ECB13BAE}" sibTransId="{126EEEBE-40DB-4CF0-A55A-B131EDB2F6B8}"/>
    <dgm:cxn modelId="{8CD09395-C789-4A83-9E9D-B4C334E44F51}" srcId="{E405D750-F71A-4B90-A3D2-4BD73DE8DA3F}" destId="{6754CE73-254D-484A-B8F5-BC11256FD0D3}" srcOrd="2" destOrd="0" parTransId="{A390C0FB-8977-4786-A9EC-5F42DC2C91D7}" sibTransId="{A553ED2E-65B6-4806-B6E4-B2D9039FE654}"/>
    <dgm:cxn modelId="{BA154EA2-416E-408F-B8E6-8DA733BE3296}" srcId="{E405D750-F71A-4B90-A3D2-4BD73DE8DA3F}" destId="{9BD2ABB7-1CA4-4840-A963-6A0FD14EE239}" srcOrd="3" destOrd="0" parTransId="{4F35904C-EBC4-452C-A792-A9870C506E7F}" sibTransId="{F25ABFD5-A1ED-4FE0-8A59-D805F5707831}"/>
    <dgm:cxn modelId="{4BDFEAC7-EB30-4BD5-883F-CBAE06C989D0}" type="presOf" srcId="{6754CE73-254D-484A-B8F5-BC11256FD0D3}" destId="{BC38248D-64AF-42AF-B15D-3D8563232587}" srcOrd="0" destOrd="0" presId="urn:microsoft.com/office/officeart/2005/8/layout/vList3"/>
    <dgm:cxn modelId="{26C56FE9-F90A-4951-8C8D-74C9D2144FCB}" type="presOf" srcId="{A9F946FD-8035-4E9D-9C4E-D3621F15F89A}" destId="{551F664A-DC05-44C2-9C20-8D010B210122}" srcOrd="0" destOrd="0" presId="urn:microsoft.com/office/officeart/2005/8/layout/vList3"/>
    <dgm:cxn modelId="{FCCC95BC-1A9D-402E-9DBE-E965F3A20057}" type="presParOf" srcId="{4B6115F4-6429-4FFC-A46A-F3A16BD1ADD1}" destId="{246477F6-D1FD-4353-A4CE-850C4CE95FED}" srcOrd="0" destOrd="0" presId="urn:microsoft.com/office/officeart/2005/8/layout/vList3"/>
    <dgm:cxn modelId="{A20F9742-A820-4D43-BB76-CC844C78DE07}" type="presParOf" srcId="{246477F6-D1FD-4353-A4CE-850C4CE95FED}" destId="{DDB61F2E-D457-4BA8-B72B-E56DE4D7D06A}" srcOrd="0" destOrd="0" presId="urn:microsoft.com/office/officeart/2005/8/layout/vList3"/>
    <dgm:cxn modelId="{EF9C4DC4-2B04-43B8-AA83-DAB8820F30E4}" type="presParOf" srcId="{246477F6-D1FD-4353-A4CE-850C4CE95FED}" destId="{A26711D3-05C4-45E2-B76D-9B03CFA22282}" srcOrd="1" destOrd="0" presId="urn:microsoft.com/office/officeart/2005/8/layout/vList3"/>
    <dgm:cxn modelId="{B9BDF273-FAC2-499F-9FC7-DC93CD1A97B7}" type="presParOf" srcId="{4B6115F4-6429-4FFC-A46A-F3A16BD1ADD1}" destId="{DBB4B949-BC52-40AD-AB72-52D85B219F69}" srcOrd="1" destOrd="0" presId="urn:microsoft.com/office/officeart/2005/8/layout/vList3"/>
    <dgm:cxn modelId="{F1BEE893-24B4-4F6F-8E3F-498BF48D5A22}" type="presParOf" srcId="{4B6115F4-6429-4FFC-A46A-F3A16BD1ADD1}" destId="{EB44D86B-232E-4B8D-A1ED-A39B6B7D2B73}" srcOrd="2" destOrd="0" presId="urn:microsoft.com/office/officeart/2005/8/layout/vList3"/>
    <dgm:cxn modelId="{7A0F2181-FF64-4262-A33E-99323F833F2D}" type="presParOf" srcId="{EB44D86B-232E-4B8D-A1ED-A39B6B7D2B73}" destId="{89A0564E-0D35-4362-83D7-80C70C1A5172}" srcOrd="0" destOrd="0" presId="urn:microsoft.com/office/officeart/2005/8/layout/vList3"/>
    <dgm:cxn modelId="{2A76F16E-1D86-4BD8-9621-13ECB9F11EFF}" type="presParOf" srcId="{EB44D86B-232E-4B8D-A1ED-A39B6B7D2B73}" destId="{551F664A-DC05-44C2-9C20-8D010B210122}" srcOrd="1" destOrd="0" presId="urn:microsoft.com/office/officeart/2005/8/layout/vList3"/>
    <dgm:cxn modelId="{B91BDFD5-FD03-49DF-9941-4DA9C5918F56}" type="presParOf" srcId="{4B6115F4-6429-4FFC-A46A-F3A16BD1ADD1}" destId="{05EBF651-9897-4F12-940E-6EAF14055C58}" srcOrd="3" destOrd="0" presId="urn:microsoft.com/office/officeart/2005/8/layout/vList3"/>
    <dgm:cxn modelId="{4ED75801-494A-4717-9C12-FCDD4F3B21E2}" type="presParOf" srcId="{4B6115F4-6429-4FFC-A46A-F3A16BD1ADD1}" destId="{36920D08-8DCE-4615-B27C-C2A7282DED21}" srcOrd="4" destOrd="0" presId="urn:microsoft.com/office/officeart/2005/8/layout/vList3"/>
    <dgm:cxn modelId="{7BBC2409-253D-48DA-B88D-403CB159867E}" type="presParOf" srcId="{36920D08-8DCE-4615-B27C-C2A7282DED21}" destId="{471061B8-1FDB-47E3-AB17-49B8046119CF}" srcOrd="0" destOrd="0" presId="urn:microsoft.com/office/officeart/2005/8/layout/vList3"/>
    <dgm:cxn modelId="{354D3FF8-A799-4355-A9B0-09A8C7054E59}" type="presParOf" srcId="{36920D08-8DCE-4615-B27C-C2A7282DED21}" destId="{BC38248D-64AF-42AF-B15D-3D8563232587}" srcOrd="1" destOrd="0" presId="urn:microsoft.com/office/officeart/2005/8/layout/vList3"/>
    <dgm:cxn modelId="{18A5160A-857F-40CB-820F-C72C5001563F}" type="presParOf" srcId="{4B6115F4-6429-4FFC-A46A-F3A16BD1ADD1}" destId="{6454CE2F-7D56-4DEB-9B8C-68ACC5155193}" srcOrd="5" destOrd="0" presId="urn:microsoft.com/office/officeart/2005/8/layout/vList3"/>
    <dgm:cxn modelId="{16F047C6-6542-42B0-8812-85D31306CBAB}" type="presParOf" srcId="{4B6115F4-6429-4FFC-A46A-F3A16BD1ADD1}" destId="{40A2FD36-1138-4BE2-BB17-B01530182F7E}" srcOrd="6" destOrd="0" presId="urn:microsoft.com/office/officeart/2005/8/layout/vList3"/>
    <dgm:cxn modelId="{1E85F238-6625-49B8-83E8-491AE3BE0A92}" type="presParOf" srcId="{40A2FD36-1138-4BE2-BB17-B01530182F7E}" destId="{B77CD787-508C-4167-8286-AA24919B8B80}" srcOrd="0" destOrd="0" presId="urn:microsoft.com/office/officeart/2005/8/layout/vList3"/>
    <dgm:cxn modelId="{28DFDF4D-78EC-4638-B0CB-223A4261D567}" type="presParOf" srcId="{40A2FD36-1138-4BE2-BB17-B01530182F7E}" destId="{6C3F2D13-BF60-4012-A5E0-D437DE9B6EF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8DA1984-5E7D-4A86-BC15-86EBCA175D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6636C84-5964-499B-96E0-D5A499EB49A0}">
      <dgm:prSet/>
      <dgm:spPr/>
      <dgm:t>
        <a:bodyPr/>
        <a:lstStyle/>
        <a:p>
          <a:r>
            <a:rPr lang="uk-UA" b="0" i="0"/>
            <a:t>Галицької битви (1914 р.)</a:t>
          </a:r>
          <a:endParaRPr lang="uk-UA"/>
        </a:p>
      </dgm:t>
    </dgm:pt>
    <dgm:pt modelId="{3A3F4385-979D-4DBE-A44D-32CB5FA9686D}" type="parTrans" cxnId="{856FD97E-0A68-4AAD-ACE7-B30026E797DB}">
      <dgm:prSet/>
      <dgm:spPr/>
      <dgm:t>
        <a:bodyPr/>
        <a:lstStyle/>
        <a:p>
          <a:endParaRPr lang="uk-UA"/>
        </a:p>
      </dgm:t>
    </dgm:pt>
    <dgm:pt modelId="{FABA3609-D58D-4993-BF61-5667C16B9C6E}" type="sibTrans" cxnId="{856FD97E-0A68-4AAD-ACE7-B30026E797DB}">
      <dgm:prSet/>
      <dgm:spPr/>
      <dgm:t>
        <a:bodyPr/>
        <a:lstStyle/>
        <a:p>
          <a:endParaRPr lang="uk-UA"/>
        </a:p>
      </dgm:t>
    </dgm:pt>
    <dgm:pt modelId="{70225BE9-FDFA-45D8-94AF-875F93E48566}">
      <dgm:prSet/>
      <dgm:spPr/>
      <dgm:t>
        <a:bodyPr/>
        <a:lstStyle/>
        <a:p>
          <a:r>
            <a:rPr lang="uk-UA" b="0" i="0"/>
            <a:t>Карпатської операції (1915 р.)</a:t>
          </a:r>
          <a:endParaRPr lang="uk-UA"/>
        </a:p>
      </dgm:t>
    </dgm:pt>
    <dgm:pt modelId="{37BAA640-4FFE-4E10-99B8-AD99D0F0F964}" type="parTrans" cxnId="{9691EEB6-721A-4E87-A1A3-7A831F2F8360}">
      <dgm:prSet/>
      <dgm:spPr/>
      <dgm:t>
        <a:bodyPr/>
        <a:lstStyle/>
        <a:p>
          <a:endParaRPr lang="uk-UA"/>
        </a:p>
      </dgm:t>
    </dgm:pt>
    <dgm:pt modelId="{A223CE6C-072B-4E5C-A790-80D7CE2AC201}" type="sibTrans" cxnId="{9691EEB6-721A-4E87-A1A3-7A831F2F8360}">
      <dgm:prSet/>
      <dgm:spPr/>
      <dgm:t>
        <a:bodyPr/>
        <a:lstStyle/>
        <a:p>
          <a:endParaRPr lang="uk-UA"/>
        </a:p>
      </dgm:t>
    </dgm:pt>
    <dgm:pt modelId="{389E8A32-898A-47D1-A0E0-1E071E92AFF3}">
      <dgm:prSet/>
      <dgm:spPr/>
      <dgm:t>
        <a:bodyPr/>
        <a:lstStyle/>
        <a:p>
          <a:r>
            <a:rPr lang="uk-UA" b="0" i="0"/>
            <a:t>Горлицької операції (1915 р.)</a:t>
          </a:r>
          <a:endParaRPr lang="uk-UA"/>
        </a:p>
      </dgm:t>
    </dgm:pt>
    <dgm:pt modelId="{39727E94-D433-421A-BBD1-A0F328D68C7D}" type="parTrans" cxnId="{A0C7EA1C-0712-4161-97C6-AA5D7B9D16BE}">
      <dgm:prSet/>
      <dgm:spPr/>
      <dgm:t>
        <a:bodyPr/>
        <a:lstStyle/>
        <a:p>
          <a:endParaRPr lang="uk-UA"/>
        </a:p>
      </dgm:t>
    </dgm:pt>
    <dgm:pt modelId="{A130EFDD-67DC-4CEF-B8C5-BFAC9DDB8F22}" type="sibTrans" cxnId="{A0C7EA1C-0712-4161-97C6-AA5D7B9D16BE}">
      <dgm:prSet/>
      <dgm:spPr/>
      <dgm:t>
        <a:bodyPr/>
        <a:lstStyle/>
        <a:p>
          <a:endParaRPr lang="uk-UA"/>
        </a:p>
      </dgm:t>
    </dgm:pt>
    <dgm:pt modelId="{BAD083AE-FA6E-4FF1-B0EA-27F081176B7E}">
      <dgm:prSet/>
      <dgm:spPr/>
      <dgm:t>
        <a:bodyPr/>
        <a:lstStyle/>
        <a:p>
          <a:r>
            <a:rPr lang="uk-UA" b="0" i="0"/>
            <a:t>Брусиловського прориву (1916 р.)</a:t>
          </a:r>
          <a:endParaRPr lang="uk-UA"/>
        </a:p>
      </dgm:t>
    </dgm:pt>
    <dgm:pt modelId="{642461A7-6805-48E0-9B24-BFE18DD249B5}" type="parTrans" cxnId="{28CEEFBA-88E9-4C56-8036-0514A1BB4DC6}">
      <dgm:prSet/>
      <dgm:spPr/>
      <dgm:t>
        <a:bodyPr/>
        <a:lstStyle/>
        <a:p>
          <a:endParaRPr lang="uk-UA"/>
        </a:p>
      </dgm:t>
    </dgm:pt>
    <dgm:pt modelId="{0CF36F52-1543-4CA2-9AD7-82C31AC9BE34}" type="sibTrans" cxnId="{28CEEFBA-88E9-4C56-8036-0514A1BB4DC6}">
      <dgm:prSet/>
      <dgm:spPr/>
      <dgm:t>
        <a:bodyPr/>
        <a:lstStyle/>
        <a:p>
          <a:endParaRPr lang="uk-UA"/>
        </a:p>
      </dgm:t>
    </dgm:pt>
    <dgm:pt modelId="{541DEE54-2A24-4071-A377-7692A7A2BFDC}" type="pres">
      <dgm:prSet presAssocID="{68DA1984-5E7D-4A86-BC15-86EBCA175DA3}" presName="linear" presStyleCnt="0">
        <dgm:presLayoutVars>
          <dgm:animLvl val="lvl"/>
          <dgm:resizeHandles val="exact"/>
        </dgm:presLayoutVars>
      </dgm:prSet>
      <dgm:spPr/>
    </dgm:pt>
    <dgm:pt modelId="{6FE90353-212D-4E3E-B39D-DE60E2AA7F6B}" type="pres">
      <dgm:prSet presAssocID="{56636C84-5964-499B-96E0-D5A499EB49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EA67F3F-242E-4687-B87C-AA8D3F6F1D6C}" type="pres">
      <dgm:prSet presAssocID="{FABA3609-D58D-4993-BF61-5667C16B9C6E}" presName="spacer" presStyleCnt="0"/>
      <dgm:spPr/>
    </dgm:pt>
    <dgm:pt modelId="{72F528C1-66F8-4279-B89B-B2A6219340EE}" type="pres">
      <dgm:prSet presAssocID="{70225BE9-FDFA-45D8-94AF-875F93E4856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10F26AA-E82A-4B6E-AC89-BADBEB80F84A}" type="pres">
      <dgm:prSet presAssocID="{A223CE6C-072B-4E5C-A790-80D7CE2AC201}" presName="spacer" presStyleCnt="0"/>
      <dgm:spPr/>
    </dgm:pt>
    <dgm:pt modelId="{EBD773A2-D077-4149-A794-18239B7631BE}" type="pres">
      <dgm:prSet presAssocID="{389E8A32-898A-47D1-A0E0-1E071E92AFF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211618-DD40-4B30-B8F2-331504CFDFDA}" type="pres">
      <dgm:prSet presAssocID="{A130EFDD-67DC-4CEF-B8C5-BFAC9DDB8F22}" presName="spacer" presStyleCnt="0"/>
      <dgm:spPr/>
    </dgm:pt>
    <dgm:pt modelId="{AC0B7432-4407-452E-9EBB-36AC36B7BDC4}" type="pres">
      <dgm:prSet presAssocID="{BAD083AE-FA6E-4FF1-B0EA-27F081176B7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C7EA1C-0712-4161-97C6-AA5D7B9D16BE}" srcId="{68DA1984-5E7D-4A86-BC15-86EBCA175DA3}" destId="{389E8A32-898A-47D1-A0E0-1E071E92AFF3}" srcOrd="2" destOrd="0" parTransId="{39727E94-D433-421A-BBD1-A0F328D68C7D}" sibTransId="{A130EFDD-67DC-4CEF-B8C5-BFAC9DDB8F22}"/>
    <dgm:cxn modelId="{DAAA315D-426D-4867-9030-C07981CF1777}" type="presOf" srcId="{BAD083AE-FA6E-4FF1-B0EA-27F081176B7E}" destId="{AC0B7432-4407-452E-9EBB-36AC36B7BDC4}" srcOrd="0" destOrd="0" presId="urn:microsoft.com/office/officeart/2005/8/layout/vList2"/>
    <dgm:cxn modelId="{D747F361-80D3-4D20-8D98-AAB5140D407F}" type="presOf" srcId="{70225BE9-FDFA-45D8-94AF-875F93E48566}" destId="{72F528C1-66F8-4279-B89B-B2A6219340EE}" srcOrd="0" destOrd="0" presId="urn:microsoft.com/office/officeart/2005/8/layout/vList2"/>
    <dgm:cxn modelId="{C994F445-9216-4584-95A6-748B062ECFE8}" type="presOf" srcId="{56636C84-5964-499B-96E0-D5A499EB49A0}" destId="{6FE90353-212D-4E3E-B39D-DE60E2AA7F6B}" srcOrd="0" destOrd="0" presId="urn:microsoft.com/office/officeart/2005/8/layout/vList2"/>
    <dgm:cxn modelId="{856FD97E-0A68-4AAD-ACE7-B30026E797DB}" srcId="{68DA1984-5E7D-4A86-BC15-86EBCA175DA3}" destId="{56636C84-5964-499B-96E0-D5A499EB49A0}" srcOrd="0" destOrd="0" parTransId="{3A3F4385-979D-4DBE-A44D-32CB5FA9686D}" sibTransId="{FABA3609-D58D-4993-BF61-5667C16B9C6E}"/>
    <dgm:cxn modelId="{0D9ACDAF-EED7-4AF3-BC08-5AA0DFBD3C8D}" type="presOf" srcId="{68DA1984-5E7D-4A86-BC15-86EBCA175DA3}" destId="{541DEE54-2A24-4071-A377-7692A7A2BFDC}" srcOrd="0" destOrd="0" presId="urn:microsoft.com/office/officeart/2005/8/layout/vList2"/>
    <dgm:cxn modelId="{9691EEB6-721A-4E87-A1A3-7A831F2F8360}" srcId="{68DA1984-5E7D-4A86-BC15-86EBCA175DA3}" destId="{70225BE9-FDFA-45D8-94AF-875F93E48566}" srcOrd="1" destOrd="0" parTransId="{37BAA640-4FFE-4E10-99B8-AD99D0F0F964}" sibTransId="{A223CE6C-072B-4E5C-A790-80D7CE2AC201}"/>
    <dgm:cxn modelId="{28CEEFBA-88E9-4C56-8036-0514A1BB4DC6}" srcId="{68DA1984-5E7D-4A86-BC15-86EBCA175DA3}" destId="{BAD083AE-FA6E-4FF1-B0EA-27F081176B7E}" srcOrd="3" destOrd="0" parTransId="{642461A7-6805-48E0-9B24-BFE18DD249B5}" sibTransId="{0CF36F52-1543-4CA2-9AD7-82C31AC9BE34}"/>
    <dgm:cxn modelId="{AF159DD6-9B33-42DF-ACB2-D7AB5A65FDBB}" type="presOf" srcId="{389E8A32-898A-47D1-A0E0-1E071E92AFF3}" destId="{EBD773A2-D077-4149-A794-18239B7631BE}" srcOrd="0" destOrd="0" presId="urn:microsoft.com/office/officeart/2005/8/layout/vList2"/>
    <dgm:cxn modelId="{40665498-3030-4888-A610-42923DB8F775}" type="presParOf" srcId="{541DEE54-2A24-4071-A377-7692A7A2BFDC}" destId="{6FE90353-212D-4E3E-B39D-DE60E2AA7F6B}" srcOrd="0" destOrd="0" presId="urn:microsoft.com/office/officeart/2005/8/layout/vList2"/>
    <dgm:cxn modelId="{6031B786-B98C-4277-A741-5415D36845D7}" type="presParOf" srcId="{541DEE54-2A24-4071-A377-7692A7A2BFDC}" destId="{4EA67F3F-242E-4687-B87C-AA8D3F6F1D6C}" srcOrd="1" destOrd="0" presId="urn:microsoft.com/office/officeart/2005/8/layout/vList2"/>
    <dgm:cxn modelId="{F33F4E9E-C5EB-47E4-AF17-78234CAB1074}" type="presParOf" srcId="{541DEE54-2A24-4071-A377-7692A7A2BFDC}" destId="{72F528C1-66F8-4279-B89B-B2A6219340EE}" srcOrd="2" destOrd="0" presId="urn:microsoft.com/office/officeart/2005/8/layout/vList2"/>
    <dgm:cxn modelId="{22A760A5-9A98-4477-A04D-C47661C8CDB7}" type="presParOf" srcId="{541DEE54-2A24-4071-A377-7692A7A2BFDC}" destId="{810F26AA-E82A-4B6E-AC89-BADBEB80F84A}" srcOrd="3" destOrd="0" presId="urn:microsoft.com/office/officeart/2005/8/layout/vList2"/>
    <dgm:cxn modelId="{98AA7B16-CE5F-40F3-B2DF-DBD27887AB7E}" type="presParOf" srcId="{541DEE54-2A24-4071-A377-7692A7A2BFDC}" destId="{EBD773A2-D077-4149-A794-18239B7631BE}" srcOrd="4" destOrd="0" presId="urn:microsoft.com/office/officeart/2005/8/layout/vList2"/>
    <dgm:cxn modelId="{67355357-D93C-479A-95AA-B1B7167C78AC}" type="presParOf" srcId="{541DEE54-2A24-4071-A377-7692A7A2BFDC}" destId="{2C211618-DD40-4B30-B8F2-331504CFDFDA}" srcOrd="5" destOrd="0" presId="urn:microsoft.com/office/officeart/2005/8/layout/vList2"/>
    <dgm:cxn modelId="{1D8344E2-7D3E-4B03-AFAD-DC6FE358E336}" type="presParOf" srcId="{541DEE54-2A24-4071-A377-7692A7A2BFDC}" destId="{AC0B7432-4407-452E-9EBB-36AC36B7BDC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4DE4E523-2FF7-4DDB-AFB4-E850EF7A89F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489CBEB-6461-4558-932E-92D76AE2B682}">
      <dgm:prSet/>
      <dgm:spPr/>
      <dgm:t>
        <a:bodyPr/>
        <a:lstStyle/>
        <a:p>
          <a:r>
            <a:rPr lang="ru-RU" b="0" i="0"/>
            <a:t>Галицьку битву</a:t>
          </a:r>
          <a:endParaRPr lang="uk-UA"/>
        </a:p>
      </dgm:t>
    </dgm:pt>
    <dgm:pt modelId="{30EDA3E1-8765-475A-99B4-A65E9B4C9E84}" type="parTrans" cxnId="{9027DD1B-3C97-44B6-A8B4-A673614A8252}">
      <dgm:prSet/>
      <dgm:spPr/>
      <dgm:t>
        <a:bodyPr/>
        <a:lstStyle/>
        <a:p>
          <a:endParaRPr lang="uk-UA"/>
        </a:p>
      </dgm:t>
    </dgm:pt>
    <dgm:pt modelId="{22281821-6201-4F01-9D11-7E6FD1EAB15D}" type="sibTrans" cxnId="{9027DD1B-3C97-44B6-A8B4-A673614A8252}">
      <dgm:prSet/>
      <dgm:spPr/>
      <dgm:t>
        <a:bodyPr/>
        <a:lstStyle/>
        <a:p>
          <a:endParaRPr lang="uk-UA"/>
        </a:p>
      </dgm:t>
    </dgm:pt>
    <dgm:pt modelId="{7075832C-9FE1-4C8F-B650-7A539C839DE6}">
      <dgm:prSet/>
      <dgm:spPr/>
      <dgm:t>
        <a:bodyPr/>
        <a:lstStyle/>
        <a:p>
          <a:r>
            <a:rPr lang="ru-RU" b="0" i="0"/>
            <a:t>Горліцький прорив</a:t>
          </a:r>
          <a:endParaRPr lang="uk-UA"/>
        </a:p>
      </dgm:t>
    </dgm:pt>
    <dgm:pt modelId="{B42975D9-CEFB-4B9F-A1DA-12690DC422F5}" type="parTrans" cxnId="{00122DD4-BB0C-4A93-B3E8-5823CF4899C6}">
      <dgm:prSet/>
      <dgm:spPr/>
      <dgm:t>
        <a:bodyPr/>
        <a:lstStyle/>
        <a:p>
          <a:endParaRPr lang="uk-UA"/>
        </a:p>
      </dgm:t>
    </dgm:pt>
    <dgm:pt modelId="{F1FD78A4-E7AA-41CD-8955-C784BD7F4E95}" type="sibTrans" cxnId="{00122DD4-BB0C-4A93-B3E8-5823CF4899C6}">
      <dgm:prSet/>
      <dgm:spPr/>
      <dgm:t>
        <a:bodyPr/>
        <a:lstStyle/>
        <a:p>
          <a:endParaRPr lang="uk-UA"/>
        </a:p>
      </dgm:t>
    </dgm:pt>
    <dgm:pt modelId="{3B3EAD13-F29D-455E-B024-A8316F7FD15F}">
      <dgm:prSet/>
      <dgm:spPr/>
      <dgm:t>
        <a:bodyPr/>
        <a:lstStyle/>
        <a:p>
          <a:r>
            <a:rPr lang="ru-RU" b="0" i="0"/>
            <a:t>Перемишльську битву</a:t>
          </a:r>
          <a:endParaRPr lang="uk-UA"/>
        </a:p>
      </dgm:t>
    </dgm:pt>
    <dgm:pt modelId="{3232A4A8-42C8-4C72-ADE8-24D12905F3DA}" type="parTrans" cxnId="{23E7AE6B-DD57-452A-B4B5-BAF8F8293D9F}">
      <dgm:prSet/>
      <dgm:spPr/>
      <dgm:t>
        <a:bodyPr/>
        <a:lstStyle/>
        <a:p>
          <a:endParaRPr lang="uk-UA"/>
        </a:p>
      </dgm:t>
    </dgm:pt>
    <dgm:pt modelId="{05E3AF65-9A8F-460C-8616-9412507454ED}" type="sibTrans" cxnId="{23E7AE6B-DD57-452A-B4B5-BAF8F8293D9F}">
      <dgm:prSet/>
      <dgm:spPr/>
      <dgm:t>
        <a:bodyPr/>
        <a:lstStyle/>
        <a:p>
          <a:endParaRPr lang="uk-UA"/>
        </a:p>
      </dgm:t>
    </dgm:pt>
    <dgm:pt modelId="{7DA79CAF-2B1F-49D9-86EB-C5F59969B609}">
      <dgm:prSet/>
      <dgm:spPr/>
      <dgm:t>
        <a:bodyPr/>
        <a:lstStyle/>
        <a:p>
          <a:r>
            <a:rPr lang="ru-RU" b="0" i="0"/>
            <a:t>Брусиловський прорив</a:t>
          </a:r>
          <a:br>
            <a:rPr lang="ru-RU"/>
          </a:br>
          <a:endParaRPr lang="uk-UA"/>
        </a:p>
      </dgm:t>
    </dgm:pt>
    <dgm:pt modelId="{B2846A7C-E0E8-41D2-9D82-149BD7E8F0D0}" type="parTrans" cxnId="{B94226CA-E468-44E4-910F-657660EB8482}">
      <dgm:prSet/>
      <dgm:spPr/>
      <dgm:t>
        <a:bodyPr/>
        <a:lstStyle/>
        <a:p>
          <a:endParaRPr lang="uk-UA"/>
        </a:p>
      </dgm:t>
    </dgm:pt>
    <dgm:pt modelId="{DCA77BE6-56B6-4C90-A4A0-E72DA31898CE}" type="sibTrans" cxnId="{B94226CA-E468-44E4-910F-657660EB8482}">
      <dgm:prSet/>
      <dgm:spPr/>
      <dgm:t>
        <a:bodyPr/>
        <a:lstStyle/>
        <a:p>
          <a:endParaRPr lang="uk-UA"/>
        </a:p>
      </dgm:t>
    </dgm:pt>
    <dgm:pt modelId="{B025089D-EAB2-4EDB-B03B-3BE20C5AADCD}" type="pres">
      <dgm:prSet presAssocID="{4DE4E523-2FF7-4DDB-AFB4-E850EF7A89F2}" presName="linear" presStyleCnt="0">
        <dgm:presLayoutVars>
          <dgm:animLvl val="lvl"/>
          <dgm:resizeHandles val="exact"/>
        </dgm:presLayoutVars>
      </dgm:prSet>
      <dgm:spPr/>
    </dgm:pt>
    <dgm:pt modelId="{46451C31-6F15-4B58-B1FD-A61C5C4F3D85}" type="pres">
      <dgm:prSet presAssocID="{9489CBEB-6461-4558-932E-92D76AE2B68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CCE1049-9FD0-4F7D-A96C-CDEAA594185F}" type="pres">
      <dgm:prSet presAssocID="{22281821-6201-4F01-9D11-7E6FD1EAB15D}" presName="spacer" presStyleCnt="0"/>
      <dgm:spPr/>
    </dgm:pt>
    <dgm:pt modelId="{2D98733C-EE03-4261-AEBB-29BE7D1390BE}" type="pres">
      <dgm:prSet presAssocID="{7075832C-9FE1-4C8F-B650-7A539C839DE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59767B-6899-42AF-B801-01E9002688FC}" type="pres">
      <dgm:prSet presAssocID="{F1FD78A4-E7AA-41CD-8955-C784BD7F4E95}" presName="spacer" presStyleCnt="0"/>
      <dgm:spPr/>
    </dgm:pt>
    <dgm:pt modelId="{09C8C04C-344A-4525-99BD-11B811E67B7F}" type="pres">
      <dgm:prSet presAssocID="{3B3EAD13-F29D-455E-B024-A8316F7FD15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9E4491A-9BEE-4B99-B24C-C0DEB5401A32}" type="pres">
      <dgm:prSet presAssocID="{05E3AF65-9A8F-460C-8616-9412507454ED}" presName="spacer" presStyleCnt="0"/>
      <dgm:spPr/>
    </dgm:pt>
    <dgm:pt modelId="{1111DE57-FDE5-4D88-BD0B-5C4D9656A371}" type="pres">
      <dgm:prSet presAssocID="{7DA79CAF-2B1F-49D9-86EB-C5F59969B6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27DD1B-3C97-44B6-A8B4-A673614A8252}" srcId="{4DE4E523-2FF7-4DDB-AFB4-E850EF7A89F2}" destId="{9489CBEB-6461-4558-932E-92D76AE2B682}" srcOrd="0" destOrd="0" parTransId="{30EDA3E1-8765-475A-99B4-A65E9B4C9E84}" sibTransId="{22281821-6201-4F01-9D11-7E6FD1EAB15D}"/>
    <dgm:cxn modelId="{F9E0F544-E8D3-4E8B-BEBC-710C613CA2D0}" type="presOf" srcId="{7DA79CAF-2B1F-49D9-86EB-C5F59969B609}" destId="{1111DE57-FDE5-4D88-BD0B-5C4D9656A371}" srcOrd="0" destOrd="0" presId="urn:microsoft.com/office/officeart/2005/8/layout/vList2"/>
    <dgm:cxn modelId="{55FF5F67-0FAA-4431-B078-120A6511234B}" type="presOf" srcId="{9489CBEB-6461-4558-932E-92D76AE2B682}" destId="{46451C31-6F15-4B58-B1FD-A61C5C4F3D85}" srcOrd="0" destOrd="0" presId="urn:microsoft.com/office/officeart/2005/8/layout/vList2"/>
    <dgm:cxn modelId="{23E7AE6B-DD57-452A-B4B5-BAF8F8293D9F}" srcId="{4DE4E523-2FF7-4DDB-AFB4-E850EF7A89F2}" destId="{3B3EAD13-F29D-455E-B024-A8316F7FD15F}" srcOrd="2" destOrd="0" parTransId="{3232A4A8-42C8-4C72-ADE8-24D12905F3DA}" sibTransId="{05E3AF65-9A8F-460C-8616-9412507454ED}"/>
    <dgm:cxn modelId="{457608A1-E76F-4C02-B777-337481560628}" type="presOf" srcId="{3B3EAD13-F29D-455E-B024-A8316F7FD15F}" destId="{09C8C04C-344A-4525-99BD-11B811E67B7F}" srcOrd="0" destOrd="0" presId="urn:microsoft.com/office/officeart/2005/8/layout/vList2"/>
    <dgm:cxn modelId="{A6E0A7A7-1263-4018-A342-2D24C60DA65C}" type="presOf" srcId="{7075832C-9FE1-4C8F-B650-7A539C839DE6}" destId="{2D98733C-EE03-4261-AEBB-29BE7D1390BE}" srcOrd="0" destOrd="0" presId="urn:microsoft.com/office/officeart/2005/8/layout/vList2"/>
    <dgm:cxn modelId="{F72F0AB2-06B6-4742-A633-237BFE6BB6A7}" type="presOf" srcId="{4DE4E523-2FF7-4DDB-AFB4-E850EF7A89F2}" destId="{B025089D-EAB2-4EDB-B03B-3BE20C5AADCD}" srcOrd="0" destOrd="0" presId="urn:microsoft.com/office/officeart/2005/8/layout/vList2"/>
    <dgm:cxn modelId="{B94226CA-E468-44E4-910F-657660EB8482}" srcId="{4DE4E523-2FF7-4DDB-AFB4-E850EF7A89F2}" destId="{7DA79CAF-2B1F-49D9-86EB-C5F59969B609}" srcOrd="3" destOrd="0" parTransId="{B2846A7C-E0E8-41D2-9D82-149BD7E8F0D0}" sibTransId="{DCA77BE6-56B6-4C90-A4A0-E72DA31898CE}"/>
    <dgm:cxn modelId="{00122DD4-BB0C-4A93-B3E8-5823CF4899C6}" srcId="{4DE4E523-2FF7-4DDB-AFB4-E850EF7A89F2}" destId="{7075832C-9FE1-4C8F-B650-7A539C839DE6}" srcOrd="1" destOrd="0" parTransId="{B42975D9-CEFB-4B9F-A1DA-12690DC422F5}" sibTransId="{F1FD78A4-E7AA-41CD-8955-C784BD7F4E95}"/>
    <dgm:cxn modelId="{6229D2DF-0C89-4AC9-9D27-CAE8E696B478}" type="presParOf" srcId="{B025089D-EAB2-4EDB-B03B-3BE20C5AADCD}" destId="{46451C31-6F15-4B58-B1FD-A61C5C4F3D85}" srcOrd="0" destOrd="0" presId="urn:microsoft.com/office/officeart/2005/8/layout/vList2"/>
    <dgm:cxn modelId="{87B4E57A-7807-4731-A67C-25912A1DED6C}" type="presParOf" srcId="{B025089D-EAB2-4EDB-B03B-3BE20C5AADCD}" destId="{ECCE1049-9FD0-4F7D-A96C-CDEAA594185F}" srcOrd="1" destOrd="0" presId="urn:microsoft.com/office/officeart/2005/8/layout/vList2"/>
    <dgm:cxn modelId="{0D91FF0F-A391-48CB-9BD3-0D57CA1A48AB}" type="presParOf" srcId="{B025089D-EAB2-4EDB-B03B-3BE20C5AADCD}" destId="{2D98733C-EE03-4261-AEBB-29BE7D1390BE}" srcOrd="2" destOrd="0" presId="urn:microsoft.com/office/officeart/2005/8/layout/vList2"/>
    <dgm:cxn modelId="{11027E5C-60C4-49E5-9AC7-0C954BA49D16}" type="presParOf" srcId="{B025089D-EAB2-4EDB-B03B-3BE20C5AADCD}" destId="{B659767B-6899-42AF-B801-01E9002688FC}" srcOrd="3" destOrd="0" presId="urn:microsoft.com/office/officeart/2005/8/layout/vList2"/>
    <dgm:cxn modelId="{0BB1D428-3151-45A5-94F0-7DF44CF61B7B}" type="presParOf" srcId="{B025089D-EAB2-4EDB-B03B-3BE20C5AADCD}" destId="{09C8C04C-344A-4525-99BD-11B811E67B7F}" srcOrd="4" destOrd="0" presId="urn:microsoft.com/office/officeart/2005/8/layout/vList2"/>
    <dgm:cxn modelId="{46E4E18C-F019-44A1-B9B5-2DB456063206}" type="presParOf" srcId="{B025089D-EAB2-4EDB-B03B-3BE20C5AADCD}" destId="{29E4491A-9BEE-4B99-B24C-C0DEB5401A32}" srcOrd="5" destOrd="0" presId="urn:microsoft.com/office/officeart/2005/8/layout/vList2"/>
    <dgm:cxn modelId="{0D97BAC0-A117-405F-8B67-5F12FE5DB019}" type="presParOf" srcId="{B025089D-EAB2-4EDB-B03B-3BE20C5AADCD}" destId="{1111DE57-FDE5-4D88-BD0B-5C4D9656A37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5106777-48F3-4149-919F-12D3A6E0258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B9DCAD5-9D6A-4837-89E4-067369684EFB}">
      <dgm:prSet/>
      <dgm:spPr/>
      <dgm:t>
        <a:bodyPr/>
        <a:lstStyle/>
        <a:p>
          <a:r>
            <a:rPr lang="uk-UA" b="0" i="0"/>
            <a:t>повторній окупації російськими військами частини Галичини та Буковини.</a:t>
          </a:r>
          <a:endParaRPr lang="uk-UA"/>
        </a:p>
      </dgm:t>
    </dgm:pt>
    <dgm:pt modelId="{0738209F-F230-4410-A67D-6608089C4B75}" type="parTrans" cxnId="{6D2DF9B9-B558-4A79-94E0-37CCFE8041BB}">
      <dgm:prSet/>
      <dgm:spPr/>
      <dgm:t>
        <a:bodyPr/>
        <a:lstStyle/>
        <a:p>
          <a:endParaRPr lang="uk-UA"/>
        </a:p>
      </dgm:t>
    </dgm:pt>
    <dgm:pt modelId="{64EA03C8-1A57-4DE6-BBF7-8E510D629C7D}" type="sibTrans" cxnId="{6D2DF9B9-B558-4A79-94E0-37CCFE8041BB}">
      <dgm:prSet/>
      <dgm:spPr/>
      <dgm:t>
        <a:bodyPr/>
        <a:lstStyle/>
        <a:p>
          <a:endParaRPr lang="uk-UA"/>
        </a:p>
      </dgm:t>
    </dgm:pt>
    <dgm:pt modelId="{7634EDEF-BB3B-4EDC-BFC3-1A1C010E8975}">
      <dgm:prSet/>
      <dgm:spPr/>
      <dgm:t>
        <a:bodyPr/>
        <a:lstStyle/>
        <a:p>
          <a:r>
            <a:rPr lang="uk-UA" b="0" i="0"/>
            <a:t>реорганізації Головної української ради в Загальну українську раду.</a:t>
          </a:r>
          <a:endParaRPr lang="uk-UA"/>
        </a:p>
      </dgm:t>
    </dgm:pt>
    <dgm:pt modelId="{731B1C71-D2D0-486D-B39D-D2EB2C5B8F9A}" type="parTrans" cxnId="{725AA96C-EE83-45A3-AF4C-247BFB1F9488}">
      <dgm:prSet/>
      <dgm:spPr/>
      <dgm:t>
        <a:bodyPr/>
        <a:lstStyle/>
        <a:p>
          <a:endParaRPr lang="uk-UA"/>
        </a:p>
      </dgm:t>
    </dgm:pt>
    <dgm:pt modelId="{5DFC0448-F949-489E-81D3-03682BE586FE}" type="sibTrans" cxnId="{725AA96C-EE83-45A3-AF4C-247BFB1F9488}">
      <dgm:prSet/>
      <dgm:spPr/>
      <dgm:t>
        <a:bodyPr/>
        <a:lstStyle/>
        <a:p>
          <a:endParaRPr lang="uk-UA"/>
        </a:p>
      </dgm:t>
    </dgm:pt>
    <dgm:pt modelId="{90B68D82-326F-45D6-B038-A46E4887119B}">
      <dgm:prSet/>
      <dgm:spPr/>
      <dgm:t>
        <a:bodyPr/>
        <a:lstStyle/>
        <a:p>
          <a:r>
            <a:rPr lang="uk-UA" b="0" i="0"/>
            <a:t>ліквідації Галицько-Буковинського генерал-губернаторства.</a:t>
          </a:r>
          <a:endParaRPr lang="uk-UA"/>
        </a:p>
      </dgm:t>
    </dgm:pt>
    <dgm:pt modelId="{588DF5D1-6C56-4C24-A242-A5D4C79D0DD0}" type="parTrans" cxnId="{D77C4227-92AA-4039-94E7-5E906A5F3226}">
      <dgm:prSet/>
      <dgm:spPr/>
      <dgm:t>
        <a:bodyPr/>
        <a:lstStyle/>
        <a:p>
          <a:endParaRPr lang="uk-UA"/>
        </a:p>
      </dgm:t>
    </dgm:pt>
    <dgm:pt modelId="{169BC8BA-FF06-4545-9B48-BDDC049164A9}" type="sibTrans" cxnId="{D77C4227-92AA-4039-94E7-5E906A5F3226}">
      <dgm:prSet/>
      <dgm:spPr/>
      <dgm:t>
        <a:bodyPr/>
        <a:lstStyle/>
        <a:p>
          <a:endParaRPr lang="uk-UA"/>
        </a:p>
      </dgm:t>
    </dgm:pt>
    <dgm:pt modelId="{DAD2987E-4C23-4996-B444-0D964CEDE657}">
      <dgm:prSet/>
      <dgm:spPr/>
      <dgm:t>
        <a:bodyPr/>
        <a:lstStyle/>
        <a:p>
          <a:r>
            <a:rPr lang="uk-UA" b="0" i="0"/>
            <a:t>створенню легіону Українських січових стрільців.</a:t>
          </a:r>
          <a:endParaRPr lang="uk-UA"/>
        </a:p>
      </dgm:t>
    </dgm:pt>
    <dgm:pt modelId="{289D279A-6E3E-419A-8F39-1FB3DF3C7B6D}" type="parTrans" cxnId="{74ACED5A-30A2-4DC4-BC24-36A5D08E1FB6}">
      <dgm:prSet/>
      <dgm:spPr/>
      <dgm:t>
        <a:bodyPr/>
        <a:lstStyle/>
        <a:p>
          <a:endParaRPr lang="uk-UA"/>
        </a:p>
      </dgm:t>
    </dgm:pt>
    <dgm:pt modelId="{F0A73D2F-FB6D-47F2-9F37-2075B341CB6A}" type="sibTrans" cxnId="{74ACED5A-30A2-4DC4-BC24-36A5D08E1FB6}">
      <dgm:prSet/>
      <dgm:spPr/>
      <dgm:t>
        <a:bodyPr/>
        <a:lstStyle/>
        <a:p>
          <a:endParaRPr lang="uk-UA"/>
        </a:p>
      </dgm:t>
    </dgm:pt>
    <dgm:pt modelId="{ED133B22-6E39-4A1D-A3D2-3BBF9817D7A6}" type="pres">
      <dgm:prSet presAssocID="{95106777-48F3-4149-919F-12D3A6E02585}" presName="linear" presStyleCnt="0">
        <dgm:presLayoutVars>
          <dgm:animLvl val="lvl"/>
          <dgm:resizeHandles val="exact"/>
        </dgm:presLayoutVars>
      </dgm:prSet>
      <dgm:spPr/>
    </dgm:pt>
    <dgm:pt modelId="{19424464-A369-4AA9-896D-7B2C013CB94E}" type="pres">
      <dgm:prSet presAssocID="{2B9DCAD5-9D6A-4837-89E4-067369684EF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00BDEF9-1E81-44AD-8309-47DE6D119398}" type="pres">
      <dgm:prSet presAssocID="{64EA03C8-1A57-4DE6-BBF7-8E510D629C7D}" presName="spacer" presStyleCnt="0"/>
      <dgm:spPr/>
    </dgm:pt>
    <dgm:pt modelId="{A9F6BC72-9108-452A-80C3-598E9ED54A3D}" type="pres">
      <dgm:prSet presAssocID="{7634EDEF-BB3B-4EDC-BFC3-1A1C010E897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2EEF85A-FAD4-4921-A708-75C514866964}" type="pres">
      <dgm:prSet presAssocID="{5DFC0448-F949-489E-81D3-03682BE586FE}" presName="spacer" presStyleCnt="0"/>
      <dgm:spPr/>
    </dgm:pt>
    <dgm:pt modelId="{D6EDD7D0-1D0A-4C86-802B-598D3A561CE7}" type="pres">
      <dgm:prSet presAssocID="{90B68D82-326F-45D6-B038-A46E4887119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7E1F5D-ACCC-4CA7-BCB9-7ECCB20B1933}" type="pres">
      <dgm:prSet presAssocID="{169BC8BA-FF06-4545-9B48-BDDC049164A9}" presName="spacer" presStyleCnt="0"/>
      <dgm:spPr/>
    </dgm:pt>
    <dgm:pt modelId="{6A4D6629-B274-41E8-BA25-A4C7807864DA}" type="pres">
      <dgm:prSet presAssocID="{DAD2987E-4C23-4996-B444-0D964CEDE65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9FD7C1A-08F4-4CDE-9F16-AFD85DA53D8D}" type="presOf" srcId="{95106777-48F3-4149-919F-12D3A6E02585}" destId="{ED133B22-6E39-4A1D-A3D2-3BBF9817D7A6}" srcOrd="0" destOrd="0" presId="urn:microsoft.com/office/officeart/2005/8/layout/vList2"/>
    <dgm:cxn modelId="{D77C4227-92AA-4039-94E7-5E906A5F3226}" srcId="{95106777-48F3-4149-919F-12D3A6E02585}" destId="{90B68D82-326F-45D6-B038-A46E4887119B}" srcOrd="2" destOrd="0" parTransId="{588DF5D1-6C56-4C24-A242-A5D4C79D0DD0}" sibTransId="{169BC8BA-FF06-4545-9B48-BDDC049164A9}"/>
    <dgm:cxn modelId="{725AA96C-EE83-45A3-AF4C-247BFB1F9488}" srcId="{95106777-48F3-4149-919F-12D3A6E02585}" destId="{7634EDEF-BB3B-4EDC-BFC3-1A1C010E8975}" srcOrd="1" destOrd="0" parTransId="{731B1C71-D2D0-486D-B39D-D2EB2C5B8F9A}" sibTransId="{5DFC0448-F949-489E-81D3-03682BE586FE}"/>
    <dgm:cxn modelId="{B3EC0075-D4F0-48E2-AFB1-A73ECB0299EA}" type="presOf" srcId="{DAD2987E-4C23-4996-B444-0D964CEDE657}" destId="{6A4D6629-B274-41E8-BA25-A4C7807864DA}" srcOrd="0" destOrd="0" presId="urn:microsoft.com/office/officeart/2005/8/layout/vList2"/>
    <dgm:cxn modelId="{74ACED5A-30A2-4DC4-BC24-36A5D08E1FB6}" srcId="{95106777-48F3-4149-919F-12D3A6E02585}" destId="{DAD2987E-4C23-4996-B444-0D964CEDE657}" srcOrd="3" destOrd="0" parTransId="{289D279A-6E3E-419A-8F39-1FB3DF3C7B6D}" sibTransId="{F0A73D2F-FB6D-47F2-9F37-2075B341CB6A}"/>
    <dgm:cxn modelId="{4C0DCA90-2664-4E15-9AC3-8AF5CF4403AF}" type="presOf" srcId="{2B9DCAD5-9D6A-4837-89E4-067369684EFB}" destId="{19424464-A369-4AA9-896D-7B2C013CB94E}" srcOrd="0" destOrd="0" presId="urn:microsoft.com/office/officeart/2005/8/layout/vList2"/>
    <dgm:cxn modelId="{635485A1-82CD-40AF-A7B2-740F1600B42D}" type="presOf" srcId="{90B68D82-326F-45D6-B038-A46E4887119B}" destId="{D6EDD7D0-1D0A-4C86-802B-598D3A561CE7}" srcOrd="0" destOrd="0" presId="urn:microsoft.com/office/officeart/2005/8/layout/vList2"/>
    <dgm:cxn modelId="{2BB1D2B9-8031-4197-A82B-6FC6282D503D}" type="presOf" srcId="{7634EDEF-BB3B-4EDC-BFC3-1A1C010E8975}" destId="{A9F6BC72-9108-452A-80C3-598E9ED54A3D}" srcOrd="0" destOrd="0" presId="urn:microsoft.com/office/officeart/2005/8/layout/vList2"/>
    <dgm:cxn modelId="{6D2DF9B9-B558-4A79-94E0-37CCFE8041BB}" srcId="{95106777-48F3-4149-919F-12D3A6E02585}" destId="{2B9DCAD5-9D6A-4837-89E4-067369684EFB}" srcOrd="0" destOrd="0" parTransId="{0738209F-F230-4410-A67D-6608089C4B75}" sibTransId="{64EA03C8-1A57-4DE6-BBF7-8E510D629C7D}"/>
    <dgm:cxn modelId="{B9BFAD1A-585F-4343-A85B-86E8427CDFD9}" type="presParOf" srcId="{ED133B22-6E39-4A1D-A3D2-3BBF9817D7A6}" destId="{19424464-A369-4AA9-896D-7B2C013CB94E}" srcOrd="0" destOrd="0" presId="urn:microsoft.com/office/officeart/2005/8/layout/vList2"/>
    <dgm:cxn modelId="{3A4188DE-C8C9-4CB4-BF23-F979A6C37909}" type="presParOf" srcId="{ED133B22-6E39-4A1D-A3D2-3BBF9817D7A6}" destId="{000BDEF9-1E81-44AD-8309-47DE6D119398}" srcOrd="1" destOrd="0" presId="urn:microsoft.com/office/officeart/2005/8/layout/vList2"/>
    <dgm:cxn modelId="{0760DB20-2A90-4492-B938-7311D4AA0A35}" type="presParOf" srcId="{ED133B22-6E39-4A1D-A3D2-3BBF9817D7A6}" destId="{A9F6BC72-9108-452A-80C3-598E9ED54A3D}" srcOrd="2" destOrd="0" presId="urn:microsoft.com/office/officeart/2005/8/layout/vList2"/>
    <dgm:cxn modelId="{D08BC0B8-ECF1-4534-93B4-97F924FEC3DD}" type="presParOf" srcId="{ED133B22-6E39-4A1D-A3D2-3BBF9817D7A6}" destId="{02EEF85A-FAD4-4921-A708-75C514866964}" srcOrd="3" destOrd="0" presId="urn:microsoft.com/office/officeart/2005/8/layout/vList2"/>
    <dgm:cxn modelId="{C38807BF-AB4B-4304-9C9D-47DC5914C5AC}" type="presParOf" srcId="{ED133B22-6E39-4A1D-A3D2-3BBF9817D7A6}" destId="{D6EDD7D0-1D0A-4C86-802B-598D3A561CE7}" srcOrd="4" destOrd="0" presId="urn:microsoft.com/office/officeart/2005/8/layout/vList2"/>
    <dgm:cxn modelId="{6172FC0C-0358-47B4-859C-A5862677EA6E}" type="presParOf" srcId="{ED133B22-6E39-4A1D-A3D2-3BBF9817D7A6}" destId="{797E1F5D-ACCC-4CA7-BCB9-7ECCB20B1933}" srcOrd="5" destOrd="0" presId="urn:microsoft.com/office/officeart/2005/8/layout/vList2"/>
    <dgm:cxn modelId="{F70CEA02-2F16-49DB-AE8B-BAA9DAFCDACF}" type="presParOf" srcId="{ED133B22-6E39-4A1D-A3D2-3BBF9817D7A6}" destId="{6A4D6629-B274-41E8-BA25-A4C7807864D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69052E19-5D9E-4B61-AD19-E0D91D8D9EB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166622A-5263-43EB-815E-18A0D3FE6B5A}">
      <dgm:prSet/>
      <dgm:spPr/>
      <dgm:t>
        <a:bodyPr/>
        <a:lstStyle/>
        <a:p>
          <a:r>
            <a:rPr lang="ru-RU" b="0" i="0"/>
            <a:t>1914 р.</a:t>
          </a:r>
          <a:endParaRPr lang="uk-UA"/>
        </a:p>
      </dgm:t>
    </dgm:pt>
    <dgm:pt modelId="{47C9E8D5-FDDC-4A5B-BC30-448F4FCCBD56}" type="parTrans" cxnId="{4FAAE238-8065-4716-98F5-5D0EFB4B7A83}">
      <dgm:prSet/>
      <dgm:spPr/>
      <dgm:t>
        <a:bodyPr/>
        <a:lstStyle/>
        <a:p>
          <a:endParaRPr lang="uk-UA"/>
        </a:p>
      </dgm:t>
    </dgm:pt>
    <dgm:pt modelId="{3697D4F0-9525-44AD-8F2D-E0CEC9072ECD}" type="sibTrans" cxnId="{4FAAE238-8065-4716-98F5-5D0EFB4B7A83}">
      <dgm:prSet/>
      <dgm:spPr/>
      <dgm:t>
        <a:bodyPr/>
        <a:lstStyle/>
        <a:p>
          <a:endParaRPr lang="uk-UA"/>
        </a:p>
      </dgm:t>
    </dgm:pt>
    <dgm:pt modelId="{EE87586E-6EDE-4D4C-9EBD-6DF92C0449A1}">
      <dgm:prSet/>
      <dgm:spPr/>
      <dgm:t>
        <a:bodyPr/>
        <a:lstStyle/>
        <a:p>
          <a:r>
            <a:rPr lang="ru-RU" b="0" i="0"/>
            <a:t>1915 р.</a:t>
          </a:r>
          <a:endParaRPr lang="uk-UA"/>
        </a:p>
      </dgm:t>
    </dgm:pt>
    <dgm:pt modelId="{D358C045-E23A-464F-887E-8115DA9E98D6}" type="parTrans" cxnId="{AC33576E-164F-4B25-9D57-30B63155C48E}">
      <dgm:prSet/>
      <dgm:spPr/>
      <dgm:t>
        <a:bodyPr/>
        <a:lstStyle/>
        <a:p>
          <a:endParaRPr lang="uk-UA"/>
        </a:p>
      </dgm:t>
    </dgm:pt>
    <dgm:pt modelId="{98A6A751-20AD-46C5-B0EB-3E6D0BDA7BDB}" type="sibTrans" cxnId="{AC33576E-164F-4B25-9D57-30B63155C48E}">
      <dgm:prSet/>
      <dgm:spPr/>
      <dgm:t>
        <a:bodyPr/>
        <a:lstStyle/>
        <a:p>
          <a:endParaRPr lang="uk-UA"/>
        </a:p>
      </dgm:t>
    </dgm:pt>
    <dgm:pt modelId="{EA0345FF-13D4-47CE-BB83-4184983E28EF}">
      <dgm:prSet/>
      <dgm:spPr/>
      <dgm:t>
        <a:bodyPr/>
        <a:lstStyle/>
        <a:p>
          <a:r>
            <a:rPr lang="ru-RU" b="0" i="0"/>
            <a:t>1916 р.</a:t>
          </a:r>
          <a:endParaRPr lang="uk-UA"/>
        </a:p>
      </dgm:t>
    </dgm:pt>
    <dgm:pt modelId="{D7D91D8E-CFA8-4AD8-8046-C310F3DCCE2C}" type="parTrans" cxnId="{249509E8-006E-4E42-93CD-4EE6599804BA}">
      <dgm:prSet/>
      <dgm:spPr/>
      <dgm:t>
        <a:bodyPr/>
        <a:lstStyle/>
        <a:p>
          <a:endParaRPr lang="uk-UA"/>
        </a:p>
      </dgm:t>
    </dgm:pt>
    <dgm:pt modelId="{887F4447-FB44-4F46-B053-BD52FC959071}" type="sibTrans" cxnId="{249509E8-006E-4E42-93CD-4EE6599804BA}">
      <dgm:prSet/>
      <dgm:spPr/>
      <dgm:t>
        <a:bodyPr/>
        <a:lstStyle/>
        <a:p>
          <a:endParaRPr lang="uk-UA"/>
        </a:p>
      </dgm:t>
    </dgm:pt>
    <dgm:pt modelId="{791EBDEA-22E7-4E14-9F2B-0E971A8EFEA5}">
      <dgm:prSet/>
      <dgm:spPr/>
      <dgm:t>
        <a:bodyPr/>
        <a:lstStyle/>
        <a:p>
          <a:r>
            <a:rPr lang="ru-RU" b="0" i="0"/>
            <a:t>1917р.</a:t>
          </a:r>
          <a:endParaRPr lang="uk-UA"/>
        </a:p>
      </dgm:t>
    </dgm:pt>
    <dgm:pt modelId="{F72934A3-A679-482D-A05D-507B86FAE990}" type="parTrans" cxnId="{4B46D01E-EE4E-4C14-9747-E88CD40391EA}">
      <dgm:prSet/>
      <dgm:spPr/>
      <dgm:t>
        <a:bodyPr/>
        <a:lstStyle/>
        <a:p>
          <a:endParaRPr lang="uk-UA"/>
        </a:p>
      </dgm:t>
    </dgm:pt>
    <dgm:pt modelId="{D6AF0F07-D12B-4327-9F85-3F28BA71FE7D}" type="sibTrans" cxnId="{4B46D01E-EE4E-4C14-9747-E88CD40391EA}">
      <dgm:prSet/>
      <dgm:spPr/>
      <dgm:t>
        <a:bodyPr/>
        <a:lstStyle/>
        <a:p>
          <a:endParaRPr lang="uk-UA"/>
        </a:p>
      </dgm:t>
    </dgm:pt>
    <dgm:pt modelId="{ACB7C5AF-9EB3-4B13-9B33-4AA08FDD747E}" type="pres">
      <dgm:prSet presAssocID="{69052E19-5D9E-4B61-AD19-E0D91D8D9EB4}" presName="matrix" presStyleCnt="0">
        <dgm:presLayoutVars>
          <dgm:chMax val="1"/>
          <dgm:dir/>
          <dgm:resizeHandles val="exact"/>
        </dgm:presLayoutVars>
      </dgm:prSet>
      <dgm:spPr/>
    </dgm:pt>
    <dgm:pt modelId="{249A49CC-B24C-4C52-A5DA-0C14607E5781}" type="pres">
      <dgm:prSet presAssocID="{69052E19-5D9E-4B61-AD19-E0D91D8D9EB4}" presName="diamond" presStyleLbl="bgShp" presStyleIdx="0" presStyleCnt="1"/>
      <dgm:spPr/>
    </dgm:pt>
    <dgm:pt modelId="{2747DC09-E754-4F25-9A9B-1F6547EE07A0}" type="pres">
      <dgm:prSet presAssocID="{69052E19-5D9E-4B61-AD19-E0D91D8D9EB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9AEBF77-14FE-437E-93E0-962F45E3A2D4}" type="pres">
      <dgm:prSet presAssocID="{69052E19-5D9E-4B61-AD19-E0D91D8D9EB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D18C840-09ED-42CF-BEEA-A5851F8C087A}" type="pres">
      <dgm:prSet presAssocID="{69052E19-5D9E-4B61-AD19-E0D91D8D9EB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E0B0DF8-5150-4348-9005-BD89E77B6023}" type="pres">
      <dgm:prSet presAssocID="{69052E19-5D9E-4B61-AD19-E0D91D8D9EB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B46D01E-EE4E-4C14-9747-E88CD40391EA}" srcId="{69052E19-5D9E-4B61-AD19-E0D91D8D9EB4}" destId="{791EBDEA-22E7-4E14-9F2B-0E971A8EFEA5}" srcOrd="3" destOrd="0" parTransId="{F72934A3-A679-482D-A05D-507B86FAE990}" sibTransId="{D6AF0F07-D12B-4327-9F85-3F28BA71FE7D}"/>
    <dgm:cxn modelId="{6EBCCA2D-8E51-4E1A-ABCA-C7D996AB12DE}" type="presOf" srcId="{69052E19-5D9E-4B61-AD19-E0D91D8D9EB4}" destId="{ACB7C5AF-9EB3-4B13-9B33-4AA08FDD747E}" srcOrd="0" destOrd="0" presId="urn:microsoft.com/office/officeart/2005/8/layout/matrix3"/>
    <dgm:cxn modelId="{4FAAE238-8065-4716-98F5-5D0EFB4B7A83}" srcId="{69052E19-5D9E-4B61-AD19-E0D91D8D9EB4}" destId="{6166622A-5263-43EB-815E-18A0D3FE6B5A}" srcOrd="0" destOrd="0" parTransId="{47C9E8D5-FDDC-4A5B-BC30-448F4FCCBD56}" sibTransId="{3697D4F0-9525-44AD-8F2D-E0CEC9072ECD}"/>
    <dgm:cxn modelId="{477E5A69-62AA-4B88-9BE0-31391EC744E3}" type="presOf" srcId="{EA0345FF-13D4-47CE-BB83-4184983E28EF}" destId="{2D18C840-09ED-42CF-BEEA-A5851F8C087A}" srcOrd="0" destOrd="0" presId="urn:microsoft.com/office/officeart/2005/8/layout/matrix3"/>
    <dgm:cxn modelId="{AC33576E-164F-4B25-9D57-30B63155C48E}" srcId="{69052E19-5D9E-4B61-AD19-E0D91D8D9EB4}" destId="{EE87586E-6EDE-4D4C-9EBD-6DF92C0449A1}" srcOrd="1" destOrd="0" parTransId="{D358C045-E23A-464F-887E-8115DA9E98D6}" sibTransId="{98A6A751-20AD-46C5-B0EB-3E6D0BDA7BDB}"/>
    <dgm:cxn modelId="{3A9F91D0-234F-4A73-947C-CD36A9DC7828}" type="presOf" srcId="{791EBDEA-22E7-4E14-9F2B-0E971A8EFEA5}" destId="{1E0B0DF8-5150-4348-9005-BD89E77B6023}" srcOrd="0" destOrd="0" presId="urn:microsoft.com/office/officeart/2005/8/layout/matrix3"/>
    <dgm:cxn modelId="{FAC2A5DC-F433-4D58-8BA3-451F549789C5}" type="presOf" srcId="{6166622A-5263-43EB-815E-18A0D3FE6B5A}" destId="{2747DC09-E754-4F25-9A9B-1F6547EE07A0}" srcOrd="0" destOrd="0" presId="urn:microsoft.com/office/officeart/2005/8/layout/matrix3"/>
    <dgm:cxn modelId="{249509E8-006E-4E42-93CD-4EE6599804BA}" srcId="{69052E19-5D9E-4B61-AD19-E0D91D8D9EB4}" destId="{EA0345FF-13D4-47CE-BB83-4184983E28EF}" srcOrd="2" destOrd="0" parTransId="{D7D91D8E-CFA8-4AD8-8046-C310F3DCCE2C}" sibTransId="{887F4447-FB44-4F46-B053-BD52FC959071}"/>
    <dgm:cxn modelId="{55CD1EF7-15F9-4875-97A3-8D83DDB1AF8E}" type="presOf" srcId="{EE87586E-6EDE-4D4C-9EBD-6DF92C0449A1}" destId="{B9AEBF77-14FE-437E-93E0-962F45E3A2D4}" srcOrd="0" destOrd="0" presId="urn:microsoft.com/office/officeart/2005/8/layout/matrix3"/>
    <dgm:cxn modelId="{74FAF716-AD6B-4D64-862D-905CDA573482}" type="presParOf" srcId="{ACB7C5AF-9EB3-4B13-9B33-4AA08FDD747E}" destId="{249A49CC-B24C-4C52-A5DA-0C14607E5781}" srcOrd="0" destOrd="0" presId="urn:microsoft.com/office/officeart/2005/8/layout/matrix3"/>
    <dgm:cxn modelId="{46071E30-5482-4FC0-9238-A4DE7056C897}" type="presParOf" srcId="{ACB7C5AF-9EB3-4B13-9B33-4AA08FDD747E}" destId="{2747DC09-E754-4F25-9A9B-1F6547EE07A0}" srcOrd="1" destOrd="0" presId="urn:microsoft.com/office/officeart/2005/8/layout/matrix3"/>
    <dgm:cxn modelId="{04276A01-F6C4-471B-BD2D-2138C3C02CB9}" type="presParOf" srcId="{ACB7C5AF-9EB3-4B13-9B33-4AA08FDD747E}" destId="{B9AEBF77-14FE-437E-93E0-962F45E3A2D4}" srcOrd="2" destOrd="0" presId="urn:microsoft.com/office/officeart/2005/8/layout/matrix3"/>
    <dgm:cxn modelId="{33A099B8-A6D8-4669-B41E-FC81563A614C}" type="presParOf" srcId="{ACB7C5AF-9EB3-4B13-9B33-4AA08FDD747E}" destId="{2D18C840-09ED-42CF-BEEA-A5851F8C087A}" srcOrd="3" destOrd="0" presId="urn:microsoft.com/office/officeart/2005/8/layout/matrix3"/>
    <dgm:cxn modelId="{B58CD08D-D204-47E8-A883-533AE3F37A8B}" type="presParOf" srcId="{ACB7C5AF-9EB3-4B13-9B33-4AA08FDD747E}" destId="{1E0B0DF8-5150-4348-9005-BD89E77B602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784458B7-AC0B-4464-90CB-1CA5769ECA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D626BDF-AA57-48A1-AA7E-24F8F918445C}">
      <dgm:prSet/>
      <dgm:spPr/>
      <dgm:t>
        <a:bodyPr/>
        <a:lstStyle/>
        <a:p>
          <a:r>
            <a:rPr lang="uk-UA" b="0" i="0"/>
            <a:t>утворення Української Центральної Ради</a:t>
          </a:r>
          <a:endParaRPr lang="uk-UA"/>
        </a:p>
      </dgm:t>
    </dgm:pt>
    <dgm:pt modelId="{403983CD-FBA7-4861-8B37-B787281D1C6A}" type="parTrans" cxnId="{92D27A29-120F-43E2-B1FE-2C049B294A60}">
      <dgm:prSet/>
      <dgm:spPr/>
      <dgm:t>
        <a:bodyPr/>
        <a:lstStyle/>
        <a:p>
          <a:endParaRPr lang="uk-UA"/>
        </a:p>
      </dgm:t>
    </dgm:pt>
    <dgm:pt modelId="{227C19EE-8CC6-40B9-8102-795322F47C97}" type="sibTrans" cxnId="{92D27A29-120F-43E2-B1FE-2C049B294A60}">
      <dgm:prSet/>
      <dgm:spPr/>
      <dgm:t>
        <a:bodyPr/>
        <a:lstStyle/>
        <a:p>
          <a:endParaRPr lang="uk-UA"/>
        </a:p>
      </dgm:t>
    </dgm:pt>
    <dgm:pt modelId="{10EFEFE7-E88C-4E1E-99DB-49F842D568C4}">
      <dgm:prSet/>
      <dgm:spPr/>
      <dgm:t>
        <a:bodyPr/>
        <a:lstStyle/>
        <a:p>
          <a:r>
            <a:rPr lang="uk-UA" b="0" i="0"/>
            <a:t>формування легіону Українських січових стрільців</a:t>
          </a:r>
          <a:endParaRPr lang="uk-UA"/>
        </a:p>
      </dgm:t>
    </dgm:pt>
    <dgm:pt modelId="{4549441D-68E6-404B-A435-A828168AAFB9}" type="parTrans" cxnId="{A84CC1EE-EAEC-48CE-A54D-5E16BDBA92AC}">
      <dgm:prSet/>
      <dgm:spPr/>
      <dgm:t>
        <a:bodyPr/>
        <a:lstStyle/>
        <a:p>
          <a:endParaRPr lang="uk-UA"/>
        </a:p>
      </dgm:t>
    </dgm:pt>
    <dgm:pt modelId="{556E6E1E-F908-498A-BBA9-DEA6098F611C}" type="sibTrans" cxnId="{A84CC1EE-EAEC-48CE-A54D-5E16BDBA92AC}">
      <dgm:prSet/>
      <dgm:spPr/>
      <dgm:t>
        <a:bodyPr/>
        <a:lstStyle/>
        <a:p>
          <a:endParaRPr lang="uk-UA"/>
        </a:p>
      </dgm:t>
    </dgm:pt>
    <dgm:pt modelId="{4C9E3B63-3377-449D-B076-C7F2C3EBFD07}">
      <dgm:prSet/>
      <dgm:spPr/>
      <dgm:t>
        <a:bodyPr/>
        <a:lstStyle/>
        <a:p>
          <a:r>
            <a:rPr lang="uk-UA" b="0" i="0"/>
            <a:t>підписання Брестського мирного договору</a:t>
          </a:r>
          <a:endParaRPr lang="uk-UA"/>
        </a:p>
      </dgm:t>
    </dgm:pt>
    <dgm:pt modelId="{AD9F044B-3FE1-4224-9DCE-77514A122221}" type="parTrans" cxnId="{FCEEC8EA-1C5A-4819-90A5-7766DF3F9813}">
      <dgm:prSet/>
      <dgm:spPr/>
      <dgm:t>
        <a:bodyPr/>
        <a:lstStyle/>
        <a:p>
          <a:endParaRPr lang="uk-UA"/>
        </a:p>
      </dgm:t>
    </dgm:pt>
    <dgm:pt modelId="{70CE9E58-E736-4A89-95EE-57882EAD5C2D}" type="sibTrans" cxnId="{FCEEC8EA-1C5A-4819-90A5-7766DF3F9813}">
      <dgm:prSet/>
      <dgm:spPr/>
      <dgm:t>
        <a:bodyPr/>
        <a:lstStyle/>
        <a:p>
          <a:endParaRPr lang="uk-UA"/>
        </a:p>
      </dgm:t>
    </dgm:pt>
    <dgm:pt modelId="{F43E4C74-EB10-4115-AE24-367935A66B49}">
      <dgm:prSet/>
      <dgm:spPr/>
      <dgm:t>
        <a:bodyPr/>
        <a:lstStyle/>
        <a:p>
          <a:r>
            <a:rPr lang="uk-UA" b="0" i="0"/>
            <a:t>Брусиловський прорив</a:t>
          </a:r>
          <a:endParaRPr lang="uk-UA"/>
        </a:p>
      </dgm:t>
    </dgm:pt>
    <dgm:pt modelId="{7F3ED2D5-A188-49DF-82FB-8623B1336517}" type="parTrans" cxnId="{FF4CA78D-19E8-4D8F-8012-715528E51F54}">
      <dgm:prSet/>
      <dgm:spPr/>
      <dgm:t>
        <a:bodyPr/>
        <a:lstStyle/>
        <a:p>
          <a:endParaRPr lang="uk-UA"/>
        </a:p>
      </dgm:t>
    </dgm:pt>
    <dgm:pt modelId="{177297A4-E5D7-483F-B07C-ED4E2B8F5FFA}" type="sibTrans" cxnId="{FF4CA78D-19E8-4D8F-8012-715528E51F54}">
      <dgm:prSet/>
      <dgm:spPr/>
      <dgm:t>
        <a:bodyPr/>
        <a:lstStyle/>
        <a:p>
          <a:endParaRPr lang="uk-UA"/>
        </a:p>
      </dgm:t>
    </dgm:pt>
    <dgm:pt modelId="{2805E906-C3F3-4477-88D7-C3FC491A3D4F}" type="pres">
      <dgm:prSet presAssocID="{784458B7-AC0B-4464-90CB-1CA5769ECA49}" presName="linear" presStyleCnt="0">
        <dgm:presLayoutVars>
          <dgm:animLvl val="lvl"/>
          <dgm:resizeHandles val="exact"/>
        </dgm:presLayoutVars>
      </dgm:prSet>
      <dgm:spPr/>
    </dgm:pt>
    <dgm:pt modelId="{09C0B1E4-F6FC-4F04-A63B-B17E58B05C2F}" type="pres">
      <dgm:prSet presAssocID="{3D626BDF-AA57-48A1-AA7E-24F8F918445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82E28A-AB12-4F8F-8677-B61BEC33807A}" type="pres">
      <dgm:prSet presAssocID="{227C19EE-8CC6-40B9-8102-795322F47C97}" presName="spacer" presStyleCnt="0"/>
      <dgm:spPr/>
    </dgm:pt>
    <dgm:pt modelId="{121A7545-4415-47C6-A044-D6371F05F907}" type="pres">
      <dgm:prSet presAssocID="{10EFEFE7-E88C-4E1E-99DB-49F842D568C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28CF96-1103-475D-B347-23D838EA9ADA}" type="pres">
      <dgm:prSet presAssocID="{556E6E1E-F908-498A-BBA9-DEA6098F611C}" presName="spacer" presStyleCnt="0"/>
      <dgm:spPr/>
    </dgm:pt>
    <dgm:pt modelId="{A97F1C70-9CB8-4295-83F0-17946D31A587}" type="pres">
      <dgm:prSet presAssocID="{4C9E3B63-3377-449D-B076-C7F2C3EBFD0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89F5DD-48BA-44D1-9120-791759A718F7}" type="pres">
      <dgm:prSet presAssocID="{70CE9E58-E736-4A89-95EE-57882EAD5C2D}" presName="spacer" presStyleCnt="0"/>
      <dgm:spPr/>
    </dgm:pt>
    <dgm:pt modelId="{CA6645CD-31B8-4D30-BB47-12C40038546A}" type="pres">
      <dgm:prSet presAssocID="{F43E4C74-EB10-4115-AE24-367935A66B4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FC1919-63BE-4A76-9D0F-33E6CC8FFD03}" type="presOf" srcId="{10EFEFE7-E88C-4E1E-99DB-49F842D568C4}" destId="{121A7545-4415-47C6-A044-D6371F05F907}" srcOrd="0" destOrd="0" presId="urn:microsoft.com/office/officeart/2005/8/layout/vList2"/>
    <dgm:cxn modelId="{92D27A29-120F-43E2-B1FE-2C049B294A60}" srcId="{784458B7-AC0B-4464-90CB-1CA5769ECA49}" destId="{3D626BDF-AA57-48A1-AA7E-24F8F918445C}" srcOrd="0" destOrd="0" parTransId="{403983CD-FBA7-4861-8B37-B787281D1C6A}" sibTransId="{227C19EE-8CC6-40B9-8102-795322F47C97}"/>
    <dgm:cxn modelId="{94564439-74B5-47E6-9D3B-5B73EB3F1924}" type="presOf" srcId="{4C9E3B63-3377-449D-B076-C7F2C3EBFD07}" destId="{A97F1C70-9CB8-4295-83F0-17946D31A587}" srcOrd="0" destOrd="0" presId="urn:microsoft.com/office/officeart/2005/8/layout/vList2"/>
    <dgm:cxn modelId="{30C1B679-5F5E-4ABD-9E8C-BBDFD2D1213F}" type="presOf" srcId="{F43E4C74-EB10-4115-AE24-367935A66B49}" destId="{CA6645CD-31B8-4D30-BB47-12C40038546A}" srcOrd="0" destOrd="0" presId="urn:microsoft.com/office/officeart/2005/8/layout/vList2"/>
    <dgm:cxn modelId="{FF4CA78D-19E8-4D8F-8012-715528E51F54}" srcId="{784458B7-AC0B-4464-90CB-1CA5769ECA49}" destId="{F43E4C74-EB10-4115-AE24-367935A66B49}" srcOrd="3" destOrd="0" parTransId="{7F3ED2D5-A188-49DF-82FB-8623B1336517}" sibTransId="{177297A4-E5D7-483F-B07C-ED4E2B8F5FFA}"/>
    <dgm:cxn modelId="{4DE62195-7317-4084-93C9-5298F0CA4643}" type="presOf" srcId="{3D626BDF-AA57-48A1-AA7E-24F8F918445C}" destId="{09C0B1E4-F6FC-4F04-A63B-B17E58B05C2F}" srcOrd="0" destOrd="0" presId="urn:microsoft.com/office/officeart/2005/8/layout/vList2"/>
    <dgm:cxn modelId="{BC0ABBDA-B7D5-4C4A-A51D-8141B2E0FB6E}" type="presOf" srcId="{784458B7-AC0B-4464-90CB-1CA5769ECA49}" destId="{2805E906-C3F3-4477-88D7-C3FC491A3D4F}" srcOrd="0" destOrd="0" presId="urn:microsoft.com/office/officeart/2005/8/layout/vList2"/>
    <dgm:cxn modelId="{FCEEC8EA-1C5A-4819-90A5-7766DF3F9813}" srcId="{784458B7-AC0B-4464-90CB-1CA5769ECA49}" destId="{4C9E3B63-3377-449D-B076-C7F2C3EBFD07}" srcOrd="2" destOrd="0" parTransId="{AD9F044B-3FE1-4224-9DCE-77514A122221}" sibTransId="{70CE9E58-E736-4A89-95EE-57882EAD5C2D}"/>
    <dgm:cxn modelId="{A84CC1EE-EAEC-48CE-A54D-5E16BDBA92AC}" srcId="{784458B7-AC0B-4464-90CB-1CA5769ECA49}" destId="{10EFEFE7-E88C-4E1E-99DB-49F842D568C4}" srcOrd="1" destOrd="0" parTransId="{4549441D-68E6-404B-A435-A828168AAFB9}" sibTransId="{556E6E1E-F908-498A-BBA9-DEA6098F611C}"/>
    <dgm:cxn modelId="{A1359CAD-D900-4D6D-AEF3-DFF55F87C1C8}" type="presParOf" srcId="{2805E906-C3F3-4477-88D7-C3FC491A3D4F}" destId="{09C0B1E4-F6FC-4F04-A63B-B17E58B05C2F}" srcOrd="0" destOrd="0" presId="urn:microsoft.com/office/officeart/2005/8/layout/vList2"/>
    <dgm:cxn modelId="{CF6A800D-CFBF-4BA8-92DB-5A24DCF1C5AD}" type="presParOf" srcId="{2805E906-C3F3-4477-88D7-C3FC491A3D4F}" destId="{B582E28A-AB12-4F8F-8677-B61BEC33807A}" srcOrd="1" destOrd="0" presId="urn:microsoft.com/office/officeart/2005/8/layout/vList2"/>
    <dgm:cxn modelId="{A035FB6E-52F6-414F-BA49-4EE2C14A43E6}" type="presParOf" srcId="{2805E906-C3F3-4477-88D7-C3FC491A3D4F}" destId="{121A7545-4415-47C6-A044-D6371F05F907}" srcOrd="2" destOrd="0" presId="urn:microsoft.com/office/officeart/2005/8/layout/vList2"/>
    <dgm:cxn modelId="{4008F04D-127B-4109-9222-3AF7B711DF01}" type="presParOf" srcId="{2805E906-C3F3-4477-88D7-C3FC491A3D4F}" destId="{3628CF96-1103-475D-B347-23D838EA9ADA}" srcOrd="3" destOrd="0" presId="urn:microsoft.com/office/officeart/2005/8/layout/vList2"/>
    <dgm:cxn modelId="{DA7D1372-75B8-4884-9B62-E0B2F94613A8}" type="presParOf" srcId="{2805E906-C3F3-4477-88D7-C3FC491A3D4F}" destId="{A97F1C70-9CB8-4295-83F0-17946D31A587}" srcOrd="4" destOrd="0" presId="urn:microsoft.com/office/officeart/2005/8/layout/vList2"/>
    <dgm:cxn modelId="{48C6D1A7-5C9D-4AA6-B3B4-AA07B031860C}" type="presParOf" srcId="{2805E906-C3F3-4477-88D7-C3FC491A3D4F}" destId="{2789F5DD-48BA-44D1-9120-791759A718F7}" srcOrd="5" destOrd="0" presId="urn:microsoft.com/office/officeart/2005/8/layout/vList2"/>
    <dgm:cxn modelId="{89B3FC54-F5C2-4C9B-A29D-4EA4E268AFB8}" type="presParOf" srcId="{2805E906-C3F3-4477-88D7-C3FC491A3D4F}" destId="{CA6645CD-31B8-4D30-BB47-12C4003854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B15FF8F-6B35-4F83-9C10-B3308EFC8082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6711838-EA95-431B-9D4E-599921FD2BEA}">
      <dgm:prSet/>
      <dgm:spPr/>
      <dgm:t>
        <a:bodyPr/>
        <a:lstStyle/>
        <a:p>
          <a:r>
            <a:rPr lang="ru-RU" b="0" i="0"/>
            <a:t>1914 р.</a:t>
          </a:r>
          <a:endParaRPr lang="uk-UA"/>
        </a:p>
      </dgm:t>
    </dgm:pt>
    <dgm:pt modelId="{408D18AC-A34B-45BD-948B-5E04E2F93268}" type="parTrans" cxnId="{8FC682D2-5936-4A5C-816D-39DE76A4D67E}">
      <dgm:prSet/>
      <dgm:spPr/>
      <dgm:t>
        <a:bodyPr/>
        <a:lstStyle/>
        <a:p>
          <a:endParaRPr lang="uk-UA"/>
        </a:p>
      </dgm:t>
    </dgm:pt>
    <dgm:pt modelId="{F60C45F2-6388-44DC-9F40-09E192818A43}" type="sibTrans" cxnId="{8FC682D2-5936-4A5C-816D-39DE76A4D67E}">
      <dgm:prSet/>
      <dgm:spPr/>
      <dgm:t>
        <a:bodyPr/>
        <a:lstStyle/>
        <a:p>
          <a:endParaRPr lang="uk-UA"/>
        </a:p>
      </dgm:t>
    </dgm:pt>
    <dgm:pt modelId="{1E7F04BD-7E0E-401C-8E05-1E44AC8879DA}">
      <dgm:prSet/>
      <dgm:spPr/>
      <dgm:t>
        <a:bodyPr/>
        <a:lstStyle/>
        <a:p>
          <a:r>
            <a:rPr lang="ru-RU" b="0" i="0"/>
            <a:t>1915 р.</a:t>
          </a:r>
          <a:endParaRPr lang="uk-UA"/>
        </a:p>
      </dgm:t>
    </dgm:pt>
    <dgm:pt modelId="{848AA1A7-0469-49A7-A1A3-83BD9BA145B7}" type="parTrans" cxnId="{47690FB8-55C3-497B-85CD-97D4B3EA08B2}">
      <dgm:prSet/>
      <dgm:spPr/>
      <dgm:t>
        <a:bodyPr/>
        <a:lstStyle/>
        <a:p>
          <a:endParaRPr lang="uk-UA"/>
        </a:p>
      </dgm:t>
    </dgm:pt>
    <dgm:pt modelId="{4882B54C-8FE5-4062-A95B-3084F75F69D6}" type="sibTrans" cxnId="{47690FB8-55C3-497B-85CD-97D4B3EA08B2}">
      <dgm:prSet/>
      <dgm:spPr/>
      <dgm:t>
        <a:bodyPr/>
        <a:lstStyle/>
        <a:p>
          <a:endParaRPr lang="uk-UA"/>
        </a:p>
      </dgm:t>
    </dgm:pt>
    <dgm:pt modelId="{4AE42636-87DD-458F-9869-C3AB512246C5}">
      <dgm:prSet/>
      <dgm:spPr/>
      <dgm:t>
        <a:bodyPr/>
        <a:lstStyle/>
        <a:p>
          <a:r>
            <a:rPr lang="ru-RU" b="0" i="0"/>
            <a:t>1916 р.</a:t>
          </a:r>
          <a:endParaRPr lang="uk-UA"/>
        </a:p>
      </dgm:t>
    </dgm:pt>
    <dgm:pt modelId="{DC582D47-30ED-4045-BEE5-7C47BE7CBB6B}" type="parTrans" cxnId="{E9001F41-D53C-41C4-9ABF-D75C5CAAA844}">
      <dgm:prSet/>
      <dgm:spPr/>
      <dgm:t>
        <a:bodyPr/>
        <a:lstStyle/>
        <a:p>
          <a:endParaRPr lang="uk-UA"/>
        </a:p>
      </dgm:t>
    </dgm:pt>
    <dgm:pt modelId="{F6CA3659-AF1F-4CC9-8CD2-93E463513349}" type="sibTrans" cxnId="{E9001F41-D53C-41C4-9ABF-D75C5CAAA844}">
      <dgm:prSet/>
      <dgm:spPr/>
      <dgm:t>
        <a:bodyPr/>
        <a:lstStyle/>
        <a:p>
          <a:endParaRPr lang="uk-UA"/>
        </a:p>
      </dgm:t>
    </dgm:pt>
    <dgm:pt modelId="{2C73A1CB-9695-463F-8F19-3616AD60B86B}">
      <dgm:prSet/>
      <dgm:spPr/>
      <dgm:t>
        <a:bodyPr/>
        <a:lstStyle/>
        <a:p>
          <a:r>
            <a:rPr lang="ru-RU" b="0" i="0"/>
            <a:t>1917 р.</a:t>
          </a:r>
          <a:endParaRPr lang="uk-UA"/>
        </a:p>
      </dgm:t>
    </dgm:pt>
    <dgm:pt modelId="{51032BF6-191B-49A4-BF0D-7E39CA32FBC2}" type="parTrans" cxnId="{DD2200C6-DBC4-4F2C-8E3F-23B72E685DA0}">
      <dgm:prSet/>
      <dgm:spPr/>
      <dgm:t>
        <a:bodyPr/>
        <a:lstStyle/>
        <a:p>
          <a:endParaRPr lang="uk-UA"/>
        </a:p>
      </dgm:t>
    </dgm:pt>
    <dgm:pt modelId="{2C7D1130-2495-4AFF-98FA-B2E8D4ED65A4}" type="sibTrans" cxnId="{DD2200C6-DBC4-4F2C-8E3F-23B72E685DA0}">
      <dgm:prSet/>
      <dgm:spPr/>
      <dgm:t>
        <a:bodyPr/>
        <a:lstStyle/>
        <a:p>
          <a:endParaRPr lang="uk-UA"/>
        </a:p>
      </dgm:t>
    </dgm:pt>
    <dgm:pt modelId="{D5C214B2-DE6D-4533-96F0-2B61BF00962F}">
      <dgm:prSet/>
      <dgm:spPr/>
      <dgm:t>
        <a:bodyPr/>
        <a:lstStyle/>
        <a:p>
          <a:r>
            <a:rPr lang="ru-RU" b="0" i="0"/>
            <a:t>1918 р.</a:t>
          </a:r>
          <a:endParaRPr lang="uk-UA"/>
        </a:p>
      </dgm:t>
    </dgm:pt>
    <dgm:pt modelId="{EFC61EBD-B2AC-4E6E-98EB-4FF444E5E407}" type="parTrans" cxnId="{397C376B-24B8-410C-835D-555520565D6F}">
      <dgm:prSet/>
      <dgm:spPr/>
      <dgm:t>
        <a:bodyPr/>
        <a:lstStyle/>
        <a:p>
          <a:endParaRPr lang="uk-UA"/>
        </a:p>
      </dgm:t>
    </dgm:pt>
    <dgm:pt modelId="{CF21509B-38F8-4C70-B8AE-BBD4231C801A}" type="sibTrans" cxnId="{397C376B-24B8-410C-835D-555520565D6F}">
      <dgm:prSet/>
      <dgm:spPr/>
      <dgm:t>
        <a:bodyPr/>
        <a:lstStyle/>
        <a:p>
          <a:endParaRPr lang="uk-UA"/>
        </a:p>
      </dgm:t>
    </dgm:pt>
    <dgm:pt modelId="{0AD0EDEE-7E8F-4FFE-A4B4-E67EFC8986E2}" type="pres">
      <dgm:prSet presAssocID="{7B15FF8F-6B35-4F83-9C10-B3308EFC8082}" presName="compositeShape" presStyleCnt="0">
        <dgm:presLayoutVars>
          <dgm:chMax val="7"/>
          <dgm:dir/>
          <dgm:resizeHandles val="exact"/>
        </dgm:presLayoutVars>
      </dgm:prSet>
      <dgm:spPr/>
    </dgm:pt>
    <dgm:pt modelId="{32996E87-E70F-48BA-8555-EC63CA6CDB36}" type="pres">
      <dgm:prSet presAssocID="{56711838-EA95-431B-9D4E-599921FD2BEA}" presName="circ1" presStyleLbl="vennNode1" presStyleIdx="0" presStyleCnt="5"/>
      <dgm:spPr/>
    </dgm:pt>
    <dgm:pt modelId="{C351F94A-BDFC-40CA-95B4-927D66D7E3CF}" type="pres">
      <dgm:prSet presAssocID="{56711838-EA95-431B-9D4E-599921FD2BE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AEA0820-6014-47B9-BD3C-81452A53BF64}" type="pres">
      <dgm:prSet presAssocID="{1E7F04BD-7E0E-401C-8E05-1E44AC8879DA}" presName="circ2" presStyleLbl="vennNode1" presStyleIdx="1" presStyleCnt="5"/>
      <dgm:spPr/>
    </dgm:pt>
    <dgm:pt modelId="{9BE57AB9-63FC-4689-883A-661F1DA43786}" type="pres">
      <dgm:prSet presAssocID="{1E7F04BD-7E0E-401C-8E05-1E44AC8879DA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92AE3BC-EC34-455D-9A77-A1D92E4CB0AE}" type="pres">
      <dgm:prSet presAssocID="{4AE42636-87DD-458F-9869-C3AB512246C5}" presName="circ3" presStyleLbl="vennNode1" presStyleIdx="2" presStyleCnt="5"/>
      <dgm:spPr/>
    </dgm:pt>
    <dgm:pt modelId="{16D6090F-FE15-423F-807F-3ACE9BF916C3}" type="pres">
      <dgm:prSet presAssocID="{4AE42636-87DD-458F-9869-C3AB512246C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CE9515A-17CB-47A1-A1CD-09D19D4E498E}" type="pres">
      <dgm:prSet presAssocID="{2C73A1CB-9695-463F-8F19-3616AD60B86B}" presName="circ4" presStyleLbl="vennNode1" presStyleIdx="3" presStyleCnt="5"/>
      <dgm:spPr/>
    </dgm:pt>
    <dgm:pt modelId="{80957F50-248C-428D-AEF0-D4F1452B172D}" type="pres">
      <dgm:prSet presAssocID="{2C73A1CB-9695-463F-8F19-3616AD60B86B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53A2AEB-56B3-4782-8DEE-5E6E9DE4D7F6}" type="pres">
      <dgm:prSet presAssocID="{D5C214B2-DE6D-4533-96F0-2B61BF00962F}" presName="circ5" presStyleLbl="vennNode1" presStyleIdx="4" presStyleCnt="5"/>
      <dgm:spPr/>
    </dgm:pt>
    <dgm:pt modelId="{0C4CFBA8-CE99-4FCC-891A-3DFB41B2D98B}" type="pres">
      <dgm:prSet presAssocID="{D5C214B2-DE6D-4533-96F0-2B61BF00962F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2036BF2C-464B-4AFA-B65E-D1E9C169A0A2}" type="presOf" srcId="{4AE42636-87DD-458F-9869-C3AB512246C5}" destId="{16D6090F-FE15-423F-807F-3ACE9BF916C3}" srcOrd="0" destOrd="0" presId="urn:microsoft.com/office/officeart/2005/8/layout/venn1"/>
    <dgm:cxn modelId="{1E4CBA3E-B840-46A0-B309-E1F525F99CAE}" type="presOf" srcId="{56711838-EA95-431B-9D4E-599921FD2BEA}" destId="{C351F94A-BDFC-40CA-95B4-927D66D7E3CF}" srcOrd="0" destOrd="0" presId="urn:microsoft.com/office/officeart/2005/8/layout/venn1"/>
    <dgm:cxn modelId="{E9001F41-D53C-41C4-9ABF-D75C5CAAA844}" srcId="{7B15FF8F-6B35-4F83-9C10-B3308EFC8082}" destId="{4AE42636-87DD-458F-9869-C3AB512246C5}" srcOrd="2" destOrd="0" parTransId="{DC582D47-30ED-4045-BEE5-7C47BE7CBB6B}" sibTransId="{F6CA3659-AF1F-4CC9-8CD2-93E463513349}"/>
    <dgm:cxn modelId="{397C376B-24B8-410C-835D-555520565D6F}" srcId="{7B15FF8F-6B35-4F83-9C10-B3308EFC8082}" destId="{D5C214B2-DE6D-4533-96F0-2B61BF00962F}" srcOrd="4" destOrd="0" parTransId="{EFC61EBD-B2AC-4E6E-98EB-4FF444E5E407}" sibTransId="{CF21509B-38F8-4C70-B8AE-BBD4231C801A}"/>
    <dgm:cxn modelId="{243E186C-7BCF-4C33-AB67-FACAFDD499B1}" type="presOf" srcId="{1E7F04BD-7E0E-401C-8E05-1E44AC8879DA}" destId="{9BE57AB9-63FC-4689-883A-661F1DA43786}" srcOrd="0" destOrd="0" presId="urn:microsoft.com/office/officeart/2005/8/layout/venn1"/>
    <dgm:cxn modelId="{BFEAE0AD-4944-4AF7-BF9B-93977BC06F73}" type="presOf" srcId="{2C73A1CB-9695-463F-8F19-3616AD60B86B}" destId="{80957F50-248C-428D-AEF0-D4F1452B172D}" srcOrd="0" destOrd="0" presId="urn:microsoft.com/office/officeart/2005/8/layout/venn1"/>
    <dgm:cxn modelId="{6793E0B0-3D9B-4D44-89E0-D081836FAC00}" type="presOf" srcId="{7B15FF8F-6B35-4F83-9C10-B3308EFC8082}" destId="{0AD0EDEE-7E8F-4FFE-A4B4-E67EFC8986E2}" srcOrd="0" destOrd="0" presId="urn:microsoft.com/office/officeart/2005/8/layout/venn1"/>
    <dgm:cxn modelId="{47690FB8-55C3-497B-85CD-97D4B3EA08B2}" srcId="{7B15FF8F-6B35-4F83-9C10-B3308EFC8082}" destId="{1E7F04BD-7E0E-401C-8E05-1E44AC8879DA}" srcOrd="1" destOrd="0" parTransId="{848AA1A7-0469-49A7-A1A3-83BD9BA145B7}" sibTransId="{4882B54C-8FE5-4062-A95B-3084F75F69D6}"/>
    <dgm:cxn modelId="{DD2200C6-DBC4-4F2C-8E3F-23B72E685DA0}" srcId="{7B15FF8F-6B35-4F83-9C10-B3308EFC8082}" destId="{2C73A1CB-9695-463F-8F19-3616AD60B86B}" srcOrd="3" destOrd="0" parTransId="{51032BF6-191B-49A4-BF0D-7E39CA32FBC2}" sibTransId="{2C7D1130-2495-4AFF-98FA-B2E8D4ED65A4}"/>
    <dgm:cxn modelId="{9844AFC7-6774-4E5A-9934-B71926E7CCEA}" type="presOf" srcId="{D5C214B2-DE6D-4533-96F0-2B61BF00962F}" destId="{0C4CFBA8-CE99-4FCC-891A-3DFB41B2D98B}" srcOrd="0" destOrd="0" presId="urn:microsoft.com/office/officeart/2005/8/layout/venn1"/>
    <dgm:cxn modelId="{8FC682D2-5936-4A5C-816D-39DE76A4D67E}" srcId="{7B15FF8F-6B35-4F83-9C10-B3308EFC8082}" destId="{56711838-EA95-431B-9D4E-599921FD2BEA}" srcOrd="0" destOrd="0" parTransId="{408D18AC-A34B-45BD-948B-5E04E2F93268}" sibTransId="{F60C45F2-6388-44DC-9F40-09E192818A43}"/>
    <dgm:cxn modelId="{328E9498-2791-4F68-B219-D568F66A02F9}" type="presParOf" srcId="{0AD0EDEE-7E8F-4FFE-A4B4-E67EFC8986E2}" destId="{32996E87-E70F-48BA-8555-EC63CA6CDB36}" srcOrd="0" destOrd="0" presId="urn:microsoft.com/office/officeart/2005/8/layout/venn1"/>
    <dgm:cxn modelId="{2190B62E-387B-4D49-888B-F42FE3888BAA}" type="presParOf" srcId="{0AD0EDEE-7E8F-4FFE-A4B4-E67EFC8986E2}" destId="{C351F94A-BDFC-40CA-95B4-927D66D7E3CF}" srcOrd="1" destOrd="0" presId="urn:microsoft.com/office/officeart/2005/8/layout/venn1"/>
    <dgm:cxn modelId="{1E01F3FD-3B43-4492-8E30-6EC2882957AA}" type="presParOf" srcId="{0AD0EDEE-7E8F-4FFE-A4B4-E67EFC8986E2}" destId="{EAEA0820-6014-47B9-BD3C-81452A53BF64}" srcOrd="2" destOrd="0" presId="urn:microsoft.com/office/officeart/2005/8/layout/venn1"/>
    <dgm:cxn modelId="{CD595D92-E4C5-4BF4-B363-B18F5B7A3173}" type="presParOf" srcId="{0AD0EDEE-7E8F-4FFE-A4B4-E67EFC8986E2}" destId="{9BE57AB9-63FC-4689-883A-661F1DA43786}" srcOrd="3" destOrd="0" presId="urn:microsoft.com/office/officeart/2005/8/layout/venn1"/>
    <dgm:cxn modelId="{3F7E6FDA-C7BF-4F86-93F1-6022C946288E}" type="presParOf" srcId="{0AD0EDEE-7E8F-4FFE-A4B4-E67EFC8986E2}" destId="{092AE3BC-EC34-455D-9A77-A1D92E4CB0AE}" srcOrd="4" destOrd="0" presId="urn:microsoft.com/office/officeart/2005/8/layout/venn1"/>
    <dgm:cxn modelId="{3F33A654-8FC0-4B7A-825C-E408B712CF10}" type="presParOf" srcId="{0AD0EDEE-7E8F-4FFE-A4B4-E67EFC8986E2}" destId="{16D6090F-FE15-423F-807F-3ACE9BF916C3}" srcOrd="5" destOrd="0" presId="urn:microsoft.com/office/officeart/2005/8/layout/venn1"/>
    <dgm:cxn modelId="{07BC7E1D-343C-4307-9951-0504DD89764D}" type="presParOf" srcId="{0AD0EDEE-7E8F-4FFE-A4B4-E67EFC8986E2}" destId="{DCE9515A-17CB-47A1-A1CD-09D19D4E498E}" srcOrd="6" destOrd="0" presId="urn:microsoft.com/office/officeart/2005/8/layout/venn1"/>
    <dgm:cxn modelId="{8CCBD7FF-0099-4544-AFCD-AE17991530B1}" type="presParOf" srcId="{0AD0EDEE-7E8F-4FFE-A4B4-E67EFC8986E2}" destId="{80957F50-248C-428D-AEF0-D4F1452B172D}" srcOrd="7" destOrd="0" presId="urn:microsoft.com/office/officeart/2005/8/layout/venn1"/>
    <dgm:cxn modelId="{79F2F69F-6322-43CC-9966-138A4886B53E}" type="presParOf" srcId="{0AD0EDEE-7E8F-4FFE-A4B4-E67EFC8986E2}" destId="{553A2AEB-56B3-4782-8DEE-5E6E9DE4D7F6}" srcOrd="8" destOrd="0" presId="urn:microsoft.com/office/officeart/2005/8/layout/venn1"/>
    <dgm:cxn modelId="{B11606A1-E69B-40E5-BAAA-141E3E6436F7}" type="presParOf" srcId="{0AD0EDEE-7E8F-4FFE-A4B4-E67EFC8986E2}" destId="{0C4CFBA8-CE99-4FCC-891A-3DFB41B2D98B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B0DAD67-ACF3-4938-8C88-73AD419E30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126C53F-1E65-4563-86CF-B599E6509A6C}">
      <dgm:prSet/>
      <dgm:spPr/>
      <dgm:t>
        <a:bodyPr/>
        <a:lstStyle/>
        <a:p>
          <a:r>
            <a:rPr lang="uk-UA" b="0" i="0"/>
            <a:t>підтримувала його патріотичні настрої</a:t>
          </a:r>
          <a:endParaRPr lang="uk-UA"/>
        </a:p>
      </dgm:t>
    </dgm:pt>
    <dgm:pt modelId="{63EE49D7-AA20-4461-B641-FFF4CE6E2C81}" type="parTrans" cxnId="{8E73FA38-DAF5-44A0-9ED1-51EBB150BA93}">
      <dgm:prSet/>
      <dgm:spPr/>
      <dgm:t>
        <a:bodyPr/>
        <a:lstStyle/>
        <a:p>
          <a:endParaRPr lang="uk-UA"/>
        </a:p>
      </dgm:t>
    </dgm:pt>
    <dgm:pt modelId="{D64819F5-85E2-4858-B543-CAE6B63EB5F1}" type="sibTrans" cxnId="{8E73FA38-DAF5-44A0-9ED1-51EBB150BA93}">
      <dgm:prSet/>
      <dgm:spPr/>
      <dgm:t>
        <a:bodyPr/>
        <a:lstStyle/>
        <a:p>
          <a:endParaRPr lang="uk-UA"/>
        </a:p>
      </dgm:t>
    </dgm:pt>
    <dgm:pt modelId="{C57EC289-941D-4CA0-8A6F-E17CD044E7FF}">
      <dgm:prSet/>
      <dgm:spPr/>
      <dgm:t>
        <a:bodyPr/>
        <a:lstStyle/>
        <a:p>
          <a:r>
            <a:rPr lang="uk-UA" b="0" i="0"/>
            <a:t>не звертала уваги на його існування</a:t>
          </a:r>
          <a:endParaRPr lang="uk-UA"/>
        </a:p>
      </dgm:t>
    </dgm:pt>
    <dgm:pt modelId="{D6C222D5-8DDF-480B-B4E9-CEF4D1DE5645}" type="parTrans" cxnId="{14B7E275-95DC-4C58-ADD3-6F9E865BA17F}">
      <dgm:prSet/>
      <dgm:spPr/>
      <dgm:t>
        <a:bodyPr/>
        <a:lstStyle/>
        <a:p>
          <a:endParaRPr lang="uk-UA"/>
        </a:p>
      </dgm:t>
    </dgm:pt>
    <dgm:pt modelId="{90F43E40-C644-474A-AB00-E037FBFBAFE2}" type="sibTrans" cxnId="{14B7E275-95DC-4C58-ADD3-6F9E865BA17F}">
      <dgm:prSet/>
      <dgm:spPr/>
      <dgm:t>
        <a:bodyPr/>
        <a:lstStyle/>
        <a:p>
          <a:endParaRPr lang="uk-UA"/>
        </a:p>
      </dgm:t>
    </dgm:pt>
    <dgm:pt modelId="{5A1C088E-0222-4274-A038-103ACAC698FB}">
      <dgm:prSet/>
      <dgm:spPr/>
      <dgm:t>
        <a:bodyPr/>
        <a:lstStyle/>
        <a:p>
          <a:r>
            <a:rPr lang="uk-UA" b="0" i="0"/>
            <a:t>посилювала репресії проти нього</a:t>
          </a:r>
          <a:endParaRPr lang="uk-UA"/>
        </a:p>
      </dgm:t>
    </dgm:pt>
    <dgm:pt modelId="{6FAF2F09-DDBC-4FEA-B4FE-F8B36A66B69D}" type="parTrans" cxnId="{AF3666D8-09D2-4A42-9F62-7B5274DFDDAC}">
      <dgm:prSet/>
      <dgm:spPr/>
      <dgm:t>
        <a:bodyPr/>
        <a:lstStyle/>
        <a:p>
          <a:endParaRPr lang="uk-UA"/>
        </a:p>
      </dgm:t>
    </dgm:pt>
    <dgm:pt modelId="{FE1BF9E9-3153-4ED6-829B-A56BCAFDACEA}" type="sibTrans" cxnId="{AF3666D8-09D2-4A42-9F62-7B5274DFDDAC}">
      <dgm:prSet/>
      <dgm:spPr/>
      <dgm:t>
        <a:bodyPr/>
        <a:lstStyle/>
        <a:p>
          <a:endParaRPr lang="uk-UA"/>
        </a:p>
      </dgm:t>
    </dgm:pt>
    <dgm:pt modelId="{B81B406E-1F3C-4C97-9C57-3CC6EDA41C62}">
      <dgm:prSet/>
      <dgm:spPr/>
      <dgm:t>
        <a:bodyPr/>
        <a:lstStyle/>
        <a:p>
          <a:r>
            <a:rPr lang="uk-UA" b="0" i="0"/>
            <a:t>надавала додаткові можливості для його розвитку</a:t>
          </a:r>
          <a:endParaRPr lang="uk-UA"/>
        </a:p>
      </dgm:t>
    </dgm:pt>
    <dgm:pt modelId="{901147F5-3571-4277-B876-75686DA6AB7C}" type="parTrans" cxnId="{41232E60-52C3-4D1C-94BB-B6FDD8E53523}">
      <dgm:prSet/>
      <dgm:spPr/>
      <dgm:t>
        <a:bodyPr/>
        <a:lstStyle/>
        <a:p>
          <a:endParaRPr lang="uk-UA"/>
        </a:p>
      </dgm:t>
    </dgm:pt>
    <dgm:pt modelId="{65ABAE6D-F180-4C0E-A114-CEDEB77A038F}" type="sibTrans" cxnId="{41232E60-52C3-4D1C-94BB-B6FDD8E53523}">
      <dgm:prSet/>
      <dgm:spPr/>
      <dgm:t>
        <a:bodyPr/>
        <a:lstStyle/>
        <a:p>
          <a:endParaRPr lang="uk-UA"/>
        </a:p>
      </dgm:t>
    </dgm:pt>
    <dgm:pt modelId="{2CBACC94-511E-4E93-B250-4DA7B4084708}" type="pres">
      <dgm:prSet presAssocID="{9B0DAD67-ACF3-4938-8C88-73AD419E306F}" presName="linear" presStyleCnt="0">
        <dgm:presLayoutVars>
          <dgm:animLvl val="lvl"/>
          <dgm:resizeHandles val="exact"/>
        </dgm:presLayoutVars>
      </dgm:prSet>
      <dgm:spPr/>
    </dgm:pt>
    <dgm:pt modelId="{CE97B5BE-6D3B-4945-ADCB-1E0790175CBB}" type="pres">
      <dgm:prSet presAssocID="{5126C53F-1E65-4563-86CF-B599E6509A6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9EEE8F2-EFF8-4D05-A2C9-F93CFDC5D7CD}" type="pres">
      <dgm:prSet presAssocID="{D64819F5-85E2-4858-B543-CAE6B63EB5F1}" presName="spacer" presStyleCnt="0"/>
      <dgm:spPr/>
    </dgm:pt>
    <dgm:pt modelId="{EA38E826-EF0C-4380-8DB7-6C4EB25ACF81}" type="pres">
      <dgm:prSet presAssocID="{C57EC289-941D-4CA0-8A6F-E17CD044E7F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6FE97D4-433C-4F77-B4A0-54F7EC4D0E96}" type="pres">
      <dgm:prSet presAssocID="{90F43E40-C644-474A-AB00-E037FBFBAFE2}" presName="spacer" presStyleCnt="0"/>
      <dgm:spPr/>
    </dgm:pt>
    <dgm:pt modelId="{3EFE90BC-2AA6-4974-871A-A18804B029AD}" type="pres">
      <dgm:prSet presAssocID="{5A1C088E-0222-4274-A038-103ACAC698F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EFC8D3-9CF6-4C22-AC10-3467F8C5B3D2}" type="pres">
      <dgm:prSet presAssocID="{FE1BF9E9-3153-4ED6-829B-A56BCAFDACEA}" presName="spacer" presStyleCnt="0"/>
      <dgm:spPr/>
    </dgm:pt>
    <dgm:pt modelId="{CC3CE9E0-04E7-4998-A4C8-FC1BA256B4A5}" type="pres">
      <dgm:prSet presAssocID="{B81B406E-1F3C-4C97-9C57-3CC6EDA41C6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1294D1C-CE85-41C6-86A2-9DE596361F78}" type="presOf" srcId="{5126C53F-1E65-4563-86CF-B599E6509A6C}" destId="{CE97B5BE-6D3B-4945-ADCB-1E0790175CBB}" srcOrd="0" destOrd="0" presId="urn:microsoft.com/office/officeart/2005/8/layout/vList2"/>
    <dgm:cxn modelId="{8E73FA38-DAF5-44A0-9ED1-51EBB150BA93}" srcId="{9B0DAD67-ACF3-4938-8C88-73AD419E306F}" destId="{5126C53F-1E65-4563-86CF-B599E6509A6C}" srcOrd="0" destOrd="0" parTransId="{63EE49D7-AA20-4461-B641-FFF4CE6E2C81}" sibTransId="{D64819F5-85E2-4858-B543-CAE6B63EB5F1}"/>
    <dgm:cxn modelId="{7AABE340-6712-4F90-9D29-C493D0180461}" type="presOf" srcId="{5A1C088E-0222-4274-A038-103ACAC698FB}" destId="{3EFE90BC-2AA6-4974-871A-A18804B029AD}" srcOrd="0" destOrd="0" presId="urn:microsoft.com/office/officeart/2005/8/layout/vList2"/>
    <dgm:cxn modelId="{41232E60-52C3-4D1C-94BB-B6FDD8E53523}" srcId="{9B0DAD67-ACF3-4938-8C88-73AD419E306F}" destId="{B81B406E-1F3C-4C97-9C57-3CC6EDA41C62}" srcOrd="3" destOrd="0" parTransId="{901147F5-3571-4277-B876-75686DA6AB7C}" sibTransId="{65ABAE6D-F180-4C0E-A114-CEDEB77A038F}"/>
    <dgm:cxn modelId="{275C0772-2526-466D-9C87-74BA03B7D8E5}" type="presOf" srcId="{B81B406E-1F3C-4C97-9C57-3CC6EDA41C62}" destId="{CC3CE9E0-04E7-4998-A4C8-FC1BA256B4A5}" srcOrd="0" destOrd="0" presId="urn:microsoft.com/office/officeart/2005/8/layout/vList2"/>
    <dgm:cxn modelId="{14B7E275-95DC-4C58-ADD3-6F9E865BA17F}" srcId="{9B0DAD67-ACF3-4938-8C88-73AD419E306F}" destId="{C57EC289-941D-4CA0-8A6F-E17CD044E7FF}" srcOrd="1" destOrd="0" parTransId="{D6C222D5-8DDF-480B-B4E9-CEF4D1DE5645}" sibTransId="{90F43E40-C644-474A-AB00-E037FBFBAFE2}"/>
    <dgm:cxn modelId="{1246FBA7-7220-45B4-A2DB-9CE665439D00}" type="presOf" srcId="{C57EC289-941D-4CA0-8A6F-E17CD044E7FF}" destId="{EA38E826-EF0C-4380-8DB7-6C4EB25ACF81}" srcOrd="0" destOrd="0" presId="urn:microsoft.com/office/officeart/2005/8/layout/vList2"/>
    <dgm:cxn modelId="{1E107BB3-58A7-409D-9600-16A4BFB37D10}" type="presOf" srcId="{9B0DAD67-ACF3-4938-8C88-73AD419E306F}" destId="{2CBACC94-511E-4E93-B250-4DA7B4084708}" srcOrd="0" destOrd="0" presId="urn:microsoft.com/office/officeart/2005/8/layout/vList2"/>
    <dgm:cxn modelId="{AF3666D8-09D2-4A42-9F62-7B5274DFDDAC}" srcId="{9B0DAD67-ACF3-4938-8C88-73AD419E306F}" destId="{5A1C088E-0222-4274-A038-103ACAC698FB}" srcOrd="2" destOrd="0" parTransId="{6FAF2F09-DDBC-4FEA-B4FE-F8B36A66B69D}" sibTransId="{FE1BF9E9-3153-4ED6-829B-A56BCAFDACEA}"/>
    <dgm:cxn modelId="{3569A991-A636-4F25-8B02-FF411617D5B2}" type="presParOf" srcId="{2CBACC94-511E-4E93-B250-4DA7B4084708}" destId="{CE97B5BE-6D3B-4945-ADCB-1E0790175CBB}" srcOrd="0" destOrd="0" presId="urn:microsoft.com/office/officeart/2005/8/layout/vList2"/>
    <dgm:cxn modelId="{AFE0DEA7-E9EA-4168-888A-22F098AD4ECA}" type="presParOf" srcId="{2CBACC94-511E-4E93-B250-4DA7B4084708}" destId="{39EEE8F2-EFF8-4D05-A2C9-F93CFDC5D7CD}" srcOrd="1" destOrd="0" presId="urn:microsoft.com/office/officeart/2005/8/layout/vList2"/>
    <dgm:cxn modelId="{C93A2768-81E4-4662-B83B-D3D000786285}" type="presParOf" srcId="{2CBACC94-511E-4E93-B250-4DA7B4084708}" destId="{EA38E826-EF0C-4380-8DB7-6C4EB25ACF81}" srcOrd="2" destOrd="0" presId="urn:microsoft.com/office/officeart/2005/8/layout/vList2"/>
    <dgm:cxn modelId="{A17CEDCF-F3C7-47E3-B3A2-0B8320F51CA2}" type="presParOf" srcId="{2CBACC94-511E-4E93-B250-4DA7B4084708}" destId="{56FE97D4-433C-4F77-B4A0-54F7EC4D0E96}" srcOrd="3" destOrd="0" presId="urn:microsoft.com/office/officeart/2005/8/layout/vList2"/>
    <dgm:cxn modelId="{927065EE-6662-4BEC-956B-50359B20DB31}" type="presParOf" srcId="{2CBACC94-511E-4E93-B250-4DA7B4084708}" destId="{3EFE90BC-2AA6-4974-871A-A18804B029AD}" srcOrd="4" destOrd="0" presId="urn:microsoft.com/office/officeart/2005/8/layout/vList2"/>
    <dgm:cxn modelId="{5D7D2FE8-9953-4864-ACA5-47B72A5ADEC8}" type="presParOf" srcId="{2CBACC94-511E-4E93-B250-4DA7B4084708}" destId="{F4EFC8D3-9CF6-4C22-AC10-3467F8C5B3D2}" srcOrd="5" destOrd="0" presId="urn:microsoft.com/office/officeart/2005/8/layout/vList2"/>
    <dgm:cxn modelId="{464AED7D-39D4-489E-8D47-B233532039E3}" type="presParOf" srcId="{2CBACC94-511E-4E93-B250-4DA7B4084708}" destId="{CC3CE9E0-04E7-4998-A4C8-FC1BA256B4A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4AFA4DCB-62EC-4FFB-AD1E-6E87512250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30209A3-7E41-4C93-A909-A9CBEFB1EA21}">
      <dgm:prSet/>
      <dgm:spPr/>
      <dgm:t>
        <a:bodyPr/>
        <a:lstStyle/>
        <a:p>
          <a:r>
            <a:rPr lang="uk-UA" b="0" i="0"/>
            <a:t>зростання виробництва сільгосппродукції.</a:t>
          </a:r>
          <a:endParaRPr lang="uk-UA"/>
        </a:p>
      </dgm:t>
    </dgm:pt>
    <dgm:pt modelId="{E156773E-1F5D-4683-AB1E-D922EFE8E15F}" type="parTrans" cxnId="{9A7292C3-D1B4-4ED7-9240-F15494EA6BCE}">
      <dgm:prSet/>
      <dgm:spPr/>
      <dgm:t>
        <a:bodyPr/>
        <a:lstStyle/>
        <a:p>
          <a:endParaRPr lang="uk-UA"/>
        </a:p>
      </dgm:t>
    </dgm:pt>
    <dgm:pt modelId="{5FEB5DFD-5FD7-434E-81E9-EEF0ECBED29A}" type="sibTrans" cxnId="{9A7292C3-D1B4-4ED7-9240-F15494EA6BCE}">
      <dgm:prSet/>
      <dgm:spPr/>
      <dgm:t>
        <a:bodyPr/>
        <a:lstStyle/>
        <a:p>
          <a:endParaRPr lang="uk-UA"/>
        </a:p>
      </dgm:t>
    </dgm:pt>
    <dgm:pt modelId="{A0783082-A126-46DB-A6A4-4F17A55452B1}">
      <dgm:prSet/>
      <dgm:spPr/>
      <dgm:t>
        <a:bodyPr/>
        <a:lstStyle/>
        <a:p>
          <a:r>
            <a:rPr lang="uk-UA" b="0" i="0"/>
            <a:t>посилення інфляційних процесів в економіці.</a:t>
          </a:r>
          <a:endParaRPr lang="uk-UA"/>
        </a:p>
      </dgm:t>
    </dgm:pt>
    <dgm:pt modelId="{D16114BE-66CF-4147-A210-27B730A0D0F4}" type="parTrans" cxnId="{1A2B31A4-CA81-4347-B80F-97E4171196D2}">
      <dgm:prSet/>
      <dgm:spPr/>
      <dgm:t>
        <a:bodyPr/>
        <a:lstStyle/>
        <a:p>
          <a:endParaRPr lang="uk-UA"/>
        </a:p>
      </dgm:t>
    </dgm:pt>
    <dgm:pt modelId="{B1159322-8461-495E-BB60-104A6368F390}" type="sibTrans" cxnId="{1A2B31A4-CA81-4347-B80F-97E4171196D2}">
      <dgm:prSet/>
      <dgm:spPr/>
      <dgm:t>
        <a:bodyPr/>
        <a:lstStyle/>
        <a:p>
          <a:endParaRPr lang="uk-UA"/>
        </a:p>
      </dgm:t>
    </dgm:pt>
    <dgm:pt modelId="{452BFC4C-6EA9-4551-AA02-17B165612BFE}">
      <dgm:prSet/>
      <dgm:spPr/>
      <dgm:t>
        <a:bodyPr/>
        <a:lstStyle/>
        <a:p>
          <a:r>
            <a:rPr lang="uk-UA" b="0" i="0"/>
            <a:t>збільшення виробництва продуктів нафтопереробки.</a:t>
          </a:r>
          <a:endParaRPr lang="uk-UA"/>
        </a:p>
      </dgm:t>
    </dgm:pt>
    <dgm:pt modelId="{57F694B7-C010-4897-A897-A074B622A64E}" type="parTrans" cxnId="{FEFF66BE-08B3-4B0D-9E9D-5159ED58828A}">
      <dgm:prSet/>
      <dgm:spPr/>
      <dgm:t>
        <a:bodyPr/>
        <a:lstStyle/>
        <a:p>
          <a:endParaRPr lang="uk-UA"/>
        </a:p>
      </dgm:t>
    </dgm:pt>
    <dgm:pt modelId="{9EDE530F-EF09-4B45-9211-222A9D710F26}" type="sibTrans" cxnId="{FEFF66BE-08B3-4B0D-9E9D-5159ED58828A}">
      <dgm:prSet/>
      <dgm:spPr/>
      <dgm:t>
        <a:bodyPr/>
        <a:lstStyle/>
        <a:p>
          <a:endParaRPr lang="uk-UA"/>
        </a:p>
      </dgm:t>
    </dgm:pt>
    <dgm:pt modelId="{474611B8-241B-427E-A082-F4A76CBF5ADE}">
      <dgm:prSet/>
      <dgm:spPr/>
      <dgm:t>
        <a:bodyPr/>
        <a:lstStyle/>
        <a:p>
          <a:r>
            <a:rPr lang="uk-UA" b="0" i="0"/>
            <a:t>ліквідування механізмів державного регулювання економіки.</a:t>
          </a:r>
          <a:endParaRPr lang="uk-UA"/>
        </a:p>
      </dgm:t>
    </dgm:pt>
    <dgm:pt modelId="{B8BB7708-55B8-4923-BD1C-CA94C11A744E}" type="parTrans" cxnId="{69650371-CE70-4C63-823F-332342358F51}">
      <dgm:prSet/>
      <dgm:spPr/>
      <dgm:t>
        <a:bodyPr/>
        <a:lstStyle/>
        <a:p>
          <a:endParaRPr lang="uk-UA"/>
        </a:p>
      </dgm:t>
    </dgm:pt>
    <dgm:pt modelId="{A53D199E-41F3-4AF2-A884-9421A1C4E50A}" type="sibTrans" cxnId="{69650371-CE70-4C63-823F-332342358F51}">
      <dgm:prSet/>
      <dgm:spPr/>
      <dgm:t>
        <a:bodyPr/>
        <a:lstStyle/>
        <a:p>
          <a:endParaRPr lang="uk-UA"/>
        </a:p>
      </dgm:t>
    </dgm:pt>
    <dgm:pt modelId="{CF3F420F-9266-488E-BAEA-5383FB7ECB67}" type="pres">
      <dgm:prSet presAssocID="{4AFA4DCB-62EC-4FFB-AD1E-6E87512250FC}" presName="linear" presStyleCnt="0">
        <dgm:presLayoutVars>
          <dgm:animLvl val="lvl"/>
          <dgm:resizeHandles val="exact"/>
        </dgm:presLayoutVars>
      </dgm:prSet>
      <dgm:spPr/>
    </dgm:pt>
    <dgm:pt modelId="{185D4EE4-D0EB-4878-A6E5-B0D01D09957D}" type="pres">
      <dgm:prSet presAssocID="{D30209A3-7E41-4C93-A909-A9CBEFB1EA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BFD0109-8F90-4747-9DD1-39CEDCE8AADB}" type="pres">
      <dgm:prSet presAssocID="{5FEB5DFD-5FD7-434E-81E9-EEF0ECBED29A}" presName="spacer" presStyleCnt="0"/>
      <dgm:spPr/>
    </dgm:pt>
    <dgm:pt modelId="{55C61EEB-A1B6-4B82-A5ED-E5B7B3CADCEF}" type="pres">
      <dgm:prSet presAssocID="{A0783082-A126-46DB-A6A4-4F17A55452B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96F98AC-58E9-4C48-9F1E-3A714770054B}" type="pres">
      <dgm:prSet presAssocID="{B1159322-8461-495E-BB60-104A6368F390}" presName="spacer" presStyleCnt="0"/>
      <dgm:spPr/>
    </dgm:pt>
    <dgm:pt modelId="{0878D5CC-8582-4E07-A3FA-4E823A8A8E2E}" type="pres">
      <dgm:prSet presAssocID="{452BFC4C-6EA9-4551-AA02-17B165612BF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5AA1825-BAAD-48DA-A15D-ED95DE325A5E}" type="pres">
      <dgm:prSet presAssocID="{9EDE530F-EF09-4B45-9211-222A9D710F26}" presName="spacer" presStyleCnt="0"/>
      <dgm:spPr/>
    </dgm:pt>
    <dgm:pt modelId="{00E856B1-C8C8-4A88-91B1-F35EB690ED13}" type="pres">
      <dgm:prSet presAssocID="{474611B8-241B-427E-A082-F4A76CBF5AD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9650371-CE70-4C63-823F-332342358F51}" srcId="{4AFA4DCB-62EC-4FFB-AD1E-6E87512250FC}" destId="{474611B8-241B-427E-A082-F4A76CBF5ADE}" srcOrd="3" destOrd="0" parTransId="{B8BB7708-55B8-4923-BD1C-CA94C11A744E}" sibTransId="{A53D199E-41F3-4AF2-A884-9421A1C4E50A}"/>
    <dgm:cxn modelId="{89913073-9C8E-41BA-8D74-1B2CAF3602B3}" type="presOf" srcId="{D30209A3-7E41-4C93-A909-A9CBEFB1EA21}" destId="{185D4EE4-D0EB-4878-A6E5-B0D01D09957D}" srcOrd="0" destOrd="0" presId="urn:microsoft.com/office/officeart/2005/8/layout/vList2"/>
    <dgm:cxn modelId="{1727538A-01A0-4FB5-B8C8-9D9DE593991C}" type="presOf" srcId="{474611B8-241B-427E-A082-F4A76CBF5ADE}" destId="{00E856B1-C8C8-4A88-91B1-F35EB690ED13}" srcOrd="0" destOrd="0" presId="urn:microsoft.com/office/officeart/2005/8/layout/vList2"/>
    <dgm:cxn modelId="{527D8293-E400-4F8D-B4CC-9E84CBF8A389}" type="presOf" srcId="{A0783082-A126-46DB-A6A4-4F17A55452B1}" destId="{55C61EEB-A1B6-4B82-A5ED-E5B7B3CADCEF}" srcOrd="0" destOrd="0" presId="urn:microsoft.com/office/officeart/2005/8/layout/vList2"/>
    <dgm:cxn modelId="{55FB88A2-5DE0-40FA-B386-F014DA9B34AB}" type="presOf" srcId="{4AFA4DCB-62EC-4FFB-AD1E-6E87512250FC}" destId="{CF3F420F-9266-488E-BAEA-5383FB7ECB67}" srcOrd="0" destOrd="0" presId="urn:microsoft.com/office/officeart/2005/8/layout/vList2"/>
    <dgm:cxn modelId="{1A2B31A4-CA81-4347-B80F-97E4171196D2}" srcId="{4AFA4DCB-62EC-4FFB-AD1E-6E87512250FC}" destId="{A0783082-A126-46DB-A6A4-4F17A55452B1}" srcOrd="1" destOrd="0" parTransId="{D16114BE-66CF-4147-A210-27B730A0D0F4}" sibTransId="{B1159322-8461-495E-BB60-104A6368F390}"/>
    <dgm:cxn modelId="{FEFF66BE-08B3-4B0D-9E9D-5159ED58828A}" srcId="{4AFA4DCB-62EC-4FFB-AD1E-6E87512250FC}" destId="{452BFC4C-6EA9-4551-AA02-17B165612BFE}" srcOrd="2" destOrd="0" parTransId="{57F694B7-C010-4897-A897-A074B622A64E}" sibTransId="{9EDE530F-EF09-4B45-9211-222A9D710F26}"/>
    <dgm:cxn modelId="{9A7292C3-D1B4-4ED7-9240-F15494EA6BCE}" srcId="{4AFA4DCB-62EC-4FFB-AD1E-6E87512250FC}" destId="{D30209A3-7E41-4C93-A909-A9CBEFB1EA21}" srcOrd="0" destOrd="0" parTransId="{E156773E-1F5D-4683-AB1E-D922EFE8E15F}" sibTransId="{5FEB5DFD-5FD7-434E-81E9-EEF0ECBED29A}"/>
    <dgm:cxn modelId="{D98767E6-265A-4CCC-B5EC-ACDE8EE16A2E}" type="presOf" srcId="{452BFC4C-6EA9-4551-AA02-17B165612BFE}" destId="{0878D5CC-8582-4E07-A3FA-4E823A8A8E2E}" srcOrd="0" destOrd="0" presId="urn:microsoft.com/office/officeart/2005/8/layout/vList2"/>
    <dgm:cxn modelId="{DB2C1699-3460-451F-A55B-9609EA3EE586}" type="presParOf" srcId="{CF3F420F-9266-488E-BAEA-5383FB7ECB67}" destId="{185D4EE4-D0EB-4878-A6E5-B0D01D09957D}" srcOrd="0" destOrd="0" presId="urn:microsoft.com/office/officeart/2005/8/layout/vList2"/>
    <dgm:cxn modelId="{300409A9-CBB5-4163-9FB4-EE1371CC874E}" type="presParOf" srcId="{CF3F420F-9266-488E-BAEA-5383FB7ECB67}" destId="{DBFD0109-8F90-4747-9DD1-39CEDCE8AADB}" srcOrd="1" destOrd="0" presId="urn:microsoft.com/office/officeart/2005/8/layout/vList2"/>
    <dgm:cxn modelId="{1399EBA2-B676-4478-96C9-DD778BCE813D}" type="presParOf" srcId="{CF3F420F-9266-488E-BAEA-5383FB7ECB67}" destId="{55C61EEB-A1B6-4B82-A5ED-E5B7B3CADCEF}" srcOrd="2" destOrd="0" presId="urn:microsoft.com/office/officeart/2005/8/layout/vList2"/>
    <dgm:cxn modelId="{0C310A95-7D71-4671-9A17-5945E8505F84}" type="presParOf" srcId="{CF3F420F-9266-488E-BAEA-5383FB7ECB67}" destId="{696F98AC-58E9-4C48-9F1E-3A714770054B}" srcOrd="3" destOrd="0" presId="urn:microsoft.com/office/officeart/2005/8/layout/vList2"/>
    <dgm:cxn modelId="{C903FBB7-2B47-46AC-BD46-730F307B20BC}" type="presParOf" srcId="{CF3F420F-9266-488E-BAEA-5383FB7ECB67}" destId="{0878D5CC-8582-4E07-A3FA-4E823A8A8E2E}" srcOrd="4" destOrd="0" presId="urn:microsoft.com/office/officeart/2005/8/layout/vList2"/>
    <dgm:cxn modelId="{552C92DB-1AD4-4E9F-AF76-72FEEF39ECEA}" type="presParOf" srcId="{CF3F420F-9266-488E-BAEA-5383FB7ECB67}" destId="{B5AA1825-BAAD-48DA-A15D-ED95DE325A5E}" srcOrd="5" destOrd="0" presId="urn:microsoft.com/office/officeart/2005/8/layout/vList2"/>
    <dgm:cxn modelId="{D911C18E-DF51-4336-9B7B-3B25346C9837}" type="presParOf" srcId="{CF3F420F-9266-488E-BAEA-5383FB7ECB67}" destId="{00E856B1-C8C8-4A88-91B1-F35EB690ED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3DBF7EA2-67BE-41A1-B6A1-88BA74A8616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03A219-4530-482C-A1B6-78FD3A58A866}">
      <dgm:prSet/>
      <dgm:spPr/>
      <dgm:t>
        <a:bodyPr/>
        <a:lstStyle/>
        <a:p>
          <a:r>
            <a:rPr lang="ru-RU" b="0" i="0"/>
            <a:t>1900 р.</a:t>
          </a:r>
          <a:endParaRPr lang="uk-UA"/>
        </a:p>
      </dgm:t>
    </dgm:pt>
    <dgm:pt modelId="{A9711A21-7601-4E12-AFA4-CA26BCE63A05}" type="parTrans" cxnId="{92702FEE-0939-4436-AB35-1E420C9DE1A2}">
      <dgm:prSet/>
      <dgm:spPr/>
      <dgm:t>
        <a:bodyPr/>
        <a:lstStyle/>
        <a:p>
          <a:endParaRPr lang="uk-UA"/>
        </a:p>
      </dgm:t>
    </dgm:pt>
    <dgm:pt modelId="{28CFA422-D130-4900-B929-7D759B2CF14D}" type="sibTrans" cxnId="{92702FEE-0939-4436-AB35-1E420C9DE1A2}">
      <dgm:prSet/>
      <dgm:spPr/>
      <dgm:t>
        <a:bodyPr/>
        <a:lstStyle/>
        <a:p>
          <a:endParaRPr lang="uk-UA"/>
        </a:p>
      </dgm:t>
    </dgm:pt>
    <dgm:pt modelId="{B709977E-A092-4317-9C16-CC2952EF2065}">
      <dgm:prSet/>
      <dgm:spPr/>
      <dgm:t>
        <a:bodyPr/>
        <a:lstStyle/>
        <a:p>
          <a:r>
            <a:rPr lang="ru-RU" b="0" i="0"/>
            <a:t>1907 р.</a:t>
          </a:r>
          <a:endParaRPr lang="uk-UA"/>
        </a:p>
      </dgm:t>
    </dgm:pt>
    <dgm:pt modelId="{22B0565C-E439-4C3B-B967-F70953A7615E}" type="parTrans" cxnId="{FEA0EDAD-C79A-4661-B123-7A7C7794388F}">
      <dgm:prSet/>
      <dgm:spPr/>
      <dgm:t>
        <a:bodyPr/>
        <a:lstStyle/>
        <a:p>
          <a:endParaRPr lang="uk-UA"/>
        </a:p>
      </dgm:t>
    </dgm:pt>
    <dgm:pt modelId="{1F65E4C9-54F8-4CB9-BBF8-D44DA90FA8DE}" type="sibTrans" cxnId="{FEA0EDAD-C79A-4661-B123-7A7C7794388F}">
      <dgm:prSet/>
      <dgm:spPr/>
      <dgm:t>
        <a:bodyPr/>
        <a:lstStyle/>
        <a:p>
          <a:endParaRPr lang="uk-UA"/>
        </a:p>
      </dgm:t>
    </dgm:pt>
    <dgm:pt modelId="{F117F112-0A80-4D59-8E4E-A343BFAE632A}">
      <dgm:prSet/>
      <dgm:spPr/>
      <dgm:t>
        <a:bodyPr/>
        <a:lstStyle/>
        <a:p>
          <a:r>
            <a:rPr lang="ru-RU" b="0" i="0"/>
            <a:t>1914 р.</a:t>
          </a:r>
          <a:endParaRPr lang="uk-UA"/>
        </a:p>
      </dgm:t>
    </dgm:pt>
    <dgm:pt modelId="{39E7868B-FBDA-4EE1-BDCF-583C40E66727}" type="parTrans" cxnId="{96916954-AE83-49AD-AD98-7EF2B16DB9A4}">
      <dgm:prSet/>
      <dgm:spPr/>
      <dgm:t>
        <a:bodyPr/>
        <a:lstStyle/>
        <a:p>
          <a:endParaRPr lang="uk-UA"/>
        </a:p>
      </dgm:t>
    </dgm:pt>
    <dgm:pt modelId="{F027D2DD-F386-468B-8CF1-CAC43917AE96}" type="sibTrans" cxnId="{96916954-AE83-49AD-AD98-7EF2B16DB9A4}">
      <dgm:prSet/>
      <dgm:spPr/>
      <dgm:t>
        <a:bodyPr/>
        <a:lstStyle/>
        <a:p>
          <a:endParaRPr lang="uk-UA"/>
        </a:p>
      </dgm:t>
    </dgm:pt>
    <dgm:pt modelId="{6D0CA3DE-7779-46FF-AC2C-4EEEC999075A}">
      <dgm:prSet/>
      <dgm:spPr/>
      <dgm:t>
        <a:bodyPr/>
        <a:lstStyle/>
        <a:p>
          <a:r>
            <a:rPr lang="ru-RU" b="0" i="0"/>
            <a:t>1918 р.</a:t>
          </a:r>
          <a:endParaRPr lang="uk-UA"/>
        </a:p>
      </dgm:t>
    </dgm:pt>
    <dgm:pt modelId="{1F3D63B3-ED3A-4FB4-8439-392B80E946EA}" type="parTrans" cxnId="{80C1AB4C-C80F-4F78-9D5C-431EAC7CEA16}">
      <dgm:prSet/>
      <dgm:spPr/>
      <dgm:t>
        <a:bodyPr/>
        <a:lstStyle/>
        <a:p>
          <a:endParaRPr lang="uk-UA"/>
        </a:p>
      </dgm:t>
    </dgm:pt>
    <dgm:pt modelId="{03FA1991-4708-4C76-A175-35E8C5145A53}" type="sibTrans" cxnId="{80C1AB4C-C80F-4F78-9D5C-431EAC7CEA16}">
      <dgm:prSet/>
      <dgm:spPr/>
      <dgm:t>
        <a:bodyPr/>
        <a:lstStyle/>
        <a:p>
          <a:endParaRPr lang="uk-UA"/>
        </a:p>
      </dgm:t>
    </dgm:pt>
    <dgm:pt modelId="{8F30B404-4798-4675-9936-44AE02E8D75D}" type="pres">
      <dgm:prSet presAssocID="{3DBF7EA2-67BE-41A1-B6A1-88BA74A86160}" presName="matrix" presStyleCnt="0">
        <dgm:presLayoutVars>
          <dgm:chMax val="1"/>
          <dgm:dir/>
          <dgm:resizeHandles val="exact"/>
        </dgm:presLayoutVars>
      </dgm:prSet>
      <dgm:spPr/>
    </dgm:pt>
    <dgm:pt modelId="{B17583E3-6382-4DAD-9D3F-D31BCC414A92}" type="pres">
      <dgm:prSet presAssocID="{3DBF7EA2-67BE-41A1-B6A1-88BA74A86160}" presName="diamond" presStyleLbl="bgShp" presStyleIdx="0" presStyleCnt="1"/>
      <dgm:spPr/>
    </dgm:pt>
    <dgm:pt modelId="{D267646E-8A87-4A1C-BA0D-38D60D20E54E}" type="pres">
      <dgm:prSet presAssocID="{3DBF7EA2-67BE-41A1-B6A1-88BA74A8616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8197364-BB7B-40E1-88B0-B55129D3D1D2}" type="pres">
      <dgm:prSet presAssocID="{3DBF7EA2-67BE-41A1-B6A1-88BA74A8616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94EB2B0-1C13-4805-9B46-04C1284AA3C5}" type="pres">
      <dgm:prSet presAssocID="{3DBF7EA2-67BE-41A1-B6A1-88BA74A8616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1F1E032-275F-4151-8C27-9B8520EDE0FB}" type="pres">
      <dgm:prSet presAssocID="{3DBF7EA2-67BE-41A1-B6A1-88BA74A8616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461DF01-0141-4C99-A62E-6E0C12D1C1DC}" type="presOf" srcId="{F117F112-0A80-4D59-8E4E-A343BFAE632A}" destId="{894EB2B0-1C13-4805-9B46-04C1284AA3C5}" srcOrd="0" destOrd="0" presId="urn:microsoft.com/office/officeart/2005/8/layout/matrix3"/>
    <dgm:cxn modelId="{B444A95D-38E5-4F64-A6CA-B7109BD5B077}" type="presOf" srcId="{6D0CA3DE-7779-46FF-AC2C-4EEEC999075A}" destId="{61F1E032-275F-4151-8C27-9B8520EDE0FB}" srcOrd="0" destOrd="0" presId="urn:microsoft.com/office/officeart/2005/8/layout/matrix3"/>
    <dgm:cxn modelId="{80C1AB4C-C80F-4F78-9D5C-431EAC7CEA16}" srcId="{3DBF7EA2-67BE-41A1-B6A1-88BA74A86160}" destId="{6D0CA3DE-7779-46FF-AC2C-4EEEC999075A}" srcOrd="3" destOrd="0" parTransId="{1F3D63B3-ED3A-4FB4-8439-392B80E946EA}" sibTransId="{03FA1991-4708-4C76-A175-35E8C5145A53}"/>
    <dgm:cxn modelId="{96916954-AE83-49AD-AD98-7EF2B16DB9A4}" srcId="{3DBF7EA2-67BE-41A1-B6A1-88BA74A86160}" destId="{F117F112-0A80-4D59-8E4E-A343BFAE632A}" srcOrd="2" destOrd="0" parTransId="{39E7868B-FBDA-4EE1-BDCF-583C40E66727}" sibTransId="{F027D2DD-F386-468B-8CF1-CAC43917AE96}"/>
    <dgm:cxn modelId="{C5BCE8A8-2C68-4AC0-958A-3364A05E4F2F}" type="presOf" srcId="{C803A219-4530-482C-A1B6-78FD3A58A866}" destId="{D267646E-8A87-4A1C-BA0D-38D60D20E54E}" srcOrd="0" destOrd="0" presId="urn:microsoft.com/office/officeart/2005/8/layout/matrix3"/>
    <dgm:cxn modelId="{FEA0EDAD-C79A-4661-B123-7A7C7794388F}" srcId="{3DBF7EA2-67BE-41A1-B6A1-88BA74A86160}" destId="{B709977E-A092-4317-9C16-CC2952EF2065}" srcOrd="1" destOrd="0" parTransId="{22B0565C-E439-4C3B-B967-F70953A7615E}" sibTransId="{1F65E4C9-54F8-4CB9-BBF8-D44DA90FA8DE}"/>
    <dgm:cxn modelId="{92702FEE-0939-4436-AB35-1E420C9DE1A2}" srcId="{3DBF7EA2-67BE-41A1-B6A1-88BA74A86160}" destId="{C803A219-4530-482C-A1B6-78FD3A58A866}" srcOrd="0" destOrd="0" parTransId="{A9711A21-7601-4E12-AFA4-CA26BCE63A05}" sibTransId="{28CFA422-D130-4900-B929-7D759B2CF14D}"/>
    <dgm:cxn modelId="{045BCBFC-3D3B-4E7F-8C6B-550A4E43DAD9}" type="presOf" srcId="{B709977E-A092-4317-9C16-CC2952EF2065}" destId="{78197364-BB7B-40E1-88B0-B55129D3D1D2}" srcOrd="0" destOrd="0" presId="urn:microsoft.com/office/officeart/2005/8/layout/matrix3"/>
    <dgm:cxn modelId="{1380A1FD-0FBA-4FBB-BCE7-36D84ABBD08E}" type="presOf" srcId="{3DBF7EA2-67BE-41A1-B6A1-88BA74A86160}" destId="{8F30B404-4798-4675-9936-44AE02E8D75D}" srcOrd="0" destOrd="0" presId="urn:microsoft.com/office/officeart/2005/8/layout/matrix3"/>
    <dgm:cxn modelId="{57B0020D-DB2E-4D7E-A419-50DB5BB439F9}" type="presParOf" srcId="{8F30B404-4798-4675-9936-44AE02E8D75D}" destId="{B17583E3-6382-4DAD-9D3F-D31BCC414A92}" srcOrd="0" destOrd="0" presId="urn:microsoft.com/office/officeart/2005/8/layout/matrix3"/>
    <dgm:cxn modelId="{492E96D1-794B-4574-9871-5ED5B7D82347}" type="presParOf" srcId="{8F30B404-4798-4675-9936-44AE02E8D75D}" destId="{D267646E-8A87-4A1C-BA0D-38D60D20E54E}" srcOrd="1" destOrd="0" presId="urn:microsoft.com/office/officeart/2005/8/layout/matrix3"/>
    <dgm:cxn modelId="{9AAA988C-219E-47CA-A648-DD98881B93CA}" type="presParOf" srcId="{8F30B404-4798-4675-9936-44AE02E8D75D}" destId="{78197364-BB7B-40E1-88B0-B55129D3D1D2}" srcOrd="2" destOrd="0" presId="urn:microsoft.com/office/officeart/2005/8/layout/matrix3"/>
    <dgm:cxn modelId="{4B02413D-243E-4D84-AC5F-916657401761}" type="presParOf" srcId="{8F30B404-4798-4675-9936-44AE02E8D75D}" destId="{894EB2B0-1C13-4805-9B46-04C1284AA3C5}" srcOrd="3" destOrd="0" presId="urn:microsoft.com/office/officeart/2005/8/layout/matrix3"/>
    <dgm:cxn modelId="{52049ED4-3A69-48FC-AAB1-99295B3354D5}" type="presParOf" srcId="{8F30B404-4798-4675-9936-44AE02E8D75D}" destId="{61F1E032-275F-4151-8C27-9B8520EDE0F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7B389E0B-B35E-4AE2-BF72-2BEAB763703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2842DEE-AD1C-49C8-BD53-A09B5C145BFF}">
      <dgm:prSet/>
      <dgm:spPr/>
      <dgm:t>
        <a:bodyPr/>
        <a:lstStyle/>
        <a:p>
          <a:r>
            <a:rPr lang="ru-RU" b="0" i="0"/>
            <a:t>1914 р.</a:t>
          </a:r>
          <a:endParaRPr lang="uk-UA"/>
        </a:p>
      </dgm:t>
    </dgm:pt>
    <dgm:pt modelId="{1E9E3C6B-6540-4452-BD3C-D8E95EF15237}" type="parTrans" cxnId="{E0C0483B-EA3C-4358-BE25-E02F8AB18779}">
      <dgm:prSet/>
      <dgm:spPr/>
      <dgm:t>
        <a:bodyPr/>
        <a:lstStyle/>
        <a:p>
          <a:endParaRPr lang="uk-UA"/>
        </a:p>
      </dgm:t>
    </dgm:pt>
    <dgm:pt modelId="{EFBCB488-E851-4CB9-BD0F-C6BFFE6D837A}" type="sibTrans" cxnId="{E0C0483B-EA3C-4358-BE25-E02F8AB18779}">
      <dgm:prSet/>
      <dgm:spPr/>
      <dgm:t>
        <a:bodyPr/>
        <a:lstStyle/>
        <a:p>
          <a:endParaRPr lang="uk-UA"/>
        </a:p>
      </dgm:t>
    </dgm:pt>
    <dgm:pt modelId="{48BF8A88-D703-4C4C-AB20-538FF56B271A}">
      <dgm:prSet/>
      <dgm:spPr/>
      <dgm:t>
        <a:bodyPr/>
        <a:lstStyle/>
        <a:p>
          <a:r>
            <a:rPr lang="ru-RU" b="0" i="0"/>
            <a:t>1915 р.</a:t>
          </a:r>
          <a:endParaRPr lang="uk-UA"/>
        </a:p>
      </dgm:t>
    </dgm:pt>
    <dgm:pt modelId="{565188EF-C404-4DC3-A0A5-8926B8A2DD7E}" type="parTrans" cxnId="{B295DEF3-C347-4966-A9E8-BAD5F543585B}">
      <dgm:prSet/>
      <dgm:spPr/>
      <dgm:t>
        <a:bodyPr/>
        <a:lstStyle/>
        <a:p>
          <a:endParaRPr lang="uk-UA"/>
        </a:p>
      </dgm:t>
    </dgm:pt>
    <dgm:pt modelId="{864A64E2-47A5-4C6D-AE69-0F0D5D3EB491}" type="sibTrans" cxnId="{B295DEF3-C347-4966-A9E8-BAD5F543585B}">
      <dgm:prSet/>
      <dgm:spPr/>
      <dgm:t>
        <a:bodyPr/>
        <a:lstStyle/>
        <a:p>
          <a:endParaRPr lang="uk-UA"/>
        </a:p>
      </dgm:t>
    </dgm:pt>
    <dgm:pt modelId="{77E2C97B-108A-470A-BDF1-396B82CEFFD3}">
      <dgm:prSet/>
      <dgm:spPr/>
      <dgm:t>
        <a:bodyPr/>
        <a:lstStyle/>
        <a:p>
          <a:r>
            <a:rPr lang="ru-RU" b="0" i="0"/>
            <a:t>1916 р.</a:t>
          </a:r>
          <a:endParaRPr lang="uk-UA"/>
        </a:p>
      </dgm:t>
    </dgm:pt>
    <dgm:pt modelId="{B372C920-3296-4B8F-A79E-ABC1443EA9C7}" type="parTrans" cxnId="{4F3CB6FE-B780-4123-86F6-838DEFC80694}">
      <dgm:prSet/>
      <dgm:spPr/>
      <dgm:t>
        <a:bodyPr/>
        <a:lstStyle/>
        <a:p>
          <a:endParaRPr lang="uk-UA"/>
        </a:p>
      </dgm:t>
    </dgm:pt>
    <dgm:pt modelId="{309A6D8A-A512-4F55-8490-8D08EFA4B1D0}" type="sibTrans" cxnId="{4F3CB6FE-B780-4123-86F6-838DEFC80694}">
      <dgm:prSet/>
      <dgm:spPr/>
      <dgm:t>
        <a:bodyPr/>
        <a:lstStyle/>
        <a:p>
          <a:endParaRPr lang="uk-UA"/>
        </a:p>
      </dgm:t>
    </dgm:pt>
    <dgm:pt modelId="{BBABA5D0-D3C8-40C5-BB8A-1DC7FF1C8A36}">
      <dgm:prSet/>
      <dgm:spPr/>
      <dgm:t>
        <a:bodyPr/>
        <a:lstStyle/>
        <a:p>
          <a:r>
            <a:rPr lang="ru-RU" b="0" i="0"/>
            <a:t>1917 р.</a:t>
          </a:r>
          <a:endParaRPr lang="uk-UA"/>
        </a:p>
      </dgm:t>
    </dgm:pt>
    <dgm:pt modelId="{B54E8E9D-8ABB-4096-9ECF-B513BD14EA98}" type="parTrans" cxnId="{6D93E4CE-7FB5-45C6-8E8B-DE032CE289FB}">
      <dgm:prSet/>
      <dgm:spPr/>
      <dgm:t>
        <a:bodyPr/>
        <a:lstStyle/>
        <a:p>
          <a:endParaRPr lang="uk-UA"/>
        </a:p>
      </dgm:t>
    </dgm:pt>
    <dgm:pt modelId="{05025FC3-5D1B-4AF7-AE5B-252D49A95289}" type="sibTrans" cxnId="{6D93E4CE-7FB5-45C6-8E8B-DE032CE289FB}">
      <dgm:prSet/>
      <dgm:spPr/>
      <dgm:t>
        <a:bodyPr/>
        <a:lstStyle/>
        <a:p>
          <a:endParaRPr lang="uk-UA"/>
        </a:p>
      </dgm:t>
    </dgm:pt>
    <dgm:pt modelId="{2583AB57-7E7F-4E0E-9E20-DEBADE48B2B1}" type="pres">
      <dgm:prSet presAssocID="{7B389E0B-B35E-4AE2-BF72-2BEAB7637031}" presName="matrix" presStyleCnt="0">
        <dgm:presLayoutVars>
          <dgm:chMax val="1"/>
          <dgm:dir/>
          <dgm:resizeHandles val="exact"/>
        </dgm:presLayoutVars>
      </dgm:prSet>
      <dgm:spPr/>
    </dgm:pt>
    <dgm:pt modelId="{DA990871-B9FD-4C0E-BE31-1AFA7FA860CA}" type="pres">
      <dgm:prSet presAssocID="{7B389E0B-B35E-4AE2-BF72-2BEAB7637031}" presName="diamond" presStyleLbl="bgShp" presStyleIdx="0" presStyleCnt="1"/>
      <dgm:spPr/>
    </dgm:pt>
    <dgm:pt modelId="{6955389A-0CBA-4A3D-9699-CC16634A58C2}" type="pres">
      <dgm:prSet presAssocID="{7B389E0B-B35E-4AE2-BF72-2BEAB763703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307C313-ABDC-416A-9D21-2865AA3C1A7F}" type="pres">
      <dgm:prSet presAssocID="{7B389E0B-B35E-4AE2-BF72-2BEAB763703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EE6D00C-B101-4498-A7FC-BDE60B57AA3C}" type="pres">
      <dgm:prSet presAssocID="{7B389E0B-B35E-4AE2-BF72-2BEAB763703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7355BDC-A4DE-431B-BED1-5790B7A8EA8B}" type="pres">
      <dgm:prSet presAssocID="{7B389E0B-B35E-4AE2-BF72-2BEAB763703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EE3F610-6720-4EDD-9C0E-559EE3FCABD7}" type="presOf" srcId="{48BF8A88-D703-4C4C-AB20-538FF56B271A}" destId="{D307C313-ABDC-416A-9D21-2865AA3C1A7F}" srcOrd="0" destOrd="0" presId="urn:microsoft.com/office/officeart/2005/8/layout/matrix3"/>
    <dgm:cxn modelId="{6F41231E-4F0A-4379-8F11-B78B31BD147F}" type="presOf" srcId="{E2842DEE-AD1C-49C8-BD53-A09B5C145BFF}" destId="{6955389A-0CBA-4A3D-9699-CC16634A58C2}" srcOrd="0" destOrd="0" presId="urn:microsoft.com/office/officeart/2005/8/layout/matrix3"/>
    <dgm:cxn modelId="{E0C0483B-EA3C-4358-BE25-E02F8AB18779}" srcId="{7B389E0B-B35E-4AE2-BF72-2BEAB7637031}" destId="{E2842DEE-AD1C-49C8-BD53-A09B5C145BFF}" srcOrd="0" destOrd="0" parTransId="{1E9E3C6B-6540-4452-BD3C-D8E95EF15237}" sibTransId="{EFBCB488-E851-4CB9-BD0F-C6BFFE6D837A}"/>
    <dgm:cxn modelId="{E078C284-587D-4B9A-B640-9180C560007C}" type="presOf" srcId="{BBABA5D0-D3C8-40C5-BB8A-1DC7FF1C8A36}" destId="{67355BDC-A4DE-431B-BED1-5790B7A8EA8B}" srcOrd="0" destOrd="0" presId="urn:microsoft.com/office/officeart/2005/8/layout/matrix3"/>
    <dgm:cxn modelId="{A0F7F5B5-443B-474A-9665-347BD50E44E7}" type="presOf" srcId="{77E2C97B-108A-470A-BDF1-396B82CEFFD3}" destId="{0EE6D00C-B101-4498-A7FC-BDE60B57AA3C}" srcOrd="0" destOrd="0" presId="urn:microsoft.com/office/officeart/2005/8/layout/matrix3"/>
    <dgm:cxn modelId="{6D93E4CE-7FB5-45C6-8E8B-DE032CE289FB}" srcId="{7B389E0B-B35E-4AE2-BF72-2BEAB7637031}" destId="{BBABA5D0-D3C8-40C5-BB8A-1DC7FF1C8A36}" srcOrd="3" destOrd="0" parTransId="{B54E8E9D-8ABB-4096-9ECF-B513BD14EA98}" sibTransId="{05025FC3-5D1B-4AF7-AE5B-252D49A95289}"/>
    <dgm:cxn modelId="{B295DEF3-C347-4966-A9E8-BAD5F543585B}" srcId="{7B389E0B-B35E-4AE2-BF72-2BEAB7637031}" destId="{48BF8A88-D703-4C4C-AB20-538FF56B271A}" srcOrd="1" destOrd="0" parTransId="{565188EF-C404-4DC3-A0A5-8926B8A2DD7E}" sibTransId="{864A64E2-47A5-4C6D-AE69-0F0D5D3EB491}"/>
    <dgm:cxn modelId="{C99646F5-FA48-45E3-BB56-52311054514F}" type="presOf" srcId="{7B389E0B-B35E-4AE2-BF72-2BEAB7637031}" destId="{2583AB57-7E7F-4E0E-9E20-DEBADE48B2B1}" srcOrd="0" destOrd="0" presId="urn:microsoft.com/office/officeart/2005/8/layout/matrix3"/>
    <dgm:cxn modelId="{4F3CB6FE-B780-4123-86F6-838DEFC80694}" srcId="{7B389E0B-B35E-4AE2-BF72-2BEAB7637031}" destId="{77E2C97B-108A-470A-BDF1-396B82CEFFD3}" srcOrd="2" destOrd="0" parTransId="{B372C920-3296-4B8F-A79E-ABC1443EA9C7}" sibTransId="{309A6D8A-A512-4F55-8490-8D08EFA4B1D0}"/>
    <dgm:cxn modelId="{26469941-C2CB-4D2C-852E-3ABA2ED3F308}" type="presParOf" srcId="{2583AB57-7E7F-4E0E-9E20-DEBADE48B2B1}" destId="{DA990871-B9FD-4C0E-BE31-1AFA7FA860CA}" srcOrd="0" destOrd="0" presId="urn:microsoft.com/office/officeart/2005/8/layout/matrix3"/>
    <dgm:cxn modelId="{420E6BD8-C9D3-417E-8456-E555E883C292}" type="presParOf" srcId="{2583AB57-7E7F-4E0E-9E20-DEBADE48B2B1}" destId="{6955389A-0CBA-4A3D-9699-CC16634A58C2}" srcOrd="1" destOrd="0" presId="urn:microsoft.com/office/officeart/2005/8/layout/matrix3"/>
    <dgm:cxn modelId="{16E9EE43-F08A-4A08-A0A7-BFD71D3062E3}" type="presParOf" srcId="{2583AB57-7E7F-4E0E-9E20-DEBADE48B2B1}" destId="{D307C313-ABDC-416A-9D21-2865AA3C1A7F}" srcOrd="2" destOrd="0" presId="urn:microsoft.com/office/officeart/2005/8/layout/matrix3"/>
    <dgm:cxn modelId="{27E29B21-260F-482F-AD4D-4018BF390C07}" type="presParOf" srcId="{2583AB57-7E7F-4E0E-9E20-DEBADE48B2B1}" destId="{0EE6D00C-B101-4498-A7FC-BDE60B57AA3C}" srcOrd="3" destOrd="0" presId="urn:microsoft.com/office/officeart/2005/8/layout/matrix3"/>
    <dgm:cxn modelId="{718290BD-F076-4508-9D6D-89070B229CE1}" type="presParOf" srcId="{2583AB57-7E7F-4E0E-9E20-DEBADE48B2B1}" destId="{67355BDC-A4DE-431B-BED1-5790B7A8EA8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AFE19213-E153-48F5-8EA6-4E67AABBF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7B1E4D5-291F-4F81-AE22-3351E3E8CEB5}">
      <dgm:prSet/>
      <dgm:spPr/>
      <dgm:t>
        <a:bodyPr/>
        <a:lstStyle/>
        <a:p>
          <a:r>
            <a:rPr lang="uk-UA" b="0" i="0"/>
            <a:t>Карпато-руського визвольного комітету у складі російської армії, що діяла проти австрійської армії у 1915—1917 рр.</a:t>
          </a:r>
          <a:endParaRPr lang="uk-UA"/>
        </a:p>
      </dgm:t>
    </dgm:pt>
    <dgm:pt modelId="{B53EF823-891E-4C3C-A71F-DADE1FC11C0B}" type="parTrans" cxnId="{4F0C7F7A-554A-498B-AE79-E0846080F3E6}">
      <dgm:prSet/>
      <dgm:spPr/>
      <dgm:t>
        <a:bodyPr/>
        <a:lstStyle/>
        <a:p>
          <a:endParaRPr lang="uk-UA"/>
        </a:p>
      </dgm:t>
    </dgm:pt>
    <dgm:pt modelId="{3EE19259-89C3-4FFF-8178-0F237A51CDC9}" type="sibTrans" cxnId="{4F0C7F7A-554A-498B-AE79-E0846080F3E6}">
      <dgm:prSet/>
      <dgm:spPr/>
      <dgm:t>
        <a:bodyPr/>
        <a:lstStyle/>
        <a:p>
          <a:endParaRPr lang="uk-UA"/>
        </a:p>
      </dgm:t>
    </dgm:pt>
    <dgm:pt modelId="{DF1CA7B8-DC6B-4AAB-B23B-6CF07AD3EFA8}">
      <dgm:prSet/>
      <dgm:spPr/>
      <dgm:t>
        <a:bodyPr/>
        <a:lstStyle/>
        <a:p>
          <a:r>
            <a:rPr lang="uk-UA" b="0" i="0"/>
            <a:t>Товариства українських поступовців, що діяла як проти російської, так і проти німецької армій у 1916—1918 рр.</a:t>
          </a:r>
          <a:endParaRPr lang="uk-UA"/>
        </a:p>
      </dgm:t>
    </dgm:pt>
    <dgm:pt modelId="{BCEE4E1C-58A0-4815-BE1F-A58FEF64AFCB}" type="parTrans" cxnId="{CCA1CF5D-B376-4F7D-AF77-8FE232715705}">
      <dgm:prSet/>
      <dgm:spPr/>
      <dgm:t>
        <a:bodyPr/>
        <a:lstStyle/>
        <a:p>
          <a:endParaRPr lang="uk-UA"/>
        </a:p>
      </dgm:t>
    </dgm:pt>
    <dgm:pt modelId="{B720FFF9-8AA4-487B-B02A-F47C54A8FA06}" type="sibTrans" cxnId="{CCA1CF5D-B376-4F7D-AF77-8FE232715705}">
      <dgm:prSet/>
      <dgm:spPr/>
      <dgm:t>
        <a:bodyPr/>
        <a:lstStyle/>
        <a:p>
          <a:endParaRPr lang="uk-UA"/>
        </a:p>
      </dgm:t>
    </dgm:pt>
    <dgm:pt modelId="{2861894C-9285-41E7-9146-62FC96C9A017}" type="pres">
      <dgm:prSet presAssocID="{AFE19213-E153-48F5-8EA6-4E67AABBF1C0}" presName="linear" presStyleCnt="0">
        <dgm:presLayoutVars>
          <dgm:animLvl val="lvl"/>
          <dgm:resizeHandles val="exact"/>
        </dgm:presLayoutVars>
      </dgm:prSet>
      <dgm:spPr/>
    </dgm:pt>
    <dgm:pt modelId="{15D5B20D-2045-47FD-8373-15974B5F912C}" type="pres">
      <dgm:prSet presAssocID="{77B1E4D5-291F-4F81-AE22-3351E3E8CEB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FA66F95-2404-4560-A73E-9FCBD9A0A78C}" type="pres">
      <dgm:prSet presAssocID="{3EE19259-89C3-4FFF-8178-0F237A51CDC9}" presName="spacer" presStyleCnt="0"/>
      <dgm:spPr/>
    </dgm:pt>
    <dgm:pt modelId="{21F1EB5F-43E1-4B6F-B361-15F92F5C2DC2}" type="pres">
      <dgm:prSet presAssocID="{DF1CA7B8-DC6B-4AAB-B23B-6CF07AD3EFA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CA1CF5D-B376-4F7D-AF77-8FE232715705}" srcId="{AFE19213-E153-48F5-8EA6-4E67AABBF1C0}" destId="{DF1CA7B8-DC6B-4AAB-B23B-6CF07AD3EFA8}" srcOrd="1" destOrd="0" parTransId="{BCEE4E1C-58A0-4815-BE1F-A58FEF64AFCB}" sibTransId="{B720FFF9-8AA4-487B-B02A-F47C54A8FA06}"/>
    <dgm:cxn modelId="{F9A24C43-56AF-44A7-B904-6ACF0999A91C}" type="presOf" srcId="{DF1CA7B8-DC6B-4AAB-B23B-6CF07AD3EFA8}" destId="{21F1EB5F-43E1-4B6F-B361-15F92F5C2DC2}" srcOrd="0" destOrd="0" presId="urn:microsoft.com/office/officeart/2005/8/layout/vList2"/>
    <dgm:cxn modelId="{77E34F77-5CC3-4463-A350-6D00D8A75E34}" type="presOf" srcId="{77B1E4D5-291F-4F81-AE22-3351E3E8CEB5}" destId="{15D5B20D-2045-47FD-8373-15974B5F912C}" srcOrd="0" destOrd="0" presId="urn:microsoft.com/office/officeart/2005/8/layout/vList2"/>
    <dgm:cxn modelId="{4F0C7F7A-554A-498B-AE79-E0846080F3E6}" srcId="{AFE19213-E153-48F5-8EA6-4E67AABBF1C0}" destId="{77B1E4D5-291F-4F81-AE22-3351E3E8CEB5}" srcOrd="0" destOrd="0" parTransId="{B53EF823-891E-4C3C-A71F-DADE1FC11C0B}" sibTransId="{3EE19259-89C3-4FFF-8178-0F237A51CDC9}"/>
    <dgm:cxn modelId="{8A5819E2-E0BC-4383-89C3-94367A600586}" type="presOf" srcId="{AFE19213-E153-48F5-8EA6-4E67AABBF1C0}" destId="{2861894C-9285-41E7-9146-62FC96C9A017}" srcOrd="0" destOrd="0" presId="urn:microsoft.com/office/officeart/2005/8/layout/vList2"/>
    <dgm:cxn modelId="{8DA5D141-1F50-4A05-9E45-F9118D31FB1A}" type="presParOf" srcId="{2861894C-9285-41E7-9146-62FC96C9A017}" destId="{15D5B20D-2045-47FD-8373-15974B5F912C}" srcOrd="0" destOrd="0" presId="urn:microsoft.com/office/officeart/2005/8/layout/vList2"/>
    <dgm:cxn modelId="{5522B698-E933-4507-9C3F-75723FA76953}" type="presParOf" srcId="{2861894C-9285-41E7-9146-62FC96C9A017}" destId="{CFA66F95-2404-4560-A73E-9FCBD9A0A78C}" srcOrd="1" destOrd="0" presId="urn:microsoft.com/office/officeart/2005/8/layout/vList2"/>
    <dgm:cxn modelId="{5F916DD0-0D79-45CA-87BD-3F5D6E2E285E}" type="presParOf" srcId="{2861894C-9285-41E7-9146-62FC96C9A017}" destId="{21F1EB5F-43E1-4B6F-B361-15F92F5C2DC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0F7A3193-3CFB-441A-A870-89FFD0EDAF7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54E79BA-BC35-4734-AECC-9C884FE608CE}">
      <dgm:prSet/>
      <dgm:spPr/>
      <dgm:t>
        <a:bodyPr/>
        <a:lstStyle/>
        <a:p>
          <a:r>
            <a:rPr lang="uk-UA" b="0" i="0"/>
            <a:t>Союзу визволення України у складі німецької армії, що діяла проти румунської армії у 1914—1916 рр.</a:t>
          </a:r>
          <a:endParaRPr lang="uk-UA"/>
        </a:p>
      </dgm:t>
    </dgm:pt>
    <dgm:pt modelId="{68768E5C-265E-4865-B2A4-4063DDE8389D}" type="parTrans" cxnId="{1CDF3114-5758-42EF-B59F-C6C69500F844}">
      <dgm:prSet/>
      <dgm:spPr/>
      <dgm:t>
        <a:bodyPr/>
        <a:lstStyle/>
        <a:p>
          <a:endParaRPr lang="uk-UA"/>
        </a:p>
      </dgm:t>
    </dgm:pt>
    <dgm:pt modelId="{947E0ADC-2C43-48D2-A97F-683024A1E59F}" type="sibTrans" cxnId="{1CDF3114-5758-42EF-B59F-C6C69500F844}">
      <dgm:prSet/>
      <dgm:spPr/>
      <dgm:t>
        <a:bodyPr/>
        <a:lstStyle/>
        <a:p>
          <a:endParaRPr lang="uk-UA"/>
        </a:p>
      </dgm:t>
    </dgm:pt>
    <dgm:pt modelId="{C842D7E5-2636-4B6A-B901-80B125D9552E}">
      <dgm:prSet/>
      <dgm:spPr/>
      <dgm:t>
        <a:bodyPr/>
        <a:lstStyle/>
        <a:p>
          <a:r>
            <a:rPr lang="uk-UA" b="0" i="0"/>
            <a:t>Головної української ради у складі австрійської армії, що діяла проти російської армії у 1914—1918 рр.</a:t>
          </a:r>
          <a:endParaRPr lang="uk-UA"/>
        </a:p>
      </dgm:t>
    </dgm:pt>
    <dgm:pt modelId="{E0807E97-8D32-4847-B4DE-C8448D646912}" type="parTrans" cxnId="{3D79B189-2B79-4F6A-A3EB-900C22A863D1}">
      <dgm:prSet/>
      <dgm:spPr/>
      <dgm:t>
        <a:bodyPr/>
        <a:lstStyle/>
        <a:p>
          <a:endParaRPr lang="uk-UA"/>
        </a:p>
      </dgm:t>
    </dgm:pt>
    <dgm:pt modelId="{8FEBFB5F-40EF-4AED-B864-900ED937E1CB}" type="sibTrans" cxnId="{3D79B189-2B79-4F6A-A3EB-900C22A863D1}">
      <dgm:prSet/>
      <dgm:spPr/>
      <dgm:t>
        <a:bodyPr/>
        <a:lstStyle/>
        <a:p>
          <a:endParaRPr lang="uk-UA"/>
        </a:p>
      </dgm:t>
    </dgm:pt>
    <dgm:pt modelId="{160FEB79-E52A-433C-85DD-9DCE27D587DE}" type="pres">
      <dgm:prSet presAssocID="{0F7A3193-3CFB-441A-A870-89FFD0EDAF74}" presName="linear" presStyleCnt="0">
        <dgm:presLayoutVars>
          <dgm:animLvl val="lvl"/>
          <dgm:resizeHandles val="exact"/>
        </dgm:presLayoutVars>
      </dgm:prSet>
      <dgm:spPr/>
    </dgm:pt>
    <dgm:pt modelId="{69D83B5B-3A7C-4A9D-BFEB-ACE05D5B337B}" type="pres">
      <dgm:prSet presAssocID="{854E79BA-BC35-4734-AECC-9C884FE608C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10AF1BB-A586-45A9-A645-8E76B732BAE1}" type="pres">
      <dgm:prSet presAssocID="{947E0ADC-2C43-48D2-A97F-683024A1E59F}" presName="spacer" presStyleCnt="0"/>
      <dgm:spPr/>
    </dgm:pt>
    <dgm:pt modelId="{08463AAA-7D11-40D1-9AB4-871429A6EA3B}" type="pres">
      <dgm:prSet presAssocID="{C842D7E5-2636-4B6A-B901-80B125D9552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CDF3114-5758-42EF-B59F-C6C69500F844}" srcId="{0F7A3193-3CFB-441A-A870-89FFD0EDAF74}" destId="{854E79BA-BC35-4734-AECC-9C884FE608CE}" srcOrd="0" destOrd="0" parTransId="{68768E5C-265E-4865-B2A4-4063DDE8389D}" sibTransId="{947E0ADC-2C43-48D2-A97F-683024A1E59F}"/>
    <dgm:cxn modelId="{EBA7266A-2AE4-4418-820B-F25F6EA8D28A}" type="presOf" srcId="{C842D7E5-2636-4B6A-B901-80B125D9552E}" destId="{08463AAA-7D11-40D1-9AB4-871429A6EA3B}" srcOrd="0" destOrd="0" presId="urn:microsoft.com/office/officeart/2005/8/layout/vList2"/>
    <dgm:cxn modelId="{3D79B189-2B79-4F6A-A3EB-900C22A863D1}" srcId="{0F7A3193-3CFB-441A-A870-89FFD0EDAF74}" destId="{C842D7E5-2636-4B6A-B901-80B125D9552E}" srcOrd="1" destOrd="0" parTransId="{E0807E97-8D32-4847-B4DE-C8448D646912}" sibTransId="{8FEBFB5F-40EF-4AED-B864-900ED937E1CB}"/>
    <dgm:cxn modelId="{EDE5BBD2-A88F-43E9-B456-7E130FABCDC5}" type="presOf" srcId="{854E79BA-BC35-4734-AECC-9C884FE608CE}" destId="{69D83B5B-3A7C-4A9D-BFEB-ACE05D5B337B}" srcOrd="0" destOrd="0" presId="urn:microsoft.com/office/officeart/2005/8/layout/vList2"/>
    <dgm:cxn modelId="{ED5B58F4-E6E7-4589-A2F3-3B908B45834B}" type="presOf" srcId="{0F7A3193-3CFB-441A-A870-89FFD0EDAF74}" destId="{160FEB79-E52A-433C-85DD-9DCE27D587DE}" srcOrd="0" destOrd="0" presId="urn:microsoft.com/office/officeart/2005/8/layout/vList2"/>
    <dgm:cxn modelId="{E89D3550-89B7-4E40-849E-6EE9AB051A8E}" type="presParOf" srcId="{160FEB79-E52A-433C-85DD-9DCE27D587DE}" destId="{69D83B5B-3A7C-4A9D-BFEB-ACE05D5B337B}" srcOrd="0" destOrd="0" presId="urn:microsoft.com/office/officeart/2005/8/layout/vList2"/>
    <dgm:cxn modelId="{CE36D141-4E96-4CF6-87A1-369D87C9F8A7}" type="presParOf" srcId="{160FEB79-E52A-433C-85DD-9DCE27D587DE}" destId="{910AF1BB-A586-45A9-A645-8E76B732BAE1}" srcOrd="1" destOrd="0" presId="urn:microsoft.com/office/officeart/2005/8/layout/vList2"/>
    <dgm:cxn modelId="{164921F2-36D1-41E9-91CB-761C4D8777CD}" type="presParOf" srcId="{160FEB79-E52A-433C-85DD-9DCE27D587DE}" destId="{08463AAA-7D11-40D1-9AB4-871429A6EA3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CE58C6DE-43A2-4BC5-B9A8-2FD5155B01D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EC0D6EF-068C-441C-871A-EDD5211E5128}">
      <dgm:prSet/>
      <dgm:spPr/>
      <dgm:t>
        <a:bodyPr/>
        <a:lstStyle/>
        <a:p>
          <a:r>
            <a:rPr lang="uk-UA" b="0" i="0"/>
            <a:t>початок Першої світової війни</a:t>
          </a:r>
          <a:endParaRPr lang="uk-UA"/>
        </a:p>
      </dgm:t>
    </dgm:pt>
    <dgm:pt modelId="{1E025073-EEA7-43CF-BD14-E4F65C53EDA6}" type="parTrans" cxnId="{BF9B140E-AFAB-4576-AAD8-B4604E0C2FFC}">
      <dgm:prSet/>
      <dgm:spPr/>
      <dgm:t>
        <a:bodyPr/>
        <a:lstStyle/>
        <a:p>
          <a:endParaRPr lang="uk-UA"/>
        </a:p>
      </dgm:t>
    </dgm:pt>
    <dgm:pt modelId="{BC1A981E-2A00-413E-BB1A-34C805DC11B7}" type="sibTrans" cxnId="{BF9B140E-AFAB-4576-AAD8-B4604E0C2FFC}">
      <dgm:prSet/>
      <dgm:spPr/>
      <dgm:t>
        <a:bodyPr/>
        <a:lstStyle/>
        <a:p>
          <a:endParaRPr lang="uk-UA"/>
        </a:p>
      </dgm:t>
    </dgm:pt>
    <dgm:pt modelId="{1ED77FB0-55E6-49AE-8C2F-46AF211761CA}">
      <dgm:prSet/>
      <dgm:spPr/>
      <dgm:t>
        <a:bodyPr/>
        <a:lstStyle/>
        <a:p>
          <a:r>
            <a:rPr lang="uk-UA" b="0" i="0"/>
            <a:t>утворення Української Центральної Ради</a:t>
          </a:r>
          <a:endParaRPr lang="uk-UA"/>
        </a:p>
      </dgm:t>
    </dgm:pt>
    <dgm:pt modelId="{9C634746-4A58-4E90-B165-D4C5287B2020}" type="parTrans" cxnId="{7DA687AD-2568-4F44-95C5-262CEA0614C5}">
      <dgm:prSet/>
      <dgm:spPr/>
      <dgm:t>
        <a:bodyPr/>
        <a:lstStyle/>
        <a:p>
          <a:endParaRPr lang="uk-UA"/>
        </a:p>
      </dgm:t>
    </dgm:pt>
    <dgm:pt modelId="{3DD01A8E-3011-4E53-BD8B-A6B9636909C2}" type="sibTrans" cxnId="{7DA687AD-2568-4F44-95C5-262CEA0614C5}">
      <dgm:prSet/>
      <dgm:spPr/>
      <dgm:t>
        <a:bodyPr/>
        <a:lstStyle/>
        <a:p>
          <a:endParaRPr lang="uk-UA"/>
        </a:p>
      </dgm:t>
    </dgm:pt>
    <dgm:pt modelId="{B199F3E3-AB6E-448A-B34C-43BE19C4B98A}">
      <dgm:prSet/>
      <dgm:spPr/>
      <dgm:t>
        <a:bodyPr/>
        <a:lstStyle/>
        <a:p>
          <a:r>
            <a:rPr lang="uk-UA" b="0" i="0"/>
            <a:t>повалення самодержавства в Російській імперії</a:t>
          </a:r>
          <a:endParaRPr lang="uk-UA"/>
        </a:p>
      </dgm:t>
    </dgm:pt>
    <dgm:pt modelId="{CF98B173-880C-4EB9-BDD8-8882729EDE53}" type="parTrans" cxnId="{6451F24B-B546-4D54-ABF8-1F1B80FB0F12}">
      <dgm:prSet/>
      <dgm:spPr/>
      <dgm:t>
        <a:bodyPr/>
        <a:lstStyle/>
        <a:p>
          <a:endParaRPr lang="uk-UA"/>
        </a:p>
      </dgm:t>
    </dgm:pt>
    <dgm:pt modelId="{A68385A6-D623-4EBB-97EF-29A97D4A1615}" type="sibTrans" cxnId="{6451F24B-B546-4D54-ABF8-1F1B80FB0F12}">
      <dgm:prSet/>
      <dgm:spPr/>
      <dgm:t>
        <a:bodyPr/>
        <a:lstStyle/>
        <a:p>
          <a:endParaRPr lang="uk-UA"/>
        </a:p>
      </dgm:t>
    </dgm:pt>
    <dgm:pt modelId="{96D5F8C3-2397-469E-98B7-7CA25327FD3A}">
      <dgm:prSet/>
      <dgm:spPr/>
      <dgm:t>
        <a:bodyPr/>
        <a:lstStyle/>
        <a:p>
          <a:r>
            <a:rPr lang="uk-UA" b="0" i="0"/>
            <a:t>проголошення Української Народної Республіки</a:t>
          </a:r>
          <a:endParaRPr lang="uk-UA"/>
        </a:p>
      </dgm:t>
    </dgm:pt>
    <dgm:pt modelId="{B053B821-B06E-4D48-86F8-06AE380375D8}" type="parTrans" cxnId="{6C44C543-454D-4E64-8342-1ACEC00FACB3}">
      <dgm:prSet/>
      <dgm:spPr/>
      <dgm:t>
        <a:bodyPr/>
        <a:lstStyle/>
        <a:p>
          <a:endParaRPr lang="uk-UA"/>
        </a:p>
      </dgm:t>
    </dgm:pt>
    <dgm:pt modelId="{192762DC-6BD2-487F-BEC3-5CD1CCFBA54E}" type="sibTrans" cxnId="{6C44C543-454D-4E64-8342-1ACEC00FACB3}">
      <dgm:prSet/>
      <dgm:spPr/>
      <dgm:t>
        <a:bodyPr/>
        <a:lstStyle/>
        <a:p>
          <a:endParaRPr lang="uk-UA"/>
        </a:p>
      </dgm:t>
    </dgm:pt>
    <dgm:pt modelId="{570AF34C-18EE-4886-B0A5-320B00063255}" type="pres">
      <dgm:prSet presAssocID="{CE58C6DE-43A2-4BC5-B9A8-2FD5155B01D1}" presName="linearFlow" presStyleCnt="0">
        <dgm:presLayoutVars>
          <dgm:dir/>
          <dgm:resizeHandles val="exact"/>
        </dgm:presLayoutVars>
      </dgm:prSet>
      <dgm:spPr/>
    </dgm:pt>
    <dgm:pt modelId="{BEA67996-9692-4DE8-BDD8-387493678360}" type="pres">
      <dgm:prSet presAssocID="{9EC0D6EF-068C-441C-871A-EDD5211E5128}" presName="composite" presStyleCnt="0"/>
      <dgm:spPr/>
    </dgm:pt>
    <dgm:pt modelId="{981397B5-4A74-47E0-964A-17F41FC30DD7}" type="pres">
      <dgm:prSet presAssocID="{9EC0D6EF-068C-441C-871A-EDD5211E5128}" presName="imgShp" presStyleLbl="fgImgPlace1" presStyleIdx="0" presStyleCnt="4"/>
      <dgm:spPr/>
    </dgm:pt>
    <dgm:pt modelId="{9ABAE0A2-B0EF-4A03-8DD7-42B6FBC8CD14}" type="pres">
      <dgm:prSet presAssocID="{9EC0D6EF-068C-441C-871A-EDD5211E5128}" presName="txShp" presStyleLbl="node1" presStyleIdx="0" presStyleCnt="4">
        <dgm:presLayoutVars>
          <dgm:bulletEnabled val="1"/>
        </dgm:presLayoutVars>
      </dgm:prSet>
      <dgm:spPr/>
    </dgm:pt>
    <dgm:pt modelId="{4B7BECFE-1CDC-4841-ABF4-8DDA40A19A43}" type="pres">
      <dgm:prSet presAssocID="{BC1A981E-2A00-413E-BB1A-34C805DC11B7}" presName="spacing" presStyleCnt="0"/>
      <dgm:spPr/>
    </dgm:pt>
    <dgm:pt modelId="{B452635D-2013-4706-922B-E5F69E2BCFF7}" type="pres">
      <dgm:prSet presAssocID="{1ED77FB0-55E6-49AE-8C2F-46AF211761CA}" presName="composite" presStyleCnt="0"/>
      <dgm:spPr/>
    </dgm:pt>
    <dgm:pt modelId="{5CB7A0EA-9263-4F64-9065-24D8ED463F6A}" type="pres">
      <dgm:prSet presAssocID="{1ED77FB0-55E6-49AE-8C2F-46AF211761CA}" presName="imgShp" presStyleLbl="fgImgPlace1" presStyleIdx="1" presStyleCnt="4"/>
      <dgm:spPr/>
    </dgm:pt>
    <dgm:pt modelId="{EBFA4E67-EBB4-46DC-92A1-1FF660FCB3FC}" type="pres">
      <dgm:prSet presAssocID="{1ED77FB0-55E6-49AE-8C2F-46AF211761CA}" presName="txShp" presStyleLbl="node1" presStyleIdx="1" presStyleCnt="4">
        <dgm:presLayoutVars>
          <dgm:bulletEnabled val="1"/>
        </dgm:presLayoutVars>
      </dgm:prSet>
      <dgm:spPr/>
    </dgm:pt>
    <dgm:pt modelId="{89345D43-0886-4031-AAF6-9E638B8079BB}" type="pres">
      <dgm:prSet presAssocID="{3DD01A8E-3011-4E53-BD8B-A6B9636909C2}" presName="spacing" presStyleCnt="0"/>
      <dgm:spPr/>
    </dgm:pt>
    <dgm:pt modelId="{DA7BF58D-BF23-4AAB-9D8D-B1DFAE402BB3}" type="pres">
      <dgm:prSet presAssocID="{B199F3E3-AB6E-448A-B34C-43BE19C4B98A}" presName="composite" presStyleCnt="0"/>
      <dgm:spPr/>
    </dgm:pt>
    <dgm:pt modelId="{E99F449A-BCC5-4E33-BB33-AF8FC4831A66}" type="pres">
      <dgm:prSet presAssocID="{B199F3E3-AB6E-448A-B34C-43BE19C4B98A}" presName="imgShp" presStyleLbl="fgImgPlace1" presStyleIdx="2" presStyleCnt="4"/>
      <dgm:spPr/>
    </dgm:pt>
    <dgm:pt modelId="{15CE0513-922B-49E7-A137-C4CF1FC786F0}" type="pres">
      <dgm:prSet presAssocID="{B199F3E3-AB6E-448A-B34C-43BE19C4B98A}" presName="txShp" presStyleLbl="node1" presStyleIdx="2" presStyleCnt="4">
        <dgm:presLayoutVars>
          <dgm:bulletEnabled val="1"/>
        </dgm:presLayoutVars>
      </dgm:prSet>
      <dgm:spPr/>
    </dgm:pt>
    <dgm:pt modelId="{1B2D1B5D-79DE-46C6-9621-6AFB56C64D17}" type="pres">
      <dgm:prSet presAssocID="{A68385A6-D623-4EBB-97EF-29A97D4A1615}" presName="spacing" presStyleCnt="0"/>
      <dgm:spPr/>
    </dgm:pt>
    <dgm:pt modelId="{5861AD75-2027-43F2-9B65-2B53B561E4B2}" type="pres">
      <dgm:prSet presAssocID="{96D5F8C3-2397-469E-98B7-7CA25327FD3A}" presName="composite" presStyleCnt="0"/>
      <dgm:spPr/>
    </dgm:pt>
    <dgm:pt modelId="{F6B6F73D-7312-44C4-BB5F-E6C73B2A97BC}" type="pres">
      <dgm:prSet presAssocID="{96D5F8C3-2397-469E-98B7-7CA25327FD3A}" presName="imgShp" presStyleLbl="fgImgPlace1" presStyleIdx="3" presStyleCnt="4"/>
      <dgm:spPr/>
    </dgm:pt>
    <dgm:pt modelId="{D0030C93-C79C-46D6-9CC8-1CA11FA03E16}" type="pres">
      <dgm:prSet presAssocID="{96D5F8C3-2397-469E-98B7-7CA25327FD3A}" presName="txShp" presStyleLbl="node1" presStyleIdx="3" presStyleCnt="4">
        <dgm:presLayoutVars>
          <dgm:bulletEnabled val="1"/>
        </dgm:presLayoutVars>
      </dgm:prSet>
      <dgm:spPr/>
    </dgm:pt>
  </dgm:ptLst>
  <dgm:cxnLst>
    <dgm:cxn modelId="{BF9B140E-AFAB-4576-AAD8-B4604E0C2FFC}" srcId="{CE58C6DE-43A2-4BC5-B9A8-2FD5155B01D1}" destId="{9EC0D6EF-068C-441C-871A-EDD5211E5128}" srcOrd="0" destOrd="0" parTransId="{1E025073-EEA7-43CF-BD14-E4F65C53EDA6}" sibTransId="{BC1A981E-2A00-413E-BB1A-34C805DC11B7}"/>
    <dgm:cxn modelId="{848D0A24-6DAE-48EA-A95F-DD4A542DAFE9}" type="presOf" srcId="{CE58C6DE-43A2-4BC5-B9A8-2FD5155B01D1}" destId="{570AF34C-18EE-4886-B0A5-320B00063255}" srcOrd="0" destOrd="0" presId="urn:microsoft.com/office/officeart/2005/8/layout/vList3"/>
    <dgm:cxn modelId="{6C44C543-454D-4E64-8342-1ACEC00FACB3}" srcId="{CE58C6DE-43A2-4BC5-B9A8-2FD5155B01D1}" destId="{96D5F8C3-2397-469E-98B7-7CA25327FD3A}" srcOrd="3" destOrd="0" parTransId="{B053B821-B06E-4D48-86F8-06AE380375D8}" sibTransId="{192762DC-6BD2-487F-BEC3-5CD1CCFBA54E}"/>
    <dgm:cxn modelId="{F6826F4B-37B2-4338-82B7-F9FD2CE24F1C}" type="presOf" srcId="{9EC0D6EF-068C-441C-871A-EDD5211E5128}" destId="{9ABAE0A2-B0EF-4A03-8DD7-42B6FBC8CD14}" srcOrd="0" destOrd="0" presId="urn:microsoft.com/office/officeart/2005/8/layout/vList3"/>
    <dgm:cxn modelId="{6451F24B-B546-4D54-ABF8-1F1B80FB0F12}" srcId="{CE58C6DE-43A2-4BC5-B9A8-2FD5155B01D1}" destId="{B199F3E3-AB6E-448A-B34C-43BE19C4B98A}" srcOrd="2" destOrd="0" parTransId="{CF98B173-880C-4EB9-BDD8-8882729EDE53}" sibTransId="{A68385A6-D623-4EBB-97EF-29A97D4A1615}"/>
    <dgm:cxn modelId="{0E910F6E-1E97-48BD-809B-A89AD1C97B06}" type="presOf" srcId="{B199F3E3-AB6E-448A-B34C-43BE19C4B98A}" destId="{15CE0513-922B-49E7-A137-C4CF1FC786F0}" srcOrd="0" destOrd="0" presId="urn:microsoft.com/office/officeart/2005/8/layout/vList3"/>
    <dgm:cxn modelId="{9ABF347E-E8B9-47A1-B010-E87BF10D444C}" type="presOf" srcId="{96D5F8C3-2397-469E-98B7-7CA25327FD3A}" destId="{D0030C93-C79C-46D6-9CC8-1CA11FA03E16}" srcOrd="0" destOrd="0" presId="urn:microsoft.com/office/officeart/2005/8/layout/vList3"/>
    <dgm:cxn modelId="{7DA687AD-2568-4F44-95C5-262CEA0614C5}" srcId="{CE58C6DE-43A2-4BC5-B9A8-2FD5155B01D1}" destId="{1ED77FB0-55E6-49AE-8C2F-46AF211761CA}" srcOrd="1" destOrd="0" parTransId="{9C634746-4A58-4E90-B165-D4C5287B2020}" sibTransId="{3DD01A8E-3011-4E53-BD8B-A6B9636909C2}"/>
    <dgm:cxn modelId="{427A99FB-3E1E-4E17-9149-5F027C073684}" type="presOf" srcId="{1ED77FB0-55E6-49AE-8C2F-46AF211761CA}" destId="{EBFA4E67-EBB4-46DC-92A1-1FF660FCB3FC}" srcOrd="0" destOrd="0" presId="urn:microsoft.com/office/officeart/2005/8/layout/vList3"/>
    <dgm:cxn modelId="{1CD1050A-86FB-4839-8FFC-4E83D50989B8}" type="presParOf" srcId="{570AF34C-18EE-4886-B0A5-320B00063255}" destId="{BEA67996-9692-4DE8-BDD8-387493678360}" srcOrd="0" destOrd="0" presId="urn:microsoft.com/office/officeart/2005/8/layout/vList3"/>
    <dgm:cxn modelId="{4F178B0B-A6D6-4D4C-B497-93F9DC94F50B}" type="presParOf" srcId="{BEA67996-9692-4DE8-BDD8-387493678360}" destId="{981397B5-4A74-47E0-964A-17F41FC30DD7}" srcOrd="0" destOrd="0" presId="urn:microsoft.com/office/officeart/2005/8/layout/vList3"/>
    <dgm:cxn modelId="{179083E6-4782-4028-A421-CCDE8CEB6605}" type="presParOf" srcId="{BEA67996-9692-4DE8-BDD8-387493678360}" destId="{9ABAE0A2-B0EF-4A03-8DD7-42B6FBC8CD14}" srcOrd="1" destOrd="0" presId="urn:microsoft.com/office/officeart/2005/8/layout/vList3"/>
    <dgm:cxn modelId="{C0D29E81-3E1C-479C-9A50-A9FFDE20CD36}" type="presParOf" srcId="{570AF34C-18EE-4886-B0A5-320B00063255}" destId="{4B7BECFE-1CDC-4841-ABF4-8DDA40A19A43}" srcOrd="1" destOrd="0" presId="urn:microsoft.com/office/officeart/2005/8/layout/vList3"/>
    <dgm:cxn modelId="{605B7B0E-0926-4A4C-9D0E-8917D521088C}" type="presParOf" srcId="{570AF34C-18EE-4886-B0A5-320B00063255}" destId="{B452635D-2013-4706-922B-E5F69E2BCFF7}" srcOrd="2" destOrd="0" presId="urn:microsoft.com/office/officeart/2005/8/layout/vList3"/>
    <dgm:cxn modelId="{75FA026E-66F4-4B56-912F-21EE2408DB73}" type="presParOf" srcId="{B452635D-2013-4706-922B-E5F69E2BCFF7}" destId="{5CB7A0EA-9263-4F64-9065-24D8ED463F6A}" srcOrd="0" destOrd="0" presId="urn:microsoft.com/office/officeart/2005/8/layout/vList3"/>
    <dgm:cxn modelId="{1D5938EB-83F1-4A3C-99B9-5AB37DD9C6FD}" type="presParOf" srcId="{B452635D-2013-4706-922B-E5F69E2BCFF7}" destId="{EBFA4E67-EBB4-46DC-92A1-1FF660FCB3FC}" srcOrd="1" destOrd="0" presId="urn:microsoft.com/office/officeart/2005/8/layout/vList3"/>
    <dgm:cxn modelId="{B5C8C095-86D6-4886-A988-BCBAB168FEAB}" type="presParOf" srcId="{570AF34C-18EE-4886-B0A5-320B00063255}" destId="{89345D43-0886-4031-AAF6-9E638B8079BB}" srcOrd="3" destOrd="0" presId="urn:microsoft.com/office/officeart/2005/8/layout/vList3"/>
    <dgm:cxn modelId="{6C79D991-732F-4FF4-9EAA-9B0DD79EBD77}" type="presParOf" srcId="{570AF34C-18EE-4886-B0A5-320B00063255}" destId="{DA7BF58D-BF23-4AAB-9D8D-B1DFAE402BB3}" srcOrd="4" destOrd="0" presId="urn:microsoft.com/office/officeart/2005/8/layout/vList3"/>
    <dgm:cxn modelId="{5FE97721-6977-4C52-BF87-E03B8FB4BA4F}" type="presParOf" srcId="{DA7BF58D-BF23-4AAB-9D8D-B1DFAE402BB3}" destId="{E99F449A-BCC5-4E33-BB33-AF8FC4831A66}" srcOrd="0" destOrd="0" presId="urn:microsoft.com/office/officeart/2005/8/layout/vList3"/>
    <dgm:cxn modelId="{72C98AA3-8F0A-4B66-B7D0-EBB30E018592}" type="presParOf" srcId="{DA7BF58D-BF23-4AAB-9D8D-B1DFAE402BB3}" destId="{15CE0513-922B-49E7-A137-C4CF1FC786F0}" srcOrd="1" destOrd="0" presId="urn:microsoft.com/office/officeart/2005/8/layout/vList3"/>
    <dgm:cxn modelId="{E52D6D1D-54F5-497E-8E5C-28856A561BF5}" type="presParOf" srcId="{570AF34C-18EE-4886-B0A5-320B00063255}" destId="{1B2D1B5D-79DE-46C6-9621-6AFB56C64D17}" srcOrd="5" destOrd="0" presId="urn:microsoft.com/office/officeart/2005/8/layout/vList3"/>
    <dgm:cxn modelId="{A6AE8014-6E2B-4394-8211-8D4CBAFF2593}" type="presParOf" srcId="{570AF34C-18EE-4886-B0A5-320B00063255}" destId="{5861AD75-2027-43F2-9B65-2B53B561E4B2}" srcOrd="6" destOrd="0" presId="urn:microsoft.com/office/officeart/2005/8/layout/vList3"/>
    <dgm:cxn modelId="{A04E2156-E20E-40E9-A8A1-854E674DDB18}" type="presParOf" srcId="{5861AD75-2027-43F2-9B65-2B53B561E4B2}" destId="{F6B6F73D-7312-44C4-BB5F-E6C73B2A97BC}" srcOrd="0" destOrd="0" presId="urn:microsoft.com/office/officeart/2005/8/layout/vList3"/>
    <dgm:cxn modelId="{DDE06A03-FF04-4EA9-9750-16E4FD8E5EFA}" type="presParOf" srcId="{5861AD75-2027-43F2-9B65-2B53B561E4B2}" destId="{D0030C93-C79C-46D6-9CC8-1CA11FA03E1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479BB080-ECCD-4F9F-84BF-A49A318E9F6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5B9C50-3CAC-4C87-B006-933602342AF1}">
      <dgm:prSet/>
      <dgm:spPr/>
      <dgm:t>
        <a:bodyPr/>
        <a:lstStyle/>
        <a:p>
          <a:r>
            <a:rPr lang="ru-RU" b="0" i="0"/>
            <a:t>лояльність українців Галичини до австро-угорської монархії.</a:t>
          </a:r>
          <a:endParaRPr lang="uk-UA"/>
        </a:p>
      </dgm:t>
    </dgm:pt>
    <dgm:pt modelId="{EE6540CB-3AFA-4376-82DB-8C1D875E275D}" type="parTrans" cxnId="{4F182439-3E86-483E-AB55-15366DACC14D}">
      <dgm:prSet/>
      <dgm:spPr/>
      <dgm:t>
        <a:bodyPr/>
        <a:lstStyle/>
        <a:p>
          <a:endParaRPr lang="uk-UA"/>
        </a:p>
      </dgm:t>
    </dgm:pt>
    <dgm:pt modelId="{0E1CE62F-75B2-4827-821D-45FEB8881E7B}" type="sibTrans" cxnId="{4F182439-3E86-483E-AB55-15366DACC14D}">
      <dgm:prSet/>
      <dgm:spPr/>
      <dgm:t>
        <a:bodyPr/>
        <a:lstStyle/>
        <a:p>
          <a:endParaRPr lang="uk-UA"/>
        </a:p>
      </dgm:t>
    </dgm:pt>
    <dgm:pt modelId="{9B5E3A3E-5537-4B96-8B32-6034B00064D7}">
      <dgm:prSet/>
      <dgm:spPr/>
      <dgm:t>
        <a:bodyPr/>
        <a:lstStyle/>
        <a:p>
          <a:r>
            <a:rPr lang="ru-RU" b="0" i="0"/>
            <a:t>впливовість москвофілів у політичному житті Галичини.</a:t>
          </a:r>
          <a:endParaRPr lang="uk-UA"/>
        </a:p>
      </dgm:t>
    </dgm:pt>
    <dgm:pt modelId="{930F236F-9E22-4F4A-BE8D-6259A516BEE8}" type="parTrans" cxnId="{8B9F2AB4-F17D-448E-BF31-B148A1327B68}">
      <dgm:prSet/>
      <dgm:spPr/>
      <dgm:t>
        <a:bodyPr/>
        <a:lstStyle/>
        <a:p>
          <a:endParaRPr lang="uk-UA"/>
        </a:p>
      </dgm:t>
    </dgm:pt>
    <dgm:pt modelId="{E79335FF-5BDB-4DE8-980A-8C1AB87AB6F7}" type="sibTrans" cxnId="{8B9F2AB4-F17D-448E-BF31-B148A1327B68}">
      <dgm:prSet/>
      <dgm:spPr/>
      <dgm:t>
        <a:bodyPr/>
        <a:lstStyle/>
        <a:p>
          <a:endParaRPr lang="uk-UA"/>
        </a:p>
      </dgm:t>
    </dgm:pt>
    <dgm:pt modelId="{A420D54D-F998-4444-BA70-82CED34A856B}">
      <dgm:prSet/>
      <dgm:spPr/>
      <dgm:t>
        <a:bodyPr/>
        <a:lstStyle/>
        <a:p>
          <a:r>
            <a:rPr lang="ru-RU" b="0" i="0"/>
            <a:t>непідготованість Австро-Угорщини до ведення війни на два фронти.</a:t>
          </a:r>
          <a:endParaRPr lang="uk-UA"/>
        </a:p>
      </dgm:t>
    </dgm:pt>
    <dgm:pt modelId="{A0D44296-1A93-48CF-9C9A-EF4BC44DBA51}" type="parTrans" cxnId="{E1BBE62C-B1BD-4795-A894-2F0E6EC0C2C0}">
      <dgm:prSet/>
      <dgm:spPr/>
      <dgm:t>
        <a:bodyPr/>
        <a:lstStyle/>
        <a:p>
          <a:endParaRPr lang="uk-UA"/>
        </a:p>
      </dgm:t>
    </dgm:pt>
    <dgm:pt modelId="{6DC5E68C-B526-488E-9F88-7D3B3B39F8EA}" type="sibTrans" cxnId="{E1BBE62C-B1BD-4795-A894-2F0E6EC0C2C0}">
      <dgm:prSet/>
      <dgm:spPr/>
      <dgm:t>
        <a:bodyPr/>
        <a:lstStyle/>
        <a:p>
          <a:endParaRPr lang="uk-UA"/>
        </a:p>
      </dgm:t>
    </dgm:pt>
    <dgm:pt modelId="{0A5D2E4E-E678-42E5-B4DF-964134530F0A}">
      <dgm:prSet/>
      <dgm:spPr/>
      <dgm:t>
        <a:bodyPr/>
        <a:lstStyle/>
        <a:p>
          <a:r>
            <a:rPr lang="ru-RU" b="0" i="0"/>
            <a:t>приєднання України до Четверного союзу Центральних держав.</a:t>
          </a:r>
          <a:endParaRPr lang="uk-UA"/>
        </a:p>
      </dgm:t>
    </dgm:pt>
    <dgm:pt modelId="{E280A277-D47E-4B3C-89D8-A0FA1FDFBEF5}" type="parTrans" cxnId="{428AF129-ABF1-43FF-8753-E9F0D86F485D}">
      <dgm:prSet/>
      <dgm:spPr/>
      <dgm:t>
        <a:bodyPr/>
        <a:lstStyle/>
        <a:p>
          <a:endParaRPr lang="uk-UA"/>
        </a:p>
      </dgm:t>
    </dgm:pt>
    <dgm:pt modelId="{387A7199-BDDB-4B79-B2AE-E1A296DDFBCA}" type="sibTrans" cxnId="{428AF129-ABF1-43FF-8753-E9F0D86F485D}">
      <dgm:prSet/>
      <dgm:spPr/>
      <dgm:t>
        <a:bodyPr/>
        <a:lstStyle/>
        <a:p>
          <a:endParaRPr lang="uk-UA"/>
        </a:p>
      </dgm:t>
    </dgm:pt>
    <dgm:pt modelId="{25D1E2F6-071D-4257-A125-AAFD36D9C03B}" type="pres">
      <dgm:prSet presAssocID="{479BB080-ECCD-4F9F-84BF-A49A318E9F67}" presName="linear" presStyleCnt="0">
        <dgm:presLayoutVars>
          <dgm:animLvl val="lvl"/>
          <dgm:resizeHandles val="exact"/>
        </dgm:presLayoutVars>
      </dgm:prSet>
      <dgm:spPr/>
    </dgm:pt>
    <dgm:pt modelId="{B4031E8E-7545-438C-B856-848FF8BBB2EA}" type="pres">
      <dgm:prSet presAssocID="{E65B9C50-3CAC-4C87-B006-933602342AF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EFB4236-6758-4560-B122-F60EDE4E5FE2}" type="pres">
      <dgm:prSet presAssocID="{0E1CE62F-75B2-4827-821D-45FEB8881E7B}" presName="spacer" presStyleCnt="0"/>
      <dgm:spPr/>
    </dgm:pt>
    <dgm:pt modelId="{7814C118-3037-4A9C-A827-89656D8162F1}" type="pres">
      <dgm:prSet presAssocID="{9B5E3A3E-5537-4B96-8B32-6034B00064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C94501-248D-4868-8CCF-4B4D35731BEC}" type="pres">
      <dgm:prSet presAssocID="{E79335FF-5BDB-4DE8-980A-8C1AB87AB6F7}" presName="spacer" presStyleCnt="0"/>
      <dgm:spPr/>
    </dgm:pt>
    <dgm:pt modelId="{DB6590DC-22E3-458C-86FE-FB50E926F20B}" type="pres">
      <dgm:prSet presAssocID="{A420D54D-F998-4444-BA70-82CED34A856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9638177-434B-44B0-AC91-3AB040374030}" type="pres">
      <dgm:prSet presAssocID="{6DC5E68C-B526-488E-9F88-7D3B3B39F8EA}" presName="spacer" presStyleCnt="0"/>
      <dgm:spPr/>
    </dgm:pt>
    <dgm:pt modelId="{CEDD3BFC-68A5-4CDD-8348-BE597B88679F}" type="pres">
      <dgm:prSet presAssocID="{0A5D2E4E-E678-42E5-B4DF-964134530F0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6C6B704-520E-4F78-98FE-EE74B874E482}" type="presOf" srcId="{0A5D2E4E-E678-42E5-B4DF-964134530F0A}" destId="{CEDD3BFC-68A5-4CDD-8348-BE597B88679F}" srcOrd="0" destOrd="0" presId="urn:microsoft.com/office/officeart/2005/8/layout/vList2"/>
    <dgm:cxn modelId="{BC40B30E-C8D7-4149-A858-C02154DFA6C9}" type="presOf" srcId="{479BB080-ECCD-4F9F-84BF-A49A318E9F67}" destId="{25D1E2F6-071D-4257-A125-AAFD36D9C03B}" srcOrd="0" destOrd="0" presId="urn:microsoft.com/office/officeart/2005/8/layout/vList2"/>
    <dgm:cxn modelId="{428AF129-ABF1-43FF-8753-E9F0D86F485D}" srcId="{479BB080-ECCD-4F9F-84BF-A49A318E9F67}" destId="{0A5D2E4E-E678-42E5-B4DF-964134530F0A}" srcOrd="3" destOrd="0" parTransId="{E280A277-D47E-4B3C-89D8-A0FA1FDFBEF5}" sibTransId="{387A7199-BDDB-4B79-B2AE-E1A296DDFBCA}"/>
    <dgm:cxn modelId="{E1BBE62C-B1BD-4795-A894-2F0E6EC0C2C0}" srcId="{479BB080-ECCD-4F9F-84BF-A49A318E9F67}" destId="{A420D54D-F998-4444-BA70-82CED34A856B}" srcOrd="2" destOrd="0" parTransId="{A0D44296-1A93-48CF-9C9A-EF4BC44DBA51}" sibTransId="{6DC5E68C-B526-488E-9F88-7D3B3B39F8EA}"/>
    <dgm:cxn modelId="{4F182439-3E86-483E-AB55-15366DACC14D}" srcId="{479BB080-ECCD-4F9F-84BF-A49A318E9F67}" destId="{E65B9C50-3CAC-4C87-B006-933602342AF1}" srcOrd="0" destOrd="0" parTransId="{EE6540CB-3AFA-4376-82DB-8C1D875E275D}" sibTransId="{0E1CE62F-75B2-4827-821D-45FEB8881E7B}"/>
    <dgm:cxn modelId="{D94C693B-D39B-41A5-804A-6874E8B628B8}" type="presOf" srcId="{9B5E3A3E-5537-4B96-8B32-6034B00064D7}" destId="{7814C118-3037-4A9C-A827-89656D8162F1}" srcOrd="0" destOrd="0" presId="urn:microsoft.com/office/officeart/2005/8/layout/vList2"/>
    <dgm:cxn modelId="{70542382-B38A-42A2-ACC5-0A81FD8B3F87}" type="presOf" srcId="{E65B9C50-3CAC-4C87-B006-933602342AF1}" destId="{B4031E8E-7545-438C-B856-848FF8BBB2EA}" srcOrd="0" destOrd="0" presId="urn:microsoft.com/office/officeart/2005/8/layout/vList2"/>
    <dgm:cxn modelId="{8B9F2AB4-F17D-448E-BF31-B148A1327B68}" srcId="{479BB080-ECCD-4F9F-84BF-A49A318E9F67}" destId="{9B5E3A3E-5537-4B96-8B32-6034B00064D7}" srcOrd="1" destOrd="0" parTransId="{930F236F-9E22-4F4A-BE8D-6259A516BEE8}" sibTransId="{E79335FF-5BDB-4DE8-980A-8C1AB87AB6F7}"/>
    <dgm:cxn modelId="{69C191F9-5A43-4D22-ABA1-9701EEF48DA5}" type="presOf" srcId="{A420D54D-F998-4444-BA70-82CED34A856B}" destId="{DB6590DC-22E3-458C-86FE-FB50E926F20B}" srcOrd="0" destOrd="0" presId="urn:microsoft.com/office/officeart/2005/8/layout/vList2"/>
    <dgm:cxn modelId="{4B4C4B06-DB81-4DC4-A18A-0E091C614D73}" type="presParOf" srcId="{25D1E2F6-071D-4257-A125-AAFD36D9C03B}" destId="{B4031E8E-7545-438C-B856-848FF8BBB2EA}" srcOrd="0" destOrd="0" presId="urn:microsoft.com/office/officeart/2005/8/layout/vList2"/>
    <dgm:cxn modelId="{36676283-B1BE-4A93-A3C3-AA2EEAAC59BE}" type="presParOf" srcId="{25D1E2F6-071D-4257-A125-AAFD36D9C03B}" destId="{FEFB4236-6758-4560-B122-F60EDE4E5FE2}" srcOrd="1" destOrd="0" presId="urn:microsoft.com/office/officeart/2005/8/layout/vList2"/>
    <dgm:cxn modelId="{5870EF6E-F321-45A7-A178-989794C66848}" type="presParOf" srcId="{25D1E2F6-071D-4257-A125-AAFD36D9C03B}" destId="{7814C118-3037-4A9C-A827-89656D8162F1}" srcOrd="2" destOrd="0" presId="urn:microsoft.com/office/officeart/2005/8/layout/vList2"/>
    <dgm:cxn modelId="{C97E6AFD-B10A-4DF3-B631-EE67208A1A54}" type="presParOf" srcId="{25D1E2F6-071D-4257-A125-AAFD36D9C03B}" destId="{A4C94501-248D-4868-8CCF-4B4D35731BEC}" srcOrd="3" destOrd="0" presId="urn:microsoft.com/office/officeart/2005/8/layout/vList2"/>
    <dgm:cxn modelId="{F0218FDE-6AC1-4B2A-9C4F-82E4C0CACD7E}" type="presParOf" srcId="{25D1E2F6-071D-4257-A125-AAFD36D9C03B}" destId="{DB6590DC-22E3-458C-86FE-FB50E926F20B}" srcOrd="4" destOrd="0" presId="urn:microsoft.com/office/officeart/2005/8/layout/vList2"/>
    <dgm:cxn modelId="{C6CC7820-1D1A-41BA-9DBE-40929FF2BF35}" type="presParOf" srcId="{25D1E2F6-071D-4257-A125-AAFD36D9C03B}" destId="{D9638177-434B-44B0-AC91-3AB040374030}" srcOrd="5" destOrd="0" presId="urn:microsoft.com/office/officeart/2005/8/layout/vList2"/>
    <dgm:cxn modelId="{9360AD4B-9ECF-4714-B2AA-9D3344470DF9}" type="presParOf" srcId="{25D1E2F6-071D-4257-A125-AAFD36D9C03B}" destId="{CEDD3BFC-68A5-4CDD-8348-BE597B88679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337B1B28-EB6F-4750-B851-38E4412161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53BA77-0FB2-4926-9F95-4F01BD0B3D7C}">
      <dgm:prSet/>
      <dgm:spPr/>
      <dgm:t>
        <a:bodyPr/>
        <a:lstStyle/>
        <a:p>
          <a:r>
            <a:rPr lang="uk-UA" b="0" i="0"/>
            <a:t>спричинено формуванням «Вільного козацтва».</a:t>
          </a:r>
          <a:endParaRPr lang="uk-UA"/>
        </a:p>
      </dgm:t>
    </dgm:pt>
    <dgm:pt modelId="{91D3A7FA-31E8-4708-8582-9190337DC8BB}" type="parTrans" cxnId="{89A2140C-9D28-4A12-B25A-0CFFD577E647}">
      <dgm:prSet/>
      <dgm:spPr/>
      <dgm:t>
        <a:bodyPr/>
        <a:lstStyle/>
        <a:p>
          <a:endParaRPr lang="uk-UA"/>
        </a:p>
      </dgm:t>
    </dgm:pt>
    <dgm:pt modelId="{95759EC5-899C-4727-BD7B-C2C19D04D47B}" type="sibTrans" cxnId="{89A2140C-9D28-4A12-B25A-0CFFD577E647}">
      <dgm:prSet/>
      <dgm:spPr/>
      <dgm:t>
        <a:bodyPr/>
        <a:lstStyle/>
        <a:p>
          <a:endParaRPr lang="uk-UA"/>
        </a:p>
      </dgm:t>
    </dgm:pt>
    <dgm:pt modelId="{19DBD196-08A2-4523-8674-AD03E04417D2}">
      <dgm:prSet/>
      <dgm:spPr/>
      <dgm:t>
        <a:bodyPr/>
        <a:lstStyle/>
        <a:p>
          <a:r>
            <a:rPr lang="uk-UA" b="0" i="0"/>
            <a:t>було складовою процесу «українізації» частин російської армії.</a:t>
          </a:r>
          <a:endParaRPr lang="uk-UA"/>
        </a:p>
      </dgm:t>
    </dgm:pt>
    <dgm:pt modelId="{A121AA07-18D8-4697-8C22-381F8635695A}" type="parTrans" cxnId="{D8CB7767-4A89-4D9C-BBCB-6F58A6D5962E}">
      <dgm:prSet/>
      <dgm:spPr/>
      <dgm:t>
        <a:bodyPr/>
        <a:lstStyle/>
        <a:p>
          <a:endParaRPr lang="uk-UA"/>
        </a:p>
      </dgm:t>
    </dgm:pt>
    <dgm:pt modelId="{BA3FDD80-06C7-45D8-8B49-B4576A959A63}" type="sibTrans" cxnId="{D8CB7767-4A89-4D9C-BBCB-6F58A6D5962E}">
      <dgm:prSet/>
      <dgm:spPr/>
      <dgm:t>
        <a:bodyPr/>
        <a:lstStyle/>
        <a:p>
          <a:endParaRPr lang="uk-UA"/>
        </a:p>
      </dgm:t>
    </dgm:pt>
    <dgm:pt modelId="{B8743BBA-D618-415D-9796-0E908D457B03}">
      <dgm:prSet/>
      <dgm:spPr/>
      <dgm:t>
        <a:bodyPr/>
        <a:lstStyle/>
        <a:p>
          <a:r>
            <a:rPr lang="uk-UA" b="0" i="0"/>
            <a:t>відбулося за ініціативи Головної української ради.</a:t>
          </a:r>
          <a:endParaRPr lang="uk-UA"/>
        </a:p>
      </dgm:t>
    </dgm:pt>
    <dgm:pt modelId="{8E634A1C-C7BB-4202-AB1C-207AA3B68957}" type="parTrans" cxnId="{D4F9E5C2-D279-4FEB-9978-1AD87CECB740}">
      <dgm:prSet/>
      <dgm:spPr/>
      <dgm:t>
        <a:bodyPr/>
        <a:lstStyle/>
        <a:p>
          <a:endParaRPr lang="uk-UA"/>
        </a:p>
      </dgm:t>
    </dgm:pt>
    <dgm:pt modelId="{F6E152D4-19F1-44F6-85D2-669720D41B1A}" type="sibTrans" cxnId="{D4F9E5C2-D279-4FEB-9978-1AD87CECB740}">
      <dgm:prSet/>
      <dgm:spPr/>
      <dgm:t>
        <a:bodyPr/>
        <a:lstStyle/>
        <a:p>
          <a:endParaRPr lang="uk-UA"/>
        </a:p>
      </dgm:t>
    </dgm:pt>
    <dgm:pt modelId="{B888B977-A812-4D7C-A3BB-3AD5B247B0A2}">
      <dgm:prSet/>
      <dgm:spPr/>
      <dgm:t>
        <a:bodyPr/>
        <a:lstStyle/>
        <a:p>
          <a:r>
            <a:rPr lang="uk-UA" b="0" i="0"/>
            <a:t>зумовлено проголошенням Західноукраїнської Народної Республіки.</a:t>
          </a:r>
          <a:endParaRPr lang="uk-UA"/>
        </a:p>
      </dgm:t>
    </dgm:pt>
    <dgm:pt modelId="{9CCB9F74-2C79-46B2-8732-E7A4D8832479}" type="parTrans" cxnId="{EEC285CC-FD20-4233-9D32-331CC2DAE45C}">
      <dgm:prSet/>
      <dgm:spPr/>
      <dgm:t>
        <a:bodyPr/>
        <a:lstStyle/>
        <a:p>
          <a:endParaRPr lang="uk-UA"/>
        </a:p>
      </dgm:t>
    </dgm:pt>
    <dgm:pt modelId="{3C2F4655-C2D3-48CB-8DF0-D21BC7CFAEF9}" type="sibTrans" cxnId="{EEC285CC-FD20-4233-9D32-331CC2DAE45C}">
      <dgm:prSet/>
      <dgm:spPr/>
      <dgm:t>
        <a:bodyPr/>
        <a:lstStyle/>
        <a:p>
          <a:endParaRPr lang="uk-UA"/>
        </a:p>
      </dgm:t>
    </dgm:pt>
    <dgm:pt modelId="{3F010FF8-5043-4600-AB76-CF107A0A15C3}" type="pres">
      <dgm:prSet presAssocID="{337B1B28-EB6F-4750-B851-38E441216188}" presName="linear" presStyleCnt="0">
        <dgm:presLayoutVars>
          <dgm:animLvl val="lvl"/>
          <dgm:resizeHandles val="exact"/>
        </dgm:presLayoutVars>
      </dgm:prSet>
      <dgm:spPr/>
    </dgm:pt>
    <dgm:pt modelId="{A09FA081-AB97-475F-92F1-62D6E16ACCD8}" type="pres">
      <dgm:prSet presAssocID="{6353BA77-0FB2-4926-9F95-4F01BD0B3D7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DC41384-4DE4-43FC-9C1E-AE37DA18E004}" type="pres">
      <dgm:prSet presAssocID="{95759EC5-899C-4727-BD7B-C2C19D04D47B}" presName="spacer" presStyleCnt="0"/>
      <dgm:spPr/>
    </dgm:pt>
    <dgm:pt modelId="{C862E42B-9147-4099-9CEF-B65D68E34758}" type="pres">
      <dgm:prSet presAssocID="{19DBD196-08A2-4523-8674-AD03E04417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5CC630-870D-4F0D-A4E5-A87D33D512E0}" type="pres">
      <dgm:prSet presAssocID="{BA3FDD80-06C7-45D8-8B49-B4576A959A63}" presName="spacer" presStyleCnt="0"/>
      <dgm:spPr/>
    </dgm:pt>
    <dgm:pt modelId="{224DD8E5-0811-4201-9E50-45D156C6A296}" type="pres">
      <dgm:prSet presAssocID="{B8743BBA-D618-415D-9796-0E908D457B0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007AEA2-BFD1-49EE-A25B-3605E82C5C20}" type="pres">
      <dgm:prSet presAssocID="{F6E152D4-19F1-44F6-85D2-669720D41B1A}" presName="spacer" presStyleCnt="0"/>
      <dgm:spPr/>
    </dgm:pt>
    <dgm:pt modelId="{54A5BA9E-50D9-4C27-B516-30710B907C00}" type="pres">
      <dgm:prSet presAssocID="{B888B977-A812-4D7C-A3BB-3AD5B247B0A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9A2140C-9D28-4A12-B25A-0CFFD577E647}" srcId="{337B1B28-EB6F-4750-B851-38E441216188}" destId="{6353BA77-0FB2-4926-9F95-4F01BD0B3D7C}" srcOrd="0" destOrd="0" parTransId="{91D3A7FA-31E8-4708-8582-9190337DC8BB}" sibTransId="{95759EC5-899C-4727-BD7B-C2C19D04D47B}"/>
    <dgm:cxn modelId="{D8CB7767-4A89-4D9C-BBCB-6F58A6D5962E}" srcId="{337B1B28-EB6F-4750-B851-38E441216188}" destId="{19DBD196-08A2-4523-8674-AD03E04417D2}" srcOrd="1" destOrd="0" parTransId="{A121AA07-18D8-4697-8C22-381F8635695A}" sibTransId="{BA3FDD80-06C7-45D8-8B49-B4576A959A63}"/>
    <dgm:cxn modelId="{4DFA727C-55EF-43C0-800E-FF61BC9EACC3}" type="presOf" srcId="{B888B977-A812-4D7C-A3BB-3AD5B247B0A2}" destId="{54A5BA9E-50D9-4C27-B516-30710B907C00}" srcOrd="0" destOrd="0" presId="urn:microsoft.com/office/officeart/2005/8/layout/vList2"/>
    <dgm:cxn modelId="{B26E2C97-003F-454D-BF03-E937D0BE8F9F}" type="presOf" srcId="{19DBD196-08A2-4523-8674-AD03E04417D2}" destId="{C862E42B-9147-4099-9CEF-B65D68E34758}" srcOrd="0" destOrd="0" presId="urn:microsoft.com/office/officeart/2005/8/layout/vList2"/>
    <dgm:cxn modelId="{F0DFD999-372E-461D-A0F9-03A9DDB7CBA4}" type="presOf" srcId="{337B1B28-EB6F-4750-B851-38E441216188}" destId="{3F010FF8-5043-4600-AB76-CF107A0A15C3}" srcOrd="0" destOrd="0" presId="urn:microsoft.com/office/officeart/2005/8/layout/vList2"/>
    <dgm:cxn modelId="{F63E01A6-E246-4D62-84F6-67D81D95D95C}" type="presOf" srcId="{B8743BBA-D618-415D-9796-0E908D457B03}" destId="{224DD8E5-0811-4201-9E50-45D156C6A296}" srcOrd="0" destOrd="0" presId="urn:microsoft.com/office/officeart/2005/8/layout/vList2"/>
    <dgm:cxn modelId="{D4F9E5C2-D279-4FEB-9978-1AD87CECB740}" srcId="{337B1B28-EB6F-4750-B851-38E441216188}" destId="{B8743BBA-D618-415D-9796-0E908D457B03}" srcOrd="2" destOrd="0" parTransId="{8E634A1C-C7BB-4202-AB1C-207AA3B68957}" sibTransId="{F6E152D4-19F1-44F6-85D2-669720D41B1A}"/>
    <dgm:cxn modelId="{4E9FFEC7-7718-4537-843A-A0872769AEB8}" type="presOf" srcId="{6353BA77-0FB2-4926-9F95-4F01BD0B3D7C}" destId="{A09FA081-AB97-475F-92F1-62D6E16ACCD8}" srcOrd="0" destOrd="0" presId="urn:microsoft.com/office/officeart/2005/8/layout/vList2"/>
    <dgm:cxn modelId="{EEC285CC-FD20-4233-9D32-331CC2DAE45C}" srcId="{337B1B28-EB6F-4750-B851-38E441216188}" destId="{B888B977-A812-4D7C-A3BB-3AD5B247B0A2}" srcOrd="3" destOrd="0" parTransId="{9CCB9F74-2C79-46B2-8732-E7A4D8832479}" sibTransId="{3C2F4655-C2D3-48CB-8DF0-D21BC7CFAEF9}"/>
    <dgm:cxn modelId="{D5D5090B-AFB9-4BDC-B76D-DAD2517C5116}" type="presParOf" srcId="{3F010FF8-5043-4600-AB76-CF107A0A15C3}" destId="{A09FA081-AB97-475F-92F1-62D6E16ACCD8}" srcOrd="0" destOrd="0" presId="urn:microsoft.com/office/officeart/2005/8/layout/vList2"/>
    <dgm:cxn modelId="{6172360F-9845-4483-A4DB-073399ECB5CD}" type="presParOf" srcId="{3F010FF8-5043-4600-AB76-CF107A0A15C3}" destId="{4DC41384-4DE4-43FC-9C1E-AE37DA18E004}" srcOrd="1" destOrd="0" presId="urn:microsoft.com/office/officeart/2005/8/layout/vList2"/>
    <dgm:cxn modelId="{4D4DBDDB-4146-4B41-AE8F-E6E537E13D9C}" type="presParOf" srcId="{3F010FF8-5043-4600-AB76-CF107A0A15C3}" destId="{C862E42B-9147-4099-9CEF-B65D68E34758}" srcOrd="2" destOrd="0" presId="urn:microsoft.com/office/officeart/2005/8/layout/vList2"/>
    <dgm:cxn modelId="{14150987-3DB7-4E9B-83DB-4F09BDD9D8C5}" type="presParOf" srcId="{3F010FF8-5043-4600-AB76-CF107A0A15C3}" destId="{B65CC630-870D-4F0D-A4E5-A87D33D512E0}" srcOrd="3" destOrd="0" presId="urn:microsoft.com/office/officeart/2005/8/layout/vList2"/>
    <dgm:cxn modelId="{C88BFA26-01B5-4E40-AEFB-8E656A10BA05}" type="presParOf" srcId="{3F010FF8-5043-4600-AB76-CF107A0A15C3}" destId="{224DD8E5-0811-4201-9E50-45D156C6A296}" srcOrd="4" destOrd="0" presId="urn:microsoft.com/office/officeart/2005/8/layout/vList2"/>
    <dgm:cxn modelId="{E6A53DB7-19C2-481D-AD99-32FB09C02044}" type="presParOf" srcId="{3F010FF8-5043-4600-AB76-CF107A0A15C3}" destId="{2007AEA2-BFD1-49EE-A25B-3605E82C5C20}" srcOrd="5" destOrd="0" presId="urn:microsoft.com/office/officeart/2005/8/layout/vList2"/>
    <dgm:cxn modelId="{DDC1978E-9523-4AAF-BE5B-C268E543CC10}" type="presParOf" srcId="{3F010FF8-5043-4600-AB76-CF107A0A15C3}" destId="{54A5BA9E-50D9-4C27-B516-30710B907C0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4756C825-243A-40A7-9BFF-27C66257BB0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3C8C25C-4E45-47F8-B707-07DDA63A0E14}">
      <dgm:prSet/>
      <dgm:spPr/>
      <dgm:t>
        <a:bodyPr/>
        <a:lstStyle/>
        <a:p>
          <a:r>
            <a:rPr lang="ru-RU" b="0" i="0"/>
            <a:t>Іван Франко</a:t>
          </a:r>
          <a:endParaRPr lang="uk-UA"/>
        </a:p>
      </dgm:t>
    </dgm:pt>
    <dgm:pt modelId="{7F24264C-2230-49A1-8A26-0E18CBDCB15F}" type="parTrans" cxnId="{6C0D609D-8C9A-483C-9962-FA3997DB2D2A}">
      <dgm:prSet/>
      <dgm:spPr/>
      <dgm:t>
        <a:bodyPr/>
        <a:lstStyle/>
        <a:p>
          <a:endParaRPr lang="uk-UA"/>
        </a:p>
      </dgm:t>
    </dgm:pt>
    <dgm:pt modelId="{2B8D5239-4FA0-48B7-A6A5-31ED1F371E14}" type="sibTrans" cxnId="{6C0D609D-8C9A-483C-9962-FA3997DB2D2A}">
      <dgm:prSet/>
      <dgm:spPr/>
      <dgm:t>
        <a:bodyPr/>
        <a:lstStyle/>
        <a:p>
          <a:endParaRPr lang="uk-UA"/>
        </a:p>
      </dgm:t>
    </dgm:pt>
    <dgm:pt modelId="{9F0BF44D-FE02-4EAC-A713-2B38CC389836}">
      <dgm:prSet/>
      <dgm:spPr/>
      <dgm:t>
        <a:bodyPr/>
        <a:lstStyle/>
        <a:p>
          <a:r>
            <a:rPr lang="ru-RU" b="0" i="0"/>
            <a:t>Іван Боберський</a:t>
          </a:r>
          <a:endParaRPr lang="uk-UA"/>
        </a:p>
      </dgm:t>
    </dgm:pt>
    <dgm:pt modelId="{3F3F66D8-1D3F-41AB-9E3C-A7EAA8BCC006}" type="parTrans" cxnId="{B7BDC32B-67D1-4656-A7DD-4567165F4DCA}">
      <dgm:prSet/>
      <dgm:spPr/>
      <dgm:t>
        <a:bodyPr/>
        <a:lstStyle/>
        <a:p>
          <a:endParaRPr lang="uk-UA"/>
        </a:p>
      </dgm:t>
    </dgm:pt>
    <dgm:pt modelId="{F700C278-FABD-40D1-9319-4EB5DF33FDAB}" type="sibTrans" cxnId="{B7BDC32B-67D1-4656-A7DD-4567165F4DCA}">
      <dgm:prSet/>
      <dgm:spPr/>
      <dgm:t>
        <a:bodyPr/>
        <a:lstStyle/>
        <a:p>
          <a:endParaRPr lang="uk-UA"/>
        </a:p>
      </dgm:t>
    </dgm:pt>
    <dgm:pt modelId="{FB39C825-E072-483C-A179-AD148C8C2ED7}">
      <dgm:prSet/>
      <dgm:spPr/>
      <dgm:t>
        <a:bodyPr/>
        <a:lstStyle/>
        <a:p>
          <a:r>
            <a:rPr lang="ru-RU" b="0" i="0"/>
            <a:t>Євген Петрушевич</a:t>
          </a:r>
          <a:endParaRPr lang="uk-UA"/>
        </a:p>
      </dgm:t>
    </dgm:pt>
    <dgm:pt modelId="{22FEF136-F3E6-420B-A8BA-197F1798580F}" type="parTrans" cxnId="{29C4FC52-FD35-481A-BEEC-82679C9D7CDB}">
      <dgm:prSet/>
      <dgm:spPr/>
      <dgm:t>
        <a:bodyPr/>
        <a:lstStyle/>
        <a:p>
          <a:endParaRPr lang="uk-UA"/>
        </a:p>
      </dgm:t>
    </dgm:pt>
    <dgm:pt modelId="{0DD67694-8CEB-4CD5-89A2-B0C0F2C39FDD}" type="sibTrans" cxnId="{29C4FC52-FD35-481A-BEEC-82679C9D7CDB}">
      <dgm:prSet/>
      <dgm:spPr/>
      <dgm:t>
        <a:bodyPr/>
        <a:lstStyle/>
        <a:p>
          <a:endParaRPr lang="uk-UA"/>
        </a:p>
      </dgm:t>
    </dgm:pt>
    <dgm:pt modelId="{AF3A9889-B4E3-441E-8234-232E4093A967}">
      <dgm:prSet/>
      <dgm:spPr/>
      <dgm:t>
        <a:bodyPr/>
        <a:lstStyle/>
        <a:p>
          <a:r>
            <a:rPr lang="ru-RU" b="0" i="0"/>
            <a:t>Андрей Шептицький</a:t>
          </a:r>
          <a:endParaRPr lang="uk-UA"/>
        </a:p>
      </dgm:t>
    </dgm:pt>
    <dgm:pt modelId="{260CBBAD-5724-46D2-B5A9-136C0DECE994}" type="parTrans" cxnId="{36DD4B4A-C81D-4419-8F80-653279384EFB}">
      <dgm:prSet/>
      <dgm:spPr/>
      <dgm:t>
        <a:bodyPr/>
        <a:lstStyle/>
        <a:p>
          <a:endParaRPr lang="uk-UA"/>
        </a:p>
      </dgm:t>
    </dgm:pt>
    <dgm:pt modelId="{B628C442-79C7-4C16-8C21-17A38C4AFFF0}" type="sibTrans" cxnId="{36DD4B4A-C81D-4419-8F80-653279384EFB}">
      <dgm:prSet/>
      <dgm:spPr/>
      <dgm:t>
        <a:bodyPr/>
        <a:lstStyle/>
        <a:p>
          <a:endParaRPr lang="uk-UA"/>
        </a:p>
      </dgm:t>
    </dgm:pt>
    <dgm:pt modelId="{C1A16462-F287-4854-A737-ABFDED62DE59}" type="pres">
      <dgm:prSet presAssocID="{4756C825-243A-40A7-9BFF-27C66257BB0C}" presName="linear" presStyleCnt="0">
        <dgm:presLayoutVars>
          <dgm:animLvl val="lvl"/>
          <dgm:resizeHandles val="exact"/>
        </dgm:presLayoutVars>
      </dgm:prSet>
      <dgm:spPr/>
    </dgm:pt>
    <dgm:pt modelId="{CE264EF6-420A-4226-9A64-B84C56F2D22E}" type="pres">
      <dgm:prSet presAssocID="{53C8C25C-4E45-47F8-B707-07DDA63A0E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1C7071-7021-4D3D-A36B-F1E2C805B3A2}" type="pres">
      <dgm:prSet presAssocID="{2B8D5239-4FA0-48B7-A6A5-31ED1F371E14}" presName="spacer" presStyleCnt="0"/>
      <dgm:spPr/>
    </dgm:pt>
    <dgm:pt modelId="{BDB6BBC9-C5DB-49E9-BEC4-42E51053DC58}" type="pres">
      <dgm:prSet presAssocID="{9F0BF44D-FE02-4EAC-A713-2B38CC38983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9B97F6F-5D7A-4A90-9A9C-23E22F21973C}" type="pres">
      <dgm:prSet presAssocID="{F700C278-FABD-40D1-9319-4EB5DF33FDAB}" presName="spacer" presStyleCnt="0"/>
      <dgm:spPr/>
    </dgm:pt>
    <dgm:pt modelId="{6583A689-7023-4FEB-AA96-2558064B48F0}" type="pres">
      <dgm:prSet presAssocID="{FB39C825-E072-483C-A179-AD148C8C2ED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D3D7DF2-2D68-4456-8B51-5BB1E6DC3104}" type="pres">
      <dgm:prSet presAssocID="{0DD67694-8CEB-4CD5-89A2-B0C0F2C39FDD}" presName="spacer" presStyleCnt="0"/>
      <dgm:spPr/>
    </dgm:pt>
    <dgm:pt modelId="{974B421B-0642-4DCB-8F96-3CF95ADC0C5D}" type="pres">
      <dgm:prSet presAssocID="{AF3A9889-B4E3-441E-8234-232E4093A96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7BDC32B-67D1-4656-A7DD-4567165F4DCA}" srcId="{4756C825-243A-40A7-9BFF-27C66257BB0C}" destId="{9F0BF44D-FE02-4EAC-A713-2B38CC389836}" srcOrd="1" destOrd="0" parTransId="{3F3F66D8-1D3F-41AB-9E3C-A7EAA8BCC006}" sibTransId="{F700C278-FABD-40D1-9319-4EB5DF33FDAB}"/>
    <dgm:cxn modelId="{D72CE03C-5DDD-41D1-AE24-9772893ECDA7}" type="presOf" srcId="{AF3A9889-B4E3-441E-8234-232E4093A967}" destId="{974B421B-0642-4DCB-8F96-3CF95ADC0C5D}" srcOrd="0" destOrd="0" presId="urn:microsoft.com/office/officeart/2005/8/layout/vList2"/>
    <dgm:cxn modelId="{36DD4B4A-C81D-4419-8F80-653279384EFB}" srcId="{4756C825-243A-40A7-9BFF-27C66257BB0C}" destId="{AF3A9889-B4E3-441E-8234-232E4093A967}" srcOrd="3" destOrd="0" parTransId="{260CBBAD-5724-46D2-B5A9-136C0DECE994}" sibTransId="{B628C442-79C7-4C16-8C21-17A38C4AFFF0}"/>
    <dgm:cxn modelId="{29C4FC52-FD35-481A-BEEC-82679C9D7CDB}" srcId="{4756C825-243A-40A7-9BFF-27C66257BB0C}" destId="{FB39C825-E072-483C-A179-AD148C8C2ED7}" srcOrd="2" destOrd="0" parTransId="{22FEF136-F3E6-420B-A8BA-197F1798580F}" sibTransId="{0DD67694-8CEB-4CD5-89A2-B0C0F2C39FDD}"/>
    <dgm:cxn modelId="{875E7D53-0882-4A92-B4DE-C64291FB18C1}" type="presOf" srcId="{53C8C25C-4E45-47F8-B707-07DDA63A0E14}" destId="{CE264EF6-420A-4226-9A64-B84C56F2D22E}" srcOrd="0" destOrd="0" presId="urn:microsoft.com/office/officeart/2005/8/layout/vList2"/>
    <dgm:cxn modelId="{5E922794-BB25-4450-8BB5-8A933F3323B4}" type="presOf" srcId="{4756C825-243A-40A7-9BFF-27C66257BB0C}" destId="{C1A16462-F287-4854-A737-ABFDED62DE59}" srcOrd="0" destOrd="0" presId="urn:microsoft.com/office/officeart/2005/8/layout/vList2"/>
    <dgm:cxn modelId="{6C0D609D-8C9A-483C-9962-FA3997DB2D2A}" srcId="{4756C825-243A-40A7-9BFF-27C66257BB0C}" destId="{53C8C25C-4E45-47F8-B707-07DDA63A0E14}" srcOrd="0" destOrd="0" parTransId="{7F24264C-2230-49A1-8A26-0E18CBDCB15F}" sibTransId="{2B8D5239-4FA0-48B7-A6A5-31ED1F371E14}"/>
    <dgm:cxn modelId="{FF3312AF-B8ED-4BE4-8E50-4E65274ED796}" type="presOf" srcId="{FB39C825-E072-483C-A179-AD148C8C2ED7}" destId="{6583A689-7023-4FEB-AA96-2558064B48F0}" srcOrd="0" destOrd="0" presId="urn:microsoft.com/office/officeart/2005/8/layout/vList2"/>
    <dgm:cxn modelId="{25AF1BB5-F078-4314-8961-40421A457152}" type="presOf" srcId="{9F0BF44D-FE02-4EAC-A713-2B38CC389836}" destId="{BDB6BBC9-C5DB-49E9-BEC4-42E51053DC58}" srcOrd="0" destOrd="0" presId="urn:microsoft.com/office/officeart/2005/8/layout/vList2"/>
    <dgm:cxn modelId="{E8664084-32CD-4F32-B7A5-D602F85838AE}" type="presParOf" srcId="{C1A16462-F287-4854-A737-ABFDED62DE59}" destId="{CE264EF6-420A-4226-9A64-B84C56F2D22E}" srcOrd="0" destOrd="0" presId="urn:microsoft.com/office/officeart/2005/8/layout/vList2"/>
    <dgm:cxn modelId="{29F28152-39D1-4F1D-959C-00858BE79AF3}" type="presParOf" srcId="{C1A16462-F287-4854-A737-ABFDED62DE59}" destId="{AF1C7071-7021-4D3D-A36B-F1E2C805B3A2}" srcOrd="1" destOrd="0" presId="urn:microsoft.com/office/officeart/2005/8/layout/vList2"/>
    <dgm:cxn modelId="{5807EA95-ED17-4D79-BA90-1F64C4CFD206}" type="presParOf" srcId="{C1A16462-F287-4854-A737-ABFDED62DE59}" destId="{BDB6BBC9-C5DB-49E9-BEC4-42E51053DC58}" srcOrd="2" destOrd="0" presId="urn:microsoft.com/office/officeart/2005/8/layout/vList2"/>
    <dgm:cxn modelId="{52494180-E9BE-4CA4-BD8E-5CC7A1BEB2CF}" type="presParOf" srcId="{C1A16462-F287-4854-A737-ABFDED62DE59}" destId="{F9B97F6F-5D7A-4A90-9A9C-23E22F21973C}" srcOrd="3" destOrd="0" presId="urn:microsoft.com/office/officeart/2005/8/layout/vList2"/>
    <dgm:cxn modelId="{F3C9A654-4111-4F91-9E9F-9AF498688BCC}" type="presParOf" srcId="{C1A16462-F287-4854-A737-ABFDED62DE59}" destId="{6583A689-7023-4FEB-AA96-2558064B48F0}" srcOrd="4" destOrd="0" presId="urn:microsoft.com/office/officeart/2005/8/layout/vList2"/>
    <dgm:cxn modelId="{80088469-946E-42F7-B651-56007E6824B0}" type="presParOf" srcId="{C1A16462-F287-4854-A737-ABFDED62DE59}" destId="{BD3D7DF2-2D68-4456-8B51-5BB1E6DC3104}" srcOrd="5" destOrd="0" presId="urn:microsoft.com/office/officeart/2005/8/layout/vList2"/>
    <dgm:cxn modelId="{899AE777-8BD2-4527-9B5B-7CFD62320DC9}" type="presParOf" srcId="{C1A16462-F287-4854-A737-ABFDED62DE59}" destId="{974B421B-0642-4DCB-8F96-3CF95ADC0C5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353FE77D-5A73-4EA4-9DB6-0E3B897206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812E8C-2576-48DC-A302-BDA257AD7E93}">
      <dgm:prSet/>
      <dgm:spPr/>
      <dgm:t>
        <a:bodyPr/>
        <a:lstStyle/>
        <a:p>
          <a:r>
            <a:rPr lang="uk-UA" b="0" i="0"/>
            <a:t>російської</a:t>
          </a:r>
          <a:endParaRPr lang="uk-UA"/>
        </a:p>
      </dgm:t>
    </dgm:pt>
    <dgm:pt modelId="{19B8B2B4-C67C-4B08-B239-0AD5E097DC85}" type="parTrans" cxnId="{DC001FDA-52FE-4968-874D-285A61CA6559}">
      <dgm:prSet/>
      <dgm:spPr/>
      <dgm:t>
        <a:bodyPr/>
        <a:lstStyle/>
        <a:p>
          <a:endParaRPr lang="uk-UA"/>
        </a:p>
      </dgm:t>
    </dgm:pt>
    <dgm:pt modelId="{D49404E2-847F-4F5B-97EB-BC9422D5B319}" type="sibTrans" cxnId="{DC001FDA-52FE-4968-874D-285A61CA6559}">
      <dgm:prSet/>
      <dgm:spPr/>
      <dgm:t>
        <a:bodyPr/>
        <a:lstStyle/>
        <a:p>
          <a:endParaRPr lang="uk-UA"/>
        </a:p>
      </dgm:t>
    </dgm:pt>
    <dgm:pt modelId="{7CBA5CDA-C23D-4B27-B3B6-3AD794255746}">
      <dgm:prSet/>
      <dgm:spPr/>
      <dgm:t>
        <a:bodyPr/>
        <a:lstStyle/>
        <a:p>
          <a:r>
            <a:rPr lang="uk-UA" b="0" i="0"/>
            <a:t>німецької</a:t>
          </a:r>
          <a:endParaRPr lang="uk-UA"/>
        </a:p>
      </dgm:t>
    </dgm:pt>
    <dgm:pt modelId="{FB7D7117-C327-4985-8B45-74AF87993961}" type="parTrans" cxnId="{78B93B8A-FEA7-44EA-B8B3-720748FBB775}">
      <dgm:prSet/>
      <dgm:spPr/>
      <dgm:t>
        <a:bodyPr/>
        <a:lstStyle/>
        <a:p>
          <a:endParaRPr lang="uk-UA"/>
        </a:p>
      </dgm:t>
    </dgm:pt>
    <dgm:pt modelId="{782A1C06-15FC-41DF-928B-12A1E2D899ED}" type="sibTrans" cxnId="{78B93B8A-FEA7-44EA-B8B3-720748FBB775}">
      <dgm:prSet/>
      <dgm:spPr/>
      <dgm:t>
        <a:bodyPr/>
        <a:lstStyle/>
        <a:p>
          <a:endParaRPr lang="uk-UA"/>
        </a:p>
      </dgm:t>
    </dgm:pt>
    <dgm:pt modelId="{4B935E7F-5C49-42B4-B8E9-CD9C09EEE3B8}">
      <dgm:prSet/>
      <dgm:spPr/>
      <dgm:t>
        <a:bodyPr/>
        <a:lstStyle/>
        <a:p>
          <a:r>
            <a:rPr lang="uk-UA" b="0" i="0"/>
            <a:t>австро-угорської</a:t>
          </a:r>
          <a:endParaRPr lang="uk-UA"/>
        </a:p>
      </dgm:t>
    </dgm:pt>
    <dgm:pt modelId="{0A24A29B-1C8D-4C4F-B572-D0415DAABCD9}" type="parTrans" cxnId="{19F3E056-D882-4DDE-955A-1FD521E5A220}">
      <dgm:prSet/>
      <dgm:spPr/>
      <dgm:t>
        <a:bodyPr/>
        <a:lstStyle/>
        <a:p>
          <a:endParaRPr lang="uk-UA"/>
        </a:p>
      </dgm:t>
    </dgm:pt>
    <dgm:pt modelId="{3AB4E1F6-39AC-45B5-8B43-704EA9A0273F}" type="sibTrans" cxnId="{19F3E056-D882-4DDE-955A-1FD521E5A220}">
      <dgm:prSet/>
      <dgm:spPr/>
      <dgm:t>
        <a:bodyPr/>
        <a:lstStyle/>
        <a:p>
          <a:endParaRPr lang="uk-UA"/>
        </a:p>
      </dgm:t>
    </dgm:pt>
    <dgm:pt modelId="{CF153D2B-76F9-4160-88B4-6B9F0D644A4E}">
      <dgm:prSet/>
      <dgm:spPr/>
      <dgm:t>
        <a:bodyPr/>
        <a:lstStyle/>
        <a:p>
          <a:r>
            <a:rPr lang="uk-UA" b="0" i="0"/>
            <a:t>польської</a:t>
          </a:r>
          <a:endParaRPr lang="uk-UA"/>
        </a:p>
      </dgm:t>
    </dgm:pt>
    <dgm:pt modelId="{43E180C1-341D-44E5-B3A1-3CA1C2B92FD5}" type="parTrans" cxnId="{DC36CCAE-05F3-45D3-93B5-47687CBF2321}">
      <dgm:prSet/>
      <dgm:spPr/>
      <dgm:t>
        <a:bodyPr/>
        <a:lstStyle/>
        <a:p>
          <a:endParaRPr lang="uk-UA"/>
        </a:p>
      </dgm:t>
    </dgm:pt>
    <dgm:pt modelId="{1ED448F8-6F7E-4386-AC73-80FC6DAF2DB4}" type="sibTrans" cxnId="{DC36CCAE-05F3-45D3-93B5-47687CBF2321}">
      <dgm:prSet/>
      <dgm:spPr/>
      <dgm:t>
        <a:bodyPr/>
        <a:lstStyle/>
        <a:p>
          <a:endParaRPr lang="uk-UA"/>
        </a:p>
      </dgm:t>
    </dgm:pt>
    <dgm:pt modelId="{D6EBD647-4F8F-4B26-B30B-90A20725A803}" type="pres">
      <dgm:prSet presAssocID="{353FE77D-5A73-4EA4-9DB6-0E3B897206F3}" presName="linear" presStyleCnt="0">
        <dgm:presLayoutVars>
          <dgm:animLvl val="lvl"/>
          <dgm:resizeHandles val="exact"/>
        </dgm:presLayoutVars>
      </dgm:prSet>
      <dgm:spPr/>
    </dgm:pt>
    <dgm:pt modelId="{3440ABA9-EE12-4F73-9519-EA62A6230829}" type="pres">
      <dgm:prSet presAssocID="{72812E8C-2576-48DC-A302-BDA257AD7E9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5656A1E-688F-47CF-B9D9-527698AA2420}" type="pres">
      <dgm:prSet presAssocID="{D49404E2-847F-4F5B-97EB-BC9422D5B319}" presName="spacer" presStyleCnt="0"/>
      <dgm:spPr/>
    </dgm:pt>
    <dgm:pt modelId="{FF092CCA-7F23-4085-A70C-A1444358CF6B}" type="pres">
      <dgm:prSet presAssocID="{7CBA5CDA-C23D-4B27-B3B6-3AD79425574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A46C46F-10BE-4296-9B5B-32A3DAB45FC8}" type="pres">
      <dgm:prSet presAssocID="{782A1C06-15FC-41DF-928B-12A1E2D899ED}" presName="spacer" presStyleCnt="0"/>
      <dgm:spPr/>
    </dgm:pt>
    <dgm:pt modelId="{60B393B6-F9D9-4DA0-90DF-1A0A6BEEBE40}" type="pres">
      <dgm:prSet presAssocID="{4B935E7F-5C49-42B4-B8E9-CD9C09EEE3B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70B5D6C-E032-46B0-8BF1-B1AA47F4C0CD}" type="pres">
      <dgm:prSet presAssocID="{3AB4E1F6-39AC-45B5-8B43-704EA9A0273F}" presName="spacer" presStyleCnt="0"/>
      <dgm:spPr/>
    </dgm:pt>
    <dgm:pt modelId="{487BCDEB-B29D-40CF-98FB-321F7B7866E6}" type="pres">
      <dgm:prSet presAssocID="{CF153D2B-76F9-4160-88B4-6B9F0D644A4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9F3E056-D882-4DDE-955A-1FD521E5A220}" srcId="{353FE77D-5A73-4EA4-9DB6-0E3B897206F3}" destId="{4B935E7F-5C49-42B4-B8E9-CD9C09EEE3B8}" srcOrd="2" destOrd="0" parTransId="{0A24A29B-1C8D-4C4F-B572-D0415DAABCD9}" sibTransId="{3AB4E1F6-39AC-45B5-8B43-704EA9A0273F}"/>
    <dgm:cxn modelId="{B9681658-E484-4A93-8508-B5156E85E4CD}" type="presOf" srcId="{72812E8C-2576-48DC-A302-BDA257AD7E93}" destId="{3440ABA9-EE12-4F73-9519-EA62A6230829}" srcOrd="0" destOrd="0" presId="urn:microsoft.com/office/officeart/2005/8/layout/vList2"/>
    <dgm:cxn modelId="{78B93B8A-FEA7-44EA-B8B3-720748FBB775}" srcId="{353FE77D-5A73-4EA4-9DB6-0E3B897206F3}" destId="{7CBA5CDA-C23D-4B27-B3B6-3AD794255746}" srcOrd="1" destOrd="0" parTransId="{FB7D7117-C327-4985-8B45-74AF87993961}" sibTransId="{782A1C06-15FC-41DF-928B-12A1E2D899ED}"/>
    <dgm:cxn modelId="{89EAB098-59E8-4438-8877-09803AAF54E7}" type="presOf" srcId="{4B935E7F-5C49-42B4-B8E9-CD9C09EEE3B8}" destId="{60B393B6-F9D9-4DA0-90DF-1A0A6BEEBE40}" srcOrd="0" destOrd="0" presId="urn:microsoft.com/office/officeart/2005/8/layout/vList2"/>
    <dgm:cxn modelId="{2F7317A3-67C0-4FD8-8037-B6AA2892DD4E}" type="presOf" srcId="{7CBA5CDA-C23D-4B27-B3B6-3AD794255746}" destId="{FF092CCA-7F23-4085-A70C-A1444358CF6B}" srcOrd="0" destOrd="0" presId="urn:microsoft.com/office/officeart/2005/8/layout/vList2"/>
    <dgm:cxn modelId="{DC36CCAE-05F3-45D3-93B5-47687CBF2321}" srcId="{353FE77D-5A73-4EA4-9DB6-0E3B897206F3}" destId="{CF153D2B-76F9-4160-88B4-6B9F0D644A4E}" srcOrd="3" destOrd="0" parTransId="{43E180C1-341D-44E5-B3A1-3CA1C2B92FD5}" sibTransId="{1ED448F8-6F7E-4386-AC73-80FC6DAF2DB4}"/>
    <dgm:cxn modelId="{DFC7C8C7-1C6D-41BB-BF45-A288FC78396A}" type="presOf" srcId="{353FE77D-5A73-4EA4-9DB6-0E3B897206F3}" destId="{D6EBD647-4F8F-4B26-B30B-90A20725A803}" srcOrd="0" destOrd="0" presId="urn:microsoft.com/office/officeart/2005/8/layout/vList2"/>
    <dgm:cxn modelId="{FF8E08D5-2BB0-45F9-9464-CDFCF1109901}" type="presOf" srcId="{CF153D2B-76F9-4160-88B4-6B9F0D644A4E}" destId="{487BCDEB-B29D-40CF-98FB-321F7B7866E6}" srcOrd="0" destOrd="0" presId="urn:microsoft.com/office/officeart/2005/8/layout/vList2"/>
    <dgm:cxn modelId="{DC001FDA-52FE-4968-874D-285A61CA6559}" srcId="{353FE77D-5A73-4EA4-9DB6-0E3B897206F3}" destId="{72812E8C-2576-48DC-A302-BDA257AD7E93}" srcOrd="0" destOrd="0" parTransId="{19B8B2B4-C67C-4B08-B239-0AD5E097DC85}" sibTransId="{D49404E2-847F-4F5B-97EB-BC9422D5B319}"/>
    <dgm:cxn modelId="{53466C8D-6075-48CA-AEF3-7D03D15005EB}" type="presParOf" srcId="{D6EBD647-4F8F-4B26-B30B-90A20725A803}" destId="{3440ABA9-EE12-4F73-9519-EA62A6230829}" srcOrd="0" destOrd="0" presId="urn:microsoft.com/office/officeart/2005/8/layout/vList2"/>
    <dgm:cxn modelId="{CA53ACDD-050D-434E-8908-A8009DD8C181}" type="presParOf" srcId="{D6EBD647-4F8F-4B26-B30B-90A20725A803}" destId="{95656A1E-688F-47CF-B9D9-527698AA2420}" srcOrd="1" destOrd="0" presId="urn:microsoft.com/office/officeart/2005/8/layout/vList2"/>
    <dgm:cxn modelId="{F450A3BB-A7DD-4BB1-B9DD-19C3CB7B79C6}" type="presParOf" srcId="{D6EBD647-4F8F-4B26-B30B-90A20725A803}" destId="{FF092CCA-7F23-4085-A70C-A1444358CF6B}" srcOrd="2" destOrd="0" presId="urn:microsoft.com/office/officeart/2005/8/layout/vList2"/>
    <dgm:cxn modelId="{F16F76B1-4CF3-4300-9ACF-A7095729AA43}" type="presParOf" srcId="{D6EBD647-4F8F-4B26-B30B-90A20725A803}" destId="{3A46C46F-10BE-4296-9B5B-32A3DAB45FC8}" srcOrd="3" destOrd="0" presId="urn:microsoft.com/office/officeart/2005/8/layout/vList2"/>
    <dgm:cxn modelId="{D5040929-EAE8-461B-B4DB-66A82297B2BB}" type="presParOf" srcId="{D6EBD647-4F8F-4B26-B30B-90A20725A803}" destId="{60B393B6-F9D9-4DA0-90DF-1A0A6BEEBE40}" srcOrd="4" destOrd="0" presId="urn:microsoft.com/office/officeart/2005/8/layout/vList2"/>
    <dgm:cxn modelId="{FB6D5BDD-2662-4A09-AE86-83905D82A137}" type="presParOf" srcId="{D6EBD647-4F8F-4B26-B30B-90A20725A803}" destId="{670B5D6C-E032-46B0-8BF1-B1AA47F4C0CD}" srcOrd="5" destOrd="0" presId="urn:microsoft.com/office/officeart/2005/8/layout/vList2"/>
    <dgm:cxn modelId="{C2BFF476-A797-435D-BCCC-4F327939D5AE}" type="presParOf" srcId="{D6EBD647-4F8F-4B26-B30B-90A20725A803}" destId="{487BCDEB-B29D-40CF-98FB-321F7B7866E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716448E0-BF41-4FAB-90F5-C0640D8FF5B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5BCC129-2D9F-418E-8992-2CAAB852F66D}">
      <dgm:prSet/>
      <dgm:spPr/>
      <dgm:t>
        <a:bodyPr/>
        <a:lstStyle/>
        <a:p>
          <a:r>
            <a:rPr lang="uk-UA" b="0" i="0"/>
            <a:t>«Брусиловський прорив» російських військ.</a:t>
          </a:r>
          <a:endParaRPr lang="uk-UA"/>
        </a:p>
      </dgm:t>
    </dgm:pt>
    <dgm:pt modelId="{922B49A3-57E5-4C50-A841-EBA431E555B7}" type="parTrans" cxnId="{D4E0F1EC-09B8-44A0-92B8-62E10316486B}">
      <dgm:prSet/>
      <dgm:spPr/>
      <dgm:t>
        <a:bodyPr/>
        <a:lstStyle/>
        <a:p>
          <a:endParaRPr lang="uk-UA"/>
        </a:p>
      </dgm:t>
    </dgm:pt>
    <dgm:pt modelId="{0CFED10B-6609-4009-AB48-2E10910F4F65}" type="sibTrans" cxnId="{D4E0F1EC-09B8-44A0-92B8-62E10316486B}">
      <dgm:prSet/>
      <dgm:spPr/>
      <dgm:t>
        <a:bodyPr/>
        <a:lstStyle/>
        <a:p>
          <a:endParaRPr lang="uk-UA"/>
        </a:p>
      </dgm:t>
    </dgm:pt>
    <dgm:pt modelId="{DE4E6042-8F82-405A-BE0D-F89269E0AC1D}">
      <dgm:prSet/>
      <dgm:spPr/>
      <dgm:t>
        <a:bodyPr/>
        <a:lstStyle/>
        <a:p>
          <a:r>
            <a:rPr lang="uk-UA" b="0" i="0"/>
            <a:t>бойовий шлях Українських січових стрільців.</a:t>
          </a:r>
          <a:endParaRPr lang="uk-UA"/>
        </a:p>
      </dgm:t>
    </dgm:pt>
    <dgm:pt modelId="{FA6C7482-E2DF-4880-93E0-88C3D16BBE98}" type="parTrans" cxnId="{6CC2AEEA-94BF-4CA6-95E0-CC02FCFA6241}">
      <dgm:prSet/>
      <dgm:spPr/>
      <dgm:t>
        <a:bodyPr/>
        <a:lstStyle/>
        <a:p>
          <a:endParaRPr lang="uk-UA"/>
        </a:p>
      </dgm:t>
    </dgm:pt>
    <dgm:pt modelId="{8C39D25F-9A55-4C13-A2B0-0787E72A3F80}" type="sibTrans" cxnId="{6CC2AEEA-94BF-4CA6-95E0-CC02FCFA6241}">
      <dgm:prSet/>
      <dgm:spPr/>
      <dgm:t>
        <a:bodyPr/>
        <a:lstStyle/>
        <a:p>
          <a:endParaRPr lang="uk-UA"/>
        </a:p>
      </dgm:t>
    </dgm:pt>
    <dgm:pt modelId="{0FDD7BD9-74B8-4F85-BB1C-2ED28A824BD2}">
      <dgm:prSet/>
      <dgm:spPr/>
      <dgm:t>
        <a:bodyPr/>
        <a:lstStyle/>
        <a:p>
          <a:r>
            <a:rPr lang="uk-UA" b="0" i="0"/>
            <a:t>головні напрямки дій російських військ під час Галицької битви.</a:t>
          </a:r>
          <a:endParaRPr lang="uk-UA"/>
        </a:p>
      </dgm:t>
    </dgm:pt>
    <dgm:pt modelId="{75F4CCF0-6738-4E94-8CA6-CADA40E43B8B}" type="parTrans" cxnId="{D8CDD383-9B29-4C4E-B8BA-6EAD5FD9E0F8}">
      <dgm:prSet/>
      <dgm:spPr/>
      <dgm:t>
        <a:bodyPr/>
        <a:lstStyle/>
        <a:p>
          <a:endParaRPr lang="uk-UA"/>
        </a:p>
      </dgm:t>
    </dgm:pt>
    <dgm:pt modelId="{B8771CCE-F940-4EE2-82E8-0258CEF9B494}" type="sibTrans" cxnId="{D8CDD383-9B29-4C4E-B8BA-6EAD5FD9E0F8}">
      <dgm:prSet/>
      <dgm:spPr/>
      <dgm:t>
        <a:bodyPr/>
        <a:lstStyle/>
        <a:p>
          <a:endParaRPr lang="uk-UA"/>
        </a:p>
      </dgm:t>
    </dgm:pt>
    <dgm:pt modelId="{9B23F8C5-2145-414C-A46B-9B4AEBE4478B}">
      <dgm:prSet/>
      <dgm:spPr/>
      <dgm:t>
        <a:bodyPr/>
        <a:lstStyle/>
        <a:p>
          <a:r>
            <a:rPr lang="uk-UA" b="0" i="0"/>
            <a:t>наступ німецьких й австро-угорських військ під час Ґорліцького прориву</a:t>
          </a:r>
          <a:endParaRPr lang="uk-UA"/>
        </a:p>
      </dgm:t>
    </dgm:pt>
    <dgm:pt modelId="{A5DCE751-583D-4600-90BE-ED943241F3C7}" type="parTrans" cxnId="{CE31C140-B493-4683-B1EE-4519DCCB69E7}">
      <dgm:prSet/>
      <dgm:spPr/>
      <dgm:t>
        <a:bodyPr/>
        <a:lstStyle/>
        <a:p>
          <a:endParaRPr lang="uk-UA"/>
        </a:p>
      </dgm:t>
    </dgm:pt>
    <dgm:pt modelId="{5C189172-4001-43A7-8DD3-AE32B0A44BD1}" type="sibTrans" cxnId="{CE31C140-B493-4683-B1EE-4519DCCB69E7}">
      <dgm:prSet/>
      <dgm:spPr/>
      <dgm:t>
        <a:bodyPr/>
        <a:lstStyle/>
        <a:p>
          <a:endParaRPr lang="uk-UA"/>
        </a:p>
      </dgm:t>
    </dgm:pt>
    <dgm:pt modelId="{1242ACAA-64DD-49D1-BB8B-F3E5433AE919}" type="pres">
      <dgm:prSet presAssocID="{716448E0-BF41-4FAB-90F5-C0640D8FF5B4}" presName="linear" presStyleCnt="0">
        <dgm:presLayoutVars>
          <dgm:animLvl val="lvl"/>
          <dgm:resizeHandles val="exact"/>
        </dgm:presLayoutVars>
      </dgm:prSet>
      <dgm:spPr/>
    </dgm:pt>
    <dgm:pt modelId="{28C0174F-FAB0-4BD0-861A-8E509120D836}" type="pres">
      <dgm:prSet presAssocID="{35BCC129-2D9F-418E-8992-2CAAB852F66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624AE5C-5390-4D4F-A539-CB281B1406A0}" type="pres">
      <dgm:prSet presAssocID="{0CFED10B-6609-4009-AB48-2E10910F4F65}" presName="spacer" presStyleCnt="0"/>
      <dgm:spPr/>
    </dgm:pt>
    <dgm:pt modelId="{AFAB2FEA-3E91-486A-B5BF-F291163A5C72}" type="pres">
      <dgm:prSet presAssocID="{DE4E6042-8F82-405A-BE0D-F89269E0AC1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5BE5483-2105-4DFD-BF02-52F2377034A5}" type="pres">
      <dgm:prSet presAssocID="{8C39D25F-9A55-4C13-A2B0-0787E72A3F80}" presName="spacer" presStyleCnt="0"/>
      <dgm:spPr/>
    </dgm:pt>
    <dgm:pt modelId="{6F573797-47E5-4600-9436-DB546BA786B6}" type="pres">
      <dgm:prSet presAssocID="{0FDD7BD9-74B8-4F85-BB1C-2ED28A824BD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155F59F-BAD2-4DA4-B965-3ACB021713D2}" type="pres">
      <dgm:prSet presAssocID="{B8771CCE-F940-4EE2-82E8-0258CEF9B494}" presName="spacer" presStyleCnt="0"/>
      <dgm:spPr/>
    </dgm:pt>
    <dgm:pt modelId="{68FF3D7A-F46C-4CAA-973A-CB68AD596E56}" type="pres">
      <dgm:prSet presAssocID="{9B23F8C5-2145-414C-A46B-9B4AEBE4478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EF93019-872A-48E5-B987-1E8744155466}" type="presOf" srcId="{9B23F8C5-2145-414C-A46B-9B4AEBE4478B}" destId="{68FF3D7A-F46C-4CAA-973A-CB68AD596E56}" srcOrd="0" destOrd="0" presId="urn:microsoft.com/office/officeart/2005/8/layout/vList2"/>
    <dgm:cxn modelId="{CE31C140-B493-4683-B1EE-4519DCCB69E7}" srcId="{716448E0-BF41-4FAB-90F5-C0640D8FF5B4}" destId="{9B23F8C5-2145-414C-A46B-9B4AEBE4478B}" srcOrd="3" destOrd="0" parTransId="{A5DCE751-583D-4600-90BE-ED943241F3C7}" sibTransId="{5C189172-4001-43A7-8DD3-AE32B0A44BD1}"/>
    <dgm:cxn modelId="{51D46B59-9B5A-4287-9EE0-1C6C04420566}" type="presOf" srcId="{DE4E6042-8F82-405A-BE0D-F89269E0AC1D}" destId="{AFAB2FEA-3E91-486A-B5BF-F291163A5C72}" srcOrd="0" destOrd="0" presId="urn:microsoft.com/office/officeart/2005/8/layout/vList2"/>
    <dgm:cxn modelId="{D8CDD383-9B29-4C4E-B8BA-6EAD5FD9E0F8}" srcId="{716448E0-BF41-4FAB-90F5-C0640D8FF5B4}" destId="{0FDD7BD9-74B8-4F85-BB1C-2ED28A824BD2}" srcOrd="2" destOrd="0" parTransId="{75F4CCF0-6738-4E94-8CA6-CADA40E43B8B}" sibTransId="{B8771CCE-F940-4EE2-82E8-0258CEF9B494}"/>
    <dgm:cxn modelId="{9C8CC3C2-71E5-4C1C-BB40-7B9E4461DF2D}" type="presOf" srcId="{0FDD7BD9-74B8-4F85-BB1C-2ED28A824BD2}" destId="{6F573797-47E5-4600-9436-DB546BA786B6}" srcOrd="0" destOrd="0" presId="urn:microsoft.com/office/officeart/2005/8/layout/vList2"/>
    <dgm:cxn modelId="{56D6BFD5-4078-4965-A3E8-BF7E77658581}" type="presOf" srcId="{716448E0-BF41-4FAB-90F5-C0640D8FF5B4}" destId="{1242ACAA-64DD-49D1-BB8B-F3E5433AE919}" srcOrd="0" destOrd="0" presId="urn:microsoft.com/office/officeart/2005/8/layout/vList2"/>
    <dgm:cxn modelId="{21044BE3-05AD-4E30-A33F-C74370102CD9}" type="presOf" srcId="{35BCC129-2D9F-418E-8992-2CAAB852F66D}" destId="{28C0174F-FAB0-4BD0-861A-8E509120D836}" srcOrd="0" destOrd="0" presId="urn:microsoft.com/office/officeart/2005/8/layout/vList2"/>
    <dgm:cxn modelId="{6CC2AEEA-94BF-4CA6-95E0-CC02FCFA6241}" srcId="{716448E0-BF41-4FAB-90F5-C0640D8FF5B4}" destId="{DE4E6042-8F82-405A-BE0D-F89269E0AC1D}" srcOrd="1" destOrd="0" parTransId="{FA6C7482-E2DF-4880-93E0-88C3D16BBE98}" sibTransId="{8C39D25F-9A55-4C13-A2B0-0787E72A3F80}"/>
    <dgm:cxn modelId="{D4E0F1EC-09B8-44A0-92B8-62E10316486B}" srcId="{716448E0-BF41-4FAB-90F5-C0640D8FF5B4}" destId="{35BCC129-2D9F-418E-8992-2CAAB852F66D}" srcOrd="0" destOrd="0" parTransId="{922B49A3-57E5-4C50-A841-EBA431E555B7}" sibTransId="{0CFED10B-6609-4009-AB48-2E10910F4F65}"/>
    <dgm:cxn modelId="{EC4417C5-B92C-45BF-B046-467AC99F63C5}" type="presParOf" srcId="{1242ACAA-64DD-49D1-BB8B-F3E5433AE919}" destId="{28C0174F-FAB0-4BD0-861A-8E509120D836}" srcOrd="0" destOrd="0" presId="urn:microsoft.com/office/officeart/2005/8/layout/vList2"/>
    <dgm:cxn modelId="{07E303C1-BA67-442F-BDB8-03C50C3866B9}" type="presParOf" srcId="{1242ACAA-64DD-49D1-BB8B-F3E5433AE919}" destId="{2624AE5C-5390-4D4F-A539-CB281B1406A0}" srcOrd="1" destOrd="0" presId="urn:microsoft.com/office/officeart/2005/8/layout/vList2"/>
    <dgm:cxn modelId="{3FAE1497-3E02-4C17-93E2-74184ADD5A66}" type="presParOf" srcId="{1242ACAA-64DD-49D1-BB8B-F3E5433AE919}" destId="{AFAB2FEA-3E91-486A-B5BF-F291163A5C72}" srcOrd="2" destOrd="0" presId="urn:microsoft.com/office/officeart/2005/8/layout/vList2"/>
    <dgm:cxn modelId="{62429767-3DB3-48B7-8120-C212C9CB0425}" type="presParOf" srcId="{1242ACAA-64DD-49D1-BB8B-F3E5433AE919}" destId="{F5BE5483-2105-4DFD-BF02-52F2377034A5}" srcOrd="3" destOrd="0" presId="urn:microsoft.com/office/officeart/2005/8/layout/vList2"/>
    <dgm:cxn modelId="{83FEB8BE-A981-47A2-A01E-F000E74520C4}" type="presParOf" srcId="{1242ACAA-64DD-49D1-BB8B-F3E5433AE919}" destId="{6F573797-47E5-4600-9436-DB546BA786B6}" srcOrd="4" destOrd="0" presId="urn:microsoft.com/office/officeart/2005/8/layout/vList2"/>
    <dgm:cxn modelId="{FADE6973-96EB-4112-AA92-3E7A62DB3DFB}" type="presParOf" srcId="{1242ACAA-64DD-49D1-BB8B-F3E5433AE919}" destId="{D155F59F-BAD2-4DA4-B965-3ACB021713D2}" srcOrd="5" destOrd="0" presId="urn:microsoft.com/office/officeart/2005/8/layout/vList2"/>
    <dgm:cxn modelId="{02B9F6B0-B526-4EE2-8A8F-BB5AA009ADEB}" type="presParOf" srcId="{1242ACAA-64DD-49D1-BB8B-F3E5433AE919}" destId="{68FF3D7A-F46C-4CAA-973A-CB68AD596E5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40454544-8F94-4A53-B850-9899FC4B52A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60D00A7-344F-43A8-ABEC-4585B2259453}">
      <dgm:prSet/>
      <dgm:spPr/>
      <dgm:t>
        <a:bodyPr/>
        <a:lstStyle/>
        <a:p>
          <a:r>
            <a:rPr lang="ru-RU" b="0" i="0"/>
            <a:t>Головна українська рада.</a:t>
          </a:r>
          <a:endParaRPr lang="uk-UA"/>
        </a:p>
      </dgm:t>
    </dgm:pt>
    <dgm:pt modelId="{4DE3FE8F-5FD2-4923-85AF-7B8BF25EEB46}" type="parTrans" cxnId="{CA23BFDC-74B4-45B0-8272-DEBF143D8A4F}">
      <dgm:prSet/>
      <dgm:spPr/>
      <dgm:t>
        <a:bodyPr/>
        <a:lstStyle/>
        <a:p>
          <a:endParaRPr lang="uk-UA"/>
        </a:p>
      </dgm:t>
    </dgm:pt>
    <dgm:pt modelId="{A89BBE73-4458-4666-8140-57821DF8CA6B}" type="sibTrans" cxnId="{CA23BFDC-74B4-45B0-8272-DEBF143D8A4F}">
      <dgm:prSet/>
      <dgm:spPr/>
      <dgm:t>
        <a:bodyPr/>
        <a:lstStyle/>
        <a:p>
          <a:endParaRPr lang="uk-UA"/>
        </a:p>
      </dgm:t>
    </dgm:pt>
    <dgm:pt modelId="{5E536986-40C5-47B7-98F9-5E08070BDAC4}">
      <dgm:prSet/>
      <dgm:spPr/>
      <dgm:t>
        <a:bodyPr/>
        <a:lstStyle/>
        <a:p>
          <a:r>
            <a:rPr lang="ru-RU" b="0" i="0"/>
            <a:t>Союз визволення України.</a:t>
          </a:r>
          <a:endParaRPr lang="uk-UA"/>
        </a:p>
      </dgm:t>
    </dgm:pt>
    <dgm:pt modelId="{6CF2BBEE-58EF-4538-86F3-4FA05F9BEF5C}" type="parTrans" cxnId="{69D32958-6446-4FD9-AF0C-7CEA0943DF2F}">
      <dgm:prSet/>
      <dgm:spPr/>
      <dgm:t>
        <a:bodyPr/>
        <a:lstStyle/>
        <a:p>
          <a:endParaRPr lang="uk-UA"/>
        </a:p>
      </dgm:t>
    </dgm:pt>
    <dgm:pt modelId="{0D42E70E-FD2D-40A4-A658-59C07A662AB9}" type="sibTrans" cxnId="{69D32958-6446-4FD9-AF0C-7CEA0943DF2F}">
      <dgm:prSet/>
      <dgm:spPr/>
      <dgm:t>
        <a:bodyPr/>
        <a:lstStyle/>
        <a:p>
          <a:endParaRPr lang="uk-UA"/>
        </a:p>
      </dgm:t>
    </dgm:pt>
    <dgm:pt modelId="{0CF44D8A-DA83-4D14-9057-F86B5A85C507}">
      <dgm:prSet/>
      <dgm:spPr/>
      <dgm:t>
        <a:bodyPr/>
        <a:lstStyle/>
        <a:p>
          <a:r>
            <a:rPr lang="ru-RU" b="0" i="0"/>
            <a:t>Карпато-руський визвольний комітет.</a:t>
          </a:r>
          <a:endParaRPr lang="uk-UA"/>
        </a:p>
      </dgm:t>
    </dgm:pt>
    <dgm:pt modelId="{AD79F579-16FF-417C-9E78-9BDC9345C642}" type="parTrans" cxnId="{A1605086-960B-4AF0-B803-CDAB43465CC6}">
      <dgm:prSet/>
      <dgm:spPr/>
      <dgm:t>
        <a:bodyPr/>
        <a:lstStyle/>
        <a:p>
          <a:endParaRPr lang="uk-UA"/>
        </a:p>
      </dgm:t>
    </dgm:pt>
    <dgm:pt modelId="{0579DD7C-C093-40B1-ABFA-093DBF65C2C8}" type="sibTrans" cxnId="{A1605086-960B-4AF0-B803-CDAB43465CC6}">
      <dgm:prSet/>
      <dgm:spPr/>
      <dgm:t>
        <a:bodyPr/>
        <a:lstStyle/>
        <a:p>
          <a:endParaRPr lang="uk-UA"/>
        </a:p>
      </dgm:t>
    </dgm:pt>
    <dgm:pt modelId="{EE12A9C5-14B5-4B7A-BE41-33C3BDB25E5C}">
      <dgm:prSet/>
      <dgm:spPr/>
      <dgm:t>
        <a:bodyPr/>
        <a:lstStyle/>
        <a:p>
          <a:r>
            <a:rPr lang="ru-RU" b="0" i="0"/>
            <a:t>Товариство українських поступовців.</a:t>
          </a:r>
          <a:endParaRPr lang="uk-UA"/>
        </a:p>
      </dgm:t>
    </dgm:pt>
    <dgm:pt modelId="{432B987A-BCFD-4485-B7CB-E96D285897D1}" type="parTrans" cxnId="{CB5FDF67-9AD8-42B0-8AF8-BCCA170F91ED}">
      <dgm:prSet/>
      <dgm:spPr/>
      <dgm:t>
        <a:bodyPr/>
        <a:lstStyle/>
        <a:p>
          <a:endParaRPr lang="uk-UA"/>
        </a:p>
      </dgm:t>
    </dgm:pt>
    <dgm:pt modelId="{19D29074-1CA0-45D8-9191-D00850ADCB03}" type="sibTrans" cxnId="{CB5FDF67-9AD8-42B0-8AF8-BCCA170F91ED}">
      <dgm:prSet/>
      <dgm:spPr/>
      <dgm:t>
        <a:bodyPr/>
        <a:lstStyle/>
        <a:p>
          <a:endParaRPr lang="uk-UA"/>
        </a:p>
      </dgm:t>
    </dgm:pt>
    <dgm:pt modelId="{8C0D7BA1-903D-4E96-98AB-873DBA658A0C}" type="pres">
      <dgm:prSet presAssocID="{40454544-8F94-4A53-B850-9899FC4B52A6}" presName="linearFlow" presStyleCnt="0">
        <dgm:presLayoutVars>
          <dgm:dir/>
          <dgm:resizeHandles val="exact"/>
        </dgm:presLayoutVars>
      </dgm:prSet>
      <dgm:spPr/>
    </dgm:pt>
    <dgm:pt modelId="{BD040DB4-8D49-4C14-988E-6879D9E3DC7E}" type="pres">
      <dgm:prSet presAssocID="{A60D00A7-344F-43A8-ABEC-4585B2259453}" presName="composite" presStyleCnt="0"/>
      <dgm:spPr/>
    </dgm:pt>
    <dgm:pt modelId="{9A057283-691B-4BBE-8684-192D137E312F}" type="pres">
      <dgm:prSet presAssocID="{A60D00A7-344F-43A8-ABEC-4585B2259453}" presName="imgShp" presStyleLbl="fgImgPlace1" presStyleIdx="0" presStyleCnt="4"/>
      <dgm:spPr/>
    </dgm:pt>
    <dgm:pt modelId="{0DCDBEF2-CEA7-4068-B1E3-DA303F0188EE}" type="pres">
      <dgm:prSet presAssocID="{A60D00A7-344F-43A8-ABEC-4585B2259453}" presName="txShp" presStyleLbl="node1" presStyleIdx="0" presStyleCnt="4">
        <dgm:presLayoutVars>
          <dgm:bulletEnabled val="1"/>
        </dgm:presLayoutVars>
      </dgm:prSet>
      <dgm:spPr/>
    </dgm:pt>
    <dgm:pt modelId="{B341722F-9E70-4832-A2F7-13F27745E910}" type="pres">
      <dgm:prSet presAssocID="{A89BBE73-4458-4666-8140-57821DF8CA6B}" presName="spacing" presStyleCnt="0"/>
      <dgm:spPr/>
    </dgm:pt>
    <dgm:pt modelId="{B649A28F-A4FE-4015-B6AF-ECF5136D853A}" type="pres">
      <dgm:prSet presAssocID="{5E536986-40C5-47B7-98F9-5E08070BDAC4}" presName="composite" presStyleCnt="0"/>
      <dgm:spPr/>
    </dgm:pt>
    <dgm:pt modelId="{706D9483-BAF1-4ED0-97B6-648DA047F70A}" type="pres">
      <dgm:prSet presAssocID="{5E536986-40C5-47B7-98F9-5E08070BDAC4}" presName="imgShp" presStyleLbl="fgImgPlace1" presStyleIdx="1" presStyleCnt="4"/>
      <dgm:spPr/>
    </dgm:pt>
    <dgm:pt modelId="{C4B24E18-C2B1-4C06-8E3C-08FBC1EBAE43}" type="pres">
      <dgm:prSet presAssocID="{5E536986-40C5-47B7-98F9-5E08070BDAC4}" presName="txShp" presStyleLbl="node1" presStyleIdx="1" presStyleCnt="4">
        <dgm:presLayoutVars>
          <dgm:bulletEnabled val="1"/>
        </dgm:presLayoutVars>
      </dgm:prSet>
      <dgm:spPr/>
    </dgm:pt>
    <dgm:pt modelId="{0DA2FA81-3538-4836-95A0-9442D3EAFFE4}" type="pres">
      <dgm:prSet presAssocID="{0D42E70E-FD2D-40A4-A658-59C07A662AB9}" presName="spacing" presStyleCnt="0"/>
      <dgm:spPr/>
    </dgm:pt>
    <dgm:pt modelId="{DADBC74E-91C1-463F-80D8-42862EAE5EB6}" type="pres">
      <dgm:prSet presAssocID="{0CF44D8A-DA83-4D14-9057-F86B5A85C507}" presName="composite" presStyleCnt="0"/>
      <dgm:spPr/>
    </dgm:pt>
    <dgm:pt modelId="{38C077CC-6AA9-4C3B-888C-4066D7EE7646}" type="pres">
      <dgm:prSet presAssocID="{0CF44D8A-DA83-4D14-9057-F86B5A85C507}" presName="imgShp" presStyleLbl="fgImgPlace1" presStyleIdx="2" presStyleCnt="4"/>
      <dgm:spPr/>
    </dgm:pt>
    <dgm:pt modelId="{12A01DDE-60BA-44AA-8291-78BE432ED371}" type="pres">
      <dgm:prSet presAssocID="{0CF44D8A-DA83-4D14-9057-F86B5A85C507}" presName="txShp" presStyleLbl="node1" presStyleIdx="2" presStyleCnt="4">
        <dgm:presLayoutVars>
          <dgm:bulletEnabled val="1"/>
        </dgm:presLayoutVars>
      </dgm:prSet>
      <dgm:spPr/>
    </dgm:pt>
    <dgm:pt modelId="{08488BA2-574D-4A0E-B2F1-AB8F8F3A0414}" type="pres">
      <dgm:prSet presAssocID="{0579DD7C-C093-40B1-ABFA-093DBF65C2C8}" presName="spacing" presStyleCnt="0"/>
      <dgm:spPr/>
    </dgm:pt>
    <dgm:pt modelId="{AC1172D2-C6B5-4452-8D34-2936CACDA088}" type="pres">
      <dgm:prSet presAssocID="{EE12A9C5-14B5-4B7A-BE41-33C3BDB25E5C}" presName="composite" presStyleCnt="0"/>
      <dgm:spPr/>
    </dgm:pt>
    <dgm:pt modelId="{FE50DEA9-92CB-409B-AC12-075244EB43F2}" type="pres">
      <dgm:prSet presAssocID="{EE12A9C5-14B5-4B7A-BE41-33C3BDB25E5C}" presName="imgShp" presStyleLbl="fgImgPlace1" presStyleIdx="3" presStyleCnt="4"/>
      <dgm:spPr/>
    </dgm:pt>
    <dgm:pt modelId="{4C2DB548-F806-4130-89F2-68993DCA6F8C}" type="pres">
      <dgm:prSet presAssocID="{EE12A9C5-14B5-4B7A-BE41-33C3BDB25E5C}" presName="txShp" presStyleLbl="node1" presStyleIdx="3" presStyleCnt="4">
        <dgm:presLayoutVars>
          <dgm:bulletEnabled val="1"/>
        </dgm:presLayoutVars>
      </dgm:prSet>
      <dgm:spPr/>
    </dgm:pt>
  </dgm:ptLst>
  <dgm:cxnLst>
    <dgm:cxn modelId="{8F2CB01C-53C5-4871-842B-A6909C16844E}" type="presOf" srcId="{0CF44D8A-DA83-4D14-9057-F86B5A85C507}" destId="{12A01DDE-60BA-44AA-8291-78BE432ED371}" srcOrd="0" destOrd="0" presId="urn:microsoft.com/office/officeart/2005/8/layout/vList3"/>
    <dgm:cxn modelId="{92832526-374E-445B-B878-B9B15C4BE4B5}" type="presOf" srcId="{5E536986-40C5-47B7-98F9-5E08070BDAC4}" destId="{C4B24E18-C2B1-4C06-8E3C-08FBC1EBAE43}" srcOrd="0" destOrd="0" presId="urn:microsoft.com/office/officeart/2005/8/layout/vList3"/>
    <dgm:cxn modelId="{5038533A-C590-4E13-8548-4EBEB0463AB0}" type="presOf" srcId="{40454544-8F94-4A53-B850-9899FC4B52A6}" destId="{8C0D7BA1-903D-4E96-98AB-873DBA658A0C}" srcOrd="0" destOrd="0" presId="urn:microsoft.com/office/officeart/2005/8/layout/vList3"/>
    <dgm:cxn modelId="{CB5FDF67-9AD8-42B0-8AF8-BCCA170F91ED}" srcId="{40454544-8F94-4A53-B850-9899FC4B52A6}" destId="{EE12A9C5-14B5-4B7A-BE41-33C3BDB25E5C}" srcOrd="3" destOrd="0" parTransId="{432B987A-BCFD-4485-B7CB-E96D285897D1}" sibTransId="{19D29074-1CA0-45D8-9191-D00850ADCB03}"/>
    <dgm:cxn modelId="{69D32958-6446-4FD9-AF0C-7CEA0943DF2F}" srcId="{40454544-8F94-4A53-B850-9899FC4B52A6}" destId="{5E536986-40C5-47B7-98F9-5E08070BDAC4}" srcOrd="1" destOrd="0" parTransId="{6CF2BBEE-58EF-4538-86F3-4FA05F9BEF5C}" sibTransId="{0D42E70E-FD2D-40A4-A658-59C07A662AB9}"/>
    <dgm:cxn modelId="{A1605086-960B-4AF0-B803-CDAB43465CC6}" srcId="{40454544-8F94-4A53-B850-9899FC4B52A6}" destId="{0CF44D8A-DA83-4D14-9057-F86B5A85C507}" srcOrd="2" destOrd="0" parTransId="{AD79F579-16FF-417C-9E78-9BDC9345C642}" sibTransId="{0579DD7C-C093-40B1-ABFA-093DBF65C2C8}"/>
    <dgm:cxn modelId="{157F3FCB-F7C5-488B-B04F-10D508C2C64A}" type="presOf" srcId="{EE12A9C5-14B5-4B7A-BE41-33C3BDB25E5C}" destId="{4C2DB548-F806-4130-89F2-68993DCA6F8C}" srcOrd="0" destOrd="0" presId="urn:microsoft.com/office/officeart/2005/8/layout/vList3"/>
    <dgm:cxn modelId="{CA23BFDC-74B4-45B0-8272-DEBF143D8A4F}" srcId="{40454544-8F94-4A53-B850-9899FC4B52A6}" destId="{A60D00A7-344F-43A8-ABEC-4585B2259453}" srcOrd="0" destOrd="0" parTransId="{4DE3FE8F-5FD2-4923-85AF-7B8BF25EEB46}" sibTransId="{A89BBE73-4458-4666-8140-57821DF8CA6B}"/>
    <dgm:cxn modelId="{2E4909E3-DD56-4E73-B15C-EC2177BA7990}" type="presOf" srcId="{A60D00A7-344F-43A8-ABEC-4585B2259453}" destId="{0DCDBEF2-CEA7-4068-B1E3-DA303F0188EE}" srcOrd="0" destOrd="0" presId="urn:microsoft.com/office/officeart/2005/8/layout/vList3"/>
    <dgm:cxn modelId="{1B9D0ACD-7A25-42C9-AEDD-A091E8E96CB2}" type="presParOf" srcId="{8C0D7BA1-903D-4E96-98AB-873DBA658A0C}" destId="{BD040DB4-8D49-4C14-988E-6879D9E3DC7E}" srcOrd="0" destOrd="0" presId="urn:microsoft.com/office/officeart/2005/8/layout/vList3"/>
    <dgm:cxn modelId="{0578C2D7-D0BE-4908-8BED-4EB8097830AB}" type="presParOf" srcId="{BD040DB4-8D49-4C14-988E-6879D9E3DC7E}" destId="{9A057283-691B-4BBE-8684-192D137E312F}" srcOrd="0" destOrd="0" presId="urn:microsoft.com/office/officeart/2005/8/layout/vList3"/>
    <dgm:cxn modelId="{A0D02236-FA0A-45E6-BA2A-7D50FEA879C5}" type="presParOf" srcId="{BD040DB4-8D49-4C14-988E-6879D9E3DC7E}" destId="{0DCDBEF2-CEA7-4068-B1E3-DA303F0188EE}" srcOrd="1" destOrd="0" presId="urn:microsoft.com/office/officeart/2005/8/layout/vList3"/>
    <dgm:cxn modelId="{479C4BC3-D7B9-4BD5-B1FA-29A48BBD1F75}" type="presParOf" srcId="{8C0D7BA1-903D-4E96-98AB-873DBA658A0C}" destId="{B341722F-9E70-4832-A2F7-13F27745E910}" srcOrd="1" destOrd="0" presId="urn:microsoft.com/office/officeart/2005/8/layout/vList3"/>
    <dgm:cxn modelId="{B81B9255-6BFD-46BE-951C-86995037C381}" type="presParOf" srcId="{8C0D7BA1-903D-4E96-98AB-873DBA658A0C}" destId="{B649A28F-A4FE-4015-B6AF-ECF5136D853A}" srcOrd="2" destOrd="0" presId="urn:microsoft.com/office/officeart/2005/8/layout/vList3"/>
    <dgm:cxn modelId="{25E5A119-9DBD-45EE-978C-B31D9CBC998A}" type="presParOf" srcId="{B649A28F-A4FE-4015-B6AF-ECF5136D853A}" destId="{706D9483-BAF1-4ED0-97B6-648DA047F70A}" srcOrd="0" destOrd="0" presId="urn:microsoft.com/office/officeart/2005/8/layout/vList3"/>
    <dgm:cxn modelId="{BC81C047-6171-4141-94BA-008FDD9855E1}" type="presParOf" srcId="{B649A28F-A4FE-4015-B6AF-ECF5136D853A}" destId="{C4B24E18-C2B1-4C06-8E3C-08FBC1EBAE43}" srcOrd="1" destOrd="0" presId="urn:microsoft.com/office/officeart/2005/8/layout/vList3"/>
    <dgm:cxn modelId="{8880EBB1-F8BF-4560-AD78-9BFC4C4B9A5F}" type="presParOf" srcId="{8C0D7BA1-903D-4E96-98AB-873DBA658A0C}" destId="{0DA2FA81-3538-4836-95A0-9442D3EAFFE4}" srcOrd="3" destOrd="0" presId="urn:microsoft.com/office/officeart/2005/8/layout/vList3"/>
    <dgm:cxn modelId="{9B2FBCEE-5009-442B-8466-9364A77002F6}" type="presParOf" srcId="{8C0D7BA1-903D-4E96-98AB-873DBA658A0C}" destId="{DADBC74E-91C1-463F-80D8-42862EAE5EB6}" srcOrd="4" destOrd="0" presId="urn:microsoft.com/office/officeart/2005/8/layout/vList3"/>
    <dgm:cxn modelId="{6ED35495-3C75-45A7-BCD6-E75657C47327}" type="presParOf" srcId="{DADBC74E-91C1-463F-80D8-42862EAE5EB6}" destId="{38C077CC-6AA9-4C3B-888C-4066D7EE7646}" srcOrd="0" destOrd="0" presId="urn:microsoft.com/office/officeart/2005/8/layout/vList3"/>
    <dgm:cxn modelId="{49C774F6-4428-4844-AF6E-3ADE8962DB83}" type="presParOf" srcId="{DADBC74E-91C1-463F-80D8-42862EAE5EB6}" destId="{12A01DDE-60BA-44AA-8291-78BE432ED371}" srcOrd="1" destOrd="0" presId="urn:microsoft.com/office/officeart/2005/8/layout/vList3"/>
    <dgm:cxn modelId="{8DACD35E-9433-46BE-A2C4-E4CA69C4D64E}" type="presParOf" srcId="{8C0D7BA1-903D-4E96-98AB-873DBA658A0C}" destId="{08488BA2-574D-4A0E-B2F1-AB8F8F3A0414}" srcOrd="5" destOrd="0" presId="urn:microsoft.com/office/officeart/2005/8/layout/vList3"/>
    <dgm:cxn modelId="{A7D26B46-084F-4BCB-9C7D-3D86E0C53125}" type="presParOf" srcId="{8C0D7BA1-903D-4E96-98AB-873DBA658A0C}" destId="{AC1172D2-C6B5-4452-8D34-2936CACDA088}" srcOrd="6" destOrd="0" presId="urn:microsoft.com/office/officeart/2005/8/layout/vList3"/>
    <dgm:cxn modelId="{1EE43D9F-D23E-4825-9CD5-0E78056DC73C}" type="presParOf" srcId="{AC1172D2-C6B5-4452-8D34-2936CACDA088}" destId="{FE50DEA9-92CB-409B-AC12-075244EB43F2}" srcOrd="0" destOrd="0" presId="urn:microsoft.com/office/officeart/2005/8/layout/vList3"/>
    <dgm:cxn modelId="{3A02DD2E-0C0A-41DC-9854-725786BD5C00}" type="presParOf" srcId="{AC1172D2-C6B5-4452-8D34-2936CACDA088}" destId="{4C2DB548-F806-4130-89F2-68993DCA6F8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ADAC39C3-ED8A-4306-9779-9C85764362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0B675B-BE94-4A68-8B6A-FEC53AFF8DEA}">
      <dgm:prSet/>
      <dgm:spPr/>
      <dgm:t>
        <a:bodyPr/>
        <a:lstStyle/>
        <a:p>
          <a:r>
            <a:rPr lang="uk-UA" b="0" i="0"/>
            <a:t>підтримати Австро-Угорщину, «...бо ідучи війною, Росія грозить загином українському життю, яке знайшло охорону в австрійській державі...»</a:t>
          </a:r>
          <a:endParaRPr lang="uk-UA"/>
        </a:p>
      </dgm:t>
    </dgm:pt>
    <dgm:pt modelId="{B1BF4DA7-0C06-4378-835A-0CC5E3D4B5AB}" type="parTrans" cxnId="{6D280271-0E4C-4FA1-BB0D-3C0237525A33}">
      <dgm:prSet/>
      <dgm:spPr/>
      <dgm:t>
        <a:bodyPr/>
        <a:lstStyle/>
        <a:p>
          <a:endParaRPr lang="uk-UA"/>
        </a:p>
      </dgm:t>
    </dgm:pt>
    <dgm:pt modelId="{B1CE7C51-F1A6-48FB-B07B-1D53326A0FF7}" type="sibTrans" cxnId="{6D280271-0E4C-4FA1-BB0D-3C0237525A33}">
      <dgm:prSet/>
      <dgm:spPr/>
      <dgm:t>
        <a:bodyPr/>
        <a:lstStyle/>
        <a:p>
          <a:endParaRPr lang="uk-UA"/>
        </a:p>
      </dgm:t>
    </dgm:pt>
    <dgm:pt modelId="{82878134-2035-4270-B8D6-2B319F2E8BFB}">
      <dgm:prSet/>
      <dgm:spPr/>
      <dgm:t>
        <a:bodyPr/>
        <a:lstStyle/>
        <a:p>
          <a:r>
            <a:rPr lang="uk-UA" b="0" i="0"/>
            <a:t>бути нейтральними, тому що жодна з воюючих сторін «...не може викликати співчуття ні цілями, ні способами боротьби...»</a:t>
          </a:r>
          <a:endParaRPr lang="uk-UA"/>
        </a:p>
      </dgm:t>
    </dgm:pt>
    <dgm:pt modelId="{2067A330-5E1C-4DA8-B7FE-A4DBED9B3E01}" type="parTrans" cxnId="{74FA416A-F710-4506-AED1-521C70F2B020}">
      <dgm:prSet/>
      <dgm:spPr/>
      <dgm:t>
        <a:bodyPr/>
        <a:lstStyle/>
        <a:p>
          <a:endParaRPr lang="uk-UA"/>
        </a:p>
      </dgm:t>
    </dgm:pt>
    <dgm:pt modelId="{21565DB6-FF13-4E36-864B-20DD63BBD61C}" type="sibTrans" cxnId="{74FA416A-F710-4506-AED1-521C70F2B020}">
      <dgm:prSet/>
      <dgm:spPr/>
      <dgm:t>
        <a:bodyPr/>
        <a:lstStyle/>
        <a:p>
          <a:endParaRPr lang="uk-UA"/>
        </a:p>
      </dgm:t>
    </dgm:pt>
    <dgm:pt modelId="{CABD7CFD-8364-49BC-BE35-E289E1A4C64E}" type="pres">
      <dgm:prSet presAssocID="{ADAC39C3-ED8A-4306-9779-9C85764362EC}" presName="linear" presStyleCnt="0">
        <dgm:presLayoutVars>
          <dgm:animLvl val="lvl"/>
          <dgm:resizeHandles val="exact"/>
        </dgm:presLayoutVars>
      </dgm:prSet>
      <dgm:spPr/>
    </dgm:pt>
    <dgm:pt modelId="{71DFA669-41E5-4DF1-AAFA-969E25AEADA6}" type="pres">
      <dgm:prSet presAssocID="{FD0B675B-BE94-4A68-8B6A-FEC53AFF8DE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79BA81A-B876-4CCC-929E-4195F4A6A7A2}" type="pres">
      <dgm:prSet presAssocID="{B1CE7C51-F1A6-48FB-B07B-1D53326A0FF7}" presName="spacer" presStyleCnt="0"/>
      <dgm:spPr/>
    </dgm:pt>
    <dgm:pt modelId="{F8B97B83-F94F-4CDA-9055-0333E68FB030}" type="pres">
      <dgm:prSet presAssocID="{82878134-2035-4270-B8D6-2B319F2E8BF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DE58B31-4D82-447D-BD97-45D0312568C0}" type="presOf" srcId="{ADAC39C3-ED8A-4306-9779-9C85764362EC}" destId="{CABD7CFD-8364-49BC-BE35-E289E1A4C64E}" srcOrd="0" destOrd="0" presId="urn:microsoft.com/office/officeart/2005/8/layout/vList2"/>
    <dgm:cxn modelId="{74FA416A-F710-4506-AED1-521C70F2B020}" srcId="{ADAC39C3-ED8A-4306-9779-9C85764362EC}" destId="{82878134-2035-4270-B8D6-2B319F2E8BFB}" srcOrd="1" destOrd="0" parTransId="{2067A330-5E1C-4DA8-B7FE-A4DBED9B3E01}" sibTransId="{21565DB6-FF13-4E36-864B-20DD63BBD61C}"/>
    <dgm:cxn modelId="{6D280271-0E4C-4FA1-BB0D-3C0237525A33}" srcId="{ADAC39C3-ED8A-4306-9779-9C85764362EC}" destId="{FD0B675B-BE94-4A68-8B6A-FEC53AFF8DEA}" srcOrd="0" destOrd="0" parTransId="{B1BF4DA7-0C06-4378-835A-0CC5E3D4B5AB}" sibTransId="{B1CE7C51-F1A6-48FB-B07B-1D53326A0FF7}"/>
    <dgm:cxn modelId="{71698F73-A0FE-4F41-A02E-BAE1F8677664}" type="presOf" srcId="{82878134-2035-4270-B8D6-2B319F2E8BFB}" destId="{F8B97B83-F94F-4CDA-9055-0333E68FB030}" srcOrd="0" destOrd="0" presId="urn:microsoft.com/office/officeart/2005/8/layout/vList2"/>
    <dgm:cxn modelId="{E6FA01E5-2A28-489F-B895-BDBDD2F9320F}" type="presOf" srcId="{FD0B675B-BE94-4A68-8B6A-FEC53AFF8DEA}" destId="{71DFA669-41E5-4DF1-AAFA-969E25AEADA6}" srcOrd="0" destOrd="0" presId="urn:microsoft.com/office/officeart/2005/8/layout/vList2"/>
    <dgm:cxn modelId="{502AD1B2-71D7-46A0-B821-498CDF40242F}" type="presParOf" srcId="{CABD7CFD-8364-49BC-BE35-E289E1A4C64E}" destId="{71DFA669-41E5-4DF1-AAFA-969E25AEADA6}" srcOrd="0" destOrd="0" presId="urn:microsoft.com/office/officeart/2005/8/layout/vList2"/>
    <dgm:cxn modelId="{F22C2C24-A85C-4AC1-BD47-EE6021A370DE}" type="presParOf" srcId="{CABD7CFD-8364-49BC-BE35-E289E1A4C64E}" destId="{079BA81A-B876-4CCC-929E-4195F4A6A7A2}" srcOrd="1" destOrd="0" presId="urn:microsoft.com/office/officeart/2005/8/layout/vList2"/>
    <dgm:cxn modelId="{1DA567DF-87F9-4EC7-9767-54BBC409A1FD}" type="presParOf" srcId="{CABD7CFD-8364-49BC-BE35-E289E1A4C64E}" destId="{F8B97B83-F94F-4CDA-9055-0333E68FB03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64B47354-F0ED-4904-98D3-3AF51831ED2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9C346F-1644-4CD4-A3EA-6509CD860367}">
      <dgm:prSet/>
      <dgm:spPr/>
      <dgm:t>
        <a:bodyPr/>
        <a:lstStyle/>
        <a:p>
          <a:r>
            <a:rPr lang="uk-UA" b="0" i="0"/>
            <a:t>виступити проти Австро-Угорщини та Росії, щоб вибороти «...єдину, самостійну Україну від Карпатів аж по Кавказ...»</a:t>
          </a:r>
          <a:endParaRPr lang="uk-UA"/>
        </a:p>
      </dgm:t>
    </dgm:pt>
    <dgm:pt modelId="{AD9BEA33-550B-42FA-9CCE-822742B69F7B}" type="parTrans" cxnId="{3C447D23-2D09-418D-8B9C-A449620E3BE5}">
      <dgm:prSet/>
      <dgm:spPr/>
      <dgm:t>
        <a:bodyPr/>
        <a:lstStyle/>
        <a:p>
          <a:endParaRPr lang="uk-UA"/>
        </a:p>
      </dgm:t>
    </dgm:pt>
    <dgm:pt modelId="{2954DAFD-1D14-41DF-BF00-60D648404927}" type="sibTrans" cxnId="{3C447D23-2D09-418D-8B9C-A449620E3BE5}">
      <dgm:prSet/>
      <dgm:spPr/>
      <dgm:t>
        <a:bodyPr/>
        <a:lstStyle/>
        <a:p>
          <a:endParaRPr lang="uk-UA"/>
        </a:p>
      </dgm:t>
    </dgm:pt>
    <dgm:pt modelId="{F112FA54-391C-434D-9E31-8C96E3572FC9}">
      <dgm:prSet/>
      <dgm:spPr/>
      <dgm:t>
        <a:bodyPr/>
        <a:lstStyle/>
        <a:p>
          <a:r>
            <a:rPr lang="uk-UA" b="0" i="0"/>
            <a:t>підтримати Росію й чесно, «...не піддаючись на провокації, виконати свій обов’язок громадян Росії до кінця...»</a:t>
          </a:r>
          <a:endParaRPr lang="uk-UA"/>
        </a:p>
      </dgm:t>
    </dgm:pt>
    <dgm:pt modelId="{2F95D83A-8E35-40C9-84C6-3FDB4B8DF009}" type="parTrans" cxnId="{749FB568-ED7B-4FE8-988E-8CEAEF2B20CC}">
      <dgm:prSet/>
      <dgm:spPr/>
      <dgm:t>
        <a:bodyPr/>
        <a:lstStyle/>
        <a:p>
          <a:endParaRPr lang="uk-UA"/>
        </a:p>
      </dgm:t>
    </dgm:pt>
    <dgm:pt modelId="{CC8B8991-9B6E-44A3-9C88-E57CC7F745EF}" type="sibTrans" cxnId="{749FB568-ED7B-4FE8-988E-8CEAEF2B20CC}">
      <dgm:prSet/>
      <dgm:spPr/>
      <dgm:t>
        <a:bodyPr/>
        <a:lstStyle/>
        <a:p>
          <a:endParaRPr lang="uk-UA"/>
        </a:p>
      </dgm:t>
    </dgm:pt>
    <dgm:pt modelId="{C118553A-C653-4DC0-8597-1E8A8126C099}" type="pres">
      <dgm:prSet presAssocID="{64B47354-F0ED-4904-98D3-3AF51831ED29}" presName="linear" presStyleCnt="0">
        <dgm:presLayoutVars>
          <dgm:animLvl val="lvl"/>
          <dgm:resizeHandles val="exact"/>
        </dgm:presLayoutVars>
      </dgm:prSet>
      <dgm:spPr/>
    </dgm:pt>
    <dgm:pt modelId="{C07C0CCB-3418-456E-8303-5733247D58F6}" type="pres">
      <dgm:prSet presAssocID="{2E9C346F-1644-4CD4-A3EA-6509CD86036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0EFB1D0-19B4-43D2-93EA-9D9008E989C6}" type="pres">
      <dgm:prSet presAssocID="{2954DAFD-1D14-41DF-BF00-60D648404927}" presName="spacer" presStyleCnt="0"/>
      <dgm:spPr/>
    </dgm:pt>
    <dgm:pt modelId="{77C89FA4-9907-47B2-9511-5D8BC79A4B2B}" type="pres">
      <dgm:prSet presAssocID="{F112FA54-391C-434D-9E31-8C96E3572FC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38FFB17-4E49-421D-AE0B-A40E5A16B43B}" type="presOf" srcId="{2E9C346F-1644-4CD4-A3EA-6509CD860367}" destId="{C07C0CCB-3418-456E-8303-5733247D58F6}" srcOrd="0" destOrd="0" presId="urn:microsoft.com/office/officeart/2005/8/layout/vList2"/>
    <dgm:cxn modelId="{3C447D23-2D09-418D-8B9C-A449620E3BE5}" srcId="{64B47354-F0ED-4904-98D3-3AF51831ED29}" destId="{2E9C346F-1644-4CD4-A3EA-6509CD860367}" srcOrd="0" destOrd="0" parTransId="{AD9BEA33-550B-42FA-9CCE-822742B69F7B}" sibTransId="{2954DAFD-1D14-41DF-BF00-60D648404927}"/>
    <dgm:cxn modelId="{749FB568-ED7B-4FE8-988E-8CEAEF2B20CC}" srcId="{64B47354-F0ED-4904-98D3-3AF51831ED29}" destId="{F112FA54-391C-434D-9E31-8C96E3572FC9}" srcOrd="1" destOrd="0" parTransId="{2F95D83A-8E35-40C9-84C6-3FDB4B8DF009}" sibTransId="{CC8B8991-9B6E-44A3-9C88-E57CC7F745EF}"/>
    <dgm:cxn modelId="{515C7E59-40AA-4FDF-8C48-7DC0A1E56BEB}" type="presOf" srcId="{F112FA54-391C-434D-9E31-8C96E3572FC9}" destId="{77C89FA4-9907-47B2-9511-5D8BC79A4B2B}" srcOrd="0" destOrd="0" presId="urn:microsoft.com/office/officeart/2005/8/layout/vList2"/>
    <dgm:cxn modelId="{F3410BF0-0788-49E6-AAF0-9A8EDCC80863}" type="presOf" srcId="{64B47354-F0ED-4904-98D3-3AF51831ED29}" destId="{C118553A-C653-4DC0-8597-1E8A8126C099}" srcOrd="0" destOrd="0" presId="urn:microsoft.com/office/officeart/2005/8/layout/vList2"/>
    <dgm:cxn modelId="{6D5C1043-411F-4136-B5B3-A4B6A9602F61}" type="presParOf" srcId="{C118553A-C653-4DC0-8597-1E8A8126C099}" destId="{C07C0CCB-3418-456E-8303-5733247D58F6}" srcOrd="0" destOrd="0" presId="urn:microsoft.com/office/officeart/2005/8/layout/vList2"/>
    <dgm:cxn modelId="{5EEC406E-9947-4DE2-9D90-15DF1E2DF63A}" type="presParOf" srcId="{C118553A-C653-4DC0-8597-1E8A8126C099}" destId="{D0EFB1D0-19B4-43D2-93EA-9D9008E989C6}" srcOrd="1" destOrd="0" presId="urn:microsoft.com/office/officeart/2005/8/layout/vList2"/>
    <dgm:cxn modelId="{5ADD3FBE-35BB-431C-A58A-48CED34CB0F3}" type="presParOf" srcId="{C118553A-C653-4DC0-8597-1E8A8126C099}" destId="{77C89FA4-9907-47B2-9511-5D8BC79A4B2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7DA1E8F3-FA25-4C33-B1FD-08ED2460940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4A6378D-820E-4991-84E8-B6DD6D311A00}">
      <dgm:prSet/>
      <dgm:spPr/>
      <dgm:t>
        <a:bodyPr/>
        <a:lstStyle/>
        <a:p>
          <a:r>
            <a:rPr lang="ru-RU" b="0" i="0"/>
            <a:t>Революційна українська партія</a:t>
          </a:r>
          <a:endParaRPr lang="uk-UA"/>
        </a:p>
      </dgm:t>
    </dgm:pt>
    <dgm:pt modelId="{E1268971-A141-4A58-A9AD-F0CCD9BAD2D5}" type="parTrans" cxnId="{723C1E76-026D-4356-B51C-E324D8FC2E9F}">
      <dgm:prSet/>
      <dgm:spPr/>
      <dgm:t>
        <a:bodyPr/>
        <a:lstStyle/>
        <a:p>
          <a:endParaRPr lang="uk-UA"/>
        </a:p>
      </dgm:t>
    </dgm:pt>
    <dgm:pt modelId="{98AB8311-9527-4F33-AC9A-C16F8519C185}" type="sibTrans" cxnId="{723C1E76-026D-4356-B51C-E324D8FC2E9F}">
      <dgm:prSet/>
      <dgm:spPr/>
      <dgm:t>
        <a:bodyPr/>
        <a:lstStyle/>
        <a:p>
          <a:endParaRPr lang="uk-UA"/>
        </a:p>
      </dgm:t>
    </dgm:pt>
    <dgm:pt modelId="{B974C619-BC7E-4136-AF51-577CF02FFE38}">
      <dgm:prSet/>
      <dgm:spPr/>
      <dgm:t>
        <a:bodyPr/>
        <a:lstStyle/>
        <a:p>
          <a:r>
            <a:rPr lang="ru-RU" b="0" i="0"/>
            <a:t>Товариство українських поступовців</a:t>
          </a:r>
          <a:endParaRPr lang="uk-UA"/>
        </a:p>
      </dgm:t>
    </dgm:pt>
    <dgm:pt modelId="{1B322803-82DB-40FE-9F15-8F4A4E356A2B}" type="parTrans" cxnId="{95F2AA56-90CC-41D5-8161-0B3763DF51B5}">
      <dgm:prSet/>
      <dgm:spPr/>
      <dgm:t>
        <a:bodyPr/>
        <a:lstStyle/>
        <a:p>
          <a:endParaRPr lang="uk-UA"/>
        </a:p>
      </dgm:t>
    </dgm:pt>
    <dgm:pt modelId="{421778AF-7731-4B76-9EE6-8C57A0724A50}" type="sibTrans" cxnId="{95F2AA56-90CC-41D5-8161-0B3763DF51B5}">
      <dgm:prSet/>
      <dgm:spPr/>
      <dgm:t>
        <a:bodyPr/>
        <a:lstStyle/>
        <a:p>
          <a:endParaRPr lang="uk-UA"/>
        </a:p>
      </dgm:t>
    </dgm:pt>
    <dgm:pt modelId="{A50EE239-578A-4410-959C-C4518627C4B6}">
      <dgm:prSet/>
      <dgm:spPr/>
      <dgm:t>
        <a:bodyPr/>
        <a:lstStyle/>
        <a:p>
          <a:r>
            <a:rPr lang="ru-RU" b="0" i="0"/>
            <a:t>Карпато-руський визвольний комітет</a:t>
          </a:r>
          <a:endParaRPr lang="uk-UA"/>
        </a:p>
      </dgm:t>
    </dgm:pt>
    <dgm:pt modelId="{020101D4-A651-4F3D-9EC1-31B60B49E5B8}" type="parTrans" cxnId="{ED3C414C-1D45-4D2B-85C8-8DB7F60AEB45}">
      <dgm:prSet/>
      <dgm:spPr/>
      <dgm:t>
        <a:bodyPr/>
        <a:lstStyle/>
        <a:p>
          <a:endParaRPr lang="uk-UA"/>
        </a:p>
      </dgm:t>
    </dgm:pt>
    <dgm:pt modelId="{A997A00E-3E91-40CC-A2CE-61ADA0B8E8B3}" type="sibTrans" cxnId="{ED3C414C-1D45-4D2B-85C8-8DB7F60AEB45}">
      <dgm:prSet/>
      <dgm:spPr/>
      <dgm:t>
        <a:bodyPr/>
        <a:lstStyle/>
        <a:p>
          <a:endParaRPr lang="uk-UA"/>
        </a:p>
      </dgm:t>
    </dgm:pt>
    <dgm:pt modelId="{B2B26901-1B9F-452F-BC57-4C907B0B67B8}">
      <dgm:prSet/>
      <dgm:spPr/>
      <dgm:t>
        <a:bodyPr/>
        <a:lstStyle/>
        <a:p>
          <a:r>
            <a:rPr lang="ru-RU" b="0" i="0"/>
            <a:t>Головна українська рада</a:t>
          </a:r>
          <a:endParaRPr lang="uk-UA"/>
        </a:p>
      </dgm:t>
    </dgm:pt>
    <dgm:pt modelId="{8CD67655-35E2-4D79-959E-FC65A85AFD83}" type="parTrans" cxnId="{6099A2C6-F3CE-4126-AAED-A057065F88C1}">
      <dgm:prSet/>
      <dgm:spPr/>
      <dgm:t>
        <a:bodyPr/>
        <a:lstStyle/>
        <a:p>
          <a:endParaRPr lang="uk-UA"/>
        </a:p>
      </dgm:t>
    </dgm:pt>
    <dgm:pt modelId="{9A8877C7-8600-4BCD-BF27-7B7AD37D8964}" type="sibTrans" cxnId="{6099A2C6-F3CE-4126-AAED-A057065F88C1}">
      <dgm:prSet/>
      <dgm:spPr/>
      <dgm:t>
        <a:bodyPr/>
        <a:lstStyle/>
        <a:p>
          <a:endParaRPr lang="uk-UA"/>
        </a:p>
      </dgm:t>
    </dgm:pt>
    <dgm:pt modelId="{3B2E19CA-8534-4F9C-88A6-E5E5D44FCA96}" type="pres">
      <dgm:prSet presAssocID="{7DA1E8F3-FA25-4C33-B1FD-08ED2460940F}" presName="linear" presStyleCnt="0">
        <dgm:presLayoutVars>
          <dgm:animLvl val="lvl"/>
          <dgm:resizeHandles val="exact"/>
        </dgm:presLayoutVars>
      </dgm:prSet>
      <dgm:spPr/>
    </dgm:pt>
    <dgm:pt modelId="{F16E0296-3542-4F0A-9993-8736FAEC81D5}" type="pres">
      <dgm:prSet presAssocID="{D4A6378D-820E-4991-84E8-B6DD6D311A0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B44E16A-3FAE-4B64-9AEA-51992F3041E3}" type="pres">
      <dgm:prSet presAssocID="{98AB8311-9527-4F33-AC9A-C16F8519C185}" presName="spacer" presStyleCnt="0"/>
      <dgm:spPr/>
    </dgm:pt>
    <dgm:pt modelId="{358C7572-BF8D-4147-9BDB-9A9BE6A853BD}" type="pres">
      <dgm:prSet presAssocID="{B974C619-BC7E-4136-AF51-577CF02FFE3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0E030B5-C276-41B5-B4C6-17E82050E35B}" type="pres">
      <dgm:prSet presAssocID="{421778AF-7731-4B76-9EE6-8C57A0724A50}" presName="spacer" presStyleCnt="0"/>
      <dgm:spPr/>
    </dgm:pt>
    <dgm:pt modelId="{DC0EB022-411C-4AC4-B146-56D75FBE8E2E}" type="pres">
      <dgm:prSet presAssocID="{A50EE239-578A-4410-959C-C4518627C4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5C8D467-CDE7-4597-8DCB-49D91CFE9034}" type="pres">
      <dgm:prSet presAssocID="{A997A00E-3E91-40CC-A2CE-61ADA0B8E8B3}" presName="spacer" presStyleCnt="0"/>
      <dgm:spPr/>
    </dgm:pt>
    <dgm:pt modelId="{1B38A715-DB2F-4BB5-BCA3-C80BC98F9282}" type="pres">
      <dgm:prSet presAssocID="{B2B26901-1B9F-452F-BC57-4C907B0B67B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ADBCD18-DF6B-45EA-9F83-A66F184538B5}" type="presOf" srcId="{A50EE239-578A-4410-959C-C4518627C4B6}" destId="{DC0EB022-411C-4AC4-B146-56D75FBE8E2E}" srcOrd="0" destOrd="0" presId="urn:microsoft.com/office/officeart/2005/8/layout/vList2"/>
    <dgm:cxn modelId="{ED3C414C-1D45-4D2B-85C8-8DB7F60AEB45}" srcId="{7DA1E8F3-FA25-4C33-B1FD-08ED2460940F}" destId="{A50EE239-578A-4410-959C-C4518627C4B6}" srcOrd="2" destOrd="0" parTransId="{020101D4-A651-4F3D-9EC1-31B60B49E5B8}" sibTransId="{A997A00E-3E91-40CC-A2CE-61ADA0B8E8B3}"/>
    <dgm:cxn modelId="{723C1E76-026D-4356-B51C-E324D8FC2E9F}" srcId="{7DA1E8F3-FA25-4C33-B1FD-08ED2460940F}" destId="{D4A6378D-820E-4991-84E8-B6DD6D311A00}" srcOrd="0" destOrd="0" parTransId="{E1268971-A141-4A58-A9AD-F0CCD9BAD2D5}" sibTransId="{98AB8311-9527-4F33-AC9A-C16F8519C185}"/>
    <dgm:cxn modelId="{95F2AA56-90CC-41D5-8161-0B3763DF51B5}" srcId="{7DA1E8F3-FA25-4C33-B1FD-08ED2460940F}" destId="{B974C619-BC7E-4136-AF51-577CF02FFE38}" srcOrd="1" destOrd="0" parTransId="{1B322803-82DB-40FE-9F15-8F4A4E356A2B}" sibTransId="{421778AF-7731-4B76-9EE6-8C57A0724A50}"/>
    <dgm:cxn modelId="{9E1FF976-A504-4A23-9E1D-307FED800DA6}" type="presOf" srcId="{D4A6378D-820E-4991-84E8-B6DD6D311A00}" destId="{F16E0296-3542-4F0A-9993-8736FAEC81D5}" srcOrd="0" destOrd="0" presId="urn:microsoft.com/office/officeart/2005/8/layout/vList2"/>
    <dgm:cxn modelId="{6099A2C6-F3CE-4126-AAED-A057065F88C1}" srcId="{7DA1E8F3-FA25-4C33-B1FD-08ED2460940F}" destId="{B2B26901-1B9F-452F-BC57-4C907B0B67B8}" srcOrd="3" destOrd="0" parTransId="{8CD67655-35E2-4D79-959E-FC65A85AFD83}" sibTransId="{9A8877C7-8600-4BCD-BF27-7B7AD37D8964}"/>
    <dgm:cxn modelId="{584BC2E4-4056-4329-B7ED-8439AE746A39}" type="presOf" srcId="{7DA1E8F3-FA25-4C33-B1FD-08ED2460940F}" destId="{3B2E19CA-8534-4F9C-88A6-E5E5D44FCA96}" srcOrd="0" destOrd="0" presId="urn:microsoft.com/office/officeart/2005/8/layout/vList2"/>
    <dgm:cxn modelId="{AB562AED-388C-4D40-9BD5-9AFBBB662A2A}" type="presOf" srcId="{B2B26901-1B9F-452F-BC57-4C907B0B67B8}" destId="{1B38A715-DB2F-4BB5-BCA3-C80BC98F9282}" srcOrd="0" destOrd="0" presId="urn:microsoft.com/office/officeart/2005/8/layout/vList2"/>
    <dgm:cxn modelId="{650BE9F6-8416-4347-A2C9-9360F16933A3}" type="presOf" srcId="{B974C619-BC7E-4136-AF51-577CF02FFE38}" destId="{358C7572-BF8D-4147-9BDB-9A9BE6A853BD}" srcOrd="0" destOrd="0" presId="urn:microsoft.com/office/officeart/2005/8/layout/vList2"/>
    <dgm:cxn modelId="{C7B5D722-3FB3-4C34-AF73-25C43781623E}" type="presParOf" srcId="{3B2E19CA-8534-4F9C-88A6-E5E5D44FCA96}" destId="{F16E0296-3542-4F0A-9993-8736FAEC81D5}" srcOrd="0" destOrd="0" presId="urn:microsoft.com/office/officeart/2005/8/layout/vList2"/>
    <dgm:cxn modelId="{3C1601DB-D378-4B2F-AD86-50EEE3F56DFB}" type="presParOf" srcId="{3B2E19CA-8534-4F9C-88A6-E5E5D44FCA96}" destId="{DB44E16A-3FAE-4B64-9AEA-51992F3041E3}" srcOrd="1" destOrd="0" presId="urn:microsoft.com/office/officeart/2005/8/layout/vList2"/>
    <dgm:cxn modelId="{6BE6516F-731E-43EB-8328-F8384601D641}" type="presParOf" srcId="{3B2E19CA-8534-4F9C-88A6-E5E5D44FCA96}" destId="{358C7572-BF8D-4147-9BDB-9A9BE6A853BD}" srcOrd="2" destOrd="0" presId="urn:microsoft.com/office/officeart/2005/8/layout/vList2"/>
    <dgm:cxn modelId="{0E4DAF0F-2A88-4337-9D78-497D51D46105}" type="presParOf" srcId="{3B2E19CA-8534-4F9C-88A6-E5E5D44FCA96}" destId="{F0E030B5-C276-41B5-B4C6-17E82050E35B}" srcOrd="3" destOrd="0" presId="urn:microsoft.com/office/officeart/2005/8/layout/vList2"/>
    <dgm:cxn modelId="{4C705000-4F25-49E9-85AA-066C6C5E3358}" type="presParOf" srcId="{3B2E19CA-8534-4F9C-88A6-E5E5D44FCA96}" destId="{DC0EB022-411C-4AC4-B146-56D75FBE8E2E}" srcOrd="4" destOrd="0" presId="urn:microsoft.com/office/officeart/2005/8/layout/vList2"/>
    <dgm:cxn modelId="{DA9C210A-6BCD-423B-997B-C03865F7B253}" type="presParOf" srcId="{3B2E19CA-8534-4F9C-88A6-E5E5D44FCA96}" destId="{35C8D467-CDE7-4597-8DCB-49D91CFE9034}" srcOrd="5" destOrd="0" presId="urn:microsoft.com/office/officeart/2005/8/layout/vList2"/>
    <dgm:cxn modelId="{6B63B0E6-ED14-49B0-8405-8351EE6E3ED1}" type="presParOf" srcId="{3B2E19CA-8534-4F9C-88A6-E5E5D44FCA96}" destId="{1B38A715-DB2F-4BB5-BCA3-C80BC98F928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8FAD0D33-BEF5-428F-A4FF-4F73E36AEA52}" type="doc">
      <dgm:prSet loTypeId="urn:microsoft.com/office/officeart/2008/layout/VerticalCircle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206DA63-41C1-491D-A915-D2FCE5C7268A}">
      <dgm:prSet/>
      <dgm:spPr/>
      <dgm:t>
        <a:bodyPr/>
        <a:lstStyle/>
        <a:p>
          <a:r>
            <a:rPr lang="ru-RU" b="0" i="0"/>
            <a:t>1914 р.</a:t>
          </a:r>
          <a:endParaRPr lang="uk-UA"/>
        </a:p>
      </dgm:t>
    </dgm:pt>
    <dgm:pt modelId="{9F051D51-B014-47D3-B3D8-4CAB4C8937B5}" type="parTrans" cxnId="{9B5FCEF2-0547-43D9-BE6F-3906D144E92D}">
      <dgm:prSet/>
      <dgm:spPr/>
      <dgm:t>
        <a:bodyPr/>
        <a:lstStyle/>
        <a:p>
          <a:endParaRPr lang="uk-UA"/>
        </a:p>
      </dgm:t>
    </dgm:pt>
    <dgm:pt modelId="{B5301F7F-FBAB-423E-A2E0-A1E1A8D2DB43}" type="sibTrans" cxnId="{9B5FCEF2-0547-43D9-BE6F-3906D144E92D}">
      <dgm:prSet/>
      <dgm:spPr/>
      <dgm:t>
        <a:bodyPr/>
        <a:lstStyle/>
        <a:p>
          <a:endParaRPr lang="uk-UA"/>
        </a:p>
      </dgm:t>
    </dgm:pt>
    <dgm:pt modelId="{33BCAC83-CDA2-426F-8CA8-03E88B08FC29}">
      <dgm:prSet/>
      <dgm:spPr/>
      <dgm:t>
        <a:bodyPr/>
        <a:lstStyle/>
        <a:p>
          <a:r>
            <a:rPr lang="ru-RU" b="0" i="0"/>
            <a:t>1916 р.</a:t>
          </a:r>
          <a:endParaRPr lang="uk-UA"/>
        </a:p>
      </dgm:t>
    </dgm:pt>
    <dgm:pt modelId="{55F0C41B-C917-446A-9056-B3BE505062EF}" type="parTrans" cxnId="{B1AB5268-3B92-4EA5-8135-A8D5415957D7}">
      <dgm:prSet/>
      <dgm:spPr/>
      <dgm:t>
        <a:bodyPr/>
        <a:lstStyle/>
        <a:p>
          <a:endParaRPr lang="uk-UA"/>
        </a:p>
      </dgm:t>
    </dgm:pt>
    <dgm:pt modelId="{0FAA021F-F210-496A-A334-A697AA1A4A47}" type="sibTrans" cxnId="{B1AB5268-3B92-4EA5-8135-A8D5415957D7}">
      <dgm:prSet/>
      <dgm:spPr/>
      <dgm:t>
        <a:bodyPr/>
        <a:lstStyle/>
        <a:p>
          <a:endParaRPr lang="uk-UA"/>
        </a:p>
      </dgm:t>
    </dgm:pt>
    <dgm:pt modelId="{C547746C-D470-4B73-A6CC-75E98B5094AE}">
      <dgm:prSet/>
      <dgm:spPr/>
      <dgm:t>
        <a:bodyPr/>
        <a:lstStyle/>
        <a:p>
          <a:r>
            <a:rPr lang="ru-RU" b="0" i="0"/>
            <a:t>1918 р.</a:t>
          </a:r>
          <a:endParaRPr lang="uk-UA"/>
        </a:p>
      </dgm:t>
    </dgm:pt>
    <dgm:pt modelId="{5C48FDB9-8FA0-4340-9C8A-DF5F6E9B1F00}" type="parTrans" cxnId="{AB793D38-771F-49B9-B3AA-4DF736DD91D4}">
      <dgm:prSet/>
      <dgm:spPr/>
      <dgm:t>
        <a:bodyPr/>
        <a:lstStyle/>
        <a:p>
          <a:endParaRPr lang="uk-UA"/>
        </a:p>
      </dgm:t>
    </dgm:pt>
    <dgm:pt modelId="{B31E2965-4C45-49A1-8767-D1DF5EB7F45D}" type="sibTrans" cxnId="{AB793D38-771F-49B9-B3AA-4DF736DD91D4}">
      <dgm:prSet/>
      <dgm:spPr/>
      <dgm:t>
        <a:bodyPr/>
        <a:lstStyle/>
        <a:p>
          <a:endParaRPr lang="uk-UA"/>
        </a:p>
      </dgm:t>
    </dgm:pt>
    <dgm:pt modelId="{D5B2454F-42EE-4E57-A1A9-3FF5FA991781}">
      <dgm:prSet/>
      <dgm:spPr/>
      <dgm:t>
        <a:bodyPr/>
        <a:lstStyle/>
        <a:p>
          <a:r>
            <a:rPr lang="ru-RU" b="0" i="0"/>
            <a:t>1920 р.</a:t>
          </a:r>
          <a:endParaRPr lang="uk-UA"/>
        </a:p>
      </dgm:t>
    </dgm:pt>
    <dgm:pt modelId="{4D480902-86D0-4EA1-89B3-0A661CD791E9}" type="parTrans" cxnId="{ADB535C4-E7A0-45BD-9E8D-47664AAC3FB4}">
      <dgm:prSet/>
      <dgm:spPr/>
      <dgm:t>
        <a:bodyPr/>
        <a:lstStyle/>
        <a:p>
          <a:endParaRPr lang="uk-UA"/>
        </a:p>
      </dgm:t>
    </dgm:pt>
    <dgm:pt modelId="{00C98402-2F9A-4999-B7B0-A9CB0D6C0C43}" type="sibTrans" cxnId="{ADB535C4-E7A0-45BD-9E8D-47664AAC3FB4}">
      <dgm:prSet/>
      <dgm:spPr/>
      <dgm:t>
        <a:bodyPr/>
        <a:lstStyle/>
        <a:p>
          <a:endParaRPr lang="uk-UA"/>
        </a:p>
      </dgm:t>
    </dgm:pt>
    <dgm:pt modelId="{8A52EBF6-3F0C-43AB-8D92-FD554235B044}" type="pres">
      <dgm:prSet presAssocID="{8FAD0D33-BEF5-428F-A4FF-4F73E36AEA52}" presName="Name0" presStyleCnt="0">
        <dgm:presLayoutVars>
          <dgm:dir/>
        </dgm:presLayoutVars>
      </dgm:prSet>
      <dgm:spPr/>
    </dgm:pt>
    <dgm:pt modelId="{FBB3F382-33D8-444F-B864-B37BBAAF022A}" type="pres">
      <dgm:prSet presAssocID="{B206DA63-41C1-491D-A915-D2FCE5C7268A}" presName="noChildren" presStyleCnt="0"/>
      <dgm:spPr/>
    </dgm:pt>
    <dgm:pt modelId="{84AA7BF6-024E-4ADB-BC6E-9B72A1AB7364}" type="pres">
      <dgm:prSet presAssocID="{B206DA63-41C1-491D-A915-D2FCE5C7268A}" presName="gap" presStyleCnt="0"/>
      <dgm:spPr/>
    </dgm:pt>
    <dgm:pt modelId="{DAB2262C-E79A-4E8B-ACBB-342747ED9667}" type="pres">
      <dgm:prSet presAssocID="{B206DA63-41C1-491D-A915-D2FCE5C7268A}" presName="medCircle2" presStyleLbl="vennNode1" presStyleIdx="0" presStyleCnt="4"/>
      <dgm:spPr/>
    </dgm:pt>
    <dgm:pt modelId="{87A19460-0825-4A99-BA7C-4B2D84296AD1}" type="pres">
      <dgm:prSet presAssocID="{B206DA63-41C1-491D-A915-D2FCE5C7268A}" presName="txLvlOnly1" presStyleLbl="revTx" presStyleIdx="0" presStyleCnt="4"/>
      <dgm:spPr/>
    </dgm:pt>
    <dgm:pt modelId="{B887FD1C-30FE-4053-A0DF-17E1B68986A6}" type="pres">
      <dgm:prSet presAssocID="{33BCAC83-CDA2-426F-8CA8-03E88B08FC29}" presName="noChildren" presStyleCnt="0"/>
      <dgm:spPr/>
    </dgm:pt>
    <dgm:pt modelId="{51F41D52-697B-4034-A155-4694EB3CB6E1}" type="pres">
      <dgm:prSet presAssocID="{33BCAC83-CDA2-426F-8CA8-03E88B08FC29}" presName="gap" presStyleCnt="0"/>
      <dgm:spPr/>
    </dgm:pt>
    <dgm:pt modelId="{75C78FF4-601C-41E4-9F7C-AD988FD01FCD}" type="pres">
      <dgm:prSet presAssocID="{33BCAC83-CDA2-426F-8CA8-03E88B08FC29}" presName="medCircle2" presStyleLbl="vennNode1" presStyleIdx="1" presStyleCnt="4"/>
      <dgm:spPr/>
    </dgm:pt>
    <dgm:pt modelId="{B19B0FCF-7052-4817-81C8-32525B8D8A27}" type="pres">
      <dgm:prSet presAssocID="{33BCAC83-CDA2-426F-8CA8-03E88B08FC29}" presName="txLvlOnly1" presStyleLbl="revTx" presStyleIdx="1" presStyleCnt="4"/>
      <dgm:spPr/>
    </dgm:pt>
    <dgm:pt modelId="{14E629D9-6662-42ED-AFFA-84199B188710}" type="pres">
      <dgm:prSet presAssocID="{C547746C-D470-4B73-A6CC-75E98B5094AE}" presName="noChildren" presStyleCnt="0"/>
      <dgm:spPr/>
    </dgm:pt>
    <dgm:pt modelId="{03A4A42F-554B-4284-9993-5A7730E9555F}" type="pres">
      <dgm:prSet presAssocID="{C547746C-D470-4B73-A6CC-75E98B5094AE}" presName="gap" presStyleCnt="0"/>
      <dgm:spPr/>
    </dgm:pt>
    <dgm:pt modelId="{F90DB746-221E-46D8-8650-3FAF00F8E590}" type="pres">
      <dgm:prSet presAssocID="{C547746C-D470-4B73-A6CC-75E98B5094AE}" presName="medCircle2" presStyleLbl="vennNode1" presStyleIdx="2" presStyleCnt="4"/>
      <dgm:spPr/>
    </dgm:pt>
    <dgm:pt modelId="{3171F21C-57DD-42E7-987E-EADF84EDB3BF}" type="pres">
      <dgm:prSet presAssocID="{C547746C-D470-4B73-A6CC-75E98B5094AE}" presName="txLvlOnly1" presStyleLbl="revTx" presStyleIdx="2" presStyleCnt="4"/>
      <dgm:spPr/>
    </dgm:pt>
    <dgm:pt modelId="{E36B9459-3B9D-46DB-8B1C-5402F18AFE9A}" type="pres">
      <dgm:prSet presAssocID="{D5B2454F-42EE-4E57-A1A9-3FF5FA991781}" presName="noChildren" presStyleCnt="0"/>
      <dgm:spPr/>
    </dgm:pt>
    <dgm:pt modelId="{D9A7D386-8FE8-45FD-9A1E-CA1C6443E29E}" type="pres">
      <dgm:prSet presAssocID="{D5B2454F-42EE-4E57-A1A9-3FF5FA991781}" presName="gap" presStyleCnt="0"/>
      <dgm:spPr/>
    </dgm:pt>
    <dgm:pt modelId="{3AF7CD70-79CF-4AB9-8079-9C643AF8B826}" type="pres">
      <dgm:prSet presAssocID="{D5B2454F-42EE-4E57-A1A9-3FF5FA991781}" presName="medCircle2" presStyleLbl="vennNode1" presStyleIdx="3" presStyleCnt="4"/>
      <dgm:spPr/>
    </dgm:pt>
    <dgm:pt modelId="{5EC0D499-CAD2-4E1A-8251-501DBC3DF316}" type="pres">
      <dgm:prSet presAssocID="{D5B2454F-42EE-4E57-A1A9-3FF5FA991781}" presName="txLvlOnly1" presStyleLbl="revTx" presStyleIdx="3" presStyleCnt="4"/>
      <dgm:spPr/>
    </dgm:pt>
  </dgm:ptLst>
  <dgm:cxnLst>
    <dgm:cxn modelId="{AB793D38-771F-49B9-B3AA-4DF736DD91D4}" srcId="{8FAD0D33-BEF5-428F-A4FF-4F73E36AEA52}" destId="{C547746C-D470-4B73-A6CC-75E98B5094AE}" srcOrd="2" destOrd="0" parTransId="{5C48FDB9-8FA0-4340-9C8A-DF5F6E9B1F00}" sibTransId="{B31E2965-4C45-49A1-8767-D1DF5EB7F45D}"/>
    <dgm:cxn modelId="{B1AB5268-3B92-4EA5-8135-A8D5415957D7}" srcId="{8FAD0D33-BEF5-428F-A4FF-4F73E36AEA52}" destId="{33BCAC83-CDA2-426F-8CA8-03E88B08FC29}" srcOrd="1" destOrd="0" parTransId="{55F0C41B-C917-446A-9056-B3BE505062EF}" sibTransId="{0FAA021F-F210-496A-A334-A697AA1A4A47}"/>
    <dgm:cxn modelId="{E24D9C6C-2570-4C33-9523-0FD758C5AF82}" type="presOf" srcId="{D5B2454F-42EE-4E57-A1A9-3FF5FA991781}" destId="{5EC0D499-CAD2-4E1A-8251-501DBC3DF316}" srcOrd="0" destOrd="0" presId="urn:microsoft.com/office/officeart/2008/layout/VerticalCircleList"/>
    <dgm:cxn modelId="{870667BA-77F2-49B1-90E8-58CE08A055DD}" type="presOf" srcId="{33BCAC83-CDA2-426F-8CA8-03E88B08FC29}" destId="{B19B0FCF-7052-4817-81C8-32525B8D8A27}" srcOrd="0" destOrd="0" presId="urn:microsoft.com/office/officeart/2008/layout/VerticalCircleList"/>
    <dgm:cxn modelId="{ADB535C4-E7A0-45BD-9E8D-47664AAC3FB4}" srcId="{8FAD0D33-BEF5-428F-A4FF-4F73E36AEA52}" destId="{D5B2454F-42EE-4E57-A1A9-3FF5FA991781}" srcOrd="3" destOrd="0" parTransId="{4D480902-86D0-4EA1-89B3-0A661CD791E9}" sibTransId="{00C98402-2F9A-4999-B7B0-A9CB0D6C0C43}"/>
    <dgm:cxn modelId="{9BD27FCD-494D-4457-A88E-A5A3A956E1D6}" type="presOf" srcId="{8FAD0D33-BEF5-428F-A4FF-4F73E36AEA52}" destId="{8A52EBF6-3F0C-43AB-8D92-FD554235B044}" srcOrd="0" destOrd="0" presId="urn:microsoft.com/office/officeart/2008/layout/VerticalCircleList"/>
    <dgm:cxn modelId="{E57224D1-5309-44D7-B792-EA465FBF5091}" type="presOf" srcId="{C547746C-D470-4B73-A6CC-75E98B5094AE}" destId="{3171F21C-57DD-42E7-987E-EADF84EDB3BF}" srcOrd="0" destOrd="0" presId="urn:microsoft.com/office/officeart/2008/layout/VerticalCircleList"/>
    <dgm:cxn modelId="{465475D4-52B5-4E96-B53B-F767532B86A2}" type="presOf" srcId="{B206DA63-41C1-491D-A915-D2FCE5C7268A}" destId="{87A19460-0825-4A99-BA7C-4B2D84296AD1}" srcOrd="0" destOrd="0" presId="urn:microsoft.com/office/officeart/2008/layout/VerticalCircleList"/>
    <dgm:cxn modelId="{9B5FCEF2-0547-43D9-BE6F-3906D144E92D}" srcId="{8FAD0D33-BEF5-428F-A4FF-4F73E36AEA52}" destId="{B206DA63-41C1-491D-A915-D2FCE5C7268A}" srcOrd="0" destOrd="0" parTransId="{9F051D51-B014-47D3-B3D8-4CAB4C8937B5}" sibTransId="{B5301F7F-FBAB-423E-A2E0-A1E1A8D2DB43}"/>
    <dgm:cxn modelId="{FED3442D-C93E-4024-9DDC-B5417F94CB2F}" type="presParOf" srcId="{8A52EBF6-3F0C-43AB-8D92-FD554235B044}" destId="{FBB3F382-33D8-444F-B864-B37BBAAF022A}" srcOrd="0" destOrd="0" presId="urn:microsoft.com/office/officeart/2008/layout/VerticalCircleList"/>
    <dgm:cxn modelId="{14144791-0994-4BCC-8466-B77C08A89C63}" type="presParOf" srcId="{FBB3F382-33D8-444F-B864-B37BBAAF022A}" destId="{84AA7BF6-024E-4ADB-BC6E-9B72A1AB7364}" srcOrd="0" destOrd="0" presId="urn:microsoft.com/office/officeart/2008/layout/VerticalCircleList"/>
    <dgm:cxn modelId="{0F2A5F00-B898-42F6-9CBD-ED84E57E1997}" type="presParOf" srcId="{FBB3F382-33D8-444F-B864-B37BBAAF022A}" destId="{DAB2262C-E79A-4E8B-ACBB-342747ED9667}" srcOrd="1" destOrd="0" presId="urn:microsoft.com/office/officeart/2008/layout/VerticalCircleList"/>
    <dgm:cxn modelId="{435028BF-9588-46C7-A828-1DD7F7A01280}" type="presParOf" srcId="{FBB3F382-33D8-444F-B864-B37BBAAF022A}" destId="{87A19460-0825-4A99-BA7C-4B2D84296AD1}" srcOrd="2" destOrd="0" presId="urn:microsoft.com/office/officeart/2008/layout/VerticalCircleList"/>
    <dgm:cxn modelId="{26C2A891-BB48-48F2-BE9B-7A150CE9F600}" type="presParOf" srcId="{8A52EBF6-3F0C-43AB-8D92-FD554235B044}" destId="{B887FD1C-30FE-4053-A0DF-17E1B68986A6}" srcOrd="1" destOrd="0" presId="urn:microsoft.com/office/officeart/2008/layout/VerticalCircleList"/>
    <dgm:cxn modelId="{C61D2A28-A982-432C-BD8D-7C808A9CFA9E}" type="presParOf" srcId="{B887FD1C-30FE-4053-A0DF-17E1B68986A6}" destId="{51F41D52-697B-4034-A155-4694EB3CB6E1}" srcOrd="0" destOrd="0" presId="urn:microsoft.com/office/officeart/2008/layout/VerticalCircleList"/>
    <dgm:cxn modelId="{895FAA9B-E15F-4798-B8E1-39AB6723ECAE}" type="presParOf" srcId="{B887FD1C-30FE-4053-A0DF-17E1B68986A6}" destId="{75C78FF4-601C-41E4-9F7C-AD988FD01FCD}" srcOrd="1" destOrd="0" presId="urn:microsoft.com/office/officeart/2008/layout/VerticalCircleList"/>
    <dgm:cxn modelId="{E3A1136E-EDB9-4D01-A6D5-BF96BE9945DC}" type="presParOf" srcId="{B887FD1C-30FE-4053-A0DF-17E1B68986A6}" destId="{B19B0FCF-7052-4817-81C8-32525B8D8A27}" srcOrd="2" destOrd="0" presId="urn:microsoft.com/office/officeart/2008/layout/VerticalCircleList"/>
    <dgm:cxn modelId="{32AC7E98-577F-4633-8163-D90B7CFD8E22}" type="presParOf" srcId="{8A52EBF6-3F0C-43AB-8D92-FD554235B044}" destId="{14E629D9-6662-42ED-AFFA-84199B188710}" srcOrd="2" destOrd="0" presId="urn:microsoft.com/office/officeart/2008/layout/VerticalCircleList"/>
    <dgm:cxn modelId="{2FAD7D3F-4AAF-4793-A960-B34C01B2A413}" type="presParOf" srcId="{14E629D9-6662-42ED-AFFA-84199B188710}" destId="{03A4A42F-554B-4284-9993-5A7730E9555F}" srcOrd="0" destOrd="0" presId="urn:microsoft.com/office/officeart/2008/layout/VerticalCircleList"/>
    <dgm:cxn modelId="{E4DFC3D8-92FD-459F-BF80-6D6D7393AF89}" type="presParOf" srcId="{14E629D9-6662-42ED-AFFA-84199B188710}" destId="{F90DB746-221E-46D8-8650-3FAF00F8E590}" srcOrd="1" destOrd="0" presId="urn:microsoft.com/office/officeart/2008/layout/VerticalCircleList"/>
    <dgm:cxn modelId="{F1CE8C5A-6F30-45C3-970C-C0B0DB166098}" type="presParOf" srcId="{14E629D9-6662-42ED-AFFA-84199B188710}" destId="{3171F21C-57DD-42E7-987E-EADF84EDB3BF}" srcOrd="2" destOrd="0" presId="urn:microsoft.com/office/officeart/2008/layout/VerticalCircleList"/>
    <dgm:cxn modelId="{3EAC723F-9E9E-4DEF-9B66-A119AE7CF2BF}" type="presParOf" srcId="{8A52EBF6-3F0C-43AB-8D92-FD554235B044}" destId="{E36B9459-3B9D-46DB-8B1C-5402F18AFE9A}" srcOrd="3" destOrd="0" presId="urn:microsoft.com/office/officeart/2008/layout/VerticalCircleList"/>
    <dgm:cxn modelId="{0429C71C-5E31-437D-B357-CC5D49E3383D}" type="presParOf" srcId="{E36B9459-3B9D-46DB-8B1C-5402F18AFE9A}" destId="{D9A7D386-8FE8-45FD-9A1E-CA1C6443E29E}" srcOrd="0" destOrd="0" presId="urn:microsoft.com/office/officeart/2008/layout/VerticalCircleList"/>
    <dgm:cxn modelId="{A0E214D4-4F0A-4A84-A138-947BFA87EC53}" type="presParOf" srcId="{E36B9459-3B9D-46DB-8B1C-5402F18AFE9A}" destId="{3AF7CD70-79CF-4AB9-8079-9C643AF8B826}" srcOrd="1" destOrd="0" presId="urn:microsoft.com/office/officeart/2008/layout/VerticalCircleList"/>
    <dgm:cxn modelId="{4B58E024-5F97-4B33-A9E5-15F941CB39FF}" type="presParOf" srcId="{E36B9459-3B9D-46DB-8B1C-5402F18AFE9A}" destId="{5EC0D499-CAD2-4E1A-8251-501DBC3DF316}" srcOrd="2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A92C2270-40C8-4BB3-A8C5-9933A59CF0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D39BDF3-C7B4-4622-BBCA-05FF4A713B0F}">
      <dgm:prSet/>
      <dgm:spPr/>
      <dgm:t>
        <a:bodyPr/>
        <a:lstStyle/>
        <a:p>
          <a:r>
            <a:rPr lang="uk-UA" b="0" i="0"/>
            <a:t>завершенням Галицької битви.</a:t>
          </a:r>
          <a:endParaRPr lang="uk-UA"/>
        </a:p>
      </dgm:t>
    </dgm:pt>
    <dgm:pt modelId="{276B789D-C959-4A8B-BB69-9E2EE906ABE0}" type="parTrans" cxnId="{CC3C7D95-08E5-4DBA-A27A-9669E396B2C8}">
      <dgm:prSet/>
      <dgm:spPr/>
      <dgm:t>
        <a:bodyPr/>
        <a:lstStyle/>
        <a:p>
          <a:endParaRPr lang="uk-UA"/>
        </a:p>
      </dgm:t>
    </dgm:pt>
    <dgm:pt modelId="{496A68D9-DCD1-4C87-B5AD-307F12947A4D}" type="sibTrans" cxnId="{CC3C7D95-08E5-4DBA-A27A-9669E396B2C8}">
      <dgm:prSet/>
      <dgm:spPr/>
      <dgm:t>
        <a:bodyPr/>
        <a:lstStyle/>
        <a:p>
          <a:endParaRPr lang="uk-UA"/>
        </a:p>
      </dgm:t>
    </dgm:pt>
    <dgm:pt modelId="{081994D6-5932-4CB0-BB2C-E489F4AEED7C}">
      <dgm:prSet/>
      <dgm:spPr/>
      <dgm:t>
        <a:bodyPr/>
        <a:lstStyle/>
        <a:p>
          <a:r>
            <a:rPr lang="uk-UA" b="0" i="0"/>
            <a:t>початком «Листопадового зриву».</a:t>
          </a:r>
          <a:endParaRPr lang="uk-UA"/>
        </a:p>
      </dgm:t>
    </dgm:pt>
    <dgm:pt modelId="{8D8EBD0A-9FC0-4388-839A-75ED0C52DE60}" type="parTrans" cxnId="{46A70A5D-1ED5-4165-9DD2-CC6D3BA510E4}">
      <dgm:prSet/>
      <dgm:spPr/>
      <dgm:t>
        <a:bodyPr/>
        <a:lstStyle/>
        <a:p>
          <a:endParaRPr lang="uk-UA"/>
        </a:p>
      </dgm:t>
    </dgm:pt>
    <dgm:pt modelId="{08D750AC-7048-4224-9A05-049DB2B67FE4}" type="sibTrans" cxnId="{46A70A5D-1ED5-4165-9DD2-CC6D3BA510E4}">
      <dgm:prSet/>
      <dgm:spPr/>
      <dgm:t>
        <a:bodyPr/>
        <a:lstStyle/>
        <a:p>
          <a:endParaRPr lang="uk-UA"/>
        </a:p>
      </dgm:t>
    </dgm:pt>
    <dgm:pt modelId="{01794190-3432-4500-91BE-0B4BBB55E7C6}">
      <dgm:prSet/>
      <dgm:spPr/>
      <dgm:t>
        <a:bodyPr/>
        <a:lstStyle/>
        <a:p>
          <a:r>
            <a:rPr lang="uk-UA" b="0" i="0"/>
            <a:t>здійсненням Чортківської офензиви.</a:t>
          </a:r>
          <a:endParaRPr lang="uk-UA"/>
        </a:p>
      </dgm:t>
    </dgm:pt>
    <dgm:pt modelId="{BE8B021B-226C-46C8-92D5-3B5C4AF73A08}" type="parTrans" cxnId="{4D254DAE-8D8C-4199-8F1E-E335464CB361}">
      <dgm:prSet/>
      <dgm:spPr/>
      <dgm:t>
        <a:bodyPr/>
        <a:lstStyle/>
        <a:p>
          <a:endParaRPr lang="uk-UA"/>
        </a:p>
      </dgm:t>
    </dgm:pt>
    <dgm:pt modelId="{19A55A2F-4130-43D1-8F94-704BD6A6367F}" type="sibTrans" cxnId="{4D254DAE-8D8C-4199-8F1E-E335464CB361}">
      <dgm:prSet/>
      <dgm:spPr/>
      <dgm:t>
        <a:bodyPr/>
        <a:lstStyle/>
        <a:p>
          <a:endParaRPr lang="uk-UA"/>
        </a:p>
      </dgm:t>
    </dgm:pt>
    <dgm:pt modelId="{63BE0324-A01D-4114-88D9-AAE466759DC9}">
      <dgm:prSet/>
      <dgm:spPr/>
      <dgm:t>
        <a:bodyPr/>
        <a:lstStyle/>
        <a:p>
          <a:r>
            <a:rPr lang="uk-UA" b="0" i="0"/>
            <a:t>проведенням Брусиловського прориву.</a:t>
          </a:r>
          <a:endParaRPr lang="uk-UA"/>
        </a:p>
      </dgm:t>
    </dgm:pt>
    <dgm:pt modelId="{91A7ABC5-B935-4C22-B1D1-4A97B8C27DFD}" type="parTrans" cxnId="{DA210EFD-C05B-42AB-9F3D-5FA56E36BCF1}">
      <dgm:prSet/>
      <dgm:spPr/>
      <dgm:t>
        <a:bodyPr/>
        <a:lstStyle/>
        <a:p>
          <a:endParaRPr lang="uk-UA"/>
        </a:p>
      </dgm:t>
    </dgm:pt>
    <dgm:pt modelId="{ABCDE58D-282E-4E17-857E-B2020B7745D4}" type="sibTrans" cxnId="{DA210EFD-C05B-42AB-9F3D-5FA56E36BCF1}">
      <dgm:prSet/>
      <dgm:spPr/>
      <dgm:t>
        <a:bodyPr/>
        <a:lstStyle/>
        <a:p>
          <a:endParaRPr lang="uk-UA"/>
        </a:p>
      </dgm:t>
    </dgm:pt>
    <dgm:pt modelId="{CE8405E0-3B39-4B1D-B17D-BB3D0AADFF97}" type="pres">
      <dgm:prSet presAssocID="{A92C2270-40C8-4BB3-A8C5-9933A59CF0D6}" presName="linear" presStyleCnt="0">
        <dgm:presLayoutVars>
          <dgm:animLvl val="lvl"/>
          <dgm:resizeHandles val="exact"/>
        </dgm:presLayoutVars>
      </dgm:prSet>
      <dgm:spPr/>
    </dgm:pt>
    <dgm:pt modelId="{11656A04-B894-4DDE-A40C-1DE0B355B69F}" type="pres">
      <dgm:prSet presAssocID="{6D39BDF3-C7B4-4622-BBCA-05FF4A713B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8E7E6A1-40B0-4B95-B35C-2425EDC63C48}" type="pres">
      <dgm:prSet presAssocID="{496A68D9-DCD1-4C87-B5AD-307F12947A4D}" presName="spacer" presStyleCnt="0"/>
      <dgm:spPr/>
    </dgm:pt>
    <dgm:pt modelId="{B2F012B9-3076-463B-86E2-F648A3437185}" type="pres">
      <dgm:prSet presAssocID="{081994D6-5932-4CB0-BB2C-E489F4AEED7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0E2A6A-52E7-49DC-BA18-2FE07EE3EA0D}" type="pres">
      <dgm:prSet presAssocID="{08D750AC-7048-4224-9A05-049DB2B67FE4}" presName="spacer" presStyleCnt="0"/>
      <dgm:spPr/>
    </dgm:pt>
    <dgm:pt modelId="{FAC9976C-5EC3-4FD3-9334-B59AF808F4E9}" type="pres">
      <dgm:prSet presAssocID="{01794190-3432-4500-91BE-0B4BBB55E7C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9369B96-AAEC-4DE1-99C2-654A1FFEE6E1}" type="pres">
      <dgm:prSet presAssocID="{19A55A2F-4130-43D1-8F94-704BD6A6367F}" presName="spacer" presStyleCnt="0"/>
      <dgm:spPr/>
    </dgm:pt>
    <dgm:pt modelId="{193E8A6F-C8C5-451B-A794-6BA8F4F1F757}" type="pres">
      <dgm:prSet presAssocID="{63BE0324-A01D-4114-88D9-AAE466759DC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37ED15-7A92-4591-8D33-69288B9D9D4A}" type="presOf" srcId="{6D39BDF3-C7B4-4622-BBCA-05FF4A713B0F}" destId="{11656A04-B894-4DDE-A40C-1DE0B355B69F}" srcOrd="0" destOrd="0" presId="urn:microsoft.com/office/officeart/2005/8/layout/vList2"/>
    <dgm:cxn modelId="{B685AB36-1E73-4B63-AA39-16535056C0BF}" type="presOf" srcId="{01794190-3432-4500-91BE-0B4BBB55E7C6}" destId="{FAC9976C-5EC3-4FD3-9334-B59AF808F4E9}" srcOrd="0" destOrd="0" presId="urn:microsoft.com/office/officeart/2005/8/layout/vList2"/>
    <dgm:cxn modelId="{46A70A5D-1ED5-4165-9DD2-CC6D3BA510E4}" srcId="{A92C2270-40C8-4BB3-A8C5-9933A59CF0D6}" destId="{081994D6-5932-4CB0-BB2C-E489F4AEED7C}" srcOrd="1" destOrd="0" parTransId="{8D8EBD0A-9FC0-4388-839A-75ED0C52DE60}" sibTransId="{08D750AC-7048-4224-9A05-049DB2B67FE4}"/>
    <dgm:cxn modelId="{D90F8F79-4A4D-4872-BBAB-A7F58CE44A06}" type="presOf" srcId="{63BE0324-A01D-4114-88D9-AAE466759DC9}" destId="{193E8A6F-C8C5-451B-A794-6BA8F4F1F757}" srcOrd="0" destOrd="0" presId="urn:microsoft.com/office/officeart/2005/8/layout/vList2"/>
    <dgm:cxn modelId="{4060BA88-4356-4E5A-A6FC-18E67E052581}" type="presOf" srcId="{081994D6-5932-4CB0-BB2C-E489F4AEED7C}" destId="{B2F012B9-3076-463B-86E2-F648A3437185}" srcOrd="0" destOrd="0" presId="urn:microsoft.com/office/officeart/2005/8/layout/vList2"/>
    <dgm:cxn modelId="{CC3C7D95-08E5-4DBA-A27A-9669E396B2C8}" srcId="{A92C2270-40C8-4BB3-A8C5-9933A59CF0D6}" destId="{6D39BDF3-C7B4-4622-BBCA-05FF4A713B0F}" srcOrd="0" destOrd="0" parTransId="{276B789D-C959-4A8B-BB69-9E2EE906ABE0}" sibTransId="{496A68D9-DCD1-4C87-B5AD-307F12947A4D}"/>
    <dgm:cxn modelId="{4D254DAE-8D8C-4199-8F1E-E335464CB361}" srcId="{A92C2270-40C8-4BB3-A8C5-9933A59CF0D6}" destId="{01794190-3432-4500-91BE-0B4BBB55E7C6}" srcOrd="2" destOrd="0" parTransId="{BE8B021B-226C-46C8-92D5-3B5C4AF73A08}" sibTransId="{19A55A2F-4130-43D1-8F94-704BD6A6367F}"/>
    <dgm:cxn modelId="{F510DFD9-08B2-408F-8928-03DD4857B4CB}" type="presOf" srcId="{A92C2270-40C8-4BB3-A8C5-9933A59CF0D6}" destId="{CE8405E0-3B39-4B1D-B17D-BB3D0AADFF97}" srcOrd="0" destOrd="0" presId="urn:microsoft.com/office/officeart/2005/8/layout/vList2"/>
    <dgm:cxn modelId="{DA210EFD-C05B-42AB-9F3D-5FA56E36BCF1}" srcId="{A92C2270-40C8-4BB3-A8C5-9933A59CF0D6}" destId="{63BE0324-A01D-4114-88D9-AAE466759DC9}" srcOrd="3" destOrd="0" parTransId="{91A7ABC5-B935-4C22-B1D1-4A97B8C27DFD}" sibTransId="{ABCDE58D-282E-4E17-857E-B2020B7745D4}"/>
    <dgm:cxn modelId="{43EAE14C-4367-4F09-99D1-7479E614AE7D}" type="presParOf" srcId="{CE8405E0-3B39-4B1D-B17D-BB3D0AADFF97}" destId="{11656A04-B894-4DDE-A40C-1DE0B355B69F}" srcOrd="0" destOrd="0" presId="urn:microsoft.com/office/officeart/2005/8/layout/vList2"/>
    <dgm:cxn modelId="{74D050D7-A2BF-4F40-B235-D9320B8ABB19}" type="presParOf" srcId="{CE8405E0-3B39-4B1D-B17D-BB3D0AADFF97}" destId="{88E7E6A1-40B0-4B95-B35C-2425EDC63C48}" srcOrd="1" destOrd="0" presId="urn:microsoft.com/office/officeart/2005/8/layout/vList2"/>
    <dgm:cxn modelId="{DC5B0F07-FA93-42B7-BC09-7A5C3843121D}" type="presParOf" srcId="{CE8405E0-3B39-4B1D-B17D-BB3D0AADFF97}" destId="{B2F012B9-3076-463B-86E2-F648A3437185}" srcOrd="2" destOrd="0" presId="urn:microsoft.com/office/officeart/2005/8/layout/vList2"/>
    <dgm:cxn modelId="{4B0B101A-C82A-48CD-A44F-050BA3C70366}" type="presParOf" srcId="{CE8405E0-3B39-4B1D-B17D-BB3D0AADFF97}" destId="{A30E2A6A-52E7-49DC-BA18-2FE07EE3EA0D}" srcOrd="3" destOrd="0" presId="urn:microsoft.com/office/officeart/2005/8/layout/vList2"/>
    <dgm:cxn modelId="{8B52CC5F-0D41-47B2-8A19-2FCC86ED0170}" type="presParOf" srcId="{CE8405E0-3B39-4B1D-B17D-BB3D0AADFF97}" destId="{FAC9976C-5EC3-4FD3-9334-B59AF808F4E9}" srcOrd="4" destOrd="0" presId="urn:microsoft.com/office/officeart/2005/8/layout/vList2"/>
    <dgm:cxn modelId="{4FC35EA3-A1C0-4DC0-A3A7-BBE268379FB7}" type="presParOf" srcId="{CE8405E0-3B39-4B1D-B17D-BB3D0AADFF97}" destId="{29369B96-AAEC-4DE1-99C2-654A1FFEE6E1}" srcOrd="5" destOrd="0" presId="urn:microsoft.com/office/officeart/2005/8/layout/vList2"/>
    <dgm:cxn modelId="{B14E8FC0-D188-4B35-B9BB-99EED8F84209}" type="presParOf" srcId="{CE8405E0-3B39-4B1D-B17D-BB3D0AADFF97}" destId="{193E8A6F-C8C5-451B-A794-6BA8F4F1F75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1AA5BBAB-3C4D-42A6-8406-43F1E9DE9D7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B933F71-D83E-4F15-8BF4-4842730114F9}">
      <dgm:prSet/>
      <dgm:spPr/>
      <dgm:t>
        <a:bodyPr/>
        <a:lstStyle/>
        <a:p>
          <a:r>
            <a:rPr lang="ru-RU" b="0" i="0"/>
            <a:t>виступала за нейтралітет українців у війні.</a:t>
          </a:r>
          <a:endParaRPr lang="uk-UA"/>
        </a:p>
      </dgm:t>
    </dgm:pt>
    <dgm:pt modelId="{B388D5FB-B88A-450F-B364-BCAC7B8CB565}" type="parTrans" cxnId="{4217FFC4-2951-4115-83D9-EB27BD869CA3}">
      <dgm:prSet/>
      <dgm:spPr/>
      <dgm:t>
        <a:bodyPr/>
        <a:lstStyle/>
        <a:p>
          <a:endParaRPr lang="uk-UA"/>
        </a:p>
      </dgm:t>
    </dgm:pt>
    <dgm:pt modelId="{118E6959-F578-4D28-BAF0-CF94F69B8437}" type="sibTrans" cxnId="{4217FFC4-2951-4115-83D9-EB27BD869CA3}">
      <dgm:prSet/>
      <dgm:spPr/>
      <dgm:t>
        <a:bodyPr/>
        <a:lstStyle/>
        <a:p>
          <a:endParaRPr lang="uk-UA"/>
        </a:p>
      </dgm:t>
    </dgm:pt>
    <dgm:pt modelId="{4A1E62CF-B958-43FB-B5B4-5462D6C80468}">
      <dgm:prSet/>
      <dgm:spPr/>
      <dgm:t>
        <a:bodyPr/>
        <a:lstStyle/>
        <a:p>
          <a:r>
            <a:rPr lang="ru-RU" b="0" i="0"/>
            <a:t>була прихильною до влади Австро-Угорщини.</a:t>
          </a:r>
          <a:endParaRPr lang="uk-UA"/>
        </a:p>
      </dgm:t>
    </dgm:pt>
    <dgm:pt modelId="{EF329119-04E5-4C62-94DE-7214E6E3281A}" type="parTrans" cxnId="{D2EF3FE6-34F6-4BE3-BAC5-293543F548A5}">
      <dgm:prSet/>
      <dgm:spPr/>
      <dgm:t>
        <a:bodyPr/>
        <a:lstStyle/>
        <a:p>
          <a:endParaRPr lang="uk-UA"/>
        </a:p>
      </dgm:t>
    </dgm:pt>
    <dgm:pt modelId="{E370371C-DA48-4B08-9525-6E6CE7EAADCE}" type="sibTrans" cxnId="{D2EF3FE6-34F6-4BE3-BAC5-293543F548A5}">
      <dgm:prSet/>
      <dgm:spPr/>
      <dgm:t>
        <a:bodyPr/>
        <a:lstStyle/>
        <a:p>
          <a:endParaRPr lang="uk-UA"/>
        </a:p>
      </dgm:t>
    </dgm:pt>
    <dgm:pt modelId="{51552533-6333-4975-843E-F4897D227DD2}">
      <dgm:prSet/>
      <dgm:spPr/>
      <dgm:t>
        <a:bodyPr/>
        <a:lstStyle/>
        <a:p>
          <a:r>
            <a:rPr lang="ru-RU" b="0" i="0"/>
            <a:t>вимагала негайного проголошення незалежності України.</a:t>
          </a:r>
          <a:endParaRPr lang="uk-UA"/>
        </a:p>
      </dgm:t>
    </dgm:pt>
    <dgm:pt modelId="{8E095305-B1B8-4C45-B7C2-FD2F3B88FE59}" type="parTrans" cxnId="{354FF431-05B3-4E30-960F-A4B2B3C13722}">
      <dgm:prSet/>
      <dgm:spPr/>
      <dgm:t>
        <a:bodyPr/>
        <a:lstStyle/>
        <a:p>
          <a:endParaRPr lang="uk-UA"/>
        </a:p>
      </dgm:t>
    </dgm:pt>
    <dgm:pt modelId="{C260B698-B6F6-49FB-97BB-C4491AABDECD}" type="sibTrans" cxnId="{354FF431-05B3-4E30-960F-A4B2B3C13722}">
      <dgm:prSet/>
      <dgm:spPr/>
      <dgm:t>
        <a:bodyPr/>
        <a:lstStyle/>
        <a:p>
          <a:endParaRPr lang="uk-UA"/>
        </a:p>
      </dgm:t>
    </dgm:pt>
    <dgm:pt modelId="{5BB364F8-D153-45CB-A1A6-315B3FB27B3D}">
      <dgm:prSet/>
      <dgm:spPr/>
      <dgm:t>
        <a:bodyPr/>
        <a:lstStyle/>
        <a:p>
          <a:r>
            <a:rPr lang="ru-RU" b="0" i="0"/>
            <a:t>підтримувала політику Росії на західноукраїнських землях.</a:t>
          </a:r>
          <a:endParaRPr lang="uk-UA"/>
        </a:p>
      </dgm:t>
    </dgm:pt>
    <dgm:pt modelId="{CF8DC178-9AB4-4824-B52F-EEE620CEBBB9}" type="parTrans" cxnId="{E7BB9859-8883-47C0-BCD6-CF1D3CB08616}">
      <dgm:prSet/>
      <dgm:spPr/>
      <dgm:t>
        <a:bodyPr/>
        <a:lstStyle/>
        <a:p>
          <a:endParaRPr lang="uk-UA"/>
        </a:p>
      </dgm:t>
    </dgm:pt>
    <dgm:pt modelId="{9497697C-D813-436D-B579-ACC18DDE3021}" type="sibTrans" cxnId="{E7BB9859-8883-47C0-BCD6-CF1D3CB08616}">
      <dgm:prSet/>
      <dgm:spPr/>
      <dgm:t>
        <a:bodyPr/>
        <a:lstStyle/>
        <a:p>
          <a:endParaRPr lang="uk-UA"/>
        </a:p>
      </dgm:t>
    </dgm:pt>
    <dgm:pt modelId="{339044CA-28C2-4097-883E-2DAA70628816}" type="pres">
      <dgm:prSet presAssocID="{1AA5BBAB-3C4D-42A6-8406-43F1E9DE9D79}" presName="Name0" presStyleCnt="0">
        <dgm:presLayoutVars>
          <dgm:chMax val="7"/>
          <dgm:chPref val="7"/>
          <dgm:dir/>
        </dgm:presLayoutVars>
      </dgm:prSet>
      <dgm:spPr/>
    </dgm:pt>
    <dgm:pt modelId="{335F9CCB-ADFE-4783-873F-51E6C422FC59}" type="pres">
      <dgm:prSet presAssocID="{1AA5BBAB-3C4D-42A6-8406-43F1E9DE9D79}" presName="Name1" presStyleCnt="0"/>
      <dgm:spPr/>
    </dgm:pt>
    <dgm:pt modelId="{411C0812-4757-4A04-9E94-43FC1E2926F6}" type="pres">
      <dgm:prSet presAssocID="{1AA5BBAB-3C4D-42A6-8406-43F1E9DE9D79}" presName="cycle" presStyleCnt="0"/>
      <dgm:spPr/>
    </dgm:pt>
    <dgm:pt modelId="{B1FE1FAF-5D25-463E-B546-1D6B71BBDA89}" type="pres">
      <dgm:prSet presAssocID="{1AA5BBAB-3C4D-42A6-8406-43F1E9DE9D79}" presName="srcNode" presStyleLbl="node1" presStyleIdx="0" presStyleCnt="4"/>
      <dgm:spPr/>
    </dgm:pt>
    <dgm:pt modelId="{BFAA23B8-FCFD-4BC3-A166-4060C68BFF7F}" type="pres">
      <dgm:prSet presAssocID="{1AA5BBAB-3C4D-42A6-8406-43F1E9DE9D79}" presName="conn" presStyleLbl="parChTrans1D2" presStyleIdx="0" presStyleCnt="1"/>
      <dgm:spPr/>
    </dgm:pt>
    <dgm:pt modelId="{D854D042-595E-4F1B-A89E-6C051CA301C8}" type="pres">
      <dgm:prSet presAssocID="{1AA5BBAB-3C4D-42A6-8406-43F1E9DE9D79}" presName="extraNode" presStyleLbl="node1" presStyleIdx="0" presStyleCnt="4"/>
      <dgm:spPr/>
    </dgm:pt>
    <dgm:pt modelId="{B8348929-2008-45E3-A889-9ACCB0BB9214}" type="pres">
      <dgm:prSet presAssocID="{1AA5BBAB-3C4D-42A6-8406-43F1E9DE9D79}" presName="dstNode" presStyleLbl="node1" presStyleIdx="0" presStyleCnt="4"/>
      <dgm:spPr/>
    </dgm:pt>
    <dgm:pt modelId="{D5B0C5CC-85AC-4E65-AC31-349216C3AA70}" type="pres">
      <dgm:prSet presAssocID="{0B933F71-D83E-4F15-8BF4-4842730114F9}" presName="text_1" presStyleLbl="node1" presStyleIdx="0" presStyleCnt="4">
        <dgm:presLayoutVars>
          <dgm:bulletEnabled val="1"/>
        </dgm:presLayoutVars>
      </dgm:prSet>
      <dgm:spPr/>
    </dgm:pt>
    <dgm:pt modelId="{BAD8934C-61FB-47D4-8FAA-A30442A1D0ED}" type="pres">
      <dgm:prSet presAssocID="{0B933F71-D83E-4F15-8BF4-4842730114F9}" presName="accent_1" presStyleCnt="0"/>
      <dgm:spPr/>
    </dgm:pt>
    <dgm:pt modelId="{DDEE20A1-8DFA-4950-B1A1-D2E5BB6811A5}" type="pres">
      <dgm:prSet presAssocID="{0B933F71-D83E-4F15-8BF4-4842730114F9}" presName="accentRepeatNode" presStyleLbl="solidFgAcc1" presStyleIdx="0" presStyleCnt="4"/>
      <dgm:spPr/>
    </dgm:pt>
    <dgm:pt modelId="{A323CE5B-334D-4A6E-818F-F85FF41E8A50}" type="pres">
      <dgm:prSet presAssocID="{4A1E62CF-B958-43FB-B5B4-5462D6C80468}" presName="text_2" presStyleLbl="node1" presStyleIdx="1" presStyleCnt="4">
        <dgm:presLayoutVars>
          <dgm:bulletEnabled val="1"/>
        </dgm:presLayoutVars>
      </dgm:prSet>
      <dgm:spPr/>
    </dgm:pt>
    <dgm:pt modelId="{EC34F919-6F06-403F-95DC-13E39438B9F2}" type="pres">
      <dgm:prSet presAssocID="{4A1E62CF-B958-43FB-B5B4-5462D6C80468}" presName="accent_2" presStyleCnt="0"/>
      <dgm:spPr/>
    </dgm:pt>
    <dgm:pt modelId="{4F96ADFE-1782-4778-8AC9-73A7217D3E76}" type="pres">
      <dgm:prSet presAssocID="{4A1E62CF-B958-43FB-B5B4-5462D6C80468}" presName="accentRepeatNode" presStyleLbl="solidFgAcc1" presStyleIdx="1" presStyleCnt="4"/>
      <dgm:spPr/>
    </dgm:pt>
    <dgm:pt modelId="{D749EF08-232A-42B3-8B65-D69DC7C2DB92}" type="pres">
      <dgm:prSet presAssocID="{51552533-6333-4975-843E-F4897D227DD2}" presName="text_3" presStyleLbl="node1" presStyleIdx="2" presStyleCnt="4">
        <dgm:presLayoutVars>
          <dgm:bulletEnabled val="1"/>
        </dgm:presLayoutVars>
      </dgm:prSet>
      <dgm:spPr/>
    </dgm:pt>
    <dgm:pt modelId="{F17A42B0-0FE8-46BE-9833-00FA0261044C}" type="pres">
      <dgm:prSet presAssocID="{51552533-6333-4975-843E-F4897D227DD2}" presName="accent_3" presStyleCnt="0"/>
      <dgm:spPr/>
    </dgm:pt>
    <dgm:pt modelId="{3737754C-5503-46BE-A72C-C7B66FAD2BEA}" type="pres">
      <dgm:prSet presAssocID="{51552533-6333-4975-843E-F4897D227DD2}" presName="accentRepeatNode" presStyleLbl="solidFgAcc1" presStyleIdx="2" presStyleCnt="4"/>
      <dgm:spPr/>
    </dgm:pt>
    <dgm:pt modelId="{AE2B8F40-87DC-4845-A3FA-797AE24C6F8E}" type="pres">
      <dgm:prSet presAssocID="{5BB364F8-D153-45CB-A1A6-315B3FB27B3D}" presName="text_4" presStyleLbl="node1" presStyleIdx="3" presStyleCnt="4">
        <dgm:presLayoutVars>
          <dgm:bulletEnabled val="1"/>
        </dgm:presLayoutVars>
      </dgm:prSet>
      <dgm:spPr/>
    </dgm:pt>
    <dgm:pt modelId="{41AFA0E2-B883-4449-B563-6CCECA43A311}" type="pres">
      <dgm:prSet presAssocID="{5BB364F8-D153-45CB-A1A6-315B3FB27B3D}" presName="accent_4" presStyleCnt="0"/>
      <dgm:spPr/>
    </dgm:pt>
    <dgm:pt modelId="{E2B1A1F4-AF83-4D42-8711-CEADBE19C253}" type="pres">
      <dgm:prSet presAssocID="{5BB364F8-D153-45CB-A1A6-315B3FB27B3D}" presName="accentRepeatNode" presStyleLbl="solidFgAcc1" presStyleIdx="3" presStyleCnt="4"/>
      <dgm:spPr/>
    </dgm:pt>
  </dgm:ptLst>
  <dgm:cxnLst>
    <dgm:cxn modelId="{8B44A609-1E4C-42DB-9CF7-EE86D1DAD1C1}" type="presOf" srcId="{0B933F71-D83E-4F15-8BF4-4842730114F9}" destId="{D5B0C5CC-85AC-4E65-AC31-349216C3AA70}" srcOrd="0" destOrd="0" presId="urn:microsoft.com/office/officeart/2008/layout/VerticalCurvedList"/>
    <dgm:cxn modelId="{9D058311-AB6B-45F9-A08A-0FC7166AD22C}" type="presOf" srcId="{118E6959-F578-4D28-BAF0-CF94F69B8437}" destId="{BFAA23B8-FCFD-4BC3-A166-4060C68BFF7F}" srcOrd="0" destOrd="0" presId="urn:microsoft.com/office/officeart/2008/layout/VerticalCurvedList"/>
    <dgm:cxn modelId="{354FF431-05B3-4E30-960F-A4B2B3C13722}" srcId="{1AA5BBAB-3C4D-42A6-8406-43F1E9DE9D79}" destId="{51552533-6333-4975-843E-F4897D227DD2}" srcOrd="2" destOrd="0" parTransId="{8E095305-B1B8-4C45-B7C2-FD2F3B88FE59}" sibTransId="{C260B698-B6F6-49FB-97BB-C4491AABDECD}"/>
    <dgm:cxn modelId="{E7BB9859-8883-47C0-BCD6-CF1D3CB08616}" srcId="{1AA5BBAB-3C4D-42A6-8406-43F1E9DE9D79}" destId="{5BB364F8-D153-45CB-A1A6-315B3FB27B3D}" srcOrd="3" destOrd="0" parTransId="{CF8DC178-9AB4-4824-B52F-EEE620CEBBB9}" sibTransId="{9497697C-D813-436D-B579-ACC18DDE3021}"/>
    <dgm:cxn modelId="{397FE0A5-3236-4003-B60D-AA5260BD4BC6}" type="presOf" srcId="{1AA5BBAB-3C4D-42A6-8406-43F1E9DE9D79}" destId="{339044CA-28C2-4097-883E-2DAA70628816}" srcOrd="0" destOrd="0" presId="urn:microsoft.com/office/officeart/2008/layout/VerticalCurvedList"/>
    <dgm:cxn modelId="{4217FFC4-2951-4115-83D9-EB27BD869CA3}" srcId="{1AA5BBAB-3C4D-42A6-8406-43F1E9DE9D79}" destId="{0B933F71-D83E-4F15-8BF4-4842730114F9}" srcOrd="0" destOrd="0" parTransId="{B388D5FB-B88A-450F-B364-BCAC7B8CB565}" sibTransId="{118E6959-F578-4D28-BAF0-CF94F69B8437}"/>
    <dgm:cxn modelId="{B7A80CC5-BA86-4868-916B-80E70D7BB2FC}" type="presOf" srcId="{4A1E62CF-B958-43FB-B5B4-5462D6C80468}" destId="{A323CE5B-334D-4A6E-818F-F85FF41E8A50}" srcOrd="0" destOrd="0" presId="urn:microsoft.com/office/officeart/2008/layout/VerticalCurvedList"/>
    <dgm:cxn modelId="{76F46FCA-4611-4B4F-97F6-49C5E995AE91}" type="presOf" srcId="{5BB364F8-D153-45CB-A1A6-315B3FB27B3D}" destId="{AE2B8F40-87DC-4845-A3FA-797AE24C6F8E}" srcOrd="0" destOrd="0" presId="urn:microsoft.com/office/officeart/2008/layout/VerticalCurvedList"/>
    <dgm:cxn modelId="{5A54DADB-16A6-4A60-91C6-F08374E90780}" type="presOf" srcId="{51552533-6333-4975-843E-F4897D227DD2}" destId="{D749EF08-232A-42B3-8B65-D69DC7C2DB92}" srcOrd="0" destOrd="0" presId="urn:microsoft.com/office/officeart/2008/layout/VerticalCurvedList"/>
    <dgm:cxn modelId="{D2EF3FE6-34F6-4BE3-BAC5-293543F548A5}" srcId="{1AA5BBAB-3C4D-42A6-8406-43F1E9DE9D79}" destId="{4A1E62CF-B958-43FB-B5B4-5462D6C80468}" srcOrd="1" destOrd="0" parTransId="{EF329119-04E5-4C62-94DE-7214E6E3281A}" sibTransId="{E370371C-DA48-4B08-9525-6E6CE7EAADCE}"/>
    <dgm:cxn modelId="{D4DF88CC-62E9-42C9-8853-A4EF8A98AABD}" type="presParOf" srcId="{339044CA-28C2-4097-883E-2DAA70628816}" destId="{335F9CCB-ADFE-4783-873F-51E6C422FC59}" srcOrd="0" destOrd="0" presId="urn:microsoft.com/office/officeart/2008/layout/VerticalCurvedList"/>
    <dgm:cxn modelId="{72D35805-9214-4ADB-84B5-438C43E6F5C6}" type="presParOf" srcId="{335F9CCB-ADFE-4783-873F-51E6C422FC59}" destId="{411C0812-4757-4A04-9E94-43FC1E2926F6}" srcOrd="0" destOrd="0" presId="urn:microsoft.com/office/officeart/2008/layout/VerticalCurvedList"/>
    <dgm:cxn modelId="{B0D95F95-6379-420B-8645-C095451076A2}" type="presParOf" srcId="{411C0812-4757-4A04-9E94-43FC1E2926F6}" destId="{B1FE1FAF-5D25-463E-B546-1D6B71BBDA89}" srcOrd="0" destOrd="0" presId="urn:microsoft.com/office/officeart/2008/layout/VerticalCurvedList"/>
    <dgm:cxn modelId="{0BD355C2-E3CB-4936-A576-59542E6701EB}" type="presParOf" srcId="{411C0812-4757-4A04-9E94-43FC1E2926F6}" destId="{BFAA23B8-FCFD-4BC3-A166-4060C68BFF7F}" srcOrd="1" destOrd="0" presId="urn:microsoft.com/office/officeart/2008/layout/VerticalCurvedList"/>
    <dgm:cxn modelId="{E6DB0615-665B-4D07-9188-8C47B830E982}" type="presParOf" srcId="{411C0812-4757-4A04-9E94-43FC1E2926F6}" destId="{D854D042-595E-4F1B-A89E-6C051CA301C8}" srcOrd="2" destOrd="0" presId="urn:microsoft.com/office/officeart/2008/layout/VerticalCurvedList"/>
    <dgm:cxn modelId="{787AAC8B-86EB-42B1-936D-B121155F7385}" type="presParOf" srcId="{411C0812-4757-4A04-9E94-43FC1E2926F6}" destId="{B8348929-2008-45E3-A889-9ACCB0BB9214}" srcOrd="3" destOrd="0" presId="urn:microsoft.com/office/officeart/2008/layout/VerticalCurvedList"/>
    <dgm:cxn modelId="{7713FB2B-60C3-456F-B7E9-D1FE06002223}" type="presParOf" srcId="{335F9CCB-ADFE-4783-873F-51E6C422FC59}" destId="{D5B0C5CC-85AC-4E65-AC31-349216C3AA70}" srcOrd="1" destOrd="0" presId="urn:microsoft.com/office/officeart/2008/layout/VerticalCurvedList"/>
    <dgm:cxn modelId="{0D608206-6AD3-46FD-962D-5931FF7153C8}" type="presParOf" srcId="{335F9CCB-ADFE-4783-873F-51E6C422FC59}" destId="{BAD8934C-61FB-47D4-8FAA-A30442A1D0ED}" srcOrd="2" destOrd="0" presId="urn:microsoft.com/office/officeart/2008/layout/VerticalCurvedList"/>
    <dgm:cxn modelId="{E9AE6FFB-F92A-49B0-98F7-48DE50956E7F}" type="presParOf" srcId="{BAD8934C-61FB-47D4-8FAA-A30442A1D0ED}" destId="{DDEE20A1-8DFA-4950-B1A1-D2E5BB6811A5}" srcOrd="0" destOrd="0" presId="urn:microsoft.com/office/officeart/2008/layout/VerticalCurvedList"/>
    <dgm:cxn modelId="{AE416B1A-5CBF-447D-B283-A0870BDEEEAA}" type="presParOf" srcId="{335F9CCB-ADFE-4783-873F-51E6C422FC59}" destId="{A323CE5B-334D-4A6E-818F-F85FF41E8A50}" srcOrd="3" destOrd="0" presId="urn:microsoft.com/office/officeart/2008/layout/VerticalCurvedList"/>
    <dgm:cxn modelId="{8CD47A90-13FF-4FD0-A1A9-403B1C30C6A8}" type="presParOf" srcId="{335F9CCB-ADFE-4783-873F-51E6C422FC59}" destId="{EC34F919-6F06-403F-95DC-13E39438B9F2}" srcOrd="4" destOrd="0" presId="urn:microsoft.com/office/officeart/2008/layout/VerticalCurvedList"/>
    <dgm:cxn modelId="{52AD8D0E-EBFB-4EC1-A293-A55ED229CCC7}" type="presParOf" srcId="{EC34F919-6F06-403F-95DC-13E39438B9F2}" destId="{4F96ADFE-1782-4778-8AC9-73A7217D3E76}" srcOrd="0" destOrd="0" presId="urn:microsoft.com/office/officeart/2008/layout/VerticalCurvedList"/>
    <dgm:cxn modelId="{28BE1E81-970D-4937-AB98-DED52D1A5003}" type="presParOf" srcId="{335F9CCB-ADFE-4783-873F-51E6C422FC59}" destId="{D749EF08-232A-42B3-8B65-D69DC7C2DB92}" srcOrd="5" destOrd="0" presId="urn:microsoft.com/office/officeart/2008/layout/VerticalCurvedList"/>
    <dgm:cxn modelId="{D9339ABC-A6B3-4E77-835D-9D8874B3D022}" type="presParOf" srcId="{335F9CCB-ADFE-4783-873F-51E6C422FC59}" destId="{F17A42B0-0FE8-46BE-9833-00FA0261044C}" srcOrd="6" destOrd="0" presId="urn:microsoft.com/office/officeart/2008/layout/VerticalCurvedList"/>
    <dgm:cxn modelId="{C790D2ED-7DDB-48C2-8BE0-A770AB01AD5D}" type="presParOf" srcId="{F17A42B0-0FE8-46BE-9833-00FA0261044C}" destId="{3737754C-5503-46BE-A72C-C7B66FAD2BEA}" srcOrd="0" destOrd="0" presId="urn:microsoft.com/office/officeart/2008/layout/VerticalCurvedList"/>
    <dgm:cxn modelId="{0B6ADA57-BB9D-4CA9-824E-6FF7D468B5DF}" type="presParOf" srcId="{335F9CCB-ADFE-4783-873F-51E6C422FC59}" destId="{AE2B8F40-87DC-4845-A3FA-797AE24C6F8E}" srcOrd="7" destOrd="0" presId="urn:microsoft.com/office/officeart/2008/layout/VerticalCurvedList"/>
    <dgm:cxn modelId="{D394CADA-4F09-47EB-8CDB-965BE4138D6F}" type="presParOf" srcId="{335F9CCB-ADFE-4783-873F-51E6C422FC59}" destId="{41AFA0E2-B883-4449-B563-6CCECA43A311}" srcOrd="8" destOrd="0" presId="urn:microsoft.com/office/officeart/2008/layout/VerticalCurvedList"/>
    <dgm:cxn modelId="{4C3D40A5-D5B2-483B-9039-9BA3C2D56202}" type="presParOf" srcId="{41AFA0E2-B883-4449-B563-6CCECA43A311}" destId="{E2B1A1F4-AF83-4D42-8711-CEADBE19C25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2133D6B3-9DCB-4819-AB92-306FDDDCE3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C88288-71EC-40B4-B759-CCD56928C7BA}">
      <dgm:prSet/>
      <dgm:spPr/>
      <dgm:t>
        <a:bodyPr/>
        <a:lstStyle/>
        <a:p>
          <a:r>
            <a:rPr lang="uk-UA" b="0" i="0"/>
            <a:t>підтримати Троїстий союз, «...бо ідучи війною, Росія грозить загином українському життю, яке знайшло охорону в австрійській державі».</a:t>
          </a:r>
          <a:endParaRPr lang="uk-UA"/>
        </a:p>
      </dgm:t>
    </dgm:pt>
    <dgm:pt modelId="{8B030A5F-A753-425A-82DE-5F5C8429E409}" type="parTrans" cxnId="{AB908070-4D85-4D40-BC23-9C6FA521F6D8}">
      <dgm:prSet/>
      <dgm:spPr/>
      <dgm:t>
        <a:bodyPr/>
        <a:lstStyle/>
        <a:p>
          <a:endParaRPr lang="uk-UA"/>
        </a:p>
      </dgm:t>
    </dgm:pt>
    <dgm:pt modelId="{6FA755F8-486F-4407-92C4-2A0312652ACD}" type="sibTrans" cxnId="{AB908070-4D85-4D40-BC23-9C6FA521F6D8}">
      <dgm:prSet/>
      <dgm:spPr/>
      <dgm:t>
        <a:bodyPr/>
        <a:lstStyle/>
        <a:p>
          <a:endParaRPr lang="uk-UA"/>
        </a:p>
      </dgm:t>
    </dgm:pt>
    <dgm:pt modelId="{C765C9CB-815C-46FD-88D4-1D759697A162}">
      <dgm:prSet/>
      <dgm:spPr/>
      <dgm:t>
        <a:bodyPr/>
        <a:lstStyle/>
        <a:p>
          <a:r>
            <a:rPr lang="uk-UA" b="0" i="0"/>
            <a:t>бути нейтральними, тому що жодна з воюючих сторін «...не може викликати співчуття ні цілями, ні способами боротьби».</a:t>
          </a:r>
          <a:endParaRPr lang="uk-UA"/>
        </a:p>
      </dgm:t>
    </dgm:pt>
    <dgm:pt modelId="{26D1D306-20C3-4E28-979A-5706A958CC05}" type="parTrans" cxnId="{C4FFB68E-606B-4125-B3CF-E2BF4E63DF13}">
      <dgm:prSet/>
      <dgm:spPr/>
      <dgm:t>
        <a:bodyPr/>
        <a:lstStyle/>
        <a:p>
          <a:endParaRPr lang="uk-UA"/>
        </a:p>
      </dgm:t>
    </dgm:pt>
    <dgm:pt modelId="{48D9F2DE-39F3-412E-AE7F-79F243600E58}" type="sibTrans" cxnId="{C4FFB68E-606B-4125-B3CF-E2BF4E63DF13}">
      <dgm:prSet/>
      <dgm:spPr/>
      <dgm:t>
        <a:bodyPr/>
        <a:lstStyle/>
        <a:p>
          <a:endParaRPr lang="uk-UA"/>
        </a:p>
      </dgm:t>
    </dgm:pt>
    <dgm:pt modelId="{E4197ACF-A53F-4F5B-B146-682B4C79D3E5}" type="pres">
      <dgm:prSet presAssocID="{2133D6B3-9DCB-4819-AB92-306FDDDCE36F}" presName="linear" presStyleCnt="0">
        <dgm:presLayoutVars>
          <dgm:animLvl val="lvl"/>
          <dgm:resizeHandles val="exact"/>
        </dgm:presLayoutVars>
      </dgm:prSet>
      <dgm:spPr/>
    </dgm:pt>
    <dgm:pt modelId="{FFD19AC5-15DD-45AB-A7C6-D8566E18DA03}" type="pres">
      <dgm:prSet presAssocID="{30C88288-71EC-40B4-B759-CCD56928C7B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83C8BF-EA9E-423A-8F6D-17A99665DC02}" type="pres">
      <dgm:prSet presAssocID="{6FA755F8-486F-4407-92C4-2A0312652ACD}" presName="spacer" presStyleCnt="0"/>
      <dgm:spPr/>
    </dgm:pt>
    <dgm:pt modelId="{3EE88C84-A783-4242-8E73-23CA551D4F30}" type="pres">
      <dgm:prSet presAssocID="{C765C9CB-815C-46FD-88D4-1D759697A16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B908070-4D85-4D40-BC23-9C6FA521F6D8}" srcId="{2133D6B3-9DCB-4819-AB92-306FDDDCE36F}" destId="{30C88288-71EC-40B4-B759-CCD56928C7BA}" srcOrd="0" destOrd="0" parTransId="{8B030A5F-A753-425A-82DE-5F5C8429E409}" sibTransId="{6FA755F8-486F-4407-92C4-2A0312652ACD}"/>
    <dgm:cxn modelId="{25F7CA57-FD92-4F87-B1B6-91BB01B4A8B4}" type="presOf" srcId="{C765C9CB-815C-46FD-88D4-1D759697A162}" destId="{3EE88C84-A783-4242-8E73-23CA551D4F30}" srcOrd="0" destOrd="0" presId="urn:microsoft.com/office/officeart/2005/8/layout/vList2"/>
    <dgm:cxn modelId="{CA8AEB7E-03A9-4DB8-A8AB-D37E04F51BE1}" type="presOf" srcId="{2133D6B3-9DCB-4819-AB92-306FDDDCE36F}" destId="{E4197ACF-A53F-4F5B-B146-682B4C79D3E5}" srcOrd="0" destOrd="0" presId="urn:microsoft.com/office/officeart/2005/8/layout/vList2"/>
    <dgm:cxn modelId="{C4FFB68E-606B-4125-B3CF-E2BF4E63DF13}" srcId="{2133D6B3-9DCB-4819-AB92-306FDDDCE36F}" destId="{C765C9CB-815C-46FD-88D4-1D759697A162}" srcOrd="1" destOrd="0" parTransId="{26D1D306-20C3-4E28-979A-5706A958CC05}" sibTransId="{48D9F2DE-39F3-412E-AE7F-79F243600E58}"/>
    <dgm:cxn modelId="{4D00CBD9-1EC4-47B5-86D1-D7FB24C56311}" type="presOf" srcId="{30C88288-71EC-40B4-B759-CCD56928C7BA}" destId="{FFD19AC5-15DD-45AB-A7C6-D8566E18DA03}" srcOrd="0" destOrd="0" presId="urn:microsoft.com/office/officeart/2005/8/layout/vList2"/>
    <dgm:cxn modelId="{75E90AF3-6F1D-473A-A2D2-842390DD9FD4}" type="presParOf" srcId="{E4197ACF-A53F-4F5B-B146-682B4C79D3E5}" destId="{FFD19AC5-15DD-45AB-A7C6-D8566E18DA03}" srcOrd="0" destOrd="0" presId="urn:microsoft.com/office/officeart/2005/8/layout/vList2"/>
    <dgm:cxn modelId="{9E78F81D-F187-4FE7-8430-B5873889CC88}" type="presParOf" srcId="{E4197ACF-A53F-4F5B-B146-682B4C79D3E5}" destId="{6183C8BF-EA9E-423A-8F6D-17A99665DC02}" srcOrd="1" destOrd="0" presId="urn:microsoft.com/office/officeart/2005/8/layout/vList2"/>
    <dgm:cxn modelId="{C18F9F1F-7EC2-49CC-8EA1-891EF95FDD3D}" type="presParOf" srcId="{E4197ACF-A53F-4F5B-B146-682B4C79D3E5}" destId="{3EE88C84-A783-4242-8E73-23CA551D4F3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13F207A1-0C39-46E0-80B0-8934C845BA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3B3D7DD-B5DD-4058-BBC8-DEE10D9C497E}">
      <dgm:prSet/>
      <dgm:spPr/>
      <dgm:t>
        <a:bodyPr/>
        <a:lstStyle/>
        <a:p>
          <a:r>
            <a:rPr lang="uk-UA" b="0" i="0"/>
            <a:t>виступити проти Антанти й Троїстого союзу, щоб вибороти «...єдину, самостійну Україну від Карпатів аж по Кавказ».</a:t>
          </a:r>
          <a:endParaRPr lang="uk-UA"/>
        </a:p>
      </dgm:t>
    </dgm:pt>
    <dgm:pt modelId="{53F83C60-0FCB-4FC1-A711-73BD348B4A2A}" type="parTrans" cxnId="{27502636-4938-417F-B137-376ABE62A1C1}">
      <dgm:prSet/>
      <dgm:spPr/>
      <dgm:t>
        <a:bodyPr/>
        <a:lstStyle/>
        <a:p>
          <a:endParaRPr lang="uk-UA"/>
        </a:p>
      </dgm:t>
    </dgm:pt>
    <dgm:pt modelId="{872467E2-9F98-4304-B16B-B3D22AEEBE72}" type="sibTrans" cxnId="{27502636-4938-417F-B137-376ABE62A1C1}">
      <dgm:prSet/>
      <dgm:spPr/>
      <dgm:t>
        <a:bodyPr/>
        <a:lstStyle/>
        <a:p>
          <a:endParaRPr lang="uk-UA"/>
        </a:p>
      </dgm:t>
    </dgm:pt>
    <dgm:pt modelId="{FAF1A061-D5A2-4473-8EFD-946C41F5F943}">
      <dgm:prSet/>
      <dgm:spPr/>
      <dgm:t>
        <a:bodyPr/>
        <a:lstStyle/>
        <a:p>
          <a:r>
            <a:rPr lang="uk-UA" b="0" i="0"/>
            <a:t>підтримати Антанту й чесно, «...не піддаючись на провокації, виконати свій обов’язок громадян Росії до кінця».</a:t>
          </a:r>
          <a:endParaRPr lang="uk-UA"/>
        </a:p>
      </dgm:t>
    </dgm:pt>
    <dgm:pt modelId="{EDBB2313-9E4C-4BB4-BD60-CB8E8B693873}" type="parTrans" cxnId="{4166EEF0-86DC-45E4-B8BF-3F9853B739A6}">
      <dgm:prSet/>
      <dgm:spPr/>
      <dgm:t>
        <a:bodyPr/>
        <a:lstStyle/>
        <a:p>
          <a:endParaRPr lang="uk-UA"/>
        </a:p>
      </dgm:t>
    </dgm:pt>
    <dgm:pt modelId="{9F17BECE-249C-4F38-B28C-D2A2808C2CAE}" type="sibTrans" cxnId="{4166EEF0-86DC-45E4-B8BF-3F9853B739A6}">
      <dgm:prSet/>
      <dgm:spPr/>
      <dgm:t>
        <a:bodyPr/>
        <a:lstStyle/>
        <a:p>
          <a:endParaRPr lang="uk-UA"/>
        </a:p>
      </dgm:t>
    </dgm:pt>
    <dgm:pt modelId="{96A51397-C12A-4411-9026-679C5ADFBA97}" type="pres">
      <dgm:prSet presAssocID="{13F207A1-0C39-46E0-80B0-8934C845BA1C}" presName="linear" presStyleCnt="0">
        <dgm:presLayoutVars>
          <dgm:animLvl val="lvl"/>
          <dgm:resizeHandles val="exact"/>
        </dgm:presLayoutVars>
      </dgm:prSet>
      <dgm:spPr/>
    </dgm:pt>
    <dgm:pt modelId="{2B4AAFEB-BE94-452E-A0DA-FAA414F7C4B1}" type="pres">
      <dgm:prSet presAssocID="{53B3D7DD-B5DD-4058-BBC8-DEE10D9C497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24A431E-CD2A-43D8-9415-2493FD707A69}" type="pres">
      <dgm:prSet presAssocID="{872467E2-9F98-4304-B16B-B3D22AEEBE72}" presName="spacer" presStyleCnt="0"/>
      <dgm:spPr/>
    </dgm:pt>
    <dgm:pt modelId="{BF7C1F3A-68C2-40C2-A696-0D7990B959FE}" type="pres">
      <dgm:prSet presAssocID="{FAF1A061-D5A2-4473-8EFD-946C41F5F94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5B5A70D-FC0F-4478-BB0C-B62888DA051A}" type="presOf" srcId="{13F207A1-0C39-46E0-80B0-8934C845BA1C}" destId="{96A51397-C12A-4411-9026-679C5ADFBA97}" srcOrd="0" destOrd="0" presId="urn:microsoft.com/office/officeart/2005/8/layout/vList2"/>
    <dgm:cxn modelId="{27502636-4938-417F-B137-376ABE62A1C1}" srcId="{13F207A1-0C39-46E0-80B0-8934C845BA1C}" destId="{53B3D7DD-B5DD-4058-BBC8-DEE10D9C497E}" srcOrd="0" destOrd="0" parTransId="{53F83C60-0FCB-4FC1-A711-73BD348B4A2A}" sibTransId="{872467E2-9F98-4304-B16B-B3D22AEEBE72}"/>
    <dgm:cxn modelId="{A2E6965F-75F6-49D0-99C1-D82D5363FEC6}" type="presOf" srcId="{53B3D7DD-B5DD-4058-BBC8-DEE10D9C497E}" destId="{2B4AAFEB-BE94-452E-A0DA-FAA414F7C4B1}" srcOrd="0" destOrd="0" presId="urn:microsoft.com/office/officeart/2005/8/layout/vList2"/>
    <dgm:cxn modelId="{1C5FC053-1BE0-424B-A709-F0711B6B5262}" type="presOf" srcId="{FAF1A061-D5A2-4473-8EFD-946C41F5F943}" destId="{BF7C1F3A-68C2-40C2-A696-0D7990B959FE}" srcOrd="0" destOrd="0" presId="urn:microsoft.com/office/officeart/2005/8/layout/vList2"/>
    <dgm:cxn modelId="{4166EEF0-86DC-45E4-B8BF-3F9853B739A6}" srcId="{13F207A1-0C39-46E0-80B0-8934C845BA1C}" destId="{FAF1A061-D5A2-4473-8EFD-946C41F5F943}" srcOrd="1" destOrd="0" parTransId="{EDBB2313-9E4C-4BB4-BD60-CB8E8B693873}" sibTransId="{9F17BECE-249C-4F38-B28C-D2A2808C2CAE}"/>
    <dgm:cxn modelId="{AC614D50-1AD6-4C40-9755-F2509604B0AA}" type="presParOf" srcId="{96A51397-C12A-4411-9026-679C5ADFBA97}" destId="{2B4AAFEB-BE94-452E-A0DA-FAA414F7C4B1}" srcOrd="0" destOrd="0" presId="urn:microsoft.com/office/officeart/2005/8/layout/vList2"/>
    <dgm:cxn modelId="{7E5580C3-7A5D-48A3-A3C5-642131772C82}" type="presParOf" srcId="{96A51397-C12A-4411-9026-679C5ADFBA97}" destId="{A24A431E-CD2A-43D8-9415-2493FD707A69}" srcOrd="1" destOrd="0" presId="urn:microsoft.com/office/officeart/2005/8/layout/vList2"/>
    <dgm:cxn modelId="{B57BB151-ACBF-41C7-B77C-290FB02C0458}" type="presParOf" srcId="{96A51397-C12A-4411-9026-679C5ADFBA97}" destId="{BF7C1F3A-68C2-40C2-A696-0D7990B959F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0848A145-A12C-4AAA-8B17-0FEF89E06C6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BCC693D-8BB1-4F64-8C69-722E9CD98210}">
      <dgm:prSet/>
      <dgm:spPr/>
      <dgm:t>
        <a:bodyPr/>
        <a:lstStyle/>
        <a:p>
          <a:r>
            <a:rPr lang="uk-UA" b="0" i="0"/>
            <a:t>Революційної української партії</a:t>
          </a:r>
          <a:endParaRPr lang="uk-UA"/>
        </a:p>
      </dgm:t>
    </dgm:pt>
    <dgm:pt modelId="{DC5E193F-80C0-455B-9B46-34359C0A5D46}" type="parTrans" cxnId="{3C94C2FA-9D12-479B-8D47-41020844ABB8}">
      <dgm:prSet/>
      <dgm:spPr/>
      <dgm:t>
        <a:bodyPr/>
        <a:lstStyle/>
        <a:p>
          <a:endParaRPr lang="uk-UA"/>
        </a:p>
      </dgm:t>
    </dgm:pt>
    <dgm:pt modelId="{A5D4F280-E7DD-4C19-8C60-147C31A09A6D}" type="sibTrans" cxnId="{3C94C2FA-9D12-479B-8D47-41020844ABB8}">
      <dgm:prSet/>
      <dgm:spPr/>
      <dgm:t>
        <a:bodyPr/>
        <a:lstStyle/>
        <a:p>
          <a:endParaRPr lang="uk-UA"/>
        </a:p>
      </dgm:t>
    </dgm:pt>
    <dgm:pt modelId="{8587BCC8-068D-4072-A595-A6097A83729F}">
      <dgm:prSet/>
      <dgm:spPr/>
      <dgm:t>
        <a:bodyPr/>
        <a:lstStyle/>
        <a:p>
          <a:r>
            <a:rPr lang="uk-UA" b="0" i="0"/>
            <a:t>Товариства українських поступовців</a:t>
          </a:r>
          <a:endParaRPr lang="uk-UA"/>
        </a:p>
      </dgm:t>
    </dgm:pt>
    <dgm:pt modelId="{AB788233-F27D-45CD-A2DE-D1304A06423D}" type="parTrans" cxnId="{22D8674E-C214-480D-A374-A4E7BB1965F4}">
      <dgm:prSet/>
      <dgm:spPr/>
      <dgm:t>
        <a:bodyPr/>
        <a:lstStyle/>
        <a:p>
          <a:endParaRPr lang="uk-UA"/>
        </a:p>
      </dgm:t>
    </dgm:pt>
    <dgm:pt modelId="{21BDA98B-AC3A-42A0-BA83-9529404F74EE}" type="sibTrans" cxnId="{22D8674E-C214-480D-A374-A4E7BB1965F4}">
      <dgm:prSet/>
      <dgm:spPr/>
      <dgm:t>
        <a:bodyPr/>
        <a:lstStyle/>
        <a:p>
          <a:endParaRPr lang="uk-UA"/>
        </a:p>
      </dgm:t>
    </dgm:pt>
    <dgm:pt modelId="{8C2B823D-D511-4B28-8B4E-4ADFC9D56C6D}">
      <dgm:prSet/>
      <dgm:spPr/>
      <dgm:t>
        <a:bodyPr/>
        <a:lstStyle/>
        <a:p>
          <a:r>
            <a:rPr lang="uk-UA" b="0" i="0"/>
            <a:t>Головної української ради</a:t>
          </a:r>
          <a:endParaRPr lang="uk-UA"/>
        </a:p>
      </dgm:t>
    </dgm:pt>
    <dgm:pt modelId="{5A8C54D0-AD75-4BFB-941B-53B012DA5DE9}" type="parTrans" cxnId="{8B412BC7-509A-4C9B-B55E-E3177DCE9BB4}">
      <dgm:prSet/>
      <dgm:spPr/>
      <dgm:t>
        <a:bodyPr/>
        <a:lstStyle/>
        <a:p>
          <a:endParaRPr lang="uk-UA"/>
        </a:p>
      </dgm:t>
    </dgm:pt>
    <dgm:pt modelId="{3D0B0AA0-C260-4A9D-978B-99D50C09C1DF}" type="sibTrans" cxnId="{8B412BC7-509A-4C9B-B55E-E3177DCE9BB4}">
      <dgm:prSet/>
      <dgm:spPr/>
      <dgm:t>
        <a:bodyPr/>
        <a:lstStyle/>
        <a:p>
          <a:endParaRPr lang="uk-UA"/>
        </a:p>
      </dgm:t>
    </dgm:pt>
    <dgm:pt modelId="{321DDE72-3770-4823-B746-DAEFE3FF0EBF}">
      <dgm:prSet/>
      <dgm:spPr/>
      <dgm:t>
        <a:bodyPr/>
        <a:lstStyle/>
        <a:p>
          <a:r>
            <a:rPr lang="uk-UA" b="0" i="0"/>
            <a:t>Союзу визволення України</a:t>
          </a:r>
          <a:endParaRPr lang="uk-UA"/>
        </a:p>
      </dgm:t>
    </dgm:pt>
    <dgm:pt modelId="{68D19611-87C5-487A-BF4F-6F777622A3D2}" type="parTrans" cxnId="{5F0CA9F4-256B-4507-A35D-6C53A6EF95C9}">
      <dgm:prSet/>
      <dgm:spPr/>
      <dgm:t>
        <a:bodyPr/>
        <a:lstStyle/>
        <a:p>
          <a:endParaRPr lang="uk-UA"/>
        </a:p>
      </dgm:t>
    </dgm:pt>
    <dgm:pt modelId="{979DB471-C45D-4EE4-B27B-644D0AB47911}" type="sibTrans" cxnId="{5F0CA9F4-256B-4507-A35D-6C53A6EF95C9}">
      <dgm:prSet/>
      <dgm:spPr/>
      <dgm:t>
        <a:bodyPr/>
        <a:lstStyle/>
        <a:p>
          <a:endParaRPr lang="uk-UA"/>
        </a:p>
      </dgm:t>
    </dgm:pt>
    <dgm:pt modelId="{5EAA445E-B9C8-48B1-8A53-B021C6363936}" type="pres">
      <dgm:prSet presAssocID="{0848A145-A12C-4AAA-8B17-0FEF89E06C68}" presName="linearFlow" presStyleCnt="0">
        <dgm:presLayoutVars>
          <dgm:dir/>
          <dgm:resizeHandles val="exact"/>
        </dgm:presLayoutVars>
      </dgm:prSet>
      <dgm:spPr/>
    </dgm:pt>
    <dgm:pt modelId="{13697DE9-B2C7-46D0-9039-35A080CB7C61}" type="pres">
      <dgm:prSet presAssocID="{4BCC693D-8BB1-4F64-8C69-722E9CD98210}" presName="composite" presStyleCnt="0"/>
      <dgm:spPr/>
    </dgm:pt>
    <dgm:pt modelId="{C705130D-01A6-462E-AC12-B547B8B5F790}" type="pres">
      <dgm:prSet presAssocID="{4BCC693D-8BB1-4F64-8C69-722E9CD98210}" presName="imgShp" presStyleLbl="fgImgPlace1" presStyleIdx="0" presStyleCnt="4"/>
      <dgm:spPr/>
    </dgm:pt>
    <dgm:pt modelId="{566F39D7-36AD-4A78-A5A3-A94F822D0291}" type="pres">
      <dgm:prSet presAssocID="{4BCC693D-8BB1-4F64-8C69-722E9CD98210}" presName="txShp" presStyleLbl="node1" presStyleIdx="0" presStyleCnt="4">
        <dgm:presLayoutVars>
          <dgm:bulletEnabled val="1"/>
        </dgm:presLayoutVars>
      </dgm:prSet>
      <dgm:spPr/>
    </dgm:pt>
    <dgm:pt modelId="{0535A1CA-20F2-4715-B5E7-5A4A10ED854A}" type="pres">
      <dgm:prSet presAssocID="{A5D4F280-E7DD-4C19-8C60-147C31A09A6D}" presName="spacing" presStyleCnt="0"/>
      <dgm:spPr/>
    </dgm:pt>
    <dgm:pt modelId="{810EB70A-B760-41C8-BB2C-6C3018F41256}" type="pres">
      <dgm:prSet presAssocID="{8587BCC8-068D-4072-A595-A6097A83729F}" presName="composite" presStyleCnt="0"/>
      <dgm:spPr/>
    </dgm:pt>
    <dgm:pt modelId="{B5223E6F-20BC-40F9-9C63-9DA1E357C038}" type="pres">
      <dgm:prSet presAssocID="{8587BCC8-068D-4072-A595-A6097A83729F}" presName="imgShp" presStyleLbl="fgImgPlace1" presStyleIdx="1" presStyleCnt="4"/>
      <dgm:spPr/>
    </dgm:pt>
    <dgm:pt modelId="{633D66A8-88BC-4EF5-81F5-972CF5841596}" type="pres">
      <dgm:prSet presAssocID="{8587BCC8-068D-4072-A595-A6097A83729F}" presName="txShp" presStyleLbl="node1" presStyleIdx="1" presStyleCnt="4">
        <dgm:presLayoutVars>
          <dgm:bulletEnabled val="1"/>
        </dgm:presLayoutVars>
      </dgm:prSet>
      <dgm:spPr/>
    </dgm:pt>
    <dgm:pt modelId="{2E83457D-29CC-4245-9E79-07CBA09DC129}" type="pres">
      <dgm:prSet presAssocID="{21BDA98B-AC3A-42A0-BA83-9529404F74EE}" presName="spacing" presStyleCnt="0"/>
      <dgm:spPr/>
    </dgm:pt>
    <dgm:pt modelId="{F1432326-8287-469B-BE69-D7BA03976CB7}" type="pres">
      <dgm:prSet presAssocID="{8C2B823D-D511-4B28-8B4E-4ADFC9D56C6D}" presName="composite" presStyleCnt="0"/>
      <dgm:spPr/>
    </dgm:pt>
    <dgm:pt modelId="{5A504C5C-DC23-45A7-A5C5-7BD8DFE7FFAD}" type="pres">
      <dgm:prSet presAssocID="{8C2B823D-D511-4B28-8B4E-4ADFC9D56C6D}" presName="imgShp" presStyleLbl="fgImgPlace1" presStyleIdx="2" presStyleCnt="4"/>
      <dgm:spPr/>
    </dgm:pt>
    <dgm:pt modelId="{9A2C44CC-2916-48AC-991B-4D0F28C9BFB6}" type="pres">
      <dgm:prSet presAssocID="{8C2B823D-D511-4B28-8B4E-4ADFC9D56C6D}" presName="txShp" presStyleLbl="node1" presStyleIdx="2" presStyleCnt="4">
        <dgm:presLayoutVars>
          <dgm:bulletEnabled val="1"/>
        </dgm:presLayoutVars>
      </dgm:prSet>
      <dgm:spPr/>
    </dgm:pt>
    <dgm:pt modelId="{D336BA43-72E9-4794-AA2A-FFB9A5723F10}" type="pres">
      <dgm:prSet presAssocID="{3D0B0AA0-C260-4A9D-978B-99D50C09C1DF}" presName="spacing" presStyleCnt="0"/>
      <dgm:spPr/>
    </dgm:pt>
    <dgm:pt modelId="{FA4756CA-E342-4723-AFAF-9293360F1EFD}" type="pres">
      <dgm:prSet presAssocID="{321DDE72-3770-4823-B746-DAEFE3FF0EBF}" presName="composite" presStyleCnt="0"/>
      <dgm:spPr/>
    </dgm:pt>
    <dgm:pt modelId="{E33616C9-5329-4E1B-8B0E-A6578557595D}" type="pres">
      <dgm:prSet presAssocID="{321DDE72-3770-4823-B746-DAEFE3FF0EBF}" presName="imgShp" presStyleLbl="fgImgPlace1" presStyleIdx="3" presStyleCnt="4"/>
      <dgm:spPr/>
    </dgm:pt>
    <dgm:pt modelId="{6BC3A69A-B30B-4130-905D-46375C7C8CE5}" type="pres">
      <dgm:prSet presAssocID="{321DDE72-3770-4823-B746-DAEFE3FF0EBF}" presName="txShp" presStyleLbl="node1" presStyleIdx="3" presStyleCnt="4">
        <dgm:presLayoutVars>
          <dgm:bulletEnabled val="1"/>
        </dgm:presLayoutVars>
      </dgm:prSet>
      <dgm:spPr/>
    </dgm:pt>
  </dgm:ptLst>
  <dgm:cxnLst>
    <dgm:cxn modelId="{5EF8A117-27A9-447F-995B-E310D0493302}" type="presOf" srcId="{0848A145-A12C-4AAA-8B17-0FEF89E06C68}" destId="{5EAA445E-B9C8-48B1-8A53-B021C6363936}" srcOrd="0" destOrd="0" presId="urn:microsoft.com/office/officeart/2005/8/layout/vList3"/>
    <dgm:cxn modelId="{6BD96E1A-10A2-4CF9-BD68-472DB70CB7EC}" type="presOf" srcId="{4BCC693D-8BB1-4F64-8C69-722E9CD98210}" destId="{566F39D7-36AD-4A78-A5A3-A94F822D0291}" srcOrd="0" destOrd="0" presId="urn:microsoft.com/office/officeart/2005/8/layout/vList3"/>
    <dgm:cxn modelId="{60650F3A-3032-47BF-957D-15A3EC7CDDAE}" type="presOf" srcId="{8587BCC8-068D-4072-A595-A6097A83729F}" destId="{633D66A8-88BC-4EF5-81F5-972CF5841596}" srcOrd="0" destOrd="0" presId="urn:microsoft.com/office/officeart/2005/8/layout/vList3"/>
    <dgm:cxn modelId="{1B90D242-537B-4EC3-BECC-83CBCF229D1D}" type="presOf" srcId="{8C2B823D-D511-4B28-8B4E-4ADFC9D56C6D}" destId="{9A2C44CC-2916-48AC-991B-4D0F28C9BFB6}" srcOrd="0" destOrd="0" presId="urn:microsoft.com/office/officeart/2005/8/layout/vList3"/>
    <dgm:cxn modelId="{22D8674E-C214-480D-A374-A4E7BB1965F4}" srcId="{0848A145-A12C-4AAA-8B17-0FEF89E06C68}" destId="{8587BCC8-068D-4072-A595-A6097A83729F}" srcOrd="1" destOrd="0" parTransId="{AB788233-F27D-45CD-A2DE-D1304A06423D}" sibTransId="{21BDA98B-AC3A-42A0-BA83-9529404F74EE}"/>
    <dgm:cxn modelId="{9BCF467A-D28A-469E-9C9B-7A1770B7C840}" type="presOf" srcId="{321DDE72-3770-4823-B746-DAEFE3FF0EBF}" destId="{6BC3A69A-B30B-4130-905D-46375C7C8CE5}" srcOrd="0" destOrd="0" presId="urn:microsoft.com/office/officeart/2005/8/layout/vList3"/>
    <dgm:cxn modelId="{8B412BC7-509A-4C9B-B55E-E3177DCE9BB4}" srcId="{0848A145-A12C-4AAA-8B17-0FEF89E06C68}" destId="{8C2B823D-D511-4B28-8B4E-4ADFC9D56C6D}" srcOrd="2" destOrd="0" parTransId="{5A8C54D0-AD75-4BFB-941B-53B012DA5DE9}" sibTransId="{3D0B0AA0-C260-4A9D-978B-99D50C09C1DF}"/>
    <dgm:cxn modelId="{5F0CA9F4-256B-4507-A35D-6C53A6EF95C9}" srcId="{0848A145-A12C-4AAA-8B17-0FEF89E06C68}" destId="{321DDE72-3770-4823-B746-DAEFE3FF0EBF}" srcOrd="3" destOrd="0" parTransId="{68D19611-87C5-487A-BF4F-6F777622A3D2}" sibTransId="{979DB471-C45D-4EE4-B27B-644D0AB47911}"/>
    <dgm:cxn modelId="{3C94C2FA-9D12-479B-8D47-41020844ABB8}" srcId="{0848A145-A12C-4AAA-8B17-0FEF89E06C68}" destId="{4BCC693D-8BB1-4F64-8C69-722E9CD98210}" srcOrd="0" destOrd="0" parTransId="{DC5E193F-80C0-455B-9B46-34359C0A5D46}" sibTransId="{A5D4F280-E7DD-4C19-8C60-147C31A09A6D}"/>
    <dgm:cxn modelId="{F98D24C6-CBB0-4EBA-A13B-3973A83E4EF9}" type="presParOf" srcId="{5EAA445E-B9C8-48B1-8A53-B021C6363936}" destId="{13697DE9-B2C7-46D0-9039-35A080CB7C61}" srcOrd="0" destOrd="0" presId="urn:microsoft.com/office/officeart/2005/8/layout/vList3"/>
    <dgm:cxn modelId="{EF1B98E5-B6CD-4672-AF52-933E6E6F93E3}" type="presParOf" srcId="{13697DE9-B2C7-46D0-9039-35A080CB7C61}" destId="{C705130D-01A6-462E-AC12-B547B8B5F790}" srcOrd="0" destOrd="0" presId="urn:microsoft.com/office/officeart/2005/8/layout/vList3"/>
    <dgm:cxn modelId="{BB9BF48A-E769-4236-9860-0F4A01D25579}" type="presParOf" srcId="{13697DE9-B2C7-46D0-9039-35A080CB7C61}" destId="{566F39D7-36AD-4A78-A5A3-A94F822D0291}" srcOrd="1" destOrd="0" presId="urn:microsoft.com/office/officeart/2005/8/layout/vList3"/>
    <dgm:cxn modelId="{43D15A16-E63A-4A69-90C3-F578270CE03F}" type="presParOf" srcId="{5EAA445E-B9C8-48B1-8A53-B021C6363936}" destId="{0535A1CA-20F2-4715-B5E7-5A4A10ED854A}" srcOrd="1" destOrd="0" presId="urn:microsoft.com/office/officeart/2005/8/layout/vList3"/>
    <dgm:cxn modelId="{8B6D5247-B4BD-4C42-928A-E17D544AA3A6}" type="presParOf" srcId="{5EAA445E-B9C8-48B1-8A53-B021C6363936}" destId="{810EB70A-B760-41C8-BB2C-6C3018F41256}" srcOrd="2" destOrd="0" presId="urn:microsoft.com/office/officeart/2005/8/layout/vList3"/>
    <dgm:cxn modelId="{4632C1E4-AE60-4902-AC04-9A44F2CD06F2}" type="presParOf" srcId="{810EB70A-B760-41C8-BB2C-6C3018F41256}" destId="{B5223E6F-20BC-40F9-9C63-9DA1E357C038}" srcOrd="0" destOrd="0" presId="urn:microsoft.com/office/officeart/2005/8/layout/vList3"/>
    <dgm:cxn modelId="{48C723AC-63D5-42BD-A44D-15D62982ED8B}" type="presParOf" srcId="{810EB70A-B760-41C8-BB2C-6C3018F41256}" destId="{633D66A8-88BC-4EF5-81F5-972CF5841596}" srcOrd="1" destOrd="0" presId="urn:microsoft.com/office/officeart/2005/8/layout/vList3"/>
    <dgm:cxn modelId="{30AF7977-812B-492E-AB33-D4D087688EFB}" type="presParOf" srcId="{5EAA445E-B9C8-48B1-8A53-B021C6363936}" destId="{2E83457D-29CC-4245-9E79-07CBA09DC129}" srcOrd="3" destOrd="0" presId="urn:microsoft.com/office/officeart/2005/8/layout/vList3"/>
    <dgm:cxn modelId="{4FBAD427-ECC3-40E1-B4D1-4764C29BFA8F}" type="presParOf" srcId="{5EAA445E-B9C8-48B1-8A53-B021C6363936}" destId="{F1432326-8287-469B-BE69-D7BA03976CB7}" srcOrd="4" destOrd="0" presId="urn:microsoft.com/office/officeart/2005/8/layout/vList3"/>
    <dgm:cxn modelId="{F1EA2661-971C-4DF2-92A5-FF0D7DEF0610}" type="presParOf" srcId="{F1432326-8287-469B-BE69-D7BA03976CB7}" destId="{5A504C5C-DC23-45A7-A5C5-7BD8DFE7FFAD}" srcOrd="0" destOrd="0" presId="urn:microsoft.com/office/officeart/2005/8/layout/vList3"/>
    <dgm:cxn modelId="{85997BA3-0E32-4353-A033-D479E5AB9BD9}" type="presParOf" srcId="{F1432326-8287-469B-BE69-D7BA03976CB7}" destId="{9A2C44CC-2916-48AC-991B-4D0F28C9BFB6}" srcOrd="1" destOrd="0" presId="urn:microsoft.com/office/officeart/2005/8/layout/vList3"/>
    <dgm:cxn modelId="{E6E8522F-7B43-49B9-BB5B-8AF9846FD607}" type="presParOf" srcId="{5EAA445E-B9C8-48B1-8A53-B021C6363936}" destId="{D336BA43-72E9-4794-AA2A-FFB9A5723F10}" srcOrd="5" destOrd="0" presId="urn:microsoft.com/office/officeart/2005/8/layout/vList3"/>
    <dgm:cxn modelId="{A7AAEF29-7D8B-4423-8564-1E199373BD8C}" type="presParOf" srcId="{5EAA445E-B9C8-48B1-8A53-B021C6363936}" destId="{FA4756CA-E342-4723-AFAF-9293360F1EFD}" srcOrd="6" destOrd="0" presId="urn:microsoft.com/office/officeart/2005/8/layout/vList3"/>
    <dgm:cxn modelId="{951EAAE4-D4A4-42EF-B31E-A97976A2BC12}" type="presParOf" srcId="{FA4756CA-E342-4723-AFAF-9293360F1EFD}" destId="{E33616C9-5329-4E1B-8B0E-A6578557595D}" srcOrd="0" destOrd="0" presId="urn:microsoft.com/office/officeart/2005/8/layout/vList3"/>
    <dgm:cxn modelId="{0D95663B-107C-448A-A038-3347FF5162B8}" type="presParOf" srcId="{FA4756CA-E342-4723-AFAF-9293360F1EFD}" destId="{6BC3A69A-B30B-4130-905D-46375C7C8CE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694437CA-8714-4762-8342-14AF95BE3C2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F175A5A-5D30-4B63-B4EE-D95437D29CAB}">
      <dgm:prSet/>
      <dgm:spPr/>
      <dgm:t>
        <a:bodyPr/>
        <a:lstStyle/>
        <a:p>
          <a:r>
            <a:rPr lang="uk-UA" b="0" i="0"/>
            <a:t>формування легіону Українських січових стрільців</a:t>
          </a:r>
          <a:endParaRPr lang="uk-UA"/>
        </a:p>
      </dgm:t>
    </dgm:pt>
    <dgm:pt modelId="{097BCE86-68F8-42D5-8380-1015B6B5E497}" type="parTrans" cxnId="{20073ED5-B03E-4709-ABB4-FAC02DB07CA8}">
      <dgm:prSet/>
      <dgm:spPr/>
      <dgm:t>
        <a:bodyPr/>
        <a:lstStyle/>
        <a:p>
          <a:endParaRPr lang="uk-UA"/>
        </a:p>
      </dgm:t>
    </dgm:pt>
    <dgm:pt modelId="{5AD37D7C-2A2B-4B08-B34D-7C96313B0CE8}" type="sibTrans" cxnId="{20073ED5-B03E-4709-ABB4-FAC02DB07CA8}">
      <dgm:prSet/>
      <dgm:spPr/>
      <dgm:t>
        <a:bodyPr/>
        <a:lstStyle/>
        <a:p>
          <a:endParaRPr lang="uk-UA"/>
        </a:p>
      </dgm:t>
    </dgm:pt>
    <dgm:pt modelId="{28274E4C-A178-4884-921C-A2105E1A1F15}">
      <dgm:prSet/>
      <dgm:spPr/>
      <dgm:t>
        <a:bodyPr/>
        <a:lstStyle/>
        <a:p>
          <a:r>
            <a:rPr lang="uk-UA" b="0" i="0"/>
            <a:t>координація акцій української громади в Державній Думі</a:t>
          </a:r>
          <a:endParaRPr lang="uk-UA"/>
        </a:p>
      </dgm:t>
    </dgm:pt>
    <dgm:pt modelId="{B5CDF65C-A826-4E65-8BE5-2308397516C2}" type="parTrans" cxnId="{90088C07-094A-40CC-BCDA-3CDDC5F86A95}">
      <dgm:prSet/>
      <dgm:spPr/>
      <dgm:t>
        <a:bodyPr/>
        <a:lstStyle/>
        <a:p>
          <a:endParaRPr lang="uk-UA"/>
        </a:p>
      </dgm:t>
    </dgm:pt>
    <dgm:pt modelId="{C6142E44-8CED-4ED0-97ED-A19FBF588C33}" type="sibTrans" cxnId="{90088C07-094A-40CC-BCDA-3CDDC5F86A95}">
      <dgm:prSet/>
      <dgm:spPr/>
      <dgm:t>
        <a:bodyPr/>
        <a:lstStyle/>
        <a:p>
          <a:endParaRPr lang="uk-UA"/>
        </a:p>
      </dgm:t>
    </dgm:pt>
    <dgm:pt modelId="{878B235A-8FCE-427F-B422-5D903541E2D5}">
      <dgm:prSet/>
      <dgm:spPr/>
      <dgm:t>
        <a:bodyPr/>
        <a:lstStyle/>
        <a:p>
          <a:r>
            <a:rPr lang="uk-UA" b="0" i="0"/>
            <a:t>створення громадських організацій з допомоги біженцям</a:t>
          </a:r>
          <a:endParaRPr lang="uk-UA"/>
        </a:p>
      </dgm:t>
    </dgm:pt>
    <dgm:pt modelId="{9D59971E-F020-456A-ABF7-5ACA816F1392}" type="parTrans" cxnId="{E1249700-B4B5-4C78-B50B-21BE5B8761A0}">
      <dgm:prSet/>
      <dgm:spPr/>
      <dgm:t>
        <a:bodyPr/>
        <a:lstStyle/>
        <a:p>
          <a:endParaRPr lang="uk-UA"/>
        </a:p>
      </dgm:t>
    </dgm:pt>
    <dgm:pt modelId="{42A1332E-214C-425C-B633-772996507A87}" type="sibTrans" cxnId="{E1249700-B4B5-4C78-B50B-21BE5B8761A0}">
      <dgm:prSet/>
      <dgm:spPr/>
      <dgm:t>
        <a:bodyPr/>
        <a:lstStyle/>
        <a:p>
          <a:endParaRPr lang="uk-UA"/>
        </a:p>
      </dgm:t>
    </dgm:pt>
    <dgm:pt modelId="{1EFC2FB8-A1A9-4830-BCFF-3EFDC918F33C}">
      <dgm:prSet/>
      <dgm:spPr/>
      <dgm:t>
        <a:bodyPr/>
        <a:lstStyle/>
        <a:p>
          <a:r>
            <a:rPr lang="uk-UA" b="0" i="0"/>
            <a:t>допомога військовополоненим українцям</a:t>
          </a:r>
          <a:endParaRPr lang="uk-UA"/>
        </a:p>
      </dgm:t>
    </dgm:pt>
    <dgm:pt modelId="{52CDB821-EA43-4409-8569-D0B87133FCD0}" type="parTrans" cxnId="{77DE9BBB-0634-40A9-BFB7-B862D26A366B}">
      <dgm:prSet/>
      <dgm:spPr/>
      <dgm:t>
        <a:bodyPr/>
        <a:lstStyle/>
        <a:p>
          <a:endParaRPr lang="uk-UA"/>
        </a:p>
      </dgm:t>
    </dgm:pt>
    <dgm:pt modelId="{0B6C45BA-128F-4412-A24C-C581993E14CE}" type="sibTrans" cxnId="{77DE9BBB-0634-40A9-BFB7-B862D26A366B}">
      <dgm:prSet/>
      <dgm:spPr/>
      <dgm:t>
        <a:bodyPr/>
        <a:lstStyle/>
        <a:p>
          <a:endParaRPr lang="uk-UA"/>
        </a:p>
      </dgm:t>
    </dgm:pt>
    <dgm:pt modelId="{E0CBF981-BB62-47DE-8FA1-5B86E3EAA23F}" type="pres">
      <dgm:prSet presAssocID="{694437CA-8714-4762-8342-14AF95BE3C2A}" presName="linear" presStyleCnt="0">
        <dgm:presLayoutVars>
          <dgm:animLvl val="lvl"/>
          <dgm:resizeHandles val="exact"/>
        </dgm:presLayoutVars>
      </dgm:prSet>
      <dgm:spPr/>
    </dgm:pt>
    <dgm:pt modelId="{29DCCE49-0938-4FBC-B27B-D843582BE7FA}" type="pres">
      <dgm:prSet presAssocID="{4F175A5A-5D30-4B63-B4EE-D95437D29CA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FA8861-54F0-4B16-97DF-A664800E0A90}" type="pres">
      <dgm:prSet presAssocID="{5AD37D7C-2A2B-4B08-B34D-7C96313B0CE8}" presName="spacer" presStyleCnt="0"/>
      <dgm:spPr/>
    </dgm:pt>
    <dgm:pt modelId="{21200F40-E4C9-4D49-94C2-E8897A3DA3AB}" type="pres">
      <dgm:prSet presAssocID="{28274E4C-A178-4884-921C-A2105E1A1F1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586038-8FDD-4423-8CF2-CC15D2AEACD2}" type="pres">
      <dgm:prSet presAssocID="{C6142E44-8CED-4ED0-97ED-A19FBF588C33}" presName="spacer" presStyleCnt="0"/>
      <dgm:spPr/>
    </dgm:pt>
    <dgm:pt modelId="{A533CB5E-F8DD-4531-8B4F-1BF9CEDCC05C}" type="pres">
      <dgm:prSet presAssocID="{878B235A-8FCE-427F-B422-5D903541E2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94CAD2-01CE-4F1D-9F8D-2DCBA9F4A190}" type="pres">
      <dgm:prSet presAssocID="{42A1332E-214C-425C-B633-772996507A87}" presName="spacer" presStyleCnt="0"/>
      <dgm:spPr/>
    </dgm:pt>
    <dgm:pt modelId="{3D7D8DF3-C6FF-46ED-89CB-37A460D3A4B6}" type="pres">
      <dgm:prSet presAssocID="{1EFC2FB8-A1A9-4830-BCFF-3EFDC918F3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1249700-B4B5-4C78-B50B-21BE5B8761A0}" srcId="{694437CA-8714-4762-8342-14AF95BE3C2A}" destId="{878B235A-8FCE-427F-B422-5D903541E2D5}" srcOrd="2" destOrd="0" parTransId="{9D59971E-F020-456A-ABF7-5ACA816F1392}" sibTransId="{42A1332E-214C-425C-B633-772996507A87}"/>
    <dgm:cxn modelId="{90088C07-094A-40CC-BCDA-3CDDC5F86A95}" srcId="{694437CA-8714-4762-8342-14AF95BE3C2A}" destId="{28274E4C-A178-4884-921C-A2105E1A1F15}" srcOrd="1" destOrd="0" parTransId="{B5CDF65C-A826-4E65-8BE5-2308397516C2}" sibTransId="{C6142E44-8CED-4ED0-97ED-A19FBF588C33}"/>
    <dgm:cxn modelId="{D3D9B909-0A6B-49A7-8008-57DEED464538}" type="presOf" srcId="{1EFC2FB8-A1A9-4830-BCFF-3EFDC918F33C}" destId="{3D7D8DF3-C6FF-46ED-89CB-37A460D3A4B6}" srcOrd="0" destOrd="0" presId="urn:microsoft.com/office/officeart/2005/8/layout/vList2"/>
    <dgm:cxn modelId="{2F79DD8E-85DB-4887-B213-9D39DF9E3139}" type="presOf" srcId="{4F175A5A-5D30-4B63-B4EE-D95437D29CAB}" destId="{29DCCE49-0938-4FBC-B27B-D843582BE7FA}" srcOrd="0" destOrd="0" presId="urn:microsoft.com/office/officeart/2005/8/layout/vList2"/>
    <dgm:cxn modelId="{4911B79A-C1C7-412A-9385-307572CAC7BD}" type="presOf" srcId="{694437CA-8714-4762-8342-14AF95BE3C2A}" destId="{E0CBF981-BB62-47DE-8FA1-5B86E3EAA23F}" srcOrd="0" destOrd="0" presId="urn:microsoft.com/office/officeart/2005/8/layout/vList2"/>
    <dgm:cxn modelId="{77DE9BBB-0634-40A9-BFB7-B862D26A366B}" srcId="{694437CA-8714-4762-8342-14AF95BE3C2A}" destId="{1EFC2FB8-A1A9-4830-BCFF-3EFDC918F33C}" srcOrd="3" destOrd="0" parTransId="{52CDB821-EA43-4409-8569-D0B87133FCD0}" sibTransId="{0B6C45BA-128F-4412-A24C-C581993E14CE}"/>
    <dgm:cxn modelId="{20073ED5-B03E-4709-ABB4-FAC02DB07CA8}" srcId="{694437CA-8714-4762-8342-14AF95BE3C2A}" destId="{4F175A5A-5D30-4B63-B4EE-D95437D29CAB}" srcOrd="0" destOrd="0" parTransId="{097BCE86-68F8-42D5-8380-1015B6B5E497}" sibTransId="{5AD37D7C-2A2B-4B08-B34D-7C96313B0CE8}"/>
    <dgm:cxn modelId="{ADFBCDD5-6842-4359-A892-DC51EA1C886B}" type="presOf" srcId="{28274E4C-A178-4884-921C-A2105E1A1F15}" destId="{21200F40-E4C9-4D49-94C2-E8897A3DA3AB}" srcOrd="0" destOrd="0" presId="urn:microsoft.com/office/officeart/2005/8/layout/vList2"/>
    <dgm:cxn modelId="{D6954DE0-4101-4FD2-AC25-2173871203A8}" type="presOf" srcId="{878B235A-8FCE-427F-B422-5D903541E2D5}" destId="{A533CB5E-F8DD-4531-8B4F-1BF9CEDCC05C}" srcOrd="0" destOrd="0" presId="urn:microsoft.com/office/officeart/2005/8/layout/vList2"/>
    <dgm:cxn modelId="{668DA2B1-E112-4C4F-9177-60D0B2761B55}" type="presParOf" srcId="{E0CBF981-BB62-47DE-8FA1-5B86E3EAA23F}" destId="{29DCCE49-0938-4FBC-B27B-D843582BE7FA}" srcOrd="0" destOrd="0" presId="urn:microsoft.com/office/officeart/2005/8/layout/vList2"/>
    <dgm:cxn modelId="{3D70FF40-A004-4E89-A4F1-03AEBA8E96B2}" type="presParOf" srcId="{E0CBF981-BB62-47DE-8FA1-5B86E3EAA23F}" destId="{77FA8861-54F0-4B16-97DF-A664800E0A90}" srcOrd="1" destOrd="0" presId="urn:microsoft.com/office/officeart/2005/8/layout/vList2"/>
    <dgm:cxn modelId="{7E336DD5-36EA-4804-93BE-81E070CBAA58}" type="presParOf" srcId="{E0CBF981-BB62-47DE-8FA1-5B86E3EAA23F}" destId="{21200F40-E4C9-4D49-94C2-E8897A3DA3AB}" srcOrd="2" destOrd="0" presId="urn:microsoft.com/office/officeart/2005/8/layout/vList2"/>
    <dgm:cxn modelId="{362AD150-3403-4323-A5DA-B454358E378F}" type="presParOf" srcId="{E0CBF981-BB62-47DE-8FA1-5B86E3EAA23F}" destId="{08586038-8FDD-4423-8CF2-CC15D2AEACD2}" srcOrd="3" destOrd="0" presId="urn:microsoft.com/office/officeart/2005/8/layout/vList2"/>
    <dgm:cxn modelId="{0D3148EC-65C3-4E84-8102-081A8A34E9AC}" type="presParOf" srcId="{E0CBF981-BB62-47DE-8FA1-5B86E3EAA23F}" destId="{A533CB5E-F8DD-4531-8B4F-1BF9CEDCC05C}" srcOrd="4" destOrd="0" presId="urn:microsoft.com/office/officeart/2005/8/layout/vList2"/>
    <dgm:cxn modelId="{09899636-BB05-4018-A05F-8E522A34A71A}" type="presParOf" srcId="{E0CBF981-BB62-47DE-8FA1-5B86E3EAA23F}" destId="{4394CAD2-01CE-4F1D-9F8D-2DCBA9F4A190}" srcOrd="5" destOrd="0" presId="urn:microsoft.com/office/officeart/2005/8/layout/vList2"/>
    <dgm:cxn modelId="{EEE51476-5011-4486-A15F-06B20AF38D62}" type="presParOf" srcId="{E0CBF981-BB62-47DE-8FA1-5B86E3EAA23F}" destId="{3D7D8DF3-C6FF-46ED-89CB-37A460D3A4B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E9ACA455-B37F-4E82-8CD6-411B135E36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6C9433-7D2F-4288-82FE-B54CE0E41920}">
      <dgm:prSet/>
      <dgm:spPr/>
      <dgm:t>
        <a:bodyPr/>
        <a:lstStyle/>
        <a:p>
          <a:r>
            <a:rPr lang="ru-RU" b="0" i="0"/>
            <a:t>Земський союз</a:t>
          </a:r>
          <a:endParaRPr lang="uk-UA"/>
        </a:p>
      </dgm:t>
    </dgm:pt>
    <dgm:pt modelId="{9268207C-4C2E-41DD-AC02-CDB5221D8C59}" type="parTrans" cxnId="{DF26FB24-6176-4157-B676-D62AE20BFEAB}">
      <dgm:prSet/>
      <dgm:spPr/>
      <dgm:t>
        <a:bodyPr/>
        <a:lstStyle/>
        <a:p>
          <a:endParaRPr lang="uk-UA"/>
        </a:p>
      </dgm:t>
    </dgm:pt>
    <dgm:pt modelId="{2A62DE67-B787-45CA-84CB-5C001D8CFD71}" type="sibTrans" cxnId="{DF26FB24-6176-4157-B676-D62AE20BFEAB}">
      <dgm:prSet/>
      <dgm:spPr/>
      <dgm:t>
        <a:bodyPr/>
        <a:lstStyle/>
        <a:p>
          <a:endParaRPr lang="uk-UA"/>
        </a:p>
      </dgm:t>
    </dgm:pt>
    <dgm:pt modelId="{F84A440E-6543-4D68-8431-F5ED574423DA}">
      <dgm:prSet/>
      <dgm:spPr/>
      <dgm:t>
        <a:bodyPr/>
        <a:lstStyle/>
        <a:p>
          <a:r>
            <a:rPr lang="ru-RU" b="0" i="0"/>
            <a:t>Союз визволення України</a:t>
          </a:r>
          <a:endParaRPr lang="uk-UA"/>
        </a:p>
      </dgm:t>
    </dgm:pt>
    <dgm:pt modelId="{CBA91C06-214A-44D3-8A48-41571E6D9372}" type="parTrans" cxnId="{536AAA8B-C481-452F-A1B4-B05418651495}">
      <dgm:prSet/>
      <dgm:spPr/>
      <dgm:t>
        <a:bodyPr/>
        <a:lstStyle/>
        <a:p>
          <a:endParaRPr lang="uk-UA"/>
        </a:p>
      </dgm:t>
    </dgm:pt>
    <dgm:pt modelId="{4EE580B7-8756-4B80-B5F8-2FD003EF834F}" type="sibTrans" cxnId="{536AAA8B-C481-452F-A1B4-B05418651495}">
      <dgm:prSet/>
      <dgm:spPr/>
      <dgm:t>
        <a:bodyPr/>
        <a:lstStyle/>
        <a:p>
          <a:endParaRPr lang="uk-UA"/>
        </a:p>
      </dgm:t>
    </dgm:pt>
    <dgm:pt modelId="{4BDE282B-7C3D-43E1-A6F9-7BF0644E0C2C}">
      <dgm:prSet/>
      <dgm:spPr/>
      <dgm:t>
        <a:bodyPr/>
        <a:lstStyle/>
        <a:p>
          <a:r>
            <a:rPr lang="ru-RU" b="0" i="0"/>
            <a:t>Карпато-руський визвольний комітет</a:t>
          </a:r>
          <a:endParaRPr lang="uk-UA"/>
        </a:p>
      </dgm:t>
    </dgm:pt>
    <dgm:pt modelId="{7A3FC560-4575-4436-B604-73586E183339}" type="parTrans" cxnId="{8F61BF55-E1CF-4011-84C7-2F57B746B421}">
      <dgm:prSet/>
      <dgm:spPr/>
      <dgm:t>
        <a:bodyPr/>
        <a:lstStyle/>
        <a:p>
          <a:endParaRPr lang="uk-UA"/>
        </a:p>
      </dgm:t>
    </dgm:pt>
    <dgm:pt modelId="{7904ABED-46EB-4E09-985C-8E3107714FD4}" type="sibTrans" cxnId="{8F61BF55-E1CF-4011-84C7-2F57B746B421}">
      <dgm:prSet/>
      <dgm:spPr/>
      <dgm:t>
        <a:bodyPr/>
        <a:lstStyle/>
        <a:p>
          <a:endParaRPr lang="uk-UA"/>
        </a:p>
      </dgm:t>
    </dgm:pt>
    <dgm:pt modelId="{3A56FF3E-7C89-4321-A0F7-948DB08474A6}">
      <dgm:prSet/>
      <dgm:spPr/>
      <dgm:t>
        <a:bodyPr/>
        <a:lstStyle/>
        <a:p>
          <a:r>
            <a:rPr lang="ru-RU" b="0" i="0"/>
            <a:t>Товариство українських поступовців</a:t>
          </a:r>
          <a:endParaRPr lang="uk-UA"/>
        </a:p>
      </dgm:t>
    </dgm:pt>
    <dgm:pt modelId="{DF7F80B9-E0BE-4074-A4F8-01B7F22E1D92}" type="parTrans" cxnId="{493C8AF1-CBED-4A70-916E-C8D322B57DC0}">
      <dgm:prSet/>
      <dgm:spPr/>
      <dgm:t>
        <a:bodyPr/>
        <a:lstStyle/>
        <a:p>
          <a:endParaRPr lang="uk-UA"/>
        </a:p>
      </dgm:t>
    </dgm:pt>
    <dgm:pt modelId="{36420399-FB17-4ED9-9B31-C585AE7B5480}" type="sibTrans" cxnId="{493C8AF1-CBED-4A70-916E-C8D322B57DC0}">
      <dgm:prSet/>
      <dgm:spPr/>
      <dgm:t>
        <a:bodyPr/>
        <a:lstStyle/>
        <a:p>
          <a:endParaRPr lang="uk-UA"/>
        </a:p>
      </dgm:t>
    </dgm:pt>
    <dgm:pt modelId="{9FB659E9-E03B-4AD3-81B1-265C1B27AC2C}" type="pres">
      <dgm:prSet presAssocID="{E9ACA455-B37F-4E82-8CD6-411B135E361C}" presName="linear" presStyleCnt="0">
        <dgm:presLayoutVars>
          <dgm:animLvl val="lvl"/>
          <dgm:resizeHandles val="exact"/>
        </dgm:presLayoutVars>
      </dgm:prSet>
      <dgm:spPr/>
    </dgm:pt>
    <dgm:pt modelId="{DF2FB25B-F239-430D-9D88-6B5151A99856}" type="pres">
      <dgm:prSet presAssocID="{416C9433-7D2F-4288-82FE-B54CE0E4192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54245D-0097-4465-9B37-62AD2552B6EE}" type="pres">
      <dgm:prSet presAssocID="{2A62DE67-B787-45CA-84CB-5C001D8CFD71}" presName="spacer" presStyleCnt="0"/>
      <dgm:spPr/>
    </dgm:pt>
    <dgm:pt modelId="{FC0B2BE9-F769-4B49-8D24-096783D9E543}" type="pres">
      <dgm:prSet presAssocID="{F84A440E-6543-4D68-8431-F5ED574423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C70946B-E698-4F9D-AF1A-38FC8EDF9F29}" type="pres">
      <dgm:prSet presAssocID="{4EE580B7-8756-4B80-B5F8-2FD003EF834F}" presName="spacer" presStyleCnt="0"/>
      <dgm:spPr/>
    </dgm:pt>
    <dgm:pt modelId="{F24BF947-34C8-4A9A-B0A6-4311BB96FBE7}" type="pres">
      <dgm:prSet presAssocID="{4BDE282B-7C3D-43E1-A6F9-7BF0644E0C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BFB719-0600-4B46-AFF3-A4988B2B3138}" type="pres">
      <dgm:prSet presAssocID="{7904ABED-46EB-4E09-985C-8E3107714FD4}" presName="spacer" presStyleCnt="0"/>
      <dgm:spPr/>
    </dgm:pt>
    <dgm:pt modelId="{57854407-682C-49BA-8616-C1462BC6866A}" type="pres">
      <dgm:prSet presAssocID="{3A56FF3E-7C89-4321-A0F7-948DB08474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26FB24-6176-4157-B676-D62AE20BFEAB}" srcId="{E9ACA455-B37F-4E82-8CD6-411B135E361C}" destId="{416C9433-7D2F-4288-82FE-B54CE0E41920}" srcOrd="0" destOrd="0" parTransId="{9268207C-4C2E-41DD-AC02-CDB5221D8C59}" sibTransId="{2A62DE67-B787-45CA-84CB-5C001D8CFD71}"/>
    <dgm:cxn modelId="{DFAF8E5D-DA4A-44F8-BADF-78AD24DDD1B1}" type="presOf" srcId="{E9ACA455-B37F-4E82-8CD6-411B135E361C}" destId="{9FB659E9-E03B-4AD3-81B1-265C1B27AC2C}" srcOrd="0" destOrd="0" presId="urn:microsoft.com/office/officeart/2005/8/layout/vList2"/>
    <dgm:cxn modelId="{772A2E48-C3A5-49F9-9D21-691B05A872EE}" type="presOf" srcId="{4BDE282B-7C3D-43E1-A6F9-7BF0644E0C2C}" destId="{F24BF947-34C8-4A9A-B0A6-4311BB96FBE7}" srcOrd="0" destOrd="0" presId="urn:microsoft.com/office/officeart/2005/8/layout/vList2"/>
    <dgm:cxn modelId="{8F61BF55-E1CF-4011-84C7-2F57B746B421}" srcId="{E9ACA455-B37F-4E82-8CD6-411B135E361C}" destId="{4BDE282B-7C3D-43E1-A6F9-7BF0644E0C2C}" srcOrd="2" destOrd="0" parTransId="{7A3FC560-4575-4436-B604-73586E183339}" sibTransId="{7904ABED-46EB-4E09-985C-8E3107714FD4}"/>
    <dgm:cxn modelId="{536AAA8B-C481-452F-A1B4-B05418651495}" srcId="{E9ACA455-B37F-4E82-8CD6-411B135E361C}" destId="{F84A440E-6543-4D68-8431-F5ED574423DA}" srcOrd="1" destOrd="0" parTransId="{CBA91C06-214A-44D3-8A48-41571E6D9372}" sibTransId="{4EE580B7-8756-4B80-B5F8-2FD003EF834F}"/>
    <dgm:cxn modelId="{72465697-88EB-4D31-A521-167838BDF676}" type="presOf" srcId="{F84A440E-6543-4D68-8431-F5ED574423DA}" destId="{FC0B2BE9-F769-4B49-8D24-096783D9E543}" srcOrd="0" destOrd="0" presId="urn:microsoft.com/office/officeart/2005/8/layout/vList2"/>
    <dgm:cxn modelId="{7A1E7FBD-D4CA-4083-B496-28383F6E0F1A}" type="presOf" srcId="{3A56FF3E-7C89-4321-A0F7-948DB08474A6}" destId="{57854407-682C-49BA-8616-C1462BC6866A}" srcOrd="0" destOrd="0" presId="urn:microsoft.com/office/officeart/2005/8/layout/vList2"/>
    <dgm:cxn modelId="{D25369E4-0988-4664-AC6F-EBCAA271762C}" type="presOf" srcId="{416C9433-7D2F-4288-82FE-B54CE0E41920}" destId="{DF2FB25B-F239-430D-9D88-6B5151A99856}" srcOrd="0" destOrd="0" presId="urn:microsoft.com/office/officeart/2005/8/layout/vList2"/>
    <dgm:cxn modelId="{493C8AF1-CBED-4A70-916E-C8D322B57DC0}" srcId="{E9ACA455-B37F-4E82-8CD6-411B135E361C}" destId="{3A56FF3E-7C89-4321-A0F7-948DB08474A6}" srcOrd="3" destOrd="0" parTransId="{DF7F80B9-E0BE-4074-A4F8-01B7F22E1D92}" sibTransId="{36420399-FB17-4ED9-9B31-C585AE7B5480}"/>
    <dgm:cxn modelId="{4E681A63-3907-4A9E-ADDA-8309B6631883}" type="presParOf" srcId="{9FB659E9-E03B-4AD3-81B1-265C1B27AC2C}" destId="{DF2FB25B-F239-430D-9D88-6B5151A99856}" srcOrd="0" destOrd="0" presId="urn:microsoft.com/office/officeart/2005/8/layout/vList2"/>
    <dgm:cxn modelId="{35E04ED6-AF33-4AC3-BF79-57A401F5D998}" type="presParOf" srcId="{9FB659E9-E03B-4AD3-81B1-265C1B27AC2C}" destId="{CF54245D-0097-4465-9B37-62AD2552B6EE}" srcOrd="1" destOrd="0" presId="urn:microsoft.com/office/officeart/2005/8/layout/vList2"/>
    <dgm:cxn modelId="{C156887E-F7C9-4A49-BCAD-89DC7EB204DB}" type="presParOf" srcId="{9FB659E9-E03B-4AD3-81B1-265C1B27AC2C}" destId="{FC0B2BE9-F769-4B49-8D24-096783D9E543}" srcOrd="2" destOrd="0" presId="urn:microsoft.com/office/officeart/2005/8/layout/vList2"/>
    <dgm:cxn modelId="{ED0AEB63-5526-458E-8CD5-E9352152F566}" type="presParOf" srcId="{9FB659E9-E03B-4AD3-81B1-265C1B27AC2C}" destId="{1C70946B-E698-4F9D-AF1A-38FC8EDF9F29}" srcOrd="3" destOrd="0" presId="urn:microsoft.com/office/officeart/2005/8/layout/vList2"/>
    <dgm:cxn modelId="{2B013517-642B-4DD2-B887-F8042B23818E}" type="presParOf" srcId="{9FB659E9-E03B-4AD3-81B1-265C1B27AC2C}" destId="{F24BF947-34C8-4A9A-B0A6-4311BB96FBE7}" srcOrd="4" destOrd="0" presId="urn:microsoft.com/office/officeart/2005/8/layout/vList2"/>
    <dgm:cxn modelId="{8495843A-4C89-4D4F-AEF7-9827477D36C2}" type="presParOf" srcId="{9FB659E9-E03B-4AD3-81B1-265C1B27AC2C}" destId="{08BFB719-0600-4B46-AFF3-A4988B2B3138}" srcOrd="5" destOrd="0" presId="urn:microsoft.com/office/officeart/2005/8/layout/vList2"/>
    <dgm:cxn modelId="{7305ACBE-5797-4603-8E44-946FFFF909EE}" type="presParOf" srcId="{9FB659E9-E03B-4AD3-81B1-265C1B27AC2C}" destId="{57854407-682C-49BA-8616-C1462BC686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492FD46B-4328-4E70-B727-2CAE60E933A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F692F5F-8CE0-45CC-8C52-E750BED24847}">
      <dgm:prSet/>
      <dgm:spPr/>
      <dgm:t>
        <a:bodyPr/>
        <a:lstStyle/>
        <a:p>
          <a:r>
            <a:rPr lang="ru-RU" b="0" i="0"/>
            <a:t>Г. Бобринський</a:t>
          </a:r>
          <a:endParaRPr lang="uk-UA"/>
        </a:p>
      </dgm:t>
    </dgm:pt>
    <dgm:pt modelId="{F97E81D9-1ADF-485E-80DB-441B963A151A}" type="parTrans" cxnId="{9B2C25FD-1F27-49AE-8CEE-D9D1B72AF159}">
      <dgm:prSet/>
      <dgm:spPr/>
      <dgm:t>
        <a:bodyPr/>
        <a:lstStyle/>
        <a:p>
          <a:endParaRPr lang="uk-UA"/>
        </a:p>
      </dgm:t>
    </dgm:pt>
    <dgm:pt modelId="{D7C5B7FF-6D40-4E9E-BC8D-2EF8C336D4F8}" type="sibTrans" cxnId="{9B2C25FD-1F27-49AE-8CEE-D9D1B72AF159}">
      <dgm:prSet/>
      <dgm:spPr/>
      <dgm:t>
        <a:bodyPr/>
        <a:lstStyle/>
        <a:p>
          <a:endParaRPr lang="uk-UA"/>
        </a:p>
      </dgm:t>
    </dgm:pt>
    <dgm:pt modelId="{BEECCB35-EF24-4877-8986-7C15B30EAA58}">
      <dgm:prSet/>
      <dgm:spPr/>
      <dgm:t>
        <a:bodyPr/>
        <a:lstStyle/>
        <a:p>
          <a:r>
            <a:rPr lang="ru-RU" b="0" i="0"/>
            <a:t>Є. Чикаленко</a:t>
          </a:r>
          <a:endParaRPr lang="uk-UA"/>
        </a:p>
      </dgm:t>
    </dgm:pt>
    <dgm:pt modelId="{AE0238A0-0453-4ADD-8C2E-A91097609AB8}" type="parTrans" cxnId="{F3C2CF77-BFA6-435E-B245-F3A85016D11F}">
      <dgm:prSet/>
      <dgm:spPr/>
      <dgm:t>
        <a:bodyPr/>
        <a:lstStyle/>
        <a:p>
          <a:endParaRPr lang="uk-UA"/>
        </a:p>
      </dgm:t>
    </dgm:pt>
    <dgm:pt modelId="{1288CE50-F491-48A9-B199-7BE9504DCF82}" type="sibTrans" cxnId="{F3C2CF77-BFA6-435E-B245-F3A85016D11F}">
      <dgm:prSet/>
      <dgm:spPr/>
      <dgm:t>
        <a:bodyPr/>
        <a:lstStyle/>
        <a:p>
          <a:endParaRPr lang="uk-UA"/>
        </a:p>
      </dgm:t>
    </dgm:pt>
    <dgm:pt modelId="{38571D7B-3B4B-46FE-9AA6-FB994F8CB38F}">
      <dgm:prSet/>
      <dgm:spPr/>
      <dgm:t>
        <a:bodyPr/>
        <a:lstStyle/>
        <a:p>
          <a:r>
            <a:rPr lang="ru-RU" b="0" i="0"/>
            <a:t>М. Міхновський</a:t>
          </a:r>
          <a:endParaRPr lang="uk-UA"/>
        </a:p>
      </dgm:t>
    </dgm:pt>
    <dgm:pt modelId="{40305916-6CC9-4DCF-824A-DDE31CFFB36A}" type="parTrans" cxnId="{D8751294-96DC-48CF-BDE0-62A142DCE821}">
      <dgm:prSet/>
      <dgm:spPr/>
      <dgm:t>
        <a:bodyPr/>
        <a:lstStyle/>
        <a:p>
          <a:endParaRPr lang="uk-UA"/>
        </a:p>
      </dgm:t>
    </dgm:pt>
    <dgm:pt modelId="{F9DCA080-1EC0-4407-A0C3-403E1728B10D}" type="sibTrans" cxnId="{D8751294-96DC-48CF-BDE0-62A142DCE821}">
      <dgm:prSet/>
      <dgm:spPr/>
      <dgm:t>
        <a:bodyPr/>
        <a:lstStyle/>
        <a:p>
          <a:endParaRPr lang="uk-UA"/>
        </a:p>
      </dgm:t>
    </dgm:pt>
    <dgm:pt modelId="{06FE58F0-2DD5-4F99-B129-5D6BB247978A}">
      <dgm:prSet/>
      <dgm:spPr/>
      <dgm:t>
        <a:bodyPr/>
        <a:lstStyle/>
        <a:p>
          <a:r>
            <a:rPr lang="ru-RU" b="0" i="0"/>
            <a:t>К. Левицький</a:t>
          </a:r>
          <a:endParaRPr lang="uk-UA"/>
        </a:p>
      </dgm:t>
    </dgm:pt>
    <dgm:pt modelId="{32A9402C-6F93-42F0-AF9B-C658101D992B}" type="parTrans" cxnId="{7D80D2F4-E112-4492-AA78-4978DF7493FB}">
      <dgm:prSet/>
      <dgm:spPr/>
      <dgm:t>
        <a:bodyPr/>
        <a:lstStyle/>
        <a:p>
          <a:endParaRPr lang="uk-UA"/>
        </a:p>
      </dgm:t>
    </dgm:pt>
    <dgm:pt modelId="{10B6A579-96D2-4552-86D3-EFA9F3DAD8B6}" type="sibTrans" cxnId="{7D80D2F4-E112-4492-AA78-4978DF7493FB}">
      <dgm:prSet/>
      <dgm:spPr/>
      <dgm:t>
        <a:bodyPr/>
        <a:lstStyle/>
        <a:p>
          <a:endParaRPr lang="uk-UA"/>
        </a:p>
      </dgm:t>
    </dgm:pt>
    <dgm:pt modelId="{B724337B-0FBF-47C3-BF86-17915553717E}" type="pres">
      <dgm:prSet presAssocID="{492FD46B-4328-4E70-B727-2CAE60E933AF}" presName="matrix" presStyleCnt="0">
        <dgm:presLayoutVars>
          <dgm:chMax val="1"/>
          <dgm:dir/>
          <dgm:resizeHandles val="exact"/>
        </dgm:presLayoutVars>
      </dgm:prSet>
      <dgm:spPr/>
    </dgm:pt>
    <dgm:pt modelId="{E17C9206-9D7F-4AC2-B02B-AE890CC1621E}" type="pres">
      <dgm:prSet presAssocID="{492FD46B-4328-4E70-B727-2CAE60E933AF}" presName="diamond" presStyleLbl="bgShp" presStyleIdx="0" presStyleCnt="1"/>
      <dgm:spPr/>
    </dgm:pt>
    <dgm:pt modelId="{F4C5352C-12C2-488F-AC79-8CE1BF6D9AFC}" type="pres">
      <dgm:prSet presAssocID="{492FD46B-4328-4E70-B727-2CAE60E933A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5CD78EC-D403-4AA5-90F8-7C9DD49F7A5B}" type="pres">
      <dgm:prSet presAssocID="{492FD46B-4328-4E70-B727-2CAE60E933A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8D432CD-5D06-422F-8888-71EB5FABFFC4}" type="pres">
      <dgm:prSet presAssocID="{492FD46B-4328-4E70-B727-2CAE60E933A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2DD4D23-C45C-4174-9562-F7E3205C0F46}" type="pres">
      <dgm:prSet presAssocID="{492FD46B-4328-4E70-B727-2CAE60E933A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0045063-5738-4798-89F7-D9FD017039D3}" type="presOf" srcId="{492FD46B-4328-4E70-B727-2CAE60E933AF}" destId="{B724337B-0FBF-47C3-BF86-17915553717E}" srcOrd="0" destOrd="0" presId="urn:microsoft.com/office/officeart/2005/8/layout/matrix3"/>
    <dgm:cxn modelId="{4381716C-7946-41A4-B7A2-6C299E125F05}" type="presOf" srcId="{06FE58F0-2DD5-4F99-B129-5D6BB247978A}" destId="{D2DD4D23-C45C-4174-9562-F7E3205C0F46}" srcOrd="0" destOrd="0" presId="urn:microsoft.com/office/officeart/2005/8/layout/matrix3"/>
    <dgm:cxn modelId="{F3C2CF77-BFA6-435E-B245-F3A85016D11F}" srcId="{492FD46B-4328-4E70-B727-2CAE60E933AF}" destId="{BEECCB35-EF24-4877-8986-7C15B30EAA58}" srcOrd="1" destOrd="0" parTransId="{AE0238A0-0453-4ADD-8C2E-A91097609AB8}" sibTransId="{1288CE50-F491-48A9-B199-7BE9504DCF82}"/>
    <dgm:cxn modelId="{D8751294-96DC-48CF-BDE0-62A142DCE821}" srcId="{492FD46B-4328-4E70-B727-2CAE60E933AF}" destId="{38571D7B-3B4B-46FE-9AA6-FB994F8CB38F}" srcOrd="2" destOrd="0" parTransId="{40305916-6CC9-4DCF-824A-DDE31CFFB36A}" sibTransId="{F9DCA080-1EC0-4407-A0C3-403E1728B10D}"/>
    <dgm:cxn modelId="{7A8A82A9-26DD-4B0D-9DB1-45184FCD5AF6}" type="presOf" srcId="{BEECCB35-EF24-4877-8986-7C15B30EAA58}" destId="{95CD78EC-D403-4AA5-90F8-7C9DD49F7A5B}" srcOrd="0" destOrd="0" presId="urn:microsoft.com/office/officeart/2005/8/layout/matrix3"/>
    <dgm:cxn modelId="{CA9E23D5-F971-476E-9400-D62A513B7171}" type="presOf" srcId="{38571D7B-3B4B-46FE-9AA6-FB994F8CB38F}" destId="{68D432CD-5D06-422F-8888-71EB5FABFFC4}" srcOrd="0" destOrd="0" presId="urn:microsoft.com/office/officeart/2005/8/layout/matrix3"/>
    <dgm:cxn modelId="{C780B7D5-23E8-4B27-B3A7-B1B2C518C813}" type="presOf" srcId="{DF692F5F-8CE0-45CC-8C52-E750BED24847}" destId="{F4C5352C-12C2-488F-AC79-8CE1BF6D9AFC}" srcOrd="0" destOrd="0" presId="urn:microsoft.com/office/officeart/2005/8/layout/matrix3"/>
    <dgm:cxn modelId="{7D80D2F4-E112-4492-AA78-4978DF7493FB}" srcId="{492FD46B-4328-4E70-B727-2CAE60E933AF}" destId="{06FE58F0-2DD5-4F99-B129-5D6BB247978A}" srcOrd="3" destOrd="0" parTransId="{32A9402C-6F93-42F0-AF9B-C658101D992B}" sibTransId="{10B6A579-96D2-4552-86D3-EFA9F3DAD8B6}"/>
    <dgm:cxn modelId="{9B2C25FD-1F27-49AE-8CEE-D9D1B72AF159}" srcId="{492FD46B-4328-4E70-B727-2CAE60E933AF}" destId="{DF692F5F-8CE0-45CC-8C52-E750BED24847}" srcOrd="0" destOrd="0" parTransId="{F97E81D9-1ADF-485E-80DB-441B963A151A}" sibTransId="{D7C5B7FF-6D40-4E9E-BC8D-2EF8C336D4F8}"/>
    <dgm:cxn modelId="{411BF78E-1393-4D69-B9C1-9FCFD0CB39D6}" type="presParOf" srcId="{B724337B-0FBF-47C3-BF86-17915553717E}" destId="{E17C9206-9D7F-4AC2-B02B-AE890CC1621E}" srcOrd="0" destOrd="0" presId="urn:microsoft.com/office/officeart/2005/8/layout/matrix3"/>
    <dgm:cxn modelId="{2A8A7C3E-4C3D-4598-A43E-3E616AF18489}" type="presParOf" srcId="{B724337B-0FBF-47C3-BF86-17915553717E}" destId="{F4C5352C-12C2-488F-AC79-8CE1BF6D9AFC}" srcOrd="1" destOrd="0" presId="urn:microsoft.com/office/officeart/2005/8/layout/matrix3"/>
    <dgm:cxn modelId="{89EB5978-C5E0-4FED-8A12-18367173726C}" type="presParOf" srcId="{B724337B-0FBF-47C3-BF86-17915553717E}" destId="{95CD78EC-D403-4AA5-90F8-7C9DD49F7A5B}" srcOrd="2" destOrd="0" presId="urn:microsoft.com/office/officeart/2005/8/layout/matrix3"/>
    <dgm:cxn modelId="{55CD45C9-18F6-452D-997A-B5EDFD83C8A9}" type="presParOf" srcId="{B724337B-0FBF-47C3-BF86-17915553717E}" destId="{68D432CD-5D06-422F-8888-71EB5FABFFC4}" srcOrd="3" destOrd="0" presId="urn:microsoft.com/office/officeart/2005/8/layout/matrix3"/>
    <dgm:cxn modelId="{A8D5DBC8-67C0-4243-B537-FE6708F933E4}" type="presParOf" srcId="{B724337B-0FBF-47C3-BF86-17915553717E}" destId="{D2DD4D23-C45C-4174-9562-F7E3205C0F4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75EEDE61-476E-4C9B-975E-14638FA792C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9BD8697-7EA3-45EF-AA86-90406B92E3EE}">
      <dgm:prSet/>
      <dgm:spPr/>
      <dgm:t>
        <a:bodyPr/>
        <a:lstStyle/>
        <a:p>
          <a:r>
            <a:rPr lang="uk-UA" b="0" i="0"/>
            <a:t>один з організаторів Союзу визволення України</a:t>
          </a:r>
          <a:endParaRPr lang="uk-UA"/>
        </a:p>
      </dgm:t>
    </dgm:pt>
    <dgm:pt modelId="{66E0638A-E20B-417B-B2BF-75FCDB0D64EE}" type="parTrans" cxnId="{81C9476A-48B2-4C89-92FE-4F7AF27CC7F4}">
      <dgm:prSet/>
      <dgm:spPr/>
      <dgm:t>
        <a:bodyPr/>
        <a:lstStyle/>
        <a:p>
          <a:endParaRPr lang="uk-UA"/>
        </a:p>
      </dgm:t>
    </dgm:pt>
    <dgm:pt modelId="{2C7BC56F-E7F2-4E43-94BC-E8F8A1456EF6}" type="sibTrans" cxnId="{81C9476A-48B2-4C89-92FE-4F7AF27CC7F4}">
      <dgm:prSet/>
      <dgm:spPr/>
      <dgm:t>
        <a:bodyPr/>
        <a:lstStyle/>
        <a:p>
          <a:endParaRPr lang="uk-UA"/>
        </a:p>
      </dgm:t>
    </dgm:pt>
    <dgm:pt modelId="{0AAA818A-C5A7-4A0F-BF90-9605D479A7EB}">
      <dgm:prSet/>
      <dgm:spPr/>
      <dgm:t>
        <a:bodyPr/>
        <a:lstStyle/>
        <a:p>
          <a:r>
            <a:rPr lang="uk-UA" b="0" i="0"/>
            <a:t>фундатор Української народної партії (УНП)</a:t>
          </a:r>
          <a:endParaRPr lang="uk-UA"/>
        </a:p>
      </dgm:t>
    </dgm:pt>
    <dgm:pt modelId="{9AC9C11B-EED1-4E9D-9525-D72A2155EA65}" type="parTrans" cxnId="{8CFC4F83-75FC-410B-831C-BD56C4E0119C}">
      <dgm:prSet/>
      <dgm:spPr/>
      <dgm:t>
        <a:bodyPr/>
        <a:lstStyle/>
        <a:p>
          <a:endParaRPr lang="uk-UA"/>
        </a:p>
      </dgm:t>
    </dgm:pt>
    <dgm:pt modelId="{88465AC8-945B-4D9C-AEE3-3A85EC9D145A}" type="sibTrans" cxnId="{8CFC4F83-75FC-410B-831C-BD56C4E0119C}">
      <dgm:prSet/>
      <dgm:spPr/>
      <dgm:t>
        <a:bodyPr/>
        <a:lstStyle/>
        <a:p>
          <a:endParaRPr lang="uk-UA"/>
        </a:p>
      </dgm:t>
    </dgm:pt>
    <dgm:pt modelId="{0F7E11C3-05C2-4E10-A523-8D26E698FADC}">
      <dgm:prSet/>
      <dgm:spPr/>
      <dgm:t>
        <a:bodyPr/>
        <a:lstStyle/>
        <a:p>
          <a:r>
            <a:rPr lang="uk-UA" b="0" i="0"/>
            <a:t>засновник київських газет «Громадська думка» і «Рада»</a:t>
          </a:r>
          <a:endParaRPr lang="uk-UA"/>
        </a:p>
      </dgm:t>
    </dgm:pt>
    <dgm:pt modelId="{FA4C24E2-8389-4B39-AA5E-309E982A1EDB}" type="parTrans" cxnId="{1BCB8F9D-052E-47B4-95D0-E89068197EEA}">
      <dgm:prSet/>
      <dgm:spPr/>
      <dgm:t>
        <a:bodyPr/>
        <a:lstStyle/>
        <a:p>
          <a:endParaRPr lang="uk-UA"/>
        </a:p>
      </dgm:t>
    </dgm:pt>
    <dgm:pt modelId="{B2955713-4440-4589-9395-23DD05AD8985}" type="sibTrans" cxnId="{1BCB8F9D-052E-47B4-95D0-E89068197EEA}">
      <dgm:prSet/>
      <dgm:spPr/>
      <dgm:t>
        <a:bodyPr/>
        <a:lstStyle/>
        <a:p>
          <a:endParaRPr lang="uk-UA"/>
        </a:p>
      </dgm:t>
    </dgm:pt>
    <dgm:pt modelId="{60C54E73-AAC3-443C-8B43-75800971D97E}">
      <dgm:prSet/>
      <dgm:spPr/>
      <dgm:t>
        <a:bodyPr/>
        <a:lstStyle/>
        <a:p>
          <a:r>
            <a:rPr lang="uk-UA" b="0" i="0"/>
            <a:t>Галицько-Буковинський генерал-губернатор у 1914–1915 рр.</a:t>
          </a:r>
          <a:endParaRPr lang="uk-UA"/>
        </a:p>
      </dgm:t>
    </dgm:pt>
    <dgm:pt modelId="{629C8A48-6BC7-46E2-9AEA-5031CEB0CBF6}" type="parTrans" cxnId="{C9584196-9203-4AA2-B34A-DF42FE7E93FB}">
      <dgm:prSet/>
      <dgm:spPr/>
      <dgm:t>
        <a:bodyPr/>
        <a:lstStyle/>
        <a:p>
          <a:endParaRPr lang="uk-UA"/>
        </a:p>
      </dgm:t>
    </dgm:pt>
    <dgm:pt modelId="{ADE5837D-B305-4495-AC45-BC429694CB82}" type="sibTrans" cxnId="{C9584196-9203-4AA2-B34A-DF42FE7E93FB}">
      <dgm:prSet/>
      <dgm:spPr/>
      <dgm:t>
        <a:bodyPr/>
        <a:lstStyle/>
        <a:p>
          <a:endParaRPr lang="uk-UA"/>
        </a:p>
      </dgm:t>
    </dgm:pt>
    <dgm:pt modelId="{6FD107E8-C6BB-44BB-BB5D-239369C240A1}">
      <dgm:prSet/>
      <dgm:spPr/>
      <dgm:t>
        <a:bodyPr/>
        <a:lstStyle/>
        <a:p>
          <a:r>
            <a:rPr lang="uk-UA" b="0" i="0"/>
            <a:t>голова Головної української ради</a:t>
          </a:r>
          <a:endParaRPr lang="uk-UA"/>
        </a:p>
      </dgm:t>
    </dgm:pt>
    <dgm:pt modelId="{9BAA17C9-E43F-41A7-845B-126E83ED3B16}" type="parTrans" cxnId="{7BB357C7-826C-479B-A011-0DD83CEA524B}">
      <dgm:prSet/>
      <dgm:spPr/>
      <dgm:t>
        <a:bodyPr/>
        <a:lstStyle/>
        <a:p>
          <a:endParaRPr lang="uk-UA"/>
        </a:p>
      </dgm:t>
    </dgm:pt>
    <dgm:pt modelId="{5621D449-AC84-4616-ADCF-2F7CDA558A99}" type="sibTrans" cxnId="{7BB357C7-826C-479B-A011-0DD83CEA524B}">
      <dgm:prSet/>
      <dgm:spPr/>
      <dgm:t>
        <a:bodyPr/>
        <a:lstStyle/>
        <a:p>
          <a:endParaRPr lang="uk-UA"/>
        </a:p>
      </dgm:t>
    </dgm:pt>
    <dgm:pt modelId="{4B7DF60B-98BB-46DA-B09C-141E9E990665}" type="pres">
      <dgm:prSet presAssocID="{75EEDE61-476E-4C9B-975E-14638FA792C3}" presName="linear" presStyleCnt="0">
        <dgm:presLayoutVars>
          <dgm:animLvl val="lvl"/>
          <dgm:resizeHandles val="exact"/>
        </dgm:presLayoutVars>
      </dgm:prSet>
      <dgm:spPr/>
    </dgm:pt>
    <dgm:pt modelId="{69D061EE-5669-477E-9D63-03F31A3FE137}" type="pres">
      <dgm:prSet presAssocID="{A9BD8697-7EA3-45EF-AA86-90406B92E3E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1EB06B9-6E6A-48F4-9183-E6BDBE6F317F}" type="pres">
      <dgm:prSet presAssocID="{2C7BC56F-E7F2-4E43-94BC-E8F8A1456EF6}" presName="spacer" presStyleCnt="0"/>
      <dgm:spPr/>
    </dgm:pt>
    <dgm:pt modelId="{69533D15-F442-4CD8-8CFF-408B31D6DD63}" type="pres">
      <dgm:prSet presAssocID="{0AAA818A-C5A7-4A0F-BF90-9605D479A7E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C54D66E-9702-401F-A599-675DF1522674}" type="pres">
      <dgm:prSet presAssocID="{88465AC8-945B-4D9C-AEE3-3A85EC9D145A}" presName="spacer" presStyleCnt="0"/>
      <dgm:spPr/>
    </dgm:pt>
    <dgm:pt modelId="{440D5988-A99F-4DBE-81A7-4E78E71B638C}" type="pres">
      <dgm:prSet presAssocID="{0F7E11C3-05C2-4E10-A523-8D26E698FAD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9BF953F-F91B-4C1A-854F-7B5E2E2456B1}" type="pres">
      <dgm:prSet presAssocID="{B2955713-4440-4589-9395-23DD05AD8985}" presName="spacer" presStyleCnt="0"/>
      <dgm:spPr/>
    </dgm:pt>
    <dgm:pt modelId="{B34BCF97-EF9D-41C8-AA9D-30D65EF0E477}" type="pres">
      <dgm:prSet presAssocID="{60C54E73-AAC3-443C-8B43-75800971D97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51F2DC0-D1FE-405D-9490-D7B78F3BD305}" type="pres">
      <dgm:prSet presAssocID="{ADE5837D-B305-4495-AC45-BC429694CB82}" presName="spacer" presStyleCnt="0"/>
      <dgm:spPr/>
    </dgm:pt>
    <dgm:pt modelId="{A900168E-69C6-4D66-B904-42947EA2AD73}" type="pres">
      <dgm:prSet presAssocID="{6FD107E8-C6BB-44BB-BB5D-239369C240A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DD2230E-7F20-4A14-966E-7D4AA8C0DAFA}" type="presOf" srcId="{0AAA818A-C5A7-4A0F-BF90-9605D479A7EB}" destId="{69533D15-F442-4CD8-8CFF-408B31D6DD63}" srcOrd="0" destOrd="0" presId="urn:microsoft.com/office/officeart/2005/8/layout/vList2"/>
    <dgm:cxn modelId="{81C9476A-48B2-4C89-92FE-4F7AF27CC7F4}" srcId="{75EEDE61-476E-4C9B-975E-14638FA792C3}" destId="{A9BD8697-7EA3-45EF-AA86-90406B92E3EE}" srcOrd="0" destOrd="0" parTransId="{66E0638A-E20B-417B-B2BF-75FCDB0D64EE}" sibTransId="{2C7BC56F-E7F2-4E43-94BC-E8F8A1456EF6}"/>
    <dgm:cxn modelId="{637A307A-29E0-4469-8D2B-773AC63DA1BC}" type="presOf" srcId="{60C54E73-AAC3-443C-8B43-75800971D97E}" destId="{B34BCF97-EF9D-41C8-AA9D-30D65EF0E477}" srcOrd="0" destOrd="0" presId="urn:microsoft.com/office/officeart/2005/8/layout/vList2"/>
    <dgm:cxn modelId="{428EDC7A-3504-40B0-96CC-7897B0ECD482}" type="presOf" srcId="{75EEDE61-476E-4C9B-975E-14638FA792C3}" destId="{4B7DF60B-98BB-46DA-B09C-141E9E990665}" srcOrd="0" destOrd="0" presId="urn:microsoft.com/office/officeart/2005/8/layout/vList2"/>
    <dgm:cxn modelId="{8CFC4F83-75FC-410B-831C-BD56C4E0119C}" srcId="{75EEDE61-476E-4C9B-975E-14638FA792C3}" destId="{0AAA818A-C5A7-4A0F-BF90-9605D479A7EB}" srcOrd="1" destOrd="0" parTransId="{9AC9C11B-EED1-4E9D-9525-D72A2155EA65}" sibTransId="{88465AC8-945B-4D9C-AEE3-3A85EC9D145A}"/>
    <dgm:cxn modelId="{C9584196-9203-4AA2-B34A-DF42FE7E93FB}" srcId="{75EEDE61-476E-4C9B-975E-14638FA792C3}" destId="{60C54E73-AAC3-443C-8B43-75800971D97E}" srcOrd="3" destOrd="0" parTransId="{629C8A48-6BC7-46E2-9AEA-5031CEB0CBF6}" sibTransId="{ADE5837D-B305-4495-AC45-BC429694CB82}"/>
    <dgm:cxn modelId="{1BCB8F9D-052E-47B4-95D0-E89068197EEA}" srcId="{75EEDE61-476E-4C9B-975E-14638FA792C3}" destId="{0F7E11C3-05C2-4E10-A523-8D26E698FADC}" srcOrd="2" destOrd="0" parTransId="{FA4C24E2-8389-4B39-AA5E-309E982A1EDB}" sibTransId="{B2955713-4440-4589-9395-23DD05AD8985}"/>
    <dgm:cxn modelId="{03AF56AA-53F6-4414-9534-46B7D2917B93}" type="presOf" srcId="{A9BD8697-7EA3-45EF-AA86-90406B92E3EE}" destId="{69D061EE-5669-477E-9D63-03F31A3FE137}" srcOrd="0" destOrd="0" presId="urn:microsoft.com/office/officeart/2005/8/layout/vList2"/>
    <dgm:cxn modelId="{7BB357C7-826C-479B-A011-0DD83CEA524B}" srcId="{75EEDE61-476E-4C9B-975E-14638FA792C3}" destId="{6FD107E8-C6BB-44BB-BB5D-239369C240A1}" srcOrd="4" destOrd="0" parTransId="{9BAA17C9-E43F-41A7-845B-126E83ED3B16}" sibTransId="{5621D449-AC84-4616-ADCF-2F7CDA558A99}"/>
    <dgm:cxn modelId="{033E5FD2-0B7D-4056-8513-336D83444C00}" type="presOf" srcId="{6FD107E8-C6BB-44BB-BB5D-239369C240A1}" destId="{A900168E-69C6-4D66-B904-42947EA2AD73}" srcOrd="0" destOrd="0" presId="urn:microsoft.com/office/officeart/2005/8/layout/vList2"/>
    <dgm:cxn modelId="{CCE96EDF-2A40-4FDF-89E2-B85E32363D7C}" type="presOf" srcId="{0F7E11C3-05C2-4E10-A523-8D26E698FADC}" destId="{440D5988-A99F-4DBE-81A7-4E78E71B638C}" srcOrd="0" destOrd="0" presId="urn:microsoft.com/office/officeart/2005/8/layout/vList2"/>
    <dgm:cxn modelId="{FECDB05B-3EA2-4D0A-9439-59DDA0D245C3}" type="presParOf" srcId="{4B7DF60B-98BB-46DA-B09C-141E9E990665}" destId="{69D061EE-5669-477E-9D63-03F31A3FE137}" srcOrd="0" destOrd="0" presId="urn:microsoft.com/office/officeart/2005/8/layout/vList2"/>
    <dgm:cxn modelId="{C426FB4A-79E8-4708-B6E6-3F10A68FEBDA}" type="presParOf" srcId="{4B7DF60B-98BB-46DA-B09C-141E9E990665}" destId="{51EB06B9-6E6A-48F4-9183-E6BDBE6F317F}" srcOrd="1" destOrd="0" presId="urn:microsoft.com/office/officeart/2005/8/layout/vList2"/>
    <dgm:cxn modelId="{8EECA2D1-2143-4496-ABE0-A59BCCA5DA1E}" type="presParOf" srcId="{4B7DF60B-98BB-46DA-B09C-141E9E990665}" destId="{69533D15-F442-4CD8-8CFF-408B31D6DD63}" srcOrd="2" destOrd="0" presId="urn:microsoft.com/office/officeart/2005/8/layout/vList2"/>
    <dgm:cxn modelId="{DAA26C13-4C9B-45B9-A7BB-69CE0973EBF1}" type="presParOf" srcId="{4B7DF60B-98BB-46DA-B09C-141E9E990665}" destId="{6C54D66E-9702-401F-A599-675DF1522674}" srcOrd="3" destOrd="0" presId="urn:microsoft.com/office/officeart/2005/8/layout/vList2"/>
    <dgm:cxn modelId="{281117F7-9D12-4BD9-BAB4-13A6891A29EF}" type="presParOf" srcId="{4B7DF60B-98BB-46DA-B09C-141E9E990665}" destId="{440D5988-A99F-4DBE-81A7-4E78E71B638C}" srcOrd="4" destOrd="0" presId="urn:microsoft.com/office/officeart/2005/8/layout/vList2"/>
    <dgm:cxn modelId="{D0A0904D-4D2C-4FA5-A1D6-D5EDB612BBC5}" type="presParOf" srcId="{4B7DF60B-98BB-46DA-B09C-141E9E990665}" destId="{B9BF953F-F91B-4C1A-854F-7B5E2E2456B1}" srcOrd="5" destOrd="0" presId="urn:microsoft.com/office/officeart/2005/8/layout/vList2"/>
    <dgm:cxn modelId="{FE822151-B8F3-4616-BCC5-9D0614E9BFE6}" type="presParOf" srcId="{4B7DF60B-98BB-46DA-B09C-141E9E990665}" destId="{B34BCF97-EF9D-41C8-AA9D-30D65EF0E477}" srcOrd="6" destOrd="0" presId="urn:microsoft.com/office/officeart/2005/8/layout/vList2"/>
    <dgm:cxn modelId="{6397E30D-E967-4B65-BDB8-5D4027D7FF77}" type="presParOf" srcId="{4B7DF60B-98BB-46DA-B09C-141E9E990665}" destId="{A51F2DC0-D1FE-405D-9490-D7B78F3BD305}" srcOrd="7" destOrd="0" presId="urn:microsoft.com/office/officeart/2005/8/layout/vList2"/>
    <dgm:cxn modelId="{37BD0A0D-738E-47B7-848E-55161C55ADB4}" type="presParOf" srcId="{4B7DF60B-98BB-46DA-B09C-141E9E990665}" destId="{A900168E-69C6-4D66-B904-42947EA2AD7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27DC10BF-4FFE-4E8A-8AE1-2066F4CDDEE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E0FFED0-C0BE-4877-8853-9A68013E0247}">
      <dgm:prSet/>
      <dgm:spPr/>
      <dgm:t>
        <a:bodyPr/>
        <a:lstStyle/>
        <a:p>
          <a:r>
            <a:rPr lang="ru-RU" b="0" i="0"/>
            <a:t>Головна українська рада</a:t>
          </a:r>
          <a:endParaRPr lang="uk-UA"/>
        </a:p>
      </dgm:t>
    </dgm:pt>
    <dgm:pt modelId="{4C8D1DCC-12DC-4441-A548-E722D3BFFECC}" type="parTrans" cxnId="{8B935CBD-3599-4CEF-B9D6-94A0E3B5F698}">
      <dgm:prSet/>
      <dgm:spPr/>
      <dgm:t>
        <a:bodyPr/>
        <a:lstStyle/>
        <a:p>
          <a:endParaRPr lang="uk-UA"/>
        </a:p>
      </dgm:t>
    </dgm:pt>
    <dgm:pt modelId="{4CB3EAFF-1314-4671-A19A-93E78A024478}" type="sibTrans" cxnId="{8B935CBD-3599-4CEF-B9D6-94A0E3B5F698}">
      <dgm:prSet/>
      <dgm:spPr/>
      <dgm:t>
        <a:bodyPr/>
        <a:lstStyle/>
        <a:p>
          <a:endParaRPr lang="uk-UA"/>
        </a:p>
      </dgm:t>
    </dgm:pt>
    <dgm:pt modelId="{E4560D7E-323D-4073-B881-CFA3F3088B69}">
      <dgm:prSet/>
      <dgm:spPr/>
      <dgm:t>
        <a:bodyPr/>
        <a:lstStyle/>
        <a:p>
          <a:r>
            <a:rPr lang="ru-RU" b="0" i="0"/>
            <a:t>Товариство українських поступовців</a:t>
          </a:r>
          <a:endParaRPr lang="uk-UA"/>
        </a:p>
      </dgm:t>
    </dgm:pt>
    <dgm:pt modelId="{04C0A65A-9268-47C6-B48E-D721E3F44E4C}" type="parTrans" cxnId="{A1A0D3E0-0D32-4C9A-9CDB-D92C148985B1}">
      <dgm:prSet/>
      <dgm:spPr/>
      <dgm:t>
        <a:bodyPr/>
        <a:lstStyle/>
        <a:p>
          <a:endParaRPr lang="uk-UA"/>
        </a:p>
      </dgm:t>
    </dgm:pt>
    <dgm:pt modelId="{61743821-B3EC-4534-AD28-F93BD3D27D26}" type="sibTrans" cxnId="{A1A0D3E0-0D32-4C9A-9CDB-D92C148985B1}">
      <dgm:prSet/>
      <dgm:spPr/>
      <dgm:t>
        <a:bodyPr/>
        <a:lstStyle/>
        <a:p>
          <a:endParaRPr lang="uk-UA"/>
        </a:p>
      </dgm:t>
    </dgm:pt>
    <dgm:pt modelId="{15BF8EA8-A4D3-470C-A5A9-BEB52B5C5521}">
      <dgm:prSet/>
      <dgm:spPr/>
      <dgm:t>
        <a:bodyPr/>
        <a:lstStyle/>
        <a:p>
          <a:r>
            <a:rPr lang="ru-RU" b="0" i="0"/>
            <a:t>Союз визволення України</a:t>
          </a:r>
          <a:endParaRPr lang="uk-UA"/>
        </a:p>
      </dgm:t>
    </dgm:pt>
    <dgm:pt modelId="{69484687-EFE1-4453-AE9C-3E5AE8A5B40D}" type="parTrans" cxnId="{153246EB-2005-441A-94BE-781C0493370E}">
      <dgm:prSet/>
      <dgm:spPr/>
      <dgm:t>
        <a:bodyPr/>
        <a:lstStyle/>
        <a:p>
          <a:endParaRPr lang="uk-UA"/>
        </a:p>
      </dgm:t>
    </dgm:pt>
    <dgm:pt modelId="{264ABB4B-CDC0-449D-A726-D9011FCDAF78}" type="sibTrans" cxnId="{153246EB-2005-441A-94BE-781C0493370E}">
      <dgm:prSet/>
      <dgm:spPr/>
      <dgm:t>
        <a:bodyPr/>
        <a:lstStyle/>
        <a:p>
          <a:endParaRPr lang="uk-UA"/>
        </a:p>
      </dgm:t>
    </dgm:pt>
    <dgm:pt modelId="{513FBC6A-D31B-40BC-AFE8-8D833ED8D5C9}">
      <dgm:prSet/>
      <dgm:spPr/>
      <dgm:t>
        <a:bodyPr/>
        <a:lstStyle/>
        <a:p>
          <a:r>
            <a:rPr lang="ru-RU" b="0" i="0"/>
            <a:t>Частина соціал-демократії на чолі з С. Петлюрою</a:t>
          </a:r>
          <a:endParaRPr lang="uk-UA"/>
        </a:p>
      </dgm:t>
    </dgm:pt>
    <dgm:pt modelId="{E772A31E-3C90-4D78-8F7F-67174885AA1A}" type="parTrans" cxnId="{B63E3A44-BB59-4EF2-892F-332B955306B3}">
      <dgm:prSet/>
      <dgm:spPr/>
      <dgm:t>
        <a:bodyPr/>
        <a:lstStyle/>
        <a:p>
          <a:endParaRPr lang="uk-UA"/>
        </a:p>
      </dgm:t>
    </dgm:pt>
    <dgm:pt modelId="{E2480180-0B83-44EB-872D-8C4995DDAEA4}" type="sibTrans" cxnId="{B63E3A44-BB59-4EF2-892F-332B955306B3}">
      <dgm:prSet/>
      <dgm:spPr/>
      <dgm:t>
        <a:bodyPr/>
        <a:lstStyle/>
        <a:p>
          <a:endParaRPr lang="uk-UA"/>
        </a:p>
      </dgm:t>
    </dgm:pt>
    <dgm:pt modelId="{802C3F07-6036-4012-8A92-A0BCA87DA5BA}" type="pres">
      <dgm:prSet presAssocID="{27DC10BF-4FFE-4E8A-8AE1-2066F4CDDEEB}" presName="Name0" presStyleCnt="0">
        <dgm:presLayoutVars>
          <dgm:chMax val="7"/>
          <dgm:chPref val="7"/>
          <dgm:dir/>
        </dgm:presLayoutVars>
      </dgm:prSet>
      <dgm:spPr/>
    </dgm:pt>
    <dgm:pt modelId="{47DA5C08-DF08-4280-B81E-5FE44001979D}" type="pres">
      <dgm:prSet presAssocID="{27DC10BF-4FFE-4E8A-8AE1-2066F4CDDEEB}" presName="Name1" presStyleCnt="0"/>
      <dgm:spPr/>
    </dgm:pt>
    <dgm:pt modelId="{E717A886-B0D0-4F48-B6F1-A9A9436D38FF}" type="pres">
      <dgm:prSet presAssocID="{27DC10BF-4FFE-4E8A-8AE1-2066F4CDDEEB}" presName="cycle" presStyleCnt="0"/>
      <dgm:spPr/>
    </dgm:pt>
    <dgm:pt modelId="{4E157BF6-3B23-48A4-B6D6-8416C727FA57}" type="pres">
      <dgm:prSet presAssocID="{27DC10BF-4FFE-4E8A-8AE1-2066F4CDDEEB}" presName="srcNode" presStyleLbl="node1" presStyleIdx="0" presStyleCnt="4"/>
      <dgm:spPr/>
    </dgm:pt>
    <dgm:pt modelId="{9F62F7E7-980E-4904-99A0-F72FB5333B15}" type="pres">
      <dgm:prSet presAssocID="{27DC10BF-4FFE-4E8A-8AE1-2066F4CDDEEB}" presName="conn" presStyleLbl="parChTrans1D2" presStyleIdx="0" presStyleCnt="1"/>
      <dgm:spPr/>
    </dgm:pt>
    <dgm:pt modelId="{13DD4BB7-B5F8-4ABE-85F9-998E7BEE6465}" type="pres">
      <dgm:prSet presAssocID="{27DC10BF-4FFE-4E8A-8AE1-2066F4CDDEEB}" presName="extraNode" presStyleLbl="node1" presStyleIdx="0" presStyleCnt="4"/>
      <dgm:spPr/>
    </dgm:pt>
    <dgm:pt modelId="{EC1620BA-3B68-451C-910F-DE8169542C50}" type="pres">
      <dgm:prSet presAssocID="{27DC10BF-4FFE-4E8A-8AE1-2066F4CDDEEB}" presName="dstNode" presStyleLbl="node1" presStyleIdx="0" presStyleCnt="4"/>
      <dgm:spPr/>
    </dgm:pt>
    <dgm:pt modelId="{295CE899-58C3-4E9A-8A16-014C85BF7780}" type="pres">
      <dgm:prSet presAssocID="{BE0FFED0-C0BE-4877-8853-9A68013E0247}" presName="text_1" presStyleLbl="node1" presStyleIdx="0" presStyleCnt="4">
        <dgm:presLayoutVars>
          <dgm:bulletEnabled val="1"/>
        </dgm:presLayoutVars>
      </dgm:prSet>
      <dgm:spPr/>
    </dgm:pt>
    <dgm:pt modelId="{137D4687-94B9-4A35-8C7B-61AFEF10E2CF}" type="pres">
      <dgm:prSet presAssocID="{BE0FFED0-C0BE-4877-8853-9A68013E0247}" presName="accent_1" presStyleCnt="0"/>
      <dgm:spPr/>
    </dgm:pt>
    <dgm:pt modelId="{28B35BD4-D32C-41B4-96D6-A7548A1F0C7F}" type="pres">
      <dgm:prSet presAssocID="{BE0FFED0-C0BE-4877-8853-9A68013E0247}" presName="accentRepeatNode" presStyleLbl="solidFgAcc1" presStyleIdx="0" presStyleCnt="4"/>
      <dgm:spPr/>
    </dgm:pt>
    <dgm:pt modelId="{500C88F6-C2DA-4A33-B7A0-0D477DFDF92F}" type="pres">
      <dgm:prSet presAssocID="{E4560D7E-323D-4073-B881-CFA3F3088B69}" presName="text_2" presStyleLbl="node1" presStyleIdx="1" presStyleCnt="4">
        <dgm:presLayoutVars>
          <dgm:bulletEnabled val="1"/>
        </dgm:presLayoutVars>
      </dgm:prSet>
      <dgm:spPr/>
    </dgm:pt>
    <dgm:pt modelId="{6E8A712C-8285-48BF-90E7-B3163926959F}" type="pres">
      <dgm:prSet presAssocID="{E4560D7E-323D-4073-B881-CFA3F3088B69}" presName="accent_2" presStyleCnt="0"/>
      <dgm:spPr/>
    </dgm:pt>
    <dgm:pt modelId="{39D78D42-9659-4770-8DAA-988B29D1646A}" type="pres">
      <dgm:prSet presAssocID="{E4560D7E-323D-4073-B881-CFA3F3088B69}" presName="accentRepeatNode" presStyleLbl="solidFgAcc1" presStyleIdx="1" presStyleCnt="4"/>
      <dgm:spPr/>
    </dgm:pt>
    <dgm:pt modelId="{39F1EAD8-956C-40D1-BDC5-9E6F4667A792}" type="pres">
      <dgm:prSet presAssocID="{15BF8EA8-A4D3-470C-A5A9-BEB52B5C5521}" presName="text_3" presStyleLbl="node1" presStyleIdx="2" presStyleCnt="4">
        <dgm:presLayoutVars>
          <dgm:bulletEnabled val="1"/>
        </dgm:presLayoutVars>
      </dgm:prSet>
      <dgm:spPr/>
    </dgm:pt>
    <dgm:pt modelId="{289E3A1E-9054-4A05-ADD7-38A79B680E96}" type="pres">
      <dgm:prSet presAssocID="{15BF8EA8-A4D3-470C-A5A9-BEB52B5C5521}" presName="accent_3" presStyleCnt="0"/>
      <dgm:spPr/>
    </dgm:pt>
    <dgm:pt modelId="{6BF70EA6-ECCF-4264-B433-850CE79F68CD}" type="pres">
      <dgm:prSet presAssocID="{15BF8EA8-A4D3-470C-A5A9-BEB52B5C5521}" presName="accentRepeatNode" presStyleLbl="solidFgAcc1" presStyleIdx="2" presStyleCnt="4"/>
      <dgm:spPr/>
    </dgm:pt>
    <dgm:pt modelId="{3B4DE555-0636-4071-94E8-0DEB27C2D8C5}" type="pres">
      <dgm:prSet presAssocID="{513FBC6A-D31B-40BC-AFE8-8D833ED8D5C9}" presName="text_4" presStyleLbl="node1" presStyleIdx="3" presStyleCnt="4">
        <dgm:presLayoutVars>
          <dgm:bulletEnabled val="1"/>
        </dgm:presLayoutVars>
      </dgm:prSet>
      <dgm:spPr/>
    </dgm:pt>
    <dgm:pt modelId="{5E5EB810-F3D9-4EF1-AD3F-8E044CF752BB}" type="pres">
      <dgm:prSet presAssocID="{513FBC6A-D31B-40BC-AFE8-8D833ED8D5C9}" presName="accent_4" presStyleCnt="0"/>
      <dgm:spPr/>
    </dgm:pt>
    <dgm:pt modelId="{DB483D8C-1FD8-4E79-A721-1462577C8A21}" type="pres">
      <dgm:prSet presAssocID="{513FBC6A-D31B-40BC-AFE8-8D833ED8D5C9}" presName="accentRepeatNode" presStyleLbl="solidFgAcc1" presStyleIdx="3" presStyleCnt="4"/>
      <dgm:spPr/>
    </dgm:pt>
  </dgm:ptLst>
  <dgm:cxnLst>
    <dgm:cxn modelId="{A74BFD0B-5C1D-4E2E-8BFA-D739F2C2B804}" type="presOf" srcId="{513FBC6A-D31B-40BC-AFE8-8D833ED8D5C9}" destId="{3B4DE555-0636-4071-94E8-0DEB27C2D8C5}" srcOrd="0" destOrd="0" presId="urn:microsoft.com/office/officeart/2008/layout/VerticalCurvedList"/>
    <dgm:cxn modelId="{B63E3A44-BB59-4EF2-892F-332B955306B3}" srcId="{27DC10BF-4FFE-4E8A-8AE1-2066F4CDDEEB}" destId="{513FBC6A-D31B-40BC-AFE8-8D833ED8D5C9}" srcOrd="3" destOrd="0" parTransId="{E772A31E-3C90-4D78-8F7F-67174885AA1A}" sibTransId="{E2480180-0B83-44EB-872D-8C4995DDAEA4}"/>
    <dgm:cxn modelId="{8B6B6569-7E28-4FE0-8EFE-E35F06D7206F}" type="presOf" srcId="{4CB3EAFF-1314-4671-A19A-93E78A024478}" destId="{9F62F7E7-980E-4904-99A0-F72FB5333B15}" srcOrd="0" destOrd="0" presId="urn:microsoft.com/office/officeart/2008/layout/VerticalCurvedList"/>
    <dgm:cxn modelId="{D1DE9455-6C9D-4E9E-A701-07C95EE2FC04}" type="presOf" srcId="{15BF8EA8-A4D3-470C-A5A9-BEB52B5C5521}" destId="{39F1EAD8-956C-40D1-BDC5-9E6F4667A792}" srcOrd="0" destOrd="0" presId="urn:microsoft.com/office/officeart/2008/layout/VerticalCurvedList"/>
    <dgm:cxn modelId="{04D70376-455E-43F0-8FF5-38FD08EFC791}" type="presOf" srcId="{27DC10BF-4FFE-4E8A-8AE1-2066F4CDDEEB}" destId="{802C3F07-6036-4012-8A92-A0BCA87DA5BA}" srcOrd="0" destOrd="0" presId="urn:microsoft.com/office/officeart/2008/layout/VerticalCurvedList"/>
    <dgm:cxn modelId="{8B935CBD-3599-4CEF-B9D6-94A0E3B5F698}" srcId="{27DC10BF-4FFE-4E8A-8AE1-2066F4CDDEEB}" destId="{BE0FFED0-C0BE-4877-8853-9A68013E0247}" srcOrd="0" destOrd="0" parTransId="{4C8D1DCC-12DC-4441-A548-E722D3BFFECC}" sibTransId="{4CB3EAFF-1314-4671-A19A-93E78A024478}"/>
    <dgm:cxn modelId="{DABDB0C6-78F9-48C3-87D5-245C9234CA9E}" type="presOf" srcId="{E4560D7E-323D-4073-B881-CFA3F3088B69}" destId="{500C88F6-C2DA-4A33-B7A0-0D477DFDF92F}" srcOrd="0" destOrd="0" presId="urn:microsoft.com/office/officeart/2008/layout/VerticalCurvedList"/>
    <dgm:cxn modelId="{A1A0D3E0-0D32-4C9A-9CDB-D92C148985B1}" srcId="{27DC10BF-4FFE-4E8A-8AE1-2066F4CDDEEB}" destId="{E4560D7E-323D-4073-B881-CFA3F3088B69}" srcOrd="1" destOrd="0" parTransId="{04C0A65A-9268-47C6-B48E-D721E3F44E4C}" sibTransId="{61743821-B3EC-4534-AD28-F93BD3D27D26}"/>
    <dgm:cxn modelId="{153246EB-2005-441A-94BE-781C0493370E}" srcId="{27DC10BF-4FFE-4E8A-8AE1-2066F4CDDEEB}" destId="{15BF8EA8-A4D3-470C-A5A9-BEB52B5C5521}" srcOrd="2" destOrd="0" parTransId="{69484687-EFE1-4453-AE9C-3E5AE8A5B40D}" sibTransId="{264ABB4B-CDC0-449D-A726-D9011FCDAF78}"/>
    <dgm:cxn modelId="{579761EC-BC0D-481B-A414-7AED72F37665}" type="presOf" srcId="{BE0FFED0-C0BE-4877-8853-9A68013E0247}" destId="{295CE899-58C3-4E9A-8A16-014C85BF7780}" srcOrd="0" destOrd="0" presId="urn:microsoft.com/office/officeart/2008/layout/VerticalCurvedList"/>
    <dgm:cxn modelId="{2B923877-B6CE-4C75-9937-F4B0D5C04FB6}" type="presParOf" srcId="{802C3F07-6036-4012-8A92-A0BCA87DA5BA}" destId="{47DA5C08-DF08-4280-B81E-5FE44001979D}" srcOrd="0" destOrd="0" presId="urn:microsoft.com/office/officeart/2008/layout/VerticalCurvedList"/>
    <dgm:cxn modelId="{018514AD-77A6-44BC-B49A-E17628AA9161}" type="presParOf" srcId="{47DA5C08-DF08-4280-B81E-5FE44001979D}" destId="{E717A886-B0D0-4F48-B6F1-A9A9436D38FF}" srcOrd="0" destOrd="0" presId="urn:microsoft.com/office/officeart/2008/layout/VerticalCurvedList"/>
    <dgm:cxn modelId="{39EE3E3E-DCA8-492B-9AF0-75AFA55A7A01}" type="presParOf" srcId="{E717A886-B0D0-4F48-B6F1-A9A9436D38FF}" destId="{4E157BF6-3B23-48A4-B6D6-8416C727FA57}" srcOrd="0" destOrd="0" presId="urn:microsoft.com/office/officeart/2008/layout/VerticalCurvedList"/>
    <dgm:cxn modelId="{73C807F3-8A37-4B9D-83A0-C52D8BBC2CC5}" type="presParOf" srcId="{E717A886-B0D0-4F48-B6F1-A9A9436D38FF}" destId="{9F62F7E7-980E-4904-99A0-F72FB5333B15}" srcOrd="1" destOrd="0" presId="urn:microsoft.com/office/officeart/2008/layout/VerticalCurvedList"/>
    <dgm:cxn modelId="{3C91D4F3-590F-48C5-829C-262E3E46690C}" type="presParOf" srcId="{E717A886-B0D0-4F48-B6F1-A9A9436D38FF}" destId="{13DD4BB7-B5F8-4ABE-85F9-998E7BEE6465}" srcOrd="2" destOrd="0" presId="urn:microsoft.com/office/officeart/2008/layout/VerticalCurvedList"/>
    <dgm:cxn modelId="{BBE1DE8C-C287-4D8E-B3D9-351DF62A1403}" type="presParOf" srcId="{E717A886-B0D0-4F48-B6F1-A9A9436D38FF}" destId="{EC1620BA-3B68-451C-910F-DE8169542C50}" srcOrd="3" destOrd="0" presId="urn:microsoft.com/office/officeart/2008/layout/VerticalCurvedList"/>
    <dgm:cxn modelId="{9111FBFE-AAA2-4836-96D6-B388AD590031}" type="presParOf" srcId="{47DA5C08-DF08-4280-B81E-5FE44001979D}" destId="{295CE899-58C3-4E9A-8A16-014C85BF7780}" srcOrd="1" destOrd="0" presId="urn:microsoft.com/office/officeart/2008/layout/VerticalCurvedList"/>
    <dgm:cxn modelId="{C85F8823-2EA1-41E7-83D3-8FBC92860F3F}" type="presParOf" srcId="{47DA5C08-DF08-4280-B81E-5FE44001979D}" destId="{137D4687-94B9-4A35-8C7B-61AFEF10E2CF}" srcOrd="2" destOrd="0" presId="urn:microsoft.com/office/officeart/2008/layout/VerticalCurvedList"/>
    <dgm:cxn modelId="{B0E1BA09-D571-413F-99B4-38B447FAE077}" type="presParOf" srcId="{137D4687-94B9-4A35-8C7B-61AFEF10E2CF}" destId="{28B35BD4-D32C-41B4-96D6-A7548A1F0C7F}" srcOrd="0" destOrd="0" presId="urn:microsoft.com/office/officeart/2008/layout/VerticalCurvedList"/>
    <dgm:cxn modelId="{E00810B4-F447-49D5-91B5-2DD868CE8289}" type="presParOf" srcId="{47DA5C08-DF08-4280-B81E-5FE44001979D}" destId="{500C88F6-C2DA-4A33-B7A0-0D477DFDF92F}" srcOrd="3" destOrd="0" presId="urn:microsoft.com/office/officeart/2008/layout/VerticalCurvedList"/>
    <dgm:cxn modelId="{25653EC1-4059-44B0-B5A7-68890BD5B08E}" type="presParOf" srcId="{47DA5C08-DF08-4280-B81E-5FE44001979D}" destId="{6E8A712C-8285-48BF-90E7-B3163926959F}" srcOrd="4" destOrd="0" presId="urn:microsoft.com/office/officeart/2008/layout/VerticalCurvedList"/>
    <dgm:cxn modelId="{7CE4FBA1-0D7A-4454-9247-19576D85915A}" type="presParOf" srcId="{6E8A712C-8285-48BF-90E7-B3163926959F}" destId="{39D78D42-9659-4770-8DAA-988B29D1646A}" srcOrd="0" destOrd="0" presId="urn:microsoft.com/office/officeart/2008/layout/VerticalCurvedList"/>
    <dgm:cxn modelId="{11F42823-766D-4114-B346-6B8A4D973365}" type="presParOf" srcId="{47DA5C08-DF08-4280-B81E-5FE44001979D}" destId="{39F1EAD8-956C-40D1-BDC5-9E6F4667A792}" srcOrd="5" destOrd="0" presId="urn:microsoft.com/office/officeart/2008/layout/VerticalCurvedList"/>
    <dgm:cxn modelId="{F7743366-62AF-427C-9ED5-7AB1BAB9B1CC}" type="presParOf" srcId="{47DA5C08-DF08-4280-B81E-5FE44001979D}" destId="{289E3A1E-9054-4A05-ADD7-38A79B680E96}" srcOrd="6" destOrd="0" presId="urn:microsoft.com/office/officeart/2008/layout/VerticalCurvedList"/>
    <dgm:cxn modelId="{8637275B-7E09-4A43-B8D1-56725A6CFAA3}" type="presParOf" srcId="{289E3A1E-9054-4A05-ADD7-38A79B680E96}" destId="{6BF70EA6-ECCF-4264-B433-850CE79F68CD}" srcOrd="0" destOrd="0" presId="urn:microsoft.com/office/officeart/2008/layout/VerticalCurvedList"/>
    <dgm:cxn modelId="{B9E42E34-52ED-422F-AF36-F4C9A9C992C2}" type="presParOf" srcId="{47DA5C08-DF08-4280-B81E-5FE44001979D}" destId="{3B4DE555-0636-4071-94E8-0DEB27C2D8C5}" srcOrd="7" destOrd="0" presId="urn:microsoft.com/office/officeart/2008/layout/VerticalCurvedList"/>
    <dgm:cxn modelId="{AC146852-DB8C-4E51-8ECF-BDB362186931}" type="presParOf" srcId="{47DA5C08-DF08-4280-B81E-5FE44001979D}" destId="{5E5EB810-F3D9-4EF1-AD3F-8E044CF752BB}" srcOrd="8" destOrd="0" presId="urn:microsoft.com/office/officeart/2008/layout/VerticalCurvedList"/>
    <dgm:cxn modelId="{0327C1C2-F773-4FAB-8A96-26D885CEC681}" type="presParOf" srcId="{5E5EB810-F3D9-4EF1-AD3F-8E044CF752BB}" destId="{DB483D8C-1FD8-4E79-A721-1462577C8A2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D1D1F6F7-8EC1-453B-ABA5-7E95096C0D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73770CF-1D43-4ED6-BEE8-D3F6133E57E1}">
      <dgm:prSet/>
      <dgm:spPr/>
      <dgm:t>
        <a:bodyPr/>
        <a:lstStyle/>
        <a:p>
          <a:r>
            <a:rPr lang="uk-UA" b="0" i="1" dirty="0"/>
            <a:t>«Царська імперія загрожує нашому життю під охороною Австрійської монархії. Нехай українство </a:t>
          </a:r>
          <a:r>
            <a:rPr lang="uk-UA" b="0" i="1" dirty="0" err="1"/>
            <a:t>віддасть</a:t>
          </a:r>
          <a:r>
            <a:rPr lang="uk-UA" b="0" i="1" dirty="0"/>
            <a:t> усі свої сили на те, щоб боронити наше життя, щоб історичний ворог України був розбитий! Нехай на руїнах царської імперії зійде сонце визволеної України!»</a:t>
          </a:r>
          <a:endParaRPr lang="uk-UA" dirty="0"/>
        </a:p>
      </dgm:t>
    </dgm:pt>
    <dgm:pt modelId="{3BB84392-E56D-431A-B0A4-9AD812C80E4E}" type="parTrans" cxnId="{F628E7CB-92BB-414F-8B47-1306E720ADC2}">
      <dgm:prSet/>
      <dgm:spPr/>
      <dgm:t>
        <a:bodyPr/>
        <a:lstStyle/>
        <a:p>
          <a:endParaRPr lang="uk-UA"/>
        </a:p>
      </dgm:t>
    </dgm:pt>
    <dgm:pt modelId="{6C5A739E-2E41-427B-8543-A1B4E2D1316F}" type="sibTrans" cxnId="{F628E7CB-92BB-414F-8B47-1306E720ADC2}">
      <dgm:prSet/>
      <dgm:spPr/>
      <dgm:t>
        <a:bodyPr/>
        <a:lstStyle/>
        <a:p>
          <a:endParaRPr lang="uk-UA"/>
        </a:p>
      </dgm:t>
    </dgm:pt>
    <dgm:pt modelId="{650FA162-FAC5-415E-A86E-5DE06005A97D}">
      <dgm:prSet/>
      <dgm:spPr/>
      <dgm:t>
        <a:bodyPr/>
        <a:lstStyle/>
        <a:p>
          <a:r>
            <a:rPr lang="uk-UA" b="0" i="1"/>
            <a:t>«Реалізацію устремлінь українського народу зв’язуємо із підтримкою Австрії й розгромом Росії у війні. Політичною платформою є державна самостійність України. Форма правління має бути конституційна монархія з демократичним устроєм...»</a:t>
          </a:r>
          <a:endParaRPr lang="uk-UA"/>
        </a:p>
      </dgm:t>
    </dgm:pt>
    <dgm:pt modelId="{14BA8932-8383-42B2-9C24-41A115786E19}" type="parTrans" cxnId="{78E691D2-89A4-4072-B38C-79D19550EA55}">
      <dgm:prSet/>
      <dgm:spPr/>
      <dgm:t>
        <a:bodyPr/>
        <a:lstStyle/>
        <a:p>
          <a:endParaRPr lang="uk-UA"/>
        </a:p>
      </dgm:t>
    </dgm:pt>
    <dgm:pt modelId="{0B69A3B0-B912-478D-96D6-7203879F6BE7}" type="sibTrans" cxnId="{78E691D2-89A4-4072-B38C-79D19550EA55}">
      <dgm:prSet/>
      <dgm:spPr/>
      <dgm:t>
        <a:bodyPr/>
        <a:lstStyle/>
        <a:p>
          <a:endParaRPr lang="uk-UA"/>
        </a:p>
      </dgm:t>
    </dgm:pt>
    <dgm:pt modelId="{82C5451E-7256-4E0D-9924-E051220A480C}">
      <dgm:prSet/>
      <dgm:spPr/>
      <dgm:t>
        <a:bodyPr/>
        <a:lstStyle/>
        <a:p>
          <a:r>
            <a:rPr lang="uk-UA" b="0" i="1"/>
            <a:t>«Браття! Хай надбання Володимира Святого, земля князя Ярослава Осмомисла, скинувши чужоземне іго, зіллються з великою Росією. Оберніть меч свій на ворога, а серце своє з молитвою до Росії...»</a:t>
          </a:r>
          <a:endParaRPr lang="uk-UA"/>
        </a:p>
      </dgm:t>
    </dgm:pt>
    <dgm:pt modelId="{BD210BAD-99A5-489F-918F-FAE55FCD6537}" type="parTrans" cxnId="{625577A8-A8F3-48E2-A1E3-C47353BC2DB3}">
      <dgm:prSet/>
      <dgm:spPr/>
      <dgm:t>
        <a:bodyPr/>
        <a:lstStyle/>
        <a:p>
          <a:endParaRPr lang="uk-UA"/>
        </a:p>
      </dgm:t>
    </dgm:pt>
    <dgm:pt modelId="{9C811DE2-70BD-487D-B046-2AE6DE2F0D6D}" type="sibTrans" cxnId="{625577A8-A8F3-48E2-A1E3-C47353BC2DB3}">
      <dgm:prSet/>
      <dgm:spPr/>
      <dgm:t>
        <a:bodyPr/>
        <a:lstStyle/>
        <a:p>
          <a:endParaRPr lang="uk-UA"/>
        </a:p>
      </dgm:t>
    </dgm:pt>
    <dgm:pt modelId="{7E7FA917-0D7E-4D3B-98E3-6F9D4665624E}" type="pres">
      <dgm:prSet presAssocID="{D1D1F6F7-8EC1-453B-ABA5-7E95096C0DB3}" presName="linear" presStyleCnt="0">
        <dgm:presLayoutVars>
          <dgm:animLvl val="lvl"/>
          <dgm:resizeHandles val="exact"/>
        </dgm:presLayoutVars>
      </dgm:prSet>
      <dgm:spPr/>
    </dgm:pt>
    <dgm:pt modelId="{0B54E56E-FD2D-4534-AB21-3CA6BE899F47}" type="pres">
      <dgm:prSet presAssocID="{373770CF-1D43-4ED6-BEE8-D3F6133E57E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010DE8D-6356-4894-A55E-BA08FD475B12}" type="pres">
      <dgm:prSet presAssocID="{6C5A739E-2E41-427B-8543-A1B4E2D1316F}" presName="spacer" presStyleCnt="0"/>
      <dgm:spPr/>
    </dgm:pt>
    <dgm:pt modelId="{C1B18437-4FD9-4822-9069-6BEEE89172DE}" type="pres">
      <dgm:prSet presAssocID="{650FA162-FAC5-415E-A86E-5DE06005A9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6713D0-31F1-4BD5-B440-C74F926467EC}" type="pres">
      <dgm:prSet presAssocID="{0B69A3B0-B912-478D-96D6-7203879F6BE7}" presName="spacer" presStyleCnt="0"/>
      <dgm:spPr/>
    </dgm:pt>
    <dgm:pt modelId="{838B4283-E990-48E6-BE11-779E110527CE}" type="pres">
      <dgm:prSet presAssocID="{82C5451E-7256-4E0D-9924-E051220A480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F37A101-99A0-4B62-97E2-94123F2E41DC}" type="presOf" srcId="{373770CF-1D43-4ED6-BEE8-D3F6133E57E1}" destId="{0B54E56E-FD2D-4534-AB21-3CA6BE899F47}" srcOrd="0" destOrd="0" presId="urn:microsoft.com/office/officeart/2005/8/layout/vList2"/>
    <dgm:cxn modelId="{0BAE3341-93E2-4E06-A9BC-AC828F5D49BC}" type="presOf" srcId="{82C5451E-7256-4E0D-9924-E051220A480C}" destId="{838B4283-E990-48E6-BE11-779E110527CE}" srcOrd="0" destOrd="0" presId="urn:microsoft.com/office/officeart/2005/8/layout/vList2"/>
    <dgm:cxn modelId="{625577A8-A8F3-48E2-A1E3-C47353BC2DB3}" srcId="{D1D1F6F7-8EC1-453B-ABA5-7E95096C0DB3}" destId="{82C5451E-7256-4E0D-9924-E051220A480C}" srcOrd="2" destOrd="0" parTransId="{BD210BAD-99A5-489F-918F-FAE55FCD6537}" sibTransId="{9C811DE2-70BD-487D-B046-2AE6DE2F0D6D}"/>
    <dgm:cxn modelId="{9D94ECC1-9B8A-45CC-9B78-B7777CE7833C}" type="presOf" srcId="{650FA162-FAC5-415E-A86E-5DE06005A97D}" destId="{C1B18437-4FD9-4822-9069-6BEEE89172DE}" srcOrd="0" destOrd="0" presId="urn:microsoft.com/office/officeart/2005/8/layout/vList2"/>
    <dgm:cxn modelId="{F628E7CB-92BB-414F-8B47-1306E720ADC2}" srcId="{D1D1F6F7-8EC1-453B-ABA5-7E95096C0DB3}" destId="{373770CF-1D43-4ED6-BEE8-D3F6133E57E1}" srcOrd="0" destOrd="0" parTransId="{3BB84392-E56D-431A-B0A4-9AD812C80E4E}" sibTransId="{6C5A739E-2E41-427B-8543-A1B4E2D1316F}"/>
    <dgm:cxn modelId="{78E691D2-89A4-4072-B38C-79D19550EA55}" srcId="{D1D1F6F7-8EC1-453B-ABA5-7E95096C0DB3}" destId="{650FA162-FAC5-415E-A86E-5DE06005A97D}" srcOrd="1" destOrd="0" parTransId="{14BA8932-8383-42B2-9C24-41A115786E19}" sibTransId="{0B69A3B0-B912-478D-96D6-7203879F6BE7}"/>
    <dgm:cxn modelId="{EBB318EA-16A8-467E-A79A-331DED2706A9}" type="presOf" srcId="{D1D1F6F7-8EC1-453B-ABA5-7E95096C0DB3}" destId="{7E7FA917-0D7E-4D3B-98E3-6F9D4665624E}" srcOrd="0" destOrd="0" presId="urn:microsoft.com/office/officeart/2005/8/layout/vList2"/>
    <dgm:cxn modelId="{9304B190-DBC0-4EB8-B3AD-7EC37131E793}" type="presParOf" srcId="{7E7FA917-0D7E-4D3B-98E3-6F9D4665624E}" destId="{0B54E56E-FD2D-4534-AB21-3CA6BE899F47}" srcOrd="0" destOrd="0" presId="urn:microsoft.com/office/officeart/2005/8/layout/vList2"/>
    <dgm:cxn modelId="{A2E7560E-24F1-46B3-9F54-AE6B26A16A72}" type="presParOf" srcId="{7E7FA917-0D7E-4D3B-98E3-6F9D4665624E}" destId="{4010DE8D-6356-4894-A55E-BA08FD475B12}" srcOrd="1" destOrd="0" presId="urn:microsoft.com/office/officeart/2005/8/layout/vList2"/>
    <dgm:cxn modelId="{FD18828B-C664-46B4-BA47-B9448C6AA2B5}" type="presParOf" srcId="{7E7FA917-0D7E-4D3B-98E3-6F9D4665624E}" destId="{C1B18437-4FD9-4822-9069-6BEEE89172DE}" srcOrd="2" destOrd="0" presId="urn:microsoft.com/office/officeart/2005/8/layout/vList2"/>
    <dgm:cxn modelId="{2C7554C2-6018-4F81-A488-4F4EF63A41FF}" type="presParOf" srcId="{7E7FA917-0D7E-4D3B-98E3-6F9D4665624E}" destId="{B46713D0-31F1-4BD5-B440-C74F926467EC}" srcOrd="3" destOrd="0" presId="urn:microsoft.com/office/officeart/2005/8/layout/vList2"/>
    <dgm:cxn modelId="{A807A7AE-CF64-4049-8996-589BB7DF8120}" type="presParOf" srcId="{7E7FA917-0D7E-4D3B-98E3-6F9D4665624E}" destId="{838B4283-E990-48E6-BE11-779E110527C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9E571534-599A-47F4-83D2-018890A86D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C8CD9C3-4DD0-411E-AFC2-31D2F34963F2}">
      <dgm:prSet/>
      <dgm:spPr/>
      <dgm:t>
        <a:bodyPr/>
        <a:lstStyle/>
        <a:p>
          <a:r>
            <a:rPr lang="uk-UA" b="0" i="1"/>
            <a:t>«Цю війну ми визнаємо чужою.., шкідливою українському народові, бо жодна з воюючих сторін не може викликати співчуття ні цілями, ні способами боротьби. Ми стоїмо на основі автономного устрою тих держав, з якими нас поєднала історична доля...»</a:t>
          </a:r>
          <a:endParaRPr lang="uk-UA"/>
        </a:p>
      </dgm:t>
    </dgm:pt>
    <dgm:pt modelId="{D312C6E7-30D2-4E84-A0CF-F4C94E75236B}" type="parTrans" cxnId="{0B9AD3C6-5891-4580-AEA0-9E233EACC332}">
      <dgm:prSet/>
      <dgm:spPr/>
      <dgm:t>
        <a:bodyPr/>
        <a:lstStyle/>
        <a:p>
          <a:endParaRPr lang="uk-UA"/>
        </a:p>
      </dgm:t>
    </dgm:pt>
    <dgm:pt modelId="{709C4848-8A90-4877-A315-9A41E6ED78DB}" type="sibTrans" cxnId="{0B9AD3C6-5891-4580-AEA0-9E233EACC332}">
      <dgm:prSet/>
      <dgm:spPr/>
      <dgm:t>
        <a:bodyPr/>
        <a:lstStyle/>
        <a:p>
          <a:endParaRPr lang="uk-UA"/>
        </a:p>
      </dgm:t>
    </dgm:pt>
    <dgm:pt modelId="{0521ED8B-035E-4A75-9FEA-5E16BBB3C97C}">
      <dgm:prSet/>
      <dgm:spPr/>
      <dgm:t>
        <a:bodyPr/>
        <a:lstStyle/>
        <a:p>
          <a:r>
            <a:rPr lang="uk-UA" b="0" i="1"/>
            <a:t>«Українці […] виконають свій обов’язок громадян Росії в цей тяжкий час до кінця не тільки на полі бою, а й як громадяни – в міру сил сприятимуть успішному виконанню російською армією завдання, що випало на її долю...»</a:t>
          </a:r>
          <a:endParaRPr lang="uk-UA"/>
        </a:p>
      </dgm:t>
    </dgm:pt>
    <dgm:pt modelId="{4E1A4F3A-6D4E-43FE-99F6-665917A18984}" type="parTrans" cxnId="{5DDA8199-4252-4C21-B9C1-872751BB696E}">
      <dgm:prSet/>
      <dgm:spPr/>
      <dgm:t>
        <a:bodyPr/>
        <a:lstStyle/>
        <a:p>
          <a:endParaRPr lang="uk-UA"/>
        </a:p>
      </dgm:t>
    </dgm:pt>
    <dgm:pt modelId="{C7847223-AD5A-4342-A7BD-6B30B98C793B}" type="sibTrans" cxnId="{5DDA8199-4252-4C21-B9C1-872751BB696E}">
      <dgm:prSet/>
      <dgm:spPr/>
      <dgm:t>
        <a:bodyPr/>
        <a:lstStyle/>
        <a:p>
          <a:endParaRPr lang="uk-UA"/>
        </a:p>
      </dgm:t>
    </dgm:pt>
    <dgm:pt modelId="{15B0A20B-44D3-42AD-A16B-B61FDD70BF08}" type="pres">
      <dgm:prSet presAssocID="{9E571534-599A-47F4-83D2-018890A86D80}" presName="linear" presStyleCnt="0">
        <dgm:presLayoutVars>
          <dgm:animLvl val="lvl"/>
          <dgm:resizeHandles val="exact"/>
        </dgm:presLayoutVars>
      </dgm:prSet>
      <dgm:spPr/>
    </dgm:pt>
    <dgm:pt modelId="{AF5306F5-31DB-4D28-9B66-78FE34CB5E12}" type="pres">
      <dgm:prSet presAssocID="{0C8CD9C3-4DD0-411E-AFC2-31D2F34963F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BD6929D-6464-467A-A00A-377B524FC07D}" type="pres">
      <dgm:prSet presAssocID="{709C4848-8A90-4877-A315-9A41E6ED78DB}" presName="spacer" presStyleCnt="0"/>
      <dgm:spPr/>
    </dgm:pt>
    <dgm:pt modelId="{7DF07B35-93FC-4FEE-B9C7-76D0A36C3EB4}" type="pres">
      <dgm:prSet presAssocID="{0521ED8B-035E-4A75-9FEA-5E16BBB3C97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0E02150-4BA5-4500-8917-92DBF04EA9B1}" type="presOf" srcId="{0C8CD9C3-4DD0-411E-AFC2-31D2F34963F2}" destId="{AF5306F5-31DB-4D28-9B66-78FE34CB5E12}" srcOrd="0" destOrd="0" presId="urn:microsoft.com/office/officeart/2005/8/layout/vList2"/>
    <dgm:cxn modelId="{4A1A648F-34A1-4333-AFB3-38C59FE6543B}" type="presOf" srcId="{0521ED8B-035E-4A75-9FEA-5E16BBB3C97C}" destId="{7DF07B35-93FC-4FEE-B9C7-76D0A36C3EB4}" srcOrd="0" destOrd="0" presId="urn:microsoft.com/office/officeart/2005/8/layout/vList2"/>
    <dgm:cxn modelId="{5DDA8199-4252-4C21-B9C1-872751BB696E}" srcId="{9E571534-599A-47F4-83D2-018890A86D80}" destId="{0521ED8B-035E-4A75-9FEA-5E16BBB3C97C}" srcOrd="1" destOrd="0" parTransId="{4E1A4F3A-6D4E-43FE-99F6-665917A18984}" sibTransId="{C7847223-AD5A-4342-A7BD-6B30B98C793B}"/>
    <dgm:cxn modelId="{0B9AD3C6-5891-4580-AEA0-9E233EACC332}" srcId="{9E571534-599A-47F4-83D2-018890A86D80}" destId="{0C8CD9C3-4DD0-411E-AFC2-31D2F34963F2}" srcOrd="0" destOrd="0" parTransId="{D312C6E7-30D2-4E84-A0CF-F4C94E75236B}" sibTransId="{709C4848-8A90-4877-A315-9A41E6ED78DB}"/>
    <dgm:cxn modelId="{5E424CD7-8B14-4E42-BF23-7F3662A08FBD}" type="presOf" srcId="{9E571534-599A-47F4-83D2-018890A86D80}" destId="{15B0A20B-44D3-42AD-A16B-B61FDD70BF08}" srcOrd="0" destOrd="0" presId="urn:microsoft.com/office/officeart/2005/8/layout/vList2"/>
    <dgm:cxn modelId="{C0B6F8B8-2C1D-4CD4-BF86-D34A70D8153A}" type="presParOf" srcId="{15B0A20B-44D3-42AD-A16B-B61FDD70BF08}" destId="{AF5306F5-31DB-4D28-9B66-78FE34CB5E12}" srcOrd="0" destOrd="0" presId="urn:microsoft.com/office/officeart/2005/8/layout/vList2"/>
    <dgm:cxn modelId="{AE3FF72F-8D29-449F-AD79-CB9BCA46398D}" type="presParOf" srcId="{15B0A20B-44D3-42AD-A16B-B61FDD70BF08}" destId="{7BD6929D-6464-467A-A00A-377B524FC07D}" srcOrd="1" destOrd="0" presId="urn:microsoft.com/office/officeart/2005/8/layout/vList2"/>
    <dgm:cxn modelId="{10034813-F0DD-4CCD-A7F7-A7B37C97337B}" type="presParOf" srcId="{15B0A20B-44D3-42AD-A16B-B61FDD70BF08}" destId="{7DF07B35-93FC-4FEE-B9C7-76D0A36C3EB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BEA91DA2-8F51-41EA-9DFD-A6418E39E6D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6577EE-0CD7-4BCA-8E79-A34139AEAD98}">
      <dgm:prSet/>
      <dgm:spPr/>
      <dgm:t>
        <a:bodyPr/>
        <a:lstStyle/>
        <a:p>
          <a:r>
            <a:rPr lang="ru-RU" b="0" i="0"/>
            <a:t>К. Левицький</a:t>
          </a:r>
          <a:endParaRPr lang="uk-UA"/>
        </a:p>
      </dgm:t>
    </dgm:pt>
    <dgm:pt modelId="{055B5854-1CCF-468E-9063-845F08D1031E}" type="parTrans" cxnId="{A571E4C0-6AAA-4B37-8385-466B5D88441E}">
      <dgm:prSet/>
      <dgm:spPr/>
      <dgm:t>
        <a:bodyPr/>
        <a:lstStyle/>
        <a:p>
          <a:endParaRPr lang="uk-UA"/>
        </a:p>
      </dgm:t>
    </dgm:pt>
    <dgm:pt modelId="{8911644A-F45B-4491-9E14-E6B6E4FD8930}" type="sibTrans" cxnId="{A571E4C0-6AAA-4B37-8385-466B5D88441E}">
      <dgm:prSet/>
      <dgm:spPr/>
      <dgm:t>
        <a:bodyPr/>
        <a:lstStyle/>
        <a:p>
          <a:endParaRPr lang="uk-UA"/>
        </a:p>
      </dgm:t>
    </dgm:pt>
    <dgm:pt modelId="{17C3161A-74A0-4E4D-B9F4-26F0680321CB}">
      <dgm:prSet/>
      <dgm:spPr/>
      <dgm:t>
        <a:bodyPr/>
        <a:lstStyle/>
        <a:p>
          <a:r>
            <a:rPr lang="ru-RU" b="0" i="0"/>
            <a:t>Д. Донцов</a:t>
          </a:r>
          <a:endParaRPr lang="uk-UA"/>
        </a:p>
      </dgm:t>
    </dgm:pt>
    <dgm:pt modelId="{89EBBBE7-185F-45B1-85B5-7804A18045D3}" type="parTrans" cxnId="{6049C333-2B0F-4287-A0AB-62074A2A57A2}">
      <dgm:prSet/>
      <dgm:spPr/>
      <dgm:t>
        <a:bodyPr/>
        <a:lstStyle/>
        <a:p>
          <a:endParaRPr lang="uk-UA"/>
        </a:p>
      </dgm:t>
    </dgm:pt>
    <dgm:pt modelId="{74EA419E-26DA-479F-A0A2-C44845FA919A}" type="sibTrans" cxnId="{6049C333-2B0F-4287-A0AB-62074A2A57A2}">
      <dgm:prSet/>
      <dgm:spPr/>
      <dgm:t>
        <a:bodyPr/>
        <a:lstStyle/>
        <a:p>
          <a:endParaRPr lang="uk-UA"/>
        </a:p>
      </dgm:t>
    </dgm:pt>
    <dgm:pt modelId="{3969B789-9120-44EC-8BBD-47DFEEB362E2}">
      <dgm:prSet/>
      <dgm:spPr/>
      <dgm:t>
        <a:bodyPr/>
        <a:lstStyle/>
        <a:p>
          <a:r>
            <a:rPr lang="ru-RU" b="0" i="0"/>
            <a:t>Є. Коновалець</a:t>
          </a:r>
          <a:endParaRPr lang="uk-UA"/>
        </a:p>
      </dgm:t>
    </dgm:pt>
    <dgm:pt modelId="{E40C4C5F-A3EF-4146-8260-98AE40164E31}" type="parTrans" cxnId="{276846BA-B266-452C-80F3-8778424E943C}">
      <dgm:prSet/>
      <dgm:spPr/>
      <dgm:t>
        <a:bodyPr/>
        <a:lstStyle/>
        <a:p>
          <a:endParaRPr lang="uk-UA"/>
        </a:p>
      </dgm:t>
    </dgm:pt>
    <dgm:pt modelId="{13CC7D1E-6D4B-4322-A6AD-0850CA88AF7E}" type="sibTrans" cxnId="{276846BA-B266-452C-80F3-8778424E943C}">
      <dgm:prSet/>
      <dgm:spPr/>
      <dgm:t>
        <a:bodyPr/>
        <a:lstStyle/>
        <a:p>
          <a:endParaRPr lang="uk-UA"/>
        </a:p>
      </dgm:t>
    </dgm:pt>
    <dgm:pt modelId="{B67A3EEB-D4CB-487D-9E0F-9AE846091C87}">
      <dgm:prSet/>
      <dgm:spPr/>
      <dgm:t>
        <a:bodyPr/>
        <a:lstStyle/>
        <a:p>
          <a:r>
            <a:rPr lang="ru-RU" b="0" i="0"/>
            <a:t>А. Жук</a:t>
          </a:r>
          <a:endParaRPr lang="uk-UA"/>
        </a:p>
      </dgm:t>
    </dgm:pt>
    <dgm:pt modelId="{8DF54353-6592-4294-832C-81FF9799BA93}" type="parTrans" cxnId="{FD8AD098-235C-40F7-87D5-BD314CFC5309}">
      <dgm:prSet/>
      <dgm:spPr/>
      <dgm:t>
        <a:bodyPr/>
        <a:lstStyle/>
        <a:p>
          <a:endParaRPr lang="uk-UA"/>
        </a:p>
      </dgm:t>
    </dgm:pt>
    <dgm:pt modelId="{12EC9832-95A8-4004-AF8C-107D49CD3E9D}" type="sibTrans" cxnId="{FD8AD098-235C-40F7-87D5-BD314CFC5309}">
      <dgm:prSet/>
      <dgm:spPr/>
      <dgm:t>
        <a:bodyPr/>
        <a:lstStyle/>
        <a:p>
          <a:endParaRPr lang="uk-UA"/>
        </a:p>
      </dgm:t>
    </dgm:pt>
    <dgm:pt modelId="{5008D5B1-72DF-459F-BD7E-0CF1D72369BC}" type="pres">
      <dgm:prSet presAssocID="{BEA91DA2-8F51-41EA-9DFD-A6418E39E6D2}" presName="Name0" presStyleCnt="0">
        <dgm:presLayoutVars>
          <dgm:chMax val="7"/>
          <dgm:chPref val="7"/>
          <dgm:dir/>
        </dgm:presLayoutVars>
      </dgm:prSet>
      <dgm:spPr/>
    </dgm:pt>
    <dgm:pt modelId="{72186FAA-0B68-4AFC-9473-9967D5E9441C}" type="pres">
      <dgm:prSet presAssocID="{BEA91DA2-8F51-41EA-9DFD-A6418E39E6D2}" presName="Name1" presStyleCnt="0"/>
      <dgm:spPr/>
    </dgm:pt>
    <dgm:pt modelId="{4FBC31B3-3214-4977-B527-D900C6C53308}" type="pres">
      <dgm:prSet presAssocID="{BEA91DA2-8F51-41EA-9DFD-A6418E39E6D2}" presName="cycle" presStyleCnt="0"/>
      <dgm:spPr/>
    </dgm:pt>
    <dgm:pt modelId="{9DF2390B-CA1A-4BB6-8667-308049D6F2F0}" type="pres">
      <dgm:prSet presAssocID="{BEA91DA2-8F51-41EA-9DFD-A6418E39E6D2}" presName="srcNode" presStyleLbl="node1" presStyleIdx="0" presStyleCnt="4"/>
      <dgm:spPr/>
    </dgm:pt>
    <dgm:pt modelId="{D132ADB9-4E02-472C-AFF0-1E101FE30DD6}" type="pres">
      <dgm:prSet presAssocID="{BEA91DA2-8F51-41EA-9DFD-A6418E39E6D2}" presName="conn" presStyleLbl="parChTrans1D2" presStyleIdx="0" presStyleCnt="1"/>
      <dgm:spPr/>
    </dgm:pt>
    <dgm:pt modelId="{B221B05B-9372-4B3B-AD1D-484F82E23CBE}" type="pres">
      <dgm:prSet presAssocID="{BEA91DA2-8F51-41EA-9DFD-A6418E39E6D2}" presName="extraNode" presStyleLbl="node1" presStyleIdx="0" presStyleCnt="4"/>
      <dgm:spPr/>
    </dgm:pt>
    <dgm:pt modelId="{BA867AA0-63AE-469E-A1E2-0D1DAFD26BBB}" type="pres">
      <dgm:prSet presAssocID="{BEA91DA2-8F51-41EA-9DFD-A6418E39E6D2}" presName="dstNode" presStyleLbl="node1" presStyleIdx="0" presStyleCnt="4"/>
      <dgm:spPr/>
    </dgm:pt>
    <dgm:pt modelId="{EFF13B9B-9321-448D-BC65-6DD21D08CEC0}" type="pres">
      <dgm:prSet presAssocID="{E86577EE-0CD7-4BCA-8E79-A34139AEAD98}" presName="text_1" presStyleLbl="node1" presStyleIdx="0" presStyleCnt="4">
        <dgm:presLayoutVars>
          <dgm:bulletEnabled val="1"/>
        </dgm:presLayoutVars>
      </dgm:prSet>
      <dgm:spPr/>
    </dgm:pt>
    <dgm:pt modelId="{A1AA87B5-E717-4B0A-81EE-DE939A7E4468}" type="pres">
      <dgm:prSet presAssocID="{E86577EE-0CD7-4BCA-8E79-A34139AEAD98}" presName="accent_1" presStyleCnt="0"/>
      <dgm:spPr/>
    </dgm:pt>
    <dgm:pt modelId="{66C2E919-CA1C-40CD-BD9D-23942D6489DE}" type="pres">
      <dgm:prSet presAssocID="{E86577EE-0CD7-4BCA-8E79-A34139AEAD98}" presName="accentRepeatNode" presStyleLbl="solidFgAcc1" presStyleIdx="0" presStyleCnt="4"/>
      <dgm:spPr/>
    </dgm:pt>
    <dgm:pt modelId="{4AAB00ED-03CC-495A-A245-77C958E352FC}" type="pres">
      <dgm:prSet presAssocID="{17C3161A-74A0-4E4D-B9F4-26F0680321CB}" presName="text_2" presStyleLbl="node1" presStyleIdx="1" presStyleCnt="4">
        <dgm:presLayoutVars>
          <dgm:bulletEnabled val="1"/>
        </dgm:presLayoutVars>
      </dgm:prSet>
      <dgm:spPr/>
    </dgm:pt>
    <dgm:pt modelId="{C4EC6C31-D8B5-452D-B1A1-7442B0145EAA}" type="pres">
      <dgm:prSet presAssocID="{17C3161A-74A0-4E4D-B9F4-26F0680321CB}" presName="accent_2" presStyleCnt="0"/>
      <dgm:spPr/>
    </dgm:pt>
    <dgm:pt modelId="{AC8E1B74-0C20-4C7C-AAD5-DE6AAF838541}" type="pres">
      <dgm:prSet presAssocID="{17C3161A-74A0-4E4D-B9F4-26F0680321CB}" presName="accentRepeatNode" presStyleLbl="solidFgAcc1" presStyleIdx="1" presStyleCnt="4"/>
      <dgm:spPr/>
    </dgm:pt>
    <dgm:pt modelId="{4E8E007B-87A0-4D2E-92E7-2BD6D79A9697}" type="pres">
      <dgm:prSet presAssocID="{3969B789-9120-44EC-8BBD-47DFEEB362E2}" presName="text_3" presStyleLbl="node1" presStyleIdx="2" presStyleCnt="4">
        <dgm:presLayoutVars>
          <dgm:bulletEnabled val="1"/>
        </dgm:presLayoutVars>
      </dgm:prSet>
      <dgm:spPr/>
    </dgm:pt>
    <dgm:pt modelId="{5C5CCA01-A9F0-4D82-92B7-A8C5AF4FE833}" type="pres">
      <dgm:prSet presAssocID="{3969B789-9120-44EC-8BBD-47DFEEB362E2}" presName="accent_3" presStyleCnt="0"/>
      <dgm:spPr/>
    </dgm:pt>
    <dgm:pt modelId="{2A4A5C7B-72FE-4F6D-B2C3-3D6C7CBDB2D5}" type="pres">
      <dgm:prSet presAssocID="{3969B789-9120-44EC-8BBD-47DFEEB362E2}" presName="accentRepeatNode" presStyleLbl="solidFgAcc1" presStyleIdx="2" presStyleCnt="4"/>
      <dgm:spPr/>
    </dgm:pt>
    <dgm:pt modelId="{154CB85F-E99F-4C3E-B9D4-E78895CC6814}" type="pres">
      <dgm:prSet presAssocID="{B67A3EEB-D4CB-487D-9E0F-9AE846091C87}" presName="text_4" presStyleLbl="node1" presStyleIdx="3" presStyleCnt="4">
        <dgm:presLayoutVars>
          <dgm:bulletEnabled val="1"/>
        </dgm:presLayoutVars>
      </dgm:prSet>
      <dgm:spPr/>
    </dgm:pt>
    <dgm:pt modelId="{D75D5F95-1597-425B-AF12-50B84D8D387F}" type="pres">
      <dgm:prSet presAssocID="{B67A3EEB-D4CB-487D-9E0F-9AE846091C87}" presName="accent_4" presStyleCnt="0"/>
      <dgm:spPr/>
    </dgm:pt>
    <dgm:pt modelId="{CF512F3F-04E8-48D6-9E9F-0A34D5FFAB16}" type="pres">
      <dgm:prSet presAssocID="{B67A3EEB-D4CB-487D-9E0F-9AE846091C87}" presName="accentRepeatNode" presStyleLbl="solidFgAcc1" presStyleIdx="3" presStyleCnt="4"/>
      <dgm:spPr/>
    </dgm:pt>
  </dgm:ptLst>
  <dgm:cxnLst>
    <dgm:cxn modelId="{A71BAB00-216C-4CE9-9626-203FB9F054E5}" type="presOf" srcId="{E86577EE-0CD7-4BCA-8E79-A34139AEAD98}" destId="{EFF13B9B-9321-448D-BC65-6DD21D08CEC0}" srcOrd="0" destOrd="0" presId="urn:microsoft.com/office/officeart/2008/layout/VerticalCurvedList"/>
    <dgm:cxn modelId="{6049C333-2B0F-4287-A0AB-62074A2A57A2}" srcId="{BEA91DA2-8F51-41EA-9DFD-A6418E39E6D2}" destId="{17C3161A-74A0-4E4D-B9F4-26F0680321CB}" srcOrd="1" destOrd="0" parTransId="{89EBBBE7-185F-45B1-85B5-7804A18045D3}" sibTransId="{74EA419E-26DA-479F-A0A2-C44845FA919A}"/>
    <dgm:cxn modelId="{44E70561-2760-45A9-8C7C-85FF30FFF5DD}" type="presOf" srcId="{BEA91DA2-8F51-41EA-9DFD-A6418E39E6D2}" destId="{5008D5B1-72DF-459F-BD7E-0CF1D72369BC}" srcOrd="0" destOrd="0" presId="urn:microsoft.com/office/officeart/2008/layout/VerticalCurvedList"/>
    <dgm:cxn modelId="{9B009463-A9DB-44E1-AB1E-5CD3C4AA03DA}" type="presOf" srcId="{8911644A-F45B-4491-9E14-E6B6E4FD8930}" destId="{D132ADB9-4E02-472C-AFF0-1E101FE30DD6}" srcOrd="0" destOrd="0" presId="urn:microsoft.com/office/officeart/2008/layout/VerticalCurvedList"/>
    <dgm:cxn modelId="{12994657-DEC2-4A7E-9242-7213DA736002}" type="presOf" srcId="{B67A3EEB-D4CB-487D-9E0F-9AE846091C87}" destId="{154CB85F-E99F-4C3E-B9D4-E78895CC6814}" srcOrd="0" destOrd="0" presId="urn:microsoft.com/office/officeart/2008/layout/VerticalCurvedList"/>
    <dgm:cxn modelId="{FD8AD098-235C-40F7-87D5-BD314CFC5309}" srcId="{BEA91DA2-8F51-41EA-9DFD-A6418E39E6D2}" destId="{B67A3EEB-D4CB-487D-9E0F-9AE846091C87}" srcOrd="3" destOrd="0" parTransId="{8DF54353-6592-4294-832C-81FF9799BA93}" sibTransId="{12EC9832-95A8-4004-AF8C-107D49CD3E9D}"/>
    <dgm:cxn modelId="{120C66AA-E0C5-42A1-AE41-A298093550A1}" type="presOf" srcId="{3969B789-9120-44EC-8BBD-47DFEEB362E2}" destId="{4E8E007B-87A0-4D2E-92E7-2BD6D79A9697}" srcOrd="0" destOrd="0" presId="urn:microsoft.com/office/officeart/2008/layout/VerticalCurvedList"/>
    <dgm:cxn modelId="{276846BA-B266-452C-80F3-8778424E943C}" srcId="{BEA91DA2-8F51-41EA-9DFD-A6418E39E6D2}" destId="{3969B789-9120-44EC-8BBD-47DFEEB362E2}" srcOrd="2" destOrd="0" parTransId="{E40C4C5F-A3EF-4146-8260-98AE40164E31}" sibTransId="{13CC7D1E-6D4B-4322-A6AD-0850CA88AF7E}"/>
    <dgm:cxn modelId="{EFDE42BD-B627-4BF3-BA6F-118BCC6CC4E8}" type="presOf" srcId="{17C3161A-74A0-4E4D-B9F4-26F0680321CB}" destId="{4AAB00ED-03CC-495A-A245-77C958E352FC}" srcOrd="0" destOrd="0" presId="urn:microsoft.com/office/officeart/2008/layout/VerticalCurvedList"/>
    <dgm:cxn modelId="{A571E4C0-6AAA-4B37-8385-466B5D88441E}" srcId="{BEA91DA2-8F51-41EA-9DFD-A6418E39E6D2}" destId="{E86577EE-0CD7-4BCA-8E79-A34139AEAD98}" srcOrd="0" destOrd="0" parTransId="{055B5854-1CCF-468E-9063-845F08D1031E}" sibTransId="{8911644A-F45B-4491-9E14-E6B6E4FD8930}"/>
    <dgm:cxn modelId="{CD417657-E50E-4FF5-ACA1-703EAF5F9B7B}" type="presParOf" srcId="{5008D5B1-72DF-459F-BD7E-0CF1D72369BC}" destId="{72186FAA-0B68-4AFC-9473-9967D5E9441C}" srcOrd="0" destOrd="0" presId="urn:microsoft.com/office/officeart/2008/layout/VerticalCurvedList"/>
    <dgm:cxn modelId="{CB237F25-3407-45B1-8026-592E43675F9D}" type="presParOf" srcId="{72186FAA-0B68-4AFC-9473-9967D5E9441C}" destId="{4FBC31B3-3214-4977-B527-D900C6C53308}" srcOrd="0" destOrd="0" presId="urn:microsoft.com/office/officeart/2008/layout/VerticalCurvedList"/>
    <dgm:cxn modelId="{8B1B22F1-3A23-46B2-A48F-96D836436000}" type="presParOf" srcId="{4FBC31B3-3214-4977-B527-D900C6C53308}" destId="{9DF2390B-CA1A-4BB6-8667-308049D6F2F0}" srcOrd="0" destOrd="0" presId="urn:microsoft.com/office/officeart/2008/layout/VerticalCurvedList"/>
    <dgm:cxn modelId="{289F425A-F179-49E1-838A-DB7003F84990}" type="presParOf" srcId="{4FBC31B3-3214-4977-B527-D900C6C53308}" destId="{D132ADB9-4E02-472C-AFF0-1E101FE30DD6}" srcOrd="1" destOrd="0" presId="urn:microsoft.com/office/officeart/2008/layout/VerticalCurvedList"/>
    <dgm:cxn modelId="{C1C6824E-A2B1-485A-8B91-4E19906284EA}" type="presParOf" srcId="{4FBC31B3-3214-4977-B527-D900C6C53308}" destId="{B221B05B-9372-4B3B-AD1D-484F82E23CBE}" srcOrd="2" destOrd="0" presId="urn:microsoft.com/office/officeart/2008/layout/VerticalCurvedList"/>
    <dgm:cxn modelId="{D3F17720-100D-4DDE-A277-D5687C1470E8}" type="presParOf" srcId="{4FBC31B3-3214-4977-B527-D900C6C53308}" destId="{BA867AA0-63AE-469E-A1E2-0D1DAFD26BBB}" srcOrd="3" destOrd="0" presId="urn:microsoft.com/office/officeart/2008/layout/VerticalCurvedList"/>
    <dgm:cxn modelId="{49F5B4D6-CBA1-433E-81E1-F70A52E17FC4}" type="presParOf" srcId="{72186FAA-0B68-4AFC-9473-9967D5E9441C}" destId="{EFF13B9B-9321-448D-BC65-6DD21D08CEC0}" srcOrd="1" destOrd="0" presId="urn:microsoft.com/office/officeart/2008/layout/VerticalCurvedList"/>
    <dgm:cxn modelId="{BA7EF0DD-5DB8-4E20-92B8-9610716FF6DA}" type="presParOf" srcId="{72186FAA-0B68-4AFC-9473-9967D5E9441C}" destId="{A1AA87B5-E717-4B0A-81EE-DE939A7E4468}" srcOrd="2" destOrd="0" presId="urn:microsoft.com/office/officeart/2008/layout/VerticalCurvedList"/>
    <dgm:cxn modelId="{3BE285FE-A7AD-4C4E-9FD7-727AFE915D86}" type="presParOf" srcId="{A1AA87B5-E717-4B0A-81EE-DE939A7E4468}" destId="{66C2E919-CA1C-40CD-BD9D-23942D6489DE}" srcOrd="0" destOrd="0" presId="urn:microsoft.com/office/officeart/2008/layout/VerticalCurvedList"/>
    <dgm:cxn modelId="{FCB0534C-2C64-4389-80F7-6DABE9B8E182}" type="presParOf" srcId="{72186FAA-0B68-4AFC-9473-9967D5E9441C}" destId="{4AAB00ED-03CC-495A-A245-77C958E352FC}" srcOrd="3" destOrd="0" presId="urn:microsoft.com/office/officeart/2008/layout/VerticalCurvedList"/>
    <dgm:cxn modelId="{3EAFAF93-3594-44D6-B895-9DDC67AF54AF}" type="presParOf" srcId="{72186FAA-0B68-4AFC-9473-9967D5E9441C}" destId="{C4EC6C31-D8B5-452D-B1A1-7442B0145EAA}" srcOrd="4" destOrd="0" presId="urn:microsoft.com/office/officeart/2008/layout/VerticalCurvedList"/>
    <dgm:cxn modelId="{6E0E5124-872B-4D66-9CE2-FCB5B84951D5}" type="presParOf" srcId="{C4EC6C31-D8B5-452D-B1A1-7442B0145EAA}" destId="{AC8E1B74-0C20-4C7C-AAD5-DE6AAF838541}" srcOrd="0" destOrd="0" presId="urn:microsoft.com/office/officeart/2008/layout/VerticalCurvedList"/>
    <dgm:cxn modelId="{8373E408-FA64-419E-9123-84E20299BB9C}" type="presParOf" srcId="{72186FAA-0B68-4AFC-9473-9967D5E9441C}" destId="{4E8E007B-87A0-4D2E-92E7-2BD6D79A9697}" srcOrd="5" destOrd="0" presId="urn:microsoft.com/office/officeart/2008/layout/VerticalCurvedList"/>
    <dgm:cxn modelId="{79794F72-EC49-4342-8457-A229147CB753}" type="presParOf" srcId="{72186FAA-0B68-4AFC-9473-9967D5E9441C}" destId="{5C5CCA01-A9F0-4D82-92B7-A8C5AF4FE833}" srcOrd="6" destOrd="0" presId="urn:microsoft.com/office/officeart/2008/layout/VerticalCurvedList"/>
    <dgm:cxn modelId="{D500DEC4-9795-44C9-8BC5-6839401CE729}" type="presParOf" srcId="{5C5CCA01-A9F0-4D82-92B7-A8C5AF4FE833}" destId="{2A4A5C7B-72FE-4F6D-B2C3-3D6C7CBDB2D5}" srcOrd="0" destOrd="0" presId="urn:microsoft.com/office/officeart/2008/layout/VerticalCurvedList"/>
    <dgm:cxn modelId="{51BC7279-F5F7-4E68-B6CD-FD37DB0244ED}" type="presParOf" srcId="{72186FAA-0B68-4AFC-9473-9967D5E9441C}" destId="{154CB85F-E99F-4C3E-B9D4-E78895CC6814}" srcOrd="7" destOrd="0" presId="urn:microsoft.com/office/officeart/2008/layout/VerticalCurvedList"/>
    <dgm:cxn modelId="{5DBA8B27-B15B-4642-851E-C26B5C27E377}" type="presParOf" srcId="{72186FAA-0B68-4AFC-9473-9967D5E9441C}" destId="{D75D5F95-1597-425B-AF12-50B84D8D387F}" srcOrd="8" destOrd="0" presId="urn:microsoft.com/office/officeart/2008/layout/VerticalCurvedList"/>
    <dgm:cxn modelId="{B2D4EB49-01AF-4CDC-B882-21F5170373F3}" type="presParOf" srcId="{D75D5F95-1597-425B-AF12-50B84D8D387F}" destId="{CF512F3F-04E8-48D6-9E9F-0A34D5FFAB1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1DD8A1F7-AEC3-4C44-A52A-A5ABD92E44B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6F3407-2634-4332-AACD-7240D5902088}">
      <dgm:prSet/>
      <dgm:spPr/>
      <dgm:t>
        <a:bodyPr/>
        <a:lstStyle/>
        <a:p>
          <a:r>
            <a:rPr lang="uk-UA"/>
            <a:t>співзасновник Української національно-демократичної партії, голова Державного секретаріату ЗУНР</a:t>
          </a:r>
        </a:p>
      </dgm:t>
    </dgm:pt>
    <dgm:pt modelId="{88A90DE6-01FF-4676-89B3-1CBA40E2E3AD}" type="parTrans" cxnId="{B0543487-D466-4813-9A40-2BBD10A476F3}">
      <dgm:prSet/>
      <dgm:spPr/>
      <dgm:t>
        <a:bodyPr/>
        <a:lstStyle/>
        <a:p>
          <a:endParaRPr lang="uk-UA"/>
        </a:p>
      </dgm:t>
    </dgm:pt>
    <dgm:pt modelId="{46BF6527-29F8-4548-9622-8201E2A2BCF6}" type="sibTrans" cxnId="{B0543487-D466-4813-9A40-2BBD10A476F3}">
      <dgm:prSet/>
      <dgm:spPr/>
      <dgm:t>
        <a:bodyPr/>
        <a:lstStyle/>
        <a:p>
          <a:endParaRPr lang="uk-UA"/>
        </a:p>
      </dgm:t>
    </dgm:pt>
    <dgm:pt modelId="{7D4BF79C-3FC6-40E9-82AE-B7FA5DFE61C7}">
      <dgm:prSet/>
      <dgm:spPr/>
      <dgm:t>
        <a:bodyPr/>
        <a:lstStyle/>
        <a:p>
          <a:r>
            <a:rPr lang="uk-UA"/>
            <a:t>учасник боїв за гору Маківка, командир Галицько-Буковинського куреня січових стрільців</a:t>
          </a:r>
        </a:p>
      </dgm:t>
    </dgm:pt>
    <dgm:pt modelId="{0A4C5E24-3B20-42DF-ABAB-22390DC47DD1}" type="parTrans" cxnId="{4AB20779-9ACC-4C58-93C2-D813FE57C698}">
      <dgm:prSet/>
      <dgm:spPr/>
      <dgm:t>
        <a:bodyPr/>
        <a:lstStyle/>
        <a:p>
          <a:endParaRPr lang="uk-UA"/>
        </a:p>
      </dgm:t>
    </dgm:pt>
    <dgm:pt modelId="{8CBAFCB2-5B5F-4339-BB04-0BCB8C5F934D}" type="sibTrans" cxnId="{4AB20779-9ACC-4C58-93C2-D813FE57C698}">
      <dgm:prSet/>
      <dgm:spPr/>
      <dgm:t>
        <a:bodyPr/>
        <a:lstStyle/>
        <a:p>
          <a:endParaRPr lang="uk-UA"/>
        </a:p>
      </dgm:t>
    </dgm:pt>
    <dgm:pt modelId="{701BC626-3368-4BDF-A86D-13EC848F8809}">
      <dgm:prSet/>
      <dgm:spPr/>
      <dgm:t>
        <a:bodyPr/>
        <a:lstStyle/>
        <a:p>
          <a:r>
            <a:rPr lang="uk-UA"/>
            <a:t>член Головної української ради, Загальної української ради, дипломат Української Держави, УНР</a:t>
          </a:r>
        </a:p>
      </dgm:t>
    </dgm:pt>
    <dgm:pt modelId="{65A23E17-562D-468B-BB12-74FC8AFE1B53}" type="parTrans" cxnId="{D0951A5E-8F90-41B9-9E2D-1D13539ABA50}">
      <dgm:prSet/>
      <dgm:spPr/>
      <dgm:t>
        <a:bodyPr/>
        <a:lstStyle/>
        <a:p>
          <a:endParaRPr lang="uk-UA"/>
        </a:p>
      </dgm:t>
    </dgm:pt>
    <dgm:pt modelId="{F4A59E84-4CFD-4BAB-8784-1B710B62122A}" type="sibTrans" cxnId="{D0951A5E-8F90-41B9-9E2D-1D13539ABA50}">
      <dgm:prSet/>
      <dgm:spPr/>
      <dgm:t>
        <a:bodyPr/>
        <a:lstStyle/>
        <a:p>
          <a:endParaRPr lang="uk-UA"/>
        </a:p>
      </dgm:t>
    </dgm:pt>
    <dgm:pt modelId="{45238CE9-F381-4AA5-8B89-3E4ABDD86EFE}">
      <dgm:prSet/>
      <dgm:spPr/>
      <dgm:t>
        <a:bodyPr/>
        <a:lstStyle/>
        <a:p>
          <a:r>
            <a:rPr lang="uk-UA"/>
            <a:t>співзасновник і голова Української національної партії на Буковині, Голова української національної громади в Румунії</a:t>
          </a:r>
        </a:p>
      </dgm:t>
    </dgm:pt>
    <dgm:pt modelId="{AE3DFFB2-F504-4538-A27C-7B60397BF0D0}" type="parTrans" cxnId="{57000914-87AC-4610-BEDB-AE35B95A5C0A}">
      <dgm:prSet/>
      <dgm:spPr/>
      <dgm:t>
        <a:bodyPr/>
        <a:lstStyle/>
        <a:p>
          <a:endParaRPr lang="uk-UA"/>
        </a:p>
      </dgm:t>
    </dgm:pt>
    <dgm:pt modelId="{D750A058-E1D0-47FD-B8D6-D82DE782D30A}" type="sibTrans" cxnId="{57000914-87AC-4610-BEDB-AE35B95A5C0A}">
      <dgm:prSet/>
      <dgm:spPr/>
      <dgm:t>
        <a:bodyPr/>
        <a:lstStyle/>
        <a:p>
          <a:endParaRPr lang="uk-UA"/>
        </a:p>
      </dgm:t>
    </dgm:pt>
    <dgm:pt modelId="{1E634E26-D9E5-4E5A-861A-837673C3DB6F}">
      <dgm:prSet/>
      <dgm:spPr/>
      <dgm:t>
        <a:bodyPr/>
        <a:lstStyle/>
        <a:p>
          <a:r>
            <a:rPr lang="uk-UA"/>
            <a:t>голова Союзу визволення України, теоретик та ідеолог українського націоналізму</a:t>
          </a:r>
        </a:p>
      </dgm:t>
    </dgm:pt>
    <dgm:pt modelId="{F9A16E85-9073-40AE-BD6E-1C43F30ADD0C}" type="parTrans" cxnId="{592E8B61-02C4-44E9-A068-FC3772E53245}">
      <dgm:prSet/>
      <dgm:spPr/>
      <dgm:t>
        <a:bodyPr/>
        <a:lstStyle/>
        <a:p>
          <a:endParaRPr lang="uk-UA"/>
        </a:p>
      </dgm:t>
    </dgm:pt>
    <dgm:pt modelId="{1E863B6A-7414-45D9-973B-AC80B66CACBC}" type="sibTrans" cxnId="{592E8B61-02C4-44E9-A068-FC3772E53245}">
      <dgm:prSet/>
      <dgm:spPr/>
      <dgm:t>
        <a:bodyPr/>
        <a:lstStyle/>
        <a:p>
          <a:endParaRPr lang="uk-UA"/>
        </a:p>
      </dgm:t>
    </dgm:pt>
    <dgm:pt modelId="{9FDC76EF-BE7D-40A9-A8D0-AAD62EE814D4}" type="pres">
      <dgm:prSet presAssocID="{1DD8A1F7-AEC3-4C44-A52A-A5ABD92E44BA}" presName="linear" presStyleCnt="0">
        <dgm:presLayoutVars>
          <dgm:animLvl val="lvl"/>
          <dgm:resizeHandles val="exact"/>
        </dgm:presLayoutVars>
      </dgm:prSet>
      <dgm:spPr/>
    </dgm:pt>
    <dgm:pt modelId="{0E15E0B2-8809-4395-BB58-CB355C2F09EB}" type="pres">
      <dgm:prSet presAssocID="{1A6F3407-2634-4332-AACD-7240D590208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F455115-863B-4A6B-A7DD-A0417FE0E703}" type="pres">
      <dgm:prSet presAssocID="{46BF6527-29F8-4548-9622-8201E2A2BCF6}" presName="spacer" presStyleCnt="0"/>
      <dgm:spPr/>
    </dgm:pt>
    <dgm:pt modelId="{1BC3CFD2-FFB5-4594-9077-FA628B31043B}" type="pres">
      <dgm:prSet presAssocID="{7D4BF79C-3FC6-40E9-82AE-B7FA5DFE61C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75E5959-D8FE-428E-8849-52892A7EE59B}" type="pres">
      <dgm:prSet presAssocID="{8CBAFCB2-5B5F-4339-BB04-0BCB8C5F934D}" presName="spacer" presStyleCnt="0"/>
      <dgm:spPr/>
    </dgm:pt>
    <dgm:pt modelId="{969548D9-1D40-48CC-9569-947C9C3370FA}" type="pres">
      <dgm:prSet presAssocID="{701BC626-3368-4BDF-A86D-13EC848F880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CDA4CAB-897B-4914-B6C8-D84EC31DAC3A}" type="pres">
      <dgm:prSet presAssocID="{F4A59E84-4CFD-4BAB-8784-1B710B62122A}" presName="spacer" presStyleCnt="0"/>
      <dgm:spPr/>
    </dgm:pt>
    <dgm:pt modelId="{D9950C76-4A02-4370-BF26-E260348A9652}" type="pres">
      <dgm:prSet presAssocID="{45238CE9-F381-4AA5-8B89-3E4ABDD86EF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C06A4B2-329D-416A-837B-8065B4EBE2D0}" type="pres">
      <dgm:prSet presAssocID="{D750A058-E1D0-47FD-B8D6-D82DE782D30A}" presName="spacer" presStyleCnt="0"/>
      <dgm:spPr/>
    </dgm:pt>
    <dgm:pt modelId="{CE79B458-EAED-4633-A4AC-D0C772B19B77}" type="pres">
      <dgm:prSet presAssocID="{1E634E26-D9E5-4E5A-861A-837673C3DB6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7000914-87AC-4610-BEDB-AE35B95A5C0A}" srcId="{1DD8A1F7-AEC3-4C44-A52A-A5ABD92E44BA}" destId="{45238CE9-F381-4AA5-8B89-3E4ABDD86EFE}" srcOrd="3" destOrd="0" parTransId="{AE3DFFB2-F504-4538-A27C-7B60397BF0D0}" sibTransId="{D750A058-E1D0-47FD-B8D6-D82DE782D30A}"/>
    <dgm:cxn modelId="{84B10215-9824-4A89-B054-06B71BE5DF07}" type="presOf" srcId="{1E634E26-D9E5-4E5A-861A-837673C3DB6F}" destId="{CE79B458-EAED-4633-A4AC-D0C772B19B77}" srcOrd="0" destOrd="0" presId="urn:microsoft.com/office/officeart/2005/8/layout/vList2"/>
    <dgm:cxn modelId="{EA346D3A-3EF3-40B6-A806-6342CCA10839}" type="presOf" srcId="{45238CE9-F381-4AA5-8B89-3E4ABDD86EFE}" destId="{D9950C76-4A02-4370-BF26-E260348A9652}" srcOrd="0" destOrd="0" presId="urn:microsoft.com/office/officeart/2005/8/layout/vList2"/>
    <dgm:cxn modelId="{D0951A5E-8F90-41B9-9E2D-1D13539ABA50}" srcId="{1DD8A1F7-AEC3-4C44-A52A-A5ABD92E44BA}" destId="{701BC626-3368-4BDF-A86D-13EC848F8809}" srcOrd="2" destOrd="0" parTransId="{65A23E17-562D-468B-BB12-74FC8AFE1B53}" sibTransId="{F4A59E84-4CFD-4BAB-8784-1B710B62122A}"/>
    <dgm:cxn modelId="{592E8B61-02C4-44E9-A068-FC3772E53245}" srcId="{1DD8A1F7-AEC3-4C44-A52A-A5ABD92E44BA}" destId="{1E634E26-D9E5-4E5A-861A-837673C3DB6F}" srcOrd="4" destOrd="0" parTransId="{F9A16E85-9073-40AE-BD6E-1C43F30ADD0C}" sibTransId="{1E863B6A-7414-45D9-973B-AC80B66CACBC}"/>
    <dgm:cxn modelId="{8C192168-5654-4AA5-BD4D-05A6D74897E4}" type="presOf" srcId="{701BC626-3368-4BDF-A86D-13EC848F8809}" destId="{969548D9-1D40-48CC-9569-947C9C3370FA}" srcOrd="0" destOrd="0" presId="urn:microsoft.com/office/officeart/2005/8/layout/vList2"/>
    <dgm:cxn modelId="{4AB20779-9ACC-4C58-93C2-D813FE57C698}" srcId="{1DD8A1F7-AEC3-4C44-A52A-A5ABD92E44BA}" destId="{7D4BF79C-3FC6-40E9-82AE-B7FA5DFE61C7}" srcOrd="1" destOrd="0" parTransId="{0A4C5E24-3B20-42DF-ABAB-22390DC47DD1}" sibTransId="{8CBAFCB2-5B5F-4339-BB04-0BCB8C5F934D}"/>
    <dgm:cxn modelId="{CE2A8183-A365-4398-9235-9F7C5958BFD3}" type="presOf" srcId="{1A6F3407-2634-4332-AACD-7240D5902088}" destId="{0E15E0B2-8809-4395-BB58-CB355C2F09EB}" srcOrd="0" destOrd="0" presId="urn:microsoft.com/office/officeart/2005/8/layout/vList2"/>
    <dgm:cxn modelId="{B0543487-D466-4813-9A40-2BBD10A476F3}" srcId="{1DD8A1F7-AEC3-4C44-A52A-A5ABD92E44BA}" destId="{1A6F3407-2634-4332-AACD-7240D5902088}" srcOrd="0" destOrd="0" parTransId="{88A90DE6-01FF-4676-89B3-1CBA40E2E3AD}" sibTransId="{46BF6527-29F8-4548-9622-8201E2A2BCF6}"/>
    <dgm:cxn modelId="{80D3F3B1-4F8A-4733-9E40-8B13122632AB}" type="presOf" srcId="{7D4BF79C-3FC6-40E9-82AE-B7FA5DFE61C7}" destId="{1BC3CFD2-FFB5-4594-9077-FA628B31043B}" srcOrd="0" destOrd="0" presId="urn:microsoft.com/office/officeart/2005/8/layout/vList2"/>
    <dgm:cxn modelId="{675F10E5-76EE-4BF2-A9C7-DFD33B807889}" type="presOf" srcId="{1DD8A1F7-AEC3-4C44-A52A-A5ABD92E44BA}" destId="{9FDC76EF-BE7D-40A9-A8D0-AAD62EE814D4}" srcOrd="0" destOrd="0" presId="urn:microsoft.com/office/officeart/2005/8/layout/vList2"/>
    <dgm:cxn modelId="{2319E78C-CE41-42A7-9FE1-79456F10E7D3}" type="presParOf" srcId="{9FDC76EF-BE7D-40A9-A8D0-AAD62EE814D4}" destId="{0E15E0B2-8809-4395-BB58-CB355C2F09EB}" srcOrd="0" destOrd="0" presId="urn:microsoft.com/office/officeart/2005/8/layout/vList2"/>
    <dgm:cxn modelId="{A908E81C-F809-4B7C-8932-C791249AB93E}" type="presParOf" srcId="{9FDC76EF-BE7D-40A9-A8D0-AAD62EE814D4}" destId="{5F455115-863B-4A6B-A7DD-A0417FE0E703}" srcOrd="1" destOrd="0" presId="urn:microsoft.com/office/officeart/2005/8/layout/vList2"/>
    <dgm:cxn modelId="{A68F4567-3D4E-4B4A-B8BA-D9FDD8DBA481}" type="presParOf" srcId="{9FDC76EF-BE7D-40A9-A8D0-AAD62EE814D4}" destId="{1BC3CFD2-FFB5-4594-9077-FA628B31043B}" srcOrd="2" destOrd="0" presId="urn:microsoft.com/office/officeart/2005/8/layout/vList2"/>
    <dgm:cxn modelId="{5DA4DCC6-5145-4EBE-A82C-44E2EEE46157}" type="presParOf" srcId="{9FDC76EF-BE7D-40A9-A8D0-AAD62EE814D4}" destId="{175E5959-D8FE-428E-8849-52892A7EE59B}" srcOrd="3" destOrd="0" presId="urn:microsoft.com/office/officeart/2005/8/layout/vList2"/>
    <dgm:cxn modelId="{92EC9019-F341-43D3-A513-C7057DE65C71}" type="presParOf" srcId="{9FDC76EF-BE7D-40A9-A8D0-AAD62EE814D4}" destId="{969548D9-1D40-48CC-9569-947C9C3370FA}" srcOrd="4" destOrd="0" presId="urn:microsoft.com/office/officeart/2005/8/layout/vList2"/>
    <dgm:cxn modelId="{6E91A011-A170-411C-94BA-23CE00D5DC91}" type="presParOf" srcId="{9FDC76EF-BE7D-40A9-A8D0-AAD62EE814D4}" destId="{8CDA4CAB-897B-4914-B6C8-D84EC31DAC3A}" srcOrd="5" destOrd="0" presId="urn:microsoft.com/office/officeart/2005/8/layout/vList2"/>
    <dgm:cxn modelId="{B7AC9918-9A9C-4FB3-B213-073CF8FE0A3C}" type="presParOf" srcId="{9FDC76EF-BE7D-40A9-A8D0-AAD62EE814D4}" destId="{D9950C76-4A02-4370-BF26-E260348A9652}" srcOrd="6" destOrd="0" presId="urn:microsoft.com/office/officeart/2005/8/layout/vList2"/>
    <dgm:cxn modelId="{7309199D-AE4E-4107-B61A-70F9A604D459}" type="presParOf" srcId="{9FDC76EF-BE7D-40A9-A8D0-AAD62EE814D4}" destId="{7C06A4B2-329D-416A-837B-8065B4EBE2D0}" srcOrd="7" destOrd="0" presId="urn:microsoft.com/office/officeart/2005/8/layout/vList2"/>
    <dgm:cxn modelId="{58E3E0F3-E2D9-4D6A-A1CD-740ECFC28A7B}" type="presParOf" srcId="{9FDC76EF-BE7D-40A9-A8D0-AAD62EE814D4}" destId="{CE79B458-EAED-4633-A4AC-D0C772B19B7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DE4FB0E0-78A2-442E-840E-DAAFA2B132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863E42D-449C-41DA-B7D4-DF4214D4C45E}">
      <dgm:prSet/>
      <dgm:spPr/>
      <dgm:t>
        <a:bodyPr/>
        <a:lstStyle/>
        <a:p>
          <a:r>
            <a:rPr lang="ru-RU" b="0" i="0"/>
            <a:t>А. Шептицького</a:t>
          </a:r>
          <a:endParaRPr lang="uk-UA"/>
        </a:p>
      </dgm:t>
    </dgm:pt>
    <dgm:pt modelId="{EAB97448-0D3B-4C7C-A847-BD1ECFBA1545}" type="parTrans" cxnId="{B1782666-E8B6-4435-ADD4-8CD0112E5C4C}">
      <dgm:prSet/>
      <dgm:spPr/>
      <dgm:t>
        <a:bodyPr/>
        <a:lstStyle/>
        <a:p>
          <a:endParaRPr lang="uk-UA"/>
        </a:p>
      </dgm:t>
    </dgm:pt>
    <dgm:pt modelId="{D4C50843-3730-4275-B4AE-0826E014AFA5}" type="sibTrans" cxnId="{B1782666-E8B6-4435-ADD4-8CD0112E5C4C}">
      <dgm:prSet/>
      <dgm:spPr/>
      <dgm:t>
        <a:bodyPr/>
        <a:lstStyle/>
        <a:p>
          <a:endParaRPr lang="uk-UA"/>
        </a:p>
      </dgm:t>
    </dgm:pt>
    <dgm:pt modelId="{DED85CB2-925B-4892-B637-E80A92D0FED3}">
      <dgm:prSet/>
      <dgm:spPr/>
      <dgm:t>
        <a:bodyPr/>
        <a:lstStyle/>
        <a:p>
          <a:r>
            <a:rPr lang="ru-RU" b="0" i="0"/>
            <a:t>К. Левицького</a:t>
          </a:r>
          <a:endParaRPr lang="uk-UA"/>
        </a:p>
      </dgm:t>
    </dgm:pt>
    <dgm:pt modelId="{41A4898F-1AC2-4E72-BCE5-E10590FA12EE}" type="parTrans" cxnId="{C55FE65E-96ED-46F9-B8F5-6FD93DBFDC8A}">
      <dgm:prSet/>
      <dgm:spPr/>
      <dgm:t>
        <a:bodyPr/>
        <a:lstStyle/>
        <a:p>
          <a:endParaRPr lang="uk-UA"/>
        </a:p>
      </dgm:t>
    </dgm:pt>
    <dgm:pt modelId="{4A32E219-BAB8-4AAD-8832-E85A154B8FC4}" type="sibTrans" cxnId="{C55FE65E-96ED-46F9-B8F5-6FD93DBFDC8A}">
      <dgm:prSet/>
      <dgm:spPr/>
      <dgm:t>
        <a:bodyPr/>
        <a:lstStyle/>
        <a:p>
          <a:endParaRPr lang="uk-UA"/>
        </a:p>
      </dgm:t>
    </dgm:pt>
    <dgm:pt modelId="{BBFB8B59-3CEC-45D1-BE2A-F686B3351170}">
      <dgm:prSet/>
      <dgm:spPr/>
      <dgm:t>
        <a:bodyPr/>
        <a:lstStyle/>
        <a:p>
          <a:r>
            <a:rPr lang="ru-RU" b="0" i="0"/>
            <a:t>О. Бобринського</a:t>
          </a:r>
          <a:endParaRPr lang="uk-UA"/>
        </a:p>
      </dgm:t>
    </dgm:pt>
    <dgm:pt modelId="{33AD22A9-346C-44C4-AD5D-737CA99A350F}" type="parTrans" cxnId="{30828C81-0DF3-4122-8996-A8F8BF936A64}">
      <dgm:prSet/>
      <dgm:spPr/>
      <dgm:t>
        <a:bodyPr/>
        <a:lstStyle/>
        <a:p>
          <a:endParaRPr lang="uk-UA"/>
        </a:p>
      </dgm:t>
    </dgm:pt>
    <dgm:pt modelId="{3CF4C76D-6F20-49D6-96CC-E1475FB58321}" type="sibTrans" cxnId="{30828C81-0DF3-4122-8996-A8F8BF936A64}">
      <dgm:prSet/>
      <dgm:spPr/>
      <dgm:t>
        <a:bodyPr/>
        <a:lstStyle/>
        <a:p>
          <a:endParaRPr lang="uk-UA"/>
        </a:p>
      </dgm:t>
    </dgm:pt>
    <dgm:pt modelId="{6640F5D9-5F40-4A86-B533-8C1F521ED8D6}">
      <dgm:prSet/>
      <dgm:spPr/>
      <dgm:t>
        <a:bodyPr/>
        <a:lstStyle/>
        <a:p>
          <a:r>
            <a:rPr lang="ru-RU" b="0" i="0"/>
            <a:t>К. Трильовського</a:t>
          </a:r>
          <a:endParaRPr lang="uk-UA"/>
        </a:p>
      </dgm:t>
    </dgm:pt>
    <dgm:pt modelId="{9FA4A316-22D0-4228-960E-1A9B63139D8B}" type="parTrans" cxnId="{396FDD21-327A-48F4-B9BD-03DFE03A69E1}">
      <dgm:prSet/>
      <dgm:spPr/>
      <dgm:t>
        <a:bodyPr/>
        <a:lstStyle/>
        <a:p>
          <a:endParaRPr lang="uk-UA"/>
        </a:p>
      </dgm:t>
    </dgm:pt>
    <dgm:pt modelId="{C62B4334-87FF-432A-B931-F47DB8B6D021}" type="sibTrans" cxnId="{396FDD21-327A-48F4-B9BD-03DFE03A69E1}">
      <dgm:prSet/>
      <dgm:spPr/>
      <dgm:t>
        <a:bodyPr/>
        <a:lstStyle/>
        <a:p>
          <a:endParaRPr lang="uk-UA"/>
        </a:p>
      </dgm:t>
    </dgm:pt>
    <dgm:pt modelId="{0D3F6892-BA54-42DB-8381-D9A0C257339F}" type="pres">
      <dgm:prSet presAssocID="{DE4FB0E0-78A2-442E-840E-DAAFA2B1323C}" presName="linear" presStyleCnt="0">
        <dgm:presLayoutVars>
          <dgm:animLvl val="lvl"/>
          <dgm:resizeHandles val="exact"/>
        </dgm:presLayoutVars>
      </dgm:prSet>
      <dgm:spPr/>
    </dgm:pt>
    <dgm:pt modelId="{18A0D5EE-4D15-4755-8E74-6D42F61F9330}" type="pres">
      <dgm:prSet presAssocID="{A863E42D-449C-41DA-B7D4-DF4214D4C45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3E0383-3E42-43AE-9604-359DF6587FB8}" type="pres">
      <dgm:prSet presAssocID="{D4C50843-3730-4275-B4AE-0826E014AFA5}" presName="spacer" presStyleCnt="0"/>
      <dgm:spPr/>
    </dgm:pt>
    <dgm:pt modelId="{B64AC62C-A51B-4F77-BF35-8AEB3E77B172}" type="pres">
      <dgm:prSet presAssocID="{DED85CB2-925B-4892-B637-E80A92D0FED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292988D-1968-4AF1-B46C-060451DC5D3C}" type="pres">
      <dgm:prSet presAssocID="{4A32E219-BAB8-4AAD-8832-E85A154B8FC4}" presName="spacer" presStyleCnt="0"/>
      <dgm:spPr/>
    </dgm:pt>
    <dgm:pt modelId="{7D5181EE-D476-4697-B1D4-C205D3B2A36F}" type="pres">
      <dgm:prSet presAssocID="{BBFB8B59-3CEC-45D1-BE2A-F686B335117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AFDEC23-7431-457F-964E-4D1A2FAC9FF2}" type="pres">
      <dgm:prSet presAssocID="{3CF4C76D-6F20-49D6-96CC-E1475FB58321}" presName="spacer" presStyleCnt="0"/>
      <dgm:spPr/>
    </dgm:pt>
    <dgm:pt modelId="{590BF38E-7E1D-4DEE-96C5-8CDA7F581A0F}" type="pres">
      <dgm:prSet presAssocID="{6640F5D9-5F40-4A86-B533-8C1F521ED8D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D7B519-5686-4EC3-82E8-BB40CAE4DA7F}" type="presOf" srcId="{DE4FB0E0-78A2-442E-840E-DAAFA2B1323C}" destId="{0D3F6892-BA54-42DB-8381-D9A0C257339F}" srcOrd="0" destOrd="0" presId="urn:microsoft.com/office/officeart/2005/8/layout/vList2"/>
    <dgm:cxn modelId="{396FDD21-327A-48F4-B9BD-03DFE03A69E1}" srcId="{DE4FB0E0-78A2-442E-840E-DAAFA2B1323C}" destId="{6640F5D9-5F40-4A86-B533-8C1F521ED8D6}" srcOrd="3" destOrd="0" parTransId="{9FA4A316-22D0-4228-960E-1A9B63139D8B}" sibTransId="{C62B4334-87FF-432A-B931-F47DB8B6D021}"/>
    <dgm:cxn modelId="{86E3052A-9891-4CAC-8A72-23B2CA0FE56D}" type="presOf" srcId="{A863E42D-449C-41DA-B7D4-DF4214D4C45E}" destId="{18A0D5EE-4D15-4755-8E74-6D42F61F9330}" srcOrd="0" destOrd="0" presId="urn:microsoft.com/office/officeart/2005/8/layout/vList2"/>
    <dgm:cxn modelId="{C55FE65E-96ED-46F9-B8F5-6FD93DBFDC8A}" srcId="{DE4FB0E0-78A2-442E-840E-DAAFA2B1323C}" destId="{DED85CB2-925B-4892-B637-E80A92D0FED3}" srcOrd="1" destOrd="0" parTransId="{41A4898F-1AC2-4E72-BCE5-E10590FA12EE}" sibTransId="{4A32E219-BAB8-4AAD-8832-E85A154B8FC4}"/>
    <dgm:cxn modelId="{B1782666-E8B6-4435-ADD4-8CD0112E5C4C}" srcId="{DE4FB0E0-78A2-442E-840E-DAAFA2B1323C}" destId="{A863E42D-449C-41DA-B7D4-DF4214D4C45E}" srcOrd="0" destOrd="0" parTransId="{EAB97448-0D3B-4C7C-A847-BD1ECFBA1545}" sibTransId="{D4C50843-3730-4275-B4AE-0826E014AFA5}"/>
    <dgm:cxn modelId="{4A13116E-326E-4B07-9CC6-FDA3C4349D2A}" type="presOf" srcId="{BBFB8B59-3CEC-45D1-BE2A-F686B3351170}" destId="{7D5181EE-D476-4697-B1D4-C205D3B2A36F}" srcOrd="0" destOrd="0" presId="urn:microsoft.com/office/officeart/2005/8/layout/vList2"/>
    <dgm:cxn modelId="{30828C81-0DF3-4122-8996-A8F8BF936A64}" srcId="{DE4FB0E0-78A2-442E-840E-DAAFA2B1323C}" destId="{BBFB8B59-3CEC-45D1-BE2A-F686B3351170}" srcOrd="2" destOrd="0" parTransId="{33AD22A9-346C-44C4-AD5D-737CA99A350F}" sibTransId="{3CF4C76D-6F20-49D6-96CC-E1475FB58321}"/>
    <dgm:cxn modelId="{9658D493-25BC-4AA3-BF4C-06CA97ABDA85}" type="presOf" srcId="{6640F5D9-5F40-4A86-B533-8C1F521ED8D6}" destId="{590BF38E-7E1D-4DEE-96C5-8CDA7F581A0F}" srcOrd="0" destOrd="0" presId="urn:microsoft.com/office/officeart/2005/8/layout/vList2"/>
    <dgm:cxn modelId="{928645AC-4EE1-434F-BAF9-7857AF768FDE}" type="presOf" srcId="{DED85CB2-925B-4892-B637-E80A92D0FED3}" destId="{B64AC62C-A51B-4F77-BF35-8AEB3E77B172}" srcOrd="0" destOrd="0" presId="urn:microsoft.com/office/officeart/2005/8/layout/vList2"/>
    <dgm:cxn modelId="{8DA5D2E3-CBD5-4327-8E01-830076933122}" type="presParOf" srcId="{0D3F6892-BA54-42DB-8381-D9A0C257339F}" destId="{18A0D5EE-4D15-4755-8E74-6D42F61F9330}" srcOrd="0" destOrd="0" presId="urn:microsoft.com/office/officeart/2005/8/layout/vList2"/>
    <dgm:cxn modelId="{0EFAD310-B97D-4617-BE35-33D37BCCE954}" type="presParOf" srcId="{0D3F6892-BA54-42DB-8381-D9A0C257339F}" destId="{8E3E0383-3E42-43AE-9604-359DF6587FB8}" srcOrd="1" destOrd="0" presId="urn:microsoft.com/office/officeart/2005/8/layout/vList2"/>
    <dgm:cxn modelId="{DC80AE33-2E0B-4F0F-8722-F8705C956962}" type="presParOf" srcId="{0D3F6892-BA54-42DB-8381-D9A0C257339F}" destId="{B64AC62C-A51B-4F77-BF35-8AEB3E77B172}" srcOrd="2" destOrd="0" presId="urn:microsoft.com/office/officeart/2005/8/layout/vList2"/>
    <dgm:cxn modelId="{DFCE0A14-4A6F-405B-A7A8-13545714B061}" type="presParOf" srcId="{0D3F6892-BA54-42DB-8381-D9A0C257339F}" destId="{0292988D-1968-4AF1-B46C-060451DC5D3C}" srcOrd="3" destOrd="0" presId="urn:microsoft.com/office/officeart/2005/8/layout/vList2"/>
    <dgm:cxn modelId="{269D79DB-1B74-40CA-BDE5-81E1ACD0682C}" type="presParOf" srcId="{0D3F6892-BA54-42DB-8381-D9A0C257339F}" destId="{7D5181EE-D476-4697-B1D4-C205D3B2A36F}" srcOrd="4" destOrd="0" presId="urn:microsoft.com/office/officeart/2005/8/layout/vList2"/>
    <dgm:cxn modelId="{E0A1EB09-A261-404E-A207-FA5AAD4F4CB7}" type="presParOf" srcId="{0D3F6892-BA54-42DB-8381-D9A0C257339F}" destId="{BAFDEC23-7431-457F-964E-4D1A2FAC9FF2}" srcOrd="5" destOrd="0" presId="urn:microsoft.com/office/officeart/2005/8/layout/vList2"/>
    <dgm:cxn modelId="{BF0C01DF-89FB-4D3F-837A-EE8DA4FF4A79}" type="presParOf" srcId="{0D3F6892-BA54-42DB-8381-D9A0C257339F}" destId="{590BF38E-7E1D-4DEE-96C5-8CDA7F581A0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385D8-6977-483E-B71D-EF7525C4D707}">
      <dsp:nvSpPr>
        <dsp:cNvPr id="0" name=""/>
        <dsp:cNvSpPr/>
      </dsp:nvSpPr>
      <dsp:spPr>
        <a:xfrm>
          <a:off x="0" y="420458"/>
          <a:ext cx="51054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Росії та Румунії.</a:t>
          </a:r>
          <a:endParaRPr lang="uk-UA" sz="2800" kern="1200"/>
        </a:p>
      </dsp:txBody>
      <dsp:txXfrm>
        <a:off x="31984" y="452442"/>
        <a:ext cx="5041432" cy="591232"/>
      </dsp:txXfrm>
    </dsp:sp>
    <dsp:sp modelId="{391289B5-9476-41B8-ACCB-C9884017F5AF}">
      <dsp:nvSpPr>
        <dsp:cNvPr id="0" name=""/>
        <dsp:cNvSpPr/>
      </dsp:nvSpPr>
      <dsp:spPr>
        <a:xfrm>
          <a:off x="0" y="1156298"/>
          <a:ext cx="51054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Румунії та Польщі.</a:t>
          </a:r>
          <a:endParaRPr lang="uk-UA" sz="2800" kern="1200"/>
        </a:p>
      </dsp:txBody>
      <dsp:txXfrm>
        <a:off x="31984" y="1188282"/>
        <a:ext cx="5041432" cy="591232"/>
      </dsp:txXfrm>
    </dsp:sp>
    <dsp:sp modelId="{B02F01E3-EE6D-4A95-806C-D9CDF8C974EB}">
      <dsp:nvSpPr>
        <dsp:cNvPr id="0" name=""/>
        <dsp:cNvSpPr/>
      </dsp:nvSpPr>
      <dsp:spPr>
        <a:xfrm>
          <a:off x="0" y="1892138"/>
          <a:ext cx="51054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Польщі та Австро-Угорщини.</a:t>
          </a:r>
          <a:endParaRPr lang="uk-UA" sz="2800" kern="1200"/>
        </a:p>
      </dsp:txBody>
      <dsp:txXfrm>
        <a:off x="31984" y="1924122"/>
        <a:ext cx="5041432" cy="591232"/>
      </dsp:txXfrm>
    </dsp:sp>
    <dsp:sp modelId="{409CA169-1B0B-4FB8-B899-8A22D4F4860A}">
      <dsp:nvSpPr>
        <dsp:cNvPr id="0" name=""/>
        <dsp:cNvSpPr/>
      </dsp:nvSpPr>
      <dsp:spPr>
        <a:xfrm>
          <a:off x="0" y="2627978"/>
          <a:ext cx="51054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Австро-Угорщини та Росії.</a:t>
          </a:r>
          <a:endParaRPr lang="uk-UA" sz="2800" kern="1200"/>
        </a:p>
      </dsp:txBody>
      <dsp:txXfrm>
        <a:off x="31984" y="2659962"/>
        <a:ext cx="5041432" cy="5912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7224B-3E33-47EE-8E24-83D4924D8DE4}">
      <dsp:nvSpPr>
        <dsp:cNvPr id="0" name=""/>
        <dsp:cNvSpPr/>
      </dsp:nvSpPr>
      <dsp:spPr>
        <a:xfrm>
          <a:off x="695325" y="0"/>
          <a:ext cx="3703637" cy="37036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D79B1C-B843-4361-A153-6BB972615BAC}">
      <dsp:nvSpPr>
        <dsp:cNvPr id="0" name=""/>
        <dsp:cNvSpPr/>
      </dsp:nvSpPr>
      <dsp:spPr>
        <a:xfrm>
          <a:off x="1047170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Росія</a:t>
          </a:r>
          <a:endParaRPr lang="uk-UA" sz="1800" kern="1200"/>
        </a:p>
      </dsp:txBody>
      <dsp:txXfrm>
        <a:off x="1117681" y="422356"/>
        <a:ext cx="1303396" cy="1303396"/>
      </dsp:txXfrm>
    </dsp:sp>
    <dsp:sp modelId="{105A34A3-84A2-44F4-858F-79F5FF18336E}">
      <dsp:nvSpPr>
        <dsp:cNvPr id="0" name=""/>
        <dsp:cNvSpPr/>
      </dsp:nvSpPr>
      <dsp:spPr>
        <a:xfrm>
          <a:off x="2602698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Румунія</a:t>
          </a:r>
          <a:endParaRPr lang="uk-UA" sz="1800" kern="1200"/>
        </a:p>
      </dsp:txBody>
      <dsp:txXfrm>
        <a:off x="2673209" y="422356"/>
        <a:ext cx="1303396" cy="1303396"/>
      </dsp:txXfrm>
    </dsp:sp>
    <dsp:sp modelId="{B7D5610C-1B6B-42A8-9EAC-93C36A0DBC3B}">
      <dsp:nvSpPr>
        <dsp:cNvPr id="0" name=""/>
        <dsp:cNvSpPr/>
      </dsp:nvSpPr>
      <dsp:spPr>
        <a:xfrm>
          <a:off x="1047170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Німеччина</a:t>
          </a:r>
          <a:endParaRPr lang="uk-UA" sz="1800" kern="1200"/>
        </a:p>
      </dsp:txBody>
      <dsp:txXfrm>
        <a:off x="1117681" y="1977884"/>
        <a:ext cx="1303396" cy="1303396"/>
      </dsp:txXfrm>
    </dsp:sp>
    <dsp:sp modelId="{7E145E74-C599-40E4-8121-A2AF205AA8B2}">
      <dsp:nvSpPr>
        <dsp:cNvPr id="0" name=""/>
        <dsp:cNvSpPr/>
      </dsp:nvSpPr>
      <dsp:spPr>
        <a:xfrm>
          <a:off x="2602698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Австро-Угорщина</a:t>
          </a:r>
          <a:endParaRPr lang="uk-UA" sz="1800" kern="1200"/>
        </a:p>
      </dsp:txBody>
      <dsp:txXfrm>
        <a:off x="2673209" y="1977884"/>
        <a:ext cx="1303396" cy="1303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B3F69-7578-4046-91F1-3CF26AC3B3F1}">
      <dsp:nvSpPr>
        <dsp:cNvPr id="0" name=""/>
        <dsp:cNvSpPr/>
      </dsp:nvSpPr>
      <dsp:spPr>
        <a:xfrm>
          <a:off x="-4186627" y="-642425"/>
          <a:ext cx="4988488" cy="4988488"/>
        </a:xfrm>
        <a:prstGeom prst="blockArc">
          <a:avLst>
            <a:gd name="adj1" fmla="val 18900000"/>
            <a:gd name="adj2" fmla="val 2700000"/>
            <a:gd name="adj3" fmla="val 43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334678-A79A-44D7-9840-683B203213A8}">
      <dsp:nvSpPr>
        <dsp:cNvPr id="0" name=""/>
        <dsp:cNvSpPr/>
      </dsp:nvSpPr>
      <dsp:spPr>
        <a:xfrm>
          <a:off x="420126" y="284735"/>
          <a:ext cx="4635778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Волинню та Поділлям.</a:t>
          </a:r>
          <a:endParaRPr lang="uk-UA" sz="1700" kern="1200"/>
        </a:p>
      </dsp:txBody>
      <dsp:txXfrm>
        <a:off x="420126" y="284735"/>
        <a:ext cx="4635778" cy="569767"/>
      </dsp:txXfrm>
    </dsp:sp>
    <dsp:sp modelId="{9D3971BD-501B-4420-A3B2-D4822606EE69}">
      <dsp:nvSpPr>
        <dsp:cNvPr id="0" name=""/>
        <dsp:cNvSpPr/>
      </dsp:nvSpPr>
      <dsp:spPr>
        <a:xfrm>
          <a:off x="64021" y="213514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3D14D-7B57-4743-9AF1-DEB3EB28B8A9}">
      <dsp:nvSpPr>
        <dsp:cNvPr id="0" name=""/>
        <dsp:cNvSpPr/>
      </dsp:nvSpPr>
      <dsp:spPr>
        <a:xfrm>
          <a:off x="746786" y="1139535"/>
          <a:ext cx="4309118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Донбасом і Придніпров’ям.</a:t>
          </a:r>
          <a:endParaRPr lang="uk-UA" sz="1700" kern="1200"/>
        </a:p>
      </dsp:txBody>
      <dsp:txXfrm>
        <a:off x="746786" y="1139535"/>
        <a:ext cx="4309118" cy="569767"/>
      </dsp:txXfrm>
    </dsp:sp>
    <dsp:sp modelId="{CD7CC00B-6440-4F0D-8500-CBB97896C50B}">
      <dsp:nvSpPr>
        <dsp:cNvPr id="0" name=""/>
        <dsp:cNvSpPr/>
      </dsp:nvSpPr>
      <dsp:spPr>
        <a:xfrm>
          <a:off x="390682" y="1068314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0ABD87-BD7C-4734-860B-739FA375EE92}">
      <dsp:nvSpPr>
        <dsp:cNvPr id="0" name=""/>
        <dsp:cNvSpPr/>
      </dsp:nvSpPr>
      <dsp:spPr>
        <a:xfrm>
          <a:off x="746786" y="1994334"/>
          <a:ext cx="4309118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Північною Буковиною та Бессарабією.</a:t>
          </a:r>
          <a:endParaRPr lang="uk-UA" sz="1700" kern="1200"/>
        </a:p>
      </dsp:txBody>
      <dsp:txXfrm>
        <a:off x="746786" y="1994334"/>
        <a:ext cx="4309118" cy="569767"/>
      </dsp:txXfrm>
    </dsp:sp>
    <dsp:sp modelId="{4949B79D-81B9-4F63-AC05-422965AD251D}">
      <dsp:nvSpPr>
        <dsp:cNvPr id="0" name=""/>
        <dsp:cNvSpPr/>
      </dsp:nvSpPr>
      <dsp:spPr>
        <a:xfrm>
          <a:off x="390682" y="1923113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C95C9F-D448-4BAB-BBC5-011B9B882F91}">
      <dsp:nvSpPr>
        <dsp:cNvPr id="0" name=""/>
        <dsp:cNvSpPr/>
      </dsp:nvSpPr>
      <dsp:spPr>
        <a:xfrm>
          <a:off x="420126" y="2849133"/>
          <a:ext cx="4635778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Східною Галичиною та Північною Буковиною.</a:t>
          </a:r>
          <a:endParaRPr lang="uk-UA" sz="1700" kern="1200"/>
        </a:p>
      </dsp:txBody>
      <dsp:txXfrm>
        <a:off x="420126" y="2849133"/>
        <a:ext cx="4635778" cy="569767"/>
      </dsp:txXfrm>
    </dsp:sp>
    <dsp:sp modelId="{2C342211-B83A-44A5-83BC-13C198C5CB03}">
      <dsp:nvSpPr>
        <dsp:cNvPr id="0" name=""/>
        <dsp:cNvSpPr/>
      </dsp:nvSpPr>
      <dsp:spPr>
        <a:xfrm>
          <a:off x="64021" y="2777912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6005F-7077-4605-81E9-6441A22D7A31}">
      <dsp:nvSpPr>
        <dsp:cNvPr id="0" name=""/>
        <dsp:cNvSpPr/>
      </dsp:nvSpPr>
      <dsp:spPr>
        <a:xfrm rot="10800000">
          <a:off x="1042242" y="1806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балканських війн 1912–1913 рр.</a:t>
          </a:r>
          <a:endParaRPr lang="uk-UA" sz="1800" kern="1200"/>
        </a:p>
      </dsp:txBody>
      <dsp:txXfrm rot="10800000">
        <a:off x="1231191" y="1806"/>
        <a:ext cx="3198751" cy="755797"/>
      </dsp:txXfrm>
    </dsp:sp>
    <dsp:sp modelId="{903FF903-69CC-4336-B8C8-47CD078A03F2}">
      <dsp:nvSpPr>
        <dsp:cNvPr id="0" name=""/>
        <dsp:cNvSpPr/>
      </dsp:nvSpPr>
      <dsp:spPr>
        <a:xfrm>
          <a:off x="664343" y="1806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11FEF9-758C-4783-B3F1-8530E8F5409C}">
      <dsp:nvSpPr>
        <dsp:cNvPr id="0" name=""/>
        <dsp:cNvSpPr/>
      </dsp:nvSpPr>
      <dsp:spPr>
        <a:xfrm rot="10800000">
          <a:off x="1042242" y="983215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Першої світової війни 1914–1918 рр.</a:t>
          </a:r>
          <a:endParaRPr lang="uk-UA" sz="1800" kern="1200"/>
        </a:p>
      </dsp:txBody>
      <dsp:txXfrm rot="10800000">
        <a:off x="1231191" y="983215"/>
        <a:ext cx="3198751" cy="755797"/>
      </dsp:txXfrm>
    </dsp:sp>
    <dsp:sp modelId="{0FB9DC92-FCD5-48CF-A8CE-414A18255A56}">
      <dsp:nvSpPr>
        <dsp:cNvPr id="0" name=""/>
        <dsp:cNvSpPr/>
      </dsp:nvSpPr>
      <dsp:spPr>
        <a:xfrm>
          <a:off x="664343" y="983215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A9795-E6FD-4E4C-B4FE-253D193F8C7F}">
      <dsp:nvSpPr>
        <dsp:cNvPr id="0" name=""/>
        <dsp:cNvSpPr/>
      </dsp:nvSpPr>
      <dsp:spPr>
        <a:xfrm rot="10800000">
          <a:off x="1042242" y="1964624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першої війни радянської Росії з УНР 1917–1918 рр.</a:t>
          </a:r>
          <a:endParaRPr lang="uk-UA" sz="1800" kern="1200"/>
        </a:p>
      </dsp:txBody>
      <dsp:txXfrm rot="10800000">
        <a:off x="1231191" y="1964624"/>
        <a:ext cx="3198751" cy="755797"/>
      </dsp:txXfrm>
    </dsp:sp>
    <dsp:sp modelId="{A477DE8A-0851-4A32-903D-C7D43A2A5A97}">
      <dsp:nvSpPr>
        <dsp:cNvPr id="0" name=""/>
        <dsp:cNvSpPr/>
      </dsp:nvSpPr>
      <dsp:spPr>
        <a:xfrm>
          <a:off x="664343" y="1964624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7B57C-4B13-4BC5-9B5E-5AF351EFE3C4}">
      <dsp:nvSpPr>
        <dsp:cNvPr id="0" name=""/>
        <dsp:cNvSpPr/>
      </dsp:nvSpPr>
      <dsp:spPr>
        <a:xfrm rot="10800000">
          <a:off x="1042242" y="2946033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польсько-радянської війни 1920–1921 рр.</a:t>
          </a:r>
          <a:endParaRPr lang="uk-UA" sz="1800" kern="1200"/>
        </a:p>
      </dsp:txBody>
      <dsp:txXfrm rot="10800000">
        <a:off x="1231191" y="2946033"/>
        <a:ext cx="3198751" cy="755797"/>
      </dsp:txXfrm>
    </dsp:sp>
    <dsp:sp modelId="{39295F62-5A86-4D3E-A12A-B93579481D97}">
      <dsp:nvSpPr>
        <dsp:cNvPr id="0" name=""/>
        <dsp:cNvSpPr/>
      </dsp:nvSpPr>
      <dsp:spPr>
        <a:xfrm>
          <a:off x="664343" y="2946033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E2E748-AE23-47D6-8FDA-3F9E00E13611}">
      <dsp:nvSpPr>
        <dsp:cNvPr id="0" name=""/>
        <dsp:cNvSpPr/>
      </dsp:nvSpPr>
      <dsp:spPr>
        <a:xfrm rot="10800000">
          <a:off x="1044098" y="1858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економічна криза 1900–1903 рр.</a:t>
          </a:r>
          <a:endParaRPr lang="uk-UA" sz="2000" kern="1200"/>
        </a:p>
      </dsp:txBody>
      <dsp:txXfrm rot="10800000">
        <a:off x="1233042" y="1858"/>
        <a:ext cx="3206147" cy="755776"/>
      </dsp:txXfrm>
    </dsp:sp>
    <dsp:sp modelId="{366B2CED-8031-4EBD-9A77-9F47EC1FCF2C}">
      <dsp:nvSpPr>
        <dsp:cNvPr id="0" name=""/>
        <dsp:cNvSpPr/>
      </dsp:nvSpPr>
      <dsp:spPr>
        <a:xfrm>
          <a:off x="666210" y="1858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D7363A-2995-4633-A134-36B3AC7ABDDA}">
      <dsp:nvSpPr>
        <dsp:cNvPr id="0" name=""/>
        <dsp:cNvSpPr/>
      </dsp:nvSpPr>
      <dsp:spPr>
        <a:xfrm rot="10800000">
          <a:off x="1044098" y="983239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революція 1905–1907 рр.</a:t>
          </a:r>
          <a:endParaRPr lang="uk-UA" sz="2000" kern="1200"/>
        </a:p>
      </dsp:txBody>
      <dsp:txXfrm rot="10800000">
        <a:off x="1233042" y="983239"/>
        <a:ext cx="3206147" cy="755776"/>
      </dsp:txXfrm>
    </dsp:sp>
    <dsp:sp modelId="{BCDAA261-1055-4ED4-8A1B-29745D5C53E3}">
      <dsp:nvSpPr>
        <dsp:cNvPr id="0" name=""/>
        <dsp:cNvSpPr/>
      </dsp:nvSpPr>
      <dsp:spPr>
        <a:xfrm>
          <a:off x="666210" y="983239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DE64A3-FA00-476E-8AED-4145AAC6B860}">
      <dsp:nvSpPr>
        <dsp:cNvPr id="0" name=""/>
        <dsp:cNvSpPr/>
      </dsp:nvSpPr>
      <dsp:spPr>
        <a:xfrm rot="10800000">
          <a:off x="1044098" y="1964620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Столипінська реформа 1906–1911 рр.</a:t>
          </a:r>
          <a:endParaRPr lang="uk-UA" sz="2000" kern="1200"/>
        </a:p>
      </dsp:txBody>
      <dsp:txXfrm rot="10800000">
        <a:off x="1233042" y="1964620"/>
        <a:ext cx="3206147" cy="755776"/>
      </dsp:txXfrm>
    </dsp:sp>
    <dsp:sp modelId="{873B3CEA-0F76-402F-A3ED-B1EA38CF6599}">
      <dsp:nvSpPr>
        <dsp:cNvPr id="0" name=""/>
        <dsp:cNvSpPr/>
      </dsp:nvSpPr>
      <dsp:spPr>
        <a:xfrm>
          <a:off x="666210" y="1964620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4B0B7F-29C1-44D4-B1FB-9DC859969992}">
      <dsp:nvSpPr>
        <dsp:cNvPr id="0" name=""/>
        <dsp:cNvSpPr/>
      </dsp:nvSpPr>
      <dsp:spPr>
        <a:xfrm rot="10800000">
          <a:off x="1044098" y="2946001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Перша світова війна 1914–1918 рр.</a:t>
          </a:r>
          <a:endParaRPr lang="uk-UA" sz="2000" kern="1200"/>
        </a:p>
      </dsp:txBody>
      <dsp:txXfrm rot="10800000">
        <a:off x="1233042" y="2946001"/>
        <a:ext cx="3206147" cy="755776"/>
      </dsp:txXfrm>
    </dsp:sp>
    <dsp:sp modelId="{542D761A-1E22-4D26-B664-F3FCAA54F890}">
      <dsp:nvSpPr>
        <dsp:cNvPr id="0" name=""/>
        <dsp:cNvSpPr/>
      </dsp:nvSpPr>
      <dsp:spPr>
        <a:xfrm>
          <a:off x="666210" y="2946001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A5007-9975-4634-A001-BCAFD0B817C6}">
      <dsp:nvSpPr>
        <dsp:cNvPr id="0" name=""/>
        <dsp:cNvSpPr/>
      </dsp:nvSpPr>
      <dsp:spPr>
        <a:xfrm>
          <a:off x="0" y="69652"/>
          <a:ext cx="5181600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повалення самодержавства, розпад Російської імперії, Українська революція</a:t>
          </a:r>
          <a:endParaRPr lang="uk-UA" sz="1600" kern="1200"/>
        </a:p>
      </dsp:txBody>
      <dsp:txXfrm>
        <a:off x="42408" y="112060"/>
        <a:ext cx="5096784" cy="783909"/>
      </dsp:txXfrm>
    </dsp:sp>
    <dsp:sp modelId="{35A22D5B-2D75-466C-BE97-4DA3E24DE4B4}">
      <dsp:nvSpPr>
        <dsp:cNvPr id="0" name=""/>
        <dsp:cNvSpPr/>
      </dsp:nvSpPr>
      <dsp:spPr>
        <a:xfrm>
          <a:off x="0" y="984457"/>
          <a:ext cx="5181600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посилення концентрації виробництва, зростання питомої ваги України в економіці Російської імперії</a:t>
          </a:r>
          <a:endParaRPr lang="uk-UA" sz="1600" kern="1200"/>
        </a:p>
      </dsp:txBody>
      <dsp:txXfrm>
        <a:off x="42408" y="1026865"/>
        <a:ext cx="5096784" cy="783909"/>
      </dsp:txXfrm>
    </dsp:sp>
    <dsp:sp modelId="{9A52A866-6E3A-46A2-8DCC-7CA7E6AD0CE3}">
      <dsp:nvSpPr>
        <dsp:cNvPr id="0" name=""/>
        <dsp:cNvSpPr/>
      </dsp:nvSpPr>
      <dsp:spPr>
        <a:xfrm>
          <a:off x="0" y="1899262"/>
          <a:ext cx="5181600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руйнування селянської общини, перетворення Наддніпрянської України в одного з основних експортерів хліба до Європи</a:t>
          </a:r>
          <a:endParaRPr lang="uk-UA" sz="1600" kern="1200"/>
        </a:p>
      </dsp:txBody>
      <dsp:txXfrm>
        <a:off x="42408" y="1941670"/>
        <a:ext cx="5096784" cy="783909"/>
      </dsp:txXfrm>
    </dsp:sp>
    <dsp:sp modelId="{29979D3E-A470-4145-A5DC-6BE650203D46}">
      <dsp:nvSpPr>
        <dsp:cNvPr id="0" name=""/>
        <dsp:cNvSpPr/>
      </dsp:nvSpPr>
      <dsp:spPr>
        <a:xfrm>
          <a:off x="0" y="2814067"/>
          <a:ext cx="5181600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втрата чинності Емського указу, легалізація діяльності українських політичних партій, створення українських думських громад</a:t>
          </a:r>
          <a:endParaRPr lang="uk-UA" sz="1600" kern="1200"/>
        </a:p>
      </dsp:txBody>
      <dsp:txXfrm>
        <a:off x="42408" y="2856475"/>
        <a:ext cx="5096784" cy="783909"/>
      </dsp:txXfrm>
    </dsp:sp>
    <dsp:sp modelId="{BEA047FA-70AD-4A52-965F-5146F29BA9DA}">
      <dsp:nvSpPr>
        <dsp:cNvPr id="0" name=""/>
        <dsp:cNvSpPr/>
      </dsp:nvSpPr>
      <dsp:spPr>
        <a:xfrm>
          <a:off x="0" y="3728872"/>
          <a:ext cx="5181600" cy="8687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скасування панщини та особистої залежності селян, надання селянам громадянських прав</a:t>
          </a:r>
          <a:endParaRPr lang="uk-UA" sz="1600" kern="1200"/>
        </a:p>
      </dsp:txBody>
      <dsp:txXfrm>
        <a:off x="42408" y="3771280"/>
        <a:ext cx="5096784" cy="78390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B8C60D-EF05-440E-89E0-C98A992C8444}">
      <dsp:nvSpPr>
        <dsp:cNvPr id="0" name=""/>
        <dsp:cNvSpPr/>
      </dsp:nvSpPr>
      <dsp:spPr>
        <a:xfrm rot="10800000">
          <a:off x="1044098" y="1858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економічна криза 1900-1903 рр.</a:t>
          </a:r>
          <a:endParaRPr lang="uk-UA" sz="2000" kern="1200"/>
        </a:p>
      </dsp:txBody>
      <dsp:txXfrm rot="10800000">
        <a:off x="1233042" y="1858"/>
        <a:ext cx="3206147" cy="755776"/>
      </dsp:txXfrm>
    </dsp:sp>
    <dsp:sp modelId="{EB3570A3-C892-4D44-859C-5F6A609330B9}">
      <dsp:nvSpPr>
        <dsp:cNvPr id="0" name=""/>
        <dsp:cNvSpPr/>
      </dsp:nvSpPr>
      <dsp:spPr>
        <a:xfrm>
          <a:off x="666210" y="1858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89F1E3-6D00-4658-8923-B7164AE88A63}">
      <dsp:nvSpPr>
        <dsp:cNvPr id="0" name=""/>
        <dsp:cNvSpPr/>
      </dsp:nvSpPr>
      <dsp:spPr>
        <a:xfrm rot="10800000">
          <a:off x="1044098" y="983239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революція 1905-1907 рр.</a:t>
          </a:r>
          <a:endParaRPr lang="uk-UA" sz="2000" kern="1200"/>
        </a:p>
      </dsp:txBody>
      <dsp:txXfrm rot="10800000">
        <a:off x="1233042" y="983239"/>
        <a:ext cx="3206147" cy="755776"/>
      </dsp:txXfrm>
    </dsp:sp>
    <dsp:sp modelId="{B1787BC2-A756-4EA0-89A3-A69255FFD671}">
      <dsp:nvSpPr>
        <dsp:cNvPr id="0" name=""/>
        <dsp:cNvSpPr/>
      </dsp:nvSpPr>
      <dsp:spPr>
        <a:xfrm>
          <a:off x="666210" y="983239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8DFF7-B5D2-4DED-9103-27154A81A3CF}">
      <dsp:nvSpPr>
        <dsp:cNvPr id="0" name=""/>
        <dsp:cNvSpPr/>
      </dsp:nvSpPr>
      <dsp:spPr>
        <a:xfrm rot="10800000">
          <a:off x="1044098" y="1964620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Столипінська реформа 1906-1911 рр.</a:t>
          </a:r>
          <a:endParaRPr lang="uk-UA" sz="2000" kern="1200"/>
        </a:p>
      </dsp:txBody>
      <dsp:txXfrm rot="10800000">
        <a:off x="1233042" y="1964620"/>
        <a:ext cx="3206147" cy="755776"/>
      </dsp:txXfrm>
    </dsp:sp>
    <dsp:sp modelId="{0CD72DA6-5D05-4189-B086-F410AF312676}">
      <dsp:nvSpPr>
        <dsp:cNvPr id="0" name=""/>
        <dsp:cNvSpPr/>
      </dsp:nvSpPr>
      <dsp:spPr>
        <a:xfrm>
          <a:off x="666210" y="1964620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D9EC92-0E3D-43F8-8C78-1B0FD93FCF7F}">
      <dsp:nvSpPr>
        <dsp:cNvPr id="0" name=""/>
        <dsp:cNvSpPr/>
      </dsp:nvSpPr>
      <dsp:spPr>
        <a:xfrm rot="10800000">
          <a:off x="1044098" y="2946001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Перша світова війна</a:t>
          </a:r>
          <a:endParaRPr lang="uk-UA" sz="2000" kern="1200"/>
        </a:p>
      </dsp:txBody>
      <dsp:txXfrm rot="10800000">
        <a:off x="1233042" y="2946001"/>
        <a:ext cx="3206147" cy="755776"/>
      </dsp:txXfrm>
    </dsp:sp>
    <dsp:sp modelId="{02D713A7-2E6D-4448-B37F-F3194947DCA0}">
      <dsp:nvSpPr>
        <dsp:cNvPr id="0" name=""/>
        <dsp:cNvSpPr/>
      </dsp:nvSpPr>
      <dsp:spPr>
        <a:xfrm>
          <a:off x="666210" y="2946001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CCBE1D-854F-4002-8288-079AE45AB4B0}">
      <dsp:nvSpPr>
        <dsp:cNvPr id="0" name=""/>
        <dsp:cNvSpPr/>
      </dsp:nvSpPr>
      <dsp:spPr>
        <a:xfrm>
          <a:off x="0" y="120663"/>
          <a:ext cx="5181600" cy="8144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скасування панщини й особистої залежності селян, надання селянам громадянських прав</a:t>
          </a:r>
          <a:endParaRPr lang="uk-UA" sz="1500" kern="1200"/>
        </a:p>
      </dsp:txBody>
      <dsp:txXfrm>
        <a:off x="39757" y="160420"/>
        <a:ext cx="5102086" cy="734915"/>
      </dsp:txXfrm>
    </dsp:sp>
    <dsp:sp modelId="{A2E28A7E-284A-4BCC-AFD8-950304E2D47F}">
      <dsp:nvSpPr>
        <dsp:cNvPr id="0" name=""/>
        <dsp:cNvSpPr/>
      </dsp:nvSpPr>
      <dsp:spPr>
        <a:xfrm>
          <a:off x="0" y="978292"/>
          <a:ext cx="5181600" cy="8144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руйнування селянської общини, перетворення Наддніпрянської України на одного з основних експортерів хліба в Європу</a:t>
          </a:r>
          <a:endParaRPr lang="uk-UA" sz="1500" kern="1200" dirty="0"/>
        </a:p>
      </dsp:txBody>
      <dsp:txXfrm>
        <a:off x="39757" y="1018049"/>
        <a:ext cx="5102086" cy="734915"/>
      </dsp:txXfrm>
    </dsp:sp>
    <dsp:sp modelId="{65C371C5-130E-4D27-B02E-E008BF8559C5}">
      <dsp:nvSpPr>
        <dsp:cNvPr id="0" name=""/>
        <dsp:cNvSpPr/>
      </dsp:nvSpPr>
      <dsp:spPr>
        <a:xfrm>
          <a:off x="0" y="1835922"/>
          <a:ext cx="5181600" cy="8144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посилення концентрації виробництва, зростання питомої ваги українських земель в економіці Російської імперії</a:t>
          </a:r>
          <a:endParaRPr lang="uk-UA" sz="1500" kern="1200"/>
        </a:p>
      </dsp:txBody>
      <dsp:txXfrm>
        <a:off x="39757" y="1875679"/>
        <a:ext cx="5102086" cy="734915"/>
      </dsp:txXfrm>
    </dsp:sp>
    <dsp:sp modelId="{6C024A1A-883A-4B26-9741-6F48B3BA7E9A}">
      <dsp:nvSpPr>
        <dsp:cNvPr id="0" name=""/>
        <dsp:cNvSpPr/>
      </dsp:nvSpPr>
      <dsp:spPr>
        <a:xfrm>
          <a:off x="0" y="2693552"/>
          <a:ext cx="5181600" cy="8144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утрата чинності Емського указу, легалізація діяльності українських політичних партій, створення українських думських громад</a:t>
          </a:r>
          <a:endParaRPr lang="uk-UA" sz="1500" kern="1200"/>
        </a:p>
      </dsp:txBody>
      <dsp:txXfrm>
        <a:off x="39757" y="2733309"/>
        <a:ext cx="5102086" cy="734915"/>
      </dsp:txXfrm>
    </dsp:sp>
    <dsp:sp modelId="{61FEFE81-75F5-42D8-A526-C26D054B0D06}">
      <dsp:nvSpPr>
        <dsp:cNvPr id="0" name=""/>
        <dsp:cNvSpPr/>
      </dsp:nvSpPr>
      <dsp:spPr>
        <a:xfrm>
          <a:off x="0" y="3551182"/>
          <a:ext cx="5181600" cy="8144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повалення самодержавства, розпад Російської імперії, Українська революція</a:t>
          </a:r>
          <a:endParaRPr lang="uk-UA" sz="1500" kern="1200"/>
        </a:p>
      </dsp:txBody>
      <dsp:txXfrm>
        <a:off x="39757" y="3590939"/>
        <a:ext cx="5102086" cy="73491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166865-6D10-4186-B507-3BF6BF01C10A}">
      <dsp:nvSpPr>
        <dsp:cNvPr id="0" name=""/>
        <dsp:cNvSpPr/>
      </dsp:nvSpPr>
      <dsp:spPr>
        <a:xfrm>
          <a:off x="0" y="5793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загарбання Данцига та контроль над узбережжям Балтійського моря</a:t>
          </a:r>
          <a:endParaRPr lang="uk-UA" sz="2200" kern="1200"/>
        </a:p>
      </dsp:txBody>
      <dsp:txXfrm>
        <a:off x="41465" y="99403"/>
        <a:ext cx="5011357" cy="766490"/>
      </dsp:txXfrm>
    </dsp:sp>
    <dsp:sp modelId="{A90A7B53-01DE-4E36-8BA6-A7E428201445}">
      <dsp:nvSpPr>
        <dsp:cNvPr id="0" name=""/>
        <dsp:cNvSpPr/>
      </dsp:nvSpPr>
      <dsp:spPr>
        <a:xfrm>
          <a:off x="0" y="97071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приєднання Бессарабії та контроль над дельтою Дунаю</a:t>
          </a:r>
          <a:endParaRPr lang="uk-UA" sz="2200" kern="1200"/>
        </a:p>
      </dsp:txBody>
      <dsp:txXfrm>
        <a:off x="41465" y="1012183"/>
        <a:ext cx="5011357" cy="766490"/>
      </dsp:txXfrm>
    </dsp:sp>
    <dsp:sp modelId="{5416154C-38D2-47DC-A2E0-5EF77BC665F0}">
      <dsp:nvSpPr>
        <dsp:cNvPr id="0" name=""/>
        <dsp:cNvSpPr/>
      </dsp:nvSpPr>
      <dsp:spPr>
        <a:xfrm>
          <a:off x="0" y="188349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контроль над нафтовими родовищами Румунії</a:t>
          </a:r>
          <a:endParaRPr lang="uk-UA" sz="2200" kern="1200"/>
        </a:p>
      </dsp:txBody>
      <dsp:txXfrm>
        <a:off x="41465" y="1924963"/>
        <a:ext cx="5011357" cy="766490"/>
      </dsp:txXfrm>
    </dsp:sp>
    <dsp:sp modelId="{4C50D61C-2E6C-4684-B681-387B45BDB1CD}">
      <dsp:nvSpPr>
        <dsp:cNvPr id="0" name=""/>
        <dsp:cNvSpPr/>
      </dsp:nvSpPr>
      <dsp:spPr>
        <a:xfrm>
          <a:off x="0" y="279627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приєднання Закарпаття, Північної Буковини та Східної Галичини</a:t>
          </a:r>
          <a:endParaRPr lang="uk-UA" sz="2200" kern="1200"/>
        </a:p>
      </dsp:txBody>
      <dsp:txXfrm>
        <a:off x="41465" y="2837743"/>
        <a:ext cx="5011357" cy="76649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8AEEE0-9591-4EBA-96DD-E138441EE5E7}">
      <dsp:nvSpPr>
        <dsp:cNvPr id="0" name=""/>
        <dsp:cNvSpPr/>
      </dsp:nvSpPr>
      <dsp:spPr>
        <a:xfrm rot="10800000">
          <a:off x="1042242" y="1806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Польща</a:t>
          </a:r>
          <a:endParaRPr lang="uk-UA" sz="2600" kern="1200"/>
        </a:p>
      </dsp:txBody>
      <dsp:txXfrm rot="10800000">
        <a:off x="1231191" y="1806"/>
        <a:ext cx="3198751" cy="755797"/>
      </dsp:txXfrm>
    </dsp:sp>
    <dsp:sp modelId="{49863073-FA73-440C-9B06-5FFBD8ABB7A6}">
      <dsp:nvSpPr>
        <dsp:cNvPr id="0" name=""/>
        <dsp:cNvSpPr/>
      </dsp:nvSpPr>
      <dsp:spPr>
        <a:xfrm>
          <a:off x="664343" y="1806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42150A-ADF2-4C8C-972A-DD943944425D}">
      <dsp:nvSpPr>
        <dsp:cNvPr id="0" name=""/>
        <dsp:cNvSpPr/>
      </dsp:nvSpPr>
      <dsp:spPr>
        <a:xfrm rot="10800000">
          <a:off x="1042242" y="983215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Велика Британія</a:t>
          </a:r>
          <a:endParaRPr lang="uk-UA" sz="2600" kern="1200"/>
        </a:p>
      </dsp:txBody>
      <dsp:txXfrm rot="10800000">
        <a:off x="1231191" y="983215"/>
        <a:ext cx="3198751" cy="755797"/>
      </dsp:txXfrm>
    </dsp:sp>
    <dsp:sp modelId="{14EDC690-D8BE-4427-B54A-6B1CE483D91B}">
      <dsp:nvSpPr>
        <dsp:cNvPr id="0" name=""/>
        <dsp:cNvSpPr/>
      </dsp:nvSpPr>
      <dsp:spPr>
        <a:xfrm>
          <a:off x="664343" y="983215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0169E0-BC04-44AA-8A38-B03EC470F2D3}">
      <dsp:nvSpPr>
        <dsp:cNvPr id="0" name=""/>
        <dsp:cNvSpPr/>
      </dsp:nvSpPr>
      <dsp:spPr>
        <a:xfrm rot="10800000">
          <a:off x="1042242" y="1964624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Австро-Угорщина</a:t>
          </a:r>
          <a:endParaRPr lang="uk-UA" sz="2600" kern="1200"/>
        </a:p>
      </dsp:txBody>
      <dsp:txXfrm rot="10800000">
        <a:off x="1231191" y="1964624"/>
        <a:ext cx="3198751" cy="755797"/>
      </dsp:txXfrm>
    </dsp:sp>
    <dsp:sp modelId="{3B58588A-F674-4CA5-9C97-E1C30F848044}">
      <dsp:nvSpPr>
        <dsp:cNvPr id="0" name=""/>
        <dsp:cNvSpPr/>
      </dsp:nvSpPr>
      <dsp:spPr>
        <a:xfrm>
          <a:off x="664343" y="1964624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C694FF-6E52-44FF-AE7A-B0A490B77464}">
      <dsp:nvSpPr>
        <dsp:cNvPr id="0" name=""/>
        <dsp:cNvSpPr/>
      </dsp:nvSpPr>
      <dsp:spPr>
        <a:xfrm rot="10800000">
          <a:off x="1042242" y="2946033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Румуні</a:t>
          </a:r>
          <a:endParaRPr lang="uk-UA" sz="2600" kern="1200"/>
        </a:p>
      </dsp:txBody>
      <dsp:txXfrm rot="10800000">
        <a:off x="1231191" y="2946033"/>
        <a:ext cx="3198751" cy="755797"/>
      </dsp:txXfrm>
    </dsp:sp>
    <dsp:sp modelId="{25CB82A5-98A6-47E8-97AB-888E512323FF}">
      <dsp:nvSpPr>
        <dsp:cNvPr id="0" name=""/>
        <dsp:cNvSpPr/>
      </dsp:nvSpPr>
      <dsp:spPr>
        <a:xfrm>
          <a:off x="664343" y="2946033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A69D8-2CEF-4306-AFF1-DF2E0604C107}">
      <dsp:nvSpPr>
        <dsp:cNvPr id="0" name=""/>
        <dsp:cNvSpPr/>
      </dsp:nvSpPr>
      <dsp:spPr>
        <a:xfrm rot="10800000">
          <a:off x="1042242" y="1806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Австро-Угорщина</a:t>
          </a:r>
          <a:endParaRPr lang="uk-UA" sz="2600" kern="1200"/>
        </a:p>
      </dsp:txBody>
      <dsp:txXfrm rot="10800000">
        <a:off x="1231191" y="1806"/>
        <a:ext cx="3198751" cy="755797"/>
      </dsp:txXfrm>
    </dsp:sp>
    <dsp:sp modelId="{D3AEE8F3-5C48-4D3D-98CC-A95817126EAF}">
      <dsp:nvSpPr>
        <dsp:cNvPr id="0" name=""/>
        <dsp:cNvSpPr/>
      </dsp:nvSpPr>
      <dsp:spPr>
        <a:xfrm>
          <a:off x="664343" y="1806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A3F0D-7E52-4A07-B0B4-6BEEEFD23D83}">
      <dsp:nvSpPr>
        <dsp:cNvPr id="0" name=""/>
        <dsp:cNvSpPr/>
      </dsp:nvSpPr>
      <dsp:spPr>
        <a:xfrm rot="10800000">
          <a:off x="1042242" y="983215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Румунія</a:t>
          </a:r>
          <a:endParaRPr lang="uk-UA" sz="2600" kern="1200"/>
        </a:p>
      </dsp:txBody>
      <dsp:txXfrm rot="10800000">
        <a:off x="1231191" y="983215"/>
        <a:ext cx="3198751" cy="755797"/>
      </dsp:txXfrm>
    </dsp:sp>
    <dsp:sp modelId="{0180FEF9-F19E-4712-A6EC-991A16609386}">
      <dsp:nvSpPr>
        <dsp:cNvPr id="0" name=""/>
        <dsp:cNvSpPr/>
      </dsp:nvSpPr>
      <dsp:spPr>
        <a:xfrm>
          <a:off x="664343" y="983215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9C1BE-542B-45BE-869B-1EE5DF2BD383}">
      <dsp:nvSpPr>
        <dsp:cNvPr id="0" name=""/>
        <dsp:cNvSpPr/>
      </dsp:nvSpPr>
      <dsp:spPr>
        <a:xfrm rot="10800000">
          <a:off x="1042242" y="1964624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Німеччина</a:t>
          </a:r>
          <a:endParaRPr lang="uk-UA" sz="2600" kern="1200"/>
        </a:p>
      </dsp:txBody>
      <dsp:txXfrm rot="10800000">
        <a:off x="1231191" y="1964624"/>
        <a:ext cx="3198751" cy="755797"/>
      </dsp:txXfrm>
    </dsp:sp>
    <dsp:sp modelId="{09C068D7-1079-46F4-AC74-77657C3A7072}">
      <dsp:nvSpPr>
        <dsp:cNvPr id="0" name=""/>
        <dsp:cNvSpPr/>
      </dsp:nvSpPr>
      <dsp:spPr>
        <a:xfrm>
          <a:off x="664343" y="1964624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B2B540-4EAE-4DF2-8542-B95BE9C65527}">
      <dsp:nvSpPr>
        <dsp:cNvPr id="0" name=""/>
        <dsp:cNvSpPr/>
      </dsp:nvSpPr>
      <dsp:spPr>
        <a:xfrm rot="10800000">
          <a:off x="1042242" y="2946033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Росія</a:t>
          </a:r>
          <a:endParaRPr lang="uk-UA" sz="2600" kern="1200"/>
        </a:p>
      </dsp:txBody>
      <dsp:txXfrm rot="10800000">
        <a:off x="1231191" y="2946033"/>
        <a:ext cx="3198751" cy="755797"/>
      </dsp:txXfrm>
    </dsp:sp>
    <dsp:sp modelId="{0A14C3E2-3FE0-4516-B467-96EC77CD4F22}">
      <dsp:nvSpPr>
        <dsp:cNvPr id="0" name=""/>
        <dsp:cNvSpPr/>
      </dsp:nvSpPr>
      <dsp:spPr>
        <a:xfrm>
          <a:off x="664343" y="2946033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2D2B2-C93A-419B-A77B-A06303869EFF}">
      <dsp:nvSpPr>
        <dsp:cNvPr id="0" name=""/>
        <dsp:cNvSpPr/>
      </dsp:nvSpPr>
      <dsp:spPr>
        <a:xfrm>
          <a:off x="0" y="11498"/>
          <a:ext cx="51054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1914 р.</a:t>
          </a:r>
          <a:endParaRPr lang="uk-UA" sz="3600" kern="1200"/>
        </a:p>
      </dsp:txBody>
      <dsp:txXfrm>
        <a:off x="41123" y="52621"/>
        <a:ext cx="5023154" cy="760154"/>
      </dsp:txXfrm>
    </dsp:sp>
    <dsp:sp modelId="{8C8DA368-7674-46B0-ACF6-9E59D40811E4}">
      <dsp:nvSpPr>
        <dsp:cNvPr id="0" name=""/>
        <dsp:cNvSpPr/>
      </dsp:nvSpPr>
      <dsp:spPr>
        <a:xfrm>
          <a:off x="0" y="957578"/>
          <a:ext cx="51054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1915 р.</a:t>
          </a:r>
          <a:endParaRPr lang="uk-UA" sz="3600" kern="1200"/>
        </a:p>
      </dsp:txBody>
      <dsp:txXfrm>
        <a:off x="41123" y="998701"/>
        <a:ext cx="5023154" cy="760154"/>
      </dsp:txXfrm>
    </dsp:sp>
    <dsp:sp modelId="{D037A152-514B-4CB7-A2ED-61D65FC34121}">
      <dsp:nvSpPr>
        <dsp:cNvPr id="0" name=""/>
        <dsp:cNvSpPr/>
      </dsp:nvSpPr>
      <dsp:spPr>
        <a:xfrm>
          <a:off x="0" y="1903658"/>
          <a:ext cx="51054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1916 р.</a:t>
          </a:r>
          <a:endParaRPr lang="uk-UA" sz="3600" kern="1200"/>
        </a:p>
      </dsp:txBody>
      <dsp:txXfrm>
        <a:off x="41123" y="1944781"/>
        <a:ext cx="5023154" cy="760154"/>
      </dsp:txXfrm>
    </dsp:sp>
    <dsp:sp modelId="{AB4CC9C5-B477-40C5-8844-9295E1C6B9D6}">
      <dsp:nvSpPr>
        <dsp:cNvPr id="0" name=""/>
        <dsp:cNvSpPr/>
      </dsp:nvSpPr>
      <dsp:spPr>
        <a:xfrm>
          <a:off x="0" y="2849738"/>
          <a:ext cx="51054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1917 р.</a:t>
          </a:r>
          <a:endParaRPr lang="uk-UA" sz="3600" kern="1200"/>
        </a:p>
      </dsp:txBody>
      <dsp:txXfrm>
        <a:off x="41123" y="2890861"/>
        <a:ext cx="5023154" cy="76015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CAFEF-633F-4EC9-A52C-BB3782394BE1}">
      <dsp:nvSpPr>
        <dsp:cNvPr id="0" name=""/>
        <dsp:cNvSpPr/>
      </dsp:nvSpPr>
      <dsp:spPr>
        <a:xfrm>
          <a:off x="0" y="5793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капітуляція Австро-Угорщини та проголошення ЗУНР</a:t>
          </a:r>
          <a:endParaRPr lang="uk-UA" sz="2200" kern="1200"/>
        </a:p>
      </dsp:txBody>
      <dsp:txXfrm>
        <a:off x="41465" y="99403"/>
        <a:ext cx="5011357" cy="766490"/>
      </dsp:txXfrm>
    </dsp:sp>
    <dsp:sp modelId="{40A04963-51DA-45E9-BBB3-BBDC8227239F}">
      <dsp:nvSpPr>
        <dsp:cNvPr id="0" name=""/>
        <dsp:cNvSpPr/>
      </dsp:nvSpPr>
      <dsp:spPr>
        <a:xfrm>
          <a:off x="0" y="97071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вступ у світову війну Німеччини на боці Австро-Угорщини</a:t>
          </a:r>
          <a:endParaRPr lang="uk-UA" sz="2200" kern="1200"/>
        </a:p>
      </dsp:txBody>
      <dsp:txXfrm>
        <a:off x="41465" y="1012183"/>
        <a:ext cx="5011357" cy="766490"/>
      </dsp:txXfrm>
    </dsp:sp>
    <dsp:sp modelId="{79597250-479A-4EC1-B812-10107EC67BFA}">
      <dsp:nvSpPr>
        <dsp:cNvPr id="0" name=""/>
        <dsp:cNvSpPr/>
      </dsp:nvSpPr>
      <dsp:spPr>
        <a:xfrm>
          <a:off x="0" y="188349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демократична революція та повалення самодержавства в Росії</a:t>
          </a:r>
          <a:endParaRPr lang="uk-UA" sz="2200" kern="1200"/>
        </a:p>
      </dsp:txBody>
      <dsp:txXfrm>
        <a:off x="41465" y="1924963"/>
        <a:ext cx="5011357" cy="766490"/>
      </dsp:txXfrm>
    </dsp:sp>
    <dsp:sp modelId="{990F2779-4F03-444F-A4D2-94B635B6A820}">
      <dsp:nvSpPr>
        <dsp:cNvPr id="0" name=""/>
        <dsp:cNvSpPr/>
      </dsp:nvSpPr>
      <dsp:spPr>
        <a:xfrm>
          <a:off x="0" y="279627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створення Галицько-Буковинського генерал-губернаторства</a:t>
          </a:r>
          <a:endParaRPr lang="uk-UA" sz="2200" kern="1200"/>
        </a:p>
      </dsp:txBody>
      <dsp:txXfrm>
        <a:off x="41465" y="2837743"/>
        <a:ext cx="5011357" cy="76649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0D68D-0772-4520-9741-8F51865EBFD8}">
      <dsp:nvSpPr>
        <dsp:cNvPr id="0" name=""/>
        <dsp:cNvSpPr/>
      </dsp:nvSpPr>
      <dsp:spPr>
        <a:xfrm>
          <a:off x="0" y="676058"/>
          <a:ext cx="51054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Холмщину, Західну Волинь</a:t>
          </a:r>
          <a:endParaRPr lang="uk-UA" sz="2300" kern="1200"/>
        </a:p>
      </dsp:txBody>
      <dsp:txXfrm>
        <a:off x="26273" y="702331"/>
        <a:ext cx="5052854" cy="485654"/>
      </dsp:txXfrm>
    </dsp:sp>
    <dsp:sp modelId="{61BD514F-BFA1-48D1-9396-E8FC014C033A}">
      <dsp:nvSpPr>
        <dsp:cNvPr id="0" name=""/>
        <dsp:cNvSpPr/>
      </dsp:nvSpPr>
      <dsp:spPr>
        <a:xfrm>
          <a:off x="0" y="1280498"/>
          <a:ext cx="51054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Східну Галичину, Північну Буковину</a:t>
          </a:r>
          <a:endParaRPr lang="uk-UA" sz="2300" kern="1200"/>
        </a:p>
      </dsp:txBody>
      <dsp:txXfrm>
        <a:off x="26273" y="1306771"/>
        <a:ext cx="5052854" cy="485654"/>
      </dsp:txXfrm>
    </dsp:sp>
    <dsp:sp modelId="{9BE88822-544F-4034-A403-2236D64F5EC5}">
      <dsp:nvSpPr>
        <dsp:cNvPr id="0" name=""/>
        <dsp:cNvSpPr/>
      </dsp:nvSpPr>
      <dsp:spPr>
        <a:xfrm>
          <a:off x="0" y="1884938"/>
          <a:ext cx="51054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Західне Поділля, Східну Волинь</a:t>
          </a:r>
          <a:endParaRPr lang="uk-UA" sz="2300" kern="1200"/>
        </a:p>
      </dsp:txBody>
      <dsp:txXfrm>
        <a:off x="26273" y="1911211"/>
        <a:ext cx="5052854" cy="485654"/>
      </dsp:txXfrm>
    </dsp:sp>
    <dsp:sp modelId="{AA09E76D-394B-409D-9BE3-16A82EE2E1D8}">
      <dsp:nvSpPr>
        <dsp:cNvPr id="0" name=""/>
        <dsp:cNvSpPr/>
      </dsp:nvSpPr>
      <dsp:spPr>
        <a:xfrm>
          <a:off x="0" y="2489378"/>
          <a:ext cx="5105400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Закарпаття, Марморощину</a:t>
          </a:r>
          <a:endParaRPr lang="uk-UA" sz="2300" kern="1200"/>
        </a:p>
      </dsp:txBody>
      <dsp:txXfrm>
        <a:off x="26273" y="2515651"/>
        <a:ext cx="5052854" cy="48565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83CC80-3EE5-4596-81AF-8AE6A2DCB8EC}">
      <dsp:nvSpPr>
        <dsp:cNvPr id="0" name=""/>
        <dsp:cNvSpPr/>
      </dsp:nvSpPr>
      <dsp:spPr>
        <a:xfrm>
          <a:off x="700881" y="0"/>
          <a:ext cx="3703637" cy="37036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7EF4E5-9A4F-49B2-A09C-C38DF1DCA15D}">
      <dsp:nvSpPr>
        <dsp:cNvPr id="0" name=""/>
        <dsp:cNvSpPr/>
      </dsp:nvSpPr>
      <dsp:spPr>
        <a:xfrm>
          <a:off x="1052727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1914 р.</a:t>
          </a:r>
          <a:endParaRPr lang="uk-UA" sz="3700" kern="1200"/>
        </a:p>
      </dsp:txBody>
      <dsp:txXfrm>
        <a:off x="1123238" y="422356"/>
        <a:ext cx="1303396" cy="1303396"/>
      </dsp:txXfrm>
    </dsp:sp>
    <dsp:sp modelId="{FA4EBD8E-1CBC-4B4D-88F1-8FC42CD8E125}">
      <dsp:nvSpPr>
        <dsp:cNvPr id="0" name=""/>
        <dsp:cNvSpPr/>
      </dsp:nvSpPr>
      <dsp:spPr>
        <a:xfrm>
          <a:off x="2608254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1915 р.</a:t>
          </a:r>
          <a:endParaRPr lang="uk-UA" sz="3700" kern="1200"/>
        </a:p>
      </dsp:txBody>
      <dsp:txXfrm>
        <a:off x="2678765" y="422356"/>
        <a:ext cx="1303396" cy="1303396"/>
      </dsp:txXfrm>
    </dsp:sp>
    <dsp:sp modelId="{5E67F026-F2E3-4A1E-96E7-31A5B080E636}">
      <dsp:nvSpPr>
        <dsp:cNvPr id="0" name=""/>
        <dsp:cNvSpPr/>
      </dsp:nvSpPr>
      <dsp:spPr>
        <a:xfrm>
          <a:off x="1052727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1916 р.</a:t>
          </a:r>
          <a:endParaRPr lang="uk-UA" sz="3700" kern="1200"/>
        </a:p>
      </dsp:txBody>
      <dsp:txXfrm>
        <a:off x="1123238" y="1977884"/>
        <a:ext cx="1303396" cy="1303396"/>
      </dsp:txXfrm>
    </dsp:sp>
    <dsp:sp modelId="{11613750-484E-4FA9-9BCF-7DECDF9FAE5A}">
      <dsp:nvSpPr>
        <dsp:cNvPr id="0" name=""/>
        <dsp:cNvSpPr/>
      </dsp:nvSpPr>
      <dsp:spPr>
        <a:xfrm>
          <a:off x="2608254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1917 р.</a:t>
          </a:r>
          <a:endParaRPr lang="uk-UA" sz="3700" kern="1200"/>
        </a:p>
      </dsp:txBody>
      <dsp:txXfrm>
        <a:off x="2678765" y="1977884"/>
        <a:ext cx="1303396" cy="130339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0FC3E-5ABE-4750-ADCC-4C3687F0F712}">
      <dsp:nvSpPr>
        <dsp:cNvPr id="0" name=""/>
        <dsp:cNvSpPr/>
      </dsp:nvSpPr>
      <dsp:spPr>
        <a:xfrm>
          <a:off x="0" y="301478"/>
          <a:ext cx="5105400" cy="1518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владою Австро-Угорщини на початку Першої світової війни на вимогу Головної української ради та Союзу визволення України.</a:t>
          </a:r>
          <a:endParaRPr lang="uk-UA" sz="2200" kern="1200"/>
        </a:p>
      </dsp:txBody>
      <dsp:txXfrm>
        <a:off x="74135" y="375613"/>
        <a:ext cx="4957130" cy="1370390"/>
      </dsp:txXfrm>
    </dsp:sp>
    <dsp:sp modelId="{726B7180-B62A-4961-A2B4-BD91828B3EF9}">
      <dsp:nvSpPr>
        <dsp:cNvPr id="0" name=""/>
        <dsp:cNvSpPr/>
      </dsp:nvSpPr>
      <dsp:spPr>
        <a:xfrm>
          <a:off x="0" y="1883498"/>
          <a:ext cx="5105400" cy="1518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урядом Російської імперії для управління окупованими російською армією під час Першої світової війни землями Австро-Угорщини.</a:t>
          </a:r>
          <a:endParaRPr lang="uk-UA" sz="2200" kern="1200"/>
        </a:p>
      </dsp:txBody>
      <dsp:txXfrm>
        <a:off x="74135" y="1957633"/>
        <a:ext cx="4957130" cy="137039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83E60-A8B4-41C7-82E9-D0834D1BF6B1}">
      <dsp:nvSpPr>
        <dsp:cNvPr id="0" name=""/>
        <dsp:cNvSpPr/>
      </dsp:nvSpPr>
      <dsp:spPr>
        <a:xfrm>
          <a:off x="0" y="371948"/>
          <a:ext cx="5094287" cy="14496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командуванням Німеччини та Австро-Угорщини, оборона якої в роки Першої світової війни покладалася на Українських січових стрільців.</a:t>
          </a:r>
          <a:endParaRPr lang="uk-UA" sz="2100" kern="1200"/>
        </a:p>
      </dsp:txBody>
      <dsp:txXfrm>
        <a:off x="70765" y="442713"/>
        <a:ext cx="4952757" cy="1308099"/>
      </dsp:txXfrm>
    </dsp:sp>
    <dsp:sp modelId="{7735748B-9DD6-49EE-A88C-27966E6B8810}">
      <dsp:nvSpPr>
        <dsp:cNvPr id="0" name=""/>
        <dsp:cNvSpPr/>
      </dsp:nvSpPr>
      <dsp:spPr>
        <a:xfrm>
          <a:off x="0" y="1882058"/>
          <a:ext cx="5094287" cy="14496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урядом Німеччини на українських землях Австро-Угорської та Російської імперій після завершення Першої світової війни.</a:t>
          </a:r>
          <a:endParaRPr lang="uk-UA" sz="2100" kern="1200" dirty="0"/>
        </a:p>
      </dsp:txBody>
      <dsp:txXfrm>
        <a:off x="70765" y="1952823"/>
        <a:ext cx="4952757" cy="130809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EC42E-2EAA-4DD0-9A06-EB71E5EB7479}">
      <dsp:nvSpPr>
        <dsp:cNvPr id="0" name=""/>
        <dsp:cNvSpPr/>
      </dsp:nvSpPr>
      <dsp:spPr>
        <a:xfrm rot="10800000">
          <a:off x="1042242" y="1806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1905—1907 рр.</a:t>
          </a:r>
          <a:endParaRPr lang="uk-UA" sz="2900" kern="1200"/>
        </a:p>
      </dsp:txBody>
      <dsp:txXfrm rot="10800000">
        <a:off x="1231191" y="1806"/>
        <a:ext cx="3198751" cy="755797"/>
      </dsp:txXfrm>
    </dsp:sp>
    <dsp:sp modelId="{A481D5BA-9195-4830-8E03-AD61DA1494B8}">
      <dsp:nvSpPr>
        <dsp:cNvPr id="0" name=""/>
        <dsp:cNvSpPr/>
      </dsp:nvSpPr>
      <dsp:spPr>
        <a:xfrm>
          <a:off x="664343" y="1806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71B28-AFA9-4E0A-B372-2E7A7323558F}">
      <dsp:nvSpPr>
        <dsp:cNvPr id="0" name=""/>
        <dsp:cNvSpPr/>
      </dsp:nvSpPr>
      <dsp:spPr>
        <a:xfrm rot="10800000">
          <a:off x="1042242" y="983215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1908—1913 рр.</a:t>
          </a:r>
          <a:endParaRPr lang="uk-UA" sz="2900" kern="1200"/>
        </a:p>
      </dsp:txBody>
      <dsp:txXfrm rot="10800000">
        <a:off x="1231191" y="983215"/>
        <a:ext cx="3198751" cy="755797"/>
      </dsp:txXfrm>
    </dsp:sp>
    <dsp:sp modelId="{5E847410-2477-46E3-BD6D-8455E2618E92}">
      <dsp:nvSpPr>
        <dsp:cNvPr id="0" name=""/>
        <dsp:cNvSpPr/>
      </dsp:nvSpPr>
      <dsp:spPr>
        <a:xfrm>
          <a:off x="664343" y="983215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30F2F-D215-49D5-92C7-09F083A70103}">
      <dsp:nvSpPr>
        <dsp:cNvPr id="0" name=""/>
        <dsp:cNvSpPr/>
      </dsp:nvSpPr>
      <dsp:spPr>
        <a:xfrm rot="10800000">
          <a:off x="1042242" y="1964624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1914—1915 рр.</a:t>
          </a:r>
          <a:endParaRPr lang="uk-UA" sz="2900" kern="1200"/>
        </a:p>
      </dsp:txBody>
      <dsp:txXfrm rot="10800000">
        <a:off x="1231191" y="1964624"/>
        <a:ext cx="3198751" cy="755797"/>
      </dsp:txXfrm>
    </dsp:sp>
    <dsp:sp modelId="{F6FAFACF-C9AC-4BC5-AC36-4D9975077720}">
      <dsp:nvSpPr>
        <dsp:cNvPr id="0" name=""/>
        <dsp:cNvSpPr/>
      </dsp:nvSpPr>
      <dsp:spPr>
        <a:xfrm>
          <a:off x="664343" y="1964624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5471BF-62CA-479D-A58A-C0916769CB91}">
      <dsp:nvSpPr>
        <dsp:cNvPr id="0" name=""/>
        <dsp:cNvSpPr/>
      </dsp:nvSpPr>
      <dsp:spPr>
        <a:xfrm rot="10800000">
          <a:off x="1042242" y="2946033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1916—1917 рр.</a:t>
          </a:r>
          <a:endParaRPr lang="uk-UA" sz="2900" kern="1200"/>
        </a:p>
      </dsp:txBody>
      <dsp:txXfrm rot="10800000">
        <a:off x="1231191" y="2946033"/>
        <a:ext cx="3198751" cy="755797"/>
      </dsp:txXfrm>
    </dsp:sp>
    <dsp:sp modelId="{829B96FC-5ED0-49DF-AD4D-AA684B9B7980}">
      <dsp:nvSpPr>
        <dsp:cNvPr id="0" name=""/>
        <dsp:cNvSpPr/>
      </dsp:nvSpPr>
      <dsp:spPr>
        <a:xfrm>
          <a:off x="664343" y="2946033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86CC2-ECC2-4E8E-8CD0-85B7D24B9544}">
      <dsp:nvSpPr>
        <dsp:cNvPr id="0" name=""/>
        <dsp:cNvSpPr/>
      </dsp:nvSpPr>
      <dsp:spPr>
        <a:xfrm>
          <a:off x="0" y="62493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серпень 1914 р. – червень 1915 р.</a:t>
          </a:r>
          <a:endParaRPr lang="uk-UA" sz="2400" kern="1200"/>
        </a:p>
      </dsp:txBody>
      <dsp:txXfrm>
        <a:off x="27415" y="652353"/>
        <a:ext cx="5039457" cy="506769"/>
      </dsp:txXfrm>
    </dsp:sp>
    <dsp:sp modelId="{A383A6C9-9131-432A-83E6-1579C905ADD9}">
      <dsp:nvSpPr>
        <dsp:cNvPr id="0" name=""/>
        <dsp:cNvSpPr/>
      </dsp:nvSpPr>
      <dsp:spPr>
        <a:xfrm>
          <a:off x="0" y="125565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серпень 1915 р. – липень 1916 р.</a:t>
          </a:r>
          <a:endParaRPr lang="uk-UA" sz="2400" kern="1200"/>
        </a:p>
      </dsp:txBody>
      <dsp:txXfrm>
        <a:off x="27415" y="1283073"/>
        <a:ext cx="5039457" cy="506769"/>
      </dsp:txXfrm>
    </dsp:sp>
    <dsp:sp modelId="{CC4A8FC5-1B4C-44CD-8536-74A98A17AA87}">
      <dsp:nvSpPr>
        <dsp:cNvPr id="0" name=""/>
        <dsp:cNvSpPr/>
      </dsp:nvSpPr>
      <dsp:spPr>
        <a:xfrm>
          <a:off x="0" y="188637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липень 1916 р. – лютий 1917 р.</a:t>
          </a:r>
          <a:endParaRPr lang="uk-UA" sz="2400" kern="1200"/>
        </a:p>
      </dsp:txBody>
      <dsp:txXfrm>
        <a:off x="27415" y="1913793"/>
        <a:ext cx="5039457" cy="506769"/>
      </dsp:txXfrm>
    </dsp:sp>
    <dsp:sp modelId="{E4EFC017-3D19-4FEF-A918-D40BA8D6AB46}">
      <dsp:nvSpPr>
        <dsp:cNvPr id="0" name=""/>
        <dsp:cNvSpPr/>
      </dsp:nvSpPr>
      <dsp:spPr>
        <a:xfrm>
          <a:off x="0" y="251709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березень 1917 р. – квітень 1918 р.</a:t>
          </a:r>
          <a:endParaRPr lang="uk-UA" sz="2400" kern="1200"/>
        </a:p>
      </dsp:txBody>
      <dsp:txXfrm>
        <a:off x="27415" y="2544513"/>
        <a:ext cx="5039457" cy="50676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E11E6E-4A59-4145-AA7A-58CD478AB7DC}">
      <dsp:nvSpPr>
        <dsp:cNvPr id="0" name=""/>
        <dsp:cNvSpPr/>
      </dsp:nvSpPr>
      <dsp:spPr>
        <a:xfrm>
          <a:off x="0" y="164858"/>
          <a:ext cx="5094287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Галицької битви</a:t>
          </a:r>
          <a:endParaRPr lang="uk-UA" sz="3300" kern="1200"/>
        </a:p>
      </dsp:txBody>
      <dsp:txXfrm>
        <a:off x="37696" y="202554"/>
        <a:ext cx="5018895" cy="696808"/>
      </dsp:txXfrm>
    </dsp:sp>
    <dsp:sp modelId="{A9C4674C-B53B-455E-90E2-852528DAF899}">
      <dsp:nvSpPr>
        <dsp:cNvPr id="0" name=""/>
        <dsp:cNvSpPr/>
      </dsp:nvSpPr>
      <dsp:spPr>
        <a:xfrm>
          <a:off x="0" y="1032098"/>
          <a:ext cx="5094287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Карпатської операції</a:t>
          </a:r>
          <a:endParaRPr lang="uk-UA" sz="3300" kern="1200"/>
        </a:p>
      </dsp:txBody>
      <dsp:txXfrm>
        <a:off x="37696" y="1069794"/>
        <a:ext cx="5018895" cy="696808"/>
      </dsp:txXfrm>
    </dsp:sp>
    <dsp:sp modelId="{5A7B1D43-6266-4C99-9414-E73C4D9353C8}">
      <dsp:nvSpPr>
        <dsp:cNvPr id="0" name=""/>
        <dsp:cNvSpPr/>
      </dsp:nvSpPr>
      <dsp:spPr>
        <a:xfrm>
          <a:off x="0" y="1899338"/>
          <a:ext cx="5094287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Ґорліцького прориву</a:t>
          </a:r>
          <a:endParaRPr lang="uk-UA" sz="3300" kern="1200"/>
        </a:p>
      </dsp:txBody>
      <dsp:txXfrm>
        <a:off x="37696" y="1937034"/>
        <a:ext cx="5018895" cy="696808"/>
      </dsp:txXfrm>
    </dsp:sp>
    <dsp:sp modelId="{D0B6EC7A-AF9E-4742-BA32-3E4735A37A7F}">
      <dsp:nvSpPr>
        <dsp:cNvPr id="0" name=""/>
        <dsp:cNvSpPr/>
      </dsp:nvSpPr>
      <dsp:spPr>
        <a:xfrm>
          <a:off x="0" y="2766578"/>
          <a:ext cx="5094287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Брусиловського прориву</a:t>
          </a:r>
          <a:endParaRPr lang="uk-UA" sz="3300" kern="1200"/>
        </a:p>
      </dsp:txBody>
      <dsp:txXfrm>
        <a:off x="37696" y="2804274"/>
        <a:ext cx="5018895" cy="69680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6711D3-05C4-45E2-B76D-9B03CFA22282}">
      <dsp:nvSpPr>
        <dsp:cNvPr id="0" name=""/>
        <dsp:cNvSpPr/>
      </dsp:nvSpPr>
      <dsp:spPr>
        <a:xfrm rot="10800000">
          <a:off x="1042242" y="1806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вересень 1914 р.</a:t>
          </a:r>
          <a:endParaRPr lang="uk-UA" sz="2700" kern="1200"/>
        </a:p>
      </dsp:txBody>
      <dsp:txXfrm rot="10800000">
        <a:off x="1231191" y="1806"/>
        <a:ext cx="3198751" cy="755797"/>
      </dsp:txXfrm>
    </dsp:sp>
    <dsp:sp modelId="{DDB61F2E-D457-4BA8-B72B-E56DE4D7D06A}">
      <dsp:nvSpPr>
        <dsp:cNvPr id="0" name=""/>
        <dsp:cNvSpPr/>
      </dsp:nvSpPr>
      <dsp:spPr>
        <a:xfrm>
          <a:off x="664343" y="1806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1F664A-DC05-44C2-9C20-8D010B210122}">
      <dsp:nvSpPr>
        <dsp:cNvPr id="0" name=""/>
        <dsp:cNvSpPr/>
      </dsp:nvSpPr>
      <dsp:spPr>
        <a:xfrm rot="10800000">
          <a:off x="1042242" y="983215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травень 1915 р.</a:t>
          </a:r>
          <a:endParaRPr lang="uk-UA" sz="2700" kern="1200"/>
        </a:p>
      </dsp:txBody>
      <dsp:txXfrm rot="10800000">
        <a:off x="1231191" y="983215"/>
        <a:ext cx="3198751" cy="755797"/>
      </dsp:txXfrm>
    </dsp:sp>
    <dsp:sp modelId="{89A0564E-0D35-4362-83D7-80C70C1A5172}">
      <dsp:nvSpPr>
        <dsp:cNvPr id="0" name=""/>
        <dsp:cNvSpPr/>
      </dsp:nvSpPr>
      <dsp:spPr>
        <a:xfrm>
          <a:off x="664343" y="983215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8248D-64AF-42AF-B15D-3D8563232587}">
      <dsp:nvSpPr>
        <dsp:cNvPr id="0" name=""/>
        <dsp:cNvSpPr/>
      </dsp:nvSpPr>
      <dsp:spPr>
        <a:xfrm rot="10800000">
          <a:off x="1042242" y="1964624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червень 1916 р.</a:t>
          </a:r>
          <a:endParaRPr lang="uk-UA" sz="2700" kern="1200"/>
        </a:p>
      </dsp:txBody>
      <dsp:txXfrm rot="10800000">
        <a:off x="1231191" y="1964624"/>
        <a:ext cx="3198751" cy="755797"/>
      </dsp:txXfrm>
    </dsp:sp>
    <dsp:sp modelId="{471061B8-1FDB-47E3-AB17-49B8046119CF}">
      <dsp:nvSpPr>
        <dsp:cNvPr id="0" name=""/>
        <dsp:cNvSpPr/>
      </dsp:nvSpPr>
      <dsp:spPr>
        <a:xfrm>
          <a:off x="664343" y="1964624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3F2D13-BF60-4012-A5E0-D437DE9B6EF4}">
      <dsp:nvSpPr>
        <dsp:cNvPr id="0" name=""/>
        <dsp:cNvSpPr/>
      </dsp:nvSpPr>
      <dsp:spPr>
        <a:xfrm rot="10800000">
          <a:off x="1042242" y="2946033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серпень 1917 р.</a:t>
          </a:r>
          <a:endParaRPr lang="uk-UA" sz="2700" kern="1200"/>
        </a:p>
      </dsp:txBody>
      <dsp:txXfrm rot="10800000">
        <a:off x="1231191" y="2946033"/>
        <a:ext cx="3198751" cy="755797"/>
      </dsp:txXfrm>
    </dsp:sp>
    <dsp:sp modelId="{B77CD787-508C-4167-8286-AA24919B8B80}">
      <dsp:nvSpPr>
        <dsp:cNvPr id="0" name=""/>
        <dsp:cNvSpPr/>
      </dsp:nvSpPr>
      <dsp:spPr>
        <a:xfrm>
          <a:off x="664343" y="2946033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E90353-212D-4E3E-B39D-DE60E2AA7F6B}">
      <dsp:nvSpPr>
        <dsp:cNvPr id="0" name=""/>
        <dsp:cNvSpPr/>
      </dsp:nvSpPr>
      <dsp:spPr>
        <a:xfrm>
          <a:off x="0" y="62493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Галицької битви (1914 р.)</a:t>
          </a:r>
          <a:endParaRPr lang="uk-UA" sz="2400" kern="1200"/>
        </a:p>
      </dsp:txBody>
      <dsp:txXfrm>
        <a:off x="27415" y="652353"/>
        <a:ext cx="5039457" cy="506769"/>
      </dsp:txXfrm>
    </dsp:sp>
    <dsp:sp modelId="{72F528C1-66F8-4279-B89B-B2A6219340EE}">
      <dsp:nvSpPr>
        <dsp:cNvPr id="0" name=""/>
        <dsp:cNvSpPr/>
      </dsp:nvSpPr>
      <dsp:spPr>
        <a:xfrm>
          <a:off x="0" y="125565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Карпатської операції (1915 р.)</a:t>
          </a:r>
          <a:endParaRPr lang="uk-UA" sz="2400" kern="1200"/>
        </a:p>
      </dsp:txBody>
      <dsp:txXfrm>
        <a:off x="27415" y="1283073"/>
        <a:ext cx="5039457" cy="506769"/>
      </dsp:txXfrm>
    </dsp:sp>
    <dsp:sp modelId="{EBD773A2-D077-4149-A794-18239B7631BE}">
      <dsp:nvSpPr>
        <dsp:cNvPr id="0" name=""/>
        <dsp:cNvSpPr/>
      </dsp:nvSpPr>
      <dsp:spPr>
        <a:xfrm>
          <a:off x="0" y="188637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Горлицької операції (1915 р.)</a:t>
          </a:r>
          <a:endParaRPr lang="uk-UA" sz="2400" kern="1200"/>
        </a:p>
      </dsp:txBody>
      <dsp:txXfrm>
        <a:off x="27415" y="1913793"/>
        <a:ext cx="5039457" cy="506769"/>
      </dsp:txXfrm>
    </dsp:sp>
    <dsp:sp modelId="{AC0B7432-4407-452E-9EBB-36AC36B7BDC4}">
      <dsp:nvSpPr>
        <dsp:cNvPr id="0" name=""/>
        <dsp:cNvSpPr/>
      </dsp:nvSpPr>
      <dsp:spPr>
        <a:xfrm>
          <a:off x="0" y="2517098"/>
          <a:ext cx="5094287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Брусиловського прориву (1916 р.)</a:t>
          </a:r>
          <a:endParaRPr lang="uk-UA" sz="2400" kern="1200"/>
        </a:p>
      </dsp:txBody>
      <dsp:txXfrm>
        <a:off x="27415" y="2544513"/>
        <a:ext cx="5039457" cy="50676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51C31-6F15-4B58-B1FD-A61C5C4F3D85}">
      <dsp:nvSpPr>
        <dsp:cNvPr id="0" name=""/>
        <dsp:cNvSpPr/>
      </dsp:nvSpPr>
      <dsp:spPr>
        <a:xfrm>
          <a:off x="0" y="51503"/>
          <a:ext cx="5094287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Галицьку битву</a:t>
          </a:r>
          <a:endParaRPr lang="uk-UA" sz="2200" kern="1200"/>
        </a:p>
      </dsp:txBody>
      <dsp:txXfrm>
        <a:off x="41622" y="93125"/>
        <a:ext cx="5011043" cy="769393"/>
      </dsp:txXfrm>
    </dsp:sp>
    <dsp:sp modelId="{2D98733C-EE03-4261-AEBB-29BE7D1390BE}">
      <dsp:nvSpPr>
        <dsp:cNvPr id="0" name=""/>
        <dsp:cNvSpPr/>
      </dsp:nvSpPr>
      <dsp:spPr>
        <a:xfrm>
          <a:off x="0" y="967500"/>
          <a:ext cx="5094287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Горліцький прорив</a:t>
          </a:r>
          <a:endParaRPr lang="uk-UA" sz="2200" kern="1200"/>
        </a:p>
      </dsp:txBody>
      <dsp:txXfrm>
        <a:off x="41622" y="1009122"/>
        <a:ext cx="5011043" cy="769393"/>
      </dsp:txXfrm>
    </dsp:sp>
    <dsp:sp modelId="{09C8C04C-344A-4525-99BD-11B811E67B7F}">
      <dsp:nvSpPr>
        <dsp:cNvPr id="0" name=""/>
        <dsp:cNvSpPr/>
      </dsp:nvSpPr>
      <dsp:spPr>
        <a:xfrm>
          <a:off x="0" y="1883498"/>
          <a:ext cx="5094287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Перемишльську битву</a:t>
          </a:r>
          <a:endParaRPr lang="uk-UA" sz="2200" kern="1200"/>
        </a:p>
      </dsp:txBody>
      <dsp:txXfrm>
        <a:off x="41622" y="1925120"/>
        <a:ext cx="5011043" cy="769393"/>
      </dsp:txXfrm>
    </dsp:sp>
    <dsp:sp modelId="{1111DE57-FDE5-4D88-BD0B-5C4D9656A371}">
      <dsp:nvSpPr>
        <dsp:cNvPr id="0" name=""/>
        <dsp:cNvSpPr/>
      </dsp:nvSpPr>
      <dsp:spPr>
        <a:xfrm>
          <a:off x="0" y="2799496"/>
          <a:ext cx="5094287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Брусиловський прорив</a:t>
          </a:r>
          <a:br>
            <a:rPr lang="ru-RU" sz="2200" kern="1200"/>
          </a:br>
          <a:endParaRPr lang="uk-UA" sz="2200" kern="1200"/>
        </a:p>
      </dsp:txBody>
      <dsp:txXfrm>
        <a:off x="41622" y="2841118"/>
        <a:ext cx="5011043" cy="769393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424464-A369-4AA9-896D-7B2C013CB94E}">
      <dsp:nvSpPr>
        <dsp:cNvPr id="0" name=""/>
        <dsp:cNvSpPr/>
      </dsp:nvSpPr>
      <dsp:spPr>
        <a:xfrm>
          <a:off x="0" y="302558"/>
          <a:ext cx="509428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повторній окупації російськими військами частини Галичини та Буковини.</a:t>
          </a:r>
          <a:endParaRPr lang="uk-UA" sz="1900" kern="1200"/>
        </a:p>
      </dsp:txBody>
      <dsp:txXfrm>
        <a:off x="35811" y="338369"/>
        <a:ext cx="5022665" cy="661968"/>
      </dsp:txXfrm>
    </dsp:sp>
    <dsp:sp modelId="{A9F6BC72-9108-452A-80C3-598E9ED54A3D}">
      <dsp:nvSpPr>
        <dsp:cNvPr id="0" name=""/>
        <dsp:cNvSpPr/>
      </dsp:nvSpPr>
      <dsp:spPr>
        <a:xfrm>
          <a:off x="0" y="1090868"/>
          <a:ext cx="509428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реорганізації Головної української ради в Загальну українську раду.</a:t>
          </a:r>
          <a:endParaRPr lang="uk-UA" sz="1900" kern="1200"/>
        </a:p>
      </dsp:txBody>
      <dsp:txXfrm>
        <a:off x="35811" y="1126679"/>
        <a:ext cx="5022665" cy="661968"/>
      </dsp:txXfrm>
    </dsp:sp>
    <dsp:sp modelId="{D6EDD7D0-1D0A-4C86-802B-598D3A561CE7}">
      <dsp:nvSpPr>
        <dsp:cNvPr id="0" name=""/>
        <dsp:cNvSpPr/>
      </dsp:nvSpPr>
      <dsp:spPr>
        <a:xfrm>
          <a:off x="0" y="1879178"/>
          <a:ext cx="509428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ліквідації Галицько-Буковинського генерал-губернаторства.</a:t>
          </a:r>
          <a:endParaRPr lang="uk-UA" sz="1900" kern="1200"/>
        </a:p>
      </dsp:txBody>
      <dsp:txXfrm>
        <a:off x="35811" y="1914989"/>
        <a:ext cx="5022665" cy="661968"/>
      </dsp:txXfrm>
    </dsp:sp>
    <dsp:sp modelId="{6A4D6629-B274-41E8-BA25-A4C7807864DA}">
      <dsp:nvSpPr>
        <dsp:cNvPr id="0" name=""/>
        <dsp:cNvSpPr/>
      </dsp:nvSpPr>
      <dsp:spPr>
        <a:xfrm>
          <a:off x="0" y="2667488"/>
          <a:ext cx="509428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створенню легіону Українських січових стрільців.</a:t>
          </a:r>
          <a:endParaRPr lang="uk-UA" sz="1900" kern="1200"/>
        </a:p>
      </dsp:txBody>
      <dsp:txXfrm>
        <a:off x="35811" y="2703299"/>
        <a:ext cx="5022665" cy="661968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A49CC-B24C-4C52-A5DA-0C14607E5781}">
      <dsp:nvSpPr>
        <dsp:cNvPr id="0" name=""/>
        <dsp:cNvSpPr/>
      </dsp:nvSpPr>
      <dsp:spPr>
        <a:xfrm>
          <a:off x="695325" y="0"/>
          <a:ext cx="3703637" cy="37036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7DC09-E754-4F25-9A9B-1F6547EE07A0}">
      <dsp:nvSpPr>
        <dsp:cNvPr id="0" name=""/>
        <dsp:cNvSpPr/>
      </dsp:nvSpPr>
      <dsp:spPr>
        <a:xfrm>
          <a:off x="1047170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1914 р.</a:t>
          </a:r>
          <a:endParaRPr lang="uk-UA" sz="2800" kern="1200"/>
        </a:p>
      </dsp:txBody>
      <dsp:txXfrm>
        <a:off x="1117681" y="422356"/>
        <a:ext cx="1303396" cy="1303396"/>
      </dsp:txXfrm>
    </dsp:sp>
    <dsp:sp modelId="{B9AEBF77-14FE-437E-93E0-962F45E3A2D4}">
      <dsp:nvSpPr>
        <dsp:cNvPr id="0" name=""/>
        <dsp:cNvSpPr/>
      </dsp:nvSpPr>
      <dsp:spPr>
        <a:xfrm>
          <a:off x="2602698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1915 р.</a:t>
          </a:r>
          <a:endParaRPr lang="uk-UA" sz="2800" kern="1200"/>
        </a:p>
      </dsp:txBody>
      <dsp:txXfrm>
        <a:off x="2673209" y="422356"/>
        <a:ext cx="1303396" cy="1303396"/>
      </dsp:txXfrm>
    </dsp:sp>
    <dsp:sp modelId="{2D18C840-09ED-42CF-BEEA-A5851F8C087A}">
      <dsp:nvSpPr>
        <dsp:cNvPr id="0" name=""/>
        <dsp:cNvSpPr/>
      </dsp:nvSpPr>
      <dsp:spPr>
        <a:xfrm>
          <a:off x="1047170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1916 р.</a:t>
          </a:r>
          <a:endParaRPr lang="uk-UA" sz="2800" kern="1200"/>
        </a:p>
      </dsp:txBody>
      <dsp:txXfrm>
        <a:off x="1117681" y="1977884"/>
        <a:ext cx="1303396" cy="1303396"/>
      </dsp:txXfrm>
    </dsp:sp>
    <dsp:sp modelId="{1E0B0DF8-5150-4348-9005-BD89E77B6023}">
      <dsp:nvSpPr>
        <dsp:cNvPr id="0" name=""/>
        <dsp:cNvSpPr/>
      </dsp:nvSpPr>
      <dsp:spPr>
        <a:xfrm>
          <a:off x="2602698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1917р.</a:t>
          </a:r>
          <a:endParaRPr lang="uk-UA" sz="2800" kern="1200"/>
        </a:p>
      </dsp:txBody>
      <dsp:txXfrm>
        <a:off x="2673209" y="1977884"/>
        <a:ext cx="1303396" cy="130339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0B1E4-F6FC-4F04-A63B-B17E58B05C2F}">
      <dsp:nvSpPr>
        <dsp:cNvPr id="0" name=""/>
        <dsp:cNvSpPr/>
      </dsp:nvSpPr>
      <dsp:spPr>
        <a:xfrm>
          <a:off x="0" y="5793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утворення Української Центральної Ради</a:t>
          </a:r>
          <a:endParaRPr lang="uk-UA" sz="2200" kern="1200"/>
        </a:p>
      </dsp:txBody>
      <dsp:txXfrm>
        <a:off x="41465" y="99403"/>
        <a:ext cx="5022470" cy="766490"/>
      </dsp:txXfrm>
    </dsp:sp>
    <dsp:sp modelId="{121A7545-4415-47C6-A044-D6371F05F907}">
      <dsp:nvSpPr>
        <dsp:cNvPr id="0" name=""/>
        <dsp:cNvSpPr/>
      </dsp:nvSpPr>
      <dsp:spPr>
        <a:xfrm>
          <a:off x="0" y="97071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формування легіону Українських січових стрільців</a:t>
          </a:r>
          <a:endParaRPr lang="uk-UA" sz="2200" kern="1200"/>
        </a:p>
      </dsp:txBody>
      <dsp:txXfrm>
        <a:off x="41465" y="1012183"/>
        <a:ext cx="5022470" cy="766490"/>
      </dsp:txXfrm>
    </dsp:sp>
    <dsp:sp modelId="{A97F1C70-9CB8-4295-83F0-17946D31A587}">
      <dsp:nvSpPr>
        <dsp:cNvPr id="0" name=""/>
        <dsp:cNvSpPr/>
      </dsp:nvSpPr>
      <dsp:spPr>
        <a:xfrm>
          <a:off x="0" y="188349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підписання Брестського мирного договору</a:t>
          </a:r>
          <a:endParaRPr lang="uk-UA" sz="2200" kern="1200"/>
        </a:p>
      </dsp:txBody>
      <dsp:txXfrm>
        <a:off x="41465" y="1924963"/>
        <a:ext cx="5022470" cy="766490"/>
      </dsp:txXfrm>
    </dsp:sp>
    <dsp:sp modelId="{CA6645CD-31B8-4D30-BB47-12C40038546A}">
      <dsp:nvSpPr>
        <dsp:cNvPr id="0" name=""/>
        <dsp:cNvSpPr/>
      </dsp:nvSpPr>
      <dsp:spPr>
        <a:xfrm>
          <a:off x="0" y="279627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Брусиловський прорив</a:t>
          </a:r>
          <a:endParaRPr lang="uk-UA" sz="2200" kern="1200"/>
        </a:p>
      </dsp:txBody>
      <dsp:txXfrm>
        <a:off x="41465" y="2837743"/>
        <a:ext cx="5022470" cy="766490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96E87-E70F-48BA-8555-EC63CA6CDB36}">
      <dsp:nvSpPr>
        <dsp:cNvPr id="0" name=""/>
        <dsp:cNvSpPr/>
      </dsp:nvSpPr>
      <dsp:spPr>
        <a:xfrm>
          <a:off x="1910357" y="1069481"/>
          <a:ext cx="1273571" cy="127357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351F94A-BDFC-40CA-95B4-927D66D7E3CF}">
      <dsp:nvSpPr>
        <dsp:cNvPr id="0" name=""/>
        <dsp:cNvSpPr/>
      </dsp:nvSpPr>
      <dsp:spPr>
        <a:xfrm>
          <a:off x="1808471" y="32430"/>
          <a:ext cx="1477343" cy="8551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1914 р.</a:t>
          </a:r>
          <a:endParaRPr lang="uk-UA" sz="3400" kern="1200"/>
        </a:p>
      </dsp:txBody>
      <dsp:txXfrm>
        <a:off x="1808471" y="32430"/>
        <a:ext cx="1477343" cy="855112"/>
      </dsp:txXfrm>
    </dsp:sp>
    <dsp:sp modelId="{EAEA0820-6014-47B9-BD3C-81452A53BF64}">
      <dsp:nvSpPr>
        <dsp:cNvPr id="0" name=""/>
        <dsp:cNvSpPr/>
      </dsp:nvSpPr>
      <dsp:spPr>
        <a:xfrm>
          <a:off x="2394824" y="1421351"/>
          <a:ext cx="1273571" cy="127357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BE57AB9-63FC-4689-883A-661F1DA43786}">
      <dsp:nvSpPr>
        <dsp:cNvPr id="0" name=""/>
        <dsp:cNvSpPr/>
      </dsp:nvSpPr>
      <dsp:spPr>
        <a:xfrm>
          <a:off x="3769772" y="1160450"/>
          <a:ext cx="1324514" cy="9278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1915 р.</a:t>
          </a:r>
          <a:endParaRPr lang="uk-UA" sz="3400" kern="1200"/>
        </a:p>
      </dsp:txBody>
      <dsp:txXfrm>
        <a:off x="3769772" y="1160450"/>
        <a:ext cx="1324514" cy="927887"/>
      </dsp:txXfrm>
    </dsp:sp>
    <dsp:sp modelId="{092AE3BC-EC34-455D-9A77-A1D92E4CB0AE}">
      <dsp:nvSpPr>
        <dsp:cNvPr id="0" name=""/>
        <dsp:cNvSpPr/>
      </dsp:nvSpPr>
      <dsp:spPr>
        <a:xfrm>
          <a:off x="2209901" y="1991183"/>
          <a:ext cx="1273571" cy="127357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6D6090F-FE15-423F-807F-3ACE9BF916C3}">
      <dsp:nvSpPr>
        <dsp:cNvPr id="0" name=""/>
        <dsp:cNvSpPr/>
      </dsp:nvSpPr>
      <dsp:spPr>
        <a:xfrm>
          <a:off x="3566000" y="2743318"/>
          <a:ext cx="1324514" cy="9278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1916 р.</a:t>
          </a:r>
          <a:endParaRPr lang="uk-UA" sz="3400" kern="1200"/>
        </a:p>
      </dsp:txBody>
      <dsp:txXfrm>
        <a:off x="3566000" y="2743318"/>
        <a:ext cx="1324514" cy="927887"/>
      </dsp:txXfrm>
    </dsp:sp>
    <dsp:sp modelId="{DCE9515A-17CB-47A1-A1CD-09D19D4E498E}">
      <dsp:nvSpPr>
        <dsp:cNvPr id="0" name=""/>
        <dsp:cNvSpPr/>
      </dsp:nvSpPr>
      <dsp:spPr>
        <a:xfrm>
          <a:off x="1610813" y="1991183"/>
          <a:ext cx="1273571" cy="127357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0957F50-248C-428D-AEF0-D4F1452B172D}">
      <dsp:nvSpPr>
        <dsp:cNvPr id="0" name=""/>
        <dsp:cNvSpPr/>
      </dsp:nvSpPr>
      <dsp:spPr>
        <a:xfrm>
          <a:off x="203771" y="2743318"/>
          <a:ext cx="1324514" cy="9278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1917 р.</a:t>
          </a:r>
          <a:endParaRPr lang="uk-UA" sz="3400" kern="1200"/>
        </a:p>
      </dsp:txBody>
      <dsp:txXfrm>
        <a:off x="203771" y="2743318"/>
        <a:ext cx="1324514" cy="927887"/>
      </dsp:txXfrm>
    </dsp:sp>
    <dsp:sp modelId="{553A2AEB-56B3-4782-8DEE-5E6E9DE4D7F6}">
      <dsp:nvSpPr>
        <dsp:cNvPr id="0" name=""/>
        <dsp:cNvSpPr/>
      </dsp:nvSpPr>
      <dsp:spPr>
        <a:xfrm>
          <a:off x="1425890" y="1421351"/>
          <a:ext cx="1273571" cy="127357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C4CFBA8-CE99-4FCC-891A-3DFB41B2D98B}">
      <dsp:nvSpPr>
        <dsp:cNvPr id="0" name=""/>
        <dsp:cNvSpPr/>
      </dsp:nvSpPr>
      <dsp:spPr>
        <a:xfrm>
          <a:off x="0" y="1160450"/>
          <a:ext cx="1324514" cy="9278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1918 р.</a:t>
          </a:r>
          <a:endParaRPr lang="uk-UA" sz="3400" kern="1200"/>
        </a:p>
      </dsp:txBody>
      <dsp:txXfrm>
        <a:off x="0" y="1160450"/>
        <a:ext cx="1324514" cy="927887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97B5BE-6D3B-4945-ADCB-1E0790175CBB}">
      <dsp:nvSpPr>
        <dsp:cNvPr id="0" name=""/>
        <dsp:cNvSpPr/>
      </dsp:nvSpPr>
      <dsp:spPr>
        <a:xfrm>
          <a:off x="0" y="5793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підтримувала його патріотичні настрої</a:t>
          </a:r>
          <a:endParaRPr lang="uk-UA" sz="2200" kern="1200"/>
        </a:p>
      </dsp:txBody>
      <dsp:txXfrm>
        <a:off x="41465" y="99403"/>
        <a:ext cx="5011357" cy="766490"/>
      </dsp:txXfrm>
    </dsp:sp>
    <dsp:sp modelId="{EA38E826-EF0C-4380-8DB7-6C4EB25ACF81}">
      <dsp:nvSpPr>
        <dsp:cNvPr id="0" name=""/>
        <dsp:cNvSpPr/>
      </dsp:nvSpPr>
      <dsp:spPr>
        <a:xfrm>
          <a:off x="0" y="97071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не звертала уваги на його існування</a:t>
          </a:r>
          <a:endParaRPr lang="uk-UA" sz="2200" kern="1200"/>
        </a:p>
      </dsp:txBody>
      <dsp:txXfrm>
        <a:off x="41465" y="1012183"/>
        <a:ext cx="5011357" cy="766490"/>
      </dsp:txXfrm>
    </dsp:sp>
    <dsp:sp modelId="{3EFE90BC-2AA6-4974-871A-A18804B029AD}">
      <dsp:nvSpPr>
        <dsp:cNvPr id="0" name=""/>
        <dsp:cNvSpPr/>
      </dsp:nvSpPr>
      <dsp:spPr>
        <a:xfrm>
          <a:off x="0" y="188349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посилювала репресії проти нього</a:t>
          </a:r>
          <a:endParaRPr lang="uk-UA" sz="2200" kern="1200"/>
        </a:p>
      </dsp:txBody>
      <dsp:txXfrm>
        <a:off x="41465" y="1924963"/>
        <a:ext cx="5011357" cy="766490"/>
      </dsp:txXfrm>
    </dsp:sp>
    <dsp:sp modelId="{CC3CE9E0-04E7-4998-A4C8-FC1BA256B4A5}">
      <dsp:nvSpPr>
        <dsp:cNvPr id="0" name=""/>
        <dsp:cNvSpPr/>
      </dsp:nvSpPr>
      <dsp:spPr>
        <a:xfrm>
          <a:off x="0" y="279627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надавала додаткові можливості для його розвитку</a:t>
          </a:r>
          <a:endParaRPr lang="uk-UA" sz="2200" kern="1200"/>
        </a:p>
      </dsp:txBody>
      <dsp:txXfrm>
        <a:off x="41465" y="2837743"/>
        <a:ext cx="5011357" cy="76649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5D4EE4-D0EB-4878-A6E5-B0D01D09957D}">
      <dsp:nvSpPr>
        <dsp:cNvPr id="0" name=""/>
        <dsp:cNvSpPr/>
      </dsp:nvSpPr>
      <dsp:spPr>
        <a:xfrm>
          <a:off x="0" y="5793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зростання виробництва сільгосппродукції.</a:t>
          </a:r>
          <a:endParaRPr lang="uk-UA" sz="2200" kern="1200"/>
        </a:p>
      </dsp:txBody>
      <dsp:txXfrm>
        <a:off x="41465" y="99403"/>
        <a:ext cx="5022470" cy="766490"/>
      </dsp:txXfrm>
    </dsp:sp>
    <dsp:sp modelId="{55C61EEB-A1B6-4B82-A5ED-E5B7B3CADCEF}">
      <dsp:nvSpPr>
        <dsp:cNvPr id="0" name=""/>
        <dsp:cNvSpPr/>
      </dsp:nvSpPr>
      <dsp:spPr>
        <a:xfrm>
          <a:off x="0" y="97071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посилення інфляційних процесів в економіці.</a:t>
          </a:r>
          <a:endParaRPr lang="uk-UA" sz="2200" kern="1200"/>
        </a:p>
      </dsp:txBody>
      <dsp:txXfrm>
        <a:off x="41465" y="1012183"/>
        <a:ext cx="5022470" cy="766490"/>
      </dsp:txXfrm>
    </dsp:sp>
    <dsp:sp modelId="{0878D5CC-8582-4E07-A3FA-4E823A8A8E2E}">
      <dsp:nvSpPr>
        <dsp:cNvPr id="0" name=""/>
        <dsp:cNvSpPr/>
      </dsp:nvSpPr>
      <dsp:spPr>
        <a:xfrm>
          <a:off x="0" y="188349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збільшення виробництва продуктів нафтопереробки.</a:t>
          </a:r>
          <a:endParaRPr lang="uk-UA" sz="2200" kern="1200"/>
        </a:p>
      </dsp:txBody>
      <dsp:txXfrm>
        <a:off x="41465" y="1924963"/>
        <a:ext cx="5022470" cy="766490"/>
      </dsp:txXfrm>
    </dsp:sp>
    <dsp:sp modelId="{00E856B1-C8C8-4A88-91B1-F35EB690ED13}">
      <dsp:nvSpPr>
        <dsp:cNvPr id="0" name=""/>
        <dsp:cNvSpPr/>
      </dsp:nvSpPr>
      <dsp:spPr>
        <a:xfrm>
          <a:off x="0" y="279627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ліквідування механізмів державного регулювання економіки.</a:t>
          </a:r>
          <a:endParaRPr lang="uk-UA" sz="2200" kern="1200"/>
        </a:p>
      </dsp:txBody>
      <dsp:txXfrm>
        <a:off x="41465" y="2837743"/>
        <a:ext cx="5022470" cy="766490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7583E3-6382-4DAD-9D3F-D31BCC414A92}">
      <dsp:nvSpPr>
        <dsp:cNvPr id="0" name=""/>
        <dsp:cNvSpPr/>
      </dsp:nvSpPr>
      <dsp:spPr>
        <a:xfrm>
          <a:off x="695325" y="0"/>
          <a:ext cx="3703637" cy="37036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67646E-8A87-4A1C-BA0D-38D60D20E54E}">
      <dsp:nvSpPr>
        <dsp:cNvPr id="0" name=""/>
        <dsp:cNvSpPr/>
      </dsp:nvSpPr>
      <dsp:spPr>
        <a:xfrm>
          <a:off x="1047170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1900 р.</a:t>
          </a:r>
          <a:endParaRPr lang="uk-UA" sz="3700" kern="1200"/>
        </a:p>
      </dsp:txBody>
      <dsp:txXfrm>
        <a:off x="1117681" y="422356"/>
        <a:ext cx="1303396" cy="1303396"/>
      </dsp:txXfrm>
    </dsp:sp>
    <dsp:sp modelId="{78197364-BB7B-40E1-88B0-B55129D3D1D2}">
      <dsp:nvSpPr>
        <dsp:cNvPr id="0" name=""/>
        <dsp:cNvSpPr/>
      </dsp:nvSpPr>
      <dsp:spPr>
        <a:xfrm>
          <a:off x="2602698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1907 р.</a:t>
          </a:r>
          <a:endParaRPr lang="uk-UA" sz="3700" kern="1200"/>
        </a:p>
      </dsp:txBody>
      <dsp:txXfrm>
        <a:off x="2673209" y="422356"/>
        <a:ext cx="1303396" cy="1303396"/>
      </dsp:txXfrm>
    </dsp:sp>
    <dsp:sp modelId="{894EB2B0-1C13-4805-9B46-04C1284AA3C5}">
      <dsp:nvSpPr>
        <dsp:cNvPr id="0" name=""/>
        <dsp:cNvSpPr/>
      </dsp:nvSpPr>
      <dsp:spPr>
        <a:xfrm>
          <a:off x="1047170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1914 р.</a:t>
          </a:r>
          <a:endParaRPr lang="uk-UA" sz="3700" kern="1200"/>
        </a:p>
      </dsp:txBody>
      <dsp:txXfrm>
        <a:off x="1117681" y="1977884"/>
        <a:ext cx="1303396" cy="1303396"/>
      </dsp:txXfrm>
    </dsp:sp>
    <dsp:sp modelId="{61F1E032-275F-4151-8C27-9B8520EDE0FB}">
      <dsp:nvSpPr>
        <dsp:cNvPr id="0" name=""/>
        <dsp:cNvSpPr/>
      </dsp:nvSpPr>
      <dsp:spPr>
        <a:xfrm>
          <a:off x="2602698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1918 р.</a:t>
          </a:r>
          <a:endParaRPr lang="uk-UA" sz="3700" kern="1200"/>
        </a:p>
      </dsp:txBody>
      <dsp:txXfrm>
        <a:off x="2673209" y="1977884"/>
        <a:ext cx="1303396" cy="1303396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990871-B9FD-4C0E-BE31-1AFA7FA860CA}">
      <dsp:nvSpPr>
        <dsp:cNvPr id="0" name=""/>
        <dsp:cNvSpPr/>
      </dsp:nvSpPr>
      <dsp:spPr>
        <a:xfrm>
          <a:off x="695325" y="0"/>
          <a:ext cx="3703637" cy="37036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55389A-0CBA-4A3D-9699-CC16634A58C2}">
      <dsp:nvSpPr>
        <dsp:cNvPr id="0" name=""/>
        <dsp:cNvSpPr/>
      </dsp:nvSpPr>
      <dsp:spPr>
        <a:xfrm>
          <a:off x="1047170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1914 р.</a:t>
          </a:r>
          <a:endParaRPr lang="uk-UA" sz="3700" kern="1200"/>
        </a:p>
      </dsp:txBody>
      <dsp:txXfrm>
        <a:off x="1117681" y="422356"/>
        <a:ext cx="1303396" cy="1303396"/>
      </dsp:txXfrm>
    </dsp:sp>
    <dsp:sp modelId="{D307C313-ABDC-416A-9D21-2865AA3C1A7F}">
      <dsp:nvSpPr>
        <dsp:cNvPr id="0" name=""/>
        <dsp:cNvSpPr/>
      </dsp:nvSpPr>
      <dsp:spPr>
        <a:xfrm>
          <a:off x="2602698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1915 р.</a:t>
          </a:r>
          <a:endParaRPr lang="uk-UA" sz="3700" kern="1200"/>
        </a:p>
      </dsp:txBody>
      <dsp:txXfrm>
        <a:off x="2673209" y="422356"/>
        <a:ext cx="1303396" cy="1303396"/>
      </dsp:txXfrm>
    </dsp:sp>
    <dsp:sp modelId="{0EE6D00C-B101-4498-A7FC-BDE60B57AA3C}">
      <dsp:nvSpPr>
        <dsp:cNvPr id="0" name=""/>
        <dsp:cNvSpPr/>
      </dsp:nvSpPr>
      <dsp:spPr>
        <a:xfrm>
          <a:off x="1047170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1916 р.</a:t>
          </a:r>
          <a:endParaRPr lang="uk-UA" sz="3700" kern="1200"/>
        </a:p>
      </dsp:txBody>
      <dsp:txXfrm>
        <a:off x="1117681" y="1977884"/>
        <a:ext cx="1303396" cy="1303396"/>
      </dsp:txXfrm>
    </dsp:sp>
    <dsp:sp modelId="{67355BDC-A4DE-431B-BED1-5790B7A8EA8B}">
      <dsp:nvSpPr>
        <dsp:cNvPr id="0" name=""/>
        <dsp:cNvSpPr/>
      </dsp:nvSpPr>
      <dsp:spPr>
        <a:xfrm>
          <a:off x="2602698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700" b="0" i="0" kern="1200"/>
            <a:t>1917 р.</a:t>
          </a:r>
          <a:endParaRPr lang="uk-UA" sz="3700" kern="1200"/>
        </a:p>
      </dsp:txBody>
      <dsp:txXfrm>
        <a:off x="2673209" y="1977884"/>
        <a:ext cx="1303396" cy="1303396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D5B20D-2045-47FD-8373-15974B5F912C}">
      <dsp:nvSpPr>
        <dsp:cNvPr id="0" name=""/>
        <dsp:cNvSpPr/>
      </dsp:nvSpPr>
      <dsp:spPr>
        <a:xfrm>
          <a:off x="0" y="231008"/>
          <a:ext cx="5105400" cy="158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Карпато-руського визвольного комітету у складі російської армії, що діяла проти австрійської армії у 1915—1917 рр.</a:t>
          </a:r>
          <a:endParaRPr lang="uk-UA" sz="2300" kern="1200"/>
        </a:p>
      </dsp:txBody>
      <dsp:txXfrm>
        <a:off x="77505" y="308513"/>
        <a:ext cx="4950390" cy="1432680"/>
      </dsp:txXfrm>
    </dsp:sp>
    <dsp:sp modelId="{21F1EB5F-43E1-4B6F-B361-15F92F5C2DC2}">
      <dsp:nvSpPr>
        <dsp:cNvPr id="0" name=""/>
        <dsp:cNvSpPr/>
      </dsp:nvSpPr>
      <dsp:spPr>
        <a:xfrm>
          <a:off x="0" y="1884938"/>
          <a:ext cx="5105400" cy="158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Товариства українських поступовців, що діяла як проти російської, так і проти німецької армій у 1916—1918 рр.</a:t>
          </a:r>
          <a:endParaRPr lang="uk-UA" sz="2300" kern="1200"/>
        </a:p>
      </dsp:txBody>
      <dsp:txXfrm>
        <a:off x="77505" y="1962443"/>
        <a:ext cx="4950390" cy="1432680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83B5B-3A7C-4A9D-BFEB-ACE05D5B337B}">
      <dsp:nvSpPr>
        <dsp:cNvPr id="0" name=""/>
        <dsp:cNvSpPr/>
      </dsp:nvSpPr>
      <dsp:spPr>
        <a:xfrm>
          <a:off x="0" y="19598"/>
          <a:ext cx="5094287" cy="1794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Союзу визволення України у складі німецької армії, що діяла проти румунської армії у 1914—1916 рр.</a:t>
          </a:r>
          <a:endParaRPr lang="uk-UA" sz="2600" kern="1200"/>
        </a:p>
      </dsp:txBody>
      <dsp:txXfrm>
        <a:off x="87614" y="107212"/>
        <a:ext cx="4919059" cy="1619552"/>
      </dsp:txXfrm>
    </dsp:sp>
    <dsp:sp modelId="{08463AAA-7D11-40D1-9AB4-871429A6EA3B}">
      <dsp:nvSpPr>
        <dsp:cNvPr id="0" name=""/>
        <dsp:cNvSpPr/>
      </dsp:nvSpPr>
      <dsp:spPr>
        <a:xfrm>
          <a:off x="0" y="1889258"/>
          <a:ext cx="5094287" cy="1794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Головної української ради у складі австрійської армії, що діяла проти російської армії у 1914—1918 рр.</a:t>
          </a:r>
          <a:endParaRPr lang="uk-UA" sz="2600" kern="1200"/>
        </a:p>
      </dsp:txBody>
      <dsp:txXfrm>
        <a:off x="87614" y="1976872"/>
        <a:ext cx="4919059" cy="1619552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AE0A2-B0EF-4A03-8DD7-42B6FBC8CD14}">
      <dsp:nvSpPr>
        <dsp:cNvPr id="0" name=""/>
        <dsp:cNvSpPr/>
      </dsp:nvSpPr>
      <dsp:spPr>
        <a:xfrm rot="10800000">
          <a:off x="1044098" y="1858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початок Першої світової війни</a:t>
          </a:r>
          <a:endParaRPr lang="uk-UA" sz="1700" kern="1200"/>
        </a:p>
      </dsp:txBody>
      <dsp:txXfrm rot="10800000">
        <a:off x="1233042" y="1858"/>
        <a:ext cx="3206147" cy="755776"/>
      </dsp:txXfrm>
    </dsp:sp>
    <dsp:sp modelId="{981397B5-4A74-47E0-964A-17F41FC30DD7}">
      <dsp:nvSpPr>
        <dsp:cNvPr id="0" name=""/>
        <dsp:cNvSpPr/>
      </dsp:nvSpPr>
      <dsp:spPr>
        <a:xfrm>
          <a:off x="666210" y="1858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FA4E67-EBB4-46DC-92A1-1FF660FCB3FC}">
      <dsp:nvSpPr>
        <dsp:cNvPr id="0" name=""/>
        <dsp:cNvSpPr/>
      </dsp:nvSpPr>
      <dsp:spPr>
        <a:xfrm rot="10800000">
          <a:off x="1044098" y="983239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утворення Української Центральної Ради</a:t>
          </a:r>
          <a:endParaRPr lang="uk-UA" sz="1700" kern="1200"/>
        </a:p>
      </dsp:txBody>
      <dsp:txXfrm rot="10800000">
        <a:off x="1233042" y="983239"/>
        <a:ext cx="3206147" cy="755776"/>
      </dsp:txXfrm>
    </dsp:sp>
    <dsp:sp modelId="{5CB7A0EA-9263-4F64-9065-24D8ED463F6A}">
      <dsp:nvSpPr>
        <dsp:cNvPr id="0" name=""/>
        <dsp:cNvSpPr/>
      </dsp:nvSpPr>
      <dsp:spPr>
        <a:xfrm>
          <a:off x="666210" y="983239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E0513-922B-49E7-A137-C4CF1FC786F0}">
      <dsp:nvSpPr>
        <dsp:cNvPr id="0" name=""/>
        <dsp:cNvSpPr/>
      </dsp:nvSpPr>
      <dsp:spPr>
        <a:xfrm rot="10800000">
          <a:off x="1044098" y="1964620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повалення самодержавства в Російській імперії</a:t>
          </a:r>
          <a:endParaRPr lang="uk-UA" sz="1700" kern="1200"/>
        </a:p>
      </dsp:txBody>
      <dsp:txXfrm rot="10800000">
        <a:off x="1233042" y="1964620"/>
        <a:ext cx="3206147" cy="755776"/>
      </dsp:txXfrm>
    </dsp:sp>
    <dsp:sp modelId="{E99F449A-BCC5-4E33-BB33-AF8FC4831A66}">
      <dsp:nvSpPr>
        <dsp:cNvPr id="0" name=""/>
        <dsp:cNvSpPr/>
      </dsp:nvSpPr>
      <dsp:spPr>
        <a:xfrm>
          <a:off x="666210" y="1964620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030C93-C79C-46D6-9CC8-1CA11FA03E16}">
      <dsp:nvSpPr>
        <dsp:cNvPr id="0" name=""/>
        <dsp:cNvSpPr/>
      </dsp:nvSpPr>
      <dsp:spPr>
        <a:xfrm rot="10800000">
          <a:off x="1044098" y="2946001"/>
          <a:ext cx="3395091" cy="7557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7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проголошення Української Народної Республіки</a:t>
          </a:r>
          <a:endParaRPr lang="uk-UA" sz="1700" kern="1200"/>
        </a:p>
      </dsp:txBody>
      <dsp:txXfrm rot="10800000">
        <a:off x="1233042" y="2946001"/>
        <a:ext cx="3206147" cy="755776"/>
      </dsp:txXfrm>
    </dsp:sp>
    <dsp:sp modelId="{F6B6F73D-7312-44C4-BB5F-E6C73B2A97BC}">
      <dsp:nvSpPr>
        <dsp:cNvPr id="0" name=""/>
        <dsp:cNvSpPr/>
      </dsp:nvSpPr>
      <dsp:spPr>
        <a:xfrm>
          <a:off x="666210" y="2946001"/>
          <a:ext cx="755776" cy="7557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031E8E-7545-438C-B856-848FF8BBB2EA}">
      <dsp:nvSpPr>
        <dsp:cNvPr id="0" name=""/>
        <dsp:cNvSpPr/>
      </dsp:nvSpPr>
      <dsp:spPr>
        <a:xfrm>
          <a:off x="0" y="5793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лояльність українців Галичини до австро-угорської монархії.</a:t>
          </a:r>
          <a:endParaRPr lang="uk-UA" sz="2200" kern="1200"/>
        </a:p>
      </dsp:txBody>
      <dsp:txXfrm>
        <a:off x="41465" y="99403"/>
        <a:ext cx="5011357" cy="766490"/>
      </dsp:txXfrm>
    </dsp:sp>
    <dsp:sp modelId="{7814C118-3037-4A9C-A827-89656D8162F1}">
      <dsp:nvSpPr>
        <dsp:cNvPr id="0" name=""/>
        <dsp:cNvSpPr/>
      </dsp:nvSpPr>
      <dsp:spPr>
        <a:xfrm>
          <a:off x="0" y="97071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впливовість москвофілів у політичному житті Галичини.</a:t>
          </a:r>
          <a:endParaRPr lang="uk-UA" sz="2200" kern="1200"/>
        </a:p>
      </dsp:txBody>
      <dsp:txXfrm>
        <a:off x="41465" y="1012183"/>
        <a:ext cx="5011357" cy="766490"/>
      </dsp:txXfrm>
    </dsp:sp>
    <dsp:sp modelId="{DB6590DC-22E3-458C-86FE-FB50E926F20B}">
      <dsp:nvSpPr>
        <dsp:cNvPr id="0" name=""/>
        <dsp:cNvSpPr/>
      </dsp:nvSpPr>
      <dsp:spPr>
        <a:xfrm>
          <a:off x="0" y="188349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непідготованість Австро-Угорщини до ведення війни на два фронти.</a:t>
          </a:r>
          <a:endParaRPr lang="uk-UA" sz="2200" kern="1200"/>
        </a:p>
      </dsp:txBody>
      <dsp:txXfrm>
        <a:off x="41465" y="1924963"/>
        <a:ext cx="5011357" cy="766490"/>
      </dsp:txXfrm>
    </dsp:sp>
    <dsp:sp modelId="{CEDD3BFC-68A5-4CDD-8348-BE597B88679F}">
      <dsp:nvSpPr>
        <dsp:cNvPr id="0" name=""/>
        <dsp:cNvSpPr/>
      </dsp:nvSpPr>
      <dsp:spPr>
        <a:xfrm>
          <a:off x="0" y="279627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приєднання України до Четверного союзу Центральних держав.</a:t>
          </a:r>
          <a:endParaRPr lang="uk-UA" sz="2200" kern="1200"/>
        </a:p>
      </dsp:txBody>
      <dsp:txXfrm>
        <a:off x="41465" y="2837743"/>
        <a:ext cx="5011357" cy="766490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FA081-AB97-475F-92F1-62D6E16ACCD8}">
      <dsp:nvSpPr>
        <dsp:cNvPr id="0" name=""/>
        <dsp:cNvSpPr/>
      </dsp:nvSpPr>
      <dsp:spPr>
        <a:xfrm>
          <a:off x="0" y="221018"/>
          <a:ext cx="51054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спричинено формуванням «Вільного козацтва».</a:t>
          </a:r>
          <a:endParaRPr lang="uk-UA" sz="2000" kern="1200"/>
        </a:p>
      </dsp:txBody>
      <dsp:txXfrm>
        <a:off x="37696" y="258714"/>
        <a:ext cx="5030008" cy="696808"/>
      </dsp:txXfrm>
    </dsp:sp>
    <dsp:sp modelId="{C862E42B-9147-4099-9CEF-B65D68E34758}">
      <dsp:nvSpPr>
        <dsp:cNvPr id="0" name=""/>
        <dsp:cNvSpPr/>
      </dsp:nvSpPr>
      <dsp:spPr>
        <a:xfrm>
          <a:off x="0" y="1050818"/>
          <a:ext cx="51054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було складовою процесу «українізації» частин російської армії.</a:t>
          </a:r>
          <a:endParaRPr lang="uk-UA" sz="2000" kern="1200"/>
        </a:p>
      </dsp:txBody>
      <dsp:txXfrm>
        <a:off x="37696" y="1088514"/>
        <a:ext cx="5030008" cy="696808"/>
      </dsp:txXfrm>
    </dsp:sp>
    <dsp:sp modelId="{224DD8E5-0811-4201-9E50-45D156C6A296}">
      <dsp:nvSpPr>
        <dsp:cNvPr id="0" name=""/>
        <dsp:cNvSpPr/>
      </dsp:nvSpPr>
      <dsp:spPr>
        <a:xfrm>
          <a:off x="0" y="1880618"/>
          <a:ext cx="51054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відбулося за ініціативи Головної української ради.</a:t>
          </a:r>
          <a:endParaRPr lang="uk-UA" sz="2000" kern="1200"/>
        </a:p>
      </dsp:txBody>
      <dsp:txXfrm>
        <a:off x="37696" y="1918314"/>
        <a:ext cx="5030008" cy="696808"/>
      </dsp:txXfrm>
    </dsp:sp>
    <dsp:sp modelId="{54A5BA9E-50D9-4C27-B516-30710B907C00}">
      <dsp:nvSpPr>
        <dsp:cNvPr id="0" name=""/>
        <dsp:cNvSpPr/>
      </dsp:nvSpPr>
      <dsp:spPr>
        <a:xfrm>
          <a:off x="0" y="2710418"/>
          <a:ext cx="51054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зумовлено проголошенням Західноукраїнської Народної Республіки.</a:t>
          </a:r>
          <a:endParaRPr lang="uk-UA" sz="2000" kern="1200"/>
        </a:p>
      </dsp:txBody>
      <dsp:txXfrm>
        <a:off x="37696" y="2748114"/>
        <a:ext cx="5030008" cy="696808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4EF6-420A-4226-9A64-B84C56F2D22E}">
      <dsp:nvSpPr>
        <dsp:cNvPr id="0" name=""/>
        <dsp:cNvSpPr/>
      </dsp:nvSpPr>
      <dsp:spPr>
        <a:xfrm>
          <a:off x="0" y="1149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Іван Франко</a:t>
          </a:r>
          <a:endParaRPr lang="uk-UA" sz="3600" kern="1200"/>
        </a:p>
      </dsp:txBody>
      <dsp:txXfrm>
        <a:off x="41123" y="52621"/>
        <a:ext cx="5012041" cy="760154"/>
      </dsp:txXfrm>
    </dsp:sp>
    <dsp:sp modelId="{BDB6BBC9-C5DB-49E9-BEC4-42E51053DC58}">
      <dsp:nvSpPr>
        <dsp:cNvPr id="0" name=""/>
        <dsp:cNvSpPr/>
      </dsp:nvSpPr>
      <dsp:spPr>
        <a:xfrm>
          <a:off x="0" y="95757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Іван Боберський</a:t>
          </a:r>
          <a:endParaRPr lang="uk-UA" sz="3600" kern="1200"/>
        </a:p>
      </dsp:txBody>
      <dsp:txXfrm>
        <a:off x="41123" y="998701"/>
        <a:ext cx="5012041" cy="760154"/>
      </dsp:txXfrm>
    </dsp:sp>
    <dsp:sp modelId="{6583A689-7023-4FEB-AA96-2558064B48F0}">
      <dsp:nvSpPr>
        <dsp:cNvPr id="0" name=""/>
        <dsp:cNvSpPr/>
      </dsp:nvSpPr>
      <dsp:spPr>
        <a:xfrm>
          <a:off x="0" y="190365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Євген Петрушевич</a:t>
          </a:r>
          <a:endParaRPr lang="uk-UA" sz="3600" kern="1200"/>
        </a:p>
      </dsp:txBody>
      <dsp:txXfrm>
        <a:off x="41123" y="1944781"/>
        <a:ext cx="5012041" cy="760154"/>
      </dsp:txXfrm>
    </dsp:sp>
    <dsp:sp modelId="{974B421B-0642-4DCB-8F96-3CF95ADC0C5D}">
      <dsp:nvSpPr>
        <dsp:cNvPr id="0" name=""/>
        <dsp:cNvSpPr/>
      </dsp:nvSpPr>
      <dsp:spPr>
        <a:xfrm>
          <a:off x="0" y="284973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Андрей Шептицький</a:t>
          </a:r>
          <a:endParaRPr lang="uk-UA" sz="3600" kern="1200"/>
        </a:p>
      </dsp:txBody>
      <dsp:txXfrm>
        <a:off x="41123" y="2890861"/>
        <a:ext cx="5012041" cy="760154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0ABA9-EE12-4F73-9519-EA62A6230829}">
      <dsp:nvSpPr>
        <dsp:cNvPr id="0" name=""/>
        <dsp:cNvSpPr/>
      </dsp:nvSpPr>
      <dsp:spPr>
        <a:xfrm>
          <a:off x="0" y="1149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російської</a:t>
          </a:r>
          <a:endParaRPr lang="uk-UA" sz="3600" kern="1200"/>
        </a:p>
      </dsp:txBody>
      <dsp:txXfrm>
        <a:off x="41123" y="52621"/>
        <a:ext cx="5012041" cy="760154"/>
      </dsp:txXfrm>
    </dsp:sp>
    <dsp:sp modelId="{FF092CCA-7F23-4085-A70C-A1444358CF6B}">
      <dsp:nvSpPr>
        <dsp:cNvPr id="0" name=""/>
        <dsp:cNvSpPr/>
      </dsp:nvSpPr>
      <dsp:spPr>
        <a:xfrm>
          <a:off x="0" y="95757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німецької</a:t>
          </a:r>
          <a:endParaRPr lang="uk-UA" sz="3600" kern="1200"/>
        </a:p>
      </dsp:txBody>
      <dsp:txXfrm>
        <a:off x="41123" y="998701"/>
        <a:ext cx="5012041" cy="760154"/>
      </dsp:txXfrm>
    </dsp:sp>
    <dsp:sp modelId="{60B393B6-F9D9-4DA0-90DF-1A0A6BEEBE40}">
      <dsp:nvSpPr>
        <dsp:cNvPr id="0" name=""/>
        <dsp:cNvSpPr/>
      </dsp:nvSpPr>
      <dsp:spPr>
        <a:xfrm>
          <a:off x="0" y="190365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австро-угорської</a:t>
          </a:r>
          <a:endParaRPr lang="uk-UA" sz="3600" kern="1200"/>
        </a:p>
      </dsp:txBody>
      <dsp:txXfrm>
        <a:off x="41123" y="1944781"/>
        <a:ext cx="5012041" cy="760154"/>
      </dsp:txXfrm>
    </dsp:sp>
    <dsp:sp modelId="{487BCDEB-B29D-40CF-98FB-321F7B7866E6}">
      <dsp:nvSpPr>
        <dsp:cNvPr id="0" name=""/>
        <dsp:cNvSpPr/>
      </dsp:nvSpPr>
      <dsp:spPr>
        <a:xfrm>
          <a:off x="0" y="284973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польської</a:t>
          </a:r>
          <a:endParaRPr lang="uk-UA" sz="3600" kern="1200"/>
        </a:p>
      </dsp:txBody>
      <dsp:txXfrm>
        <a:off x="41123" y="2890861"/>
        <a:ext cx="5012041" cy="760154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0174F-FAB0-4BD0-861A-8E509120D836}">
      <dsp:nvSpPr>
        <dsp:cNvPr id="0" name=""/>
        <dsp:cNvSpPr/>
      </dsp:nvSpPr>
      <dsp:spPr>
        <a:xfrm>
          <a:off x="0" y="5793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«Брусиловський прорив» російських військ.</a:t>
          </a:r>
          <a:endParaRPr lang="uk-UA" sz="2200" kern="1200"/>
        </a:p>
      </dsp:txBody>
      <dsp:txXfrm>
        <a:off x="41465" y="99403"/>
        <a:ext cx="5011357" cy="766490"/>
      </dsp:txXfrm>
    </dsp:sp>
    <dsp:sp modelId="{AFAB2FEA-3E91-486A-B5BF-F291163A5C72}">
      <dsp:nvSpPr>
        <dsp:cNvPr id="0" name=""/>
        <dsp:cNvSpPr/>
      </dsp:nvSpPr>
      <dsp:spPr>
        <a:xfrm>
          <a:off x="0" y="97071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бойовий шлях Українських січових стрільців.</a:t>
          </a:r>
          <a:endParaRPr lang="uk-UA" sz="2200" kern="1200"/>
        </a:p>
      </dsp:txBody>
      <dsp:txXfrm>
        <a:off x="41465" y="1012183"/>
        <a:ext cx="5011357" cy="766490"/>
      </dsp:txXfrm>
    </dsp:sp>
    <dsp:sp modelId="{6F573797-47E5-4600-9436-DB546BA786B6}">
      <dsp:nvSpPr>
        <dsp:cNvPr id="0" name=""/>
        <dsp:cNvSpPr/>
      </dsp:nvSpPr>
      <dsp:spPr>
        <a:xfrm>
          <a:off x="0" y="188349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головні напрямки дій російських військ під час Галицької битви.</a:t>
          </a:r>
          <a:endParaRPr lang="uk-UA" sz="2200" kern="1200"/>
        </a:p>
      </dsp:txBody>
      <dsp:txXfrm>
        <a:off x="41465" y="1924963"/>
        <a:ext cx="5011357" cy="766490"/>
      </dsp:txXfrm>
    </dsp:sp>
    <dsp:sp modelId="{68FF3D7A-F46C-4CAA-973A-CB68AD596E56}">
      <dsp:nvSpPr>
        <dsp:cNvPr id="0" name=""/>
        <dsp:cNvSpPr/>
      </dsp:nvSpPr>
      <dsp:spPr>
        <a:xfrm>
          <a:off x="0" y="2796278"/>
          <a:ext cx="5094287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наступ німецьких й австро-угорських військ під час Ґорліцького прориву</a:t>
          </a:r>
          <a:endParaRPr lang="uk-UA" sz="2200" kern="1200"/>
        </a:p>
      </dsp:txBody>
      <dsp:txXfrm>
        <a:off x="41465" y="2837743"/>
        <a:ext cx="5011357" cy="766490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DBEF2-CEA7-4068-B1E3-DA303F0188EE}">
      <dsp:nvSpPr>
        <dsp:cNvPr id="0" name=""/>
        <dsp:cNvSpPr/>
      </dsp:nvSpPr>
      <dsp:spPr>
        <a:xfrm rot="10800000">
          <a:off x="1042242" y="1806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Головна українська рада.</a:t>
          </a:r>
          <a:endParaRPr lang="uk-UA" sz="1900" kern="1200"/>
        </a:p>
      </dsp:txBody>
      <dsp:txXfrm rot="10800000">
        <a:off x="1231191" y="1806"/>
        <a:ext cx="3198751" cy="755797"/>
      </dsp:txXfrm>
    </dsp:sp>
    <dsp:sp modelId="{9A057283-691B-4BBE-8684-192D137E312F}">
      <dsp:nvSpPr>
        <dsp:cNvPr id="0" name=""/>
        <dsp:cNvSpPr/>
      </dsp:nvSpPr>
      <dsp:spPr>
        <a:xfrm>
          <a:off x="664343" y="1806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24E18-C2B1-4C06-8E3C-08FBC1EBAE43}">
      <dsp:nvSpPr>
        <dsp:cNvPr id="0" name=""/>
        <dsp:cNvSpPr/>
      </dsp:nvSpPr>
      <dsp:spPr>
        <a:xfrm rot="10800000">
          <a:off x="1042242" y="983215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Союз визволення України.</a:t>
          </a:r>
          <a:endParaRPr lang="uk-UA" sz="1900" kern="1200"/>
        </a:p>
      </dsp:txBody>
      <dsp:txXfrm rot="10800000">
        <a:off x="1231191" y="983215"/>
        <a:ext cx="3198751" cy="755797"/>
      </dsp:txXfrm>
    </dsp:sp>
    <dsp:sp modelId="{706D9483-BAF1-4ED0-97B6-648DA047F70A}">
      <dsp:nvSpPr>
        <dsp:cNvPr id="0" name=""/>
        <dsp:cNvSpPr/>
      </dsp:nvSpPr>
      <dsp:spPr>
        <a:xfrm>
          <a:off x="664343" y="983215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01DDE-60BA-44AA-8291-78BE432ED371}">
      <dsp:nvSpPr>
        <dsp:cNvPr id="0" name=""/>
        <dsp:cNvSpPr/>
      </dsp:nvSpPr>
      <dsp:spPr>
        <a:xfrm rot="10800000">
          <a:off x="1042242" y="1964624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Карпато-руський визвольний комітет.</a:t>
          </a:r>
          <a:endParaRPr lang="uk-UA" sz="1900" kern="1200"/>
        </a:p>
      </dsp:txBody>
      <dsp:txXfrm rot="10800000">
        <a:off x="1231191" y="1964624"/>
        <a:ext cx="3198751" cy="755797"/>
      </dsp:txXfrm>
    </dsp:sp>
    <dsp:sp modelId="{38C077CC-6AA9-4C3B-888C-4066D7EE7646}">
      <dsp:nvSpPr>
        <dsp:cNvPr id="0" name=""/>
        <dsp:cNvSpPr/>
      </dsp:nvSpPr>
      <dsp:spPr>
        <a:xfrm>
          <a:off x="664343" y="1964624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2DB548-F806-4130-89F2-68993DCA6F8C}">
      <dsp:nvSpPr>
        <dsp:cNvPr id="0" name=""/>
        <dsp:cNvSpPr/>
      </dsp:nvSpPr>
      <dsp:spPr>
        <a:xfrm rot="10800000">
          <a:off x="1042242" y="2946033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Товариство українських поступовців.</a:t>
          </a:r>
          <a:endParaRPr lang="uk-UA" sz="1900" kern="1200"/>
        </a:p>
      </dsp:txBody>
      <dsp:txXfrm rot="10800000">
        <a:off x="1231191" y="2946033"/>
        <a:ext cx="3198751" cy="755797"/>
      </dsp:txXfrm>
    </dsp:sp>
    <dsp:sp modelId="{FE50DEA9-92CB-409B-AC12-075244EB43F2}">
      <dsp:nvSpPr>
        <dsp:cNvPr id="0" name=""/>
        <dsp:cNvSpPr/>
      </dsp:nvSpPr>
      <dsp:spPr>
        <a:xfrm>
          <a:off x="664343" y="2946033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DFA669-41E5-4DF1-AAFA-969E25AEADA6}">
      <dsp:nvSpPr>
        <dsp:cNvPr id="0" name=""/>
        <dsp:cNvSpPr/>
      </dsp:nvSpPr>
      <dsp:spPr>
        <a:xfrm>
          <a:off x="0" y="301478"/>
          <a:ext cx="5105400" cy="1518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підтримати Австро-Угорщину, «...бо ідучи війною, Росія грозить загином українському життю, яке знайшло охорону в австрійській державі...»</a:t>
          </a:r>
          <a:endParaRPr lang="uk-UA" sz="2200" kern="1200"/>
        </a:p>
      </dsp:txBody>
      <dsp:txXfrm>
        <a:off x="74135" y="375613"/>
        <a:ext cx="4957130" cy="1370390"/>
      </dsp:txXfrm>
    </dsp:sp>
    <dsp:sp modelId="{F8B97B83-F94F-4CDA-9055-0333E68FB030}">
      <dsp:nvSpPr>
        <dsp:cNvPr id="0" name=""/>
        <dsp:cNvSpPr/>
      </dsp:nvSpPr>
      <dsp:spPr>
        <a:xfrm>
          <a:off x="0" y="1883498"/>
          <a:ext cx="5105400" cy="1518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бути нейтральними, тому що жодна з воюючих сторін «...не може викликати співчуття ні цілями, ні способами боротьби...»</a:t>
          </a:r>
          <a:endParaRPr lang="uk-UA" sz="2200" kern="1200"/>
        </a:p>
      </dsp:txBody>
      <dsp:txXfrm>
        <a:off x="74135" y="1957633"/>
        <a:ext cx="4957130" cy="1370390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7C0CCB-3418-456E-8303-5733247D58F6}">
      <dsp:nvSpPr>
        <dsp:cNvPr id="0" name=""/>
        <dsp:cNvSpPr/>
      </dsp:nvSpPr>
      <dsp:spPr>
        <a:xfrm>
          <a:off x="0" y="160538"/>
          <a:ext cx="5094287" cy="1656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виступити проти Австро-Угорщини та Росії, щоб вибороти «...єдину, самостійну Україну від Карпатів аж по Кавказ...»</a:t>
          </a:r>
          <a:endParaRPr lang="uk-UA" sz="2400" kern="1200"/>
        </a:p>
      </dsp:txBody>
      <dsp:txXfrm>
        <a:off x="80874" y="241412"/>
        <a:ext cx="4932539" cy="1494971"/>
      </dsp:txXfrm>
    </dsp:sp>
    <dsp:sp modelId="{77C89FA4-9907-47B2-9511-5D8BC79A4B2B}">
      <dsp:nvSpPr>
        <dsp:cNvPr id="0" name=""/>
        <dsp:cNvSpPr/>
      </dsp:nvSpPr>
      <dsp:spPr>
        <a:xfrm>
          <a:off x="0" y="1886378"/>
          <a:ext cx="5094287" cy="1656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підтримати Росію й чесно, «...не піддаючись на провокації, виконати свій обов’язок громадян Росії до кінця...»</a:t>
          </a:r>
          <a:endParaRPr lang="uk-UA" sz="2400" kern="1200"/>
        </a:p>
      </dsp:txBody>
      <dsp:txXfrm>
        <a:off x="80874" y="1967252"/>
        <a:ext cx="4932539" cy="1494971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6E0296-3542-4F0A-9993-8736FAEC81D5}">
      <dsp:nvSpPr>
        <dsp:cNvPr id="0" name=""/>
        <dsp:cNvSpPr/>
      </dsp:nvSpPr>
      <dsp:spPr>
        <a:xfrm>
          <a:off x="0" y="727178"/>
          <a:ext cx="5094287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Революційна українська партія</a:t>
          </a:r>
          <a:endParaRPr lang="uk-UA" sz="2200" kern="1200"/>
        </a:p>
      </dsp:txBody>
      <dsp:txXfrm>
        <a:off x="25130" y="752308"/>
        <a:ext cx="5044027" cy="464540"/>
      </dsp:txXfrm>
    </dsp:sp>
    <dsp:sp modelId="{358C7572-BF8D-4147-9BDB-9A9BE6A853BD}">
      <dsp:nvSpPr>
        <dsp:cNvPr id="0" name=""/>
        <dsp:cNvSpPr/>
      </dsp:nvSpPr>
      <dsp:spPr>
        <a:xfrm>
          <a:off x="0" y="1305338"/>
          <a:ext cx="5094287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Товариство українських поступовців</a:t>
          </a:r>
          <a:endParaRPr lang="uk-UA" sz="2200" kern="1200"/>
        </a:p>
      </dsp:txBody>
      <dsp:txXfrm>
        <a:off x="25130" y="1330468"/>
        <a:ext cx="5044027" cy="464540"/>
      </dsp:txXfrm>
    </dsp:sp>
    <dsp:sp modelId="{DC0EB022-411C-4AC4-B146-56D75FBE8E2E}">
      <dsp:nvSpPr>
        <dsp:cNvPr id="0" name=""/>
        <dsp:cNvSpPr/>
      </dsp:nvSpPr>
      <dsp:spPr>
        <a:xfrm>
          <a:off x="0" y="1883498"/>
          <a:ext cx="5094287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Карпато-руський визвольний комітет</a:t>
          </a:r>
          <a:endParaRPr lang="uk-UA" sz="2200" kern="1200"/>
        </a:p>
      </dsp:txBody>
      <dsp:txXfrm>
        <a:off x="25130" y="1908628"/>
        <a:ext cx="5044027" cy="464540"/>
      </dsp:txXfrm>
    </dsp:sp>
    <dsp:sp modelId="{1B38A715-DB2F-4BB5-BCA3-C80BC98F9282}">
      <dsp:nvSpPr>
        <dsp:cNvPr id="0" name=""/>
        <dsp:cNvSpPr/>
      </dsp:nvSpPr>
      <dsp:spPr>
        <a:xfrm>
          <a:off x="0" y="2461658"/>
          <a:ext cx="5094287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Головна українська рада</a:t>
          </a:r>
          <a:endParaRPr lang="uk-UA" sz="2200" kern="1200"/>
        </a:p>
      </dsp:txBody>
      <dsp:txXfrm>
        <a:off x="25130" y="2486788"/>
        <a:ext cx="5044027" cy="46454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B2262C-E79A-4E8B-ACBB-342747ED9667}">
      <dsp:nvSpPr>
        <dsp:cNvPr id="0" name=""/>
        <dsp:cNvSpPr/>
      </dsp:nvSpPr>
      <dsp:spPr>
        <a:xfrm>
          <a:off x="219054" y="180892"/>
          <a:ext cx="835463" cy="83546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7A19460-0825-4A99-BA7C-4B2D84296AD1}">
      <dsp:nvSpPr>
        <dsp:cNvPr id="0" name=""/>
        <dsp:cNvSpPr/>
      </dsp:nvSpPr>
      <dsp:spPr>
        <a:xfrm>
          <a:off x="636785" y="180892"/>
          <a:ext cx="4457501" cy="835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1914 р.</a:t>
          </a:r>
          <a:endParaRPr lang="uk-UA" sz="5200" kern="1200"/>
        </a:p>
      </dsp:txBody>
      <dsp:txXfrm>
        <a:off x="636785" y="180892"/>
        <a:ext cx="4457501" cy="835463"/>
      </dsp:txXfrm>
    </dsp:sp>
    <dsp:sp modelId="{75C78FF4-601C-41E4-9F7C-AD988FD01FCD}">
      <dsp:nvSpPr>
        <dsp:cNvPr id="0" name=""/>
        <dsp:cNvSpPr/>
      </dsp:nvSpPr>
      <dsp:spPr>
        <a:xfrm>
          <a:off x="219054" y="1016355"/>
          <a:ext cx="835463" cy="83546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19B0FCF-7052-4817-81C8-32525B8D8A27}">
      <dsp:nvSpPr>
        <dsp:cNvPr id="0" name=""/>
        <dsp:cNvSpPr/>
      </dsp:nvSpPr>
      <dsp:spPr>
        <a:xfrm>
          <a:off x="636785" y="1016355"/>
          <a:ext cx="4457501" cy="835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1916 р.</a:t>
          </a:r>
          <a:endParaRPr lang="uk-UA" sz="5200" kern="1200"/>
        </a:p>
      </dsp:txBody>
      <dsp:txXfrm>
        <a:off x="636785" y="1016355"/>
        <a:ext cx="4457501" cy="835463"/>
      </dsp:txXfrm>
    </dsp:sp>
    <dsp:sp modelId="{F90DB746-221E-46D8-8650-3FAF00F8E590}">
      <dsp:nvSpPr>
        <dsp:cNvPr id="0" name=""/>
        <dsp:cNvSpPr/>
      </dsp:nvSpPr>
      <dsp:spPr>
        <a:xfrm>
          <a:off x="219054" y="1851818"/>
          <a:ext cx="835463" cy="83546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171F21C-57DD-42E7-987E-EADF84EDB3BF}">
      <dsp:nvSpPr>
        <dsp:cNvPr id="0" name=""/>
        <dsp:cNvSpPr/>
      </dsp:nvSpPr>
      <dsp:spPr>
        <a:xfrm>
          <a:off x="636785" y="1851818"/>
          <a:ext cx="4457501" cy="835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1918 р.</a:t>
          </a:r>
          <a:endParaRPr lang="uk-UA" sz="5200" kern="1200"/>
        </a:p>
      </dsp:txBody>
      <dsp:txXfrm>
        <a:off x="636785" y="1851818"/>
        <a:ext cx="4457501" cy="835463"/>
      </dsp:txXfrm>
    </dsp:sp>
    <dsp:sp modelId="{3AF7CD70-79CF-4AB9-8079-9C643AF8B826}">
      <dsp:nvSpPr>
        <dsp:cNvPr id="0" name=""/>
        <dsp:cNvSpPr/>
      </dsp:nvSpPr>
      <dsp:spPr>
        <a:xfrm>
          <a:off x="219054" y="2687281"/>
          <a:ext cx="835463" cy="83546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EC0D499-CAD2-4E1A-8251-501DBC3DF316}">
      <dsp:nvSpPr>
        <dsp:cNvPr id="0" name=""/>
        <dsp:cNvSpPr/>
      </dsp:nvSpPr>
      <dsp:spPr>
        <a:xfrm>
          <a:off x="636785" y="2687281"/>
          <a:ext cx="4457501" cy="835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6040" rIns="0" bIns="6604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200" b="0" i="0" kern="1200"/>
            <a:t>1920 р.</a:t>
          </a:r>
          <a:endParaRPr lang="uk-UA" sz="5200" kern="1200"/>
        </a:p>
      </dsp:txBody>
      <dsp:txXfrm>
        <a:off x="636785" y="2687281"/>
        <a:ext cx="4457501" cy="835463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656A04-B894-4DDE-A40C-1DE0B355B69F}">
      <dsp:nvSpPr>
        <dsp:cNvPr id="0" name=""/>
        <dsp:cNvSpPr/>
      </dsp:nvSpPr>
      <dsp:spPr>
        <a:xfrm>
          <a:off x="0" y="51503"/>
          <a:ext cx="5094287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завершенням Галицької битви.</a:t>
          </a:r>
          <a:endParaRPr lang="uk-UA" sz="2200" kern="1200"/>
        </a:p>
      </dsp:txBody>
      <dsp:txXfrm>
        <a:off x="41622" y="93125"/>
        <a:ext cx="5011043" cy="769393"/>
      </dsp:txXfrm>
    </dsp:sp>
    <dsp:sp modelId="{B2F012B9-3076-463B-86E2-F648A3437185}">
      <dsp:nvSpPr>
        <dsp:cNvPr id="0" name=""/>
        <dsp:cNvSpPr/>
      </dsp:nvSpPr>
      <dsp:spPr>
        <a:xfrm>
          <a:off x="0" y="967500"/>
          <a:ext cx="5094287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початком «Листопадового зриву».</a:t>
          </a:r>
          <a:endParaRPr lang="uk-UA" sz="2200" kern="1200"/>
        </a:p>
      </dsp:txBody>
      <dsp:txXfrm>
        <a:off x="41622" y="1009122"/>
        <a:ext cx="5011043" cy="769393"/>
      </dsp:txXfrm>
    </dsp:sp>
    <dsp:sp modelId="{FAC9976C-5EC3-4FD3-9334-B59AF808F4E9}">
      <dsp:nvSpPr>
        <dsp:cNvPr id="0" name=""/>
        <dsp:cNvSpPr/>
      </dsp:nvSpPr>
      <dsp:spPr>
        <a:xfrm>
          <a:off x="0" y="1883498"/>
          <a:ext cx="5094287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здійсненням Чортківської офензиви.</a:t>
          </a:r>
          <a:endParaRPr lang="uk-UA" sz="2200" kern="1200"/>
        </a:p>
      </dsp:txBody>
      <dsp:txXfrm>
        <a:off x="41622" y="1925120"/>
        <a:ext cx="5011043" cy="769393"/>
      </dsp:txXfrm>
    </dsp:sp>
    <dsp:sp modelId="{193E8A6F-C8C5-451B-A794-6BA8F4F1F757}">
      <dsp:nvSpPr>
        <dsp:cNvPr id="0" name=""/>
        <dsp:cNvSpPr/>
      </dsp:nvSpPr>
      <dsp:spPr>
        <a:xfrm>
          <a:off x="0" y="2799496"/>
          <a:ext cx="5094287" cy="8526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проведенням Брусиловського прориву.</a:t>
          </a:r>
          <a:endParaRPr lang="uk-UA" sz="2200" kern="1200"/>
        </a:p>
      </dsp:txBody>
      <dsp:txXfrm>
        <a:off x="41622" y="2841118"/>
        <a:ext cx="5011043" cy="769393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AA23B8-FCFD-4BC3-A166-4060C68BFF7F}">
      <dsp:nvSpPr>
        <dsp:cNvPr id="0" name=""/>
        <dsp:cNvSpPr/>
      </dsp:nvSpPr>
      <dsp:spPr>
        <a:xfrm>
          <a:off x="-4186627" y="-642425"/>
          <a:ext cx="4988488" cy="4988488"/>
        </a:xfrm>
        <a:prstGeom prst="blockArc">
          <a:avLst>
            <a:gd name="adj1" fmla="val 18900000"/>
            <a:gd name="adj2" fmla="val 2700000"/>
            <a:gd name="adj3" fmla="val 43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B0C5CC-85AC-4E65-AC31-349216C3AA70}">
      <dsp:nvSpPr>
        <dsp:cNvPr id="0" name=""/>
        <dsp:cNvSpPr/>
      </dsp:nvSpPr>
      <dsp:spPr>
        <a:xfrm>
          <a:off x="420126" y="284735"/>
          <a:ext cx="4624665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виступала за нейтралітет українців у війні.</a:t>
          </a:r>
          <a:endParaRPr lang="uk-UA" sz="1700" kern="1200"/>
        </a:p>
      </dsp:txBody>
      <dsp:txXfrm>
        <a:off x="420126" y="284735"/>
        <a:ext cx="4624665" cy="569767"/>
      </dsp:txXfrm>
    </dsp:sp>
    <dsp:sp modelId="{DDEE20A1-8DFA-4950-B1A1-D2E5BB6811A5}">
      <dsp:nvSpPr>
        <dsp:cNvPr id="0" name=""/>
        <dsp:cNvSpPr/>
      </dsp:nvSpPr>
      <dsp:spPr>
        <a:xfrm>
          <a:off x="64021" y="213514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3CE5B-334D-4A6E-818F-F85FF41E8A50}">
      <dsp:nvSpPr>
        <dsp:cNvPr id="0" name=""/>
        <dsp:cNvSpPr/>
      </dsp:nvSpPr>
      <dsp:spPr>
        <a:xfrm>
          <a:off x="746786" y="1139535"/>
          <a:ext cx="4298005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була прихильною до влади Австро-Угорщини.</a:t>
          </a:r>
          <a:endParaRPr lang="uk-UA" sz="1700" kern="1200"/>
        </a:p>
      </dsp:txBody>
      <dsp:txXfrm>
        <a:off x="746786" y="1139535"/>
        <a:ext cx="4298005" cy="569767"/>
      </dsp:txXfrm>
    </dsp:sp>
    <dsp:sp modelId="{4F96ADFE-1782-4778-8AC9-73A7217D3E76}">
      <dsp:nvSpPr>
        <dsp:cNvPr id="0" name=""/>
        <dsp:cNvSpPr/>
      </dsp:nvSpPr>
      <dsp:spPr>
        <a:xfrm>
          <a:off x="390682" y="1068314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49EF08-232A-42B3-8B65-D69DC7C2DB92}">
      <dsp:nvSpPr>
        <dsp:cNvPr id="0" name=""/>
        <dsp:cNvSpPr/>
      </dsp:nvSpPr>
      <dsp:spPr>
        <a:xfrm>
          <a:off x="746786" y="1994334"/>
          <a:ext cx="4298005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вимагала негайного проголошення незалежності України.</a:t>
          </a:r>
          <a:endParaRPr lang="uk-UA" sz="1700" kern="1200"/>
        </a:p>
      </dsp:txBody>
      <dsp:txXfrm>
        <a:off x="746786" y="1994334"/>
        <a:ext cx="4298005" cy="569767"/>
      </dsp:txXfrm>
    </dsp:sp>
    <dsp:sp modelId="{3737754C-5503-46BE-A72C-C7B66FAD2BEA}">
      <dsp:nvSpPr>
        <dsp:cNvPr id="0" name=""/>
        <dsp:cNvSpPr/>
      </dsp:nvSpPr>
      <dsp:spPr>
        <a:xfrm>
          <a:off x="390682" y="1923113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B8F40-87DC-4845-A3FA-797AE24C6F8E}">
      <dsp:nvSpPr>
        <dsp:cNvPr id="0" name=""/>
        <dsp:cNvSpPr/>
      </dsp:nvSpPr>
      <dsp:spPr>
        <a:xfrm>
          <a:off x="420126" y="2849133"/>
          <a:ext cx="4624665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підтримувала політику Росії на західноукраїнських землях.</a:t>
          </a:r>
          <a:endParaRPr lang="uk-UA" sz="1700" kern="1200"/>
        </a:p>
      </dsp:txBody>
      <dsp:txXfrm>
        <a:off x="420126" y="2849133"/>
        <a:ext cx="4624665" cy="569767"/>
      </dsp:txXfrm>
    </dsp:sp>
    <dsp:sp modelId="{E2B1A1F4-AF83-4D42-8711-CEADBE19C253}">
      <dsp:nvSpPr>
        <dsp:cNvPr id="0" name=""/>
        <dsp:cNvSpPr/>
      </dsp:nvSpPr>
      <dsp:spPr>
        <a:xfrm>
          <a:off x="64021" y="2777912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19AC5-15DD-45AB-A7C6-D8566E18DA03}">
      <dsp:nvSpPr>
        <dsp:cNvPr id="0" name=""/>
        <dsp:cNvSpPr/>
      </dsp:nvSpPr>
      <dsp:spPr>
        <a:xfrm>
          <a:off x="0" y="301478"/>
          <a:ext cx="5105400" cy="1518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підтримати Троїстий союз, «...бо ідучи війною, Росія грозить загином українському життю, яке знайшло охорону в австрійській державі».</a:t>
          </a:r>
          <a:endParaRPr lang="uk-UA" sz="2200" kern="1200"/>
        </a:p>
      </dsp:txBody>
      <dsp:txXfrm>
        <a:off x="74135" y="375613"/>
        <a:ext cx="4957130" cy="1370390"/>
      </dsp:txXfrm>
    </dsp:sp>
    <dsp:sp modelId="{3EE88C84-A783-4242-8E73-23CA551D4F30}">
      <dsp:nvSpPr>
        <dsp:cNvPr id="0" name=""/>
        <dsp:cNvSpPr/>
      </dsp:nvSpPr>
      <dsp:spPr>
        <a:xfrm>
          <a:off x="0" y="1883498"/>
          <a:ext cx="5105400" cy="1518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бути нейтральними, тому що жодна з воюючих сторін «...не може викликати співчуття ні цілями, ні способами боротьби».</a:t>
          </a:r>
          <a:endParaRPr lang="uk-UA" sz="2200" kern="1200"/>
        </a:p>
      </dsp:txBody>
      <dsp:txXfrm>
        <a:off x="74135" y="1957633"/>
        <a:ext cx="4957130" cy="1370390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AAFEB-BE94-452E-A0DA-FAA414F7C4B1}">
      <dsp:nvSpPr>
        <dsp:cNvPr id="0" name=""/>
        <dsp:cNvSpPr/>
      </dsp:nvSpPr>
      <dsp:spPr>
        <a:xfrm>
          <a:off x="0" y="90068"/>
          <a:ext cx="5094287" cy="1725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виступити проти Антанти й Троїстого союзу, щоб вибороти «...єдину, самостійну Україну від Карпатів аж по Кавказ».</a:t>
          </a:r>
          <a:endParaRPr lang="uk-UA" sz="2500" kern="1200"/>
        </a:p>
      </dsp:txBody>
      <dsp:txXfrm>
        <a:off x="84244" y="174312"/>
        <a:ext cx="4925799" cy="1557262"/>
      </dsp:txXfrm>
    </dsp:sp>
    <dsp:sp modelId="{BF7C1F3A-68C2-40C2-A696-0D7990B959FE}">
      <dsp:nvSpPr>
        <dsp:cNvPr id="0" name=""/>
        <dsp:cNvSpPr/>
      </dsp:nvSpPr>
      <dsp:spPr>
        <a:xfrm>
          <a:off x="0" y="1887818"/>
          <a:ext cx="5094287" cy="1725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підтримати Антанту й чесно, «...не піддаючись на провокації, виконати свій обов’язок громадян Росії до кінця».</a:t>
          </a:r>
          <a:endParaRPr lang="uk-UA" sz="2500" kern="1200"/>
        </a:p>
      </dsp:txBody>
      <dsp:txXfrm>
        <a:off x="84244" y="1972062"/>
        <a:ext cx="4925799" cy="1557262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6F39D7-36AD-4A78-A5A3-A94F822D0291}">
      <dsp:nvSpPr>
        <dsp:cNvPr id="0" name=""/>
        <dsp:cNvSpPr/>
      </dsp:nvSpPr>
      <dsp:spPr>
        <a:xfrm rot="10800000">
          <a:off x="1042242" y="1806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Революційної української партії</a:t>
          </a:r>
          <a:endParaRPr lang="uk-UA" sz="1900" kern="1200"/>
        </a:p>
      </dsp:txBody>
      <dsp:txXfrm rot="10800000">
        <a:off x="1231191" y="1806"/>
        <a:ext cx="3198751" cy="755797"/>
      </dsp:txXfrm>
    </dsp:sp>
    <dsp:sp modelId="{C705130D-01A6-462E-AC12-B547B8B5F790}">
      <dsp:nvSpPr>
        <dsp:cNvPr id="0" name=""/>
        <dsp:cNvSpPr/>
      </dsp:nvSpPr>
      <dsp:spPr>
        <a:xfrm>
          <a:off x="664343" y="1806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D66A8-88BC-4EF5-81F5-972CF5841596}">
      <dsp:nvSpPr>
        <dsp:cNvPr id="0" name=""/>
        <dsp:cNvSpPr/>
      </dsp:nvSpPr>
      <dsp:spPr>
        <a:xfrm rot="10800000">
          <a:off x="1042242" y="983215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Товариства українських поступовців</a:t>
          </a:r>
          <a:endParaRPr lang="uk-UA" sz="1900" kern="1200"/>
        </a:p>
      </dsp:txBody>
      <dsp:txXfrm rot="10800000">
        <a:off x="1231191" y="983215"/>
        <a:ext cx="3198751" cy="755797"/>
      </dsp:txXfrm>
    </dsp:sp>
    <dsp:sp modelId="{B5223E6F-20BC-40F9-9C63-9DA1E357C038}">
      <dsp:nvSpPr>
        <dsp:cNvPr id="0" name=""/>
        <dsp:cNvSpPr/>
      </dsp:nvSpPr>
      <dsp:spPr>
        <a:xfrm>
          <a:off x="664343" y="983215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2C44CC-2916-48AC-991B-4D0F28C9BFB6}">
      <dsp:nvSpPr>
        <dsp:cNvPr id="0" name=""/>
        <dsp:cNvSpPr/>
      </dsp:nvSpPr>
      <dsp:spPr>
        <a:xfrm rot="10800000">
          <a:off x="1042242" y="1964624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Головної української ради</a:t>
          </a:r>
          <a:endParaRPr lang="uk-UA" sz="1900" kern="1200"/>
        </a:p>
      </dsp:txBody>
      <dsp:txXfrm rot="10800000">
        <a:off x="1231191" y="1964624"/>
        <a:ext cx="3198751" cy="755797"/>
      </dsp:txXfrm>
    </dsp:sp>
    <dsp:sp modelId="{5A504C5C-DC23-45A7-A5C5-7BD8DFE7FFAD}">
      <dsp:nvSpPr>
        <dsp:cNvPr id="0" name=""/>
        <dsp:cNvSpPr/>
      </dsp:nvSpPr>
      <dsp:spPr>
        <a:xfrm>
          <a:off x="664343" y="1964624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3A69A-B30B-4130-905D-46375C7C8CE5}">
      <dsp:nvSpPr>
        <dsp:cNvPr id="0" name=""/>
        <dsp:cNvSpPr/>
      </dsp:nvSpPr>
      <dsp:spPr>
        <a:xfrm rot="10800000">
          <a:off x="1042242" y="2946033"/>
          <a:ext cx="3387700" cy="75579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3286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Союзу визволення України</a:t>
          </a:r>
          <a:endParaRPr lang="uk-UA" sz="1900" kern="1200"/>
        </a:p>
      </dsp:txBody>
      <dsp:txXfrm rot="10800000">
        <a:off x="1231191" y="2946033"/>
        <a:ext cx="3198751" cy="755797"/>
      </dsp:txXfrm>
    </dsp:sp>
    <dsp:sp modelId="{E33616C9-5329-4E1B-8B0E-A6578557595D}">
      <dsp:nvSpPr>
        <dsp:cNvPr id="0" name=""/>
        <dsp:cNvSpPr/>
      </dsp:nvSpPr>
      <dsp:spPr>
        <a:xfrm>
          <a:off x="664343" y="2946033"/>
          <a:ext cx="755797" cy="75579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CCE49-0938-4FBC-B27B-D843582BE7FA}">
      <dsp:nvSpPr>
        <dsp:cNvPr id="0" name=""/>
        <dsp:cNvSpPr/>
      </dsp:nvSpPr>
      <dsp:spPr>
        <a:xfrm>
          <a:off x="0" y="5793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формування легіону Українських січових стрільців</a:t>
          </a:r>
          <a:endParaRPr lang="uk-UA" sz="2200" kern="1200"/>
        </a:p>
      </dsp:txBody>
      <dsp:txXfrm>
        <a:off x="41465" y="99403"/>
        <a:ext cx="5022470" cy="766490"/>
      </dsp:txXfrm>
    </dsp:sp>
    <dsp:sp modelId="{21200F40-E4C9-4D49-94C2-E8897A3DA3AB}">
      <dsp:nvSpPr>
        <dsp:cNvPr id="0" name=""/>
        <dsp:cNvSpPr/>
      </dsp:nvSpPr>
      <dsp:spPr>
        <a:xfrm>
          <a:off x="0" y="97071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координація акцій української громади в Державній Думі</a:t>
          </a:r>
          <a:endParaRPr lang="uk-UA" sz="2200" kern="1200"/>
        </a:p>
      </dsp:txBody>
      <dsp:txXfrm>
        <a:off x="41465" y="1012183"/>
        <a:ext cx="5022470" cy="766490"/>
      </dsp:txXfrm>
    </dsp:sp>
    <dsp:sp modelId="{A533CB5E-F8DD-4531-8B4F-1BF9CEDCC05C}">
      <dsp:nvSpPr>
        <dsp:cNvPr id="0" name=""/>
        <dsp:cNvSpPr/>
      </dsp:nvSpPr>
      <dsp:spPr>
        <a:xfrm>
          <a:off x="0" y="188349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створення громадських організацій з допомоги біженцям</a:t>
          </a:r>
          <a:endParaRPr lang="uk-UA" sz="2200" kern="1200"/>
        </a:p>
      </dsp:txBody>
      <dsp:txXfrm>
        <a:off x="41465" y="1924963"/>
        <a:ext cx="5022470" cy="766490"/>
      </dsp:txXfrm>
    </dsp:sp>
    <dsp:sp modelId="{3D7D8DF3-C6FF-46ED-89CB-37A460D3A4B6}">
      <dsp:nvSpPr>
        <dsp:cNvPr id="0" name=""/>
        <dsp:cNvSpPr/>
      </dsp:nvSpPr>
      <dsp:spPr>
        <a:xfrm>
          <a:off x="0" y="2796278"/>
          <a:ext cx="5105400" cy="849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допомога військовополоненим українцям</a:t>
          </a:r>
          <a:endParaRPr lang="uk-UA" sz="2200" kern="1200"/>
        </a:p>
      </dsp:txBody>
      <dsp:txXfrm>
        <a:off x="41465" y="2837743"/>
        <a:ext cx="5022470" cy="766490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FB25B-F239-430D-9D88-6B5151A99856}">
      <dsp:nvSpPr>
        <dsp:cNvPr id="0" name=""/>
        <dsp:cNvSpPr/>
      </dsp:nvSpPr>
      <dsp:spPr>
        <a:xfrm>
          <a:off x="0" y="727178"/>
          <a:ext cx="5094287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Земський союз</a:t>
          </a:r>
          <a:endParaRPr lang="uk-UA" sz="2200" kern="1200"/>
        </a:p>
      </dsp:txBody>
      <dsp:txXfrm>
        <a:off x="25130" y="752308"/>
        <a:ext cx="5044027" cy="464540"/>
      </dsp:txXfrm>
    </dsp:sp>
    <dsp:sp modelId="{FC0B2BE9-F769-4B49-8D24-096783D9E543}">
      <dsp:nvSpPr>
        <dsp:cNvPr id="0" name=""/>
        <dsp:cNvSpPr/>
      </dsp:nvSpPr>
      <dsp:spPr>
        <a:xfrm>
          <a:off x="0" y="1305338"/>
          <a:ext cx="5094287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Союз визволення України</a:t>
          </a:r>
          <a:endParaRPr lang="uk-UA" sz="2200" kern="1200"/>
        </a:p>
      </dsp:txBody>
      <dsp:txXfrm>
        <a:off x="25130" y="1330468"/>
        <a:ext cx="5044027" cy="464540"/>
      </dsp:txXfrm>
    </dsp:sp>
    <dsp:sp modelId="{F24BF947-34C8-4A9A-B0A6-4311BB96FBE7}">
      <dsp:nvSpPr>
        <dsp:cNvPr id="0" name=""/>
        <dsp:cNvSpPr/>
      </dsp:nvSpPr>
      <dsp:spPr>
        <a:xfrm>
          <a:off x="0" y="1883498"/>
          <a:ext cx="5094287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Карпато-руський визвольний комітет</a:t>
          </a:r>
          <a:endParaRPr lang="uk-UA" sz="2200" kern="1200"/>
        </a:p>
      </dsp:txBody>
      <dsp:txXfrm>
        <a:off x="25130" y="1908628"/>
        <a:ext cx="5044027" cy="464540"/>
      </dsp:txXfrm>
    </dsp:sp>
    <dsp:sp modelId="{57854407-682C-49BA-8616-C1462BC6866A}">
      <dsp:nvSpPr>
        <dsp:cNvPr id="0" name=""/>
        <dsp:cNvSpPr/>
      </dsp:nvSpPr>
      <dsp:spPr>
        <a:xfrm>
          <a:off x="0" y="2461658"/>
          <a:ext cx="5094287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Товариство українських поступовців</a:t>
          </a:r>
          <a:endParaRPr lang="uk-UA" sz="2200" kern="1200"/>
        </a:p>
      </dsp:txBody>
      <dsp:txXfrm>
        <a:off x="25130" y="2486788"/>
        <a:ext cx="5044027" cy="464540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7C9206-9D7F-4AC2-B02B-AE890CC1621E}">
      <dsp:nvSpPr>
        <dsp:cNvPr id="0" name=""/>
        <dsp:cNvSpPr/>
      </dsp:nvSpPr>
      <dsp:spPr>
        <a:xfrm>
          <a:off x="700881" y="0"/>
          <a:ext cx="3703637" cy="370363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C5352C-12C2-488F-AC79-8CE1BF6D9AFC}">
      <dsp:nvSpPr>
        <dsp:cNvPr id="0" name=""/>
        <dsp:cNvSpPr/>
      </dsp:nvSpPr>
      <dsp:spPr>
        <a:xfrm>
          <a:off x="1052727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Г. Бобринський</a:t>
          </a:r>
          <a:endParaRPr lang="uk-UA" sz="1500" kern="1200"/>
        </a:p>
      </dsp:txBody>
      <dsp:txXfrm>
        <a:off x="1123238" y="422356"/>
        <a:ext cx="1303396" cy="1303396"/>
      </dsp:txXfrm>
    </dsp:sp>
    <dsp:sp modelId="{95CD78EC-D403-4AA5-90F8-7C9DD49F7A5B}">
      <dsp:nvSpPr>
        <dsp:cNvPr id="0" name=""/>
        <dsp:cNvSpPr/>
      </dsp:nvSpPr>
      <dsp:spPr>
        <a:xfrm>
          <a:off x="2608254" y="351845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Є. Чикаленко</a:t>
          </a:r>
          <a:endParaRPr lang="uk-UA" sz="1500" kern="1200"/>
        </a:p>
      </dsp:txBody>
      <dsp:txXfrm>
        <a:off x="2678765" y="422356"/>
        <a:ext cx="1303396" cy="1303396"/>
      </dsp:txXfrm>
    </dsp:sp>
    <dsp:sp modelId="{68D432CD-5D06-422F-8888-71EB5FABFFC4}">
      <dsp:nvSpPr>
        <dsp:cNvPr id="0" name=""/>
        <dsp:cNvSpPr/>
      </dsp:nvSpPr>
      <dsp:spPr>
        <a:xfrm>
          <a:off x="1052727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М. Міхновський</a:t>
          </a:r>
          <a:endParaRPr lang="uk-UA" sz="1500" kern="1200"/>
        </a:p>
      </dsp:txBody>
      <dsp:txXfrm>
        <a:off x="1123238" y="1977884"/>
        <a:ext cx="1303396" cy="1303396"/>
      </dsp:txXfrm>
    </dsp:sp>
    <dsp:sp modelId="{D2DD4D23-C45C-4174-9562-F7E3205C0F46}">
      <dsp:nvSpPr>
        <dsp:cNvPr id="0" name=""/>
        <dsp:cNvSpPr/>
      </dsp:nvSpPr>
      <dsp:spPr>
        <a:xfrm>
          <a:off x="2608254" y="1907373"/>
          <a:ext cx="1444418" cy="14444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К. Левицький</a:t>
          </a:r>
          <a:endParaRPr lang="uk-UA" sz="1500" kern="1200"/>
        </a:p>
      </dsp:txBody>
      <dsp:txXfrm>
        <a:off x="2678765" y="1977884"/>
        <a:ext cx="1303396" cy="1303396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061EE-5669-477E-9D63-03F31A3FE137}">
      <dsp:nvSpPr>
        <dsp:cNvPr id="0" name=""/>
        <dsp:cNvSpPr/>
      </dsp:nvSpPr>
      <dsp:spPr>
        <a:xfrm>
          <a:off x="0" y="10688"/>
          <a:ext cx="509428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один з організаторів Союзу визволення України</a:t>
          </a:r>
          <a:endParaRPr lang="uk-UA" sz="1800" kern="1200"/>
        </a:p>
      </dsp:txBody>
      <dsp:txXfrm>
        <a:off x="33926" y="44614"/>
        <a:ext cx="5026435" cy="627128"/>
      </dsp:txXfrm>
    </dsp:sp>
    <dsp:sp modelId="{69533D15-F442-4CD8-8CFF-408B31D6DD63}">
      <dsp:nvSpPr>
        <dsp:cNvPr id="0" name=""/>
        <dsp:cNvSpPr/>
      </dsp:nvSpPr>
      <dsp:spPr>
        <a:xfrm>
          <a:off x="0" y="757508"/>
          <a:ext cx="509428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фундатор Української народної партії (УНП)</a:t>
          </a:r>
          <a:endParaRPr lang="uk-UA" sz="1800" kern="1200"/>
        </a:p>
      </dsp:txBody>
      <dsp:txXfrm>
        <a:off x="33926" y="791434"/>
        <a:ext cx="5026435" cy="627128"/>
      </dsp:txXfrm>
    </dsp:sp>
    <dsp:sp modelId="{440D5988-A99F-4DBE-81A7-4E78E71B638C}">
      <dsp:nvSpPr>
        <dsp:cNvPr id="0" name=""/>
        <dsp:cNvSpPr/>
      </dsp:nvSpPr>
      <dsp:spPr>
        <a:xfrm>
          <a:off x="0" y="1504328"/>
          <a:ext cx="509428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засновник київських газет «Громадська думка» і «Рада»</a:t>
          </a:r>
          <a:endParaRPr lang="uk-UA" sz="1800" kern="1200"/>
        </a:p>
      </dsp:txBody>
      <dsp:txXfrm>
        <a:off x="33926" y="1538254"/>
        <a:ext cx="5026435" cy="627128"/>
      </dsp:txXfrm>
    </dsp:sp>
    <dsp:sp modelId="{B34BCF97-EF9D-41C8-AA9D-30D65EF0E477}">
      <dsp:nvSpPr>
        <dsp:cNvPr id="0" name=""/>
        <dsp:cNvSpPr/>
      </dsp:nvSpPr>
      <dsp:spPr>
        <a:xfrm>
          <a:off x="0" y="2251148"/>
          <a:ext cx="509428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Галицько-Буковинський генерал-губернатор у 1914–1915 рр.</a:t>
          </a:r>
          <a:endParaRPr lang="uk-UA" sz="1800" kern="1200"/>
        </a:p>
      </dsp:txBody>
      <dsp:txXfrm>
        <a:off x="33926" y="2285074"/>
        <a:ext cx="5026435" cy="627128"/>
      </dsp:txXfrm>
    </dsp:sp>
    <dsp:sp modelId="{A900168E-69C6-4D66-B904-42947EA2AD73}">
      <dsp:nvSpPr>
        <dsp:cNvPr id="0" name=""/>
        <dsp:cNvSpPr/>
      </dsp:nvSpPr>
      <dsp:spPr>
        <a:xfrm>
          <a:off x="0" y="2997968"/>
          <a:ext cx="5094287" cy="6949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голова Головної української ради</a:t>
          </a:r>
          <a:endParaRPr lang="uk-UA" sz="1800" kern="1200"/>
        </a:p>
      </dsp:txBody>
      <dsp:txXfrm>
        <a:off x="33926" y="3031894"/>
        <a:ext cx="5026435" cy="627128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62F7E7-980E-4904-99A0-F72FB5333B15}">
      <dsp:nvSpPr>
        <dsp:cNvPr id="0" name=""/>
        <dsp:cNvSpPr/>
      </dsp:nvSpPr>
      <dsp:spPr>
        <a:xfrm>
          <a:off x="-2407638" y="-371972"/>
          <a:ext cx="2875177" cy="2875177"/>
        </a:xfrm>
        <a:prstGeom prst="blockArc">
          <a:avLst>
            <a:gd name="adj1" fmla="val 18900000"/>
            <a:gd name="adj2" fmla="val 2700000"/>
            <a:gd name="adj3" fmla="val 751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5CE899-58C3-4E9A-8A16-014C85BF7780}">
      <dsp:nvSpPr>
        <dsp:cNvPr id="0" name=""/>
        <dsp:cNvSpPr/>
      </dsp:nvSpPr>
      <dsp:spPr>
        <a:xfrm>
          <a:off x="245579" y="163849"/>
          <a:ext cx="4911359" cy="327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24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Головна українська рада</a:t>
          </a:r>
          <a:endParaRPr lang="uk-UA" sz="1600" kern="1200"/>
        </a:p>
      </dsp:txBody>
      <dsp:txXfrm>
        <a:off x="245579" y="163849"/>
        <a:ext cx="4911359" cy="327868"/>
      </dsp:txXfrm>
    </dsp:sp>
    <dsp:sp modelId="{28B35BD4-D32C-41B4-96D6-A7548A1F0C7F}">
      <dsp:nvSpPr>
        <dsp:cNvPr id="0" name=""/>
        <dsp:cNvSpPr/>
      </dsp:nvSpPr>
      <dsp:spPr>
        <a:xfrm>
          <a:off x="40661" y="122865"/>
          <a:ext cx="409836" cy="4098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0C88F6-C2DA-4A33-B7A0-0D477DFDF92F}">
      <dsp:nvSpPr>
        <dsp:cNvPr id="0" name=""/>
        <dsp:cNvSpPr/>
      </dsp:nvSpPr>
      <dsp:spPr>
        <a:xfrm>
          <a:off x="433554" y="655737"/>
          <a:ext cx="4723384" cy="327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24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Товариство українських поступовців</a:t>
          </a:r>
          <a:endParaRPr lang="uk-UA" sz="1600" kern="1200"/>
        </a:p>
      </dsp:txBody>
      <dsp:txXfrm>
        <a:off x="433554" y="655737"/>
        <a:ext cx="4723384" cy="327868"/>
      </dsp:txXfrm>
    </dsp:sp>
    <dsp:sp modelId="{39D78D42-9659-4770-8DAA-988B29D1646A}">
      <dsp:nvSpPr>
        <dsp:cNvPr id="0" name=""/>
        <dsp:cNvSpPr/>
      </dsp:nvSpPr>
      <dsp:spPr>
        <a:xfrm>
          <a:off x="228636" y="614754"/>
          <a:ext cx="409836" cy="4098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F1EAD8-956C-40D1-BDC5-9E6F4667A792}">
      <dsp:nvSpPr>
        <dsp:cNvPr id="0" name=""/>
        <dsp:cNvSpPr/>
      </dsp:nvSpPr>
      <dsp:spPr>
        <a:xfrm>
          <a:off x="433554" y="1147626"/>
          <a:ext cx="4723384" cy="327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24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Союз визволення України</a:t>
          </a:r>
          <a:endParaRPr lang="uk-UA" sz="1600" kern="1200"/>
        </a:p>
      </dsp:txBody>
      <dsp:txXfrm>
        <a:off x="433554" y="1147626"/>
        <a:ext cx="4723384" cy="327868"/>
      </dsp:txXfrm>
    </dsp:sp>
    <dsp:sp modelId="{6BF70EA6-ECCF-4264-B433-850CE79F68CD}">
      <dsp:nvSpPr>
        <dsp:cNvPr id="0" name=""/>
        <dsp:cNvSpPr/>
      </dsp:nvSpPr>
      <dsp:spPr>
        <a:xfrm>
          <a:off x="228636" y="1106642"/>
          <a:ext cx="409836" cy="4098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DE555-0636-4071-94E8-0DEB27C2D8C5}">
      <dsp:nvSpPr>
        <dsp:cNvPr id="0" name=""/>
        <dsp:cNvSpPr/>
      </dsp:nvSpPr>
      <dsp:spPr>
        <a:xfrm>
          <a:off x="245579" y="1639514"/>
          <a:ext cx="4911359" cy="327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24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Частина соціал-демократії на чолі з С. Петлюрою</a:t>
          </a:r>
          <a:endParaRPr lang="uk-UA" sz="1600" kern="1200"/>
        </a:p>
      </dsp:txBody>
      <dsp:txXfrm>
        <a:off x="245579" y="1639514"/>
        <a:ext cx="4911359" cy="327868"/>
      </dsp:txXfrm>
    </dsp:sp>
    <dsp:sp modelId="{DB483D8C-1FD8-4E79-A721-1462577C8A21}">
      <dsp:nvSpPr>
        <dsp:cNvPr id="0" name=""/>
        <dsp:cNvSpPr/>
      </dsp:nvSpPr>
      <dsp:spPr>
        <a:xfrm>
          <a:off x="40661" y="1598531"/>
          <a:ext cx="409836" cy="4098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4E56E-FD2D-4534-AB21-3CA6BE899F47}">
      <dsp:nvSpPr>
        <dsp:cNvPr id="0" name=""/>
        <dsp:cNvSpPr/>
      </dsp:nvSpPr>
      <dsp:spPr>
        <a:xfrm>
          <a:off x="0" y="42458"/>
          <a:ext cx="5094287" cy="1179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 dirty="0"/>
            <a:t>«Царська імперія загрожує нашому життю під охороною Австрійської монархії. Нехай українство </a:t>
          </a:r>
          <a:r>
            <a:rPr lang="uk-UA" sz="1400" b="0" i="1" kern="1200" dirty="0" err="1"/>
            <a:t>віддасть</a:t>
          </a:r>
          <a:r>
            <a:rPr lang="uk-UA" sz="1400" b="0" i="1" kern="1200" dirty="0"/>
            <a:t> усі свої сили на те, щоб боронити наше життя, щоб історичний ворог України був розбитий! Нехай на руїнах царської імперії зійде сонце визволеної України!»</a:t>
          </a:r>
          <a:endParaRPr lang="uk-UA" sz="1400" kern="1200" dirty="0"/>
        </a:p>
      </dsp:txBody>
      <dsp:txXfrm>
        <a:off x="57572" y="100030"/>
        <a:ext cx="4979143" cy="1064216"/>
      </dsp:txXfrm>
    </dsp:sp>
    <dsp:sp modelId="{C1B18437-4FD9-4822-9069-6BEEE89172DE}">
      <dsp:nvSpPr>
        <dsp:cNvPr id="0" name=""/>
        <dsp:cNvSpPr/>
      </dsp:nvSpPr>
      <dsp:spPr>
        <a:xfrm>
          <a:off x="0" y="1262138"/>
          <a:ext cx="5094287" cy="1179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/>
            <a:t>«Реалізацію устремлінь українського народу зв’язуємо із підтримкою Австрії й розгромом Росії у війні. Політичною платформою є державна самостійність України. Форма правління має бути конституційна монархія з демократичним устроєм...»</a:t>
          </a:r>
          <a:endParaRPr lang="uk-UA" sz="1400" kern="1200"/>
        </a:p>
      </dsp:txBody>
      <dsp:txXfrm>
        <a:off x="57572" y="1319710"/>
        <a:ext cx="4979143" cy="1064216"/>
      </dsp:txXfrm>
    </dsp:sp>
    <dsp:sp modelId="{838B4283-E990-48E6-BE11-779E110527CE}">
      <dsp:nvSpPr>
        <dsp:cNvPr id="0" name=""/>
        <dsp:cNvSpPr/>
      </dsp:nvSpPr>
      <dsp:spPr>
        <a:xfrm>
          <a:off x="0" y="2481818"/>
          <a:ext cx="5094287" cy="1179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1" kern="1200"/>
            <a:t>«Браття! Хай надбання Володимира Святого, земля князя Ярослава Осмомисла, скинувши чужоземне іго, зіллються з великою Росією. Оберніть меч свій на ворога, а серце своє з молитвою до Росії...»</a:t>
          </a:r>
          <a:endParaRPr lang="uk-UA" sz="1400" kern="1200"/>
        </a:p>
      </dsp:txBody>
      <dsp:txXfrm>
        <a:off x="57572" y="2539390"/>
        <a:ext cx="4979143" cy="1064216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306F5-31DB-4D28-9B66-78FE34CB5E12}">
      <dsp:nvSpPr>
        <dsp:cNvPr id="0" name=""/>
        <dsp:cNvSpPr/>
      </dsp:nvSpPr>
      <dsp:spPr>
        <a:xfrm>
          <a:off x="0" y="44836"/>
          <a:ext cx="5654040" cy="1263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«Цю війну ми визнаємо чужою.., шкідливою українському народові, бо жодна з воюючих сторін не може викликати співчуття ні цілями, ні способами боротьби. Ми стоїмо на основі автономного устрою тих держав, з якими нас поєднала історична доля...»</a:t>
          </a:r>
          <a:endParaRPr lang="uk-UA" sz="1500" kern="1200"/>
        </a:p>
      </dsp:txBody>
      <dsp:txXfrm>
        <a:off x="61684" y="106520"/>
        <a:ext cx="5530672" cy="1140232"/>
      </dsp:txXfrm>
    </dsp:sp>
    <dsp:sp modelId="{7DF07B35-93FC-4FEE-B9C7-76D0A36C3EB4}">
      <dsp:nvSpPr>
        <dsp:cNvPr id="0" name=""/>
        <dsp:cNvSpPr/>
      </dsp:nvSpPr>
      <dsp:spPr>
        <a:xfrm>
          <a:off x="0" y="1351636"/>
          <a:ext cx="5654040" cy="1263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/>
            <a:t>«Українці […] виконають свій обов’язок громадян Росії в цей тяжкий час до кінця не тільки на полі бою, а й як громадяни – в міру сил сприятимуть успішному виконанню російською армією завдання, що випало на її долю...»</a:t>
          </a:r>
          <a:endParaRPr lang="uk-UA" sz="1500" kern="1200"/>
        </a:p>
      </dsp:txBody>
      <dsp:txXfrm>
        <a:off x="61684" y="1413320"/>
        <a:ext cx="5530672" cy="1140232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2ADB9-4E02-472C-AFF0-1E101FE30DD6}">
      <dsp:nvSpPr>
        <dsp:cNvPr id="0" name=""/>
        <dsp:cNvSpPr/>
      </dsp:nvSpPr>
      <dsp:spPr>
        <a:xfrm>
          <a:off x="-4186627" y="-642425"/>
          <a:ext cx="4988488" cy="4988488"/>
        </a:xfrm>
        <a:prstGeom prst="blockArc">
          <a:avLst>
            <a:gd name="adj1" fmla="val 18900000"/>
            <a:gd name="adj2" fmla="val 2700000"/>
            <a:gd name="adj3" fmla="val 43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F13B9B-9321-448D-BC65-6DD21D08CEC0}">
      <dsp:nvSpPr>
        <dsp:cNvPr id="0" name=""/>
        <dsp:cNvSpPr/>
      </dsp:nvSpPr>
      <dsp:spPr>
        <a:xfrm>
          <a:off x="420126" y="284735"/>
          <a:ext cx="4635778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К. Левицький</a:t>
          </a:r>
          <a:endParaRPr lang="uk-UA" sz="3000" kern="1200"/>
        </a:p>
      </dsp:txBody>
      <dsp:txXfrm>
        <a:off x="420126" y="284735"/>
        <a:ext cx="4635778" cy="569767"/>
      </dsp:txXfrm>
    </dsp:sp>
    <dsp:sp modelId="{66C2E919-CA1C-40CD-BD9D-23942D6489DE}">
      <dsp:nvSpPr>
        <dsp:cNvPr id="0" name=""/>
        <dsp:cNvSpPr/>
      </dsp:nvSpPr>
      <dsp:spPr>
        <a:xfrm>
          <a:off x="64021" y="213514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AB00ED-03CC-495A-A245-77C958E352FC}">
      <dsp:nvSpPr>
        <dsp:cNvPr id="0" name=""/>
        <dsp:cNvSpPr/>
      </dsp:nvSpPr>
      <dsp:spPr>
        <a:xfrm>
          <a:off x="746786" y="1139535"/>
          <a:ext cx="4309118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Д. Донцов</a:t>
          </a:r>
          <a:endParaRPr lang="uk-UA" sz="3000" kern="1200"/>
        </a:p>
      </dsp:txBody>
      <dsp:txXfrm>
        <a:off x="746786" y="1139535"/>
        <a:ext cx="4309118" cy="569767"/>
      </dsp:txXfrm>
    </dsp:sp>
    <dsp:sp modelId="{AC8E1B74-0C20-4C7C-AAD5-DE6AAF838541}">
      <dsp:nvSpPr>
        <dsp:cNvPr id="0" name=""/>
        <dsp:cNvSpPr/>
      </dsp:nvSpPr>
      <dsp:spPr>
        <a:xfrm>
          <a:off x="390682" y="1068314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8E007B-87A0-4D2E-92E7-2BD6D79A9697}">
      <dsp:nvSpPr>
        <dsp:cNvPr id="0" name=""/>
        <dsp:cNvSpPr/>
      </dsp:nvSpPr>
      <dsp:spPr>
        <a:xfrm>
          <a:off x="746786" y="1994334"/>
          <a:ext cx="4309118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Є. Коновалець</a:t>
          </a:r>
          <a:endParaRPr lang="uk-UA" sz="3000" kern="1200"/>
        </a:p>
      </dsp:txBody>
      <dsp:txXfrm>
        <a:off x="746786" y="1994334"/>
        <a:ext cx="4309118" cy="569767"/>
      </dsp:txXfrm>
    </dsp:sp>
    <dsp:sp modelId="{2A4A5C7B-72FE-4F6D-B2C3-3D6C7CBDB2D5}">
      <dsp:nvSpPr>
        <dsp:cNvPr id="0" name=""/>
        <dsp:cNvSpPr/>
      </dsp:nvSpPr>
      <dsp:spPr>
        <a:xfrm>
          <a:off x="390682" y="1923113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CB85F-E99F-4C3E-B9D4-E78895CC6814}">
      <dsp:nvSpPr>
        <dsp:cNvPr id="0" name=""/>
        <dsp:cNvSpPr/>
      </dsp:nvSpPr>
      <dsp:spPr>
        <a:xfrm>
          <a:off x="420126" y="2849133"/>
          <a:ext cx="4635778" cy="5697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225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А. Жук</a:t>
          </a:r>
          <a:endParaRPr lang="uk-UA" sz="3000" kern="1200"/>
        </a:p>
      </dsp:txBody>
      <dsp:txXfrm>
        <a:off x="420126" y="2849133"/>
        <a:ext cx="4635778" cy="569767"/>
      </dsp:txXfrm>
    </dsp:sp>
    <dsp:sp modelId="{CF512F3F-04E8-48D6-9E9F-0A34D5FFAB16}">
      <dsp:nvSpPr>
        <dsp:cNvPr id="0" name=""/>
        <dsp:cNvSpPr/>
      </dsp:nvSpPr>
      <dsp:spPr>
        <a:xfrm>
          <a:off x="64021" y="2777912"/>
          <a:ext cx="712209" cy="7122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5E0B2-8809-4395-BB58-CB355C2F09EB}">
      <dsp:nvSpPr>
        <dsp:cNvPr id="0" name=""/>
        <dsp:cNvSpPr/>
      </dsp:nvSpPr>
      <dsp:spPr>
        <a:xfrm>
          <a:off x="0" y="521735"/>
          <a:ext cx="5094154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/>
            <a:t>співзасновник Української національно-демократичної партії, голова Державного секретаріату ЗУНР</a:t>
          </a:r>
        </a:p>
      </dsp:txBody>
      <dsp:txXfrm>
        <a:off x="24502" y="546237"/>
        <a:ext cx="5045150" cy="452926"/>
      </dsp:txXfrm>
    </dsp:sp>
    <dsp:sp modelId="{1BC3CFD2-FFB5-4594-9077-FA628B31043B}">
      <dsp:nvSpPr>
        <dsp:cNvPr id="0" name=""/>
        <dsp:cNvSpPr/>
      </dsp:nvSpPr>
      <dsp:spPr>
        <a:xfrm>
          <a:off x="0" y="1061105"/>
          <a:ext cx="5094154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/>
            <a:t>учасник боїв за гору Маківка, командир Галицько-Буковинського куреня січових стрільців</a:t>
          </a:r>
        </a:p>
      </dsp:txBody>
      <dsp:txXfrm>
        <a:off x="24502" y="1085607"/>
        <a:ext cx="5045150" cy="452926"/>
      </dsp:txXfrm>
    </dsp:sp>
    <dsp:sp modelId="{969548D9-1D40-48CC-9569-947C9C3370FA}">
      <dsp:nvSpPr>
        <dsp:cNvPr id="0" name=""/>
        <dsp:cNvSpPr/>
      </dsp:nvSpPr>
      <dsp:spPr>
        <a:xfrm>
          <a:off x="0" y="1600475"/>
          <a:ext cx="5094154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/>
            <a:t>член Головної української ради, Загальної української ради, дипломат Української Держави, УНР</a:t>
          </a:r>
        </a:p>
      </dsp:txBody>
      <dsp:txXfrm>
        <a:off x="24502" y="1624977"/>
        <a:ext cx="5045150" cy="452926"/>
      </dsp:txXfrm>
    </dsp:sp>
    <dsp:sp modelId="{D9950C76-4A02-4370-BF26-E260348A9652}">
      <dsp:nvSpPr>
        <dsp:cNvPr id="0" name=""/>
        <dsp:cNvSpPr/>
      </dsp:nvSpPr>
      <dsp:spPr>
        <a:xfrm>
          <a:off x="0" y="2139845"/>
          <a:ext cx="5094154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/>
            <a:t>співзасновник і голова Української національної партії на Буковині, Голова української національної громади в Румунії</a:t>
          </a:r>
        </a:p>
      </dsp:txBody>
      <dsp:txXfrm>
        <a:off x="24502" y="2164347"/>
        <a:ext cx="5045150" cy="452926"/>
      </dsp:txXfrm>
    </dsp:sp>
    <dsp:sp modelId="{CE79B458-EAED-4633-A4AC-D0C772B19B77}">
      <dsp:nvSpPr>
        <dsp:cNvPr id="0" name=""/>
        <dsp:cNvSpPr/>
      </dsp:nvSpPr>
      <dsp:spPr>
        <a:xfrm>
          <a:off x="0" y="2679215"/>
          <a:ext cx="5094154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kern="1200"/>
            <a:t>голова Союзу визволення України, теоретик та ідеолог українського націоналізму</a:t>
          </a:r>
        </a:p>
      </dsp:txBody>
      <dsp:txXfrm>
        <a:off x="24502" y="2703717"/>
        <a:ext cx="5045150" cy="452926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0D5EE-4D15-4755-8E74-6D42F61F9330}">
      <dsp:nvSpPr>
        <dsp:cNvPr id="0" name=""/>
        <dsp:cNvSpPr/>
      </dsp:nvSpPr>
      <dsp:spPr>
        <a:xfrm>
          <a:off x="0" y="1149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А. Шептицького</a:t>
          </a:r>
          <a:endParaRPr lang="uk-UA" sz="3600" kern="1200"/>
        </a:p>
      </dsp:txBody>
      <dsp:txXfrm>
        <a:off x="41123" y="52621"/>
        <a:ext cx="5012041" cy="760154"/>
      </dsp:txXfrm>
    </dsp:sp>
    <dsp:sp modelId="{B64AC62C-A51B-4F77-BF35-8AEB3E77B172}">
      <dsp:nvSpPr>
        <dsp:cNvPr id="0" name=""/>
        <dsp:cNvSpPr/>
      </dsp:nvSpPr>
      <dsp:spPr>
        <a:xfrm>
          <a:off x="0" y="95757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К. Левицького</a:t>
          </a:r>
          <a:endParaRPr lang="uk-UA" sz="3600" kern="1200"/>
        </a:p>
      </dsp:txBody>
      <dsp:txXfrm>
        <a:off x="41123" y="998701"/>
        <a:ext cx="5012041" cy="760154"/>
      </dsp:txXfrm>
    </dsp:sp>
    <dsp:sp modelId="{7D5181EE-D476-4697-B1D4-C205D3B2A36F}">
      <dsp:nvSpPr>
        <dsp:cNvPr id="0" name=""/>
        <dsp:cNvSpPr/>
      </dsp:nvSpPr>
      <dsp:spPr>
        <a:xfrm>
          <a:off x="0" y="190365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О. Бобринського</a:t>
          </a:r>
          <a:endParaRPr lang="uk-UA" sz="3600" kern="1200"/>
        </a:p>
      </dsp:txBody>
      <dsp:txXfrm>
        <a:off x="41123" y="1944781"/>
        <a:ext cx="5012041" cy="760154"/>
      </dsp:txXfrm>
    </dsp:sp>
    <dsp:sp modelId="{590BF38E-7E1D-4DEE-96C5-8CDA7F581A0F}">
      <dsp:nvSpPr>
        <dsp:cNvPr id="0" name=""/>
        <dsp:cNvSpPr/>
      </dsp:nvSpPr>
      <dsp:spPr>
        <a:xfrm>
          <a:off x="0" y="2849738"/>
          <a:ext cx="5094287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К. Трильовського</a:t>
          </a:r>
          <a:endParaRPr lang="uk-UA" sz="3600" kern="1200"/>
        </a:p>
      </dsp:txBody>
      <dsp:txXfrm>
        <a:off x="41123" y="2890861"/>
        <a:ext cx="5012041" cy="760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021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2101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3922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661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3353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4460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204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835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91360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60666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5524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1632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01662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4074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3419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43236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3011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C5BA6-D8C6-4E02-8844-3C7A6280CE75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55C8-5E15-41A6-847E-823F37D55E5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61231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6.jpe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3.xml"/><Relationship Id="rId3" Type="http://schemas.openxmlformats.org/officeDocument/2006/relationships/diagramLayout" Target="../diagrams/layout32.xml"/><Relationship Id="rId7" Type="http://schemas.openxmlformats.org/officeDocument/2006/relationships/diagramData" Target="../diagrams/data33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11" Type="http://schemas.microsoft.com/office/2007/relationships/diagramDrawing" Target="../diagrams/drawing33.xml"/><Relationship Id="rId5" Type="http://schemas.openxmlformats.org/officeDocument/2006/relationships/diagramColors" Target="../diagrams/colors32.xml"/><Relationship Id="rId10" Type="http://schemas.openxmlformats.org/officeDocument/2006/relationships/diagramColors" Target="../diagrams/colors33.xml"/><Relationship Id="rId4" Type="http://schemas.openxmlformats.org/officeDocument/2006/relationships/diagramQuickStyle" Target="../diagrams/quickStyle32.xml"/><Relationship Id="rId9" Type="http://schemas.openxmlformats.org/officeDocument/2006/relationships/diagramQuickStyle" Target="../diagrams/quickStyl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2.xml"/><Relationship Id="rId3" Type="http://schemas.openxmlformats.org/officeDocument/2006/relationships/diagramLayout" Target="../diagrams/layout41.xml"/><Relationship Id="rId7" Type="http://schemas.openxmlformats.org/officeDocument/2006/relationships/diagramData" Target="../diagrams/data42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11" Type="http://schemas.microsoft.com/office/2007/relationships/diagramDrawing" Target="../diagrams/drawing42.xml"/><Relationship Id="rId5" Type="http://schemas.openxmlformats.org/officeDocument/2006/relationships/diagramColors" Target="../diagrams/colors41.xml"/><Relationship Id="rId10" Type="http://schemas.openxmlformats.org/officeDocument/2006/relationships/diagramColors" Target="../diagrams/colors42.xml"/><Relationship Id="rId4" Type="http://schemas.openxmlformats.org/officeDocument/2006/relationships/diagramQuickStyle" Target="../diagrams/quickStyle41.xml"/><Relationship Id="rId9" Type="http://schemas.openxmlformats.org/officeDocument/2006/relationships/diagramQuickStyle" Target="../diagrams/quickStyle4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8.xml"/><Relationship Id="rId3" Type="http://schemas.openxmlformats.org/officeDocument/2006/relationships/diagramLayout" Target="../diagrams/layout47.xml"/><Relationship Id="rId7" Type="http://schemas.openxmlformats.org/officeDocument/2006/relationships/diagramData" Target="../diagrams/data48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11" Type="http://schemas.microsoft.com/office/2007/relationships/diagramDrawing" Target="../diagrams/drawing48.xml"/><Relationship Id="rId5" Type="http://schemas.openxmlformats.org/officeDocument/2006/relationships/diagramColors" Target="../diagrams/colors47.xml"/><Relationship Id="rId10" Type="http://schemas.openxmlformats.org/officeDocument/2006/relationships/diagramColors" Target="../diagrams/colors48.xml"/><Relationship Id="rId4" Type="http://schemas.openxmlformats.org/officeDocument/2006/relationships/diagramQuickStyle" Target="../diagrams/quickStyle47.xml"/><Relationship Id="rId9" Type="http://schemas.openxmlformats.org/officeDocument/2006/relationships/diagramQuickStyle" Target="../diagrams/quickStyle4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1.xml"/><Relationship Id="rId7" Type="http://schemas.microsoft.com/office/2007/relationships/diagramDrawing" Target="../diagrams/drawing5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1.xml"/><Relationship Id="rId5" Type="http://schemas.openxmlformats.org/officeDocument/2006/relationships/diagramQuickStyle" Target="../diagrams/quickStyle51.xml"/><Relationship Id="rId4" Type="http://schemas.openxmlformats.org/officeDocument/2006/relationships/diagramLayout" Target="../diagrams/layout5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3.xml"/><Relationship Id="rId3" Type="http://schemas.openxmlformats.org/officeDocument/2006/relationships/diagramLayout" Target="../diagrams/layout52.xml"/><Relationship Id="rId7" Type="http://schemas.openxmlformats.org/officeDocument/2006/relationships/diagramData" Target="../diagrams/data53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11" Type="http://schemas.microsoft.com/office/2007/relationships/diagramDrawing" Target="../diagrams/drawing53.xml"/><Relationship Id="rId5" Type="http://schemas.openxmlformats.org/officeDocument/2006/relationships/diagramColors" Target="../diagrams/colors52.xml"/><Relationship Id="rId10" Type="http://schemas.openxmlformats.org/officeDocument/2006/relationships/diagramColors" Target="../diagrams/colors53.xml"/><Relationship Id="rId4" Type="http://schemas.openxmlformats.org/officeDocument/2006/relationships/diagramQuickStyle" Target="../diagrams/quickStyle52.xml"/><Relationship Id="rId9" Type="http://schemas.openxmlformats.org/officeDocument/2006/relationships/diagramQuickStyle" Target="../diagrams/quickStyle5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5.xml"/><Relationship Id="rId13" Type="http://schemas.openxmlformats.org/officeDocument/2006/relationships/diagramLayout" Target="../diagrams/layout56.xml"/><Relationship Id="rId3" Type="http://schemas.openxmlformats.org/officeDocument/2006/relationships/diagramLayout" Target="../diagrams/layout54.xml"/><Relationship Id="rId7" Type="http://schemas.openxmlformats.org/officeDocument/2006/relationships/diagramData" Target="../diagrams/data55.xml"/><Relationship Id="rId12" Type="http://schemas.openxmlformats.org/officeDocument/2006/relationships/diagramData" Target="../diagrams/data56.xml"/><Relationship Id="rId2" Type="http://schemas.openxmlformats.org/officeDocument/2006/relationships/diagramData" Target="../diagrams/data54.xml"/><Relationship Id="rId16" Type="http://schemas.microsoft.com/office/2007/relationships/diagramDrawing" Target="../diagrams/drawing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11" Type="http://schemas.microsoft.com/office/2007/relationships/diagramDrawing" Target="../diagrams/drawing55.xml"/><Relationship Id="rId5" Type="http://schemas.openxmlformats.org/officeDocument/2006/relationships/diagramColors" Target="../diagrams/colors54.xml"/><Relationship Id="rId15" Type="http://schemas.openxmlformats.org/officeDocument/2006/relationships/diagramColors" Target="../diagrams/colors56.xml"/><Relationship Id="rId10" Type="http://schemas.openxmlformats.org/officeDocument/2006/relationships/diagramColors" Target="../diagrams/colors55.xml"/><Relationship Id="rId4" Type="http://schemas.openxmlformats.org/officeDocument/2006/relationships/diagramQuickStyle" Target="../diagrams/quickStyle54.xml"/><Relationship Id="rId9" Type="http://schemas.openxmlformats.org/officeDocument/2006/relationships/diagramQuickStyle" Target="../diagrams/quickStyle55.xml"/><Relationship Id="rId14" Type="http://schemas.openxmlformats.org/officeDocument/2006/relationships/diagramQuickStyle" Target="../diagrams/quickStyle56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8.xml"/><Relationship Id="rId3" Type="http://schemas.openxmlformats.org/officeDocument/2006/relationships/diagramLayout" Target="../diagrams/layout57.xml"/><Relationship Id="rId7" Type="http://schemas.openxmlformats.org/officeDocument/2006/relationships/diagramData" Target="../diagrams/data58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11" Type="http://schemas.microsoft.com/office/2007/relationships/diagramDrawing" Target="../diagrams/drawing58.xml"/><Relationship Id="rId5" Type="http://schemas.openxmlformats.org/officeDocument/2006/relationships/diagramColors" Target="../diagrams/colors57.xml"/><Relationship Id="rId10" Type="http://schemas.openxmlformats.org/officeDocument/2006/relationships/diagramColors" Target="../diagrams/colors58.xml"/><Relationship Id="rId4" Type="http://schemas.openxmlformats.org/officeDocument/2006/relationships/diagramQuickStyle" Target="../diagrams/quickStyle57.xml"/><Relationship Id="rId9" Type="http://schemas.openxmlformats.org/officeDocument/2006/relationships/diagramQuickStyle" Target="../diagrams/quickStyle5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FE3231-7A3E-3432-9DBD-70E1822D3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Україна</a:t>
            </a:r>
            <a:r>
              <a:rPr lang="ru-RU" dirty="0"/>
              <a:t> в роки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0CBA02B-EA80-A41E-4A8C-DF37E7AC8D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776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4483B3-414B-0A0E-47A7-66794B52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Причини, передумови, привід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C72A4A8-1737-9BB1-B113-025293919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535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88FC0-E4E7-63B1-FD4F-681788A3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Напередодні Першої світової війни українські землі перебували в складі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665F8B-DA79-E7B1-D774-B6E7995FEF8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49373198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79F4D2D-5DF7-8710-CA4E-A7B9FE2F63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8848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F406B97-9523-AE54-EE4B-0E957A63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країна</a:t>
            </a:r>
            <a:r>
              <a:rPr lang="ru-RU" dirty="0"/>
              <a:t> на початку XX ст. </a:t>
            </a:r>
            <a:r>
              <a:rPr lang="ru-RU" dirty="0" err="1"/>
              <a:t>визначила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зовнішньополітичні</a:t>
            </a:r>
            <a:r>
              <a:rPr lang="ru-RU" dirty="0"/>
              <a:t> </a:t>
            </a:r>
            <a:r>
              <a:rPr lang="ru-RU" dirty="0" err="1"/>
              <a:t>пріоритети</a:t>
            </a:r>
            <a:r>
              <a:rPr lang="ru-RU" dirty="0"/>
              <a:t> таким чином:</a:t>
            </a:r>
            <a:endParaRPr lang="uk-UA" dirty="0"/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A0B474BF-1BBA-B939-C3E9-92180CDB28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«...твердо </a:t>
            </a:r>
            <a:r>
              <a:rPr lang="ru-RU" i="1" dirty="0" err="1"/>
              <a:t>приймаються</a:t>
            </a:r>
            <a:r>
              <a:rPr lang="ru-RU" i="1" dirty="0"/>
              <a:t> </a:t>
            </a:r>
            <a:r>
              <a:rPr lang="ru-RU" i="1" dirty="0" err="1"/>
              <a:t>такі</a:t>
            </a:r>
            <a:r>
              <a:rPr lang="ru-RU" i="1" dirty="0"/>
              <a:t> </a:t>
            </a:r>
            <a:r>
              <a:rPr lang="ru-RU" i="1" dirty="0" err="1"/>
              <a:t>завдання</a:t>
            </a:r>
            <a:r>
              <a:rPr lang="ru-RU" i="1" dirty="0"/>
              <a:t> на </a:t>
            </a:r>
            <a:r>
              <a:rPr lang="ru-RU" i="1" dirty="0" err="1"/>
              <a:t>найближчі</a:t>
            </a:r>
            <a:r>
              <a:rPr lang="ru-RU" i="1" dirty="0"/>
              <a:t> роки: 1) </a:t>
            </a:r>
            <a:r>
              <a:rPr lang="ru-RU" i="1" dirty="0" err="1"/>
              <a:t>приєднати</a:t>
            </a:r>
            <a:r>
              <a:rPr lang="ru-RU" i="1" dirty="0"/>
              <a:t> </a:t>
            </a:r>
            <a:r>
              <a:rPr lang="ru-RU" i="1" dirty="0" err="1"/>
              <a:t>західні</a:t>
            </a:r>
            <a:r>
              <a:rPr lang="ru-RU" i="1" dirty="0"/>
              <a:t> </a:t>
            </a:r>
            <a:r>
              <a:rPr lang="ru-RU" i="1" dirty="0" err="1"/>
              <a:t>землі</a:t>
            </a:r>
            <a:r>
              <a:rPr lang="ru-RU" i="1" dirty="0"/>
              <a:t> та </a:t>
            </a:r>
            <a:r>
              <a:rPr lang="ru-RU" i="1" dirty="0" err="1"/>
              <a:t>належною</a:t>
            </a:r>
            <a:r>
              <a:rPr lang="ru-RU" i="1" dirty="0"/>
              <a:t> </a:t>
            </a:r>
            <a:r>
              <a:rPr lang="ru-RU" i="1" dirty="0" err="1"/>
              <a:t>поступовістю</a:t>
            </a:r>
            <a:r>
              <a:rPr lang="ru-RU" i="1" dirty="0"/>
              <a:t> </a:t>
            </a:r>
            <a:r>
              <a:rPr lang="ru-RU" i="1" dirty="0" err="1"/>
              <a:t>викорінити</a:t>
            </a:r>
            <a:r>
              <a:rPr lang="ru-RU" i="1" dirty="0"/>
              <a:t> тут </a:t>
            </a:r>
            <a:r>
              <a:rPr lang="ru-RU" i="1" dirty="0" err="1"/>
              <a:t>мазепинський</a:t>
            </a:r>
            <a:r>
              <a:rPr lang="ru-RU" i="1" dirty="0"/>
              <a:t> дух; 2) </a:t>
            </a:r>
            <a:r>
              <a:rPr lang="ru-RU" i="1" dirty="0" err="1"/>
              <a:t>заволодіти</a:t>
            </a:r>
            <a:r>
              <a:rPr lang="ru-RU" i="1" dirty="0"/>
              <a:t> протоками, </a:t>
            </a:r>
            <a:r>
              <a:rPr lang="ru-RU" i="1" dirty="0" err="1"/>
              <a:t>які</a:t>
            </a:r>
            <a:r>
              <a:rPr lang="ru-RU" i="1" dirty="0"/>
              <a:t> </a:t>
            </a:r>
            <a:r>
              <a:rPr lang="ru-RU" i="1" dirty="0" err="1"/>
              <a:t>мають</a:t>
            </a:r>
            <a:r>
              <a:rPr lang="ru-RU" i="1" dirty="0"/>
              <a:t> для нас </a:t>
            </a:r>
            <a:r>
              <a:rPr lang="ru-RU" i="1" dirty="0" err="1"/>
              <a:t>виключне</a:t>
            </a:r>
            <a:r>
              <a:rPr lang="ru-RU" i="1" dirty="0"/>
              <a:t> </a:t>
            </a:r>
            <a:r>
              <a:rPr lang="ru-RU" i="1" dirty="0" err="1"/>
              <a:t>стратегічне</a:t>
            </a:r>
            <a:r>
              <a:rPr lang="ru-RU" i="1" dirty="0"/>
              <a:t> </a:t>
            </a:r>
            <a:r>
              <a:rPr lang="ru-RU" i="1" dirty="0" err="1"/>
              <a:t>значення</a:t>
            </a:r>
            <a:r>
              <a:rPr lang="ru-RU" i="1" dirty="0"/>
              <a:t> для </a:t>
            </a:r>
            <a:r>
              <a:rPr lang="ru-RU" i="1" dirty="0" err="1"/>
              <a:t>виходу</a:t>
            </a:r>
            <a:r>
              <a:rPr lang="ru-RU" i="1" dirty="0"/>
              <a:t> </a:t>
            </a:r>
            <a:r>
              <a:rPr lang="ru-RU" i="1" dirty="0" err="1"/>
              <a:t>нашого</a:t>
            </a:r>
            <a:r>
              <a:rPr lang="ru-RU" i="1" dirty="0"/>
              <a:t> флоту з Чорного моря до </a:t>
            </a:r>
            <a:r>
              <a:rPr lang="ru-RU" i="1" dirty="0" err="1"/>
              <a:t>Середземного</a:t>
            </a:r>
            <a:r>
              <a:rPr lang="ru-RU" i="1" dirty="0"/>
              <a:t>»</a:t>
            </a:r>
            <a:endParaRPr lang="uk-UA" i="1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D96BC6B0-D2C5-175D-2475-635019B0E84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67935774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1795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2046E-CAF1-A144-F495-22A0A3B9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Напередодні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Австро-</a:t>
            </a:r>
            <a:r>
              <a:rPr lang="ru-RU" dirty="0" err="1"/>
              <a:t>Угорщина</a:t>
            </a:r>
            <a:r>
              <a:rPr lang="ru-RU" dirty="0"/>
              <a:t> </a:t>
            </a:r>
            <a:r>
              <a:rPr lang="ru-RU" dirty="0" err="1"/>
              <a:t>претендувала</a:t>
            </a:r>
            <a:r>
              <a:rPr lang="ru-RU" dirty="0"/>
              <a:t> на </a:t>
            </a:r>
            <a:r>
              <a:rPr lang="ru-RU" dirty="0" err="1"/>
              <a:t>володіння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7AAFB7-F4DB-F551-E27D-258A1005882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96670914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5E52101-A97B-867F-14BA-34FAFD6271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410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F27A0-6B00-9A58-DFAC-B056DC119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та </a:t>
            </a:r>
            <a:r>
              <a:rPr lang="ru-RU" dirty="0" err="1"/>
              <a:t>виконайте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558AA38-2071-C5E9-DB70-86D8AFD982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«Надходить важка історична хвиля. Вирішується доля держав і народів. Нічого не вдіяли всі зусилля дипломатії, щоб утримати мир у Європі… Війни хоче цар російський, самодержавний володар імперії, яка є історичним ворогом України… Історичний ворог України не може спокійно дивитися, що не вся Україна в його руках…»</a:t>
            </a:r>
          </a:p>
          <a:p>
            <a:r>
              <a:rPr lang="ru-RU" dirty="0"/>
              <a:t>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про </a:t>
            </a:r>
            <a:r>
              <a:rPr lang="ru-RU" dirty="0" err="1"/>
              <a:t>переддень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C78EB9B-1735-BBFE-94AA-353DF67F26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48740914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9211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FC421-083C-FC5F-D727-7656A3EC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Установіть відповідність між подією та її наслідками.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42FD6C7-1640-643E-63AF-4365B50E72A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40653433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86FD3E7-8A6B-88F0-5104-1539FFF62BB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56214747"/>
              </p:ext>
            </p:extLst>
          </p:nvPr>
        </p:nvGraphicFramePr>
        <p:xfrm>
          <a:off x="6172200" y="1825625"/>
          <a:ext cx="5181600" cy="466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9853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BA24F8-7B7B-234E-34C6-AFCF7C1CF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Увідповідніть</a:t>
            </a:r>
            <a:r>
              <a:rPr lang="uk-UA" dirty="0"/>
              <a:t> подію з її наслідками.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6C186A6-D83D-CB8A-8AA4-EC079461C6F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27730700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5918F74-6067-2537-4A1F-76EA9274D4B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25688293"/>
              </p:ext>
            </p:extLst>
          </p:nvPr>
        </p:nvGraphicFramePr>
        <p:xfrm>
          <a:off x="6172200" y="1690688"/>
          <a:ext cx="5181600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96451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21C51-F885-6D54-3FE2-519F58F1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Розташуйте</a:t>
            </a:r>
            <a:r>
              <a:rPr lang="ru-RU" dirty="0"/>
              <a:t> </a:t>
            </a:r>
            <a:r>
              <a:rPr lang="ru-RU" dirty="0" err="1"/>
              <a:t>зображені</a:t>
            </a:r>
            <a:r>
              <a:rPr lang="ru-RU" dirty="0"/>
              <a:t> </a:t>
            </a:r>
            <a:r>
              <a:rPr lang="ru-RU" dirty="0" err="1"/>
              <a:t>плакати</a:t>
            </a:r>
            <a:r>
              <a:rPr lang="ru-RU" dirty="0"/>
              <a:t> </a:t>
            </a:r>
            <a:r>
              <a:rPr lang="ru-RU" dirty="0" err="1"/>
              <a:t>відповідно</a:t>
            </a:r>
            <a:r>
              <a:rPr lang="ru-RU" dirty="0"/>
              <a:t> до </a:t>
            </a:r>
            <a:r>
              <a:rPr lang="ru-RU" dirty="0" err="1"/>
              <a:t>послідовності</a:t>
            </a:r>
            <a:r>
              <a:rPr lang="ru-RU" dirty="0"/>
              <a:t> </a:t>
            </a:r>
            <a:r>
              <a:rPr lang="ru-RU" dirty="0" err="1"/>
              <a:t>віх</a:t>
            </a:r>
            <a:r>
              <a:rPr lang="ru-RU" dirty="0"/>
              <a:t>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35BFC4-666D-391E-2BBF-C5C8B74CA4C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6" y="2496317"/>
            <a:ext cx="2971615" cy="3681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21F927AE-737A-F14C-86F8-895E759ABA2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3" y="2458211"/>
            <a:ext cx="2779121" cy="372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0EBC51A7-E443-373A-B9AF-E105A27FC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202" y="2477467"/>
            <a:ext cx="2694529" cy="368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B6D7F404-E5A4-7B76-E1A2-0CEE7AD4F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3494" y="2496317"/>
            <a:ext cx="2538151" cy="370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287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CB4A2-E70E-2B31-1176-CBD9361F2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42AA8-F7A7-8689-E2DB-F95747A7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Перебіг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AE68514-1AB0-E53E-419A-E4CB211C5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81170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B2CD7-6828-6F1E-6B9D-27C6AC57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Укажіть мету, якої прагнула досягти Росія в ході Першої світової війни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4143838-5D08-115C-78CA-0C43CCA77A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298E69C-E679-1FB9-8F64-EAC20AF472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79975285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835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6262F-9A0C-1462-B549-D3503C61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країна</a:t>
            </a:r>
            <a:r>
              <a:rPr lang="ru-RU" dirty="0"/>
              <a:t> з початком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окреслила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стратегічні</a:t>
            </a:r>
            <a:r>
              <a:rPr lang="ru-RU" dirty="0"/>
              <a:t> </a:t>
            </a:r>
            <a:r>
              <a:rPr lang="ru-RU" dirty="0" err="1"/>
              <a:t>наміри</a:t>
            </a:r>
            <a:r>
              <a:rPr lang="ru-RU" dirty="0"/>
              <a:t> </a:t>
            </a:r>
            <a:r>
              <a:rPr lang="ru-RU" dirty="0" err="1"/>
              <a:t>наступним</a:t>
            </a:r>
            <a:r>
              <a:rPr lang="ru-RU" dirty="0"/>
              <a:t> чином: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987D10E-96BA-76A4-E54F-5D9BEEA16C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i="1" dirty="0"/>
              <a:t> «наша головна мета в цій війні полягає у довготривалому ослабленні Росії і тому, на випадок нашої перемоги, ми приступимо до створення незалежної від Росії Української держави. Маючи це на увазі, ми будемо підтримувати діяльність Союзу визволення України»</a:t>
            </a:r>
          </a:p>
          <a:p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98001E2-D2AB-30D5-F76D-2E33CE51BE3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6732856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4141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D6945-F277-FE50-F720-C3DA3DCAD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країна</a:t>
            </a:r>
            <a:r>
              <a:rPr lang="ru-RU" dirty="0"/>
              <a:t> на початку XX ст. </a:t>
            </a:r>
            <a:r>
              <a:rPr lang="ru-RU" dirty="0" err="1"/>
              <a:t>визначила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зовнішньополітичні</a:t>
            </a:r>
            <a:r>
              <a:rPr lang="ru-RU" dirty="0"/>
              <a:t> </a:t>
            </a:r>
            <a:r>
              <a:rPr lang="ru-RU" dirty="0" err="1"/>
              <a:t>пріоритети</a:t>
            </a:r>
            <a:r>
              <a:rPr lang="ru-RU" dirty="0"/>
              <a:t> таким чином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7BCAC47-60AB-3313-0636-68D0A8A085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«…твердо </a:t>
            </a:r>
            <a:r>
              <a:rPr lang="ru-RU" i="1" dirty="0" err="1"/>
              <a:t>приймаються</a:t>
            </a:r>
            <a:r>
              <a:rPr lang="ru-RU" i="1" dirty="0"/>
              <a:t> </a:t>
            </a:r>
            <a:r>
              <a:rPr lang="ru-RU" i="1" dirty="0" err="1"/>
              <a:t>такі</a:t>
            </a:r>
            <a:r>
              <a:rPr lang="ru-RU" i="1" dirty="0"/>
              <a:t> </a:t>
            </a:r>
            <a:r>
              <a:rPr lang="ru-RU" i="1" dirty="0" err="1"/>
              <a:t>завдання</a:t>
            </a:r>
            <a:r>
              <a:rPr lang="ru-RU" i="1" dirty="0"/>
              <a:t> на </a:t>
            </a:r>
            <a:r>
              <a:rPr lang="ru-RU" i="1" dirty="0" err="1"/>
              <a:t>найближчі</a:t>
            </a:r>
            <a:r>
              <a:rPr lang="ru-RU" i="1" dirty="0"/>
              <a:t> роки: </a:t>
            </a:r>
          </a:p>
          <a:p>
            <a:r>
              <a:rPr lang="ru-RU" i="1" dirty="0"/>
              <a:t>1) </a:t>
            </a:r>
            <a:r>
              <a:rPr lang="ru-RU" i="1" dirty="0" err="1"/>
              <a:t>приєднати</a:t>
            </a:r>
            <a:r>
              <a:rPr lang="ru-RU" i="1" dirty="0"/>
              <a:t> </a:t>
            </a:r>
            <a:r>
              <a:rPr lang="ru-RU" i="1" dirty="0" err="1"/>
              <a:t>західні</a:t>
            </a:r>
            <a:r>
              <a:rPr lang="ru-RU" i="1" dirty="0"/>
              <a:t> </a:t>
            </a:r>
            <a:r>
              <a:rPr lang="ru-RU" i="1" dirty="0" err="1"/>
              <a:t>землі</a:t>
            </a:r>
            <a:r>
              <a:rPr lang="ru-RU" i="1" dirty="0"/>
              <a:t> та з </a:t>
            </a:r>
            <a:r>
              <a:rPr lang="ru-RU" i="1" dirty="0" err="1"/>
              <a:t>належною</a:t>
            </a:r>
            <a:r>
              <a:rPr lang="ru-RU" i="1" dirty="0"/>
              <a:t> </a:t>
            </a:r>
            <a:r>
              <a:rPr lang="ru-RU" i="1" dirty="0" err="1"/>
              <a:t>поступовістю</a:t>
            </a:r>
            <a:r>
              <a:rPr lang="ru-RU" i="1" dirty="0"/>
              <a:t> </a:t>
            </a:r>
            <a:r>
              <a:rPr lang="ru-RU" i="1" dirty="0" err="1"/>
              <a:t>викорінити</a:t>
            </a:r>
            <a:r>
              <a:rPr lang="ru-RU" i="1" dirty="0"/>
              <a:t> тут </a:t>
            </a:r>
            <a:r>
              <a:rPr lang="ru-RU" i="1" dirty="0" err="1"/>
              <a:t>мазепинський</a:t>
            </a:r>
            <a:r>
              <a:rPr lang="ru-RU" i="1" dirty="0"/>
              <a:t> дух;</a:t>
            </a:r>
          </a:p>
          <a:p>
            <a:r>
              <a:rPr lang="ru-RU" i="1" dirty="0"/>
              <a:t> 2) </a:t>
            </a:r>
            <a:r>
              <a:rPr lang="ru-RU" i="1" dirty="0" err="1"/>
              <a:t>заволодіти</a:t>
            </a:r>
            <a:r>
              <a:rPr lang="ru-RU" i="1" dirty="0"/>
              <a:t> протоками, </a:t>
            </a:r>
            <a:r>
              <a:rPr lang="ru-RU" i="1" dirty="0" err="1"/>
              <a:t>які</a:t>
            </a:r>
            <a:r>
              <a:rPr lang="ru-RU" i="1" dirty="0"/>
              <a:t> </a:t>
            </a:r>
            <a:r>
              <a:rPr lang="ru-RU" i="1" dirty="0" err="1"/>
              <a:t>мають</a:t>
            </a:r>
            <a:r>
              <a:rPr lang="ru-RU" i="1" dirty="0"/>
              <a:t> для нас </a:t>
            </a:r>
            <a:r>
              <a:rPr lang="ru-RU" i="1" dirty="0" err="1"/>
              <a:t>виключне</a:t>
            </a:r>
            <a:r>
              <a:rPr lang="ru-RU" i="1" dirty="0"/>
              <a:t> </a:t>
            </a:r>
            <a:r>
              <a:rPr lang="ru-RU" i="1" dirty="0" err="1"/>
              <a:t>значення</a:t>
            </a:r>
            <a:r>
              <a:rPr lang="ru-RU" i="1" dirty="0"/>
              <a:t> для </a:t>
            </a:r>
            <a:r>
              <a:rPr lang="ru-RU" i="1" dirty="0" err="1"/>
              <a:t>виходу</a:t>
            </a:r>
            <a:r>
              <a:rPr lang="ru-RU" i="1" dirty="0"/>
              <a:t> </a:t>
            </a:r>
            <a:r>
              <a:rPr lang="ru-RU" i="1" dirty="0" err="1"/>
              <a:t>нашого</a:t>
            </a:r>
            <a:r>
              <a:rPr lang="ru-RU" i="1" dirty="0"/>
              <a:t> флоту... до </a:t>
            </a:r>
            <a:r>
              <a:rPr lang="ru-RU" i="1" dirty="0" err="1"/>
              <a:t>Середземного</a:t>
            </a:r>
            <a:r>
              <a:rPr lang="ru-RU" i="1" dirty="0"/>
              <a:t> моря»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7827B7A-7F19-8F3B-C298-C4EE13EC422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19930022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0530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215A7-1619-18A8-DA3B-5BCB2BE5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Бойові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роки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розпочалися</a:t>
            </a:r>
            <a:r>
              <a:rPr lang="ru-RU" dirty="0"/>
              <a:t> 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36543F-320F-9E4B-6A84-546AA2CA5A6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56315787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C8EA445-0732-6118-20E2-5184FA0835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59335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81596-0FD5-93DF-B8DD-BDDFDF57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наслідком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перебіг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на </a:t>
            </a:r>
            <a:r>
              <a:rPr lang="ru-RU" dirty="0" err="1"/>
              <a:t>карті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5F8B844-4F11-8EDE-977C-7360F5BE3EC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3756" y="2087563"/>
            <a:ext cx="3126688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B2CF067-AF0A-A182-88B4-8B0726A8A44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92436546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378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82279F-4D06-F2AE-AB85-A39A3F92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Які українські землі під час Першої світової війни було окуповано російськими військами в 1914 р.?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26EBF7D-A441-45B5-DC6D-77C7960C87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32128950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D684A3E-6107-3E7C-F75C-B460F99D8B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7194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1CD8E-8145-2CA7-540B-44EA49016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в </a:t>
            </a:r>
            <a:r>
              <a:rPr lang="ru-RU" dirty="0" err="1"/>
              <a:t>ході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російськими</a:t>
            </a:r>
            <a:r>
              <a:rPr lang="ru-RU" dirty="0"/>
              <a:t> </a:t>
            </a:r>
            <a:r>
              <a:rPr lang="ru-RU" dirty="0" err="1"/>
              <a:t>військами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захоплено</a:t>
            </a:r>
            <a:r>
              <a:rPr lang="ru-RU" dirty="0"/>
              <a:t> </a:t>
            </a:r>
            <a:r>
              <a:rPr lang="ru-RU" dirty="0" err="1"/>
              <a:t>Львів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C81DC9-5019-85FD-E80C-B9D48A0864E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30650913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A393BABE-F9B6-24C2-3DBC-98AE77524EC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7587" y="2087563"/>
            <a:ext cx="3126688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130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E1148-E40E-994B-D168-156083E35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«</a:t>
            </a:r>
            <a:r>
              <a:rPr lang="ru-RU" dirty="0" err="1"/>
              <a:t>Галицько-Буковинське</a:t>
            </a:r>
            <a:r>
              <a:rPr lang="ru-RU" dirty="0"/>
              <a:t> генерал-губернаторство»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адміністративно-територіальна</a:t>
            </a:r>
            <a:r>
              <a:rPr lang="ru-RU" dirty="0"/>
              <a:t> </a:t>
            </a:r>
            <a:r>
              <a:rPr lang="ru-RU" dirty="0" err="1"/>
              <a:t>одиниця</a:t>
            </a:r>
            <a:r>
              <a:rPr lang="ru-RU" dirty="0"/>
              <a:t>, створена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5FACC97-F38C-FACA-58D9-E000BBAA97D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01386651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38CC1A0-488A-45C8-35F8-EE4F5EA141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87601730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20429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2796E-50FD-716A-2E73-A8FC3A1FF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 </a:t>
            </a:r>
            <a:r>
              <a:rPr lang="ru-RU" dirty="0" err="1"/>
              <a:t>відбувалися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згадувані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BE20BC5-EA53-F697-D11F-B10A798359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/>
              <a:t>«...Наші праві націоналісти в особі графа Бобринського, посівши адміністративні посади в «П’ємонті українства», почали переслідувати український національний рух і силоміць навертати уніатів до православ’я. Тяжке враження справив арешт митрополита А. Шептицького… Все сприяло наростанню ворожості місцевого населення до переможців»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39A1F14-F565-6FE7-0732-5CFCEF836CD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55307453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1891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2340A-B624-85FC-69DB-9ABDCE30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D83CA0B-C7C6-CB7D-B49A-031C0B3040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граф Г. Бобринський мав можливість реалізувати свою обіцянку:</a:t>
            </a:r>
            <a:r>
              <a:rPr lang="uk-UA" i="1" dirty="0"/>
              <a:t> «…Галичина і Лемківщина – споконвічно частина єдиної великої Русі… Я буду вводити тут російську мову, закон і устрій…»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C851F0B-10FC-000F-6650-501CF16EF7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63276490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8341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38322-1257-F9D6-59FD-3BF11163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Результат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дав </a:t>
            </a:r>
            <a:r>
              <a:rPr lang="ru-RU" dirty="0" err="1"/>
              <a:t>змогу</a:t>
            </a:r>
            <a:r>
              <a:rPr lang="ru-RU" dirty="0"/>
              <a:t> </a:t>
            </a:r>
            <a:r>
              <a:rPr lang="ru-RU" dirty="0" err="1"/>
              <a:t>правлячим</a:t>
            </a:r>
            <a:r>
              <a:rPr lang="ru-RU" dirty="0"/>
              <a:t> колам </a:t>
            </a:r>
            <a:r>
              <a:rPr lang="ru-RU" dirty="0" err="1"/>
              <a:t>Росії</a:t>
            </a:r>
            <a:r>
              <a:rPr lang="ru-RU" dirty="0"/>
              <a:t> </a:t>
            </a:r>
            <a:r>
              <a:rPr lang="ru-RU" dirty="0" err="1"/>
              <a:t>реалізувати</a:t>
            </a:r>
            <a:r>
              <a:rPr lang="ru-RU" dirty="0"/>
              <a:t> </a:t>
            </a:r>
            <a:r>
              <a:rPr lang="ru-RU" dirty="0" err="1"/>
              <a:t>стратегію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D76D7EB-BC8A-7296-B3C4-BA5198B617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 «…</a:t>
            </a:r>
            <a:r>
              <a:rPr lang="ru-RU" i="1" dirty="0" err="1"/>
              <a:t>злиття</a:t>
            </a:r>
            <a:r>
              <a:rPr lang="ru-RU" i="1" dirty="0"/>
              <a:t> </a:t>
            </a:r>
            <a:r>
              <a:rPr lang="ru-RU" i="1" dirty="0" err="1"/>
              <a:t>землі</a:t>
            </a:r>
            <a:r>
              <a:rPr lang="ru-RU" i="1" dirty="0"/>
              <a:t> Ярослава </a:t>
            </a:r>
            <a:r>
              <a:rPr lang="ru-RU" i="1" dirty="0" err="1"/>
              <a:t>Осмомисла</a:t>
            </a:r>
            <a:r>
              <a:rPr lang="ru-RU" i="1" dirty="0"/>
              <a:t>, </a:t>
            </a:r>
            <a:r>
              <a:rPr lang="ru-RU" i="1" dirty="0" err="1"/>
              <a:t>князів</a:t>
            </a:r>
            <a:r>
              <a:rPr lang="ru-RU" i="1" dirty="0"/>
              <a:t> Данила і Романа з </a:t>
            </a:r>
            <a:r>
              <a:rPr lang="ru-RU" i="1" dirty="0" err="1"/>
              <a:t>Імперією</a:t>
            </a:r>
            <a:r>
              <a:rPr lang="ru-RU" i="1" dirty="0"/>
              <a:t> в </a:t>
            </a:r>
            <a:r>
              <a:rPr lang="ru-RU" i="1" dirty="0" err="1"/>
              <a:t>політичному</a:t>
            </a:r>
            <a:r>
              <a:rPr lang="ru-RU" i="1" dirty="0"/>
              <a:t> та </a:t>
            </a:r>
            <a:r>
              <a:rPr lang="ru-RU" i="1" dirty="0" err="1"/>
              <a:t>національному</a:t>
            </a:r>
            <a:r>
              <a:rPr lang="ru-RU" i="1" dirty="0"/>
              <a:t> </a:t>
            </a:r>
            <a:r>
              <a:rPr lang="ru-RU" i="1" dirty="0" err="1"/>
              <a:t>відношеннях</a:t>
            </a:r>
            <a:r>
              <a:rPr lang="ru-RU" i="1" dirty="0"/>
              <a:t>…»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5B8653C-59DA-36EA-A7EF-823C2E6B87F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65087432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9866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00962-C512-B804-3910-A4B44EE3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, </a:t>
            </a:r>
            <a:r>
              <a:rPr lang="ru-RU" dirty="0" err="1"/>
              <a:t>протягом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німецькі</a:t>
            </a:r>
            <a:r>
              <a:rPr lang="ru-RU" dirty="0"/>
              <a:t> та австро-</a:t>
            </a:r>
            <a:r>
              <a:rPr lang="ru-RU" dirty="0" err="1"/>
              <a:t>угорські</a:t>
            </a:r>
            <a:r>
              <a:rPr lang="ru-RU" dirty="0"/>
              <a:t> </a:t>
            </a:r>
            <a:r>
              <a:rPr lang="ru-RU" dirty="0" err="1"/>
              <a:t>війська</a:t>
            </a:r>
            <a:r>
              <a:rPr lang="ru-RU" dirty="0"/>
              <a:t> </a:t>
            </a:r>
            <a:r>
              <a:rPr lang="ru-RU" dirty="0" err="1"/>
              <a:t>здійснили</a:t>
            </a:r>
            <a:r>
              <a:rPr lang="ru-RU" dirty="0"/>
              <a:t> </a:t>
            </a:r>
            <a:r>
              <a:rPr lang="ru-RU" dirty="0" err="1"/>
              <a:t>Горлицький</a:t>
            </a:r>
            <a:r>
              <a:rPr lang="ru-RU" dirty="0"/>
              <a:t> </a:t>
            </a:r>
            <a:r>
              <a:rPr lang="ru-RU" dirty="0" err="1"/>
              <a:t>прорив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4435CEC7-8F5F-1495-1FFB-41D8B974AA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730" y="2087563"/>
            <a:ext cx="3406739" cy="3703637"/>
          </a:xfrm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B10A07D-57B0-5BB9-21D7-6C159A21C9C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67524782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0239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1FAD7-130F-9D84-8F5D-2188682D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Перебіг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на </a:t>
            </a:r>
            <a:r>
              <a:rPr lang="ru-RU" dirty="0" err="1"/>
              <a:t>карті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547F06-4142-DF6E-D6B5-A0C8D84ABDA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73950" y="2087563"/>
            <a:ext cx="2786300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5B29ACB-0A8F-4256-9A49-98F0848AF80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97055936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9292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876A9-BFA5-E1C1-EDDA-B126DD3D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яку </a:t>
            </a:r>
            <a:r>
              <a:rPr lang="ru-RU" dirty="0" err="1"/>
              <a:t>операцію</a:t>
            </a:r>
            <a:r>
              <a:rPr lang="ru-RU" dirty="0"/>
              <a:t> </a:t>
            </a:r>
            <a:r>
              <a:rPr lang="ru-RU" dirty="0" err="1"/>
              <a:t>російських</a:t>
            </a:r>
            <a:r>
              <a:rPr lang="ru-RU" dirty="0"/>
              <a:t> </a:t>
            </a:r>
            <a:r>
              <a:rPr lang="ru-RU" dirty="0" err="1"/>
              <a:t>військ</a:t>
            </a:r>
            <a:r>
              <a:rPr lang="ru-RU" dirty="0"/>
              <a:t> </a:t>
            </a:r>
            <a:r>
              <a:rPr lang="ru-RU" dirty="0" err="1"/>
              <a:t>Південно-Західного</a:t>
            </a:r>
            <a:r>
              <a:rPr lang="ru-RU" dirty="0"/>
              <a:t> фронту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цитованому</a:t>
            </a:r>
            <a:r>
              <a:rPr lang="ru-RU" dirty="0"/>
              <a:t> </a:t>
            </a:r>
            <a:r>
              <a:rPr lang="ru-RU" dirty="0" err="1"/>
              <a:t>документі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3BECA3F-5BD9-5D3D-F785-4E370E4D1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«У порівнянні з надіями, що покладалися на цей фронт навесні 1916 р., його наступ перевершив усі очікування. Він виконав поставлене завдання — врятувати Італію від розгрому... полегшив становище англійців і французів на фронті, змусив Румунію стати на наш бік і зіпсував усі плани й наміри австро-угорців і німців на цей рік»?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8B06357-CBD1-7B8B-AE51-FC873BAB35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24284660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9734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8F459-2F7B-E947-2591-1BFEC782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, </a:t>
            </a:r>
            <a:r>
              <a:rPr lang="ru-RU" dirty="0" err="1"/>
              <a:t>описані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</a:t>
            </a:r>
            <a:r>
              <a:rPr lang="ru-RU" dirty="0" err="1"/>
              <a:t>сприяли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4C1E0EC-CECB-2B81-2476-4BBE1AFE4B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«Дії цього фронту врятували Італію від розгрому та виходу її з війни, окрім того, полегшили становище англійців і французів на фронті, спонукали Румунію стати на бік [Антанти] та зіпсували всі плани й наміри австро-угорців і німців на цей рік...»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A5B487B-FABB-F8BF-17CF-AF0DDAE53B7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45424194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1132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AEA2D-1694-A3F2-769B-545341B4B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картосхемі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</a:t>
            </a:r>
            <a:r>
              <a:rPr lang="ru-RU" dirty="0" err="1"/>
              <a:t>лінію</a:t>
            </a:r>
            <a:r>
              <a:rPr lang="ru-RU" dirty="0"/>
              <a:t> фронту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станом на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169C494-464E-365B-CD95-4040B8404BD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2322671"/>
            <a:ext cx="5105400" cy="323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4F00D00-6927-F96A-AF19-B4629486504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92168412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74630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1750FA-7D3E-B105-D92A-A6263648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подією часів Першої світової війни та роком, коли вона відбулася.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2561233-CB92-543B-6A23-95DF8E7EFB1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56039803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0A3993C-509E-0BBE-4274-3D1C10BE329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49053807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79358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42099-028F-5881-20EA-FFE95638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Яким </a:t>
            </a:r>
            <a:r>
              <a:rPr lang="ru-RU" sz="3200" dirty="0" err="1"/>
              <a:t>було</a:t>
            </a:r>
            <a:r>
              <a:rPr lang="ru-RU" sz="3200" dirty="0"/>
              <a:t> </a:t>
            </a:r>
            <a:r>
              <a:rPr lang="ru-RU" sz="3200" dirty="0" err="1"/>
              <a:t>ставлення</a:t>
            </a:r>
            <a:r>
              <a:rPr lang="ru-RU" sz="3200" dirty="0"/>
              <a:t> </a:t>
            </a:r>
            <a:r>
              <a:rPr lang="ru-RU" sz="3200" dirty="0" err="1"/>
              <a:t>російської</a:t>
            </a:r>
            <a:r>
              <a:rPr lang="ru-RU" sz="3200" dirty="0"/>
              <a:t> </a:t>
            </a:r>
            <a:r>
              <a:rPr lang="ru-RU" sz="3200" dirty="0" err="1"/>
              <a:t>влади</a:t>
            </a:r>
            <a:r>
              <a:rPr lang="ru-RU" sz="3200" dirty="0"/>
              <a:t> до </a:t>
            </a:r>
            <a:r>
              <a:rPr lang="ru-RU" sz="3200" dirty="0" err="1"/>
              <a:t>українського</a:t>
            </a:r>
            <a:r>
              <a:rPr lang="ru-RU" sz="3200" dirty="0"/>
              <a:t> </a:t>
            </a:r>
            <a:r>
              <a:rPr lang="ru-RU" sz="3200" dirty="0" err="1"/>
              <a:t>національного</a:t>
            </a:r>
            <a:r>
              <a:rPr lang="ru-RU" sz="3200" dirty="0"/>
              <a:t> руху на </a:t>
            </a:r>
            <a:r>
              <a:rPr lang="ru-RU" sz="3200" dirty="0" err="1"/>
              <a:t>Наддніпрянській</a:t>
            </a:r>
            <a:r>
              <a:rPr lang="ru-RU" sz="3200" dirty="0"/>
              <a:t> </a:t>
            </a:r>
            <a:r>
              <a:rPr lang="ru-RU" sz="3200" dirty="0" err="1"/>
              <a:t>Україні</a:t>
            </a:r>
            <a:r>
              <a:rPr lang="ru-RU" sz="3200" dirty="0"/>
              <a:t> </a:t>
            </a:r>
            <a:r>
              <a:rPr lang="ru-RU" sz="3200" dirty="0" err="1"/>
              <a:t>під</a:t>
            </a:r>
            <a:r>
              <a:rPr lang="ru-RU" sz="3200" dirty="0"/>
              <a:t> час </a:t>
            </a:r>
            <a:r>
              <a:rPr lang="ru-RU" sz="3200" dirty="0" err="1"/>
              <a:t>Першої</a:t>
            </a:r>
            <a:r>
              <a:rPr lang="ru-RU" sz="3200" dirty="0"/>
              <a:t> </a:t>
            </a:r>
            <a:r>
              <a:rPr lang="ru-RU" sz="3200" dirty="0" err="1"/>
              <a:t>світової</a:t>
            </a:r>
            <a:r>
              <a:rPr lang="ru-RU" sz="3200" dirty="0"/>
              <a:t> </a:t>
            </a:r>
            <a:r>
              <a:rPr lang="ru-RU" sz="3200" dirty="0" err="1"/>
              <a:t>війни</a:t>
            </a:r>
            <a:r>
              <a:rPr lang="ru-RU" sz="3200" dirty="0"/>
              <a:t>?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6394EC-72C7-4227-F1B0-E9F861530D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9E00543-55B1-B886-26B7-535234EDAEE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45043055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4316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4D57DD-2767-6114-B6FF-D3E93E79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Для </a:t>
            </a:r>
            <a:r>
              <a:rPr lang="ru-RU" dirty="0" err="1"/>
              <a:t>соціально-економічного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українських</a:t>
            </a:r>
            <a:r>
              <a:rPr lang="ru-RU" dirty="0"/>
              <a:t> земель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характерним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B708BCA-8418-CC62-7ADF-B68B8006192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88536969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E9B556F-1C49-313B-38B4-6D224B4BFE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5815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B0EA9-5365-0711-B297-6D57D5DF9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Політико-військові організації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D1A7308-05FD-27A1-FB2A-1FE820B7A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03341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8A49D-D812-AC80-0633-FBD8A8C11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9CAAA73-2F79-7389-6F00-9B26145001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 «</a:t>
            </a:r>
            <a:r>
              <a:rPr lang="ru-RU" i="1" dirty="0" err="1"/>
              <a:t>Москвофіли-інтелігенти</a:t>
            </a:r>
            <a:r>
              <a:rPr lang="ru-RU" i="1" dirty="0"/>
              <a:t> на кожному </a:t>
            </a:r>
            <a:r>
              <a:rPr lang="ru-RU" i="1" dirty="0" err="1"/>
              <a:t>кроці</a:t>
            </a:r>
            <a:r>
              <a:rPr lang="ru-RU" i="1" dirty="0"/>
              <a:t> </a:t>
            </a:r>
            <a:r>
              <a:rPr lang="ru-RU" i="1" dirty="0" err="1"/>
              <a:t>показували</a:t>
            </a:r>
            <a:r>
              <a:rPr lang="ru-RU" i="1" dirty="0"/>
              <a:t> </a:t>
            </a:r>
            <a:r>
              <a:rPr lang="ru-RU" i="1" dirty="0" err="1"/>
              <a:t>радість</a:t>
            </a:r>
            <a:r>
              <a:rPr lang="ru-RU" i="1" dirty="0"/>
              <a:t> з приводу </a:t>
            </a:r>
            <a:r>
              <a:rPr lang="ru-RU" i="1" dirty="0" err="1"/>
              <a:t>вступу</a:t>
            </a:r>
            <a:r>
              <a:rPr lang="ru-RU" i="1" dirty="0"/>
              <a:t> до Львова </a:t>
            </a:r>
            <a:r>
              <a:rPr lang="ru-RU" i="1" dirty="0" err="1"/>
              <a:t>російських</a:t>
            </a:r>
            <a:r>
              <a:rPr lang="ru-RU" i="1" dirty="0"/>
              <a:t> </a:t>
            </a:r>
            <a:r>
              <a:rPr lang="ru-RU" i="1" dirty="0" err="1"/>
              <a:t>військ</a:t>
            </a:r>
            <a:r>
              <a:rPr lang="ru-RU" i="1" dirty="0"/>
              <a:t> та </a:t>
            </a:r>
            <a:r>
              <a:rPr lang="ru-RU" i="1" dirty="0" err="1"/>
              <a:t>намагалися</a:t>
            </a:r>
            <a:r>
              <a:rPr lang="ru-RU" i="1" dirty="0"/>
              <a:t> </a:t>
            </a:r>
            <a:r>
              <a:rPr lang="ru-RU" i="1" dirty="0" err="1"/>
              <a:t>їм</a:t>
            </a:r>
            <a:r>
              <a:rPr lang="ru-RU" i="1" dirty="0"/>
              <a:t> </a:t>
            </a:r>
            <a:r>
              <a:rPr lang="ru-RU" i="1" dirty="0" err="1"/>
              <a:t>допомогти</a:t>
            </a:r>
            <a:r>
              <a:rPr lang="ru-RU" i="1" dirty="0"/>
              <a:t>» </a:t>
            </a:r>
          </a:p>
          <a:p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в </a:t>
            </a:r>
            <a:r>
              <a:rPr lang="ru-RU" dirty="0" err="1"/>
              <a:t>Східній</a:t>
            </a:r>
            <a:r>
              <a:rPr lang="ru-RU" dirty="0"/>
              <a:t> </a:t>
            </a:r>
            <a:r>
              <a:rPr lang="ru-RU" dirty="0" err="1"/>
              <a:t>Галичині</a:t>
            </a:r>
            <a:r>
              <a:rPr lang="ru-RU" dirty="0"/>
              <a:t> 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423668F-22FB-93B1-C0DF-F2E2213CF0E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66326242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5444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C894D-FD66-1519-90F4-365C81E2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оприлюднено</a:t>
            </a:r>
            <a:r>
              <a:rPr lang="ru-RU" dirty="0"/>
              <a:t> </a:t>
            </a:r>
            <a:r>
              <a:rPr lang="ru-RU" dirty="0" err="1"/>
              <a:t>цитоване</a:t>
            </a:r>
            <a:r>
              <a:rPr lang="ru-RU" dirty="0"/>
              <a:t> </a:t>
            </a:r>
            <a:r>
              <a:rPr lang="ru-RU" dirty="0" err="1"/>
              <a:t>звернення</a:t>
            </a:r>
            <a:r>
              <a:rPr lang="ru-RU" dirty="0"/>
              <a:t> до </a:t>
            </a:r>
            <a:r>
              <a:rPr lang="ru-RU" dirty="0" err="1"/>
              <a:t>населення</a:t>
            </a:r>
            <a:r>
              <a:rPr lang="ru-RU" dirty="0"/>
              <a:t> </a:t>
            </a:r>
            <a:r>
              <a:rPr lang="ru-RU" dirty="0" err="1"/>
              <a:t>західноукраїнських</a:t>
            </a:r>
            <a:r>
              <a:rPr lang="ru-RU" dirty="0"/>
              <a:t> земель: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686F768-5712-2B2C-808A-9BA1C9003E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uk-UA" i="1" dirty="0"/>
              <a:t>«Не бути більше підневільної Русі! Надбання Володимира Святого, земля Ярослава Осмомисла, князів Данила та Романа, скинувши ярмо, підніме знамено єдиної, великої, неподільної Росії. Звільнені руські брати!.. Не вбачаючи свого щастя в утиску іноземців, як це робили [австрійці], спрямуйте меч свій на ворога, а серця свої зверніть до Бога з молитвою за Росію, за російського Царя!»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864CB4A-499B-3712-E152-56F5C8DC0A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33942981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7834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1F9B9-5E96-B8A3-0FDE-D17C06D05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Легіон</a:t>
            </a:r>
            <a:r>
              <a:rPr lang="ru-RU" dirty="0"/>
              <a:t> </a:t>
            </a:r>
            <a:r>
              <a:rPr lang="ru-RU" dirty="0" err="1"/>
              <a:t>Українських</a:t>
            </a:r>
            <a:r>
              <a:rPr lang="ru-RU" dirty="0"/>
              <a:t> </a:t>
            </a:r>
            <a:r>
              <a:rPr lang="ru-RU" dirty="0" err="1"/>
              <a:t>січових</a:t>
            </a:r>
            <a:r>
              <a:rPr lang="ru-RU" dirty="0"/>
              <a:t> </a:t>
            </a:r>
            <a:r>
              <a:rPr lang="ru-RU" dirty="0" err="1"/>
              <a:t>стрільців</a:t>
            </a:r>
            <a:r>
              <a:rPr lang="ru-RU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військова</a:t>
            </a:r>
            <a:r>
              <a:rPr lang="ru-RU" dirty="0"/>
              <a:t> </a:t>
            </a:r>
            <a:r>
              <a:rPr lang="ru-RU" dirty="0" err="1"/>
              <a:t>частина</a:t>
            </a:r>
            <a:r>
              <a:rPr lang="ru-RU" dirty="0"/>
              <a:t>, створена за </a:t>
            </a:r>
            <a:r>
              <a:rPr lang="ru-RU" dirty="0" err="1"/>
              <a:t>ініціативи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58E599F-F56B-B557-E694-205544DE900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56434900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B2B83E2-3D0C-A76C-064E-9C9A913B35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9339675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28000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E6E15-434F-35DD-7D5E-5654B433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дала </a:t>
            </a:r>
            <a:r>
              <a:rPr lang="ru-RU" dirty="0" err="1"/>
              <a:t>поштовх</a:t>
            </a:r>
            <a:r>
              <a:rPr lang="ru-RU" dirty="0"/>
              <a:t> до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легіону</a:t>
            </a:r>
            <a:r>
              <a:rPr lang="ru-RU" dirty="0"/>
              <a:t> </a:t>
            </a:r>
            <a:r>
              <a:rPr lang="ru-RU" dirty="0" err="1"/>
              <a:t>Українських</a:t>
            </a:r>
            <a:r>
              <a:rPr lang="ru-RU" dirty="0"/>
              <a:t> </a:t>
            </a:r>
            <a:r>
              <a:rPr lang="ru-RU" dirty="0" err="1"/>
              <a:t>січових</a:t>
            </a:r>
            <a:r>
              <a:rPr lang="ru-RU" dirty="0"/>
              <a:t> </a:t>
            </a:r>
            <a:r>
              <a:rPr lang="ru-RU" dirty="0" err="1"/>
              <a:t>стрільців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DF8983-61F7-9EF6-1352-F0A3BFE0C79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60159941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7F3B306-B808-315C-A3D8-B9BE8A8DA4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94346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EF29198-66F2-7129-C763-9295FD8C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Формування в роки Першої світової війни легіону Українських січових стрільців засвідчило</a:t>
            </a:r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ACA2A082-037C-3D7E-E56F-047B076D02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39A99D4B-2A4E-AD3C-AC4B-10FA9450D5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9322603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12860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63D22-5A86-E629-B361-D656BB18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легіону</a:t>
            </a:r>
            <a:r>
              <a:rPr lang="ru-RU" dirty="0"/>
              <a:t> </a:t>
            </a:r>
            <a:r>
              <a:rPr lang="ru-RU" dirty="0" err="1"/>
              <a:t>Українських</a:t>
            </a:r>
            <a:r>
              <a:rPr lang="ru-RU" dirty="0"/>
              <a:t> </a:t>
            </a:r>
            <a:r>
              <a:rPr lang="ru-RU" dirty="0" err="1"/>
              <a:t>січових</a:t>
            </a:r>
            <a:r>
              <a:rPr lang="ru-RU" dirty="0"/>
              <a:t> </a:t>
            </a:r>
            <a:r>
              <a:rPr lang="ru-RU" dirty="0" err="1"/>
              <a:t>стрільців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72E7F30-854C-94B4-1D2E-70C783DC4EB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92041704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09E5C60-DCB4-35B3-652E-DDCF5C1ABF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060014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E781B7-1E1B-4C06-DF76-4B9B92418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підписав</a:t>
            </a:r>
            <a:r>
              <a:rPr lang="ru-RU" dirty="0"/>
              <a:t> документ,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якого</a:t>
            </a:r>
            <a:r>
              <a:rPr lang="ru-RU" dirty="0"/>
              <a:t> наведено: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ECEB3F9-DC02-7CBC-5B84-6C3E350889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«Наказ “</a:t>
            </a:r>
            <a:r>
              <a:rPr lang="uk-UA" i="1" dirty="0" err="1"/>
              <a:t>Сокола</a:t>
            </a:r>
            <a:r>
              <a:rPr lang="uk-UA" i="1" dirty="0"/>
              <a:t>-Батька”. Члени всіх філій “</a:t>
            </a:r>
            <a:r>
              <a:rPr lang="uk-UA" i="1" dirty="0" err="1"/>
              <a:t>Сокола</a:t>
            </a:r>
            <a:r>
              <a:rPr lang="uk-UA" i="1" dirty="0"/>
              <a:t>-Батька” як “Січей”, так і “Соколів” мають стати тепер членами “Українських Січових Стрільців”… У стрілецьких справах усі тепер підпадають під наказ “Української Бойової Управи”…»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9E3AD75-76B2-9285-5655-EEE9C3DFF06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64579640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7427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7F24D7-24A9-7BC0-1EB1-BFA0CD14A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 складі якої армії в роки Першої світової війни було сформовано підрозділ Українських січових стрільців?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1CECE5E-300D-0634-E84A-91009B9C25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87F234B-4C50-4C9E-6E35-AABDDA4E46C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88226679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45891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60645-41A0-C969-D49D-70854A042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картосхемі стрілками позначено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783CE24-3E63-1FE5-9B4C-48683F3395A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67016" y="2087563"/>
            <a:ext cx="4200168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6B5A85A-CC34-0865-802E-464F11EF9FF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07556446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9060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EDEDC-817A-914C-32C4-710F7DAA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Політична організація емігрантів із Наддніпрянської України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176557D-71E8-10A5-D5FB-B72AD54B53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 створена у Львові на початку Першої світової війни, що проголосила метою своєї діяльності побудову самостійної соборної Української держави, — це</a:t>
            </a:r>
          </a:p>
          <a:p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0FA8099-0F52-AABC-72B8-9D9FBE406D8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54672290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10364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B51F5-450A-3F3E-A7EE-093D107A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Головна </a:t>
            </a:r>
            <a:r>
              <a:rPr lang="ru-RU" dirty="0" err="1"/>
              <a:t>українська</a:t>
            </a:r>
            <a:r>
              <a:rPr lang="ru-RU" dirty="0"/>
              <a:t> рада в </a:t>
            </a:r>
            <a:r>
              <a:rPr lang="ru-RU" dirty="0" err="1"/>
              <a:t>серпні</a:t>
            </a:r>
            <a:r>
              <a:rPr lang="ru-RU" dirty="0"/>
              <a:t> 1914 р. закликала </a:t>
            </a:r>
            <a:r>
              <a:rPr lang="ru-RU" dirty="0" err="1"/>
              <a:t>українців</a:t>
            </a:r>
            <a:r>
              <a:rPr lang="ru-RU" dirty="0"/>
              <a:t> </a:t>
            </a:r>
            <a:r>
              <a:rPr lang="ru-RU" dirty="0" err="1"/>
              <a:t>Галичини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5E1586-688A-5DE3-F0F4-FCEB025E945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728588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F6FDBCC-D6DD-D3B8-9607-2D3A4DE0490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6094443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45965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A5DE04-E9C2-A369-E620-86B5124A9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організація</a:t>
            </a:r>
            <a:r>
              <a:rPr lang="ru-RU" dirty="0"/>
              <a:t> в роки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виступила</a:t>
            </a:r>
            <a:r>
              <a:rPr lang="ru-RU" dirty="0"/>
              <a:t> з такою </a:t>
            </a:r>
            <a:r>
              <a:rPr lang="ru-RU" dirty="0" err="1"/>
              <a:t>відозвою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224AA1B-AFA2-B63C-95D4-339D8025AF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i="1" dirty="0"/>
              <a:t>«…Перемога Австро-Угорської монархії буде нашою перемогою. І чим більша буде поразка Росії, тим швидше проб’є година визволення України… Нехай на руїнах царської імперії зійде сонце вільної України!..»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07EBCD3-AF81-25AF-07AD-E1E7CC9229A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78044515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17781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9EDD1D-2FE3-321F-385B-54BF62C72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Загальна</a:t>
            </a:r>
            <a:r>
              <a:rPr lang="ru-RU" dirty="0"/>
              <a:t> </a:t>
            </a:r>
            <a:r>
              <a:rPr lang="ru-RU" dirty="0" err="1"/>
              <a:t>українська</a:t>
            </a:r>
            <a:r>
              <a:rPr lang="ru-RU" dirty="0"/>
              <a:t> рада </a:t>
            </a:r>
            <a:r>
              <a:rPr lang="ru-RU" dirty="0" err="1"/>
              <a:t>оприлюднила</a:t>
            </a:r>
            <a:r>
              <a:rPr lang="ru-RU" dirty="0"/>
              <a:t> </a:t>
            </a:r>
            <a:r>
              <a:rPr lang="ru-RU" dirty="0" err="1"/>
              <a:t>цитоване</a:t>
            </a:r>
            <a:r>
              <a:rPr lang="ru-RU" dirty="0"/>
              <a:t> </a:t>
            </a:r>
            <a:r>
              <a:rPr lang="ru-RU" dirty="0" err="1"/>
              <a:t>звернення</a:t>
            </a:r>
            <a:r>
              <a:rPr lang="ru-RU" dirty="0"/>
              <a:t> у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863B97C-33D5-5CD2-7B5F-7FAF8D28FD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i="1" dirty="0"/>
              <a:t>«Відозва Загальної української ради.</a:t>
            </a:r>
          </a:p>
          <a:p>
            <a:r>
              <a:rPr lang="uk-UA" i="1" dirty="0"/>
              <a:t>За всяку ціну завзялася російська імперія загарбати українські землі Австро-Угорщини...</a:t>
            </a:r>
          </a:p>
          <a:p>
            <a:r>
              <a:rPr lang="uk-UA" i="1" dirty="0"/>
              <a:t>[...]</a:t>
            </a:r>
          </a:p>
          <a:p>
            <a:r>
              <a:rPr lang="uk-UA" i="1" dirty="0"/>
              <a:t>Уже другий раз у часи цієї війни насувається на українські землі Австро-Угорщини російський наступ. Другий раз українське населення Галичини, Буковини й північно-східної Угорщини попадає в огонь національного й релігійного переслідування з боку Росії.</a:t>
            </a:r>
          </a:p>
          <a:p>
            <a:r>
              <a:rPr lang="uk-UA" i="1" dirty="0"/>
              <a:t>Під час першого наступу Росія з найбільшою брутальністю прагнула до повного знищення українського життя...</a:t>
            </a:r>
          </a:p>
          <a:p>
            <a:r>
              <a:rPr lang="uk-UA" i="1" dirty="0"/>
              <a:t>І тепер в часи другого наступу всі ті вчинки повторюються!»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8DC5358-D5CF-D20F-E384-497042E65B7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74628300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05053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D45-8A9E-D0FB-A035-EC4D58645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F0DED-2C17-E01E-3E83-149F93C2F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Появу</a:t>
            </a:r>
            <a:r>
              <a:rPr lang="ru-RU" dirty="0"/>
              <a:t> </a:t>
            </a:r>
            <a:r>
              <a:rPr lang="ru-RU" dirty="0" err="1"/>
              <a:t>звернення</a:t>
            </a:r>
            <a:r>
              <a:rPr lang="ru-RU" dirty="0"/>
              <a:t> </a:t>
            </a:r>
            <a:r>
              <a:rPr lang="ru-RU" dirty="0" err="1"/>
              <a:t>зумовлено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F239346-1214-FC2A-91FD-7DFFE933BF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i="1" dirty="0"/>
              <a:t>«Відозва Загальної української ради.</a:t>
            </a:r>
          </a:p>
          <a:p>
            <a:r>
              <a:rPr lang="uk-UA" i="1" dirty="0"/>
              <a:t>За всяку ціну завзялася російська імперія загарбати українські землі Австро-Угорщини...</a:t>
            </a:r>
          </a:p>
          <a:p>
            <a:r>
              <a:rPr lang="uk-UA" i="1" dirty="0"/>
              <a:t>[...]</a:t>
            </a:r>
          </a:p>
          <a:p>
            <a:r>
              <a:rPr lang="uk-UA" i="1" dirty="0"/>
              <a:t>Уже другий раз у часи цієї війни насувається на українські землі Австро-Угорщини російський наступ. Другий раз українське населення Галичини, Буковини й північно-східної Угорщини попадає в огонь національного й релігійного переслідування з боку Росії.</a:t>
            </a:r>
          </a:p>
          <a:p>
            <a:r>
              <a:rPr lang="uk-UA" i="1" dirty="0"/>
              <a:t>Під час першого наступу Росія з найбільшою брутальністю прагнула до повного знищення українського життя...</a:t>
            </a:r>
          </a:p>
          <a:p>
            <a:r>
              <a:rPr lang="uk-UA" i="1" dirty="0"/>
              <a:t>І тепер в часи другого наступу всі ті вчинки повторюються!»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9CE4129F-5807-39B9-B7F5-06DED051D37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52524029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11871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788EE-13F9-5DE9-6F88-E6924467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5994-FFB3-53EC-D257-0BB6BF0F2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Появу</a:t>
            </a:r>
            <a:r>
              <a:rPr lang="ru-RU" dirty="0"/>
              <a:t> </a:t>
            </a:r>
            <a:r>
              <a:rPr lang="ru-RU" dirty="0" err="1"/>
              <a:t>звернення</a:t>
            </a:r>
            <a:r>
              <a:rPr lang="ru-RU" dirty="0"/>
              <a:t> </a:t>
            </a:r>
            <a:r>
              <a:rPr lang="ru-RU" dirty="0" err="1"/>
              <a:t>зумовлено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ED78672-AA99-CF90-CF83-117C9BA82C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uk-UA" i="1" dirty="0"/>
              <a:t>«Відозва Загальної української ради.</a:t>
            </a:r>
          </a:p>
          <a:p>
            <a:r>
              <a:rPr lang="uk-UA" i="1" dirty="0"/>
              <a:t>За всяку ціну завзялася російська імперія загарбати українські землі Австро-Угорщини...</a:t>
            </a:r>
          </a:p>
          <a:p>
            <a:r>
              <a:rPr lang="uk-UA" i="1" dirty="0"/>
              <a:t>[...]</a:t>
            </a:r>
          </a:p>
          <a:p>
            <a:r>
              <a:rPr lang="uk-UA" i="1" dirty="0"/>
              <a:t>Уже другий раз у часи цієї війни насувається на українські землі Австро-Угорщини російський наступ. Другий раз українське населення Галичини, Буковини й північно-східної Угорщини попадає в огонь національного й релігійного переслідування з боку Росії.</a:t>
            </a:r>
          </a:p>
          <a:p>
            <a:r>
              <a:rPr lang="uk-UA" i="1" dirty="0"/>
              <a:t>Під час першого наступу Росія з найбільшою брутальністю прагнула до повного знищення українського життя...</a:t>
            </a:r>
          </a:p>
          <a:p>
            <a:r>
              <a:rPr lang="uk-UA" i="1" dirty="0"/>
              <a:t>І тепер в часи другого наступу всі ті вчинки повторюються!»</a:t>
            </a:r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B5CF86F2-4D0C-A449-B990-9A6B2392B73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10221031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90733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73630-4016-7371-EF52-4851DDC1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ході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Товариство</a:t>
            </a:r>
            <a:r>
              <a:rPr lang="ru-RU" dirty="0"/>
              <a:t> </a:t>
            </a:r>
            <a:r>
              <a:rPr lang="ru-RU" dirty="0" err="1"/>
              <a:t>українських</a:t>
            </a:r>
            <a:r>
              <a:rPr lang="ru-RU" dirty="0"/>
              <a:t> </a:t>
            </a:r>
            <a:r>
              <a:rPr lang="ru-RU" dirty="0" err="1"/>
              <a:t>поступовців</a:t>
            </a:r>
            <a:r>
              <a:rPr lang="ru-RU" dirty="0"/>
              <a:t> закликало </a:t>
            </a:r>
            <a:r>
              <a:rPr lang="ru-RU" dirty="0" err="1"/>
              <a:t>українців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937E065-253C-A455-8D20-2CEE9910B01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40924263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172F767-2873-7A3D-5ECA-9D0E7E70EDC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08229944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892131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45A183-DAF1-50D7-5AC2-47298308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Проаналізуйте</a:t>
            </a:r>
            <a:r>
              <a:rPr lang="ru-RU" dirty="0"/>
              <a:t>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75173E4-B6E6-ADCB-5FF2-FFCA1E844B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i="1" dirty="0"/>
              <a:t>«…ми, українці, з початку війни зайняли нейтральну позицію й не виступали ні за, ні проти війни, а тепер постановили виступити рішуче проти війни, бо вона тільки нищить наш край, як уже знищила Галичину та частину Волині, і не принесе нічого корисного.</a:t>
            </a:r>
          </a:p>
          <a:p>
            <a:endParaRPr lang="uk-UA" i="1" dirty="0"/>
          </a:p>
          <a:p>
            <a:r>
              <a:rPr lang="uk-UA" i="1" dirty="0"/>
              <a:t>Володимир Леонтович та Андрій </a:t>
            </a:r>
            <a:r>
              <a:rPr lang="uk-UA" i="1" dirty="0" err="1"/>
              <a:t>В’язлов</a:t>
            </a:r>
            <a:r>
              <a:rPr lang="uk-UA" i="1" dirty="0"/>
              <a:t> висловилися проти такої рішучої заяви, бо вона йде всупереч з думками російської інтелігенції, що нас і так обвинувачує вже не тільки [російський] уряд, але й [російське суспільство] у сепаратизмі…».</a:t>
            </a:r>
          </a:p>
          <a:p>
            <a:endParaRPr lang="uk-UA" dirty="0"/>
          </a:p>
          <a:p>
            <a:r>
              <a:rPr lang="uk-UA" dirty="0"/>
              <a:t>Еволюцію поглядів якої організації відображено в ньому?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24277D8-8022-4D81-B5B8-DF1C71A5D2D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68373560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1900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F3363-4140-5AB4-8912-40D1BE17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один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напрямів</a:t>
            </a:r>
            <a:r>
              <a:rPr lang="ru-RU" dirty="0"/>
              <a:t> </a:t>
            </a:r>
            <a:r>
              <a:rPr lang="ru-RU" dirty="0" err="1"/>
              <a:t>діяльності</a:t>
            </a:r>
            <a:r>
              <a:rPr lang="ru-RU" dirty="0"/>
              <a:t> Союзу </a:t>
            </a:r>
            <a:r>
              <a:rPr lang="ru-RU" dirty="0" err="1"/>
              <a:t>визволення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існував</a:t>
            </a:r>
            <a:r>
              <a:rPr lang="ru-RU" dirty="0"/>
              <a:t> у 1914-1918 </a:t>
            </a:r>
            <a:r>
              <a:rPr lang="ru-RU" dirty="0" err="1"/>
              <a:t>рр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655796A-CD8F-8C92-C6D5-E13EF0929BC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84660069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6AF2265-EE28-DDDF-F53A-883E835A51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00832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930A2-B4E5-3E3A-9823-281BBE4ED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організація</a:t>
            </a:r>
            <a:r>
              <a:rPr lang="ru-RU" dirty="0"/>
              <a:t> </a:t>
            </a:r>
            <a:r>
              <a:rPr lang="ru-RU" dirty="0" err="1"/>
              <a:t>випустила</a:t>
            </a:r>
            <a:r>
              <a:rPr lang="ru-RU" dirty="0"/>
              <a:t> </a:t>
            </a:r>
            <a:r>
              <a:rPr lang="ru-RU" dirty="0" err="1"/>
              <a:t>рекламне</a:t>
            </a:r>
            <a:r>
              <a:rPr lang="ru-RU" dirty="0"/>
              <a:t> </a:t>
            </a:r>
            <a:r>
              <a:rPr lang="ru-RU" dirty="0" err="1"/>
              <a:t>оголошення</a:t>
            </a:r>
            <a:r>
              <a:rPr lang="ru-RU" dirty="0"/>
              <a:t>, </a:t>
            </a:r>
            <a:r>
              <a:rPr lang="ru-RU" dirty="0" err="1"/>
              <a:t>зображене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4844A82-A5A8-7BA6-1FCB-FA3617BE279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2195101"/>
            <a:ext cx="4604625" cy="288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D6ED364-EFEB-92B6-C850-5757E66D757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46988148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321911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86565-74B2-1EE0-2BBF-A1E50CB1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прізвищем діяча та фактом його біографії.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D10B068-82D0-E4AE-F245-1EE3B4E5390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45088256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D2641A1-47EF-13B5-7D80-83D0FE46209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35527717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289568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79289-7A60-8B35-02C7-A5CBCE01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українською політичною силою та її позицією щодо Першої світової війни.</a:t>
            </a:r>
          </a:p>
        </p:txBody>
      </p:sp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D27598AF-B4C0-5312-52DF-11D959E707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30921577"/>
              </p:ext>
            </p:extLst>
          </p:nvPr>
        </p:nvGraphicFramePr>
        <p:xfrm>
          <a:off x="838200" y="1825625"/>
          <a:ext cx="5181600" cy="2131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42733C48-54F4-8275-36B8-F7A0AD73253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86776152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DB122A41-2ED6-C351-88AA-675D002F8B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8510489"/>
              </p:ext>
            </p:extLst>
          </p:nvPr>
        </p:nvGraphicFramePr>
        <p:xfrm>
          <a:off x="365760" y="3956858"/>
          <a:ext cx="5654040" cy="2660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0694687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CF30A5-E0CC-80C7-5892-BAD55416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Узгодьте ім’я історичної особи (постаті) з фактами її біографії.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FFD29D-603F-07CC-0166-3099F83E373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88531961"/>
              </p:ext>
            </p:extLst>
          </p:nvPr>
        </p:nvGraphicFramePr>
        <p:xfrm>
          <a:off x="914400" y="2087563"/>
          <a:ext cx="5105400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F19AB6F3-CCAE-E228-956B-5D2FF9EBC8C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71321640"/>
              </p:ext>
            </p:extLst>
          </p:nvPr>
        </p:nvGraphicFramePr>
        <p:xfrm>
          <a:off x="6173403" y="2088319"/>
          <a:ext cx="5094154" cy="3702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355507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48FC0-7529-751A-2FA3-790B5244D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кого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діячів</a:t>
            </a:r>
            <a:r>
              <a:rPr lang="ru-RU" dirty="0"/>
              <a:t> </a:t>
            </a:r>
            <a:r>
              <a:rPr lang="ru-RU" dirty="0" err="1"/>
              <a:t>йдеться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F83892A-14BE-7627-CA6F-0ACC3B113B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i="1" dirty="0"/>
              <a:t>«Співзасновник </a:t>
            </a:r>
            <a:r>
              <a:rPr lang="uk-UA" i="1" dirty="0" err="1"/>
              <a:t>Українськоі</a:t>
            </a:r>
            <a:r>
              <a:rPr lang="uk-UA" i="1" dirty="0"/>
              <a:t>̈ національно-</a:t>
            </a:r>
            <a:r>
              <a:rPr lang="uk-UA" i="1" dirty="0" err="1"/>
              <a:t>демократичноі</a:t>
            </a:r>
            <a:r>
              <a:rPr lang="uk-UA" i="1" dirty="0"/>
              <a:t>̈ </a:t>
            </a:r>
            <a:r>
              <a:rPr lang="uk-UA" i="1" dirty="0" err="1"/>
              <a:t>партіі</a:t>
            </a:r>
            <a:r>
              <a:rPr lang="uk-UA" i="1" dirty="0"/>
              <a:t>̈ (УНДП), згодом </a:t>
            </a:r>
            <a:r>
              <a:rPr lang="uk-UA" i="1" dirty="0" err="1"/>
              <a:t>їі</a:t>
            </a:r>
            <a:r>
              <a:rPr lang="uk-UA" i="1" dirty="0"/>
              <a:t>̈ голова. Обирався послом до </a:t>
            </a:r>
            <a:r>
              <a:rPr lang="uk-UA" i="1" dirty="0" err="1"/>
              <a:t>австрійського</a:t>
            </a:r>
            <a:r>
              <a:rPr lang="uk-UA" i="1" dirty="0"/>
              <a:t> парламенту та галицького </a:t>
            </a:r>
            <a:r>
              <a:rPr lang="uk-UA" i="1" dirty="0" err="1"/>
              <a:t>крайового</a:t>
            </a:r>
            <a:r>
              <a:rPr lang="uk-UA" i="1" dirty="0"/>
              <a:t> </a:t>
            </a:r>
            <a:r>
              <a:rPr lang="uk-UA" i="1" dirty="0" err="1"/>
              <a:t>сейму</a:t>
            </a:r>
            <a:r>
              <a:rPr lang="uk-UA" i="1" dirty="0"/>
              <a:t>. У роки </a:t>
            </a:r>
            <a:r>
              <a:rPr lang="uk-UA" i="1" dirty="0" err="1"/>
              <a:t>Першоі</a:t>
            </a:r>
            <a:r>
              <a:rPr lang="uk-UA" i="1" dirty="0"/>
              <a:t>̈ </a:t>
            </a:r>
            <a:r>
              <a:rPr lang="uk-UA" i="1" dirty="0" err="1"/>
              <a:t>світовоі</a:t>
            </a:r>
            <a:r>
              <a:rPr lang="uk-UA" i="1" dirty="0"/>
              <a:t>̈ </a:t>
            </a:r>
            <a:r>
              <a:rPr lang="uk-UA" i="1" dirty="0" err="1"/>
              <a:t>війни</a:t>
            </a:r>
            <a:r>
              <a:rPr lang="uk-UA" i="1" dirty="0"/>
              <a:t> очолював Головну </a:t>
            </a:r>
            <a:r>
              <a:rPr lang="uk-UA" i="1" dirty="0" err="1"/>
              <a:t>українську</a:t>
            </a:r>
            <a:r>
              <a:rPr lang="uk-UA" i="1" dirty="0"/>
              <a:t> раду, а згодом Загальну </a:t>
            </a:r>
            <a:r>
              <a:rPr lang="uk-UA" i="1" dirty="0" err="1"/>
              <a:t>українську</a:t>
            </a:r>
            <a:r>
              <a:rPr lang="uk-UA" i="1" dirty="0"/>
              <a:t> раду. Після проголошення ЗУНР став головою </a:t>
            </a:r>
            <a:r>
              <a:rPr lang="uk-UA" i="1" dirty="0" err="1"/>
              <a:t>їі</a:t>
            </a:r>
            <a:r>
              <a:rPr lang="uk-UA" i="1" dirty="0"/>
              <a:t>̈ першого уряду»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88282D3-0A97-3523-492D-B73452B6555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10342991"/>
              </p:ext>
            </p:extLst>
          </p:nvPr>
        </p:nvGraphicFramePr>
        <p:xfrm>
          <a:off x="6173788" y="2087563"/>
          <a:ext cx="5094287" cy="3703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80418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081D7-1EB9-E87C-F9FC-0DF58880B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, </a:t>
            </a:r>
            <a:r>
              <a:rPr lang="ru-RU" dirty="0" err="1"/>
              <a:t>відображених</a:t>
            </a:r>
            <a:r>
              <a:rPr lang="ru-RU" dirty="0"/>
              <a:t> на </a:t>
            </a:r>
            <a:r>
              <a:rPr lang="ru-RU" dirty="0" err="1"/>
              <a:t>радянських</a:t>
            </a:r>
            <a:r>
              <a:rPr lang="ru-RU" dirty="0"/>
              <a:t> плакатах.</a:t>
            </a:r>
            <a:endParaRPr lang="uk-UA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CCC2F69-9E24-1BEA-1816-A8530331F08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10" y="2269564"/>
            <a:ext cx="3076346" cy="3860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2FE50790-6804-081D-BB74-3C9C16C8780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962" y="2269564"/>
            <a:ext cx="2839703" cy="403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287CD2F8-75D1-1481-9223-55CD4751C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272" y="2269564"/>
            <a:ext cx="2173845" cy="337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>
            <a:extLst>
              <a:ext uri="{FF2B5EF4-FFF2-40B4-BE49-F238E27FC236}">
                <a16:creationId xmlns:a16="http://schemas.microsoft.com/office/drawing/2014/main" id="{0BAEB053-21B1-6B58-78EE-C5F64148F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951" y="2269564"/>
            <a:ext cx="2765367" cy="403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611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Булат</Template>
  <TotalTime>211</TotalTime>
  <Words>2992</Words>
  <Application>Microsoft Office PowerPoint</Application>
  <PresentationFormat>Широкий екран</PresentationFormat>
  <Paragraphs>318</Paragraphs>
  <Slides>54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54</vt:i4>
      </vt:variant>
    </vt:vector>
  </HeadingPairs>
  <TitlesOfParts>
    <vt:vector size="58" baseType="lpstr">
      <vt:lpstr>Arial</vt:lpstr>
      <vt:lpstr>Bookman Old Style</vt:lpstr>
      <vt:lpstr>Rockwell</vt:lpstr>
      <vt:lpstr>Damask</vt:lpstr>
      <vt:lpstr>Україна в роки Першої світової війни</vt:lpstr>
      <vt:lpstr>Причини, передумови, привід</vt:lpstr>
      <vt:lpstr>Напередодні Першої світової війни українські землі перебували в складі</vt:lpstr>
      <vt:lpstr>Яка країна на початку XX ст. визначила свої зовнішньополітичні пріоритети таким чином:</vt:lpstr>
      <vt:lpstr>Напередодні Першої світової війни Австро-Угорщина претендувала на володіння</vt:lpstr>
      <vt:lpstr>Прочитайте уривок з історичного джерела та виконайте завдання.</vt:lpstr>
      <vt:lpstr>Установіть відповідність між подією та її наслідками.</vt:lpstr>
      <vt:lpstr>Увідповідніть подію з її наслідками.</vt:lpstr>
      <vt:lpstr>Розташуйте зображені плакати відповідно до послідовності віх в історії України.</vt:lpstr>
      <vt:lpstr>Перебіг</vt:lpstr>
      <vt:lpstr>Укажіть мету, якої прагнула досягти Росія в ході Першої світової війни</vt:lpstr>
      <vt:lpstr>Яка країна з початком Першої світової війни окреслила свої стратегічні наміри наступним чином:</vt:lpstr>
      <vt:lpstr>Яка країна на початку XX ст. визначила свої зовнішньополітичні пріоритети таким чином</vt:lpstr>
      <vt:lpstr>Бойові дії на українських землях у роки Першої світової війни розпочалися в</vt:lpstr>
      <vt:lpstr>Що стало наслідком подій, перебіг яких відображено на карті?</vt:lpstr>
      <vt:lpstr>Які українські землі під час Першої світової війни було окуповано російськими військами в 1914 р.?</vt:lpstr>
      <vt:lpstr>У якому році в ході Першої світової війни російськими військами було захоплено Львів?</vt:lpstr>
      <vt:lpstr>«Галицько-Буковинське генерал-губернаторство» — це адміністративно-територіальна одиниця, створена</vt:lpstr>
      <vt:lpstr>Коли відбувалися події, згадувані в уривку з історичного документа?</vt:lpstr>
      <vt:lpstr>У який період Першої світової війни</vt:lpstr>
      <vt:lpstr>Результат якої події Першої світової війни дав змогу правлячим колам Росії реалізувати стратегію</vt:lpstr>
      <vt:lpstr>Укажіть період, протягом якого німецькі та австро-угорські війська здійснили Горлицький прорив.</vt:lpstr>
      <vt:lpstr>Перебіг яких подій Першої світової війни відображено на карті?</vt:lpstr>
      <vt:lpstr>Про яку операцію російських військ Південно-Західного фронту часів Першої світової війни йдеться в цитованому документі</vt:lpstr>
      <vt:lpstr>Події Першої світової війни, описані в уривку джерела сприяли</vt:lpstr>
      <vt:lpstr>На картосхемі позначено лінію фронту часів Першої світової війни станом на</vt:lpstr>
      <vt:lpstr>Установіть відповідність між подією часів Першої світової війни та роком, коли вона відбулася.</vt:lpstr>
      <vt:lpstr>Яким було ставлення російської влади до українського національного руху на Наддніпрянській Україні під час Першої світової війни?</vt:lpstr>
      <vt:lpstr>Для соціально-економічного розвитку українських земель періоду Першої світової війни було характерним</vt:lpstr>
      <vt:lpstr>Політико-військові організації</vt:lpstr>
      <vt:lpstr>В уривку з історичного джерела</vt:lpstr>
      <vt:lpstr>У якому році оприлюднено цитоване звернення до населення західноукраїнських земель:</vt:lpstr>
      <vt:lpstr>Легіон Українських січових стрільців — це військова частина, створена за ініціативи</vt:lpstr>
      <vt:lpstr>Яка подія дала поштовх до створення легіону Українських січових стрільців?</vt:lpstr>
      <vt:lpstr>Формування в роки Першої світової війни легіону Українських січових стрільців засвідчило</vt:lpstr>
      <vt:lpstr>Створення легіону Українських січових стрільців</vt:lpstr>
      <vt:lpstr>Хто підписав документ, уривок з якого наведено:</vt:lpstr>
      <vt:lpstr>У складі якої армії в роки Першої світової війни було сформовано підрозділ Українських січових стрільців?</vt:lpstr>
      <vt:lpstr>На картосхемі стрілками позначено</vt:lpstr>
      <vt:lpstr>Політична організація емігрантів із Наддніпрянської України</vt:lpstr>
      <vt:lpstr>Головна українська рада в серпні 1914 р. закликала українців Галичини</vt:lpstr>
      <vt:lpstr>Яка організація в роки Першої світової війни виступила з такою відозвою:</vt:lpstr>
      <vt:lpstr>Загальна українська рада оприлюднила цитоване звернення у</vt:lpstr>
      <vt:lpstr>Появу звернення зумовлено</vt:lpstr>
      <vt:lpstr>Появу звернення зумовлено</vt:lpstr>
      <vt:lpstr>У ході Першої світової війни Товариство українських поступовців закликало українців</vt:lpstr>
      <vt:lpstr>Проаналізуйте уривок з історичного джерела:</vt:lpstr>
      <vt:lpstr>Укажіть один із напрямів діяльності Союзу визволення України, що існував у 1914-1918 рр.</vt:lpstr>
      <vt:lpstr>Яка організація випустила рекламне оголошення, зображене на фото?</vt:lpstr>
      <vt:lpstr>Установіть відповідність між прізвищем діяча та фактом його біографії.</vt:lpstr>
      <vt:lpstr>Установіть відповідність між українською політичною силою та її позицією щодо Першої світової війни.</vt:lpstr>
      <vt:lpstr>Узгодьте ім’я історичної особи (постаті) з фактами її біографії.</vt:lpstr>
      <vt:lpstr>Про кого з історичних діячів йдеться:</vt:lpstr>
      <vt:lpstr>Установіть послідовність подій часів Другої світової війни, відображених на радянських плакатах.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5</cp:revision>
  <dcterms:created xsi:type="dcterms:W3CDTF">2025-01-02T10:52:42Z</dcterms:created>
  <dcterms:modified xsi:type="dcterms:W3CDTF">2025-01-04T21:24:34Z</dcterms:modified>
</cp:coreProperties>
</file>